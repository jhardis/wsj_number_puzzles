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4"/>
  </p:notesMasterIdLst>
  <p:sldIdLst>
    <p:sldId id="457" r:id="rId2"/>
    <p:sldId id="531" r:id="rId3"/>
    <p:sldId id="532" r:id="rId4"/>
    <p:sldId id="550" r:id="rId5"/>
    <p:sldId id="533" r:id="rId6"/>
    <p:sldId id="551" r:id="rId7"/>
    <p:sldId id="541" r:id="rId8"/>
    <p:sldId id="534" r:id="rId9"/>
    <p:sldId id="537" r:id="rId10"/>
    <p:sldId id="538" r:id="rId11"/>
    <p:sldId id="539" r:id="rId12"/>
    <p:sldId id="540" r:id="rId13"/>
    <p:sldId id="552" r:id="rId14"/>
    <p:sldId id="542" r:id="rId15"/>
    <p:sldId id="543" r:id="rId16"/>
    <p:sldId id="544" r:id="rId17"/>
    <p:sldId id="553" r:id="rId18"/>
    <p:sldId id="545" r:id="rId19"/>
    <p:sldId id="546" r:id="rId20"/>
    <p:sldId id="547" r:id="rId21"/>
    <p:sldId id="548" r:id="rId22"/>
    <p:sldId id="549" r:id="rId23"/>
    <p:sldId id="554" r:id="rId24"/>
    <p:sldId id="555" r:id="rId25"/>
    <p:sldId id="556" r:id="rId26"/>
    <p:sldId id="557" r:id="rId27"/>
    <p:sldId id="558" r:id="rId28"/>
    <p:sldId id="559" r:id="rId29"/>
    <p:sldId id="561" r:id="rId30"/>
    <p:sldId id="562" r:id="rId31"/>
    <p:sldId id="567" r:id="rId32"/>
    <p:sldId id="568" r:id="rId33"/>
    <p:sldId id="569" r:id="rId34"/>
    <p:sldId id="570" r:id="rId35"/>
    <p:sldId id="574" r:id="rId36"/>
    <p:sldId id="575" r:id="rId37"/>
    <p:sldId id="576" r:id="rId38"/>
    <p:sldId id="577" r:id="rId39"/>
    <p:sldId id="578" r:id="rId40"/>
    <p:sldId id="579" r:id="rId41"/>
    <p:sldId id="580" r:id="rId42"/>
    <p:sldId id="583" r:id="rId43"/>
    <p:sldId id="581" r:id="rId44"/>
    <p:sldId id="582" r:id="rId45"/>
    <p:sldId id="584" r:id="rId46"/>
    <p:sldId id="585" r:id="rId47"/>
    <p:sldId id="586" r:id="rId48"/>
    <p:sldId id="587" r:id="rId49"/>
    <p:sldId id="598" r:id="rId50"/>
    <p:sldId id="599" r:id="rId51"/>
    <p:sldId id="600" r:id="rId52"/>
    <p:sldId id="601" r:id="rId53"/>
    <p:sldId id="602" r:id="rId54"/>
    <p:sldId id="603" r:id="rId55"/>
    <p:sldId id="604" r:id="rId56"/>
    <p:sldId id="605" r:id="rId57"/>
    <p:sldId id="606" r:id="rId58"/>
    <p:sldId id="607" r:id="rId59"/>
    <p:sldId id="608" r:id="rId60"/>
    <p:sldId id="609" r:id="rId61"/>
    <p:sldId id="610" r:id="rId62"/>
    <p:sldId id="611" r:id="rId6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652"/>
    <p:restoredTop sz="94591"/>
  </p:normalViewPr>
  <p:slideViewPr>
    <p:cSldViewPr snapToGrid="0">
      <p:cViewPr varScale="1">
        <p:scale>
          <a:sx n="118" d="100"/>
          <a:sy n="118" d="100"/>
        </p:scale>
        <p:origin x="992"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CCCFB1C-7F6E-CC48-8B12-2D5A9AE1C913}" type="datetimeFigureOut">
              <a:rPr lang="en-US" smtClean="0"/>
              <a:t>6/5/26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E9560A-78B4-504A-9396-2AE516B1349B}" type="slidenum">
              <a:rPr lang="en-US" smtClean="0"/>
              <a:t>‹#›</a:t>
            </a:fld>
            <a:endParaRPr lang="en-US"/>
          </a:p>
        </p:txBody>
      </p:sp>
    </p:spTree>
    <p:extLst>
      <p:ext uri="{BB962C8B-B14F-4D97-AF65-F5344CB8AC3E}">
        <p14:creationId xmlns:p14="http://schemas.microsoft.com/office/powerpoint/2010/main" val="30599270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74D157-A7E6-0CD3-8266-DE0939AE43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26FDA5-ABD9-E89C-43FB-F19D8441B2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8E2E9E-AD91-B134-310C-59487A42F74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9F40DBF-0F4C-781C-F266-8D63105C1D0C}"/>
              </a:ext>
            </a:extLst>
          </p:cNvPr>
          <p:cNvSpPr>
            <a:spLocks noGrp="1"/>
          </p:cNvSpPr>
          <p:nvPr>
            <p:ph type="sldNum" sz="quarter" idx="5"/>
          </p:nvPr>
        </p:nvSpPr>
        <p:spPr/>
        <p:txBody>
          <a:bodyPr/>
          <a:lstStyle/>
          <a:p>
            <a:fld id="{C0E9560A-78B4-504A-9396-2AE516B1349B}" type="slidenum">
              <a:rPr lang="en-US" smtClean="0"/>
              <a:t>1</a:t>
            </a:fld>
            <a:endParaRPr lang="en-US"/>
          </a:p>
        </p:txBody>
      </p:sp>
    </p:spTree>
    <p:extLst>
      <p:ext uri="{BB962C8B-B14F-4D97-AF65-F5344CB8AC3E}">
        <p14:creationId xmlns:p14="http://schemas.microsoft.com/office/powerpoint/2010/main" val="17955788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88280D-1B77-B7A5-4154-187360E37A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949443-D2F8-9407-75EF-22BBACC1B0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CB387E-3C2D-063C-3D3C-A013D90E636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0BB2D82-6223-AA11-45AC-FCE05F7E0DD8}"/>
              </a:ext>
            </a:extLst>
          </p:cNvPr>
          <p:cNvSpPr>
            <a:spLocks noGrp="1"/>
          </p:cNvSpPr>
          <p:nvPr>
            <p:ph type="sldNum" sz="quarter" idx="5"/>
          </p:nvPr>
        </p:nvSpPr>
        <p:spPr/>
        <p:txBody>
          <a:bodyPr/>
          <a:lstStyle/>
          <a:p>
            <a:fld id="{C0E9560A-78B4-504A-9396-2AE516B1349B}" type="slidenum">
              <a:rPr lang="en-US" smtClean="0"/>
              <a:t>2</a:t>
            </a:fld>
            <a:endParaRPr lang="en-US"/>
          </a:p>
        </p:txBody>
      </p:sp>
    </p:spTree>
    <p:extLst>
      <p:ext uri="{BB962C8B-B14F-4D97-AF65-F5344CB8AC3E}">
        <p14:creationId xmlns:p14="http://schemas.microsoft.com/office/powerpoint/2010/main" val="42310318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412E83-C8AE-844B-758B-0B96FCF9F3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6B198C-7554-CD15-D9D9-E0E572FE49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138D33-D0A5-F369-E8E0-BB9AA79925C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30DA99F-CBDC-305D-918A-5574AF43528C}"/>
              </a:ext>
            </a:extLst>
          </p:cNvPr>
          <p:cNvSpPr>
            <a:spLocks noGrp="1"/>
          </p:cNvSpPr>
          <p:nvPr>
            <p:ph type="sldNum" sz="quarter" idx="5"/>
          </p:nvPr>
        </p:nvSpPr>
        <p:spPr/>
        <p:txBody>
          <a:bodyPr/>
          <a:lstStyle/>
          <a:p>
            <a:fld id="{C0E9560A-78B4-504A-9396-2AE516B1349B}" type="slidenum">
              <a:rPr lang="en-US" smtClean="0"/>
              <a:t>3</a:t>
            </a:fld>
            <a:endParaRPr lang="en-US"/>
          </a:p>
        </p:txBody>
      </p:sp>
    </p:spTree>
    <p:extLst>
      <p:ext uri="{BB962C8B-B14F-4D97-AF65-F5344CB8AC3E}">
        <p14:creationId xmlns:p14="http://schemas.microsoft.com/office/powerpoint/2010/main" val="36083380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BBE50B-2275-9D93-203D-858F1205F8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B333B8-35EF-C9E4-A3A1-00ED518583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6B5EA6-DA7F-5DBE-A53B-15B46094662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93AD584-7E3D-BE3F-9836-493437F86C2F}"/>
              </a:ext>
            </a:extLst>
          </p:cNvPr>
          <p:cNvSpPr>
            <a:spLocks noGrp="1"/>
          </p:cNvSpPr>
          <p:nvPr>
            <p:ph type="sldNum" sz="quarter" idx="5"/>
          </p:nvPr>
        </p:nvSpPr>
        <p:spPr/>
        <p:txBody>
          <a:bodyPr/>
          <a:lstStyle/>
          <a:p>
            <a:fld id="{C0E9560A-78B4-504A-9396-2AE516B1349B}" type="slidenum">
              <a:rPr lang="en-US" smtClean="0"/>
              <a:t>4</a:t>
            </a:fld>
            <a:endParaRPr lang="en-US"/>
          </a:p>
        </p:txBody>
      </p:sp>
    </p:spTree>
    <p:extLst>
      <p:ext uri="{BB962C8B-B14F-4D97-AF65-F5344CB8AC3E}">
        <p14:creationId xmlns:p14="http://schemas.microsoft.com/office/powerpoint/2010/main" val="12294790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CA4D95-76F7-46A9-2DE4-2E72E67A79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175024-1416-039C-E36C-6F434EFFF8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6A6937-7327-4044-692E-F5C9A3D7213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4E2142D-672D-7EB1-AC31-3AC2497AA713}"/>
              </a:ext>
            </a:extLst>
          </p:cNvPr>
          <p:cNvSpPr>
            <a:spLocks noGrp="1"/>
          </p:cNvSpPr>
          <p:nvPr>
            <p:ph type="sldNum" sz="quarter" idx="5"/>
          </p:nvPr>
        </p:nvSpPr>
        <p:spPr/>
        <p:txBody>
          <a:bodyPr/>
          <a:lstStyle/>
          <a:p>
            <a:fld id="{C0E9560A-78B4-504A-9396-2AE516B1349B}" type="slidenum">
              <a:rPr lang="en-US" smtClean="0"/>
              <a:t>5</a:t>
            </a:fld>
            <a:endParaRPr lang="en-US"/>
          </a:p>
        </p:txBody>
      </p:sp>
    </p:spTree>
    <p:extLst>
      <p:ext uri="{BB962C8B-B14F-4D97-AF65-F5344CB8AC3E}">
        <p14:creationId xmlns:p14="http://schemas.microsoft.com/office/powerpoint/2010/main" val="2537971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30AC59-3CBC-FB32-F746-ECC1B3BF9E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1CD56B-E16E-CDAF-D08E-23ED8E0C0F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2AA8E6-D514-B0AC-A698-E9E59D48D41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CF3200E-BE5F-B7E3-0EC3-D34425B59540}"/>
              </a:ext>
            </a:extLst>
          </p:cNvPr>
          <p:cNvSpPr>
            <a:spLocks noGrp="1"/>
          </p:cNvSpPr>
          <p:nvPr>
            <p:ph type="sldNum" sz="quarter" idx="5"/>
          </p:nvPr>
        </p:nvSpPr>
        <p:spPr/>
        <p:txBody>
          <a:bodyPr/>
          <a:lstStyle/>
          <a:p>
            <a:fld id="{C0E9560A-78B4-504A-9396-2AE516B1349B}" type="slidenum">
              <a:rPr lang="en-US" smtClean="0"/>
              <a:t>6</a:t>
            </a:fld>
            <a:endParaRPr lang="en-US"/>
          </a:p>
        </p:txBody>
      </p:sp>
    </p:spTree>
    <p:extLst>
      <p:ext uri="{BB962C8B-B14F-4D97-AF65-F5344CB8AC3E}">
        <p14:creationId xmlns:p14="http://schemas.microsoft.com/office/powerpoint/2010/main" val="1721864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E05647-B175-3036-ACAC-AC1A8A9AF0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F93A0E-637E-5942-7EA3-8E583D7525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6600ED-F017-1B7A-B57F-DB1A8A2E7AB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707DDF1-1AC0-7A9D-A2C3-9020D5BE8386}"/>
              </a:ext>
            </a:extLst>
          </p:cNvPr>
          <p:cNvSpPr>
            <a:spLocks noGrp="1"/>
          </p:cNvSpPr>
          <p:nvPr>
            <p:ph type="sldNum" sz="quarter" idx="5"/>
          </p:nvPr>
        </p:nvSpPr>
        <p:spPr/>
        <p:txBody>
          <a:bodyPr/>
          <a:lstStyle/>
          <a:p>
            <a:fld id="{C0E9560A-78B4-504A-9396-2AE516B1349B}" type="slidenum">
              <a:rPr lang="en-US" smtClean="0"/>
              <a:t>7</a:t>
            </a:fld>
            <a:endParaRPr lang="en-US"/>
          </a:p>
        </p:txBody>
      </p:sp>
    </p:spTree>
    <p:extLst>
      <p:ext uri="{BB962C8B-B14F-4D97-AF65-F5344CB8AC3E}">
        <p14:creationId xmlns:p14="http://schemas.microsoft.com/office/powerpoint/2010/main" val="34686581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CFF040-385E-3E08-7F5C-4318A5F3B8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F1591D-AA23-5F6C-5827-15F4D0993B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41279E-E611-539F-FC3B-7FAEE6A9407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3196CAC-71D5-6B39-0CDA-17F4154D07A5}"/>
              </a:ext>
            </a:extLst>
          </p:cNvPr>
          <p:cNvSpPr>
            <a:spLocks noGrp="1"/>
          </p:cNvSpPr>
          <p:nvPr>
            <p:ph type="sldNum" sz="quarter" idx="5"/>
          </p:nvPr>
        </p:nvSpPr>
        <p:spPr/>
        <p:txBody>
          <a:bodyPr/>
          <a:lstStyle/>
          <a:p>
            <a:fld id="{C0E9560A-78B4-504A-9396-2AE516B1349B}" type="slidenum">
              <a:rPr lang="en-US" smtClean="0"/>
              <a:t>8</a:t>
            </a:fld>
            <a:endParaRPr lang="en-US"/>
          </a:p>
        </p:txBody>
      </p:sp>
    </p:spTree>
    <p:extLst>
      <p:ext uri="{BB962C8B-B14F-4D97-AF65-F5344CB8AC3E}">
        <p14:creationId xmlns:p14="http://schemas.microsoft.com/office/powerpoint/2010/main" val="34579878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FFCEF2-6E0F-4C37-A19A-76A9D0CBD0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C0B6D1-22E7-11A9-9B80-F86FA7286C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7D987C-CA89-45A1-5F85-33CEE207453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A2B99F5-F031-ADED-81A6-9A1AD24D4A6F}"/>
              </a:ext>
            </a:extLst>
          </p:cNvPr>
          <p:cNvSpPr>
            <a:spLocks noGrp="1"/>
          </p:cNvSpPr>
          <p:nvPr>
            <p:ph type="sldNum" sz="quarter" idx="5"/>
          </p:nvPr>
        </p:nvSpPr>
        <p:spPr/>
        <p:txBody>
          <a:bodyPr/>
          <a:lstStyle/>
          <a:p>
            <a:fld id="{C0E9560A-78B4-504A-9396-2AE516B1349B}" type="slidenum">
              <a:rPr lang="en-US" smtClean="0"/>
              <a:t>9</a:t>
            </a:fld>
            <a:endParaRPr lang="en-US"/>
          </a:p>
        </p:txBody>
      </p:sp>
    </p:spTree>
    <p:extLst>
      <p:ext uri="{BB962C8B-B14F-4D97-AF65-F5344CB8AC3E}">
        <p14:creationId xmlns:p14="http://schemas.microsoft.com/office/powerpoint/2010/main" val="11831230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63C69A-DA0E-C3B6-899F-66D6F95BFF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37BC2A-E7A6-6239-216F-421E1B4145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74451B-C7A7-2550-EBA5-14E3D624B73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ECAD0EA-D4FA-70D4-FFC0-5CCA335FE93F}"/>
              </a:ext>
            </a:extLst>
          </p:cNvPr>
          <p:cNvSpPr>
            <a:spLocks noGrp="1"/>
          </p:cNvSpPr>
          <p:nvPr>
            <p:ph type="sldNum" sz="quarter" idx="5"/>
          </p:nvPr>
        </p:nvSpPr>
        <p:spPr/>
        <p:txBody>
          <a:bodyPr/>
          <a:lstStyle/>
          <a:p>
            <a:fld id="{C0E9560A-78B4-504A-9396-2AE516B1349B}" type="slidenum">
              <a:rPr lang="en-US" smtClean="0"/>
              <a:t>10</a:t>
            </a:fld>
            <a:endParaRPr lang="en-US"/>
          </a:p>
        </p:txBody>
      </p:sp>
    </p:spTree>
    <p:extLst>
      <p:ext uri="{BB962C8B-B14F-4D97-AF65-F5344CB8AC3E}">
        <p14:creationId xmlns:p14="http://schemas.microsoft.com/office/powerpoint/2010/main" val="42357074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B963EE-695D-9100-84D3-F23F1321E5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DD32EC-A8DC-61F3-EC89-B8CBF1AF67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F6BBA6-B482-A1AB-11B2-A0A2A2524D0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5BF8DD7-2869-612F-C50A-276D99CBC1CF}"/>
              </a:ext>
            </a:extLst>
          </p:cNvPr>
          <p:cNvSpPr>
            <a:spLocks noGrp="1"/>
          </p:cNvSpPr>
          <p:nvPr>
            <p:ph type="sldNum" sz="quarter" idx="5"/>
          </p:nvPr>
        </p:nvSpPr>
        <p:spPr/>
        <p:txBody>
          <a:bodyPr/>
          <a:lstStyle/>
          <a:p>
            <a:fld id="{C0E9560A-78B4-504A-9396-2AE516B1349B}" type="slidenum">
              <a:rPr lang="en-US" smtClean="0"/>
              <a:t>11</a:t>
            </a:fld>
            <a:endParaRPr lang="en-US"/>
          </a:p>
        </p:txBody>
      </p:sp>
    </p:spTree>
    <p:extLst>
      <p:ext uri="{BB962C8B-B14F-4D97-AF65-F5344CB8AC3E}">
        <p14:creationId xmlns:p14="http://schemas.microsoft.com/office/powerpoint/2010/main" val="8203959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977863-19F8-47BB-88B4-BAECC77A54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64CBC6-EAC5-1163-0F3F-1A8F64522C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7D8626-0C34-EE55-F44E-23A1A76A6D5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9A9E62B-F4AA-AEF4-FDB4-9047B910BEBF}"/>
              </a:ext>
            </a:extLst>
          </p:cNvPr>
          <p:cNvSpPr>
            <a:spLocks noGrp="1"/>
          </p:cNvSpPr>
          <p:nvPr>
            <p:ph type="sldNum" sz="quarter" idx="5"/>
          </p:nvPr>
        </p:nvSpPr>
        <p:spPr/>
        <p:txBody>
          <a:bodyPr/>
          <a:lstStyle/>
          <a:p>
            <a:fld id="{C0E9560A-78B4-504A-9396-2AE516B1349B}" type="slidenum">
              <a:rPr lang="en-US" smtClean="0"/>
              <a:t>12</a:t>
            </a:fld>
            <a:endParaRPr lang="en-US"/>
          </a:p>
        </p:txBody>
      </p:sp>
    </p:spTree>
    <p:extLst>
      <p:ext uri="{BB962C8B-B14F-4D97-AF65-F5344CB8AC3E}">
        <p14:creationId xmlns:p14="http://schemas.microsoft.com/office/powerpoint/2010/main" val="37742700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27E796-0997-4B43-2C77-25073FB4E5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D11AFB-D220-71E7-0E19-E12417166F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56A50F-E3A8-FD75-FDF1-5F030CBD3AF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E373120-9D1F-0FEC-EA2C-76D6A3B55E5C}"/>
              </a:ext>
            </a:extLst>
          </p:cNvPr>
          <p:cNvSpPr>
            <a:spLocks noGrp="1"/>
          </p:cNvSpPr>
          <p:nvPr>
            <p:ph type="sldNum" sz="quarter" idx="5"/>
          </p:nvPr>
        </p:nvSpPr>
        <p:spPr/>
        <p:txBody>
          <a:bodyPr/>
          <a:lstStyle/>
          <a:p>
            <a:fld id="{C0E9560A-78B4-504A-9396-2AE516B1349B}" type="slidenum">
              <a:rPr lang="en-US" smtClean="0"/>
              <a:t>13</a:t>
            </a:fld>
            <a:endParaRPr lang="en-US"/>
          </a:p>
        </p:txBody>
      </p:sp>
    </p:spTree>
    <p:extLst>
      <p:ext uri="{BB962C8B-B14F-4D97-AF65-F5344CB8AC3E}">
        <p14:creationId xmlns:p14="http://schemas.microsoft.com/office/powerpoint/2010/main" val="2831828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857232-B863-A050-D204-E1C00A0A71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EE6F0F-C7F0-11CE-D408-47EC1C8C50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E184D0-5340-2B24-B9C9-082C7C6DC3D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2E4B9BE-0477-EED9-CBB4-9B91C2918099}"/>
              </a:ext>
            </a:extLst>
          </p:cNvPr>
          <p:cNvSpPr>
            <a:spLocks noGrp="1"/>
          </p:cNvSpPr>
          <p:nvPr>
            <p:ph type="sldNum" sz="quarter" idx="5"/>
          </p:nvPr>
        </p:nvSpPr>
        <p:spPr/>
        <p:txBody>
          <a:bodyPr/>
          <a:lstStyle/>
          <a:p>
            <a:fld id="{C0E9560A-78B4-504A-9396-2AE516B1349B}" type="slidenum">
              <a:rPr lang="en-US" smtClean="0"/>
              <a:t>14</a:t>
            </a:fld>
            <a:endParaRPr lang="en-US"/>
          </a:p>
        </p:txBody>
      </p:sp>
    </p:spTree>
    <p:extLst>
      <p:ext uri="{BB962C8B-B14F-4D97-AF65-F5344CB8AC3E}">
        <p14:creationId xmlns:p14="http://schemas.microsoft.com/office/powerpoint/2010/main" val="13981914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A794A3-75E2-E729-5162-B49316619C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2EDEEF-DF0B-DC6B-C939-8C67FACDDA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A4DA87-EEDE-50F1-672A-3DAB708A36A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EC17418-F4B3-E8D1-DBB2-2DDF4C613C17}"/>
              </a:ext>
            </a:extLst>
          </p:cNvPr>
          <p:cNvSpPr>
            <a:spLocks noGrp="1"/>
          </p:cNvSpPr>
          <p:nvPr>
            <p:ph type="sldNum" sz="quarter" idx="5"/>
          </p:nvPr>
        </p:nvSpPr>
        <p:spPr/>
        <p:txBody>
          <a:bodyPr/>
          <a:lstStyle/>
          <a:p>
            <a:fld id="{C0E9560A-78B4-504A-9396-2AE516B1349B}" type="slidenum">
              <a:rPr lang="en-US" smtClean="0"/>
              <a:t>15</a:t>
            </a:fld>
            <a:endParaRPr lang="en-US"/>
          </a:p>
        </p:txBody>
      </p:sp>
    </p:spTree>
    <p:extLst>
      <p:ext uri="{BB962C8B-B14F-4D97-AF65-F5344CB8AC3E}">
        <p14:creationId xmlns:p14="http://schemas.microsoft.com/office/powerpoint/2010/main" val="42831587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D516EE-FAF9-5853-3634-92128ADA04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BB5D1C-746E-E613-CF15-1AFF90FF45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50BAC3-703E-ABD6-00E6-72D421646DE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87CA009-5E4F-DAA1-5DEF-EB39D9454C2E}"/>
              </a:ext>
            </a:extLst>
          </p:cNvPr>
          <p:cNvSpPr>
            <a:spLocks noGrp="1"/>
          </p:cNvSpPr>
          <p:nvPr>
            <p:ph type="sldNum" sz="quarter" idx="5"/>
          </p:nvPr>
        </p:nvSpPr>
        <p:spPr/>
        <p:txBody>
          <a:bodyPr/>
          <a:lstStyle/>
          <a:p>
            <a:fld id="{C0E9560A-78B4-504A-9396-2AE516B1349B}" type="slidenum">
              <a:rPr lang="en-US" smtClean="0"/>
              <a:t>16</a:t>
            </a:fld>
            <a:endParaRPr lang="en-US"/>
          </a:p>
        </p:txBody>
      </p:sp>
    </p:spTree>
    <p:extLst>
      <p:ext uri="{BB962C8B-B14F-4D97-AF65-F5344CB8AC3E}">
        <p14:creationId xmlns:p14="http://schemas.microsoft.com/office/powerpoint/2010/main" val="103374620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079D95-3106-6B23-C977-06307F32F2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FE561D-1330-ED26-5210-2A7EA3B5A0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D98629-FA6B-7083-8B4A-9ED5EF0E587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39D82B9-FBD3-9D8F-BD74-4980EF8A62A4}"/>
              </a:ext>
            </a:extLst>
          </p:cNvPr>
          <p:cNvSpPr>
            <a:spLocks noGrp="1"/>
          </p:cNvSpPr>
          <p:nvPr>
            <p:ph type="sldNum" sz="quarter" idx="5"/>
          </p:nvPr>
        </p:nvSpPr>
        <p:spPr/>
        <p:txBody>
          <a:bodyPr/>
          <a:lstStyle/>
          <a:p>
            <a:fld id="{C0E9560A-78B4-504A-9396-2AE516B1349B}" type="slidenum">
              <a:rPr lang="en-US" smtClean="0"/>
              <a:t>17</a:t>
            </a:fld>
            <a:endParaRPr lang="en-US"/>
          </a:p>
        </p:txBody>
      </p:sp>
    </p:spTree>
    <p:extLst>
      <p:ext uri="{BB962C8B-B14F-4D97-AF65-F5344CB8AC3E}">
        <p14:creationId xmlns:p14="http://schemas.microsoft.com/office/powerpoint/2010/main" val="16820308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F66910-39F1-C82A-4974-DDF90DE39C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C60AC6-F83F-3263-592B-E2BA13C0FE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EB835A-2A24-37B2-C64D-312986B223F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3D9A26C-E23F-DA9F-4A4F-A9D740531BCD}"/>
              </a:ext>
            </a:extLst>
          </p:cNvPr>
          <p:cNvSpPr>
            <a:spLocks noGrp="1"/>
          </p:cNvSpPr>
          <p:nvPr>
            <p:ph type="sldNum" sz="quarter" idx="5"/>
          </p:nvPr>
        </p:nvSpPr>
        <p:spPr/>
        <p:txBody>
          <a:bodyPr/>
          <a:lstStyle/>
          <a:p>
            <a:fld id="{C0E9560A-78B4-504A-9396-2AE516B1349B}" type="slidenum">
              <a:rPr lang="en-US" smtClean="0"/>
              <a:t>18</a:t>
            </a:fld>
            <a:endParaRPr lang="en-US"/>
          </a:p>
        </p:txBody>
      </p:sp>
    </p:spTree>
    <p:extLst>
      <p:ext uri="{BB962C8B-B14F-4D97-AF65-F5344CB8AC3E}">
        <p14:creationId xmlns:p14="http://schemas.microsoft.com/office/powerpoint/2010/main" val="901839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1DA8C5-86FD-3CA1-9CAF-5F6EFDAEC4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9F5429-2C33-D8D9-A745-C666F8BB5E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B50046-22F7-F659-B9E5-9295888D3A1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E09551A-9399-4458-4525-8503127E4290}"/>
              </a:ext>
            </a:extLst>
          </p:cNvPr>
          <p:cNvSpPr>
            <a:spLocks noGrp="1"/>
          </p:cNvSpPr>
          <p:nvPr>
            <p:ph type="sldNum" sz="quarter" idx="5"/>
          </p:nvPr>
        </p:nvSpPr>
        <p:spPr/>
        <p:txBody>
          <a:bodyPr/>
          <a:lstStyle/>
          <a:p>
            <a:fld id="{C0E9560A-78B4-504A-9396-2AE516B1349B}" type="slidenum">
              <a:rPr lang="en-US" smtClean="0"/>
              <a:t>19</a:t>
            </a:fld>
            <a:endParaRPr lang="en-US"/>
          </a:p>
        </p:txBody>
      </p:sp>
    </p:spTree>
    <p:extLst>
      <p:ext uri="{BB962C8B-B14F-4D97-AF65-F5344CB8AC3E}">
        <p14:creationId xmlns:p14="http://schemas.microsoft.com/office/powerpoint/2010/main" val="30465191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A78ECC-220B-8EA4-40AC-9154B5DB21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8910ED-820B-E772-D426-EAE6FB28FD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0ECC53-2A9D-3F2F-3CF6-239A4272722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224E8A2-DB24-99DA-4F88-7E585298E4B7}"/>
              </a:ext>
            </a:extLst>
          </p:cNvPr>
          <p:cNvSpPr>
            <a:spLocks noGrp="1"/>
          </p:cNvSpPr>
          <p:nvPr>
            <p:ph type="sldNum" sz="quarter" idx="5"/>
          </p:nvPr>
        </p:nvSpPr>
        <p:spPr/>
        <p:txBody>
          <a:bodyPr/>
          <a:lstStyle/>
          <a:p>
            <a:fld id="{C0E9560A-78B4-504A-9396-2AE516B1349B}" type="slidenum">
              <a:rPr lang="en-US" smtClean="0"/>
              <a:t>20</a:t>
            </a:fld>
            <a:endParaRPr lang="en-US"/>
          </a:p>
        </p:txBody>
      </p:sp>
    </p:spTree>
    <p:extLst>
      <p:ext uri="{BB962C8B-B14F-4D97-AF65-F5344CB8AC3E}">
        <p14:creationId xmlns:p14="http://schemas.microsoft.com/office/powerpoint/2010/main" val="117420599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A22C79-FFE9-8CDE-421B-BF65322DCB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0C526C-8FF0-25CB-76EC-EBB0EC7D3E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DDE617-7799-41F9-FB6B-F15CD95C16B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3B75A55-B4FC-51DE-8A28-7544C36FFADD}"/>
              </a:ext>
            </a:extLst>
          </p:cNvPr>
          <p:cNvSpPr>
            <a:spLocks noGrp="1"/>
          </p:cNvSpPr>
          <p:nvPr>
            <p:ph type="sldNum" sz="quarter" idx="5"/>
          </p:nvPr>
        </p:nvSpPr>
        <p:spPr/>
        <p:txBody>
          <a:bodyPr/>
          <a:lstStyle/>
          <a:p>
            <a:fld id="{C0E9560A-78B4-504A-9396-2AE516B1349B}" type="slidenum">
              <a:rPr lang="en-US" smtClean="0"/>
              <a:t>21</a:t>
            </a:fld>
            <a:endParaRPr lang="en-US"/>
          </a:p>
        </p:txBody>
      </p:sp>
    </p:spTree>
    <p:extLst>
      <p:ext uri="{BB962C8B-B14F-4D97-AF65-F5344CB8AC3E}">
        <p14:creationId xmlns:p14="http://schemas.microsoft.com/office/powerpoint/2010/main" val="162609489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E48929-31A9-0935-5C07-47E8631D71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6B6BA3-1A5A-1806-BEBE-44075906C5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9ACE50-597E-E717-B185-E1BA065FC13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B35F994-AABB-1755-6968-099110623E6E}"/>
              </a:ext>
            </a:extLst>
          </p:cNvPr>
          <p:cNvSpPr>
            <a:spLocks noGrp="1"/>
          </p:cNvSpPr>
          <p:nvPr>
            <p:ph type="sldNum" sz="quarter" idx="5"/>
          </p:nvPr>
        </p:nvSpPr>
        <p:spPr/>
        <p:txBody>
          <a:bodyPr/>
          <a:lstStyle/>
          <a:p>
            <a:fld id="{C0E9560A-78B4-504A-9396-2AE516B1349B}" type="slidenum">
              <a:rPr lang="en-US" smtClean="0"/>
              <a:t>22</a:t>
            </a:fld>
            <a:endParaRPr lang="en-US"/>
          </a:p>
        </p:txBody>
      </p:sp>
    </p:spTree>
    <p:extLst>
      <p:ext uri="{BB962C8B-B14F-4D97-AF65-F5344CB8AC3E}">
        <p14:creationId xmlns:p14="http://schemas.microsoft.com/office/powerpoint/2010/main" val="387795917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2D4E73-483D-1E66-ED07-424269A2F2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57BF4A-EA23-113B-7F39-3D06315B0E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E134F7-7C24-AFCE-2ED6-79B91284D26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D2475F7-6140-12F0-401C-B51E90C10F6B}"/>
              </a:ext>
            </a:extLst>
          </p:cNvPr>
          <p:cNvSpPr>
            <a:spLocks noGrp="1"/>
          </p:cNvSpPr>
          <p:nvPr>
            <p:ph type="sldNum" sz="quarter" idx="5"/>
          </p:nvPr>
        </p:nvSpPr>
        <p:spPr/>
        <p:txBody>
          <a:bodyPr/>
          <a:lstStyle/>
          <a:p>
            <a:fld id="{C0E9560A-78B4-504A-9396-2AE516B1349B}" type="slidenum">
              <a:rPr lang="en-US" smtClean="0"/>
              <a:t>23</a:t>
            </a:fld>
            <a:endParaRPr lang="en-US"/>
          </a:p>
        </p:txBody>
      </p:sp>
    </p:spTree>
    <p:extLst>
      <p:ext uri="{BB962C8B-B14F-4D97-AF65-F5344CB8AC3E}">
        <p14:creationId xmlns:p14="http://schemas.microsoft.com/office/powerpoint/2010/main" val="17092846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D9AAD0-3ECD-DF49-6DA7-9EB8B9621F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B529D8-6357-E1E1-A54B-11F1839FB8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9F115-A06E-4825-F500-DDB21305453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D7B7A09-EBB4-D79B-9A95-659E9ACD5FC7}"/>
              </a:ext>
            </a:extLst>
          </p:cNvPr>
          <p:cNvSpPr>
            <a:spLocks noGrp="1"/>
          </p:cNvSpPr>
          <p:nvPr>
            <p:ph type="sldNum" sz="quarter" idx="5"/>
          </p:nvPr>
        </p:nvSpPr>
        <p:spPr/>
        <p:txBody>
          <a:bodyPr/>
          <a:lstStyle/>
          <a:p>
            <a:fld id="{C0E9560A-78B4-504A-9396-2AE516B1349B}" type="slidenum">
              <a:rPr lang="en-US" smtClean="0"/>
              <a:t>24</a:t>
            </a:fld>
            <a:endParaRPr lang="en-US"/>
          </a:p>
        </p:txBody>
      </p:sp>
    </p:spTree>
    <p:extLst>
      <p:ext uri="{BB962C8B-B14F-4D97-AF65-F5344CB8AC3E}">
        <p14:creationId xmlns:p14="http://schemas.microsoft.com/office/powerpoint/2010/main" val="220292479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43AA08-4D22-C3F0-84B6-FAD4DB775C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FFA242-2024-87D1-BFC0-8E19C7F0C6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0C1D78-2255-D0A7-731F-B17FF9AC631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6F52B4C-C54F-9C55-9D3F-A4D8849613CA}"/>
              </a:ext>
            </a:extLst>
          </p:cNvPr>
          <p:cNvSpPr>
            <a:spLocks noGrp="1"/>
          </p:cNvSpPr>
          <p:nvPr>
            <p:ph type="sldNum" sz="quarter" idx="5"/>
          </p:nvPr>
        </p:nvSpPr>
        <p:spPr/>
        <p:txBody>
          <a:bodyPr/>
          <a:lstStyle/>
          <a:p>
            <a:fld id="{C0E9560A-78B4-504A-9396-2AE516B1349B}" type="slidenum">
              <a:rPr lang="en-US" smtClean="0"/>
              <a:t>25</a:t>
            </a:fld>
            <a:endParaRPr lang="en-US"/>
          </a:p>
        </p:txBody>
      </p:sp>
    </p:spTree>
    <p:extLst>
      <p:ext uri="{BB962C8B-B14F-4D97-AF65-F5344CB8AC3E}">
        <p14:creationId xmlns:p14="http://schemas.microsoft.com/office/powerpoint/2010/main" val="25953583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44C207-5E70-588D-A6C3-DA0AEB7EF4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13CC96-0CD7-E2CA-DA6B-E0A2E3157F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B0FC34-1BD6-C7E3-462E-868D613A770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ACF50E3-F221-475C-CADA-9DCB5AB74B60}"/>
              </a:ext>
            </a:extLst>
          </p:cNvPr>
          <p:cNvSpPr>
            <a:spLocks noGrp="1"/>
          </p:cNvSpPr>
          <p:nvPr>
            <p:ph type="sldNum" sz="quarter" idx="5"/>
          </p:nvPr>
        </p:nvSpPr>
        <p:spPr/>
        <p:txBody>
          <a:bodyPr/>
          <a:lstStyle/>
          <a:p>
            <a:fld id="{C0E9560A-78B4-504A-9396-2AE516B1349B}" type="slidenum">
              <a:rPr lang="en-US" smtClean="0"/>
              <a:t>26</a:t>
            </a:fld>
            <a:endParaRPr lang="en-US"/>
          </a:p>
        </p:txBody>
      </p:sp>
    </p:spTree>
    <p:extLst>
      <p:ext uri="{BB962C8B-B14F-4D97-AF65-F5344CB8AC3E}">
        <p14:creationId xmlns:p14="http://schemas.microsoft.com/office/powerpoint/2010/main" val="93377447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CD370C-E0F0-27BA-90B8-2EDB178813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595CB4-1C1C-CCB6-5177-A01A315172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C1F7A1-B252-5728-B270-B812829D023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A09DD77-C704-79BE-30D4-659027EDC35D}"/>
              </a:ext>
            </a:extLst>
          </p:cNvPr>
          <p:cNvSpPr>
            <a:spLocks noGrp="1"/>
          </p:cNvSpPr>
          <p:nvPr>
            <p:ph type="sldNum" sz="quarter" idx="5"/>
          </p:nvPr>
        </p:nvSpPr>
        <p:spPr/>
        <p:txBody>
          <a:bodyPr/>
          <a:lstStyle/>
          <a:p>
            <a:fld id="{C0E9560A-78B4-504A-9396-2AE516B1349B}" type="slidenum">
              <a:rPr lang="en-US" smtClean="0"/>
              <a:t>27</a:t>
            </a:fld>
            <a:endParaRPr lang="en-US"/>
          </a:p>
        </p:txBody>
      </p:sp>
    </p:spTree>
    <p:extLst>
      <p:ext uri="{BB962C8B-B14F-4D97-AF65-F5344CB8AC3E}">
        <p14:creationId xmlns:p14="http://schemas.microsoft.com/office/powerpoint/2010/main" val="165716415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89A9F8-3B29-5F9F-4542-95A08235D2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190DF8-B9CC-3893-ABE5-06DD8500E2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3BD884-4F58-D5DF-E69B-4BA0A0B3190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D868FC5-7117-802F-2BAF-0814BDF50B00}"/>
              </a:ext>
            </a:extLst>
          </p:cNvPr>
          <p:cNvSpPr>
            <a:spLocks noGrp="1"/>
          </p:cNvSpPr>
          <p:nvPr>
            <p:ph type="sldNum" sz="quarter" idx="5"/>
          </p:nvPr>
        </p:nvSpPr>
        <p:spPr/>
        <p:txBody>
          <a:bodyPr/>
          <a:lstStyle/>
          <a:p>
            <a:fld id="{C0E9560A-78B4-504A-9396-2AE516B1349B}" type="slidenum">
              <a:rPr lang="en-US" smtClean="0"/>
              <a:t>28</a:t>
            </a:fld>
            <a:endParaRPr lang="en-US"/>
          </a:p>
        </p:txBody>
      </p:sp>
    </p:spTree>
    <p:extLst>
      <p:ext uri="{BB962C8B-B14F-4D97-AF65-F5344CB8AC3E}">
        <p14:creationId xmlns:p14="http://schemas.microsoft.com/office/powerpoint/2010/main" val="143704894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923A2B-EB88-5AF7-7D66-6312024E20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23F81F-D53C-A5D1-7463-7C04660493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AFAEB9-474F-BD6C-B53E-C40BA62CCAC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EC6B425-AFED-4850-EB0A-4F9BC6C788D5}"/>
              </a:ext>
            </a:extLst>
          </p:cNvPr>
          <p:cNvSpPr>
            <a:spLocks noGrp="1"/>
          </p:cNvSpPr>
          <p:nvPr>
            <p:ph type="sldNum" sz="quarter" idx="5"/>
          </p:nvPr>
        </p:nvSpPr>
        <p:spPr/>
        <p:txBody>
          <a:bodyPr/>
          <a:lstStyle/>
          <a:p>
            <a:fld id="{C0E9560A-78B4-504A-9396-2AE516B1349B}" type="slidenum">
              <a:rPr lang="en-US" smtClean="0"/>
              <a:t>29</a:t>
            </a:fld>
            <a:endParaRPr lang="en-US"/>
          </a:p>
        </p:txBody>
      </p:sp>
    </p:spTree>
    <p:extLst>
      <p:ext uri="{BB962C8B-B14F-4D97-AF65-F5344CB8AC3E}">
        <p14:creationId xmlns:p14="http://schemas.microsoft.com/office/powerpoint/2010/main" val="260222738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ED1DBE-D93A-A17C-0142-FAB01BD41C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7C5AB3-0E63-1E6A-B305-4DFDF24358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B8242D-A598-0E34-5925-FBE2532845D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3971F2D-178B-C0B5-EAEE-62453BD7E9F4}"/>
              </a:ext>
            </a:extLst>
          </p:cNvPr>
          <p:cNvSpPr>
            <a:spLocks noGrp="1"/>
          </p:cNvSpPr>
          <p:nvPr>
            <p:ph type="sldNum" sz="quarter" idx="5"/>
          </p:nvPr>
        </p:nvSpPr>
        <p:spPr/>
        <p:txBody>
          <a:bodyPr/>
          <a:lstStyle/>
          <a:p>
            <a:fld id="{C0E9560A-78B4-504A-9396-2AE516B1349B}" type="slidenum">
              <a:rPr lang="en-US" smtClean="0"/>
              <a:t>30</a:t>
            </a:fld>
            <a:endParaRPr lang="en-US"/>
          </a:p>
        </p:txBody>
      </p:sp>
    </p:spTree>
    <p:extLst>
      <p:ext uri="{BB962C8B-B14F-4D97-AF65-F5344CB8AC3E}">
        <p14:creationId xmlns:p14="http://schemas.microsoft.com/office/powerpoint/2010/main" val="21856181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D756FC-A46E-E167-1DF8-D7F3656BFE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8E4B30-B2B7-F40A-7F8A-B96EB4BFBF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B48D20-23F2-51F0-6B72-594AB4FC6CE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F9B5398-2A27-DB5A-1F7F-99F08125D54E}"/>
              </a:ext>
            </a:extLst>
          </p:cNvPr>
          <p:cNvSpPr>
            <a:spLocks noGrp="1"/>
          </p:cNvSpPr>
          <p:nvPr>
            <p:ph type="sldNum" sz="quarter" idx="5"/>
          </p:nvPr>
        </p:nvSpPr>
        <p:spPr/>
        <p:txBody>
          <a:bodyPr/>
          <a:lstStyle/>
          <a:p>
            <a:fld id="{C0E9560A-78B4-504A-9396-2AE516B1349B}" type="slidenum">
              <a:rPr lang="en-US" smtClean="0"/>
              <a:t>31</a:t>
            </a:fld>
            <a:endParaRPr lang="en-US"/>
          </a:p>
        </p:txBody>
      </p:sp>
    </p:spTree>
    <p:extLst>
      <p:ext uri="{BB962C8B-B14F-4D97-AF65-F5344CB8AC3E}">
        <p14:creationId xmlns:p14="http://schemas.microsoft.com/office/powerpoint/2010/main" val="206289535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686FC4-CCE8-9251-58DF-192FECD310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AC1971-EB26-6C20-451E-D91D9D0993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92BB44-9F79-4993-C231-7BAC49DA198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8DF8B1-B468-F096-54DC-4325E0B12C69}"/>
              </a:ext>
            </a:extLst>
          </p:cNvPr>
          <p:cNvSpPr>
            <a:spLocks noGrp="1"/>
          </p:cNvSpPr>
          <p:nvPr>
            <p:ph type="sldNum" sz="quarter" idx="5"/>
          </p:nvPr>
        </p:nvSpPr>
        <p:spPr/>
        <p:txBody>
          <a:bodyPr/>
          <a:lstStyle/>
          <a:p>
            <a:fld id="{C0E9560A-78B4-504A-9396-2AE516B1349B}" type="slidenum">
              <a:rPr lang="en-US" smtClean="0"/>
              <a:t>32</a:t>
            </a:fld>
            <a:endParaRPr lang="en-US"/>
          </a:p>
        </p:txBody>
      </p:sp>
    </p:spTree>
    <p:extLst>
      <p:ext uri="{BB962C8B-B14F-4D97-AF65-F5344CB8AC3E}">
        <p14:creationId xmlns:p14="http://schemas.microsoft.com/office/powerpoint/2010/main" val="1732804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58E843-85F6-FF61-7157-9F5058FE90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851764-8A8B-576F-D349-49E5A42A4C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5191E5-9A3F-881D-B638-9DBC66D4763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D5824FA-4C91-2463-C5D5-573EE089EF9F}"/>
              </a:ext>
            </a:extLst>
          </p:cNvPr>
          <p:cNvSpPr>
            <a:spLocks noGrp="1"/>
          </p:cNvSpPr>
          <p:nvPr>
            <p:ph type="sldNum" sz="quarter" idx="5"/>
          </p:nvPr>
        </p:nvSpPr>
        <p:spPr/>
        <p:txBody>
          <a:bodyPr/>
          <a:lstStyle/>
          <a:p>
            <a:fld id="{C0E9560A-78B4-504A-9396-2AE516B1349B}" type="slidenum">
              <a:rPr lang="en-US" smtClean="0"/>
              <a:t>33</a:t>
            </a:fld>
            <a:endParaRPr lang="en-US"/>
          </a:p>
        </p:txBody>
      </p:sp>
    </p:spTree>
    <p:extLst>
      <p:ext uri="{BB962C8B-B14F-4D97-AF65-F5344CB8AC3E}">
        <p14:creationId xmlns:p14="http://schemas.microsoft.com/office/powerpoint/2010/main" val="54081586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135029-DD53-2B43-F1EE-C0549D2617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989B29-E832-584B-8B2A-DC01E9D88D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2C8697-ACD1-68CF-3236-94E4FAD745A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26CEBD8-B0EC-F8D4-BD20-1EADCC7FE0AC}"/>
              </a:ext>
            </a:extLst>
          </p:cNvPr>
          <p:cNvSpPr>
            <a:spLocks noGrp="1"/>
          </p:cNvSpPr>
          <p:nvPr>
            <p:ph type="sldNum" sz="quarter" idx="5"/>
          </p:nvPr>
        </p:nvSpPr>
        <p:spPr/>
        <p:txBody>
          <a:bodyPr/>
          <a:lstStyle/>
          <a:p>
            <a:fld id="{C0E9560A-78B4-504A-9396-2AE516B1349B}" type="slidenum">
              <a:rPr lang="en-US" smtClean="0"/>
              <a:t>34</a:t>
            </a:fld>
            <a:endParaRPr lang="en-US"/>
          </a:p>
        </p:txBody>
      </p:sp>
    </p:spTree>
    <p:extLst>
      <p:ext uri="{BB962C8B-B14F-4D97-AF65-F5344CB8AC3E}">
        <p14:creationId xmlns:p14="http://schemas.microsoft.com/office/powerpoint/2010/main" val="171469377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CF7228-5A18-CD74-AB8D-F7AD6C234F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9A5774-76D7-47B1-3F4B-22C060AFE1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430603-E8EE-CF34-CD0F-78D32142F51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EFA5258-3904-3F8F-75C2-3C26943122B8}"/>
              </a:ext>
            </a:extLst>
          </p:cNvPr>
          <p:cNvSpPr>
            <a:spLocks noGrp="1"/>
          </p:cNvSpPr>
          <p:nvPr>
            <p:ph type="sldNum" sz="quarter" idx="5"/>
          </p:nvPr>
        </p:nvSpPr>
        <p:spPr/>
        <p:txBody>
          <a:bodyPr/>
          <a:lstStyle/>
          <a:p>
            <a:fld id="{C0E9560A-78B4-504A-9396-2AE516B1349B}" type="slidenum">
              <a:rPr lang="en-US" smtClean="0"/>
              <a:t>35</a:t>
            </a:fld>
            <a:endParaRPr lang="en-US"/>
          </a:p>
        </p:txBody>
      </p:sp>
    </p:spTree>
    <p:extLst>
      <p:ext uri="{BB962C8B-B14F-4D97-AF65-F5344CB8AC3E}">
        <p14:creationId xmlns:p14="http://schemas.microsoft.com/office/powerpoint/2010/main" val="368689623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1BD604-6D99-E5E6-D777-C9D6CBB2E2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392FB1-AFAD-2056-67D9-1885B9E74F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C1E2AB-0D22-1C40-B72F-6F5ED9D14D0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DBCB7B3-5DF4-4703-517B-3AF6C1BE5872}"/>
              </a:ext>
            </a:extLst>
          </p:cNvPr>
          <p:cNvSpPr>
            <a:spLocks noGrp="1"/>
          </p:cNvSpPr>
          <p:nvPr>
            <p:ph type="sldNum" sz="quarter" idx="5"/>
          </p:nvPr>
        </p:nvSpPr>
        <p:spPr/>
        <p:txBody>
          <a:bodyPr/>
          <a:lstStyle/>
          <a:p>
            <a:fld id="{C0E9560A-78B4-504A-9396-2AE516B1349B}" type="slidenum">
              <a:rPr lang="en-US" smtClean="0"/>
              <a:t>36</a:t>
            </a:fld>
            <a:endParaRPr lang="en-US"/>
          </a:p>
        </p:txBody>
      </p:sp>
    </p:spTree>
    <p:extLst>
      <p:ext uri="{BB962C8B-B14F-4D97-AF65-F5344CB8AC3E}">
        <p14:creationId xmlns:p14="http://schemas.microsoft.com/office/powerpoint/2010/main" val="230943217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58916B-8F32-1118-2605-1334254417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B39EC7-2146-AB0E-DFA4-5AC143DE50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9373B4-5541-3C7D-11C2-3BC84CBFFBD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1F1208C-EBD4-2EF3-520B-26045656EF0D}"/>
              </a:ext>
            </a:extLst>
          </p:cNvPr>
          <p:cNvSpPr>
            <a:spLocks noGrp="1"/>
          </p:cNvSpPr>
          <p:nvPr>
            <p:ph type="sldNum" sz="quarter" idx="5"/>
          </p:nvPr>
        </p:nvSpPr>
        <p:spPr/>
        <p:txBody>
          <a:bodyPr/>
          <a:lstStyle/>
          <a:p>
            <a:fld id="{C0E9560A-78B4-504A-9396-2AE516B1349B}" type="slidenum">
              <a:rPr lang="en-US" smtClean="0"/>
              <a:t>37</a:t>
            </a:fld>
            <a:endParaRPr lang="en-US"/>
          </a:p>
        </p:txBody>
      </p:sp>
    </p:spTree>
    <p:extLst>
      <p:ext uri="{BB962C8B-B14F-4D97-AF65-F5344CB8AC3E}">
        <p14:creationId xmlns:p14="http://schemas.microsoft.com/office/powerpoint/2010/main" val="184385707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5FED6A-F9DD-F976-9A7D-B939C61CCE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0B55A2-C9D3-3CA4-0DD5-C55DC95F0A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7F5305-BBF8-8C27-9427-92A84063924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D0BB052-C4A9-1BDD-9367-73AF74A18EA8}"/>
              </a:ext>
            </a:extLst>
          </p:cNvPr>
          <p:cNvSpPr>
            <a:spLocks noGrp="1"/>
          </p:cNvSpPr>
          <p:nvPr>
            <p:ph type="sldNum" sz="quarter" idx="5"/>
          </p:nvPr>
        </p:nvSpPr>
        <p:spPr/>
        <p:txBody>
          <a:bodyPr/>
          <a:lstStyle/>
          <a:p>
            <a:fld id="{C0E9560A-78B4-504A-9396-2AE516B1349B}" type="slidenum">
              <a:rPr lang="en-US" smtClean="0"/>
              <a:t>38</a:t>
            </a:fld>
            <a:endParaRPr lang="en-US"/>
          </a:p>
        </p:txBody>
      </p:sp>
    </p:spTree>
    <p:extLst>
      <p:ext uri="{BB962C8B-B14F-4D97-AF65-F5344CB8AC3E}">
        <p14:creationId xmlns:p14="http://schemas.microsoft.com/office/powerpoint/2010/main" val="228573683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6D6BCE-2595-470A-0ADF-0841BAE991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525465-232A-63F5-19C4-3D17A153A1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81C1E6-46F6-BFCA-0F41-20CB14E4C36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55EC94C-86CB-AB95-7CC5-6497CC4681E7}"/>
              </a:ext>
            </a:extLst>
          </p:cNvPr>
          <p:cNvSpPr>
            <a:spLocks noGrp="1"/>
          </p:cNvSpPr>
          <p:nvPr>
            <p:ph type="sldNum" sz="quarter" idx="5"/>
          </p:nvPr>
        </p:nvSpPr>
        <p:spPr/>
        <p:txBody>
          <a:bodyPr/>
          <a:lstStyle/>
          <a:p>
            <a:fld id="{C0E9560A-78B4-504A-9396-2AE516B1349B}" type="slidenum">
              <a:rPr lang="en-US" smtClean="0"/>
              <a:t>39</a:t>
            </a:fld>
            <a:endParaRPr lang="en-US"/>
          </a:p>
        </p:txBody>
      </p:sp>
    </p:spTree>
    <p:extLst>
      <p:ext uri="{BB962C8B-B14F-4D97-AF65-F5344CB8AC3E}">
        <p14:creationId xmlns:p14="http://schemas.microsoft.com/office/powerpoint/2010/main" val="237118892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4606B-9812-623E-963C-1CFE33D416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F24E31-BD81-C4E4-F498-8F16D5A8F7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85D580-49B5-A0EF-C84D-C1A28AFDEF9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62FAF4F-AE5F-AF03-1FEA-8FBDA6A5B30F}"/>
              </a:ext>
            </a:extLst>
          </p:cNvPr>
          <p:cNvSpPr>
            <a:spLocks noGrp="1"/>
          </p:cNvSpPr>
          <p:nvPr>
            <p:ph type="sldNum" sz="quarter" idx="5"/>
          </p:nvPr>
        </p:nvSpPr>
        <p:spPr/>
        <p:txBody>
          <a:bodyPr/>
          <a:lstStyle/>
          <a:p>
            <a:fld id="{C0E9560A-78B4-504A-9396-2AE516B1349B}" type="slidenum">
              <a:rPr lang="en-US" smtClean="0"/>
              <a:t>40</a:t>
            </a:fld>
            <a:endParaRPr lang="en-US"/>
          </a:p>
        </p:txBody>
      </p:sp>
    </p:spTree>
    <p:extLst>
      <p:ext uri="{BB962C8B-B14F-4D97-AF65-F5344CB8AC3E}">
        <p14:creationId xmlns:p14="http://schemas.microsoft.com/office/powerpoint/2010/main" val="408187243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EEDB7D-59C6-0D3B-0090-4E7EC33BE0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2D060E-F777-70D9-628C-854E264362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78016C-FF32-C9CB-8C44-F23F410F62A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CC81A3E-D52B-F2A6-4F0B-5A3B58FAB600}"/>
              </a:ext>
            </a:extLst>
          </p:cNvPr>
          <p:cNvSpPr>
            <a:spLocks noGrp="1"/>
          </p:cNvSpPr>
          <p:nvPr>
            <p:ph type="sldNum" sz="quarter" idx="5"/>
          </p:nvPr>
        </p:nvSpPr>
        <p:spPr/>
        <p:txBody>
          <a:bodyPr/>
          <a:lstStyle/>
          <a:p>
            <a:fld id="{C0E9560A-78B4-504A-9396-2AE516B1349B}" type="slidenum">
              <a:rPr lang="en-US" smtClean="0"/>
              <a:t>41</a:t>
            </a:fld>
            <a:endParaRPr lang="en-US"/>
          </a:p>
        </p:txBody>
      </p:sp>
    </p:spTree>
    <p:extLst>
      <p:ext uri="{BB962C8B-B14F-4D97-AF65-F5344CB8AC3E}">
        <p14:creationId xmlns:p14="http://schemas.microsoft.com/office/powerpoint/2010/main" val="200975701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1641D3-F7F9-D185-D67F-203FAE080F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2FD066-7CD8-C51C-DA17-C7D7DC6652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73943C-51CD-3AB4-93E4-A8A769036D8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7C7BECA-A4E1-A11F-D3C6-65AF71A63A80}"/>
              </a:ext>
            </a:extLst>
          </p:cNvPr>
          <p:cNvSpPr>
            <a:spLocks noGrp="1"/>
          </p:cNvSpPr>
          <p:nvPr>
            <p:ph type="sldNum" sz="quarter" idx="5"/>
          </p:nvPr>
        </p:nvSpPr>
        <p:spPr/>
        <p:txBody>
          <a:bodyPr/>
          <a:lstStyle/>
          <a:p>
            <a:fld id="{C0E9560A-78B4-504A-9396-2AE516B1349B}" type="slidenum">
              <a:rPr lang="en-US" smtClean="0"/>
              <a:t>42</a:t>
            </a:fld>
            <a:endParaRPr lang="en-US"/>
          </a:p>
        </p:txBody>
      </p:sp>
    </p:spTree>
    <p:extLst>
      <p:ext uri="{BB962C8B-B14F-4D97-AF65-F5344CB8AC3E}">
        <p14:creationId xmlns:p14="http://schemas.microsoft.com/office/powerpoint/2010/main" val="408692405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4546EC-2539-984F-EC9B-6A2A700A1D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B0A6BC-061C-8CA8-0E55-F249503364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4ED68F-25D6-A180-007B-B08036DEBCF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CC2593A-706F-0C24-46D1-D0EA3DE4B416}"/>
              </a:ext>
            </a:extLst>
          </p:cNvPr>
          <p:cNvSpPr>
            <a:spLocks noGrp="1"/>
          </p:cNvSpPr>
          <p:nvPr>
            <p:ph type="sldNum" sz="quarter" idx="5"/>
          </p:nvPr>
        </p:nvSpPr>
        <p:spPr/>
        <p:txBody>
          <a:bodyPr/>
          <a:lstStyle/>
          <a:p>
            <a:fld id="{C0E9560A-78B4-504A-9396-2AE516B1349B}" type="slidenum">
              <a:rPr lang="en-US" smtClean="0"/>
              <a:t>43</a:t>
            </a:fld>
            <a:endParaRPr lang="en-US"/>
          </a:p>
        </p:txBody>
      </p:sp>
    </p:spTree>
    <p:extLst>
      <p:ext uri="{BB962C8B-B14F-4D97-AF65-F5344CB8AC3E}">
        <p14:creationId xmlns:p14="http://schemas.microsoft.com/office/powerpoint/2010/main" val="139965153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190E3B-CD66-72D0-DBDE-54FF8FA238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0EED8F-E5F4-2B29-38BB-B0AF370AC1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4D90F9-D86C-AB82-F8C3-7CA772FE7C3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A62B814-771F-DC13-C9B3-B2EB43EB01B8}"/>
              </a:ext>
            </a:extLst>
          </p:cNvPr>
          <p:cNvSpPr>
            <a:spLocks noGrp="1"/>
          </p:cNvSpPr>
          <p:nvPr>
            <p:ph type="sldNum" sz="quarter" idx="5"/>
          </p:nvPr>
        </p:nvSpPr>
        <p:spPr/>
        <p:txBody>
          <a:bodyPr/>
          <a:lstStyle/>
          <a:p>
            <a:fld id="{C0E9560A-78B4-504A-9396-2AE516B1349B}" type="slidenum">
              <a:rPr lang="en-US" smtClean="0"/>
              <a:t>44</a:t>
            </a:fld>
            <a:endParaRPr lang="en-US"/>
          </a:p>
        </p:txBody>
      </p:sp>
    </p:spTree>
    <p:extLst>
      <p:ext uri="{BB962C8B-B14F-4D97-AF65-F5344CB8AC3E}">
        <p14:creationId xmlns:p14="http://schemas.microsoft.com/office/powerpoint/2010/main" val="49712890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125222-C533-A232-DE85-659B295EC9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D578EF-6062-AFA4-0E92-2992B2A413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50D8FA-41E6-DCD3-BCDE-27F241E22E8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80B9B02-5A22-1BE1-5D55-F0FDD5DE0524}"/>
              </a:ext>
            </a:extLst>
          </p:cNvPr>
          <p:cNvSpPr>
            <a:spLocks noGrp="1"/>
          </p:cNvSpPr>
          <p:nvPr>
            <p:ph type="sldNum" sz="quarter" idx="5"/>
          </p:nvPr>
        </p:nvSpPr>
        <p:spPr/>
        <p:txBody>
          <a:bodyPr/>
          <a:lstStyle/>
          <a:p>
            <a:fld id="{C0E9560A-78B4-504A-9396-2AE516B1349B}" type="slidenum">
              <a:rPr lang="en-US" smtClean="0"/>
              <a:t>45</a:t>
            </a:fld>
            <a:endParaRPr lang="en-US"/>
          </a:p>
        </p:txBody>
      </p:sp>
    </p:spTree>
    <p:extLst>
      <p:ext uri="{BB962C8B-B14F-4D97-AF65-F5344CB8AC3E}">
        <p14:creationId xmlns:p14="http://schemas.microsoft.com/office/powerpoint/2010/main" val="124463331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E9A4D8-FAC6-5C3A-DB33-59F8EE2039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D34EC7-94A7-19B3-2A26-196EA1A714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E168ED-E481-C185-B77A-8C49ADDF96C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680379E-7A5A-194E-E732-552B549CF71F}"/>
              </a:ext>
            </a:extLst>
          </p:cNvPr>
          <p:cNvSpPr>
            <a:spLocks noGrp="1"/>
          </p:cNvSpPr>
          <p:nvPr>
            <p:ph type="sldNum" sz="quarter" idx="5"/>
          </p:nvPr>
        </p:nvSpPr>
        <p:spPr/>
        <p:txBody>
          <a:bodyPr/>
          <a:lstStyle/>
          <a:p>
            <a:fld id="{C0E9560A-78B4-504A-9396-2AE516B1349B}" type="slidenum">
              <a:rPr lang="en-US" smtClean="0"/>
              <a:t>46</a:t>
            </a:fld>
            <a:endParaRPr lang="en-US"/>
          </a:p>
        </p:txBody>
      </p:sp>
    </p:spTree>
    <p:extLst>
      <p:ext uri="{BB962C8B-B14F-4D97-AF65-F5344CB8AC3E}">
        <p14:creationId xmlns:p14="http://schemas.microsoft.com/office/powerpoint/2010/main" val="6387799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C9515A-016D-9F61-E55A-3ED4EFF871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93DEB8-6532-C1DB-AA98-CE04C4C2DE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729AFA-1061-0DF8-8970-A9B1F379D5F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55DFB95-F1B5-40EF-79B2-5294C9D38DCA}"/>
              </a:ext>
            </a:extLst>
          </p:cNvPr>
          <p:cNvSpPr>
            <a:spLocks noGrp="1"/>
          </p:cNvSpPr>
          <p:nvPr>
            <p:ph type="sldNum" sz="quarter" idx="5"/>
          </p:nvPr>
        </p:nvSpPr>
        <p:spPr/>
        <p:txBody>
          <a:bodyPr/>
          <a:lstStyle/>
          <a:p>
            <a:fld id="{C0E9560A-78B4-504A-9396-2AE516B1349B}" type="slidenum">
              <a:rPr lang="en-US" smtClean="0"/>
              <a:t>47</a:t>
            </a:fld>
            <a:endParaRPr lang="en-US"/>
          </a:p>
        </p:txBody>
      </p:sp>
    </p:spTree>
    <p:extLst>
      <p:ext uri="{BB962C8B-B14F-4D97-AF65-F5344CB8AC3E}">
        <p14:creationId xmlns:p14="http://schemas.microsoft.com/office/powerpoint/2010/main" val="117305069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5228F3-689E-FB0A-3770-DEB349E467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FDC5EF-A441-8EE4-4790-635C8D35F8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858D3C-89D4-9846-1C63-416640F374A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B728161-571D-C8E3-F48E-11FBC67858DD}"/>
              </a:ext>
            </a:extLst>
          </p:cNvPr>
          <p:cNvSpPr>
            <a:spLocks noGrp="1"/>
          </p:cNvSpPr>
          <p:nvPr>
            <p:ph type="sldNum" sz="quarter" idx="5"/>
          </p:nvPr>
        </p:nvSpPr>
        <p:spPr/>
        <p:txBody>
          <a:bodyPr/>
          <a:lstStyle/>
          <a:p>
            <a:fld id="{C0E9560A-78B4-504A-9396-2AE516B1349B}" type="slidenum">
              <a:rPr lang="en-US" smtClean="0"/>
              <a:t>48</a:t>
            </a:fld>
            <a:endParaRPr lang="en-US"/>
          </a:p>
        </p:txBody>
      </p:sp>
    </p:spTree>
    <p:extLst>
      <p:ext uri="{BB962C8B-B14F-4D97-AF65-F5344CB8AC3E}">
        <p14:creationId xmlns:p14="http://schemas.microsoft.com/office/powerpoint/2010/main" val="114383570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BDE211-4D71-BAE6-DDE3-6543D9595D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EC6FFD-E1C2-38E2-3763-D1A35CDCEC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F2FADE-40A2-5C3A-21C8-2088ADFD59D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6F5AB64-C94C-CB4B-1E62-6DEF4FEA1A64}"/>
              </a:ext>
            </a:extLst>
          </p:cNvPr>
          <p:cNvSpPr>
            <a:spLocks noGrp="1"/>
          </p:cNvSpPr>
          <p:nvPr>
            <p:ph type="sldNum" sz="quarter" idx="5"/>
          </p:nvPr>
        </p:nvSpPr>
        <p:spPr/>
        <p:txBody>
          <a:bodyPr/>
          <a:lstStyle/>
          <a:p>
            <a:fld id="{C0E9560A-78B4-504A-9396-2AE516B1349B}" type="slidenum">
              <a:rPr lang="en-US" smtClean="0"/>
              <a:t>49</a:t>
            </a:fld>
            <a:endParaRPr lang="en-US"/>
          </a:p>
        </p:txBody>
      </p:sp>
    </p:spTree>
    <p:extLst>
      <p:ext uri="{BB962C8B-B14F-4D97-AF65-F5344CB8AC3E}">
        <p14:creationId xmlns:p14="http://schemas.microsoft.com/office/powerpoint/2010/main" val="153658642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1B7F2F-5F5E-3104-584D-F40A8B7182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12B563-DE55-38BD-7A78-7F846DFB29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5583A2-FD62-EF8B-38BA-345DDA5FB5B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75A38E4-E9F4-2C76-E448-CE8876C9D43E}"/>
              </a:ext>
            </a:extLst>
          </p:cNvPr>
          <p:cNvSpPr>
            <a:spLocks noGrp="1"/>
          </p:cNvSpPr>
          <p:nvPr>
            <p:ph type="sldNum" sz="quarter" idx="5"/>
          </p:nvPr>
        </p:nvSpPr>
        <p:spPr/>
        <p:txBody>
          <a:bodyPr/>
          <a:lstStyle/>
          <a:p>
            <a:fld id="{C0E9560A-78B4-504A-9396-2AE516B1349B}" type="slidenum">
              <a:rPr lang="en-US" smtClean="0"/>
              <a:t>50</a:t>
            </a:fld>
            <a:endParaRPr lang="en-US"/>
          </a:p>
        </p:txBody>
      </p:sp>
    </p:spTree>
    <p:extLst>
      <p:ext uri="{BB962C8B-B14F-4D97-AF65-F5344CB8AC3E}">
        <p14:creationId xmlns:p14="http://schemas.microsoft.com/office/powerpoint/2010/main" val="74481879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9A1B58-DE15-8D6E-9BEC-AA463E328D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7573C1-5102-6149-9332-5914337220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7B7E6E-564C-0E1B-5629-6EC2F5F9038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D5F1BA0-7FA3-7A17-A7AA-1ED9F7822EC8}"/>
              </a:ext>
            </a:extLst>
          </p:cNvPr>
          <p:cNvSpPr>
            <a:spLocks noGrp="1"/>
          </p:cNvSpPr>
          <p:nvPr>
            <p:ph type="sldNum" sz="quarter" idx="5"/>
          </p:nvPr>
        </p:nvSpPr>
        <p:spPr/>
        <p:txBody>
          <a:bodyPr/>
          <a:lstStyle/>
          <a:p>
            <a:fld id="{C0E9560A-78B4-504A-9396-2AE516B1349B}" type="slidenum">
              <a:rPr lang="en-US" smtClean="0"/>
              <a:t>51</a:t>
            </a:fld>
            <a:endParaRPr lang="en-US"/>
          </a:p>
        </p:txBody>
      </p:sp>
    </p:spTree>
    <p:extLst>
      <p:ext uri="{BB962C8B-B14F-4D97-AF65-F5344CB8AC3E}">
        <p14:creationId xmlns:p14="http://schemas.microsoft.com/office/powerpoint/2010/main" val="409685044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F28149-7867-A9BD-D5A0-E2020FB7F4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B8926E-688B-C69E-896F-425AA50011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CED9CF-D216-57A8-A38F-217714B0DC2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97B6CD5-5500-A2FC-EEF7-2EB088AA1D2E}"/>
              </a:ext>
            </a:extLst>
          </p:cNvPr>
          <p:cNvSpPr>
            <a:spLocks noGrp="1"/>
          </p:cNvSpPr>
          <p:nvPr>
            <p:ph type="sldNum" sz="quarter" idx="5"/>
          </p:nvPr>
        </p:nvSpPr>
        <p:spPr/>
        <p:txBody>
          <a:bodyPr/>
          <a:lstStyle/>
          <a:p>
            <a:fld id="{C0E9560A-78B4-504A-9396-2AE516B1349B}" type="slidenum">
              <a:rPr lang="en-US" smtClean="0"/>
              <a:t>52</a:t>
            </a:fld>
            <a:endParaRPr lang="en-US"/>
          </a:p>
        </p:txBody>
      </p:sp>
    </p:spTree>
    <p:extLst>
      <p:ext uri="{BB962C8B-B14F-4D97-AF65-F5344CB8AC3E}">
        <p14:creationId xmlns:p14="http://schemas.microsoft.com/office/powerpoint/2010/main" val="402421807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775BA-857C-DD5C-071C-665CB6C1FB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CEED5C-ACDC-AD59-9671-E5192C1AD7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EC48D9-19D3-2BE8-5C37-ADF6AFDA0E2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E1D72B1-1B34-0A5E-7BE6-9FEF42AB1C54}"/>
              </a:ext>
            </a:extLst>
          </p:cNvPr>
          <p:cNvSpPr>
            <a:spLocks noGrp="1"/>
          </p:cNvSpPr>
          <p:nvPr>
            <p:ph type="sldNum" sz="quarter" idx="5"/>
          </p:nvPr>
        </p:nvSpPr>
        <p:spPr/>
        <p:txBody>
          <a:bodyPr/>
          <a:lstStyle/>
          <a:p>
            <a:fld id="{C0E9560A-78B4-504A-9396-2AE516B1349B}" type="slidenum">
              <a:rPr lang="en-US" smtClean="0"/>
              <a:t>53</a:t>
            </a:fld>
            <a:endParaRPr lang="en-US"/>
          </a:p>
        </p:txBody>
      </p:sp>
    </p:spTree>
    <p:extLst>
      <p:ext uri="{BB962C8B-B14F-4D97-AF65-F5344CB8AC3E}">
        <p14:creationId xmlns:p14="http://schemas.microsoft.com/office/powerpoint/2010/main" val="359143276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3106A0-8B2B-CC9E-C613-C9A5A68496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D843E2-0553-57DD-281F-68035DA84E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7B2106-6CBD-686E-B1A6-B4B64AE2952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1EB2EDE-111A-40C6-1640-D76361EFCF6A}"/>
              </a:ext>
            </a:extLst>
          </p:cNvPr>
          <p:cNvSpPr>
            <a:spLocks noGrp="1"/>
          </p:cNvSpPr>
          <p:nvPr>
            <p:ph type="sldNum" sz="quarter" idx="5"/>
          </p:nvPr>
        </p:nvSpPr>
        <p:spPr/>
        <p:txBody>
          <a:bodyPr/>
          <a:lstStyle/>
          <a:p>
            <a:fld id="{C0E9560A-78B4-504A-9396-2AE516B1349B}" type="slidenum">
              <a:rPr lang="en-US" smtClean="0"/>
              <a:t>54</a:t>
            </a:fld>
            <a:endParaRPr lang="en-US"/>
          </a:p>
        </p:txBody>
      </p:sp>
    </p:spTree>
    <p:extLst>
      <p:ext uri="{BB962C8B-B14F-4D97-AF65-F5344CB8AC3E}">
        <p14:creationId xmlns:p14="http://schemas.microsoft.com/office/powerpoint/2010/main" val="23066897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EF269B-D424-2E08-AC7F-70AB0871A9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74048A-59AE-9778-DA84-69C20F5E2D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AD036D-7960-D093-CAD7-17EE91C1C20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12AF763-6029-C0A0-3B42-58CAC37F248E}"/>
              </a:ext>
            </a:extLst>
          </p:cNvPr>
          <p:cNvSpPr>
            <a:spLocks noGrp="1"/>
          </p:cNvSpPr>
          <p:nvPr>
            <p:ph type="sldNum" sz="quarter" idx="5"/>
          </p:nvPr>
        </p:nvSpPr>
        <p:spPr/>
        <p:txBody>
          <a:bodyPr/>
          <a:lstStyle/>
          <a:p>
            <a:fld id="{C0E9560A-78B4-504A-9396-2AE516B1349B}" type="slidenum">
              <a:rPr lang="en-US" smtClean="0"/>
              <a:t>55</a:t>
            </a:fld>
            <a:endParaRPr lang="en-US"/>
          </a:p>
        </p:txBody>
      </p:sp>
    </p:spTree>
    <p:extLst>
      <p:ext uri="{BB962C8B-B14F-4D97-AF65-F5344CB8AC3E}">
        <p14:creationId xmlns:p14="http://schemas.microsoft.com/office/powerpoint/2010/main" val="253751537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77FA59-E86F-ED11-0542-C5643B09A6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897466-8D1B-56FF-DAA2-24BD7C9899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82469B-E7A9-DC18-8D15-F2BA0E19328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65172DE-B89A-7B59-C47A-EEE10AAADDCB}"/>
              </a:ext>
            </a:extLst>
          </p:cNvPr>
          <p:cNvSpPr>
            <a:spLocks noGrp="1"/>
          </p:cNvSpPr>
          <p:nvPr>
            <p:ph type="sldNum" sz="quarter" idx="5"/>
          </p:nvPr>
        </p:nvSpPr>
        <p:spPr/>
        <p:txBody>
          <a:bodyPr/>
          <a:lstStyle/>
          <a:p>
            <a:fld id="{C0E9560A-78B4-504A-9396-2AE516B1349B}" type="slidenum">
              <a:rPr lang="en-US" smtClean="0"/>
              <a:t>56</a:t>
            </a:fld>
            <a:endParaRPr lang="en-US"/>
          </a:p>
        </p:txBody>
      </p:sp>
    </p:spTree>
    <p:extLst>
      <p:ext uri="{BB962C8B-B14F-4D97-AF65-F5344CB8AC3E}">
        <p14:creationId xmlns:p14="http://schemas.microsoft.com/office/powerpoint/2010/main" val="185031826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F0B30D-522D-D25D-7925-AC66564F2C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811367-7314-5335-714D-934C51CC4D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31A382-44AD-7AFC-3235-87D0ACA2FE0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C8C9A2F-A4B1-08E7-E539-852370CC888E}"/>
              </a:ext>
            </a:extLst>
          </p:cNvPr>
          <p:cNvSpPr>
            <a:spLocks noGrp="1"/>
          </p:cNvSpPr>
          <p:nvPr>
            <p:ph type="sldNum" sz="quarter" idx="5"/>
          </p:nvPr>
        </p:nvSpPr>
        <p:spPr/>
        <p:txBody>
          <a:bodyPr/>
          <a:lstStyle/>
          <a:p>
            <a:fld id="{C0E9560A-78B4-504A-9396-2AE516B1349B}" type="slidenum">
              <a:rPr lang="en-US" smtClean="0"/>
              <a:t>57</a:t>
            </a:fld>
            <a:endParaRPr lang="en-US"/>
          </a:p>
        </p:txBody>
      </p:sp>
    </p:spTree>
    <p:extLst>
      <p:ext uri="{BB962C8B-B14F-4D97-AF65-F5344CB8AC3E}">
        <p14:creationId xmlns:p14="http://schemas.microsoft.com/office/powerpoint/2010/main" val="406377239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732A1C-F152-6722-84E6-4D76220D2A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36714C-8128-6AF6-4483-62238A9CCF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C34D66-A91A-601D-334C-34C28A30BC4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E590013-5390-12E0-864B-47D68DD7C421}"/>
              </a:ext>
            </a:extLst>
          </p:cNvPr>
          <p:cNvSpPr>
            <a:spLocks noGrp="1"/>
          </p:cNvSpPr>
          <p:nvPr>
            <p:ph type="sldNum" sz="quarter" idx="5"/>
          </p:nvPr>
        </p:nvSpPr>
        <p:spPr/>
        <p:txBody>
          <a:bodyPr/>
          <a:lstStyle/>
          <a:p>
            <a:fld id="{C0E9560A-78B4-504A-9396-2AE516B1349B}" type="slidenum">
              <a:rPr lang="en-US" smtClean="0"/>
              <a:t>58</a:t>
            </a:fld>
            <a:endParaRPr lang="en-US"/>
          </a:p>
        </p:txBody>
      </p:sp>
    </p:spTree>
    <p:extLst>
      <p:ext uri="{BB962C8B-B14F-4D97-AF65-F5344CB8AC3E}">
        <p14:creationId xmlns:p14="http://schemas.microsoft.com/office/powerpoint/2010/main" val="299833774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77796C-87A1-3B9E-DF65-287CCB32B9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107869-EDCE-97FE-04E2-183EF2F0A8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EE6174-437E-A0DC-B8D0-89A90437B28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7DA13EC-B66A-7EED-F6A3-1AFD80AED6DF}"/>
              </a:ext>
            </a:extLst>
          </p:cNvPr>
          <p:cNvSpPr>
            <a:spLocks noGrp="1"/>
          </p:cNvSpPr>
          <p:nvPr>
            <p:ph type="sldNum" sz="quarter" idx="5"/>
          </p:nvPr>
        </p:nvSpPr>
        <p:spPr/>
        <p:txBody>
          <a:bodyPr/>
          <a:lstStyle/>
          <a:p>
            <a:fld id="{C0E9560A-78B4-504A-9396-2AE516B1349B}" type="slidenum">
              <a:rPr lang="en-US" smtClean="0"/>
              <a:t>59</a:t>
            </a:fld>
            <a:endParaRPr lang="en-US"/>
          </a:p>
        </p:txBody>
      </p:sp>
    </p:spTree>
    <p:extLst>
      <p:ext uri="{BB962C8B-B14F-4D97-AF65-F5344CB8AC3E}">
        <p14:creationId xmlns:p14="http://schemas.microsoft.com/office/powerpoint/2010/main" val="257483656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5CAFA7-4250-8C5A-3E51-A6998A0D45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2411C1-DFFB-FBF7-0FF1-95C1EDCE20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EE4018-3AED-149D-D12C-BEAE9652C6C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D1EFFE1-3C50-4C38-1DFA-0E09ABA4D8B6}"/>
              </a:ext>
            </a:extLst>
          </p:cNvPr>
          <p:cNvSpPr>
            <a:spLocks noGrp="1"/>
          </p:cNvSpPr>
          <p:nvPr>
            <p:ph type="sldNum" sz="quarter" idx="5"/>
          </p:nvPr>
        </p:nvSpPr>
        <p:spPr/>
        <p:txBody>
          <a:bodyPr/>
          <a:lstStyle/>
          <a:p>
            <a:fld id="{C0E9560A-78B4-504A-9396-2AE516B1349B}" type="slidenum">
              <a:rPr lang="en-US" smtClean="0"/>
              <a:t>60</a:t>
            </a:fld>
            <a:endParaRPr lang="en-US"/>
          </a:p>
        </p:txBody>
      </p:sp>
    </p:spTree>
    <p:extLst>
      <p:ext uri="{BB962C8B-B14F-4D97-AF65-F5344CB8AC3E}">
        <p14:creationId xmlns:p14="http://schemas.microsoft.com/office/powerpoint/2010/main" val="143499555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039967-FE1E-BE4E-5653-B60401D2C2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78E471-9D8F-6DB4-5998-114443EA0F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A9E26B-DD4F-E407-6A23-FFC36B675C0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2FAACC2-C6CA-9374-BDD0-FF6CEAA0D953}"/>
              </a:ext>
            </a:extLst>
          </p:cNvPr>
          <p:cNvSpPr>
            <a:spLocks noGrp="1"/>
          </p:cNvSpPr>
          <p:nvPr>
            <p:ph type="sldNum" sz="quarter" idx="5"/>
          </p:nvPr>
        </p:nvSpPr>
        <p:spPr/>
        <p:txBody>
          <a:bodyPr/>
          <a:lstStyle/>
          <a:p>
            <a:fld id="{C0E9560A-78B4-504A-9396-2AE516B1349B}" type="slidenum">
              <a:rPr lang="en-US" smtClean="0"/>
              <a:t>61</a:t>
            </a:fld>
            <a:endParaRPr lang="en-US"/>
          </a:p>
        </p:txBody>
      </p:sp>
    </p:spTree>
    <p:extLst>
      <p:ext uri="{BB962C8B-B14F-4D97-AF65-F5344CB8AC3E}">
        <p14:creationId xmlns:p14="http://schemas.microsoft.com/office/powerpoint/2010/main" val="329155212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B8D9B-EAEA-4415-EB08-E4B2D1C991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79E271-BB86-68CA-C761-B4806B84B3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462074-6BCD-CADB-9A7C-E3D2F48FC7A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7C63277-C326-215C-CCE3-E450D5C98C76}"/>
              </a:ext>
            </a:extLst>
          </p:cNvPr>
          <p:cNvSpPr>
            <a:spLocks noGrp="1"/>
          </p:cNvSpPr>
          <p:nvPr>
            <p:ph type="sldNum" sz="quarter" idx="5"/>
          </p:nvPr>
        </p:nvSpPr>
        <p:spPr/>
        <p:txBody>
          <a:bodyPr/>
          <a:lstStyle/>
          <a:p>
            <a:fld id="{C0E9560A-78B4-504A-9396-2AE516B1349B}" type="slidenum">
              <a:rPr lang="en-US" smtClean="0"/>
              <a:t>62</a:t>
            </a:fld>
            <a:endParaRPr lang="en-US"/>
          </a:p>
        </p:txBody>
      </p:sp>
    </p:spTree>
    <p:extLst>
      <p:ext uri="{BB962C8B-B14F-4D97-AF65-F5344CB8AC3E}">
        <p14:creationId xmlns:p14="http://schemas.microsoft.com/office/powerpoint/2010/main" val="135983880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29FFE90-2594-5A14-4D18-A087B7FD839C}"/>
              </a:ext>
            </a:extLst>
          </p:cNvPr>
          <p:cNvPicPr>
            <a:picLocks noChangeAspect="1"/>
          </p:cNvPicPr>
          <p:nvPr userDrawn="1"/>
        </p:nvPicPr>
        <p:blipFill>
          <a:blip r:embed="rId2"/>
          <a:stretch>
            <a:fillRect/>
          </a:stretch>
        </p:blipFill>
        <p:spPr>
          <a:xfrm>
            <a:off x="3124517" y="-641375"/>
            <a:ext cx="5168999" cy="5939379"/>
          </a:xfrm>
          <a:prstGeom prst="rect">
            <a:avLst/>
          </a:prstGeom>
        </p:spPr>
      </p:pic>
      <p:sp>
        <p:nvSpPr>
          <p:cNvPr id="8" name="Content Placeholder 2">
            <a:extLst>
              <a:ext uri="{FF2B5EF4-FFF2-40B4-BE49-F238E27FC236}">
                <a16:creationId xmlns:a16="http://schemas.microsoft.com/office/drawing/2014/main" id="{F9BDA2A3-0B56-A4BC-FB3E-5478898E2B5F}"/>
              </a:ext>
            </a:extLst>
          </p:cNvPr>
          <p:cNvSpPr>
            <a:spLocks noGrp="1"/>
          </p:cNvSpPr>
          <p:nvPr>
            <p:ph sz="half" idx="1"/>
          </p:nvPr>
        </p:nvSpPr>
        <p:spPr>
          <a:xfrm>
            <a:off x="1371600" y="5486400"/>
            <a:ext cx="9445752" cy="1143000"/>
          </a:xfrm>
        </p:spPr>
        <p:txBody>
          <a:bodyPr/>
          <a:lstStyle>
            <a:lvl1pPr marL="0" indent="0">
              <a:buNone/>
              <a:defRPr sz="2000">
                <a:latin typeface="Arial" panose="020B0604020202020204" pitchFamily="34" charset="0"/>
                <a:cs typeface="Arial" panose="020B0604020202020204" pitchFamily="34" charset="0"/>
              </a:defRPr>
            </a:lvl1pPr>
          </a:lstStyle>
          <a:p>
            <a:pPr lvl="0"/>
            <a:r>
              <a:rPr lang="en-US" dirty="0"/>
              <a:t>Click to edit Master text styles</a:t>
            </a:r>
          </a:p>
        </p:txBody>
      </p:sp>
    </p:spTree>
    <p:extLst>
      <p:ext uri="{BB962C8B-B14F-4D97-AF65-F5344CB8AC3E}">
        <p14:creationId xmlns:p14="http://schemas.microsoft.com/office/powerpoint/2010/main" val="38345137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B94743-B086-9A1D-3BE2-DD15285A746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0CEFC70-38F9-BD71-579C-1F4DEDA47AE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2F92569-D687-F730-54A4-431B655508E3}"/>
              </a:ext>
            </a:extLst>
          </p:cNvPr>
          <p:cNvSpPr>
            <a:spLocks noGrp="1"/>
          </p:cNvSpPr>
          <p:nvPr>
            <p:ph type="dt" sz="half" idx="10"/>
          </p:nvPr>
        </p:nvSpPr>
        <p:spPr/>
        <p:txBody>
          <a:bodyPr/>
          <a:lstStyle/>
          <a:p>
            <a:fld id="{069363D2-3164-4145-A578-C91A7CE0BB59}" type="datetimeFigureOut">
              <a:rPr lang="en-US" smtClean="0"/>
              <a:t>6/5/26</a:t>
            </a:fld>
            <a:endParaRPr lang="en-US"/>
          </a:p>
        </p:txBody>
      </p:sp>
      <p:sp>
        <p:nvSpPr>
          <p:cNvPr id="5" name="Footer Placeholder 4">
            <a:extLst>
              <a:ext uri="{FF2B5EF4-FFF2-40B4-BE49-F238E27FC236}">
                <a16:creationId xmlns:a16="http://schemas.microsoft.com/office/drawing/2014/main" id="{8B703A70-2667-EDB6-55AA-33F2B75DF9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08A86A-DF98-B80A-F92A-0243739D2689}"/>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2752018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10CD2-26EC-3693-3584-A1A3B203F1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BFE58AA-4CD0-A17C-27E6-209C794D916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4697F3-ACE3-F75F-B6DB-E2EDCB101DDB}"/>
              </a:ext>
            </a:extLst>
          </p:cNvPr>
          <p:cNvSpPr>
            <a:spLocks noGrp="1"/>
          </p:cNvSpPr>
          <p:nvPr>
            <p:ph type="dt" sz="half" idx="10"/>
          </p:nvPr>
        </p:nvSpPr>
        <p:spPr/>
        <p:txBody>
          <a:bodyPr/>
          <a:lstStyle/>
          <a:p>
            <a:fld id="{069363D2-3164-4145-A578-C91A7CE0BB59}" type="datetimeFigureOut">
              <a:rPr lang="en-US" smtClean="0"/>
              <a:t>6/5/26</a:t>
            </a:fld>
            <a:endParaRPr lang="en-US"/>
          </a:p>
        </p:txBody>
      </p:sp>
      <p:sp>
        <p:nvSpPr>
          <p:cNvPr id="5" name="Footer Placeholder 4">
            <a:extLst>
              <a:ext uri="{FF2B5EF4-FFF2-40B4-BE49-F238E27FC236}">
                <a16:creationId xmlns:a16="http://schemas.microsoft.com/office/drawing/2014/main" id="{E877B070-E19C-7C7A-25CB-AF7C97F4AB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37F193-7B3D-9447-B9FC-64FB2E720B25}"/>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26095000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894EB-0995-8BC4-1C13-B926701ED8C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BE455E3-AE09-9D5C-4866-DBCAEF29771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C809359-F2A6-099E-D457-FB4976E8B617}"/>
              </a:ext>
            </a:extLst>
          </p:cNvPr>
          <p:cNvSpPr>
            <a:spLocks noGrp="1"/>
          </p:cNvSpPr>
          <p:nvPr>
            <p:ph type="dt" sz="half" idx="10"/>
          </p:nvPr>
        </p:nvSpPr>
        <p:spPr/>
        <p:txBody>
          <a:bodyPr/>
          <a:lstStyle/>
          <a:p>
            <a:fld id="{069363D2-3164-4145-A578-C91A7CE0BB59}" type="datetimeFigureOut">
              <a:rPr lang="en-US" smtClean="0"/>
              <a:t>6/5/26</a:t>
            </a:fld>
            <a:endParaRPr lang="en-US"/>
          </a:p>
        </p:txBody>
      </p:sp>
      <p:sp>
        <p:nvSpPr>
          <p:cNvPr id="5" name="Footer Placeholder 4">
            <a:extLst>
              <a:ext uri="{FF2B5EF4-FFF2-40B4-BE49-F238E27FC236}">
                <a16:creationId xmlns:a16="http://schemas.microsoft.com/office/drawing/2014/main" id="{E868D10E-33CC-A61E-F850-633C403F3C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E52A36-99CB-F55C-ACC1-D46F4EBF2A8E}"/>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22658606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0032E-D76D-01DC-ACC3-A5F6F34C0BB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3181452-1F3E-95FB-1DCF-20830E009B8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2B7308B-161F-AA81-3B91-25A7195D6A4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7584CB4-2FAA-C87B-0278-FD1F16105A6B}"/>
              </a:ext>
            </a:extLst>
          </p:cNvPr>
          <p:cNvSpPr>
            <a:spLocks noGrp="1"/>
          </p:cNvSpPr>
          <p:nvPr>
            <p:ph type="dt" sz="half" idx="10"/>
          </p:nvPr>
        </p:nvSpPr>
        <p:spPr/>
        <p:txBody>
          <a:bodyPr/>
          <a:lstStyle/>
          <a:p>
            <a:fld id="{069363D2-3164-4145-A578-C91A7CE0BB59}" type="datetimeFigureOut">
              <a:rPr lang="en-US" smtClean="0"/>
              <a:t>6/5/26</a:t>
            </a:fld>
            <a:endParaRPr lang="en-US"/>
          </a:p>
        </p:txBody>
      </p:sp>
      <p:sp>
        <p:nvSpPr>
          <p:cNvPr id="6" name="Footer Placeholder 5">
            <a:extLst>
              <a:ext uri="{FF2B5EF4-FFF2-40B4-BE49-F238E27FC236}">
                <a16:creationId xmlns:a16="http://schemas.microsoft.com/office/drawing/2014/main" id="{E9EB3548-58B7-CC82-7526-F47EECC6312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3725728-77DE-9067-C037-0F4A37C618FD}"/>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13386737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220DA-D412-1E6E-D212-C26FE2AE103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C6D9DE2-8BC9-5CD3-98A2-2F07C05E3F7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E52FD07-250B-0FD6-7698-EFBA488CF88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7AE512E-5E7E-6D45-2D58-1B044598D79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45F8E62-62B7-FF78-DD11-69774DDB6C8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FE82641-31B3-87F3-FC9C-760F5B5EFBC3}"/>
              </a:ext>
            </a:extLst>
          </p:cNvPr>
          <p:cNvSpPr>
            <a:spLocks noGrp="1"/>
          </p:cNvSpPr>
          <p:nvPr>
            <p:ph type="dt" sz="half" idx="10"/>
          </p:nvPr>
        </p:nvSpPr>
        <p:spPr/>
        <p:txBody>
          <a:bodyPr/>
          <a:lstStyle/>
          <a:p>
            <a:fld id="{069363D2-3164-4145-A578-C91A7CE0BB59}" type="datetimeFigureOut">
              <a:rPr lang="en-US" smtClean="0"/>
              <a:t>6/5/26</a:t>
            </a:fld>
            <a:endParaRPr lang="en-US"/>
          </a:p>
        </p:txBody>
      </p:sp>
      <p:sp>
        <p:nvSpPr>
          <p:cNvPr id="8" name="Footer Placeholder 7">
            <a:extLst>
              <a:ext uri="{FF2B5EF4-FFF2-40B4-BE49-F238E27FC236}">
                <a16:creationId xmlns:a16="http://schemas.microsoft.com/office/drawing/2014/main" id="{175D0B37-C72D-AB40-FC50-0F2BA55DA8C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EC0F554-9EE5-C216-0F66-7B3B4944571D}"/>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3691539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96625-DF37-5199-8B5F-0AD4D7EB812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2CC992C-BF00-880C-96C0-7042C394ED33}"/>
              </a:ext>
            </a:extLst>
          </p:cNvPr>
          <p:cNvSpPr>
            <a:spLocks noGrp="1"/>
          </p:cNvSpPr>
          <p:nvPr>
            <p:ph type="dt" sz="half" idx="10"/>
          </p:nvPr>
        </p:nvSpPr>
        <p:spPr/>
        <p:txBody>
          <a:bodyPr/>
          <a:lstStyle/>
          <a:p>
            <a:fld id="{069363D2-3164-4145-A578-C91A7CE0BB59}" type="datetimeFigureOut">
              <a:rPr lang="en-US" smtClean="0"/>
              <a:t>6/5/26</a:t>
            </a:fld>
            <a:endParaRPr lang="en-US"/>
          </a:p>
        </p:txBody>
      </p:sp>
      <p:sp>
        <p:nvSpPr>
          <p:cNvPr id="4" name="Footer Placeholder 3">
            <a:extLst>
              <a:ext uri="{FF2B5EF4-FFF2-40B4-BE49-F238E27FC236}">
                <a16:creationId xmlns:a16="http://schemas.microsoft.com/office/drawing/2014/main" id="{AA390746-6A20-2222-138F-BDCA2EDA12A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D7D388B-382C-CD6D-1A3B-DE8DF017D387}"/>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42593375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A3BC02C-7483-7A7A-5354-1616AA5D5C28}"/>
              </a:ext>
            </a:extLst>
          </p:cNvPr>
          <p:cNvSpPr>
            <a:spLocks noGrp="1"/>
          </p:cNvSpPr>
          <p:nvPr>
            <p:ph type="dt" sz="half" idx="10"/>
          </p:nvPr>
        </p:nvSpPr>
        <p:spPr/>
        <p:txBody>
          <a:bodyPr/>
          <a:lstStyle/>
          <a:p>
            <a:fld id="{069363D2-3164-4145-A578-C91A7CE0BB59}" type="datetimeFigureOut">
              <a:rPr lang="en-US" smtClean="0"/>
              <a:t>6/5/26</a:t>
            </a:fld>
            <a:endParaRPr lang="en-US"/>
          </a:p>
        </p:txBody>
      </p:sp>
      <p:sp>
        <p:nvSpPr>
          <p:cNvPr id="3" name="Footer Placeholder 2">
            <a:extLst>
              <a:ext uri="{FF2B5EF4-FFF2-40B4-BE49-F238E27FC236}">
                <a16:creationId xmlns:a16="http://schemas.microsoft.com/office/drawing/2014/main" id="{660BC8C8-CDC3-97B6-5888-93197E15494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6C0EB0F-BDCE-E810-451C-168B2B13A2B9}"/>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41323639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63DE7-75FC-0404-38C4-4C8BA62E7B8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496F1FB-D688-5CBE-3F6B-2779251017A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61E1062-A0F8-7378-6259-452596C601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4FF6140-8766-DC48-76B8-3CCA9AE814CA}"/>
              </a:ext>
            </a:extLst>
          </p:cNvPr>
          <p:cNvSpPr>
            <a:spLocks noGrp="1"/>
          </p:cNvSpPr>
          <p:nvPr>
            <p:ph type="dt" sz="half" idx="10"/>
          </p:nvPr>
        </p:nvSpPr>
        <p:spPr/>
        <p:txBody>
          <a:bodyPr/>
          <a:lstStyle/>
          <a:p>
            <a:fld id="{069363D2-3164-4145-A578-C91A7CE0BB59}" type="datetimeFigureOut">
              <a:rPr lang="en-US" smtClean="0"/>
              <a:t>6/5/26</a:t>
            </a:fld>
            <a:endParaRPr lang="en-US"/>
          </a:p>
        </p:txBody>
      </p:sp>
      <p:sp>
        <p:nvSpPr>
          <p:cNvPr id="6" name="Footer Placeholder 5">
            <a:extLst>
              <a:ext uri="{FF2B5EF4-FFF2-40B4-BE49-F238E27FC236}">
                <a16:creationId xmlns:a16="http://schemas.microsoft.com/office/drawing/2014/main" id="{A75EF2E7-A2CA-3672-1E8B-91BB7056409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F05B17-1A06-FFD4-9DA2-DD17D363CE25}"/>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10434035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4234A-C922-2D66-252C-D286F8F886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0A83645-2F0A-288D-3E4A-4B2A0F39935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23567A8-683E-46D7-65F7-FE65B0279F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BFF03D4-5799-29C2-B960-ACB1D94C369A}"/>
              </a:ext>
            </a:extLst>
          </p:cNvPr>
          <p:cNvSpPr>
            <a:spLocks noGrp="1"/>
          </p:cNvSpPr>
          <p:nvPr>
            <p:ph type="dt" sz="half" idx="10"/>
          </p:nvPr>
        </p:nvSpPr>
        <p:spPr/>
        <p:txBody>
          <a:bodyPr/>
          <a:lstStyle/>
          <a:p>
            <a:fld id="{069363D2-3164-4145-A578-C91A7CE0BB59}" type="datetimeFigureOut">
              <a:rPr lang="en-US" smtClean="0"/>
              <a:t>6/5/26</a:t>
            </a:fld>
            <a:endParaRPr lang="en-US"/>
          </a:p>
        </p:txBody>
      </p:sp>
      <p:sp>
        <p:nvSpPr>
          <p:cNvPr id="6" name="Footer Placeholder 5">
            <a:extLst>
              <a:ext uri="{FF2B5EF4-FFF2-40B4-BE49-F238E27FC236}">
                <a16:creationId xmlns:a16="http://schemas.microsoft.com/office/drawing/2014/main" id="{4F4B8BCD-EAE3-2871-51C7-771B7DF075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75741F1-D331-2192-5F65-9DB5585C4DCB}"/>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17056092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0831E0-2506-463B-6A1D-2E997B58E24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4C2888F-D6C9-FAC2-0EB3-EF63307BB1C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ED9D78B-309E-CCD2-C0DA-8B2E3D16B11A}"/>
              </a:ext>
            </a:extLst>
          </p:cNvPr>
          <p:cNvSpPr>
            <a:spLocks noGrp="1"/>
          </p:cNvSpPr>
          <p:nvPr>
            <p:ph type="dt" sz="half" idx="10"/>
          </p:nvPr>
        </p:nvSpPr>
        <p:spPr/>
        <p:txBody>
          <a:bodyPr/>
          <a:lstStyle/>
          <a:p>
            <a:fld id="{069363D2-3164-4145-A578-C91A7CE0BB59}" type="datetimeFigureOut">
              <a:rPr lang="en-US" smtClean="0"/>
              <a:t>6/5/26</a:t>
            </a:fld>
            <a:endParaRPr lang="en-US"/>
          </a:p>
        </p:txBody>
      </p:sp>
      <p:sp>
        <p:nvSpPr>
          <p:cNvPr id="5" name="Footer Placeholder 4">
            <a:extLst>
              <a:ext uri="{FF2B5EF4-FFF2-40B4-BE49-F238E27FC236}">
                <a16:creationId xmlns:a16="http://schemas.microsoft.com/office/drawing/2014/main" id="{49318859-EB6C-DBE7-E231-BD638FBF70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DCCD95-C583-5245-72DF-6AD690D353E3}"/>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36750675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F69EFD7-1358-426B-0140-A202A2D530C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D6D7B90-D96C-BD6E-65E7-55E7D91F25C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7CB66A-8728-B88E-C058-E9DC9E0E00A0}"/>
              </a:ext>
            </a:extLst>
          </p:cNvPr>
          <p:cNvSpPr>
            <a:spLocks noGrp="1"/>
          </p:cNvSpPr>
          <p:nvPr>
            <p:ph type="dt" sz="half" idx="10"/>
          </p:nvPr>
        </p:nvSpPr>
        <p:spPr/>
        <p:txBody>
          <a:bodyPr/>
          <a:lstStyle/>
          <a:p>
            <a:fld id="{069363D2-3164-4145-A578-C91A7CE0BB59}" type="datetimeFigureOut">
              <a:rPr lang="en-US" smtClean="0"/>
              <a:t>6/5/26</a:t>
            </a:fld>
            <a:endParaRPr lang="en-US"/>
          </a:p>
        </p:txBody>
      </p:sp>
      <p:sp>
        <p:nvSpPr>
          <p:cNvPr id="5" name="Footer Placeholder 4">
            <a:extLst>
              <a:ext uri="{FF2B5EF4-FFF2-40B4-BE49-F238E27FC236}">
                <a16:creationId xmlns:a16="http://schemas.microsoft.com/office/drawing/2014/main" id="{864AFAF8-3C65-F3B5-B108-F27717ECDD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21642F-5721-9D1C-3D1D-6C1ABCC72C93}"/>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25077431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46A456F-C771-8F4B-C98D-9BDEE57818D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FD23516-7E50-1256-7BC0-68CAD2D90DC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011502-CDE0-E081-1B9D-874EEBF9B1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69363D2-3164-4145-A578-C91A7CE0BB59}" type="datetimeFigureOut">
              <a:rPr lang="en-US" smtClean="0"/>
              <a:t>6/5/26</a:t>
            </a:fld>
            <a:endParaRPr lang="en-US"/>
          </a:p>
        </p:txBody>
      </p:sp>
      <p:sp>
        <p:nvSpPr>
          <p:cNvPr id="5" name="Footer Placeholder 4">
            <a:extLst>
              <a:ext uri="{FF2B5EF4-FFF2-40B4-BE49-F238E27FC236}">
                <a16:creationId xmlns:a16="http://schemas.microsoft.com/office/drawing/2014/main" id="{9473C5F3-3A43-75DF-E382-0F9630A01C4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EC1DBE2-D540-2BBE-7791-BE410B8C519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1F62E73-FB30-9C4C-8DFF-19E2C751B483}" type="slidenum">
              <a:rPr lang="en-US" smtClean="0"/>
              <a:t>‹#›</a:t>
            </a:fld>
            <a:endParaRPr lang="en-US"/>
          </a:p>
        </p:txBody>
      </p:sp>
    </p:spTree>
    <p:extLst>
      <p:ext uri="{BB962C8B-B14F-4D97-AF65-F5344CB8AC3E}">
        <p14:creationId xmlns:p14="http://schemas.microsoft.com/office/powerpoint/2010/main" val="1299515533"/>
      </p:ext>
    </p:extLst>
  </p:cSld>
  <p:clrMap bg1="lt1" tx1="dk1" bg2="lt2" tx2="dk2" accent1="accent1" accent2="accent2" accent3="accent3" accent4="accent4" accent5="accent5" accent6="accent6" hlink="hlink" folHlink="folHlink"/>
  <p:sldLayoutIdLst>
    <p:sldLayoutId id="2147483660"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D0A50-E4B8-B9C3-5177-C6AFBE291E5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8EABAD0-26FF-2429-AA3C-799A8664316C}"/>
              </a:ext>
            </a:extLst>
          </p:cNvPr>
          <p:cNvSpPr>
            <a:spLocks noGrp="1"/>
          </p:cNvSpPr>
          <p:nvPr>
            <p:ph sz="half" idx="1"/>
          </p:nvPr>
        </p:nvSpPr>
        <p:spPr/>
        <p:txBody>
          <a:bodyPr/>
          <a:lstStyle/>
          <a:p>
            <a:r>
              <a:rPr lang="en-US" dirty="0"/>
              <a:t>Start.</a:t>
            </a:r>
          </a:p>
        </p:txBody>
      </p:sp>
      <p:pic>
        <p:nvPicPr>
          <p:cNvPr id="4" name="Picture 3" descr="A grid of sudoku puzzle&#10;&#10;Description automatically generated">
            <a:extLst>
              <a:ext uri="{FF2B5EF4-FFF2-40B4-BE49-F238E27FC236}">
                <a16:creationId xmlns:a16="http://schemas.microsoft.com/office/drawing/2014/main" id="{F6091D9C-BB94-C92F-54B6-41DFBD939B5A}"/>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900F2C2C-B17C-CAE0-2A94-0B0164D60A0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4B6A1E27-B0EF-0D2E-77F3-45C5486A13FA}"/>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F6A3FFB8-54B3-D7CD-B299-A02362981388}"/>
              </a:ext>
            </a:extLst>
          </p:cNvPr>
          <p:cNvPicPr>
            <a:picLocks noChangeAspect="1"/>
          </p:cNvPicPr>
          <p:nvPr/>
        </p:nvPicPr>
        <p:blipFill>
          <a:blip r:embed="rId6"/>
          <a:stretch>
            <a:fillRect/>
          </a:stretch>
        </p:blipFill>
        <p:spPr>
          <a:xfrm>
            <a:off x="4584700" y="2311400"/>
            <a:ext cx="0" cy="0"/>
          </a:xfrm>
          <a:prstGeom prst="rect">
            <a:avLst/>
          </a:prstGeom>
        </p:spPr>
      </p:pic>
    </p:spTree>
    <p:extLst>
      <p:ext uri="{BB962C8B-B14F-4D97-AF65-F5344CB8AC3E}">
        <p14:creationId xmlns:p14="http://schemas.microsoft.com/office/powerpoint/2010/main" val="39131366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F70143-58BC-2A51-DD64-BF5BEEBD26E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441319F-54CC-CAFB-9C88-AA4EEFC3CC6A}"/>
              </a:ext>
            </a:extLst>
          </p:cNvPr>
          <p:cNvSpPr>
            <a:spLocks noGrp="1"/>
          </p:cNvSpPr>
          <p:nvPr>
            <p:ph sz="half" idx="1"/>
          </p:nvPr>
        </p:nvSpPr>
        <p:spPr/>
        <p:txBody>
          <a:bodyPr/>
          <a:lstStyle/>
          <a:p>
            <a:r>
              <a:rPr lang="en-US" dirty="0"/>
              <a:t>The only possibility for this 2-line is 13.</a:t>
            </a:r>
          </a:p>
        </p:txBody>
      </p:sp>
      <p:pic>
        <p:nvPicPr>
          <p:cNvPr id="4" name="Picture 3" descr="A grid of sudoku puzzle&#10;&#10;Description automatically generated">
            <a:extLst>
              <a:ext uri="{FF2B5EF4-FFF2-40B4-BE49-F238E27FC236}">
                <a16:creationId xmlns:a16="http://schemas.microsoft.com/office/drawing/2014/main" id="{47120F6B-0A89-B493-818C-9536FD5483CA}"/>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4288A271-F234-E5B9-FA6A-60C90DD9694C}"/>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7A923671-BC4C-0B3A-C44E-7118868F6C01}"/>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5A02087F-7282-5908-27CA-658E81372AC7}"/>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0A1D6DE0-DA83-7959-9DA2-DEEBA13381DC}"/>
              </a:ext>
            </a:extLst>
          </p:cNvPr>
          <p:cNvSpPr txBox="1"/>
          <p:nvPr/>
        </p:nvSpPr>
        <p:spPr>
          <a:xfrm>
            <a:off x="3716867" y="223122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E3AD695A-3136-FF06-2CFA-E949ABFEF5D5}"/>
              </a:ext>
            </a:extLst>
          </p:cNvPr>
          <p:cNvSpPr txBox="1"/>
          <p:nvPr/>
        </p:nvSpPr>
        <p:spPr>
          <a:xfrm>
            <a:off x="3640666" y="3036341"/>
            <a:ext cx="570089" cy="230832"/>
          </a:xfrm>
          <a:prstGeom prst="rect">
            <a:avLst/>
          </a:prstGeom>
          <a:noFill/>
        </p:spPr>
        <p:txBody>
          <a:bodyPr wrap="square" rtlCol="0">
            <a:spAutoFit/>
          </a:bodyPr>
          <a:lstStyle/>
          <a:p>
            <a:pPr algn="ctr"/>
            <a:r>
              <a:rPr lang="en-US" sz="900" dirty="0"/>
              <a:t>987654</a:t>
            </a:r>
          </a:p>
        </p:txBody>
      </p:sp>
      <p:sp>
        <p:nvSpPr>
          <p:cNvPr id="9" name="TextBox 8">
            <a:extLst>
              <a:ext uri="{FF2B5EF4-FFF2-40B4-BE49-F238E27FC236}">
                <a16:creationId xmlns:a16="http://schemas.microsoft.com/office/drawing/2014/main" id="{05580D32-4D2C-F573-E6D0-1C8940516740}"/>
              </a:ext>
            </a:extLst>
          </p:cNvPr>
          <p:cNvSpPr txBox="1"/>
          <p:nvPr/>
        </p:nvSpPr>
        <p:spPr>
          <a:xfrm>
            <a:off x="3138310" y="3036341"/>
            <a:ext cx="570089" cy="230832"/>
          </a:xfrm>
          <a:prstGeom prst="rect">
            <a:avLst/>
          </a:prstGeom>
          <a:noFill/>
        </p:spPr>
        <p:txBody>
          <a:bodyPr wrap="square" rtlCol="0">
            <a:spAutoFit/>
          </a:bodyPr>
          <a:lstStyle/>
          <a:p>
            <a:pPr algn="ctr"/>
            <a:r>
              <a:rPr lang="en-US" sz="900" dirty="0"/>
              <a:t>456789</a:t>
            </a:r>
          </a:p>
        </p:txBody>
      </p:sp>
    </p:spTree>
    <p:extLst>
      <p:ext uri="{BB962C8B-B14F-4D97-AF65-F5344CB8AC3E}">
        <p14:creationId xmlns:p14="http://schemas.microsoft.com/office/powerpoint/2010/main" val="34021469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FE034-360A-DFCA-60C6-F269486C0B2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AD2463C-E97B-74FE-308B-B99FFB644590}"/>
              </a:ext>
            </a:extLst>
          </p:cNvPr>
          <p:cNvSpPr>
            <a:spLocks noGrp="1"/>
          </p:cNvSpPr>
          <p:nvPr>
            <p:ph sz="half" idx="1"/>
          </p:nvPr>
        </p:nvSpPr>
        <p:spPr/>
        <p:txBody>
          <a:bodyPr/>
          <a:lstStyle/>
          <a:p>
            <a:r>
              <a:rPr lang="en-US" dirty="0"/>
              <a:t>In Row 9, the sum of the line plus the two sum digits equals 45. The sum can’t be in the 4’s because 45–4–N is either 40 (0 not possible) or in the 30’s. 45–3–N fits. The only N that fits is 6. 36 fits in only one way.</a:t>
            </a:r>
          </a:p>
        </p:txBody>
      </p:sp>
      <p:pic>
        <p:nvPicPr>
          <p:cNvPr id="4" name="Picture 3" descr="A grid of sudoku puzzle&#10;&#10;Description automatically generated">
            <a:extLst>
              <a:ext uri="{FF2B5EF4-FFF2-40B4-BE49-F238E27FC236}">
                <a16:creationId xmlns:a16="http://schemas.microsoft.com/office/drawing/2014/main" id="{6973CB17-183F-F240-23AD-44CD1DD0539C}"/>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94BDF8AF-8244-17D6-3A18-6FFD31E5AA27}"/>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8E9ED52B-6F08-8A41-4F6C-7F65761D71E3}"/>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217CD526-D2D7-9118-CAEB-1DCEB606041C}"/>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142A2DCA-816F-E292-4D24-1107ADA0DD23}"/>
              </a:ext>
            </a:extLst>
          </p:cNvPr>
          <p:cNvSpPr txBox="1"/>
          <p:nvPr/>
        </p:nvSpPr>
        <p:spPr>
          <a:xfrm>
            <a:off x="3716867" y="223122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7F29990F-EE42-98E1-A0AC-F715F944479E}"/>
              </a:ext>
            </a:extLst>
          </p:cNvPr>
          <p:cNvSpPr txBox="1"/>
          <p:nvPr/>
        </p:nvSpPr>
        <p:spPr>
          <a:xfrm>
            <a:off x="3640666" y="3036341"/>
            <a:ext cx="570089" cy="230832"/>
          </a:xfrm>
          <a:prstGeom prst="rect">
            <a:avLst/>
          </a:prstGeom>
          <a:noFill/>
        </p:spPr>
        <p:txBody>
          <a:bodyPr wrap="square" rtlCol="0">
            <a:spAutoFit/>
          </a:bodyPr>
          <a:lstStyle/>
          <a:p>
            <a:pPr algn="ctr"/>
            <a:r>
              <a:rPr lang="en-US" sz="900" dirty="0"/>
              <a:t>987654</a:t>
            </a:r>
          </a:p>
        </p:txBody>
      </p:sp>
      <p:sp>
        <p:nvSpPr>
          <p:cNvPr id="9" name="TextBox 8">
            <a:extLst>
              <a:ext uri="{FF2B5EF4-FFF2-40B4-BE49-F238E27FC236}">
                <a16:creationId xmlns:a16="http://schemas.microsoft.com/office/drawing/2014/main" id="{00E09011-445F-6F81-17AE-95B76C287926}"/>
              </a:ext>
            </a:extLst>
          </p:cNvPr>
          <p:cNvSpPr txBox="1"/>
          <p:nvPr/>
        </p:nvSpPr>
        <p:spPr>
          <a:xfrm>
            <a:off x="3138310" y="3036341"/>
            <a:ext cx="570089" cy="230832"/>
          </a:xfrm>
          <a:prstGeom prst="rect">
            <a:avLst/>
          </a:prstGeom>
          <a:noFill/>
        </p:spPr>
        <p:txBody>
          <a:bodyPr wrap="square" rtlCol="0">
            <a:spAutoFit/>
          </a:bodyPr>
          <a:lstStyle/>
          <a:p>
            <a:pPr algn="ctr"/>
            <a:r>
              <a:rPr lang="en-US" sz="900" dirty="0"/>
              <a:t>456789</a:t>
            </a:r>
          </a:p>
        </p:txBody>
      </p:sp>
      <p:sp>
        <p:nvSpPr>
          <p:cNvPr id="10" name="TextBox 9">
            <a:extLst>
              <a:ext uri="{FF2B5EF4-FFF2-40B4-BE49-F238E27FC236}">
                <a16:creationId xmlns:a16="http://schemas.microsoft.com/office/drawing/2014/main" id="{DCBB6D93-6C1F-27B9-2D51-2FD9F4673965}"/>
              </a:ext>
            </a:extLst>
          </p:cNvPr>
          <p:cNvSpPr txBox="1"/>
          <p:nvPr/>
        </p:nvSpPr>
        <p:spPr>
          <a:xfrm>
            <a:off x="3217333" y="4747898"/>
            <a:ext cx="462845" cy="584775"/>
          </a:xfrm>
          <a:prstGeom prst="rect">
            <a:avLst/>
          </a:prstGeom>
          <a:noFill/>
        </p:spPr>
        <p:txBody>
          <a:bodyPr wrap="square" rtlCol="0">
            <a:spAutoFit/>
          </a:bodyPr>
          <a:lstStyle/>
          <a:p>
            <a:pPr algn="ctr"/>
            <a:r>
              <a:rPr lang="en-US" sz="3200" dirty="0"/>
              <a:t>6</a:t>
            </a:r>
          </a:p>
        </p:txBody>
      </p:sp>
      <p:sp>
        <p:nvSpPr>
          <p:cNvPr id="11" name="TextBox 10">
            <a:extLst>
              <a:ext uri="{FF2B5EF4-FFF2-40B4-BE49-F238E27FC236}">
                <a16:creationId xmlns:a16="http://schemas.microsoft.com/office/drawing/2014/main" id="{694427C9-AAB2-457F-3BAE-FAD248F83F44}"/>
              </a:ext>
            </a:extLst>
          </p:cNvPr>
          <p:cNvSpPr txBox="1"/>
          <p:nvPr/>
        </p:nvSpPr>
        <p:spPr>
          <a:xfrm>
            <a:off x="7213604" y="4747898"/>
            <a:ext cx="462845" cy="584775"/>
          </a:xfrm>
          <a:prstGeom prst="rect">
            <a:avLst/>
          </a:prstGeom>
          <a:noFill/>
        </p:spPr>
        <p:txBody>
          <a:bodyPr wrap="square" rtlCol="0">
            <a:spAutoFit/>
          </a:bodyPr>
          <a:lstStyle/>
          <a:p>
            <a:pPr algn="ctr"/>
            <a:r>
              <a:rPr lang="en-US" sz="3200" dirty="0"/>
              <a:t>3</a:t>
            </a:r>
          </a:p>
        </p:txBody>
      </p:sp>
    </p:spTree>
    <p:extLst>
      <p:ext uri="{BB962C8B-B14F-4D97-AF65-F5344CB8AC3E}">
        <p14:creationId xmlns:p14="http://schemas.microsoft.com/office/powerpoint/2010/main" val="23084940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A34E0B-6B80-8644-C50F-30259D4AD6A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C83619A-F147-BC0D-011A-65D56290FE5A}"/>
              </a:ext>
            </a:extLst>
          </p:cNvPr>
          <p:cNvSpPr>
            <a:spLocks noGrp="1"/>
          </p:cNvSpPr>
          <p:nvPr>
            <p:ph sz="half" idx="1"/>
          </p:nvPr>
        </p:nvSpPr>
        <p:spPr/>
        <p:txBody>
          <a:bodyPr/>
          <a:lstStyle/>
          <a:p>
            <a:r>
              <a:rPr lang="en-US" dirty="0"/>
              <a:t>In the right center block, the 4-line is 2-something. 10 would be minimum and 30 would be maximum, but we don’t have 0’s. It also can’t be a 29 sum because that would require 9 both line the line and in the circle.</a:t>
            </a:r>
          </a:p>
        </p:txBody>
      </p:sp>
      <p:pic>
        <p:nvPicPr>
          <p:cNvPr id="4" name="Picture 3" descr="A grid of sudoku puzzle&#10;&#10;Description automatically generated">
            <a:extLst>
              <a:ext uri="{FF2B5EF4-FFF2-40B4-BE49-F238E27FC236}">
                <a16:creationId xmlns:a16="http://schemas.microsoft.com/office/drawing/2014/main" id="{9CCDBEEC-A3B8-CF3C-1B5D-E76678352013}"/>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8CF18D6B-227D-9792-58E4-FD5D8BCF6630}"/>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3AE32250-8D5E-0DAA-B3F5-457C719A945C}"/>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0C6BFD89-8CCC-BE7B-9312-3D1227D7FB6A}"/>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DDEAFECB-989A-7834-53A4-F153FF4C68C0}"/>
              </a:ext>
            </a:extLst>
          </p:cNvPr>
          <p:cNvSpPr txBox="1"/>
          <p:nvPr/>
        </p:nvSpPr>
        <p:spPr>
          <a:xfrm>
            <a:off x="3716867" y="223122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6CD4B344-1474-9A9A-F157-D5B92A191CB6}"/>
              </a:ext>
            </a:extLst>
          </p:cNvPr>
          <p:cNvSpPr txBox="1"/>
          <p:nvPr/>
        </p:nvSpPr>
        <p:spPr>
          <a:xfrm>
            <a:off x="3640666" y="3036341"/>
            <a:ext cx="570089" cy="230832"/>
          </a:xfrm>
          <a:prstGeom prst="rect">
            <a:avLst/>
          </a:prstGeom>
          <a:noFill/>
        </p:spPr>
        <p:txBody>
          <a:bodyPr wrap="square" rtlCol="0">
            <a:spAutoFit/>
          </a:bodyPr>
          <a:lstStyle/>
          <a:p>
            <a:pPr algn="ctr"/>
            <a:r>
              <a:rPr lang="en-US" sz="900" dirty="0"/>
              <a:t>987654</a:t>
            </a:r>
          </a:p>
        </p:txBody>
      </p:sp>
      <p:sp>
        <p:nvSpPr>
          <p:cNvPr id="9" name="TextBox 8">
            <a:extLst>
              <a:ext uri="{FF2B5EF4-FFF2-40B4-BE49-F238E27FC236}">
                <a16:creationId xmlns:a16="http://schemas.microsoft.com/office/drawing/2014/main" id="{D4D50D39-3C49-B96E-08A5-D8FA4CF834E3}"/>
              </a:ext>
            </a:extLst>
          </p:cNvPr>
          <p:cNvSpPr txBox="1"/>
          <p:nvPr/>
        </p:nvSpPr>
        <p:spPr>
          <a:xfrm>
            <a:off x="3138310" y="3036341"/>
            <a:ext cx="570089" cy="230832"/>
          </a:xfrm>
          <a:prstGeom prst="rect">
            <a:avLst/>
          </a:prstGeom>
          <a:noFill/>
        </p:spPr>
        <p:txBody>
          <a:bodyPr wrap="square" rtlCol="0">
            <a:spAutoFit/>
          </a:bodyPr>
          <a:lstStyle/>
          <a:p>
            <a:pPr algn="ctr"/>
            <a:r>
              <a:rPr lang="en-US" sz="900" dirty="0"/>
              <a:t>456789</a:t>
            </a:r>
          </a:p>
        </p:txBody>
      </p:sp>
      <p:sp>
        <p:nvSpPr>
          <p:cNvPr id="10" name="TextBox 9">
            <a:extLst>
              <a:ext uri="{FF2B5EF4-FFF2-40B4-BE49-F238E27FC236}">
                <a16:creationId xmlns:a16="http://schemas.microsoft.com/office/drawing/2014/main" id="{410F1DAF-C882-DB37-8326-0F01C4EBA9B5}"/>
              </a:ext>
            </a:extLst>
          </p:cNvPr>
          <p:cNvSpPr txBox="1"/>
          <p:nvPr/>
        </p:nvSpPr>
        <p:spPr>
          <a:xfrm>
            <a:off x="3217333" y="4747898"/>
            <a:ext cx="462845" cy="584775"/>
          </a:xfrm>
          <a:prstGeom prst="rect">
            <a:avLst/>
          </a:prstGeom>
          <a:noFill/>
        </p:spPr>
        <p:txBody>
          <a:bodyPr wrap="square" rtlCol="0">
            <a:spAutoFit/>
          </a:bodyPr>
          <a:lstStyle/>
          <a:p>
            <a:pPr algn="ctr"/>
            <a:r>
              <a:rPr lang="en-US" sz="3200" dirty="0"/>
              <a:t>6</a:t>
            </a:r>
          </a:p>
        </p:txBody>
      </p:sp>
      <p:sp>
        <p:nvSpPr>
          <p:cNvPr id="11" name="TextBox 10">
            <a:extLst>
              <a:ext uri="{FF2B5EF4-FFF2-40B4-BE49-F238E27FC236}">
                <a16:creationId xmlns:a16="http://schemas.microsoft.com/office/drawing/2014/main" id="{B954C9DC-6A1C-541B-B5BA-6C3262E18040}"/>
              </a:ext>
            </a:extLst>
          </p:cNvPr>
          <p:cNvSpPr txBox="1"/>
          <p:nvPr/>
        </p:nvSpPr>
        <p:spPr>
          <a:xfrm>
            <a:off x="7213604" y="4747898"/>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A5EBDA58-6CEF-C9C4-F922-48B8174332EC}"/>
              </a:ext>
            </a:extLst>
          </p:cNvPr>
          <p:cNvSpPr txBox="1"/>
          <p:nvPr/>
        </p:nvSpPr>
        <p:spPr>
          <a:xfrm>
            <a:off x="6654802" y="2404765"/>
            <a:ext cx="570089" cy="230832"/>
          </a:xfrm>
          <a:prstGeom prst="rect">
            <a:avLst/>
          </a:prstGeom>
          <a:noFill/>
        </p:spPr>
        <p:txBody>
          <a:bodyPr wrap="square" rtlCol="0">
            <a:spAutoFit/>
          </a:bodyPr>
          <a:lstStyle/>
          <a:p>
            <a:pPr algn="ctr"/>
            <a:r>
              <a:rPr lang="en-US" sz="900" dirty="0"/>
              <a:t>245678</a:t>
            </a:r>
          </a:p>
        </p:txBody>
      </p:sp>
      <p:sp>
        <p:nvSpPr>
          <p:cNvPr id="13" name="TextBox 12">
            <a:extLst>
              <a:ext uri="{FF2B5EF4-FFF2-40B4-BE49-F238E27FC236}">
                <a16:creationId xmlns:a16="http://schemas.microsoft.com/office/drawing/2014/main" id="{D81163CC-3444-6511-13BE-86832F5CF18B}"/>
              </a:ext>
            </a:extLst>
          </p:cNvPr>
          <p:cNvSpPr txBox="1"/>
          <p:nvPr/>
        </p:nvSpPr>
        <p:spPr>
          <a:xfrm>
            <a:off x="7157158" y="2404765"/>
            <a:ext cx="570089" cy="230832"/>
          </a:xfrm>
          <a:prstGeom prst="rect">
            <a:avLst/>
          </a:prstGeom>
          <a:noFill/>
        </p:spPr>
        <p:txBody>
          <a:bodyPr wrap="square" rtlCol="0">
            <a:spAutoFit/>
          </a:bodyPr>
          <a:lstStyle/>
          <a:p>
            <a:pPr algn="ctr"/>
            <a:r>
              <a:rPr lang="en-US" sz="900" dirty="0"/>
              <a:t>24567</a:t>
            </a:r>
          </a:p>
        </p:txBody>
      </p:sp>
    </p:spTree>
    <p:extLst>
      <p:ext uri="{BB962C8B-B14F-4D97-AF65-F5344CB8AC3E}">
        <p14:creationId xmlns:p14="http://schemas.microsoft.com/office/powerpoint/2010/main" val="749162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203EA2-A6C6-4479-E50E-75B1426CDE4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D5A9D24-92E2-C115-0214-509EC10126D3}"/>
              </a:ext>
            </a:extLst>
          </p:cNvPr>
          <p:cNvSpPr>
            <a:spLocks noGrp="1"/>
          </p:cNvSpPr>
          <p:nvPr>
            <p:ph sz="half" idx="1"/>
          </p:nvPr>
        </p:nvSpPr>
        <p:spPr/>
        <p:txBody>
          <a:bodyPr/>
          <a:lstStyle/>
          <a:p>
            <a:r>
              <a:rPr lang="en-US" dirty="0"/>
              <a:t>The line in Row 4 is 30 minimum (45678) and 35 maximum (56789). The 3 can go in only one circle. The line must contain 9. Dropping 4-8 makes the other digit of the sum 5-1.</a:t>
            </a:r>
          </a:p>
        </p:txBody>
      </p:sp>
      <p:pic>
        <p:nvPicPr>
          <p:cNvPr id="4" name="Picture 3" descr="A grid of sudoku puzzle&#10;&#10;Description automatically generated">
            <a:extLst>
              <a:ext uri="{FF2B5EF4-FFF2-40B4-BE49-F238E27FC236}">
                <a16:creationId xmlns:a16="http://schemas.microsoft.com/office/drawing/2014/main" id="{2F77FD0B-1424-4B1D-BF6B-283BC0F128D8}"/>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8790735D-4236-079D-C780-87C9B23BD6CC}"/>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C6BAD4D4-DE43-0C54-80FE-B12677B73CF8}"/>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4ADDAA0D-3A6E-D5D4-6841-87C4460C4C14}"/>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AFE764F3-0A29-6FC4-6E40-3CFDA640E926}"/>
              </a:ext>
            </a:extLst>
          </p:cNvPr>
          <p:cNvSpPr txBox="1"/>
          <p:nvPr/>
        </p:nvSpPr>
        <p:spPr>
          <a:xfrm>
            <a:off x="3716867" y="223122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318B2A95-EE2E-0C6F-CE74-60BAA982A385}"/>
              </a:ext>
            </a:extLst>
          </p:cNvPr>
          <p:cNvSpPr txBox="1"/>
          <p:nvPr/>
        </p:nvSpPr>
        <p:spPr>
          <a:xfrm>
            <a:off x="3640666" y="3036341"/>
            <a:ext cx="570089" cy="230832"/>
          </a:xfrm>
          <a:prstGeom prst="rect">
            <a:avLst/>
          </a:prstGeom>
          <a:noFill/>
        </p:spPr>
        <p:txBody>
          <a:bodyPr wrap="square" rtlCol="0">
            <a:spAutoFit/>
          </a:bodyPr>
          <a:lstStyle/>
          <a:p>
            <a:pPr algn="ctr"/>
            <a:r>
              <a:rPr lang="en-US" sz="900" dirty="0"/>
              <a:t>987654</a:t>
            </a:r>
          </a:p>
        </p:txBody>
      </p:sp>
      <p:sp>
        <p:nvSpPr>
          <p:cNvPr id="9" name="TextBox 8">
            <a:extLst>
              <a:ext uri="{FF2B5EF4-FFF2-40B4-BE49-F238E27FC236}">
                <a16:creationId xmlns:a16="http://schemas.microsoft.com/office/drawing/2014/main" id="{AF48992F-27FD-4138-DEAF-860D3317F8D6}"/>
              </a:ext>
            </a:extLst>
          </p:cNvPr>
          <p:cNvSpPr txBox="1"/>
          <p:nvPr/>
        </p:nvSpPr>
        <p:spPr>
          <a:xfrm>
            <a:off x="3138310" y="3036341"/>
            <a:ext cx="570089" cy="230832"/>
          </a:xfrm>
          <a:prstGeom prst="rect">
            <a:avLst/>
          </a:prstGeom>
          <a:noFill/>
        </p:spPr>
        <p:txBody>
          <a:bodyPr wrap="square" rtlCol="0">
            <a:spAutoFit/>
          </a:bodyPr>
          <a:lstStyle/>
          <a:p>
            <a:pPr algn="ctr"/>
            <a:r>
              <a:rPr lang="en-US" sz="900" dirty="0"/>
              <a:t>456789</a:t>
            </a:r>
          </a:p>
        </p:txBody>
      </p:sp>
      <p:sp>
        <p:nvSpPr>
          <p:cNvPr id="10" name="TextBox 9">
            <a:extLst>
              <a:ext uri="{FF2B5EF4-FFF2-40B4-BE49-F238E27FC236}">
                <a16:creationId xmlns:a16="http://schemas.microsoft.com/office/drawing/2014/main" id="{7B954B91-06BD-3AE8-BA4F-D7087AF74F92}"/>
              </a:ext>
            </a:extLst>
          </p:cNvPr>
          <p:cNvSpPr txBox="1"/>
          <p:nvPr/>
        </p:nvSpPr>
        <p:spPr>
          <a:xfrm>
            <a:off x="3217333" y="4747898"/>
            <a:ext cx="462845" cy="584775"/>
          </a:xfrm>
          <a:prstGeom prst="rect">
            <a:avLst/>
          </a:prstGeom>
          <a:noFill/>
        </p:spPr>
        <p:txBody>
          <a:bodyPr wrap="square" rtlCol="0">
            <a:spAutoFit/>
          </a:bodyPr>
          <a:lstStyle/>
          <a:p>
            <a:pPr algn="ctr"/>
            <a:r>
              <a:rPr lang="en-US" sz="3200" dirty="0"/>
              <a:t>6</a:t>
            </a:r>
          </a:p>
        </p:txBody>
      </p:sp>
      <p:sp>
        <p:nvSpPr>
          <p:cNvPr id="11" name="TextBox 10">
            <a:extLst>
              <a:ext uri="{FF2B5EF4-FFF2-40B4-BE49-F238E27FC236}">
                <a16:creationId xmlns:a16="http://schemas.microsoft.com/office/drawing/2014/main" id="{45D70DEE-ED00-F7BC-241B-5365EE9D7083}"/>
              </a:ext>
            </a:extLst>
          </p:cNvPr>
          <p:cNvSpPr txBox="1"/>
          <p:nvPr/>
        </p:nvSpPr>
        <p:spPr>
          <a:xfrm>
            <a:off x="7213604" y="4747898"/>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30280157-9AF2-E2AF-8943-8B8CB1ACDAD9}"/>
              </a:ext>
            </a:extLst>
          </p:cNvPr>
          <p:cNvSpPr txBox="1"/>
          <p:nvPr/>
        </p:nvSpPr>
        <p:spPr>
          <a:xfrm>
            <a:off x="6214537" y="2734556"/>
            <a:ext cx="462845" cy="584775"/>
          </a:xfrm>
          <a:prstGeom prst="rect">
            <a:avLst/>
          </a:prstGeom>
          <a:no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2C6ABBB1-11ED-535B-1916-A76184BD46DD}"/>
              </a:ext>
            </a:extLst>
          </p:cNvPr>
          <p:cNvSpPr txBox="1"/>
          <p:nvPr/>
        </p:nvSpPr>
        <p:spPr>
          <a:xfrm>
            <a:off x="4143022" y="2274133"/>
            <a:ext cx="570089" cy="230832"/>
          </a:xfrm>
          <a:prstGeom prst="rect">
            <a:avLst/>
          </a:prstGeom>
          <a:noFill/>
        </p:spPr>
        <p:txBody>
          <a:bodyPr wrap="square" rtlCol="0">
            <a:spAutoFit/>
          </a:bodyPr>
          <a:lstStyle/>
          <a:p>
            <a:pPr algn="ctr"/>
            <a:r>
              <a:rPr lang="en-US" sz="900" dirty="0"/>
              <a:t>456789</a:t>
            </a:r>
          </a:p>
        </p:txBody>
      </p:sp>
      <p:sp>
        <p:nvSpPr>
          <p:cNvPr id="14" name="TextBox 13">
            <a:extLst>
              <a:ext uri="{FF2B5EF4-FFF2-40B4-BE49-F238E27FC236}">
                <a16:creationId xmlns:a16="http://schemas.microsoft.com/office/drawing/2014/main" id="{A456FAC2-9960-5E4C-1573-783C393D7427}"/>
              </a:ext>
            </a:extLst>
          </p:cNvPr>
          <p:cNvSpPr txBox="1"/>
          <p:nvPr/>
        </p:nvSpPr>
        <p:spPr>
          <a:xfrm>
            <a:off x="4645378" y="2274133"/>
            <a:ext cx="570089" cy="230832"/>
          </a:xfrm>
          <a:prstGeom prst="rect">
            <a:avLst/>
          </a:prstGeom>
          <a:noFill/>
        </p:spPr>
        <p:txBody>
          <a:bodyPr wrap="square" rtlCol="0">
            <a:spAutoFit/>
          </a:bodyPr>
          <a:lstStyle/>
          <a:p>
            <a:pPr algn="ctr"/>
            <a:r>
              <a:rPr lang="en-US" sz="900" dirty="0"/>
              <a:t>45789</a:t>
            </a:r>
          </a:p>
        </p:txBody>
      </p:sp>
      <p:sp>
        <p:nvSpPr>
          <p:cNvPr id="15" name="TextBox 14">
            <a:extLst>
              <a:ext uri="{FF2B5EF4-FFF2-40B4-BE49-F238E27FC236}">
                <a16:creationId xmlns:a16="http://schemas.microsoft.com/office/drawing/2014/main" id="{55D6D7BF-46AF-B84D-C00F-563786BB2640}"/>
              </a:ext>
            </a:extLst>
          </p:cNvPr>
          <p:cNvSpPr txBox="1"/>
          <p:nvPr/>
        </p:nvSpPr>
        <p:spPr>
          <a:xfrm>
            <a:off x="5147734" y="2274133"/>
            <a:ext cx="570089" cy="230832"/>
          </a:xfrm>
          <a:prstGeom prst="rect">
            <a:avLst/>
          </a:prstGeom>
          <a:noFill/>
        </p:spPr>
        <p:txBody>
          <a:bodyPr wrap="square" rtlCol="0">
            <a:spAutoFit/>
          </a:bodyPr>
          <a:lstStyle/>
          <a:p>
            <a:pPr algn="ctr"/>
            <a:r>
              <a:rPr lang="en-US" sz="900" dirty="0"/>
              <a:t>456789</a:t>
            </a:r>
          </a:p>
        </p:txBody>
      </p:sp>
      <p:sp>
        <p:nvSpPr>
          <p:cNvPr id="16" name="TextBox 15">
            <a:extLst>
              <a:ext uri="{FF2B5EF4-FFF2-40B4-BE49-F238E27FC236}">
                <a16:creationId xmlns:a16="http://schemas.microsoft.com/office/drawing/2014/main" id="{A8F7CC19-EA55-4BF7-EDCD-0E842275DA71}"/>
              </a:ext>
            </a:extLst>
          </p:cNvPr>
          <p:cNvSpPr txBox="1"/>
          <p:nvPr/>
        </p:nvSpPr>
        <p:spPr>
          <a:xfrm>
            <a:off x="5650090" y="2274133"/>
            <a:ext cx="570089" cy="230832"/>
          </a:xfrm>
          <a:prstGeom prst="rect">
            <a:avLst/>
          </a:prstGeom>
          <a:noFill/>
        </p:spPr>
        <p:txBody>
          <a:bodyPr wrap="square" rtlCol="0">
            <a:spAutoFit/>
          </a:bodyPr>
          <a:lstStyle/>
          <a:p>
            <a:pPr algn="ctr"/>
            <a:r>
              <a:rPr lang="en-US" sz="900" dirty="0"/>
              <a:t>45789</a:t>
            </a:r>
          </a:p>
        </p:txBody>
      </p:sp>
      <p:sp>
        <p:nvSpPr>
          <p:cNvPr id="17" name="TextBox 16">
            <a:extLst>
              <a:ext uri="{FF2B5EF4-FFF2-40B4-BE49-F238E27FC236}">
                <a16:creationId xmlns:a16="http://schemas.microsoft.com/office/drawing/2014/main" id="{7F16B044-4B4C-820A-876C-01FF01EF2994}"/>
              </a:ext>
            </a:extLst>
          </p:cNvPr>
          <p:cNvSpPr txBox="1"/>
          <p:nvPr/>
        </p:nvSpPr>
        <p:spPr>
          <a:xfrm>
            <a:off x="6152446" y="2274133"/>
            <a:ext cx="570089" cy="230832"/>
          </a:xfrm>
          <a:prstGeom prst="rect">
            <a:avLst/>
          </a:prstGeom>
          <a:noFill/>
        </p:spPr>
        <p:txBody>
          <a:bodyPr wrap="square" rtlCol="0">
            <a:spAutoFit/>
          </a:bodyPr>
          <a:lstStyle/>
          <a:p>
            <a:pPr algn="ctr"/>
            <a:r>
              <a:rPr lang="en-US" sz="900" dirty="0"/>
              <a:t>456789</a:t>
            </a:r>
          </a:p>
        </p:txBody>
      </p:sp>
      <p:sp>
        <p:nvSpPr>
          <p:cNvPr id="18" name="TextBox 17">
            <a:extLst>
              <a:ext uri="{FF2B5EF4-FFF2-40B4-BE49-F238E27FC236}">
                <a16:creationId xmlns:a16="http://schemas.microsoft.com/office/drawing/2014/main" id="{4E1DD1C8-34CC-C9B6-C314-EB14CCFF1409}"/>
              </a:ext>
            </a:extLst>
          </p:cNvPr>
          <p:cNvSpPr txBox="1"/>
          <p:nvPr/>
        </p:nvSpPr>
        <p:spPr>
          <a:xfrm>
            <a:off x="6654802" y="2404765"/>
            <a:ext cx="570089" cy="230832"/>
          </a:xfrm>
          <a:prstGeom prst="rect">
            <a:avLst/>
          </a:prstGeom>
          <a:noFill/>
        </p:spPr>
        <p:txBody>
          <a:bodyPr wrap="square" rtlCol="0">
            <a:spAutoFit/>
          </a:bodyPr>
          <a:lstStyle/>
          <a:p>
            <a:pPr algn="ctr"/>
            <a:r>
              <a:rPr lang="en-US" sz="900" dirty="0"/>
              <a:t>245678</a:t>
            </a:r>
          </a:p>
        </p:txBody>
      </p:sp>
      <p:sp>
        <p:nvSpPr>
          <p:cNvPr id="19" name="TextBox 18">
            <a:extLst>
              <a:ext uri="{FF2B5EF4-FFF2-40B4-BE49-F238E27FC236}">
                <a16:creationId xmlns:a16="http://schemas.microsoft.com/office/drawing/2014/main" id="{C7FCAC61-7186-0D79-0346-3BDC677EA831}"/>
              </a:ext>
            </a:extLst>
          </p:cNvPr>
          <p:cNvSpPr txBox="1"/>
          <p:nvPr/>
        </p:nvSpPr>
        <p:spPr>
          <a:xfrm>
            <a:off x="7157158" y="2404765"/>
            <a:ext cx="570089" cy="230832"/>
          </a:xfrm>
          <a:prstGeom prst="rect">
            <a:avLst/>
          </a:prstGeom>
          <a:noFill/>
        </p:spPr>
        <p:txBody>
          <a:bodyPr wrap="square" rtlCol="0">
            <a:spAutoFit/>
          </a:bodyPr>
          <a:lstStyle/>
          <a:p>
            <a:pPr algn="ctr"/>
            <a:r>
              <a:rPr lang="en-US" sz="900" dirty="0"/>
              <a:t>24567</a:t>
            </a:r>
          </a:p>
        </p:txBody>
      </p:sp>
      <p:sp>
        <p:nvSpPr>
          <p:cNvPr id="20" name="TextBox 19">
            <a:extLst>
              <a:ext uri="{FF2B5EF4-FFF2-40B4-BE49-F238E27FC236}">
                <a16:creationId xmlns:a16="http://schemas.microsoft.com/office/drawing/2014/main" id="{923B6C00-735E-0EFD-3F8B-AD9C94C976E7}"/>
              </a:ext>
            </a:extLst>
          </p:cNvPr>
          <p:cNvSpPr txBox="1"/>
          <p:nvPr/>
        </p:nvSpPr>
        <p:spPr>
          <a:xfrm>
            <a:off x="4143022" y="2905709"/>
            <a:ext cx="570089" cy="230832"/>
          </a:xfrm>
          <a:prstGeom prst="rect">
            <a:avLst/>
          </a:prstGeom>
          <a:noFill/>
        </p:spPr>
        <p:txBody>
          <a:bodyPr wrap="square" rtlCol="0">
            <a:spAutoFit/>
          </a:bodyPr>
          <a:lstStyle/>
          <a:p>
            <a:pPr algn="ctr"/>
            <a:r>
              <a:rPr lang="en-US" sz="900" dirty="0"/>
              <a:t>54321</a:t>
            </a:r>
          </a:p>
        </p:txBody>
      </p:sp>
    </p:spTree>
    <p:extLst>
      <p:ext uri="{BB962C8B-B14F-4D97-AF65-F5344CB8AC3E}">
        <p14:creationId xmlns:p14="http://schemas.microsoft.com/office/powerpoint/2010/main" val="42578574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AC71C8-1F60-08E7-A690-383218B79D1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272BE29-DDBD-FBA0-122C-BD0A5FD20455}"/>
              </a:ext>
            </a:extLst>
          </p:cNvPr>
          <p:cNvSpPr>
            <a:spLocks noGrp="1"/>
          </p:cNvSpPr>
          <p:nvPr>
            <p:ph sz="half" idx="1"/>
          </p:nvPr>
        </p:nvSpPr>
        <p:spPr/>
        <p:txBody>
          <a:bodyPr/>
          <a:lstStyle/>
          <a:p>
            <a:r>
              <a:rPr lang="en-US" dirty="0"/>
              <a:t>Reduce. The line in Row 4 must contain 6, 8, and 9.</a:t>
            </a:r>
          </a:p>
        </p:txBody>
      </p:sp>
      <p:pic>
        <p:nvPicPr>
          <p:cNvPr id="4" name="Picture 3" descr="A grid of sudoku puzzle&#10;&#10;Description automatically generated">
            <a:extLst>
              <a:ext uri="{FF2B5EF4-FFF2-40B4-BE49-F238E27FC236}">
                <a16:creationId xmlns:a16="http://schemas.microsoft.com/office/drawing/2014/main" id="{26F6CBCC-75E0-8754-63AC-6CBAD2C2F077}"/>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6B765CF5-8B36-A744-55DA-4CEAA1F325B6}"/>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00F182BF-7833-22B3-4827-07C7EA0A976E}"/>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2DD9650D-8502-1090-8162-530677D773B7}"/>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171B3BE8-7D97-DA4F-1F0D-0BD7D0010FA5}"/>
              </a:ext>
            </a:extLst>
          </p:cNvPr>
          <p:cNvSpPr txBox="1"/>
          <p:nvPr/>
        </p:nvSpPr>
        <p:spPr>
          <a:xfrm>
            <a:off x="3716867" y="223122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0FBAF84C-1740-9A41-FFAE-2F9DC95A048B}"/>
              </a:ext>
            </a:extLst>
          </p:cNvPr>
          <p:cNvSpPr txBox="1"/>
          <p:nvPr/>
        </p:nvSpPr>
        <p:spPr>
          <a:xfrm>
            <a:off x="3640666" y="3036341"/>
            <a:ext cx="570089" cy="230832"/>
          </a:xfrm>
          <a:prstGeom prst="rect">
            <a:avLst/>
          </a:prstGeom>
          <a:noFill/>
        </p:spPr>
        <p:txBody>
          <a:bodyPr wrap="square" rtlCol="0">
            <a:spAutoFit/>
          </a:bodyPr>
          <a:lstStyle/>
          <a:p>
            <a:pPr algn="ctr"/>
            <a:r>
              <a:rPr lang="en-US" sz="900" dirty="0"/>
              <a:t>987654</a:t>
            </a:r>
          </a:p>
        </p:txBody>
      </p:sp>
      <p:sp>
        <p:nvSpPr>
          <p:cNvPr id="9" name="TextBox 8">
            <a:extLst>
              <a:ext uri="{FF2B5EF4-FFF2-40B4-BE49-F238E27FC236}">
                <a16:creationId xmlns:a16="http://schemas.microsoft.com/office/drawing/2014/main" id="{160F93ED-FF43-EB6D-F6EF-267FD74B0BA5}"/>
              </a:ext>
            </a:extLst>
          </p:cNvPr>
          <p:cNvSpPr txBox="1"/>
          <p:nvPr/>
        </p:nvSpPr>
        <p:spPr>
          <a:xfrm>
            <a:off x="3138310" y="3036341"/>
            <a:ext cx="570089" cy="230832"/>
          </a:xfrm>
          <a:prstGeom prst="rect">
            <a:avLst/>
          </a:prstGeom>
          <a:noFill/>
        </p:spPr>
        <p:txBody>
          <a:bodyPr wrap="square" rtlCol="0">
            <a:spAutoFit/>
          </a:bodyPr>
          <a:lstStyle/>
          <a:p>
            <a:pPr algn="ctr"/>
            <a:r>
              <a:rPr lang="en-US" sz="900" dirty="0"/>
              <a:t>456789</a:t>
            </a:r>
          </a:p>
        </p:txBody>
      </p:sp>
      <p:sp>
        <p:nvSpPr>
          <p:cNvPr id="10" name="TextBox 9">
            <a:extLst>
              <a:ext uri="{FF2B5EF4-FFF2-40B4-BE49-F238E27FC236}">
                <a16:creationId xmlns:a16="http://schemas.microsoft.com/office/drawing/2014/main" id="{42797298-DD66-104C-3A7F-4D62047DEE89}"/>
              </a:ext>
            </a:extLst>
          </p:cNvPr>
          <p:cNvSpPr txBox="1"/>
          <p:nvPr/>
        </p:nvSpPr>
        <p:spPr>
          <a:xfrm>
            <a:off x="3217333" y="4747898"/>
            <a:ext cx="462845" cy="584775"/>
          </a:xfrm>
          <a:prstGeom prst="rect">
            <a:avLst/>
          </a:prstGeom>
          <a:noFill/>
        </p:spPr>
        <p:txBody>
          <a:bodyPr wrap="square" rtlCol="0">
            <a:spAutoFit/>
          </a:bodyPr>
          <a:lstStyle/>
          <a:p>
            <a:pPr algn="ctr"/>
            <a:r>
              <a:rPr lang="en-US" sz="3200" dirty="0"/>
              <a:t>6</a:t>
            </a:r>
          </a:p>
        </p:txBody>
      </p:sp>
      <p:sp>
        <p:nvSpPr>
          <p:cNvPr id="11" name="TextBox 10">
            <a:extLst>
              <a:ext uri="{FF2B5EF4-FFF2-40B4-BE49-F238E27FC236}">
                <a16:creationId xmlns:a16="http://schemas.microsoft.com/office/drawing/2014/main" id="{452D77F4-C989-AE29-B6CB-C5838826DBF4}"/>
              </a:ext>
            </a:extLst>
          </p:cNvPr>
          <p:cNvSpPr txBox="1"/>
          <p:nvPr/>
        </p:nvSpPr>
        <p:spPr>
          <a:xfrm>
            <a:off x="7213604" y="4747898"/>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9AB6F750-9BCB-CD56-2966-24910269F769}"/>
              </a:ext>
            </a:extLst>
          </p:cNvPr>
          <p:cNvSpPr txBox="1"/>
          <p:nvPr/>
        </p:nvSpPr>
        <p:spPr>
          <a:xfrm>
            <a:off x="6214537" y="2734556"/>
            <a:ext cx="462845" cy="584775"/>
          </a:xfrm>
          <a:prstGeom prst="rect">
            <a:avLst/>
          </a:prstGeom>
          <a:no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2FC55664-1010-E4DD-5298-94064A54211E}"/>
              </a:ext>
            </a:extLst>
          </p:cNvPr>
          <p:cNvSpPr txBox="1"/>
          <p:nvPr/>
        </p:nvSpPr>
        <p:spPr>
          <a:xfrm>
            <a:off x="4143022" y="2274133"/>
            <a:ext cx="570089" cy="230832"/>
          </a:xfrm>
          <a:prstGeom prst="rect">
            <a:avLst/>
          </a:prstGeom>
          <a:noFill/>
        </p:spPr>
        <p:txBody>
          <a:bodyPr wrap="square" rtlCol="0">
            <a:spAutoFit/>
          </a:bodyPr>
          <a:lstStyle/>
          <a:p>
            <a:pPr algn="ctr"/>
            <a:r>
              <a:rPr lang="en-US" sz="900" dirty="0"/>
              <a:t>456789</a:t>
            </a:r>
          </a:p>
        </p:txBody>
      </p:sp>
      <p:sp>
        <p:nvSpPr>
          <p:cNvPr id="14" name="TextBox 13">
            <a:extLst>
              <a:ext uri="{FF2B5EF4-FFF2-40B4-BE49-F238E27FC236}">
                <a16:creationId xmlns:a16="http://schemas.microsoft.com/office/drawing/2014/main" id="{156DA56A-E999-C660-549E-D2870A0C184A}"/>
              </a:ext>
            </a:extLst>
          </p:cNvPr>
          <p:cNvSpPr txBox="1"/>
          <p:nvPr/>
        </p:nvSpPr>
        <p:spPr>
          <a:xfrm>
            <a:off x="4645378" y="2274133"/>
            <a:ext cx="570089" cy="230832"/>
          </a:xfrm>
          <a:prstGeom prst="rect">
            <a:avLst/>
          </a:prstGeom>
          <a:noFill/>
        </p:spPr>
        <p:txBody>
          <a:bodyPr wrap="square" rtlCol="0">
            <a:spAutoFit/>
          </a:bodyPr>
          <a:lstStyle/>
          <a:p>
            <a:pPr algn="ctr"/>
            <a:r>
              <a:rPr lang="en-US" sz="900" dirty="0"/>
              <a:t>45789</a:t>
            </a:r>
          </a:p>
        </p:txBody>
      </p:sp>
      <p:sp>
        <p:nvSpPr>
          <p:cNvPr id="15" name="TextBox 14">
            <a:extLst>
              <a:ext uri="{FF2B5EF4-FFF2-40B4-BE49-F238E27FC236}">
                <a16:creationId xmlns:a16="http://schemas.microsoft.com/office/drawing/2014/main" id="{80B5C3C7-F9EF-CFEF-A5A4-6D29CC091263}"/>
              </a:ext>
            </a:extLst>
          </p:cNvPr>
          <p:cNvSpPr txBox="1"/>
          <p:nvPr/>
        </p:nvSpPr>
        <p:spPr>
          <a:xfrm>
            <a:off x="5147734" y="2274133"/>
            <a:ext cx="570089" cy="230832"/>
          </a:xfrm>
          <a:prstGeom prst="rect">
            <a:avLst/>
          </a:prstGeom>
          <a:noFill/>
        </p:spPr>
        <p:txBody>
          <a:bodyPr wrap="square" rtlCol="0">
            <a:spAutoFit/>
          </a:bodyPr>
          <a:lstStyle/>
          <a:p>
            <a:pPr algn="ctr"/>
            <a:r>
              <a:rPr lang="en-US" sz="900" dirty="0"/>
              <a:t>456789</a:t>
            </a:r>
          </a:p>
        </p:txBody>
      </p:sp>
      <p:sp>
        <p:nvSpPr>
          <p:cNvPr id="16" name="TextBox 15">
            <a:extLst>
              <a:ext uri="{FF2B5EF4-FFF2-40B4-BE49-F238E27FC236}">
                <a16:creationId xmlns:a16="http://schemas.microsoft.com/office/drawing/2014/main" id="{1A92AED1-CDB3-29E3-8417-3AB7E496A899}"/>
              </a:ext>
            </a:extLst>
          </p:cNvPr>
          <p:cNvSpPr txBox="1"/>
          <p:nvPr/>
        </p:nvSpPr>
        <p:spPr>
          <a:xfrm>
            <a:off x="5650090" y="2274133"/>
            <a:ext cx="570089" cy="230832"/>
          </a:xfrm>
          <a:prstGeom prst="rect">
            <a:avLst/>
          </a:prstGeom>
          <a:noFill/>
        </p:spPr>
        <p:txBody>
          <a:bodyPr wrap="square" rtlCol="0">
            <a:spAutoFit/>
          </a:bodyPr>
          <a:lstStyle/>
          <a:p>
            <a:pPr algn="ctr"/>
            <a:r>
              <a:rPr lang="en-US" sz="900" dirty="0"/>
              <a:t>45789</a:t>
            </a:r>
          </a:p>
        </p:txBody>
      </p:sp>
      <p:sp>
        <p:nvSpPr>
          <p:cNvPr id="17" name="TextBox 16">
            <a:extLst>
              <a:ext uri="{FF2B5EF4-FFF2-40B4-BE49-F238E27FC236}">
                <a16:creationId xmlns:a16="http://schemas.microsoft.com/office/drawing/2014/main" id="{40F894C2-C89F-0586-BCD8-95B9146E484B}"/>
              </a:ext>
            </a:extLst>
          </p:cNvPr>
          <p:cNvSpPr txBox="1"/>
          <p:nvPr/>
        </p:nvSpPr>
        <p:spPr>
          <a:xfrm>
            <a:off x="6152446" y="2274133"/>
            <a:ext cx="570089" cy="230832"/>
          </a:xfrm>
          <a:prstGeom prst="rect">
            <a:avLst/>
          </a:prstGeom>
          <a:noFill/>
        </p:spPr>
        <p:txBody>
          <a:bodyPr wrap="square" rtlCol="0">
            <a:spAutoFit/>
          </a:bodyPr>
          <a:lstStyle/>
          <a:p>
            <a:pPr algn="ctr"/>
            <a:r>
              <a:rPr lang="en-US" sz="900" dirty="0"/>
              <a:t>456789</a:t>
            </a:r>
          </a:p>
        </p:txBody>
      </p:sp>
      <p:sp>
        <p:nvSpPr>
          <p:cNvPr id="18" name="TextBox 17">
            <a:extLst>
              <a:ext uri="{FF2B5EF4-FFF2-40B4-BE49-F238E27FC236}">
                <a16:creationId xmlns:a16="http://schemas.microsoft.com/office/drawing/2014/main" id="{7D95376A-6EA4-A4E3-34F8-60C3C811E4FB}"/>
              </a:ext>
            </a:extLst>
          </p:cNvPr>
          <p:cNvSpPr txBox="1"/>
          <p:nvPr/>
        </p:nvSpPr>
        <p:spPr>
          <a:xfrm>
            <a:off x="6654802" y="2404765"/>
            <a:ext cx="570089" cy="230832"/>
          </a:xfrm>
          <a:prstGeom prst="rect">
            <a:avLst/>
          </a:prstGeom>
          <a:noFill/>
        </p:spPr>
        <p:txBody>
          <a:bodyPr wrap="square" rtlCol="0">
            <a:spAutoFit/>
          </a:bodyPr>
          <a:lstStyle/>
          <a:p>
            <a:pPr algn="ctr"/>
            <a:r>
              <a:rPr lang="en-US" sz="900" dirty="0"/>
              <a:t>2457</a:t>
            </a:r>
          </a:p>
        </p:txBody>
      </p:sp>
      <p:sp>
        <p:nvSpPr>
          <p:cNvPr id="19" name="TextBox 18">
            <a:extLst>
              <a:ext uri="{FF2B5EF4-FFF2-40B4-BE49-F238E27FC236}">
                <a16:creationId xmlns:a16="http://schemas.microsoft.com/office/drawing/2014/main" id="{0A151270-026D-5DE4-0560-EEE51DD0B491}"/>
              </a:ext>
            </a:extLst>
          </p:cNvPr>
          <p:cNvSpPr txBox="1"/>
          <p:nvPr/>
        </p:nvSpPr>
        <p:spPr>
          <a:xfrm>
            <a:off x="7157158" y="2404765"/>
            <a:ext cx="570089" cy="230832"/>
          </a:xfrm>
          <a:prstGeom prst="rect">
            <a:avLst/>
          </a:prstGeom>
          <a:noFill/>
        </p:spPr>
        <p:txBody>
          <a:bodyPr wrap="square" rtlCol="0">
            <a:spAutoFit/>
          </a:bodyPr>
          <a:lstStyle/>
          <a:p>
            <a:pPr algn="ctr"/>
            <a:r>
              <a:rPr lang="en-US" sz="900" dirty="0"/>
              <a:t>2457</a:t>
            </a:r>
          </a:p>
        </p:txBody>
      </p:sp>
      <p:sp>
        <p:nvSpPr>
          <p:cNvPr id="20" name="TextBox 19">
            <a:extLst>
              <a:ext uri="{FF2B5EF4-FFF2-40B4-BE49-F238E27FC236}">
                <a16:creationId xmlns:a16="http://schemas.microsoft.com/office/drawing/2014/main" id="{D6983424-48D1-30F3-D407-63FE0F4EC539}"/>
              </a:ext>
            </a:extLst>
          </p:cNvPr>
          <p:cNvSpPr txBox="1"/>
          <p:nvPr/>
        </p:nvSpPr>
        <p:spPr>
          <a:xfrm>
            <a:off x="4143022" y="2905709"/>
            <a:ext cx="570089" cy="230832"/>
          </a:xfrm>
          <a:prstGeom prst="rect">
            <a:avLst/>
          </a:prstGeom>
          <a:noFill/>
        </p:spPr>
        <p:txBody>
          <a:bodyPr wrap="square" rtlCol="0">
            <a:spAutoFit/>
          </a:bodyPr>
          <a:lstStyle/>
          <a:p>
            <a:pPr algn="ctr"/>
            <a:r>
              <a:rPr lang="en-US" sz="900" dirty="0"/>
              <a:t>542</a:t>
            </a:r>
          </a:p>
        </p:txBody>
      </p:sp>
    </p:spTree>
    <p:extLst>
      <p:ext uri="{BB962C8B-B14F-4D97-AF65-F5344CB8AC3E}">
        <p14:creationId xmlns:p14="http://schemas.microsoft.com/office/powerpoint/2010/main" val="19174325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4700AA-3171-64D8-70C2-8777213F717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BA8B74A-5A83-3DC7-7367-2205D2DFD675}"/>
              </a:ext>
            </a:extLst>
          </p:cNvPr>
          <p:cNvSpPr>
            <a:spLocks noGrp="1"/>
          </p:cNvSpPr>
          <p:nvPr>
            <p:ph sz="half" idx="1"/>
          </p:nvPr>
        </p:nvSpPr>
        <p:spPr/>
        <p:txBody>
          <a:bodyPr>
            <a:normAutofit lnSpcReduction="10000"/>
          </a:bodyPr>
          <a:lstStyle/>
          <a:p>
            <a:r>
              <a:rPr lang="en-US" dirty="0"/>
              <a:t>The 2-lines in the upper three blocks must all be 1-something. Therefore, each of the 2-lines contributes a 1 to one of the three upper blocks. Only the 2-line in Row 3 can contribute a 1 to the upper right block, and the 1 in the left center block sorts the 1’s on the Row 1 and Row 2 lines.</a:t>
            </a:r>
          </a:p>
        </p:txBody>
      </p:sp>
      <p:pic>
        <p:nvPicPr>
          <p:cNvPr id="4" name="Picture 3" descr="A grid of sudoku puzzle&#10;&#10;Description automatically generated">
            <a:extLst>
              <a:ext uri="{FF2B5EF4-FFF2-40B4-BE49-F238E27FC236}">
                <a16:creationId xmlns:a16="http://schemas.microsoft.com/office/drawing/2014/main" id="{4F0BDD36-80AA-D380-42C3-815339AE7852}"/>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AF7EE9FE-80F5-D8A5-5B73-EAE2A998C482}"/>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4FA94A4A-FDE4-E130-1965-395E7AD29EF8}"/>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88DB22FB-088F-6B3A-C3E8-B6C4474540E6}"/>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7D6C7542-7031-0DF9-F80F-E62D96BC15A3}"/>
              </a:ext>
            </a:extLst>
          </p:cNvPr>
          <p:cNvSpPr txBox="1"/>
          <p:nvPr/>
        </p:nvSpPr>
        <p:spPr>
          <a:xfrm>
            <a:off x="3716867" y="223122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B7920B65-D453-BB9E-54B1-D89327C0CE16}"/>
              </a:ext>
            </a:extLst>
          </p:cNvPr>
          <p:cNvSpPr txBox="1"/>
          <p:nvPr/>
        </p:nvSpPr>
        <p:spPr>
          <a:xfrm>
            <a:off x="3640666" y="3036341"/>
            <a:ext cx="570089" cy="230832"/>
          </a:xfrm>
          <a:prstGeom prst="rect">
            <a:avLst/>
          </a:prstGeom>
          <a:noFill/>
        </p:spPr>
        <p:txBody>
          <a:bodyPr wrap="square" rtlCol="0">
            <a:spAutoFit/>
          </a:bodyPr>
          <a:lstStyle/>
          <a:p>
            <a:pPr algn="ctr"/>
            <a:r>
              <a:rPr lang="en-US" sz="900" dirty="0"/>
              <a:t>987654</a:t>
            </a:r>
          </a:p>
        </p:txBody>
      </p:sp>
      <p:sp>
        <p:nvSpPr>
          <p:cNvPr id="9" name="TextBox 8">
            <a:extLst>
              <a:ext uri="{FF2B5EF4-FFF2-40B4-BE49-F238E27FC236}">
                <a16:creationId xmlns:a16="http://schemas.microsoft.com/office/drawing/2014/main" id="{3D997D51-D383-BE1F-EFE8-15CB9BE3C27D}"/>
              </a:ext>
            </a:extLst>
          </p:cNvPr>
          <p:cNvSpPr txBox="1"/>
          <p:nvPr/>
        </p:nvSpPr>
        <p:spPr>
          <a:xfrm>
            <a:off x="3138310" y="3036341"/>
            <a:ext cx="570089" cy="230832"/>
          </a:xfrm>
          <a:prstGeom prst="rect">
            <a:avLst/>
          </a:prstGeom>
          <a:noFill/>
        </p:spPr>
        <p:txBody>
          <a:bodyPr wrap="square" rtlCol="0">
            <a:spAutoFit/>
          </a:bodyPr>
          <a:lstStyle/>
          <a:p>
            <a:pPr algn="ctr"/>
            <a:r>
              <a:rPr lang="en-US" sz="900" dirty="0"/>
              <a:t>456789</a:t>
            </a:r>
          </a:p>
        </p:txBody>
      </p:sp>
      <p:sp>
        <p:nvSpPr>
          <p:cNvPr id="10" name="TextBox 9">
            <a:extLst>
              <a:ext uri="{FF2B5EF4-FFF2-40B4-BE49-F238E27FC236}">
                <a16:creationId xmlns:a16="http://schemas.microsoft.com/office/drawing/2014/main" id="{66D528CA-A07C-A19D-E49B-768F8143684E}"/>
              </a:ext>
            </a:extLst>
          </p:cNvPr>
          <p:cNvSpPr txBox="1"/>
          <p:nvPr/>
        </p:nvSpPr>
        <p:spPr>
          <a:xfrm>
            <a:off x="3217333" y="4747898"/>
            <a:ext cx="462845" cy="584775"/>
          </a:xfrm>
          <a:prstGeom prst="rect">
            <a:avLst/>
          </a:prstGeom>
          <a:noFill/>
        </p:spPr>
        <p:txBody>
          <a:bodyPr wrap="square" rtlCol="0">
            <a:spAutoFit/>
          </a:bodyPr>
          <a:lstStyle/>
          <a:p>
            <a:pPr algn="ctr"/>
            <a:r>
              <a:rPr lang="en-US" sz="3200" dirty="0"/>
              <a:t>6</a:t>
            </a:r>
          </a:p>
        </p:txBody>
      </p:sp>
      <p:sp>
        <p:nvSpPr>
          <p:cNvPr id="11" name="TextBox 10">
            <a:extLst>
              <a:ext uri="{FF2B5EF4-FFF2-40B4-BE49-F238E27FC236}">
                <a16:creationId xmlns:a16="http://schemas.microsoft.com/office/drawing/2014/main" id="{1B7D9DCB-D726-EE11-2E41-1D41BA5AB49A}"/>
              </a:ext>
            </a:extLst>
          </p:cNvPr>
          <p:cNvSpPr txBox="1"/>
          <p:nvPr/>
        </p:nvSpPr>
        <p:spPr>
          <a:xfrm>
            <a:off x="7213604" y="4747898"/>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1A78B670-FD1C-F0EE-E889-FEDF63E22550}"/>
              </a:ext>
            </a:extLst>
          </p:cNvPr>
          <p:cNvSpPr txBox="1"/>
          <p:nvPr/>
        </p:nvSpPr>
        <p:spPr>
          <a:xfrm>
            <a:off x="6214537" y="2734556"/>
            <a:ext cx="462845" cy="584775"/>
          </a:xfrm>
          <a:prstGeom prst="rect">
            <a:avLst/>
          </a:prstGeom>
          <a:no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37B7518F-477B-A56C-FF4B-CDC19B336C9B}"/>
              </a:ext>
            </a:extLst>
          </p:cNvPr>
          <p:cNvSpPr txBox="1"/>
          <p:nvPr/>
        </p:nvSpPr>
        <p:spPr>
          <a:xfrm>
            <a:off x="4143022" y="2274133"/>
            <a:ext cx="570089" cy="230832"/>
          </a:xfrm>
          <a:prstGeom prst="rect">
            <a:avLst/>
          </a:prstGeom>
          <a:noFill/>
        </p:spPr>
        <p:txBody>
          <a:bodyPr wrap="square" rtlCol="0">
            <a:spAutoFit/>
          </a:bodyPr>
          <a:lstStyle/>
          <a:p>
            <a:pPr algn="ctr"/>
            <a:r>
              <a:rPr lang="en-US" sz="900" dirty="0"/>
              <a:t>456789</a:t>
            </a:r>
          </a:p>
        </p:txBody>
      </p:sp>
      <p:sp>
        <p:nvSpPr>
          <p:cNvPr id="14" name="TextBox 13">
            <a:extLst>
              <a:ext uri="{FF2B5EF4-FFF2-40B4-BE49-F238E27FC236}">
                <a16:creationId xmlns:a16="http://schemas.microsoft.com/office/drawing/2014/main" id="{5692C988-3737-0334-FD4E-BA3648F685C7}"/>
              </a:ext>
            </a:extLst>
          </p:cNvPr>
          <p:cNvSpPr txBox="1"/>
          <p:nvPr/>
        </p:nvSpPr>
        <p:spPr>
          <a:xfrm>
            <a:off x="4645378" y="2274133"/>
            <a:ext cx="570089" cy="230832"/>
          </a:xfrm>
          <a:prstGeom prst="rect">
            <a:avLst/>
          </a:prstGeom>
          <a:noFill/>
        </p:spPr>
        <p:txBody>
          <a:bodyPr wrap="square" rtlCol="0">
            <a:spAutoFit/>
          </a:bodyPr>
          <a:lstStyle/>
          <a:p>
            <a:pPr algn="ctr"/>
            <a:r>
              <a:rPr lang="en-US" sz="900" dirty="0"/>
              <a:t>45789</a:t>
            </a:r>
          </a:p>
        </p:txBody>
      </p:sp>
      <p:sp>
        <p:nvSpPr>
          <p:cNvPr id="15" name="TextBox 14">
            <a:extLst>
              <a:ext uri="{FF2B5EF4-FFF2-40B4-BE49-F238E27FC236}">
                <a16:creationId xmlns:a16="http://schemas.microsoft.com/office/drawing/2014/main" id="{688D05CC-9360-CE2C-1C7B-36FCAD158320}"/>
              </a:ext>
            </a:extLst>
          </p:cNvPr>
          <p:cNvSpPr txBox="1"/>
          <p:nvPr/>
        </p:nvSpPr>
        <p:spPr>
          <a:xfrm>
            <a:off x="5147734" y="2274133"/>
            <a:ext cx="570089" cy="230832"/>
          </a:xfrm>
          <a:prstGeom prst="rect">
            <a:avLst/>
          </a:prstGeom>
          <a:noFill/>
        </p:spPr>
        <p:txBody>
          <a:bodyPr wrap="square" rtlCol="0">
            <a:spAutoFit/>
          </a:bodyPr>
          <a:lstStyle/>
          <a:p>
            <a:pPr algn="ctr"/>
            <a:r>
              <a:rPr lang="en-US" sz="900" dirty="0"/>
              <a:t>456789</a:t>
            </a:r>
          </a:p>
        </p:txBody>
      </p:sp>
      <p:sp>
        <p:nvSpPr>
          <p:cNvPr id="16" name="TextBox 15">
            <a:extLst>
              <a:ext uri="{FF2B5EF4-FFF2-40B4-BE49-F238E27FC236}">
                <a16:creationId xmlns:a16="http://schemas.microsoft.com/office/drawing/2014/main" id="{7FBFC664-3830-1062-A2AC-7AED1767CA9B}"/>
              </a:ext>
            </a:extLst>
          </p:cNvPr>
          <p:cNvSpPr txBox="1"/>
          <p:nvPr/>
        </p:nvSpPr>
        <p:spPr>
          <a:xfrm>
            <a:off x="5650090" y="2274133"/>
            <a:ext cx="570089" cy="230832"/>
          </a:xfrm>
          <a:prstGeom prst="rect">
            <a:avLst/>
          </a:prstGeom>
          <a:noFill/>
        </p:spPr>
        <p:txBody>
          <a:bodyPr wrap="square" rtlCol="0">
            <a:spAutoFit/>
          </a:bodyPr>
          <a:lstStyle/>
          <a:p>
            <a:pPr algn="ctr"/>
            <a:r>
              <a:rPr lang="en-US" sz="900" dirty="0"/>
              <a:t>45789</a:t>
            </a:r>
          </a:p>
        </p:txBody>
      </p:sp>
      <p:sp>
        <p:nvSpPr>
          <p:cNvPr id="17" name="TextBox 16">
            <a:extLst>
              <a:ext uri="{FF2B5EF4-FFF2-40B4-BE49-F238E27FC236}">
                <a16:creationId xmlns:a16="http://schemas.microsoft.com/office/drawing/2014/main" id="{144F0915-7722-1874-B10B-AE2C3B5A7BF5}"/>
              </a:ext>
            </a:extLst>
          </p:cNvPr>
          <p:cNvSpPr txBox="1"/>
          <p:nvPr/>
        </p:nvSpPr>
        <p:spPr>
          <a:xfrm>
            <a:off x="6152446" y="2274133"/>
            <a:ext cx="570089" cy="230832"/>
          </a:xfrm>
          <a:prstGeom prst="rect">
            <a:avLst/>
          </a:prstGeom>
          <a:noFill/>
        </p:spPr>
        <p:txBody>
          <a:bodyPr wrap="square" rtlCol="0">
            <a:spAutoFit/>
          </a:bodyPr>
          <a:lstStyle/>
          <a:p>
            <a:pPr algn="ctr"/>
            <a:r>
              <a:rPr lang="en-US" sz="900" dirty="0"/>
              <a:t>456789</a:t>
            </a:r>
          </a:p>
        </p:txBody>
      </p:sp>
      <p:sp>
        <p:nvSpPr>
          <p:cNvPr id="18" name="TextBox 17">
            <a:extLst>
              <a:ext uri="{FF2B5EF4-FFF2-40B4-BE49-F238E27FC236}">
                <a16:creationId xmlns:a16="http://schemas.microsoft.com/office/drawing/2014/main" id="{FB986906-680F-017F-824A-30840AFA3105}"/>
              </a:ext>
            </a:extLst>
          </p:cNvPr>
          <p:cNvSpPr txBox="1"/>
          <p:nvPr/>
        </p:nvSpPr>
        <p:spPr>
          <a:xfrm>
            <a:off x="6654802" y="2404765"/>
            <a:ext cx="570089" cy="230832"/>
          </a:xfrm>
          <a:prstGeom prst="rect">
            <a:avLst/>
          </a:prstGeom>
          <a:noFill/>
        </p:spPr>
        <p:txBody>
          <a:bodyPr wrap="square" rtlCol="0">
            <a:spAutoFit/>
          </a:bodyPr>
          <a:lstStyle/>
          <a:p>
            <a:pPr algn="ctr"/>
            <a:r>
              <a:rPr lang="en-US" sz="900" dirty="0"/>
              <a:t>2457</a:t>
            </a:r>
          </a:p>
        </p:txBody>
      </p:sp>
      <p:sp>
        <p:nvSpPr>
          <p:cNvPr id="19" name="TextBox 18">
            <a:extLst>
              <a:ext uri="{FF2B5EF4-FFF2-40B4-BE49-F238E27FC236}">
                <a16:creationId xmlns:a16="http://schemas.microsoft.com/office/drawing/2014/main" id="{4718E924-D945-95CB-D35C-7958857901C9}"/>
              </a:ext>
            </a:extLst>
          </p:cNvPr>
          <p:cNvSpPr txBox="1"/>
          <p:nvPr/>
        </p:nvSpPr>
        <p:spPr>
          <a:xfrm>
            <a:off x="7157158" y="2404765"/>
            <a:ext cx="570089" cy="230832"/>
          </a:xfrm>
          <a:prstGeom prst="rect">
            <a:avLst/>
          </a:prstGeom>
          <a:noFill/>
        </p:spPr>
        <p:txBody>
          <a:bodyPr wrap="square" rtlCol="0">
            <a:spAutoFit/>
          </a:bodyPr>
          <a:lstStyle/>
          <a:p>
            <a:pPr algn="ctr"/>
            <a:r>
              <a:rPr lang="en-US" sz="900" dirty="0"/>
              <a:t>2457</a:t>
            </a:r>
          </a:p>
        </p:txBody>
      </p:sp>
      <p:sp>
        <p:nvSpPr>
          <p:cNvPr id="20" name="TextBox 19">
            <a:extLst>
              <a:ext uri="{FF2B5EF4-FFF2-40B4-BE49-F238E27FC236}">
                <a16:creationId xmlns:a16="http://schemas.microsoft.com/office/drawing/2014/main" id="{CC0C15A7-4419-B123-74E6-101288C67457}"/>
              </a:ext>
            </a:extLst>
          </p:cNvPr>
          <p:cNvSpPr txBox="1"/>
          <p:nvPr/>
        </p:nvSpPr>
        <p:spPr>
          <a:xfrm>
            <a:off x="4216401" y="1224551"/>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D8516738-D559-69A3-9826-A93922A22ADF}"/>
              </a:ext>
            </a:extLst>
          </p:cNvPr>
          <p:cNvSpPr txBox="1"/>
          <p:nvPr/>
        </p:nvSpPr>
        <p:spPr>
          <a:xfrm>
            <a:off x="5215469" y="72121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4E2AC0BB-70A5-6686-61DF-967D61FBECBB}"/>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25" name="TextBox 24">
            <a:extLst>
              <a:ext uri="{FF2B5EF4-FFF2-40B4-BE49-F238E27FC236}">
                <a16:creationId xmlns:a16="http://schemas.microsoft.com/office/drawing/2014/main" id="{0A1A6B2A-F1EA-72A5-D5DB-F1761DF45F58}"/>
              </a:ext>
            </a:extLst>
          </p:cNvPr>
          <p:cNvSpPr txBox="1"/>
          <p:nvPr/>
        </p:nvSpPr>
        <p:spPr>
          <a:xfrm>
            <a:off x="4143022" y="2905709"/>
            <a:ext cx="570089" cy="230832"/>
          </a:xfrm>
          <a:prstGeom prst="rect">
            <a:avLst/>
          </a:prstGeom>
          <a:noFill/>
        </p:spPr>
        <p:txBody>
          <a:bodyPr wrap="square" rtlCol="0">
            <a:spAutoFit/>
          </a:bodyPr>
          <a:lstStyle/>
          <a:p>
            <a:pPr algn="ctr"/>
            <a:r>
              <a:rPr lang="en-US" sz="900" dirty="0"/>
              <a:t>542</a:t>
            </a:r>
          </a:p>
        </p:txBody>
      </p:sp>
    </p:spTree>
    <p:extLst>
      <p:ext uri="{BB962C8B-B14F-4D97-AF65-F5344CB8AC3E}">
        <p14:creationId xmlns:p14="http://schemas.microsoft.com/office/powerpoint/2010/main" val="40731654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F923EC-9FD3-605F-9920-BD07ACB76E7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B32FED2-AC22-587A-0C12-CFE6D3A80D55}"/>
              </a:ext>
            </a:extLst>
          </p:cNvPr>
          <p:cNvSpPr>
            <a:spLocks noGrp="1"/>
          </p:cNvSpPr>
          <p:nvPr>
            <p:ph sz="half" idx="1"/>
          </p:nvPr>
        </p:nvSpPr>
        <p:spPr/>
        <p:txBody>
          <a:bodyPr>
            <a:normAutofit/>
          </a:bodyPr>
          <a:lstStyle/>
          <a:p>
            <a:r>
              <a:rPr lang="en-US" dirty="0"/>
              <a:t>In Row 3, the missing cell on the line must be at least 7. The corresponding sums would be 13, 14, and 15.</a:t>
            </a:r>
          </a:p>
        </p:txBody>
      </p:sp>
      <p:pic>
        <p:nvPicPr>
          <p:cNvPr id="4" name="Picture 3" descr="A grid of sudoku puzzle&#10;&#10;Description automatically generated">
            <a:extLst>
              <a:ext uri="{FF2B5EF4-FFF2-40B4-BE49-F238E27FC236}">
                <a16:creationId xmlns:a16="http://schemas.microsoft.com/office/drawing/2014/main" id="{F0830FF6-D12D-876D-E895-1B2230ED4C41}"/>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B45E3AE8-965F-51BC-E0CB-2EF27857D8BC}"/>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75904DE9-F215-240E-F7E9-D667AC3A60D7}"/>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419790F0-826F-C58D-78BD-86BAAE896B6C}"/>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5051C836-C5D4-BA12-E506-A8F115F9BFAC}"/>
              </a:ext>
            </a:extLst>
          </p:cNvPr>
          <p:cNvSpPr txBox="1"/>
          <p:nvPr/>
        </p:nvSpPr>
        <p:spPr>
          <a:xfrm>
            <a:off x="3716867" y="223122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91DEC392-B258-805D-FD15-5B97BFA86FC0}"/>
              </a:ext>
            </a:extLst>
          </p:cNvPr>
          <p:cNvSpPr txBox="1"/>
          <p:nvPr/>
        </p:nvSpPr>
        <p:spPr>
          <a:xfrm>
            <a:off x="3640666" y="3036341"/>
            <a:ext cx="570089" cy="230832"/>
          </a:xfrm>
          <a:prstGeom prst="rect">
            <a:avLst/>
          </a:prstGeom>
          <a:noFill/>
        </p:spPr>
        <p:txBody>
          <a:bodyPr wrap="square" rtlCol="0">
            <a:spAutoFit/>
          </a:bodyPr>
          <a:lstStyle/>
          <a:p>
            <a:pPr algn="ctr"/>
            <a:r>
              <a:rPr lang="en-US" sz="900" dirty="0"/>
              <a:t>987654</a:t>
            </a:r>
          </a:p>
        </p:txBody>
      </p:sp>
      <p:sp>
        <p:nvSpPr>
          <p:cNvPr id="9" name="TextBox 8">
            <a:extLst>
              <a:ext uri="{FF2B5EF4-FFF2-40B4-BE49-F238E27FC236}">
                <a16:creationId xmlns:a16="http://schemas.microsoft.com/office/drawing/2014/main" id="{F981BC5F-D794-2D92-D602-1FD1077EA142}"/>
              </a:ext>
            </a:extLst>
          </p:cNvPr>
          <p:cNvSpPr txBox="1"/>
          <p:nvPr/>
        </p:nvSpPr>
        <p:spPr>
          <a:xfrm>
            <a:off x="3138310" y="3036341"/>
            <a:ext cx="570089" cy="230832"/>
          </a:xfrm>
          <a:prstGeom prst="rect">
            <a:avLst/>
          </a:prstGeom>
          <a:noFill/>
        </p:spPr>
        <p:txBody>
          <a:bodyPr wrap="square" rtlCol="0">
            <a:spAutoFit/>
          </a:bodyPr>
          <a:lstStyle/>
          <a:p>
            <a:pPr algn="ctr"/>
            <a:r>
              <a:rPr lang="en-US" sz="900" dirty="0"/>
              <a:t>456789</a:t>
            </a:r>
          </a:p>
        </p:txBody>
      </p:sp>
      <p:sp>
        <p:nvSpPr>
          <p:cNvPr id="10" name="TextBox 9">
            <a:extLst>
              <a:ext uri="{FF2B5EF4-FFF2-40B4-BE49-F238E27FC236}">
                <a16:creationId xmlns:a16="http://schemas.microsoft.com/office/drawing/2014/main" id="{32AA5AFF-EF8A-6BC6-8670-C9360E1374D2}"/>
              </a:ext>
            </a:extLst>
          </p:cNvPr>
          <p:cNvSpPr txBox="1"/>
          <p:nvPr/>
        </p:nvSpPr>
        <p:spPr>
          <a:xfrm>
            <a:off x="3217333" y="4747898"/>
            <a:ext cx="462845" cy="584775"/>
          </a:xfrm>
          <a:prstGeom prst="rect">
            <a:avLst/>
          </a:prstGeom>
          <a:noFill/>
        </p:spPr>
        <p:txBody>
          <a:bodyPr wrap="square" rtlCol="0">
            <a:spAutoFit/>
          </a:bodyPr>
          <a:lstStyle/>
          <a:p>
            <a:pPr algn="ctr"/>
            <a:r>
              <a:rPr lang="en-US" sz="3200" dirty="0"/>
              <a:t>6</a:t>
            </a:r>
          </a:p>
        </p:txBody>
      </p:sp>
      <p:sp>
        <p:nvSpPr>
          <p:cNvPr id="11" name="TextBox 10">
            <a:extLst>
              <a:ext uri="{FF2B5EF4-FFF2-40B4-BE49-F238E27FC236}">
                <a16:creationId xmlns:a16="http://schemas.microsoft.com/office/drawing/2014/main" id="{9DF1D050-5705-9EF2-A98B-B88C02E05F46}"/>
              </a:ext>
            </a:extLst>
          </p:cNvPr>
          <p:cNvSpPr txBox="1"/>
          <p:nvPr/>
        </p:nvSpPr>
        <p:spPr>
          <a:xfrm>
            <a:off x="7213604" y="4747898"/>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57811C88-7C13-EFB3-00D8-0C539CF48A91}"/>
              </a:ext>
            </a:extLst>
          </p:cNvPr>
          <p:cNvSpPr txBox="1"/>
          <p:nvPr/>
        </p:nvSpPr>
        <p:spPr>
          <a:xfrm>
            <a:off x="6214537" y="2734556"/>
            <a:ext cx="462845" cy="584775"/>
          </a:xfrm>
          <a:prstGeom prst="rect">
            <a:avLst/>
          </a:prstGeom>
          <a:no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C99A074A-EFED-6BE5-1423-DEEBCD8A8C14}"/>
              </a:ext>
            </a:extLst>
          </p:cNvPr>
          <p:cNvSpPr txBox="1"/>
          <p:nvPr/>
        </p:nvSpPr>
        <p:spPr>
          <a:xfrm>
            <a:off x="4143022" y="2274133"/>
            <a:ext cx="570089" cy="230832"/>
          </a:xfrm>
          <a:prstGeom prst="rect">
            <a:avLst/>
          </a:prstGeom>
          <a:noFill/>
        </p:spPr>
        <p:txBody>
          <a:bodyPr wrap="square" rtlCol="0">
            <a:spAutoFit/>
          </a:bodyPr>
          <a:lstStyle/>
          <a:p>
            <a:pPr algn="ctr"/>
            <a:r>
              <a:rPr lang="en-US" sz="900" dirty="0"/>
              <a:t>456789</a:t>
            </a:r>
          </a:p>
        </p:txBody>
      </p:sp>
      <p:sp>
        <p:nvSpPr>
          <p:cNvPr id="14" name="TextBox 13">
            <a:extLst>
              <a:ext uri="{FF2B5EF4-FFF2-40B4-BE49-F238E27FC236}">
                <a16:creationId xmlns:a16="http://schemas.microsoft.com/office/drawing/2014/main" id="{7D8C1B38-2002-8236-1325-1834803DDBD7}"/>
              </a:ext>
            </a:extLst>
          </p:cNvPr>
          <p:cNvSpPr txBox="1"/>
          <p:nvPr/>
        </p:nvSpPr>
        <p:spPr>
          <a:xfrm>
            <a:off x="4645378" y="2274133"/>
            <a:ext cx="570089" cy="230832"/>
          </a:xfrm>
          <a:prstGeom prst="rect">
            <a:avLst/>
          </a:prstGeom>
          <a:noFill/>
        </p:spPr>
        <p:txBody>
          <a:bodyPr wrap="square" rtlCol="0">
            <a:spAutoFit/>
          </a:bodyPr>
          <a:lstStyle/>
          <a:p>
            <a:pPr algn="ctr"/>
            <a:r>
              <a:rPr lang="en-US" sz="900" dirty="0"/>
              <a:t>45789</a:t>
            </a:r>
          </a:p>
        </p:txBody>
      </p:sp>
      <p:sp>
        <p:nvSpPr>
          <p:cNvPr id="15" name="TextBox 14">
            <a:extLst>
              <a:ext uri="{FF2B5EF4-FFF2-40B4-BE49-F238E27FC236}">
                <a16:creationId xmlns:a16="http://schemas.microsoft.com/office/drawing/2014/main" id="{953F4BA3-0360-3782-2CFF-C497954CAEF2}"/>
              </a:ext>
            </a:extLst>
          </p:cNvPr>
          <p:cNvSpPr txBox="1"/>
          <p:nvPr/>
        </p:nvSpPr>
        <p:spPr>
          <a:xfrm>
            <a:off x="5147734" y="2274133"/>
            <a:ext cx="570089" cy="230832"/>
          </a:xfrm>
          <a:prstGeom prst="rect">
            <a:avLst/>
          </a:prstGeom>
          <a:noFill/>
        </p:spPr>
        <p:txBody>
          <a:bodyPr wrap="square" rtlCol="0">
            <a:spAutoFit/>
          </a:bodyPr>
          <a:lstStyle/>
          <a:p>
            <a:pPr algn="ctr"/>
            <a:r>
              <a:rPr lang="en-US" sz="900" dirty="0"/>
              <a:t>456789</a:t>
            </a:r>
          </a:p>
        </p:txBody>
      </p:sp>
      <p:sp>
        <p:nvSpPr>
          <p:cNvPr id="16" name="TextBox 15">
            <a:extLst>
              <a:ext uri="{FF2B5EF4-FFF2-40B4-BE49-F238E27FC236}">
                <a16:creationId xmlns:a16="http://schemas.microsoft.com/office/drawing/2014/main" id="{42A5A864-26B0-DD03-EDA3-F2A6E99EE4EF}"/>
              </a:ext>
            </a:extLst>
          </p:cNvPr>
          <p:cNvSpPr txBox="1"/>
          <p:nvPr/>
        </p:nvSpPr>
        <p:spPr>
          <a:xfrm>
            <a:off x="5650090" y="2274133"/>
            <a:ext cx="570089" cy="230832"/>
          </a:xfrm>
          <a:prstGeom prst="rect">
            <a:avLst/>
          </a:prstGeom>
          <a:noFill/>
        </p:spPr>
        <p:txBody>
          <a:bodyPr wrap="square" rtlCol="0">
            <a:spAutoFit/>
          </a:bodyPr>
          <a:lstStyle/>
          <a:p>
            <a:pPr algn="ctr"/>
            <a:r>
              <a:rPr lang="en-US" sz="900" dirty="0"/>
              <a:t>45789</a:t>
            </a:r>
          </a:p>
        </p:txBody>
      </p:sp>
      <p:sp>
        <p:nvSpPr>
          <p:cNvPr id="17" name="TextBox 16">
            <a:extLst>
              <a:ext uri="{FF2B5EF4-FFF2-40B4-BE49-F238E27FC236}">
                <a16:creationId xmlns:a16="http://schemas.microsoft.com/office/drawing/2014/main" id="{DDA8BAD9-0052-B5F5-5C30-7B0718BE9FCE}"/>
              </a:ext>
            </a:extLst>
          </p:cNvPr>
          <p:cNvSpPr txBox="1"/>
          <p:nvPr/>
        </p:nvSpPr>
        <p:spPr>
          <a:xfrm>
            <a:off x="6152446" y="2274133"/>
            <a:ext cx="570089" cy="230832"/>
          </a:xfrm>
          <a:prstGeom prst="rect">
            <a:avLst/>
          </a:prstGeom>
          <a:noFill/>
        </p:spPr>
        <p:txBody>
          <a:bodyPr wrap="square" rtlCol="0">
            <a:spAutoFit/>
          </a:bodyPr>
          <a:lstStyle/>
          <a:p>
            <a:pPr algn="ctr"/>
            <a:r>
              <a:rPr lang="en-US" sz="900" dirty="0"/>
              <a:t>456789</a:t>
            </a:r>
          </a:p>
        </p:txBody>
      </p:sp>
      <p:sp>
        <p:nvSpPr>
          <p:cNvPr id="18" name="TextBox 17">
            <a:extLst>
              <a:ext uri="{FF2B5EF4-FFF2-40B4-BE49-F238E27FC236}">
                <a16:creationId xmlns:a16="http://schemas.microsoft.com/office/drawing/2014/main" id="{D7C278C6-5005-9E0B-185D-6B35DAB79613}"/>
              </a:ext>
            </a:extLst>
          </p:cNvPr>
          <p:cNvSpPr txBox="1"/>
          <p:nvPr/>
        </p:nvSpPr>
        <p:spPr>
          <a:xfrm>
            <a:off x="6654802" y="2404765"/>
            <a:ext cx="570089" cy="230832"/>
          </a:xfrm>
          <a:prstGeom prst="rect">
            <a:avLst/>
          </a:prstGeom>
          <a:noFill/>
        </p:spPr>
        <p:txBody>
          <a:bodyPr wrap="square" rtlCol="0">
            <a:spAutoFit/>
          </a:bodyPr>
          <a:lstStyle/>
          <a:p>
            <a:pPr algn="ctr"/>
            <a:r>
              <a:rPr lang="en-US" sz="900" dirty="0"/>
              <a:t>2457</a:t>
            </a:r>
          </a:p>
        </p:txBody>
      </p:sp>
      <p:sp>
        <p:nvSpPr>
          <p:cNvPr id="19" name="TextBox 18">
            <a:extLst>
              <a:ext uri="{FF2B5EF4-FFF2-40B4-BE49-F238E27FC236}">
                <a16:creationId xmlns:a16="http://schemas.microsoft.com/office/drawing/2014/main" id="{9702D5DF-7013-2BC4-7FEE-7DACEA6DB1A8}"/>
              </a:ext>
            </a:extLst>
          </p:cNvPr>
          <p:cNvSpPr txBox="1"/>
          <p:nvPr/>
        </p:nvSpPr>
        <p:spPr>
          <a:xfrm>
            <a:off x="7157158" y="2404765"/>
            <a:ext cx="570089" cy="230832"/>
          </a:xfrm>
          <a:prstGeom prst="rect">
            <a:avLst/>
          </a:prstGeom>
          <a:noFill/>
        </p:spPr>
        <p:txBody>
          <a:bodyPr wrap="square" rtlCol="0">
            <a:spAutoFit/>
          </a:bodyPr>
          <a:lstStyle/>
          <a:p>
            <a:pPr algn="ctr"/>
            <a:r>
              <a:rPr lang="en-US" sz="900" dirty="0"/>
              <a:t>2457</a:t>
            </a:r>
          </a:p>
        </p:txBody>
      </p:sp>
      <p:sp>
        <p:nvSpPr>
          <p:cNvPr id="20" name="TextBox 19">
            <a:extLst>
              <a:ext uri="{FF2B5EF4-FFF2-40B4-BE49-F238E27FC236}">
                <a16:creationId xmlns:a16="http://schemas.microsoft.com/office/drawing/2014/main" id="{10E2DAA9-9C3B-B24A-5A08-7EA4F6200686}"/>
              </a:ext>
            </a:extLst>
          </p:cNvPr>
          <p:cNvSpPr txBox="1"/>
          <p:nvPr/>
        </p:nvSpPr>
        <p:spPr>
          <a:xfrm>
            <a:off x="4645378" y="1903821"/>
            <a:ext cx="570089" cy="230832"/>
          </a:xfrm>
          <a:prstGeom prst="rect">
            <a:avLst/>
          </a:prstGeom>
          <a:noFill/>
        </p:spPr>
        <p:txBody>
          <a:bodyPr wrap="square" rtlCol="0">
            <a:spAutoFit/>
          </a:bodyPr>
          <a:lstStyle/>
          <a:p>
            <a:pPr algn="ctr"/>
            <a:r>
              <a:rPr lang="en-US" sz="900" dirty="0"/>
              <a:t>345</a:t>
            </a:r>
          </a:p>
        </p:txBody>
      </p:sp>
      <p:sp>
        <p:nvSpPr>
          <p:cNvPr id="24" name="TextBox 23">
            <a:extLst>
              <a:ext uri="{FF2B5EF4-FFF2-40B4-BE49-F238E27FC236}">
                <a16:creationId xmlns:a16="http://schemas.microsoft.com/office/drawing/2014/main" id="{191B1171-90C2-C1F5-7E63-068C06F9A16C}"/>
              </a:ext>
            </a:extLst>
          </p:cNvPr>
          <p:cNvSpPr txBox="1"/>
          <p:nvPr/>
        </p:nvSpPr>
        <p:spPr>
          <a:xfrm>
            <a:off x="4216401" y="1224551"/>
            <a:ext cx="462845" cy="584775"/>
          </a:xfrm>
          <a:prstGeom prst="rect">
            <a:avLst/>
          </a:prstGeom>
          <a:noFill/>
        </p:spPr>
        <p:txBody>
          <a:bodyPr wrap="square" rtlCol="0">
            <a:spAutoFit/>
          </a:bodyPr>
          <a:lstStyle/>
          <a:p>
            <a:pPr algn="ctr"/>
            <a:r>
              <a:rPr lang="en-US" sz="3200" dirty="0"/>
              <a:t>1</a:t>
            </a:r>
          </a:p>
        </p:txBody>
      </p:sp>
      <p:sp>
        <p:nvSpPr>
          <p:cNvPr id="25" name="TextBox 24">
            <a:extLst>
              <a:ext uri="{FF2B5EF4-FFF2-40B4-BE49-F238E27FC236}">
                <a16:creationId xmlns:a16="http://schemas.microsoft.com/office/drawing/2014/main" id="{827CC71A-F80D-065D-7CD0-5CD357C94120}"/>
              </a:ext>
            </a:extLst>
          </p:cNvPr>
          <p:cNvSpPr txBox="1"/>
          <p:nvPr/>
        </p:nvSpPr>
        <p:spPr>
          <a:xfrm>
            <a:off x="5215469" y="721216"/>
            <a:ext cx="462845" cy="584775"/>
          </a:xfrm>
          <a:prstGeom prst="rect">
            <a:avLst/>
          </a:prstGeom>
          <a:noFill/>
        </p:spPr>
        <p:txBody>
          <a:bodyPr wrap="square" rtlCol="0">
            <a:spAutoFit/>
          </a:bodyPr>
          <a:lstStyle/>
          <a:p>
            <a:pPr algn="ctr"/>
            <a:r>
              <a:rPr lang="en-US" sz="3200" dirty="0"/>
              <a:t>1</a:t>
            </a:r>
          </a:p>
        </p:txBody>
      </p:sp>
      <p:sp>
        <p:nvSpPr>
          <p:cNvPr id="26" name="TextBox 25">
            <a:extLst>
              <a:ext uri="{FF2B5EF4-FFF2-40B4-BE49-F238E27FC236}">
                <a16:creationId xmlns:a16="http://schemas.microsoft.com/office/drawing/2014/main" id="{12E67BCF-75D5-87F1-4E2E-E7A2A3A5ED12}"/>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27" name="TextBox 26">
            <a:extLst>
              <a:ext uri="{FF2B5EF4-FFF2-40B4-BE49-F238E27FC236}">
                <a16:creationId xmlns:a16="http://schemas.microsoft.com/office/drawing/2014/main" id="{5EB5B767-EED4-1D49-5960-7103038DF1E0}"/>
              </a:ext>
            </a:extLst>
          </p:cNvPr>
          <p:cNvSpPr txBox="1"/>
          <p:nvPr/>
        </p:nvSpPr>
        <p:spPr>
          <a:xfrm>
            <a:off x="4143022" y="2905709"/>
            <a:ext cx="570089" cy="230832"/>
          </a:xfrm>
          <a:prstGeom prst="rect">
            <a:avLst/>
          </a:prstGeom>
          <a:noFill/>
        </p:spPr>
        <p:txBody>
          <a:bodyPr wrap="square" rtlCol="0">
            <a:spAutoFit/>
          </a:bodyPr>
          <a:lstStyle/>
          <a:p>
            <a:pPr algn="ctr"/>
            <a:r>
              <a:rPr lang="en-US" sz="900" dirty="0"/>
              <a:t>542</a:t>
            </a:r>
          </a:p>
        </p:txBody>
      </p:sp>
      <p:sp>
        <p:nvSpPr>
          <p:cNvPr id="23" name="TextBox 22">
            <a:extLst>
              <a:ext uri="{FF2B5EF4-FFF2-40B4-BE49-F238E27FC236}">
                <a16:creationId xmlns:a16="http://schemas.microsoft.com/office/drawing/2014/main" id="{6442D80B-3C8D-564D-3A4D-E7ECE60B5706}"/>
              </a:ext>
            </a:extLst>
          </p:cNvPr>
          <p:cNvSpPr txBox="1"/>
          <p:nvPr/>
        </p:nvSpPr>
        <p:spPr>
          <a:xfrm>
            <a:off x="5147734" y="2034453"/>
            <a:ext cx="570089" cy="230832"/>
          </a:xfrm>
          <a:prstGeom prst="rect">
            <a:avLst/>
          </a:prstGeom>
          <a:noFill/>
        </p:spPr>
        <p:txBody>
          <a:bodyPr wrap="square" rtlCol="0">
            <a:spAutoFit/>
          </a:bodyPr>
          <a:lstStyle/>
          <a:p>
            <a:pPr algn="ctr"/>
            <a:r>
              <a:rPr lang="en-US" sz="900" dirty="0"/>
              <a:t>789</a:t>
            </a:r>
          </a:p>
        </p:txBody>
      </p:sp>
    </p:spTree>
    <p:extLst>
      <p:ext uri="{BB962C8B-B14F-4D97-AF65-F5344CB8AC3E}">
        <p14:creationId xmlns:p14="http://schemas.microsoft.com/office/powerpoint/2010/main" val="17007854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C32BFF-3000-39B1-872D-5978F3B62C0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3502594-CBA7-4503-7DA7-B80AF2487C9A}"/>
              </a:ext>
            </a:extLst>
          </p:cNvPr>
          <p:cNvSpPr>
            <a:spLocks noGrp="1"/>
          </p:cNvSpPr>
          <p:nvPr>
            <p:ph sz="half" idx="1"/>
          </p:nvPr>
        </p:nvSpPr>
        <p:spPr/>
        <p:txBody>
          <a:bodyPr/>
          <a:lstStyle/>
          <a:p>
            <a:r>
              <a:rPr lang="en-US" dirty="0"/>
              <a:t>In the upper right block, the 5-line could range from 15 (12345) to 35 (56789). It can’t be 18 because if 1 is precluded. So, it must be 28. 45–(1+2+8) = 34, so 6 is the cell off the line.</a:t>
            </a:r>
          </a:p>
        </p:txBody>
      </p:sp>
      <p:pic>
        <p:nvPicPr>
          <p:cNvPr id="4" name="Picture 3" descr="A grid of sudoku puzzle&#10;&#10;Description automatically generated">
            <a:extLst>
              <a:ext uri="{FF2B5EF4-FFF2-40B4-BE49-F238E27FC236}">
                <a16:creationId xmlns:a16="http://schemas.microsoft.com/office/drawing/2014/main" id="{F0740FFF-1795-08F8-1A33-653E5AB87139}"/>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4DCDC983-345C-86E0-60CE-D5B889166DEA}"/>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6AFB792B-DC12-A8BE-253D-81DA652F8F69}"/>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5D1BC7A3-C3E8-D07A-A95E-8E4C78D17E69}"/>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2E11C5CE-DE54-C4A4-6110-6B72F9C159A9}"/>
              </a:ext>
            </a:extLst>
          </p:cNvPr>
          <p:cNvSpPr txBox="1"/>
          <p:nvPr/>
        </p:nvSpPr>
        <p:spPr>
          <a:xfrm>
            <a:off x="3716867" y="223122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3E423A3C-1EAA-12AA-CC86-62EAAC6E6B0E}"/>
              </a:ext>
            </a:extLst>
          </p:cNvPr>
          <p:cNvSpPr txBox="1"/>
          <p:nvPr/>
        </p:nvSpPr>
        <p:spPr>
          <a:xfrm>
            <a:off x="3640666" y="3036341"/>
            <a:ext cx="570089" cy="230832"/>
          </a:xfrm>
          <a:prstGeom prst="rect">
            <a:avLst/>
          </a:prstGeom>
          <a:noFill/>
        </p:spPr>
        <p:txBody>
          <a:bodyPr wrap="square" rtlCol="0">
            <a:spAutoFit/>
          </a:bodyPr>
          <a:lstStyle/>
          <a:p>
            <a:pPr algn="ctr"/>
            <a:r>
              <a:rPr lang="en-US" sz="900" dirty="0"/>
              <a:t>987654</a:t>
            </a:r>
          </a:p>
        </p:txBody>
      </p:sp>
      <p:sp>
        <p:nvSpPr>
          <p:cNvPr id="9" name="TextBox 8">
            <a:extLst>
              <a:ext uri="{FF2B5EF4-FFF2-40B4-BE49-F238E27FC236}">
                <a16:creationId xmlns:a16="http://schemas.microsoft.com/office/drawing/2014/main" id="{A008F79C-816F-828F-95C9-6EACE40DEF6A}"/>
              </a:ext>
            </a:extLst>
          </p:cNvPr>
          <p:cNvSpPr txBox="1"/>
          <p:nvPr/>
        </p:nvSpPr>
        <p:spPr>
          <a:xfrm>
            <a:off x="3138310" y="3036341"/>
            <a:ext cx="570089" cy="230832"/>
          </a:xfrm>
          <a:prstGeom prst="rect">
            <a:avLst/>
          </a:prstGeom>
          <a:noFill/>
        </p:spPr>
        <p:txBody>
          <a:bodyPr wrap="square" rtlCol="0">
            <a:spAutoFit/>
          </a:bodyPr>
          <a:lstStyle/>
          <a:p>
            <a:pPr algn="ctr"/>
            <a:r>
              <a:rPr lang="en-US" sz="900" dirty="0"/>
              <a:t>456789</a:t>
            </a:r>
          </a:p>
        </p:txBody>
      </p:sp>
      <p:sp>
        <p:nvSpPr>
          <p:cNvPr id="10" name="TextBox 9">
            <a:extLst>
              <a:ext uri="{FF2B5EF4-FFF2-40B4-BE49-F238E27FC236}">
                <a16:creationId xmlns:a16="http://schemas.microsoft.com/office/drawing/2014/main" id="{897A41D6-FFC4-D3E3-5B03-B090F0C740BC}"/>
              </a:ext>
            </a:extLst>
          </p:cNvPr>
          <p:cNvSpPr txBox="1"/>
          <p:nvPr/>
        </p:nvSpPr>
        <p:spPr>
          <a:xfrm>
            <a:off x="3217333" y="4747898"/>
            <a:ext cx="462845" cy="584775"/>
          </a:xfrm>
          <a:prstGeom prst="rect">
            <a:avLst/>
          </a:prstGeom>
          <a:noFill/>
        </p:spPr>
        <p:txBody>
          <a:bodyPr wrap="square" rtlCol="0">
            <a:spAutoFit/>
          </a:bodyPr>
          <a:lstStyle/>
          <a:p>
            <a:pPr algn="ctr"/>
            <a:r>
              <a:rPr lang="en-US" sz="3200" dirty="0"/>
              <a:t>6</a:t>
            </a:r>
          </a:p>
        </p:txBody>
      </p:sp>
      <p:sp>
        <p:nvSpPr>
          <p:cNvPr id="11" name="TextBox 10">
            <a:extLst>
              <a:ext uri="{FF2B5EF4-FFF2-40B4-BE49-F238E27FC236}">
                <a16:creationId xmlns:a16="http://schemas.microsoft.com/office/drawing/2014/main" id="{80D3144B-4C81-5E2A-E85D-25243694426C}"/>
              </a:ext>
            </a:extLst>
          </p:cNvPr>
          <p:cNvSpPr txBox="1"/>
          <p:nvPr/>
        </p:nvSpPr>
        <p:spPr>
          <a:xfrm>
            <a:off x="7213604" y="4747898"/>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F43CBAE6-0F49-FE63-BCC3-06C5DD12E910}"/>
              </a:ext>
            </a:extLst>
          </p:cNvPr>
          <p:cNvSpPr txBox="1"/>
          <p:nvPr/>
        </p:nvSpPr>
        <p:spPr>
          <a:xfrm>
            <a:off x="6214537" y="2734556"/>
            <a:ext cx="462845" cy="584775"/>
          </a:xfrm>
          <a:prstGeom prst="rect">
            <a:avLst/>
          </a:prstGeom>
          <a:no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15366E27-0F9B-FB56-F561-F5A853BB3A26}"/>
              </a:ext>
            </a:extLst>
          </p:cNvPr>
          <p:cNvSpPr txBox="1"/>
          <p:nvPr/>
        </p:nvSpPr>
        <p:spPr>
          <a:xfrm>
            <a:off x="4143022" y="2274133"/>
            <a:ext cx="570089" cy="230832"/>
          </a:xfrm>
          <a:prstGeom prst="rect">
            <a:avLst/>
          </a:prstGeom>
          <a:noFill/>
        </p:spPr>
        <p:txBody>
          <a:bodyPr wrap="square" rtlCol="0">
            <a:spAutoFit/>
          </a:bodyPr>
          <a:lstStyle/>
          <a:p>
            <a:pPr algn="ctr"/>
            <a:r>
              <a:rPr lang="en-US" sz="900" dirty="0"/>
              <a:t>456789</a:t>
            </a:r>
          </a:p>
        </p:txBody>
      </p:sp>
      <p:sp>
        <p:nvSpPr>
          <p:cNvPr id="14" name="TextBox 13">
            <a:extLst>
              <a:ext uri="{FF2B5EF4-FFF2-40B4-BE49-F238E27FC236}">
                <a16:creationId xmlns:a16="http://schemas.microsoft.com/office/drawing/2014/main" id="{71D9CE19-7F87-15CE-0967-FE1E513E383B}"/>
              </a:ext>
            </a:extLst>
          </p:cNvPr>
          <p:cNvSpPr txBox="1"/>
          <p:nvPr/>
        </p:nvSpPr>
        <p:spPr>
          <a:xfrm>
            <a:off x="4645378" y="2274133"/>
            <a:ext cx="570089" cy="230832"/>
          </a:xfrm>
          <a:prstGeom prst="rect">
            <a:avLst/>
          </a:prstGeom>
          <a:noFill/>
        </p:spPr>
        <p:txBody>
          <a:bodyPr wrap="square" rtlCol="0">
            <a:spAutoFit/>
          </a:bodyPr>
          <a:lstStyle/>
          <a:p>
            <a:pPr algn="ctr"/>
            <a:r>
              <a:rPr lang="en-US" sz="900" dirty="0"/>
              <a:t>45789</a:t>
            </a:r>
          </a:p>
        </p:txBody>
      </p:sp>
      <p:sp>
        <p:nvSpPr>
          <p:cNvPr id="15" name="TextBox 14">
            <a:extLst>
              <a:ext uri="{FF2B5EF4-FFF2-40B4-BE49-F238E27FC236}">
                <a16:creationId xmlns:a16="http://schemas.microsoft.com/office/drawing/2014/main" id="{BDC9C601-87AD-71A6-DF3B-2E0D8F5F80C4}"/>
              </a:ext>
            </a:extLst>
          </p:cNvPr>
          <p:cNvSpPr txBox="1"/>
          <p:nvPr/>
        </p:nvSpPr>
        <p:spPr>
          <a:xfrm>
            <a:off x="5147734" y="2274133"/>
            <a:ext cx="570089" cy="230832"/>
          </a:xfrm>
          <a:prstGeom prst="rect">
            <a:avLst/>
          </a:prstGeom>
          <a:noFill/>
        </p:spPr>
        <p:txBody>
          <a:bodyPr wrap="square" rtlCol="0">
            <a:spAutoFit/>
          </a:bodyPr>
          <a:lstStyle/>
          <a:p>
            <a:pPr algn="ctr"/>
            <a:r>
              <a:rPr lang="en-US" sz="900" dirty="0"/>
              <a:t>456789</a:t>
            </a:r>
          </a:p>
        </p:txBody>
      </p:sp>
      <p:sp>
        <p:nvSpPr>
          <p:cNvPr id="16" name="TextBox 15">
            <a:extLst>
              <a:ext uri="{FF2B5EF4-FFF2-40B4-BE49-F238E27FC236}">
                <a16:creationId xmlns:a16="http://schemas.microsoft.com/office/drawing/2014/main" id="{B90713EE-5C17-EA43-235B-8210155F48CC}"/>
              </a:ext>
            </a:extLst>
          </p:cNvPr>
          <p:cNvSpPr txBox="1"/>
          <p:nvPr/>
        </p:nvSpPr>
        <p:spPr>
          <a:xfrm>
            <a:off x="5650090" y="2274133"/>
            <a:ext cx="570089" cy="230832"/>
          </a:xfrm>
          <a:prstGeom prst="rect">
            <a:avLst/>
          </a:prstGeom>
          <a:noFill/>
        </p:spPr>
        <p:txBody>
          <a:bodyPr wrap="square" rtlCol="0">
            <a:spAutoFit/>
          </a:bodyPr>
          <a:lstStyle/>
          <a:p>
            <a:pPr algn="ctr"/>
            <a:r>
              <a:rPr lang="en-US" sz="900" dirty="0"/>
              <a:t>45789</a:t>
            </a:r>
          </a:p>
        </p:txBody>
      </p:sp>
      <p:sp>
        <p:nvSpPr>
          <p:cNvPr id="17" name="TextBox 16">
            <a:extLst>
              <a:ext uri="{FF2B5EF4-FFF2-40B4-BE49-F238E27FC236}">
                <a16:creationId xmlns:a16="http://schemas.microsoft.com/office/drawing/2014/main" id="{678A32BE-1D00-A323-FAE4-A74EABAADF55}"/>
              </a:ext>
            </a:extLst>
          </p:cNvPr>
          <p:cNvSpPr txBox="1"/>
          <p:nvPr/>
        </p:nvSpPr>
        <p:spPr>
          <a:xfrm>
            <a:off x="6152446" y="2274133"/>
            <a:ext cx="570089" cy="230832"/>
          </a:xfrm>
          <a:prstGeom prst="rect">
            <a:avLst/>
          </a:prstGeom>
          <a:noFill/>
        </p:spPr>
        <p:txBody>
          <a:bodyPr wrap="square" rtlCol="0">
            <a:spAutoFit/>
          </a:bodyPr>
          <a:lstStyle/>
          <a:p>
            <a:pPr algn="ctr"/>
            <a:r>
              <a:rPr lang="en-US" sz="900" dirty="0"/>
              <a:t>456789</a:t>
            </a:r>
          </a:p>
        </p:txBody>
      </p:sp>
      <p:sp>
        <p:nvSpPr>
          <p:cNvPr id="18" name="TextBox 17">
            <a:extLst>
              <a:ext uri="{FF2B5EF4-FFF2-40B4-BE49-F238E27FC236}">
                <a16:creationId xmlns:a16="http://schemas.microsoft.com/office/drawing/2014/main" id="{BEAD81E1-B5B5-006C-2BFE-5FAB95A2073F}"/>
              </a:ext>
            </a:extLst>
          </p:cNvPr>
          <p:cNvSpPr txBox="1"/>
          <p:nvPr/>
        </p:nvSpPr>
        <p:spPr>
          <a:xfrm>
            <a:off x="6654802" y="2404765"/>
            <a:ext cx="570089" cy="230832"/>
          </a:xfrm>
          <a:prstGeom prst="rect">
            <a:avLst/>
          </a:prstGeom>
          <a:noFill/>
        </p:spPr>
        <p:txBody>
          <a:bodyPr wrap="square" rtlCol="0">
            <a:spAutoFit/>
          </a:bodyPr>
          <a:lstStyle/>
          <a:p>
            <a:pPr algn="ctr"/>
            <a:r>
              <a:rPr lang="en-US" sz="900" dirty="0"/>
              <a:t>2457</a:t>
            </a:r>
          </a:p>
        </p:txBody>
      </p:sp>
      <p:sp>
        <p:nvSpPr>
          <p:cNvPr id="19" name="TextBox 18">
            <a:extLst>
              <a:ext uri="{FF2B5EF4-FFF2-40B4-BE49-F238E27FC236}">
                <a16:creationId xmlns:a16="http://schemas.microsoft.com/office/drawing/2014/main" id="{CFF4E382-DC1B-2652-6F14-69407F3B0857}"/>
              </a:ext>
            </a:extLst>
          </p:cNvPr>
          <p:cNvSpPr txBox="1"/>
          <p:nvPr/>
        </p:nvSpPr>
        <p:spPr>
          <a:xfrm>
            <a:off x="7157158" y="2404765"/>
            <a:ext cx="570089" cy="230832"/>
          </a:xfrm>
          <a:prstGeom prst="rect">
            <a:avLst/>
          </a:prstGeom>
          <a:noFill/>
        </p:spPr>
        <p:txBody>
          <a:bodyPr wrap="square" rtlCol="0">
            <a:spAutoFit/>
          </a:bodyPr>
          <a:lstStyle/>
          <a:p>
            <a:pPr algn="ctr"/>
            <a:r>
              <a:rPr lang="en-US" sz="900" dirty="0"/>
              <a:t>2457</a:t>
            </a:r>
          </a:p>
        </p:txBody>
      </p:sp>
      <p:sp>
        <p:nvSpPr>
          <p:cNvPr id="20" name="TextBox 19">
            <a:extLst>
              <a:ext uri="{FF2B5EF4-FFF2-40B4-BE49-F238E27FC236}">
                <a16:creationId xmlns:a16="http://schemas.microsoft.com/office/drawing/2014/main" id="{413D785E-EEFE-67AD-8D62-768C50CFE366}"/>
              </a:ext>
            </a:extLst>
          </p:cNvPr>
          <p:cNvSpPr txBox="1"/>
          <p:nvPr/>
        </p:nvSpPr>
        <p:spPr>
          <a:xfrm>
            <a:off x="4645378" y="1903821"/>
            <a:ext cx="570089" cy="230832"/>
          </a:xfrm>
          <a:prstGeom prst="rect">
            <a:avLst/>
          </a:prstGeom>
          <a:noFill/>
        </p:spPr>
        <p:txBody>
          <a:bodyPr wrap="square" rtlCol="0">
            <a:spAutoFit/>
          </a:bodyPr>
          <a:lstStyle/>
          <a:p>
            <a:pPr algn="ctr"/>
            <a:r>
              <a:rPr lang="en-US" sz="900" dirty="0"/>
              <a:t>345</a:t>
            </a:r>
          </a:p>
        </p:txBody>
      </p:sp>
      <p:sp>
        <p:nvSpPr>
          <p:cNvPr id="23" name="TextBox 22">
            <a:extLst>
              <a:ext uri="{FF2B5EF4-FFF2-40B4-BE49-F238E27FC236}">
                <a16:creationId xmlns:a16="http://schemas.microsoft.com/office/drawing/2014/main" id="{FB54C98D-2225-30FC-A737-54FEA8A46E5E}"/>
              </a:ext>
            </a:extLst>
          </p:cNvPr>
          <p:cNvSpPr txBox="1"/>
          <p:nvPr/>
        </p:nvSpPr>
        <p:spPr>
          <a:xfrm>
            <a:off x="6214537" y="721216"/>
            <a:ext cx="462845" cy="584775"/>
          </a:xfrm>
          <a:prstGeom prst="rect">
            <a:avLst/>
          </a:prstGeom>
          <a:noFill/>
        </p:spPr>
        <p:txBody>
          <a:bodyPr wrap="square" rtlCol="0">
            <a:spAutoFit/>
          </a:bodyPr>
          <a:lstStyle/>
          <a:p>
            <a:pPr algn="ctr"/>
            <a:r>
              <a:rPr lang="en-US" sz="3200" dirty="0"/>
              <a:t>2</a:t>
            </a:r>
          </a:p>
        </p:txBody>
      </p:sp>
      <p:sp>
        <p:nvSpPr>
          <p:cNvPr id="24" name="TextBox 23">
            <a:extLst>
              <a:ext uri="{FF2B5EF4-FFF2-40B4-BE49-F238E27FC236}">
                <a16:creationId xmlns:a16="http://schemas.microsoft.com/office/drawing/2014/main" id="{667CE204-102D-8246-5F29-CA0090FCC806}"/>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42C93743-DD51-7392-5F18-19DDD58DE6B2}"/>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0D4F1C9D-4CBF-E2C4-901F-5FF7B62C71DA}"/>
              </a:ext>
            </a:extLst>
          </p:cNvPr>
          <p:cNvSpPr txBox="1"/>
          <p:nvPr/>
        </p:nvSpPr>
        <p:spPr>
          <a:xfrm>
            <a:off x="6654802" y="771301"/>
            <a:ext cx="570089" cy="230832"/>
          </a:xfrm>
          <a:prstGeom prst="rect">
            <a:avLst/>
          </a:prstGeom>
          <a:noFill/>
        </p:spPr>
        <p:txBody>
          <a:bodyPr wrap="square" rtlCol="0">
            <a:spAutoFit/>
          </a:bodyPr>
          <a:lstStyle/>
          <a:p>
            <a:pPr algn="ctr"/>
            <a:r>
              <a:rPr lang="en-US" sz="900" dirty="0"/>
              <a:t>34579</a:t>
            </a:r>
          </a:p>
        </p:txBody>
      </p:sp>
      <p:sp>
        <p:nvSpPr>
          <p:cNvPr id="26" name="TextBox 25">
            <a:extLst>
              <a:ext uri="{FF2B5EF4-FFF2-40B4-BE49-F238E27FC236}">
                <a16:creationId xmlns:a16="http://schemas.microsoft.com/office/drawing/2014/main" id="{51FE1A22-BA6E-2E63-5DAD-CDC0532C8D77}"/>
              </a:ext>
            </a:extLst>
          </p:cNvPr>
          <p:cNvSpPr txBox="1"/>
          <p:nvPr/>
        </p:nvSpPr>
        <p:spPr>
          <a:xfrm>
            <a:off x="6654802" y="1402877"/>
            <a:ext cx="570089" cy="230832"/>
          </a:xfrm>
          <a:prstGeom prst="rect">
            <a:avLst/>
          </a:prstGeom>
          <a:noFill/>
        </p:spPr>
        <p:txBody>
          <a:bodyPr wrap="square" rtlCol="0">
            <a:spAutoFit/>
          </a:bodyPr>
          <a:lstStyle/>
          <a:p>
            <a:pPr algn="ctr"/>
            <a:r>
              <a:rPr lang="en-US" sz="900" dirty="0"/>
              <a:t>34579</a:t>
            </a:r>
          </a:p>
        </p:txBody>
      </p:sp>
      <p:sp>
        <p:nvSpPr>
          <p:cNvPr id="27" name="TextBox 26">
            <a:extLst>
              <a:ext uri="{FF2B5EF4-FFF2-40B4-BE49-F238E27FC236}">
                <a16:creationId xmlns:a16="http://schemas.microsoft.com/office/drawing/2014/main" id="{5815D3D6-BC50-5541-20F3-A2EB585A8BD7}"/>
              </a:ext>
            </a:extLst>
          </p:cNvPr>
          <p:cNvSpPr txBox="1"/>
          <p:nvPr/>
        </p:nvSpPr>
        <p:spPr>
          <a:xfrm>
            <a:off x="7157158" y="1402877"/>
            <a:ext cx="570089" cy="230832"/>
          </a:xfrm>
          <a:prstGeom prst="rect">
            <a:avLst/>
          </a:prstGeom>
          <a:noFill/>
        </p:spPr>
        <p:txBody>
          <a:bodyPr wrap="square" rtlCol="0">
            <a:spAutoFit/>
          </a:bodyPr>
          <a:lstStyle/>
          <a:p>
            <a:pPr algn="ctr"/>
            <a:r>
              <a:rPr lang="en-US" sz="900" dirty="0"/>
              <a:t>34579</a:t>
            </a:r>
          </a:p>
        </p:txBody>
      </p:sp>
      <p:sp>
        <p:nvSpPr>
          <p:cNvPr id="28" name="TextBox 27">
            <a:extLst>
              <a:ext uri="{FF2B5EF4-FFF2-40B4-BE49-F238E27FC236}">
                <a16:creationId xmlns:a16="http://schemas.microsoft.com/office/drawing/2014/main" id="{D87BF81A-88C3-D73F-62D5-A48773EB263C}"/>
              </a:ext>
            </a:extLst>
          </p:cNvPr>
          <p:cNvSpPr txBox="1"/>
          <p:nvPr/>
        </p:nvSpPr>
        <p:spPr>
          <a:xfrm>
            <a:off x="6654802" y="2034453"/>
            <a:ext cx="570089" cy="230832"/>
          </a:xfrm>
          <a:prstGeom prst="rect">
            <a:avLst/>
          </a:prstGeom>
          <a:noFill/>
        </p:spPr>
        <p:txBody>
          <a:bodyPr wrap="square" rtlCol="0">
            <a:spAutoFit/>
          </a:bodyPr>
          <a:lstStyle/>
          <a:p>
            <a:pPr algn="ctr"/>
            <a:r>
              <a:rPr lang="en-US" sz="900" dirty="0"/>
              <a:t>34579</a:t>
            </a:r>
          </a:p>
        </p:txBody>
      </p:sp>
      <p:sp>
        <p:nvSpPr>
          <p:cNvPr id="29" name="TextBox 28">
            <a:extLst>
              <a:ext uri="{FF2B5EF4-FFF2-40B4-BE49-F238E27FC236}">
                <a16:creationId xmlns:a16="http://schemas.microsoft.com/office/drawing/2014/main" id="{78A46E26-949C-FC22-71E9-8EB855ECE346}"/>
              </a:ext>
            </a:extLst>
          </p:cNvPr>
          <p:cNvSpPr txBox="1"/>
          <p:nvPr/>
        </p:nvSpPr>
        <p:spPr>
          <a:xfrm>
            <a:off x="7157158" y="2034453"/>
            <a:ext cx="570089" cy="230832"/>
          </a:xfrm>
          <a:prstGeom prst="rect">
            <a:avLst/>
          </a:prstGeom>
          <a:noFill/>
        </p:spPr>
        <p:txBody>
          <a:bodyPr wrap="square" rtlCol="0">
            <a:spAutoFit/>
          </a:bodyPr>
          <a:lstStyle/>
          <a:p>
            <a:pPr algn="ctr"/>
            <a:r>
              <a:rPr lang="en-US" sz="900" dirty="0"/>
              <a:t>34579</a:t>
            </a:r>
          </a:p>
        </p:txBody>
      </p:sp>
      <p:sp>
        <p:nvSpPr>
          <p:cNvPr id="30" name="TextBox 29">
            <a:extLst>
              <a:ext uri="{FF2B5EF4-FFF2-40B4-BE49-F238E27FC236}">
                <a16:creationId xmlns:a16="http://schemas.microsoft.com/office/drawing/2014/main" id="{2A225588-B92C-89B7-FEA1-9B61F817D661}"/>
              </a:ext>
            </a:extLst>
          </p:cNvPr>
          <p:cNvSpPr txBox="1"/>
          <p:nvPr/>
        </p:nvSpPr>
        <p:spPr>
          <a:xfrm>
            <a:off x="4216401" y="1224551"/>
            <a:ext cx="462845" cy="584775"/>
          </a:xfrm>
          <a:prstGeom prst="rect">
            <a:avLst/>
          </a:prstGeom>
          <a:noFill/>
        </p:spPr>
        <p:txBody>
          <a:bodyPr wrap="square" rtlCol="0">
            <a:spAutoFit/>
          </a:bodyPr>
          <a:lstStyle/>
          <a:p>
            <a:pPr algn="ctr"/>
            <a:r>
              <a:rPr lang="en-US" sz="3200" dirty="0"/>
              <a:t>1</a:t>
            </a:r>
          </a:p>
        </p:txBody>
      </p:sp>
      <p:sp>
        <p:nvSpPr>
          <p:cNvPr id="31" name="TextBox 30">
            <a:extLst>
              <a:ext uri="{FF2B5EF4-FFF2-40B4-BE49-F238E27FC236}">
                <a16:creationId xmlns:a16="http://schemas.microsoft.com/office/drawing/2014/main" id="{14F423CE-21DA-5FD3-B01E-464A9778D60B}"/>
              </a:ext>
            </a:extLst>
          </p:cNvPr>
          <p:cNvSpPr txBox="1"/>
          <p:nvPr/>
        </p:nvSpPr>
        <p:spPr>
          <a:xfrm>
            <a:off x="5215469" y="721216"/>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B8F7D2C9-2681-EED7-D870-AE2BFFF72C35}"/>
              </a:ext>
            </a:extLst>
          </p:cNvPr>
          <p:cNvSpPr txBox="1"/>
          <p:nvPr/>
        </p:nvSpPr>
        <p:spPr>
          <a:xfrm>
            <a:off x="4143022" y="2905709"/>
            <a:ext cx="570089" cy="230832"/>
          </a:xfrm>
          <a:prstGeom prst="rect">
            <a:avLst/>
          </a:prstGeom>
          <a:noFill/>
        </p:spPr>
        <p:txBody>
          <a:bodyPr wrap="square" rtlCol="0">
            <a:spAutoFit/>
          </a:bodyPr>
          <a:lstStyle/>
          <a:p>
            <a:pPr algn="ctr"/>
            <a:r>
              <a:rPr lang="en-US" sz="900" dirty="0"/>
              <a:t>542</a:t>
            </a:r>
          </a:p>
        </p:txBody>
      </p:sp>
      <p:sp>
        <p:nvSpPr>
          <p:cNvPr id="33" name="TextBox 32">
            <a:extLst>
              <a:ext uri="{FF2B5EF4-FFF2-40B4-BE49-F238E27FC236}">
                <a16:creationId xmlns:a16="http://schemas.microsoft.com/office/drawing/2014/main" id="{3DD9AE57-91C8-593C-3ECE-E75506358522}"/>
              </a:ext>
            </a:extLst>
          </p:cNvPr>
          <p:cNvSpPr txBox="1"/>
          <p:nvPr/>
        </p:nvSpPr>
        <p:spPr>
          <a:xfrm>
            <a:off x="5147734" y="2034453"/>
            <a:ext cx="570089" cy="230832"/>
          </a:xfrm>
          <a:prstGeom prst="rect">
            <a:avLst/>
          </a:prstGeom>
          <a:noFill/>
        </p:spPr>
        <p:txBody>
          <a:bodyPr wrap="square" rtlCol="0">
            <a:spAutoFit/>
          </a:bodyPr>
          <a:lstStyle/>
          <a:p>
            <a:pPr algn="ctr"/>
            <a:r>
              <a:rPr lang="en-US" sz="900" dirty="0"/>
              <a:t>789</a:t>
            </a:r>
          </a:p>
        </p:txBody>
      </p:sp>
    </p:spTree>
    <p:extLst>
      <p:ext uri="{BB962C8B-B14F-4D97-AF65-F5344CB8AC3E}">
        <p14:creationId xmlns:p14="http://schemas.microsoft.com/office/powerpoint/2010/main" val="22761458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82100F-0FED-9A59-3850-A8CB1FC8CD1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4725399-3622-D14B-CB2D-D1551C12801F}"/>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50896762-3937-B306-8847-783EF74B24AF}"/>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6B654842-2B7D-6BBA-E9ED-5DF7B6FDB996}"/>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60BC2991-25A3-9588-3BA0-928948E71509}"/>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22A578F3-EBBA-7F15-F390-53CFDF509A19}"/>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A9E0F8DE-58E6-F4F9-BA41-3ACC69C4EEF8}"/>
              </a:ext>
            </a:extLst>
          </p:cNvPr>
          <p:cNvSpPr txBox="1"/>
          <p:nvPr/>
        </p:nvSpPr>
        <p:spPr>
          <a:xfrm>
            <a:off x="3716867" y="223122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3D7E818C-8BF6-BCB6-BE41-02085420B29D}"/>
              </a:ext>
            </a:extLst>
          </p:cNvPr>
          <p:cNvSpPr txBox="1"/>
          <p:nvPr/>
        </p:nvSpPr>
        <p:spPr>
          <a:xfrm>
            <a:off x="3640666" y="3036341"/>
            <a:ext cx="570089" cy="230832"/>
          </a:xfrm>
          <a:prstGeom prst="rect">
            <a:avLst/>
          </a:prstGeom>
          <a:noFill/>
        </p:spPr>
        <p:txBody>
          <a:bodyPr wrap="square" rtlCol="0">
            <a:spAutoFit/>
          </a:bodyPr>
          <a:lstStyle/>
          <a:p>
            <a:pPr algn="ctr"/>
            <a:r>
              <a:rPr lang="en-US" sz="900" dirty="0"/>
              <a:t>987654</a:t>
            </a:r>
          </a:p>
        </p:txBody>
      </p:sp>
      <p:sp>
        <p:nvSpPr>
          <p:cNvPr id="9" name="TextBox 8">
            <a:extLst>
              <a:ext uri="{FF2B5EF4-FFF2-40B4-BE49-F238E27FC236}">
                <a16:creationId xmlns:a16="http://schemas.microsoft.com/office/drawing/2014/main" id="{1C53FEBB-B8C3-6288-D17A-B5FDB3134267}"/>
              </a:ext>
            </a:extLst>
          </p:cNvPr>
          <p:cNvSpPr txBox="1"/>
          <p:nvPr/>
        </p:nvSpPr>
        <p:spPr>
          <a:xfrm>
            <a:off x="3138310" y="3036341"/>
            <a:ext cx="570089" cy="230832"/>
          </a:xfrm>
          <a:prstGeom prst="rect">
            <a:avLst/>
          </a:prstGeom>
          <a:noFill/>
        </p:spPr>
        <p:txBody>
          <a:bodyPr wrap="square" rtlCol="0">
            <a:spAutoFit/>
          </a:bodyPr>
          <a:lstStyle/>
          <a:p>
            <a:pPr algn="ctr"/>
            <a:r>
              <a:rPr lang="en-US" sz="900" dirty="0"/>
              <a:t>456789</a:t>
            </a:r>
          </a:p>
        </p:txBody>
      </p:sp>
      <p:sp>
        <p:nvSpPr>
          <p:cNvPr id="10" name="TextBox 9">
            <a:extLst>
              <a:ext uri="{FF2B5EF4-FFF2-40B4-BE49-F238E27FC236}">
                <a16:creationId xmlns:a16="http://schemas.microsoft.com/office/drawing/2014/main" id="{CAAEFDF2-330E-750B-35F2-15C78E6DDA68}"/>
              </a:ext>
            </a:extLst>
          </p:cNvPr>
          <p:cNvSpPr txBox="1"/>
          <p:nvPr/>
        </p:nvSpPr>
        <p:spPr>
          <a:xfrm>
            <a:off x="3217333" y="4747898"/>
            <a:ext cx="462845" cy="584775"/>
          </a:xfrm>
          <a:prstGeom prst="rect">
            <a:avLst/>
          </a:prstGeom>
          <a:noFill/>
        </p:spPr>
        <p:txBody>
          <a:bodyPr wrap="square" rtlCol="0">
            <a:spAutoFit/>
          </a:bodyPr>
          <a:lstStyle/>
          <a:p>
            <a:pPr algn="ctr"/>
            <a:r>
              <a:rPr lang="en-US" sz="3200" dirty="0"/>
              <a:t>6</a:t>
            </a:r>
          </a:p>
        </p:txBody>
      </p:sp>
      <p:sp>
        <p:nvSpPr>
          <p:cNvPr id="11" name="TextBox 10">
            <a:extLst>
              <a:ext uri="{FF2B5EF4-FFF2-40B4-BE49-F238E27FC236}">
                <a16:creationId xmlns:a16="http://schemas.microsoft.com/office/drawing/2014/main" id="{8E2D4FE7-4DCF-842A-3743-5B19A5122521}"/>
              </a:ext>
            </a:extLst>
          </p:cNvPr>
          <p:cNvSpPr txBox="1"/>
          <p:nvPr/>
        </p:nvSpPr>
        <p:spPr>
          <a:xfrm>
            <a:off x="7213604" y="4747898"/>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3F2C2F1D-70A4-4C4F-66C1-FA1E1CA3440B}"/>
              </a:ext>
            </a:extLst>
          </p:cNvPr>
          <p:cNvSpPr txBox="1"/>
          <p:nvPr/>
        </p:nvSpPr>
        <p:spPr>
          <a:xfrm>
            <a:off x="6214537" y="2734556"/>
            <a:ext cx="462845" cy="584775"/>
          </a:xfrm>
          <a:prstGeom prst="rect">
            <a:avLst/>
          </a:prstGeom>
          <a:no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E7057728-9D72-D4C7-0FEF-70F7964C7F7C}"/>
              </a:ext>
            </a:extLst>
          </p:cNvPr>
          <p:cNvSpPr txBox="1"/>
          <p:nvPr/>
        </p:nvSpPr>
        <p:spPr>
          <a:xfrm>
            <a:off x="4143022" y="2274133"/>
            <a:ext cx="570089" cy="230832"/>
          </a:xfrm>
          <a:prstGeom prst="rect">
            <a:avLst/>
          </a:prstGeom>
          <a:noFill/>
        </p:spPr>
        <p:txBody>
          <a:bodyPr wrap="square" rtlCol="0">
            <a:spAutoFit/>
          </a:bodyPr>
          <a:lstStyle/>
          <a:p>
            <a:pPr algn="ctr"/>
            <a:r>
              <a:rPr lang="en-US" sz="900" dirty="0"/>
              <a:t>456789</a:t>
            </a:r>
          </a:p>
        </p:txBody>
      </p:sp>
      <p:sp>
        <p:nvSpPr>
          <p:cNvPr id="14" name="TextBox 13">
            <a:extLst>
              <a:ext uri="{FF2B5EF4-FFF2-40B4-BE49-F238E27FC236}">
                <a16:creationId xmlns:a16="http://schemas.microsoft.com/office/drawing/2014/main" id="{A4B6AE44-8A6B-E153-C0F9-BD1111916A72}"/>
              </a:ext>
            </a:extLst>
          </p:cNvPr>
          <p:cNvSpPr txBox="1"/>
          <p:nvPr/>
        </p:nvSpPr>
        <p:spPr>
          <a:xfrm>
            <a:off x="4645378" y="2274133"/>
            <a:ext cx="570089" cy="230832"/>
          </a:xfrm>
          <a:prstGeom prst="rect">
            <a:avLst/>
          </a:prstGeom>
          <a:noFill/>
        </p:spPr>
        <p:txBody>
          <a:bodyPr wrap="square" rtlCol="0">
            <a:spAutoFit/>
          </a:bodyPr>
          <a:lstStyle/>
          <a:p>
            <a:pPr algn="ctr"/>
            <a:r>
              <a:rPr lang="en-US" sz="900" dirty="0"/>
              <a:t>45789</a:t>
            </a:r>
          </a:p>
        </p:txBody>
      </p:sp>
      <p:sp>
        <p:nvSpPr>
          <p:cNvPr id="15" name="TextBox 14">
            <a:extLst>
              <a:ext uri="{FF2B5EF4-FFF2-40B4-BE49-F238E27FC236}">
                <a16:creationId xmlns:a16="http://schemas.microsoft.com/office/drawing/2014/main" id="{A2C8AAC7-A7C8-6596-10DA-BE9B2A9386A2}"/>
              </a:ext>
            </a:extLst>
          </p:cNvPr>
          <p:cNvSpPr txBox="1"/>
          <p:nvPr/>
        </p:nvSpPr>
        <p:spPr>
          <a:xfrm>
            <a:off x="5147734" y="2274133"/>
            <a:ext cx="570089" cy="230832"/>
          </a:xfrm>
          <a:prstGeom prst="rect">
            <a:avLst/>
          </a:prstGeom>
          <a:noFill/>
        </p:spPr>
        <p:txBody>
          <a:bodyPr wrap="square" rtlCol="0">
            <a:spAutoFit/>
          </a:bodyPr>
          <a:lstStyle/>
          <a:p>
            <a:pPr algn="ctr"/>
            <a:r>
              <a:rPr lang="en-US" sz="900" dirty="0"/>
              <a:t>456789</a:t>
            </a:r>
          </a:p>
        </p:txBody>
      </p:sp>
      <p:sp>
        <p:nvSpPr>
          <p:cNvPr id="16" name="TextBox 15">
            <a:extLst>
              <a:ext uri="{FF2B5EF4-FFF2-40B4-BE49-F238E27FC236}">
                <a16:creationId xmlns:a16="http://schemas.microsoft.com/office/drawing/2014/main" id="{E4162A34-47CE-3E11-5076-80B417895075}"/>
              </a:ext>
            </a:extLst>
          </p:cNvPr>
          <p:cNvSpPr txBox="1"/>
          <p:nvPr/>
        </p:nvSpPr>
        <p:spPr>
          <a:xfrm>
            <a:off x="5650090" y="2274133"/>
            <a:ext cx="570089" cy="230832"/>
          </a:xfrm>
          <a:prstGeom prst="rect">
            <a:avLst/>
          </a:prstGeom>
          <a:noFill/>
        </p:spPr>
        <p:txBody>
          <a:bodyPr wrap="square" rtlCol="0">
            <a:spAutoFit/>
          </a:bodyPr>
          <a:lstStyle/>
          <a:p>
            <a:pPr algn="ctr"/>
            <a:r>
              <a:rPr lang="en-US" sz="900" dirty="0"/>
              <a:t>45789</a:t>
            </a:r>
          </a:p>
        </p:txBody>
      </p:sp>
      <p:sp>
        <p:nvSpPr>
          <p:cNvPr id="17" name="TextBox 16">
            <a:extLst>
              <a:ext uri="{FF2B5EF4-FFF2-40B4-BE49-F238E27FC236}">
                <a16:creationId xmlns:a16="http://schemas.microsoft.com/office/drawing/2014/main" id="{3413210B-A88D-6135-DF33-6C3968961AF0}"/>
              </a:ext>
            </a:extLst>
          </p:cNvPr>
          <p:cNvSpPr txBox="1"/>
          <p:nvPr/>
        </p:nvSpPr>
        <p:spPr>
          <a:xfrm>
            <a:off x="6152446" y="2274133"/>
            <a:ext cx="570089" cy="230832"/>
          </a:xfrm>
          <a:prstGeom prst="rect">
            <a:avLst/>
          </a:prstGeom>
          <a:noFill/>
        </p:spPr>
        <p:txBody>
          <a:bodyPr wrap="square" rtlCol="0">
            <a:spAutoFit/>
          </a:bodyPr>
          <a:lstStyle/>
          <a:p>
            <a:pPr algn="ctr"/>
            <a:r>
              <a:rPr lang="en-US" sz="900" dirty="0"/>
              <a:t>45789</a:t>
            </a:r>
          </a:p>
        </p:txBody>
      </p:sp>
      <p:sp>
        <p:nvSpPr>
          <p:cNvPr id="18" name="TextBox 17">
            <a:extLst>
              <a:ext uri="{FF2B5EF4-FFF2-40B4-BE49-F238E27FC236}">
                <a16:creationId xmlns:a16="http://schemas.microsoft.com/office/drawing/2014/main" id="{D6F3A6E3-F97C-3C3F-1ABE-96BA5988E933}"/>
              </a:ext>
            </a:extLst>
          </p:cNvPr>
          <p:cNvSpPr txBox="1"/>
          <p:nvPr/>
        </p:nvSpPr>
        <p:spPr>
          <a:xfrm>
            <a:off x="6654802" y="2404765"/>
            <a:ext cx="570089" cy="230832"/>
          </a:xfrm>
          <a:prstGeom prst="rect">
            <a:avLst/>
          </a:prstGeom>
          <a:noFill/>
        </p:spPr>
        <p:txBody>
          <a:bodyPr wrap="square" rtlCol="0">
            <a:spAutoFit/>
          </a:bodyPr>
          <a:lstStyle/>
          <a:p>
            <a:pPr algn="ctr"/>
            <a:r>
              <a:rPr lang="en-US" sz="900" dirty="0"/>
              <a:t>2457</a:t>
            </a:r>
          </a:p>
        </p:txBody>
      </p:sp>
      <p:sp>
        <p:nvSpPr>
          <p:cNvPr id="19" name="TextBox 18">
            <a:extLst>
              <a:ext uri="{FF2B5EF4-FFF2-40B4-BE49-F238E27FC236}">
                <a16:creationId xmlns:a16="http://schemas.microsoft.com/office/drawing/2014/main" id="{FC856276-E188-6795-951B-6ACCEA19BA6A}"/>
              </a:ext>
            </a:extLst>
          </p:cNvPr>
          <p:cNvSpPr txBox="1"/>
          <p:nvPr/>
        </p:nvSpPr>
        <p:spPr>
          <a:xfrm>
            <a:off x="7157158" y="2404765"/>
            <a:ext cx="570089" cy="230832"/>
          </a:xfrm>
          <a:prstGeom prst="rect">
            <a:avLst/>
          </a:prstGeom>
          <a:noFill/>
        </p:spPr>
        <p:txBody>
          <a:bodyPr wrap="square" rtlCol="0">
            <a:spAutoFit/>
          </a:bodyPr>
          <a:lstStyle/>
          <a:p>
            <a:pPr algn="ctr"/>
            <a:r>
              <a:rPr lang="en-US" sz="900" dirty="0"/>
              <a:t>2457</a:t>
            </a:r>
          </a:p>
        </p:txBody>
      </p:sp>
      <p:sp>
        <p:nvSpPr>
          <p:cNvPr id="20" name="TextBox 19">
            <a:extLst>
              <a:ext uri="{FF2B5EF4-FFF2-40B4-BE49-F238E27FC236}">
                <a16:creationId xmlns:a16="http://schemas.microsoft.com/office/drawing/2014/main" id="{876AD193-7767-C78F-4B5C-07494CFFA036}"/>
              </a:ext>
            </a:extLst>
          </p:cNvPr>
          <p:cNvSpPr txBox="1"/>
          <p:nvPr/>
        </p:nvSpPr>
        <p:spPr>
          <a:xfrm>
            <a:off x="4645378" y="1903821"/>
            <a:ext cx="570089" cy="230832"/>
          </a:xfrm>
          <a:prstGeom prst="rect">
            <a:avLst/>
          </a:prstGeom>
          <a:noFill/>
        </p:spPr>
        <p:txBody>
          <a:bodyPr wrap="square" rtlCol="0">
            <a:spAutoFit/>
          </a:bodyPr>
          <a:lstStyle/>
          <a:p>
            <a:pPr algn="ctr"/>
            <a:r>
              <a:rPr lang="en-US" sz="900" dirty="0"/>
              <a:t>345</a:t>
            </a:r>
          </a:p>
        </p:txBody>
      </p:sp>
      <p:sp>
        <p:nvSpPr>
          <p:cNvPr id="23" name="TextBox 22">
            <a:extLst>
              <a:ext uri="{FF2B5EF4-FFF2-40B4-BE49-F238E27FC236}">
                <a16:creationId xmlns:a16="http://schemas.microsoft.com/office/drawing/2014/main" id="{06D07F02-F1FA-C90F-7BB8-2D1F8BA5F3CE}"/>
              </a:ext>
            </a:extLst>
          </p:cNvPr>
          <p:cNvSpPr txBox="1"/>
          <p:nvPr/>
        </p:nvSpPr>
        <p:spPr>
          <a:xfrm>
            <a:off x="6214537" y="721216"/>
            <a:ext cx="462845" cy="584775"/>
          </a:xfrm>
          <a:prstGeom prst="rect">
            <a:avLst/>
          </a:prstGeom>
          <a:noFill/>
        </p:spPr>
        <p:txBody>
          <a:bodyPr wrap="square" rtlCol="0">
            <a:spAutoFit/>
          </a:bodyPr>
          <a:lstStyle/>
          <a:p>
            <a:pPr algn="ctr"/>
            <a:r>
              <a:rPr lang="en-US" sz="3200" dirty="0"/>
              <a:t>2</a:t>
            </a:r>
          </a:p>
        </p:txBody>
      </p:sp>
      <p:sp>
        <p:nvSpPr>
          <p:cNvPr id="24" name="TextBox 23">
            <a:extLst>
              <a:ext uri="{FF2B5EF4-FFF2-40B4-BE49-F238E27FC236}">
                <a16:creationId xmlns:a16="http://schemas.microsoft.com/office/drawing/2014/main" id="{C7ADB7B2-391F-B4F8-1803-283D83BC8CEB}"/>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120D37E2-D778-1B52-FC5A-FB0658719172}"/>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D741E03B-E15A-4445-A917-CAD6FE88E1C7}"/>
              </a:ext>
            </a:extLst>
          </p:cNvPr>
          <p:cNvSpPr txBox="1"/>
          <p:nvPr/>
        </p:nvSpPr>
        <p:spPr>
          <a:xfrm>
            <a:off x="6654802" y="771301"/>
            <a:ext cx="570089" cy="230832"/>
          </a:xfrm>
          <a:prstGeom prst="rect">
            <a:avLst/>
          </a:prstGeom>
          <a:noFill/>
        </p:spPr>
        <p:txBody>
          <a:bodyPr wrap="square" rtlCol="0">
            <a:spAutoFit/>
          </a:bodyPr>
          <a:lstStyle/>
          <a:p>
            <a:pPr algn="ctr"/>
            <a:r>
              <a:rPr lang="en-US" sz="900" dirty="0"/>
              <a:t>34579</a:t>
            </a:r>
          </a:p>
        </p:txBody>
      </p:sp>
      <p:sp>
        <p:nvSpPr>
          <p:cNvPr id="26" name="TextBox 25">
            <a:extLst>
              <a:ext uri="{FF2B5EF4-FFF2-40B4-BE49-F238E27FC236}">
                <a16:creationId xmlns:a16="http://schemas.microsoft.com/office/drawing/2014/main" id="{1E0651B8-634A-C18A-1C04-34DA39BAB8C1}"/>
              </a:ext>
            </a:extLst>
          </p:cNvPr>
          <p:cNvSpPr txBox="1"/>
          <p:nvPr/>
        </p:nvSpPr>
        <p:spPr>
          <a:xfrm>
            <a:off x="6654802" y="1402877"/>
            <a:ext cx="570089" cy="230832"/>
          </a:xfrm>
          <a:prstGeom prst="rect">
            <a:avLst/>
          </a:prstGeom>
          <a:noFill/>
        </p:spPr>
        <p:txBody>
          <a:bodyPr wrap="square" rtlCol="0">
            <a:spAutoFit/>
          </a:bodyPr>
          <a:lstStyle/>
          <a:p>
            <a:pPr algn="ctr"/>
            <a:r>
              <a:rPr lang="en-US" sz="900" dirty="0"/>
              <a:t>34579</a:t>
            </a:r>
          </a:p>
        </p:txBody>
      </p:sp>
      <p:sp>
        <p:nvSpPr>
          <p:cNvPr id="27" name="TextBox 26">
            <a:extLst>
              <a:ext uri="{FF2B5EF4-FFF2-40B4-BE49-F238E27FC236}">
                <a16:creationId xmlns:a16="http://schemas.microsoft.com/office/drawing/2014/main" id="{B3DD5095-1233-E99A-1A76-EEE37C0D9A11}"/>
              </a:ext>
            </a:extLst>
          </p:cNvPr>
          <p:cNvSpPr txBox="1"/>
          <p:nvPr/>
        </p:nvSpPr>
        <p:spPr>
          <a:xfrm>
            <a:off x="7157158" y="1402877"/>
            <a:ext cx="570089" cy="230832"/>
          </a:xfrm>
          <a:prstGeom prst="rect">
            <a:avLst/>
          </a:prstGeom>
          <a:noFill/>
        </p:spPr>
        <p:txBody>
          <a:bodyPr wrap="square" rtlCol="0">
            <a:spAutoFit/>
          </a:bodyPr>
          <a:lstStyle/>
          <a:p>
            <a:pPr algn="ctr"/>
            <a:r>
              <a:rPr lang="en-US" sz="900" dirty="0"/>
              <a:t>4579</a:t>
            </a:r>
          </a:p>
        </p:txBody>
      </p:sp>
      <p:sp>
        <p:nvSpPr>
          <p:cNvPr id="28" name="TextBox 27">
            <a:extLst>
              <a:ext uri="{FF2B5EF4-FFF2-40B4-BE49-F238E27FC236}">
                <a16:creationId xmlns:a16="http://schemas.microsoft.com/office/drawing/2014/main" id="{166AF823-6E55-E627-372F-AE56A3AEA0AA}"/>
              </a:ext>
            </a:extLst>
          </p:cNvPr>
          <p:cNvSpPr txBox="1"/>
          <p:nvPr/>
        </p:nvSpPr>
        <p:spPr>
          <a:xfrm>
            <a:off x="6654802" y="2034453"/>
            <a:ext cx="570089" cy="230832"/>
          </a:xfrm>
          <a:prstGeom prst="rect">
            <a:avLst/>
          </a:prstGeom>
          <a:noFill/>
        </p:spPr>
        <p:txBody>
          <a:bodyPr wrap="square" rtlCol="0">
            <a:spAutoFit/>
          </a:bodyPr>
          <a:lstStyle/>
          <a:p>
            <a:pPr algn="ctr"/>
            <a:r>
              <a:rPr lang="en-US" sz="900" dirty="0"/>
              <a:t>34579</a:t>
            </a:r>
          </a:p>
        </p:txBody>
      </p:sp>
      <p:sp>
        <p:nvSpPr>
          <p:cNvPr id="29" name="TextBox 28">
            <a:extLst>
              <a:ext uri="{FF2B5EF4-FFF2-40B4-BE49-F238E27FC236}">
                <a16:creationId xmlns:a16="http://schemas.microsoft.com/office/drawing/2014/main" id="{A4AC1848-FC8F-5070-B450-634C6CDBA268}"/>
              </a:ext>
            </a:extLst>
          </p:cNvPr>
          <p:cNvSpPr txBox="1"/>
          <p:nvPr/>
        </p:nvSpPr>
        <p:spPr>
          <a:xfrm>
            <a:off x="7157158" y="2034453"/>
            <a:ext cx="570089" cy="230832"/>
          </a:xfrm>
          <a:prstGeom prst="rect">
            <a:avLst/>
          </a:prstGeom>
          <a:noFill/>
        </p:spPr>
        <p:txBody>
          <a:bodyPr wrap="square" rtlCol="0">
            <a:spAutoFit/>
          </a:bodyPr>
          <a:lstStyle/>
          <a:p>
            <a:pPr algn="ctr"/>
            <a:r>
              <a:rPr lang="en-US" sz="900" dirty="0"/>
              <a:t>4579</a:t>
            </a:r>
          </a:p>
        </p:txBody>
      </p:sp>
      <p:sp>
        <p:nvSpPr>
          <p:cNvPr id="30" name="TextBox 29">
            <a:extLst>
              <a:ext uri="{FF2B5EF4-FFF2-40B4-BE49-F238E27FC236}">
                <a16:creationId xmlns:a16="http://schemas.microsoft.com/office/drawing/2014/main" id="{843ADBCD-BF14-6F94-C2C0-F88A66899C25}"/>
              </a:ext>
            </a:extLst>
          </p:cNvPr>
          <p:cNvSpPr txBox="1"/>
          <p:nvPr/>
        </p:nvSpPr>
        <p:spPr>
          <a:xfrm>
            <a:off x="4216401" y="1224551"/>
            <a:ext cx="462845" cy="584775"/>
          </a:xfrm>
          <a:prstGeom prst="rect">
            <a:avLst/>
          </a:prstGeom>
          <a:noFill/>
        </p:spPr>
        <p:txBody>
          <a:bodyPr wrap="square" rtlCol="0">
            <a:spAutoFit/>
          </a:bodyPr>
          <a:lstStyle/>
          <a:p>
            <a:pPr algn="ctr"/>
            <a:r>
              <a:rPr lang="en-US" sz="3200" dirty="0"/>
              <a:t>1</a:t>
            </a:r>
          </a:p>
        </p:txBody>
      </p:sp>
      <p:sp>
        <p:nvSpPr>
          <p:cNvPr id="31" name="TextBox 30">
            <a:extLst>
              <a:ext uri="{FF2B5EF4-FFF2-40B4-BE49-F238E27FC236}">
                <a16:creationId xmlns:a16="http://schemas.microsoft.com/office/drawing/2014/main" id="{8A01A298-9C77-6C89-1F21-7836CD3D9B28}"/>
              </a:ext>
            </a:extLst>
          </p:cNvPr>
          <p:cNvSpPr txBox="1"/>
          <p:nvPr/>
        </p:nvSpPr>
        <p:spPr>
          <a:xfrm>
            <a:off x="5215469" y="721216"/>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FD4E802B-196A-4AEE-F678-837E4A2EBFFA}"/>
              </a:ext>
            </a:extLst>
          </p:cNvPr>
          <p:cNvSpPr txBox="1"/>
          <p:nvPr/>
        </p:nvSpPr>
        <p:spPr>
          <a:xfrm>
            <a:off x="4143022" y="2905709"/>
            <a:ext cx="570089" cy="230832"/>
          </a:xfrm>
          <a:prstGeom prst="rect">
            <a:avLst/>
          </a:prstGeom>
          <a:noFill/>
        </p:spPr>
        <p:txBody>
          <a:bodyPr wrap="square" rtlCol="0">
            <a:spAutoFit/>
          </a:bodyPr>
          <a:lstStyle/>
          <a:p>
            <a:pPr algn="ctr"/>
            <a:r>
              <a:rPr lang="en-US" sz="900" dirty="0"/>
              <a:t>542</a:t>
            </a:r>
          </a:p>
        </p:txBody>
      </p:sp>
      <p:sp>
        <p:nvSpPr>
          <p:cNvPr id="33" name="TextBox 32">
            <a:extLst>
              <a:ext uri="{FF2B5EF4-FFF2-40B4-BE49-F238E27FC236}">
                <a16:creationId xmlns:a16="http://schemas.microsoft.com/office/drawing/2014/main" id="{17754609-96E4-8C77-FFFF-B854BF812A99}"/>
              </a:ext>
            </a:extLst>
          </p:cNvPr>
          <p:cNvSpPr txBox="1"/>
          <p:nvPr/>
        </p:nvSpPr>
        <p:spPr>
          <a:xfrm>
            <a:off x="5147734" y="2034453"/>
            <a:ext cx="570089" cy="230832"/>
          </a:xfrm>
          <a:prstGeom prst="rect">
            <a:avLst/>
          </a:prstGeom>
          <a:noFill/>
        </p:spPr>
        <p:txBody>
          <a:bodyPr wrap="square" rtlCol="0">
            <a:spAutoFit/>
          </a:bodyPr>
          <a:lstStyle/>
          <a:p>
            <a:pPr algn="ctr"/>
            <a:r>
              <a:rPr lang="en-US" sz="900" dirty="0"/>
              <a:t>789</a:t>
            </a:r>
          </a:p>
        </p:txBody>
      </p:sp>
    </p:spTree>
    <p:extLst>
      <p:ext uri="{BB962C8B-B14F-4D97-AF65-F5344CB8AC3E}">
        <p14:creationId xmlns:p14="http://schemas.microsoft.com/office/powerpoint/2010/main" val="11231863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9608BF-A023-AA25-DA1F-31858EFA9DF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8E3C2CD-6753-9459-CA2C-660E4FA69597}"/>
              </a:ext>
            </a:extLst>
          </p:cNvPr>
          <p:cNvSpPr>
            <a:spLocks noGrp="1"/>
          </p:cNvSpPr>
          <p:nvPr>
            <p:ph sz="half" idx="1"/>
          </p:nvPr>
        </p:nvSpPr>
        <p:spPr/>
        <p:txBody>
          <a:bodyPr>
            <a:normAutofit/>
          </a:bodyPr>
          <a:lstStyle/>
          <a:p>
            <a:r>
              <a:rPr lang="en-US" dirty="0"/>
              <a:t>The 3-line in the upper left block must be 2-something, since 1 is used elsewhere. The 2 fits in only one place, and the sum can’t exceed 24. Since 1, 2, and 3 are excluded, it must be 24.</a:t>
            </a:r>
          </a:p>
        </p:txBody>
      </p:sp>
      <p:pic>
        <p:nvPicPr>
          <p:cNvPr id="4" name="Picture 3" descr="A grid of sudoku puzzle&#10;&#10;Description automatically generated">
            <a:extLst>
              <a:ext uri="{FF2B5EF4-FFF2-40B4-BE49-F238E27FC236}">
                <a16:creationId xmlns:a16="http://schemas.microsoft.com/office/drawing/2014/main" id="{1A56524F-034A-8415-13A3-F7D419AF2175}"/>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76BB34AD-9259-235A-0730-0C26A87628B2}"/>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5B764F24-BE92-973F-054E-3A89D5E5396D}"/>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52DDF58C-19F4-2196-FCF0-278615EAA4BD}"/>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CA4CCDFA-1902-86B4-6604-F1201DBED796}"/>
              </a:ext>
            </a:extLst>
          </p:cNvPr>
          <p:cNvSpPr txBox="1"/>
          <p:nvPr/>
        </p:nvSpPr>
        <p:spPr>
          <a:xfrm>
            <a:off x="3716867" y="223122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5860FDED-4DBF-5D58-DD8E-61F2D54FB3A8}"/>
              </a:ext>
            </a:extLst>
          </p:cNvPr>
          <p:cNvSpPr txBox="1"/>
          <p:nvPr/>
        </p:nvSpPr>
        <p:spPr>
          <a:xfrm>
            <a:off x="3640666" y="3036341"/>
            <a:ext cx="570089" cy="230832"/>
          </a:xfrm>
          <a:prstGeom prst="rect">
            <a:avLst/>
          </a:prstGeom>
          <a:noFill/>
        </p:spPr>
        <p:txBody>
          <a:bodyPr wrap="square" rtlCol="0">
            <a:spAutoFit/>
          </a:bodyPr>
          <a:lstStyle/>
          <a:p>
            <a:pPr algn="ctr"/>
            <a:r>
              <a:rPr lang="en-US" sz="900" dirty="0"/>
              <a:t>987654</a:t>
            </a:r>
          </a:p>
        </p:txBody>
      </p:sp>
      <p:sp>
        <p:nvSpPr>
          <p:cNvPr id="9" name="TextBox 8">
            <a:extLst>
              <a:ext uri="{FF2B5EF4-FFF2-40B4-BE49-F238E27FC236}">
                <a16:creationId xmlns:a16="http://schemas.microsoft.com/office/drawing/2014/main" id="{E9F2BD03-E043-8280-97AB-B97438EBC992}"/>
              </a:ext>
            </a:extLst>
          </p:cNvPr>
          <p:cNvSpPr txBox="1"/>
          <p:nvPr/>
        </p:nvSpPr>
        <p:spPr>
          <a:xfrm>
            <a:off x="3138310" y="3036341"/>
            <a:ext cx="570089" cy="230832"/>
          </a:xfrm>
          <a:prstGeom prst="rect">
            <a:avLst/>
          </a:prstGeom>
          <a:noFill/>
        </p:spPr>
        <p:txBody>
          <a:bodyPr wrap="square" rtlCol="0">
            <a:spAutoFit/>
          </a:bodyPr>
          <a:lstStyle/>
          <a:p>
            <a:pPr algn="ctr"/>
            <a:r>
              <a:rPr lang="en-US" sz="900" dirty="0"/>
              <a:t>456789</a:t>
            </a:r>
          </a:p>
        </p:txBody>
      </p:sp>
      <p:sp>
        <p:nvSpPr>
          <p:cNvPr id="10" name="TextBox 9">
            <a:extLst>
              <a:ext uri="{FF2B5EF4-FFF2-40B4-BE49-F238E27FC236}">
                <a16:creationId xmlns:a16="http://schemas.microsoft.com/office/drawing/2014/main" id="{BFC662D1-CEA3-4EC3-93A5-A177B8862785}"/>
              </a:ext>
            </a:extLst>
          </p:cNvPr>
          <p:cNvSpPr txBox="1"/>
          <p:nvPr/>
        </p:nvSpPr>
        <p:spPr>
          <a:xfrm>
            <a:off x="3217333" y="4747898"/>
            <a:ext cx="462845" cy="584775"/>
          </a:xfrm>
          <a:prstGeom prst="rect">
            <a:avLst/>
          </a:prstGeom>
          <a:noFill/>
        </p:spPr>
        <p:txBody>
          <a:bodyPr wrap="square" rtlCol="0">
            <a:spAutoFit/>
          </a:bodyPr>
          <a:lstStyle/>
          <a:p>
            <a:pPr algn="ctr"/>
            <a:r>
              <a:rPr lang="en-US" sz="3200" dirty="0"/>
              <a:t>6</a:t>
            </a:r>
          </a:p>
        </p:txBody>
      </p:sp>
      <p:sp>
        <p:nvSpPr>
          <p:cNvPr id="11" name="TextBox 10">
            <a:extLst>
              <a:ext uri="{FF2B5EF4-FFF2-40B4-BE49-F238E27FC236}">
                <a16:creationId xmlns:a16="http://schemas.microsoft.com/office/drawing/2014/main" id="{559B47EA-8AC6-21DB-09A4-821D4CF51732}"/>
              </a:ext>
            </a:extLst>
          </p:cNvPr>
          <p:cNvSpPr txBox="1"/>
          <p:nvPr/>
        </p:nvSpPr>
        <p:spPr>
          <a:xfrm>
            <a:off x="7213604" y="4747898"/>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FC12722C-606B-958B-FD01-105F6059C3D8}"/>
              </a:ext>
            </a:extLst>
          </p:cNvPr>
          <p:cNvSpPr txBox="1"/>
          <p:nvPr/>
        </p:nvSpPr>
        <p:spPr>
          <a:xfrm>
            <a:off x="6214537" y="2734556"/>
            <a:ext cx="462845" cy="584775"/>
          </a:xfrm>
          <a:prstGeom prst="rect">
            <a:avLst/>
          </a:prstGeom>
          <a:no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1ED138C1-6170-4AF4-310C-89FF18A92CB2}"/>
              </a:ext>
            </a:extLst>
          </p:cNvPr>
          <p:cNvSpPr txBox="1"/>
          <p:nvPr/>
        </p:nvSpPr>
        <p:spPr>
          <a:xfrm>
            <a:off x="4143022" y="2274133"/>
            <a:ext cx="570089" cy="230832"/>
          </a:xfrm>
          <a:prstGeom prst="rect">
            <a:avLst/>
          </a:prstGeom>
          <a:noFill/>
        </p:spPr>
        <p:txBody>
          <a:bodyPr wrap="square" rtlCol="0">
            <a:spAutoFit/>
          </a:bodyPr>
          <a:lstStyle/>
          <a:p>
            <a:pPr algn="ctr"/>
            <a:r>
              <a:rPr lang="en-US" sz="900" dirty="0"/>
              <a:t>456789</a:t>
            </a:r>
          </a:p>
        </p:txBody>
      </p:sp>
      <p:sp>
        <p:nvSpPr>
          <p:cNvPr id="14" name="TextBox 13">
            <a:extLst>
              <a:ext uri="{FF2B5EF4-FFF2-40B4-BE49-F238E27FC236}">
                <a16:creationId xmlns:a16="http://schemas.microsoft.com/office/drawing/2014/main" id="{2003D452-31FA-8716-1EF7-999B03DB01A0}"/>
              </a:ext>
            </a:extLst>
          </p:cNvPr>
          <p:cNvSpPr txBox="1"/>
          <p:nvPr/>
        </p:nvSpPr>
        <p:spPr>
          <a:xfrm>
            <a:off x="4645378" y="2274133"/>
            <a:ext cx="570089" cy="230832"/>
          </a:xfrm>
          <a:prstGeom prst="rect">
            <a:avLst/>
          </a:prstGeom>
          <a:noFill/>
        </p:spPr>
        <p:txBody>
          <a:bodyPr wrap="square" rtlCol="0">
            <a:spAutoFit/>
          </a:bodyPr>
          <a:lstStyle/>
          <a:p>
            <a:pPr algn="ctr"/>
            <a:r>
              <a:rPr lang="en-US" sz="900" dirty="0"/>
              <a:t>45789</a:t>
            </a:r>
          </a:p>
        </p:txBody>
      </p:sp>
      <p:sp>
        <p:nvSpPr>
          <p:cNvPr id="15" name="TextBox 14">
            <a:extLst>
              <a:ext uri="{FF2B5EF4-FFF2-40B4-BE49-F238E27FC236}">
                <a16:creationId xmlns:a16="http://schemas.microsoft.com/office/drawing/2014/main" id="{204BF655-9890-D95B-7F0A-972F728B9CA4}"/>
              </a:ext>
            </a:extLst>
          </p:cNvPr>
          <p:cNvSpPr txBox="1"/>
          <p:nvPr/>
        </p:nvSpPr>
        <p:spPr>
          <a:xfrm>
            <a:off x="5147734" y="2274133"/>
            <a:ext cx="570089" cy="230832"/>
          </a:xfrm>
          <a:prstGeom prst="rect">
            <a:avLst/>
          </a:prstGeom>
          <a:noFill/>
        </p:spPr>
        <p:txBody>
          <a:bodyPr wrap="square" rtlCol="0">
            <a:spAutoFit/>
          </a:bodyPr>
          <a:lstStyle/>
          <a:p>
            <a:pPr algn="ctr"/>
            <a:r>
              <a:rPr lang="en-US" sz="900" dirty="0"/>
              <a:t>456789</a:t>
            </a:r>
          </a:p>
        </p:txBody>
      </p:sp>
      <p:sp>
        <p:nvSpPr>
          <p:cNvPr id="16" name="TextBox 15">
            <a:extLst>
              <a:ext uri="{FF2B5EF4-FFF2-40B4-BE49-F238E27FC236}">
                <a16:creationId xmlns:a16="http://schemas.microsoft.com/office/drawing/2014/main" id="{FC23D50B-5704-97A8-2749-AF1C85953BDB}"/>
              </a:ext>
            </a:extLst>
          </p:cNvPr>
          <p:cNvSpPr txBox="1"/>
          <p:nvPr/>
        </p:nvSpPr>
        <p:spPr>
          <a:xfrm>
            <a:off x="5650090" y="2274133"/>
            <a:ext cx="570089" cy="230832"/>
          </a:xfrm>
          <a:prstGeom prst="rect">
            <a:avLst/>
          </a:prstGeom>
          <a:noFill/>
        </p:spPr>
        <p:txBody>
          <a:bodyPr wrap="square" rtlCol="0">
            <a:spAutoFit/>
          </a:bodyPr>
          <a:lstStyle/>
          <a:p>
            <a:pPr algn="ctr"/>
            <a:r>
              <a:rPr lang="en-US" sz="900" dirty="0"/>
              <a:t>45789</a:t>
            </a:r>
          </a:p>
        </p:txBody>
      </p:sp>
      <p:sp>
        <p:nvSpPr>
          <p:cNvPr id="17" name="TextBox 16">
            <a:extLst>
              <a:ext uri="{FF2B5EF4-FFF2-40B4-BE49-F238E27FC236}">
                <a16:creationId xmlns:a16="http://schemas.microsoft.com/office/drawing/2014/main" id="{4ACB6DA0-61BD-674C-96BB-50752779EEAC}"/>
              </a:ext>
            </a:extLst>
          </p:cNvPr>
          <p:cNvSpPr txBox="1"/>
          <p:nvPr/>
        </p:nvSpPr>
        <p:spPr>
          <a:xfrm>
            <a:off x="6152446" y="2274133"/>
            <a:ext cx="570089" cy="230832"/>
          </a:xfrm>
          <a:prstGeom prst="rect">
            <a:avLst/>
          </a:prstGeom>
          <a:noFill/>
        </p:spPr>
        <p:txBody>
          <a:bodyPr wrap="square" rtlCol="0">
            <a:spAutoFit/>
          </a:bodyPr>
          <a:lstStyle/>
          <a:p>
            <a:pPr algn="ctr"/>
            <a:r>
              <a:rPr lang="en-US" sz="900" dirty="0"/>
              <a:t>45789</a:t>
            </a:r>
          </a:p>
        </p:txBody>
      </p:sp>
      <p:sp>
        <p:nvSpPr>
          <p:cNvPr id="18" name="TextBox 17">
            <a:extLst>
              <a:ext uri="{FF2B5EF4-FFF2-40B4-BE49-F238E27FC236}">
                <a16:creationId xmlns:a16="http://schemas.microsoft.com/office/drawing/2014/main" id="{5D0E4E7D-CE4C-AB39-E11A-13EC5BEF3EA8}"/>
              </a:ext>
            </a:extLst>
          </p:cNvPr>
          <p:cNvSpPr txBox="1"/>
          <p:nvPr/>
        </p:nvSpPr>
        <p:spPr>
          <a:xfrm>
            <a:off x="6654802" y="2404765"/>
            <a:ext cx="570089" cy="230832"/>
          </a:xfrm>
          <a:prstGeom prst="rect">
            <a:avLst/>
          </a:prstGeom>
          <a:noFill/>
        </p:spPr>
        <p:txBody>
          <a:bodyPr wrap="square" rtlCol="0">
            <a:spAutoFit/>
          </a:bodyPr>
          <a:lstStyle/>
          <a:p>
            <a:pPr algn="ctr"/>
            <a:r>
              <a:rPr lang="en-US" sz="900" dirty="0"/>
              <a:t>2457</a:t>
            </a:r>
          </a:p>
        </p:txBody>
      </p:sp>
      <p:sp>
        <p:nvSpPr>
          <p:cNvPr id="19" name="TextBox 18">
            <a:extLst>
              <a:ext uri="{FF2B5EF4-FFF2-40B4-BE49-F238E27FC236}">
                <a16:creationId xmlns:a16="http://schemas.microsoft.com/office/drawing/2014/main" id="{8E87266D-916F-DCFD-A6AD-18027B9B841A}"/>
              </a:ext>
            </a:extLst>
          </p:cNvPr>
          <p:cNvSpPr txBox="1"/>
          <p:nvPr/>
        </p:nvSpPr>
        <p:spPr>
          <a:xfrm>
            <a:off x="7157158" y="2404765"/>
            <a:ext cx="570089" cy="230832"/>
          </a:xfrm>
          <a:prstGeom prst="rect">
            <a:avLst/>
          </a:prstGeom>
          <a:noFill/>
        </p:spPr>
        <p:txBody>
          <a:bodyPr wrap="square" rtlCol="0">
            <a:spAutoFit/>
          </a:bodyPr>
          <a:lstStyle/>
          <a:p>
            <a:pPr algn="ctr"/>
            <a:r>
              <a:rPr lang="en-US" sz="900" dirty="0"/>
              <a:t>2457</a:t>
            </a:r>
          </a:p>
        </p:txBody>
      </p:sp>
      <p:sp>
        <p:nvSpPr>
          <p:cNvPr id="20" name="TextBox 19">
            <a:extLst>
              <a:ext uri="{FF2B5EF4-FFF2-40B4-BE49-F238E27FC236}">
                <a16:creationId xmlns:a16="http://schemas.microsoft.com/office/drawing/2014/main" id="{FF1C6D72-72FF-7C75-3887-98DB68146B8E}"/>
              </a:ext>
            </a:extLst>
          </p:cNvPr>
          <p:cNvSpPr txBox="1"/>
          <p:nvPr/>
        </p:nvSpPr>
        <p:spPr>
          <a:xfrm>
            <a:off x="4645378" y="1903821"/>
            <a:ext cx="570089" cy="230832"/>
          </a:xfrm>
          <a:prstGeom prst="rect">
            <a:avLst/>
          </a:prstGeom>
          <a:noFill/>
        </p:spPr>
        <p:txBody>
          <a:bodyPr wrap="square" rtlCol="0">
            <a:spAutoFit/>
          </a:bodyPr>
          <a:lstStyle/>
          <a:p>
            <a:pPr algn="ctr"/>
            <a:r>
              <a:rPr lang="en-US" sz="900" dirty="0"/>
              <a:t>345</a:t>
            </a:r>
          </a:p>
        </p:txBody>
      </p:sp>
      <p:sp>
        <p:nvSpPr>
          <p:cNvPr id="23" name="TextBox 22">
            <a:extLst>
              <a:ext uri="{FF2B5EF4-FFF2-40B4-BE49-F238E27FC236}">
                <a16:creationId xmlns:a16="http://schemas.microsoft.com/office/drawing/2014/main" id="{D8B9EC8E-02AA-6B8B-CC85-9E9247B90177}"/>
              </a:ext>
            </a:extLst>
          </p:cNvPr>
          <p:cNvSpPr txBox="1"/>
          <p:nvPr/>
        </p:nvSpPr>
        <p:spPr>
          <a:xfrm>
            <a:off x="6214537" y="721216"/>
            <a:ext cx="462845" cy="584775"/>
          </a:xfrm>
          <a:prstGeom prst="rect">
            <a:avLst/>
          </a:prstGeom>
          <a:noFill/>
        </p:spPr>
        <p:txBody>
          <a:bodyPr wrap="square" rtlCol="0">
            <a:spAutoFit/>
          </a:bodyPr>
          <a:lstStyle/>
          <a:p>
            <a:pPr algn="ctr"/>
            <a:r>
              <a:rPr lang="en-US" sz="3200" dirty="0"/>
              <a:t>2</a:t>
            </a:r>
          </a:p>
        </p:txBody>
      </p:sp>
      <p:sp>
        <p:nvSpPr>
          <p:cNvPr id="24" name="TextBox 23">
            <a:extLst>
              <a:ext uri="{FF2B5EF4-FFF2-40B4-BE49-F238E27FC236}">
                <a16:creationId xmlns:a16="http://schemas.microsoft.com/office/drawing/2014/main" id="{0CF21BCC-C656-7210-A84C-46FA9A40DE4F}"/>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5DE25BE5-B17E-8369-0D2B-173E95AE98CD}"/>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7F67DB00-3C6A-160F-B2E2-BDA3B7FEF1C1}"/>
              </a:ext>
            </a:extLst>
          </p:cNvPr>
          <p:cNvSpPr txBox="1"/>
          <p:nvPr/>
        </p:nvSpPr>
        <p:spPr>
          <a:xfrm>
            <a:off x="6654802" y="771301"/>
            <a:ext cx="570089" cy="230832"/>
          </a:xfrm>
          <a:prstGeom prst="rect">
            <a:avLst/>
          </a:prstGeom>
          <a:noFill/>
        </p:spPr>
        <p:txBody>
          <a:bodyPr wrap="square" rtlCol="0">
            <a:spAutoFit/>
          </a:bodyPr>
          <a:lstStyle/>
          <a:p>
            <a:pPr algn="ctr"/>
            <a:r>
              <a:rPr lang="en-US" sz="900" dirty="0"/>
              <a:t>34579</a:t>
            </a:r>
          </a:p>
        </p:txBody>
      </p:sp>
      <p:sp>
        <p:nvSpPr>
          <p:cNvPr id="26" name="TextBox 25">
            <a:extLst>
              <a:ext uri="{FF2B5EF4-FFF2-40B4-BE49-F238E27FC236}">
                <a16:creationId xmlns:a16="http://schemas.microsoft.com/office/drawing/2014/main" id="{33EF32B2-E916-0010-DA78-3A4FF0E8E8D7}"/>
              </a:ext>
            </a:extLst>
          </p:cNvPr>
          <p:cNvSpPr txBox="1"/>
          <p:nvPr/>
        </p:nvSpPr>
        <p:spPr>
          <a:xfrm>
            <a:off x="6654802" y="1402877"/>
            <a:ext cx="570089" cy="230832"/>
          </a:xfrm>
          <a:prstGeom prst="rect">
            <a:avLst/>
          </a:prstGeom>
          <a:noFill/>
        </p:spPr>
        <p:txBody>
          <a:bodyPr wrap="square" rtlCol="0">
            <a:spAutoFit/>
          </a:bodyPr>
          <a:lstStyle/>
          <a:p>
            <a:pPr algn="ctr"/>
            <a:r>
              <a:rPr lang="en-US" sz="900" dirty="0"/>
              <a:t>34579</a:t>
            </a:r>
          </a:p>
        </p:txBody>
      </p:sp>
      <p:sp>
        <p:nvSpPr>
          <p:cNvPr id="27" name="TextBox 26">
            <a:extLst>
              <a:ext uri="{FF2B5EF4-FFF2-40B4-BE49-F238E27FC236}">
                <a16:creationId xmlns:a16="http://schemas.microsoft.com/office/drawing/2014/main" id="{B6D07C95-6862-FD2D-50FD-EC9066699FF6}"/>
              </a:ext>
            </a:extLst>
          </p:cNvPr>
          <p:cNvSpPr txBox="1"/>
          <p:nvPr/>
        </p:nvSpPr>
        <p:spPr>
          <a:xfrm>
            <a:off x="7157158" y="1402877"/>
            <a:ext cx="570089" cy="230832"/>
          </a:xfrm>
          <a:prstGeom prst="rect">
            <a:avLst/>
          </a:prstGeom>
          <a:noFill/>
        </p:spPr>
        <p:txBody>
          <a:bodyPr wrap="square" rtlCol="0">
            <a:spAutoFit/>
          </a:bodyPr>
          <a:lstStyle/>
          <a:p>
            <a:pPr algn="ctr"/>
            <a:r>
              <a:rPr lang="en-US" sz="900" dirty="0"/>
              <a:t>4579</a:t>
            </a:r>
          </a:p>
        </p:txBody>
      </p:sp>
      <p:sp>
        <p:nvSpPr>
          <p:cNvPr id="28" name="TextBox 27">
            <a:extLst>
              <a:ext uri="{FF2B5EF4-FFF2-40B4-BE49-F238E27FC236}">
                <a16:creationId xmlns:a16="http://schemas.microsoft.com/office/drawing/2014/main" id="{2A5D02CF-19CD-988F-7E88-C1D2A000312B}"/>
              </a:ext>
            </a:extLst>
          </p:cNvPr>
          <p:cNvSpPr txBox="1"/>
          <p:nvPr/>
        </p:nvSpPr>
        <p:spPr>
          <a:xfrm>
            <a:off x="6654802" y="2034453"/>
            <a:ext cx="570089" cy="230832"/>
          </a:xfrm>
          <a:prstGeom prst="rect">
            <a:avLst/>
          </a:prstGeom>
          <a:noFill/>
        </p:spPr>
        <p:txBody>
          <a:bodyPr wrap="square" rtlCol="0">
            <a:spAutoFit/>
          </a:bodyPr>
          <a:lstStyle/>
          <a:p>
            <a:pPr algn="ctr"/>
            <a:r>
              <a:rPr lang="en-US" sz="900" dirty="0"/>
              <a:t>34579</a:t>
            </a:r>
          </a:p>
        </p:txBody>
      </p:sp>
      <p:sp>
        <p:nvSpPr>
          <p:cNvPr id="29" name="TextBox 28">
            <a:extLst>
              <a:ext uri="{FF2B5EF4-FFF2-40B4-BE49-F238E27FC236}">
                <a16:creationId xmlns:a16="http://schemas.microsoft.com/office/drawing/2014/main" id="{A672F4EE-02F8-B377-4BAA-E730E9B4AAB2}"/>
              </a:ext>
            </a:extLst>
          </p:cNvPr>
          <p:cNvSpPr txBox="1"/>
          <p:nvPr/>
        </p:nvSpPr>
        <p:spPr>
          <a:xfrm>
            <a:off x="7157158" y="2034453"/>
            <a:ext cx="570089" cy="230832"/>
          </a:xfrm>
          <a:prstGeom prst="rect">
            <a:avLst/>
          </a:prstGeom>
          <a:noFill/>
        </p:spPr>
        <p:txBody>
          <a:bodyPr wrap="square" rtlCol="0">
            <a:spAutoFit/>
          </a:bodyPr>
          <a:lstStyle/>
          <a:p>
            <a:pPr algn="ctr"/>
            <a:r>
              <a:rPr lang="en-US" sz="900" dirty="0"/>
              <a:t>4579</a:t>
            </a:r>
          </a:p>
        </p:txBody>
      </p:sp>
      <p:sp>
        <p:nvSpPr>
          <p:cNvPr id="30" name="TextBox 29">
            <a:extLst>
              <a:ext uri="{FF2B5EF4-FFF2-40B4-BE49-F238E27FC236}">
                <a16:creationId xmlns:a16="http://schemas.microsoft.com/office/drawing/2014/main" id="{B259C1C2-19D7-FD05-AD37-F4306302EF76}"/>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8968159E-897B-FF3E-01D8-BD5A4ABD5911}"/>
              </a:ext>
            </a:extLst>
          </p:cNvPr>
          <p:cNvSpPr txBox="1"/>
          <p:nvPr/>
        </p:nvSpPr>
        <p:spPr>
          <a:xfrm>
            <a:off x="3217333" y="721216"/>
            <a:ext cx="462845" cy="584775"/>
          </a:xfrm>
          <a:prstGeom prst="rect">
            <a:avLst/>
          </a:prstGeom>
          <a:noFill/>
        </p:spPr>
        <p:txBody>
          <a:bodyPr wrap="square" rtlCol="0">
            <a:spAutoFit/>
          </a:bodyPr>
          <a:lstStyle/>
          <a:p>
            <a:pPr algn="ctr"/>
            <a:r>
              <a:rPr lang="en-US" sz="3200" dirty="0"/>
              <a:t>4</a:t>
            </a:r>
          </a:p>
        </p:txBody>
      </p:sp>
      <p:sp>
        <p:nvSpPr>
          <p:cNvPr id="32" name="TextBox 31">
            <a:extLst>
              <a:ext uri="{FF2B5EF4-FFF2-40B4-BE49-F238E27FC236}">
                <a16:creationId xmlns:a16="http://schemas.microsoft.com/office/drawing/2014/main" id="{20A1BDDF-72BD-24C6-8AC0-440CADD0EF32}"/>
              </a:ext>
            </a:extLst>
          </p:cNvPr>
          <p:cNvSpPr txBox="1"/>
          <p:nvPr/>
        </p:nvSpPr>
        <p:spPr>
          <a:xfrm>
            <a:off x="3138310" y="1402877"/>
            <a:ext cx="570089" cy="230832"/>
          </a:xfrm>
          <a:prstGeom prst="rect">
            <a:avLst/>
          </a:prstGeom>
          <a:noFill/>
        </p:spPr>
        <p:txBody>
          <a:bodyPr wrap="square" rtlCol="0">
            <a:spAutoFit/>
          </a:bodyPr>
          <a:lstStyle/>
          <a:p>
            <a:pPr algn="ctr"/>
            <a:r>
              <a:rPr lang="en-US" sz="900" dirty="0"/>
              <a:t>789</a:t>
            </a:r>
          </a:p>
        </p:txBody>
      </p:sp>
      <p:sp>
        <p:nvSpPr>
          <p:cNvPr id="33" name="TextBox 32">
            <a:extLst>
              <a:ext uri="{FF2B5EF4-FFF2-40B4-BE49-F238E27FC236}">
                <a16:creationId xmlns:a16="http://schemas.microsoft.com/office/drawing/2014/main" id="{51D7A769-3461-BA6B-37C8-93308D8C7B92}"/>
              </a:ext>
            </a:extLst>
          </p:cNvPr>
          <p:cNvSpPr txBox="1"/>
          <p:nvPr/>
        </p:nvSpPr>
        <p:spPr>
          <a:xfrm>
            <a:off x="3640666" y="2034453"/>
            <a:ext cx="570089" cy="230832"/>
          </a:xfrm>
          <a:prstGeom prst="rect">
            <a:avLst/>
          </a:prstGeom>
          <a:noFill/>
        </p:spPr>
        <p:txBody>
          <a:bodyPr wrap="square" rtlCol="0">
            <a:spAutoFit/>
          </a:bodyPr>
          <a:lstStyle/>
          <a:p>
            <a:pPr algn="ctr"/>
            <a:r>
              <a:rPr lang="en-US" sz="900" dirty="0"/>
              <a:t>789</a:t>
            </a:r>
          </a:p>
        </p:txBody>
      </p:sp>
      <p:sp>
        <p:nvSpPr>
          <p:cNvPr id="34" name="TextBox 33">
            <a:extLst>
              <a:ext uri="{FF2B5EF4-FFF2-40B4-BE49-F238E27FC236}">
                <a16:creationId xmlns:a16="http://schemas.microsoft.com/office/drawing/2014/main" id="{9CD5143B-0E40-6EC2-98F7-DB83DE0A6096}"/>
              </a:ext>
            </a:extLst>
          </p:cNvPr>
          <p:cNvSpPr txBox="1"/>
          <p:nvPr/>
        </p:nvSpPr>
        <p:spPr>
          <a:xfrm>
            <a:off x="3138310" y="2034453"/>
            <a:ext cx="570089" cy="230832"/>
          </a:xfrm>
          <a:prstGeom prst="rect">
            <a:avLst/>
          </a:prstGeom>
          <a:noFill/>
        </p:spPr>
        <p:txBody>
          <a:bodyPr wrap="square" rtlCol="0">
            <a:spAutoFit/>
          </a:bodyPr>
          <a:lstStyle/>
          <a:p>
            <a:pPr algn="ctr"/>
            <a:r>
              <a:rPr lang="en-US" sz="900" dirty="0"/>
              <a:t>789</a:t>
            </a:r>
          </a:p>
        </p:txBody>
      </p:sp>
      <p:sp>
        <p:nvSpPr>
          <p:cNvPr id="35" name="TextBox 34">
            <a:extLst>
              <a:ext uri="{FF2B5EF4-FFF2-40B4-BE49-F238E27FC236}">
                <a16:creationId xmlns:a16="http://schemas.microsoft.com/office/drawing/2014/main" id="{8A32221A-0348-22C7-B663-1B8CFD543508}"/>
              </a:ext>
            </a:extLst>
          </p:cNvPr>
          <p:cNvSpPr txBox="1"/>
          <p:nvPr/>
        </p:nvSpPr>
        <p:spPr>
          <a:xfrm>
            <a:off x="4216401" y="1224551"/>
            <a:ext cx="462845" cy="584775"/>
          </a:xfrm>
          <a:prstGeom prst="rect">
            <a:avLst/>
          </a:prstGeom>
          <a:noFill/>
        </p:spPr>
        <p:txBody>
          <a:bodyPr wrap="square" rtlCol="0">
            <a:spAutoFit/>
          </a:bodyPr>
          <a:lstStyle/>
          <a:p>
            <a:pPr algn="ctr"/>
            <a:r>
              <a:rPr lang="en-US" sz="3200" dirty="0"/>
              <a:t>1</a:t>
            </a:r>
          </a:p>
        </p:txBody>
      </p:sp>
      <p:sp>
        <p:nvSpPr>
          <p:cNvPr id="36" name="TextBox 35">
            <a:extLst>
              <a:ext uri="{FF2B5EF4-FFF2-40B4-BE49-F238E27FC236}">
                <a16:creationId xmlns:a16="http://schemas.microsoft.com/office/drawing/2014/main" id="{F461461D-33E0-9560-F0E6-9B76FF487EB8}"/>
              </a:ext>
            </a:extLst>
          </p:cNvPr>
          <p:cNvSpPr txBox="1"/>
          <p:nvPr/>
        </p:nvSpPr>
        <p:spPr>
          <a:xfrm>
            <a:off x="5215469" y="721216"/>
            <a:ext cx="462845" cy="584775"/>
          </a:xfrm>
          <a:prstGeom prst="rect">
            <a:avLst/>
          </a:prstGeom>
          <a:noFill/>
        </p:spPr>
        <p:txBody>
          <a:bodyPr wrap="square" rtlCol="0">
            <a:spAutoFit/>
          </a:bodyPr>
          <a:lstStyle/>
          <a:p>
            <a:pPr algn="ctr"/>
            <a:r>
              <a:rPr lang="en-US" sz="3200" dirty="0"/>
              <a:t>1</a:t>
            </a:r>
          </a:p>
        </p:txBody>
      </p:sp>
      <p:sp>
        <p:nvSpPr>
          <p:cNvPr id="37" name="TextBox 36">
            <a:extLst>
              <a:ext uri="{FF2B5EF4-FFF2-40B4-BE49-F238E27FC236}">
                <a16:creationId xmlns:a16="http://schemas.microsoft.com/office/drawing/2014/main" id="{A1F3B514-4BF9-CA2A-C4CC-C18C92CE72F0}"/>
              </a:ext>
            </a:extLst>
          </p:cNvPr>
          <p:cNvSpPr txBox="1"/>
          <p:nvPr/>
        </p:nvSpPr>
        <p:spPr>
          <a:xfrm>
            <a:off x="4143022" y="2905709"/>
            <a:ext cx="570089" cy="230832"/>
          </a:xfrm>
          <a:prstGeom prst="rect">
            <a:avLst/>
          </a:prstGeom>
          <a:noFill/>
        </p:spPr>
        <p:txBody>
          <a:bodyPr wrap="square" rtlCol="0">
            <a:spAutoFit/>
          </a:bodyPr>
          <a:lstStyle/>
          <a:p>
            <a:pPr algn="ctr"/>
            <a:r>
              <a:rPr lang="en-US" sz="900" dirty="0"/>
              <a:t>542</a:t>
            </a:r>
          </a:p>
        </p:txBody>
      </p:sp>
      <p:sp>
        <p:nvSpPr>
          <p:cNvPr id="38" name="TextBox 37">
            <a:extLst>
              <a:ext uri="{FF2B5EF4-FFF2-40B4-BE49-F238E27FC236}">
                <a16:creationId xmlns:a16="http://schemas.microsoft.com/office/drawing/2014/main" id="{C9336333-0A64-76EF-F560-1CD3218010C2}"/>
              </a:ext>
            </a:extLst>
          </p:cNvPr>
          <p:cNvSpPr txBox="1"/>
          <p:nvPr/>
        </p:nvSpPr>
        <p:spPr>
          <a:xfrm>
            <a:off x="5147734" y="2034453"/>
            <a:ext cx="570089" cy="230832"/>
          </a:xfrm>
          <a:prstGeom prst="rect">
            <a:avLst/>
          </a:prstGeom>
          <a:noFill/>
        </p:spPr>
        <p:txBody>
          <a:bodyPr wrap="square" rtlCol="0">
            <a:spAutoFit/>
          </a:bodyPr>
          <a:lstStyle/>
          <a:p>
            <a:pPr algn="ctr"/>
            <a:r>
              <a:rPr lang="en-US" sz="900" dirty="0"/>
              <a:t>789</a:t>
            </a:r>
          </a:p>
        </p:txBody>
      </p:sp>
    </p:spTree>
    <p:extLst>
      <p:ext uri="{BB962C8B-B14F-4D97-AF65-F5344CB8AC3E}">
        <p14:creationId xmlns:p14="http://schemas.microsoft.com/office/powerpoint/2010/main" val="33469786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5B5EBB-98AE-C68F-C5E6-3EA3F6E163B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B05CAF8-DB89-627B-684E-54EC34CDFA66}"/>
              </a:ext>
            </a:extLst>
          </p:cNvPr>
          <p:cNvSpPr>
            <a:spLocks noGrp="1"/>
          </p:cNvSpPr>
          <p:nvPr>
            <p:ph sz="half" idx="1"/>
          </p:nvPr>
        </p:nvSpPr>
        <p:spPr/>
        <p:txBody>
          <a:bodyPr>
            <a:normAutofit/>
          </a:bodyPr>
          <a:lstStyle/>
          <a:p>
            <a:r>
              <a:rPr lang="en-US" dirty="0"/>
              <a:t>Reduce, noting the 789 triplet in Row 3.</a:t>
            </a:r>
          </a:p>
        </p:txBody>
      </p:sp>
      <p:pic>
        <p:nvPicPr>
          <p:cNvPr id="4" name="Picture 3" descr="A grid of sudoku puzzle&#10;&#10;Description automatically generated">
            <a:extLst>
              <a:ext uri="{FF2B5EF4-FFF2-40B4-BE49-F238E27FC236}">
                <a16:creationId xmlns:a16="http://schemas.microsoft.com/office/drawing/2014/main" id="{E4742761-F558-97EF-B1DD-DDB4D2B50BB1}"/>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360C138C-8668-AC54-240C-3F7B7419DA81}"/>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4073D18E-C518-8EB1-DEE3-5038AC9FBAB6}"/>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79064BDA-30A0-3E7E-9019-E2FE78A9624D}"/>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223AB5C8-9269-8911-1F1C-34F4C2B66F92}"/>
              </a:ext>
            </a:extLst>
          </p:cNvPr>
          <p:cNvSpPr txBox="1"/>
          <p:nvPr/>
        </p:nvSpPr>
        <p:spPr>
          <a:xfrm>
            <a:off x="3716867" y="223122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FCB3A1E8-C3BC-1810-04AA-54A575BF3548}"/>
              </a:ext>
            </a:extLst>
          </p:cNvPr>
          <p:cNvSpPr txBox="1"/>
          <p:nvPr/>
        </p:nvSpPr>
        <p:spPr>
          <a:xfrm>
            <a:off x="3640666" y="3036341"/>
            <a:ext cx="570089" cy="230832"/>
          </a:xfrm>
          <a:prstGeom prst="rect">
            <a:avLst/>
          </a:prstGeom>
          <a:noFill/>
        </p:spPr>
        <p:txBody>
          <a:bodyPr wrap="square" rtlCol="0">
            <a:spAutoFit/>
          </a:bodyPr>
          <a:lstStyle/>
          <a:p>
            <a:pPr algn="ctr"/>
            <a:r>
              <a:rPr lang="en-US" sz="900" dirty="0"/>
              <a:t>87654</a:t>
            </a:r>
          </a:p>
        </p:txBody>
      </p:sp>
      <p:sp>
        <p:nvSpPr>
          <p:cNvPr id="9" name="TextBox 8">
            <a:extLst>
              <a:ext uri="{FF2B5EF4-FFF2-40B4-BE49-F238E27FC236}">
                <a16:creationId xmlns:a16="http://schemas.microsoft.com/office/drawing/2014/main" id="{5598A8DD-FFB4-793F-01C6-DEC38301F349}"/>
              </a:ext>
            </a:extLst>
          </p:cNvPr>
          <p:cNvSpPr txBox="1"/>
          <p:nvPr/>
        </p:nvSpPr>
        <p:spPr>
          <a:xfrm>
            <a:off x="3138310" y="3036341"/>
            <a:ext cx="570089" cy="230832"/>
          </a:xfrm>
          <a:prstGeom prst="rect">
            <a:avLst/>
          </a:prstGeom>
          <a:noFill/>
        </p:spPr>
        <p:txBody>
          <a:bodyPr wrap="square" rtlCol="0">
            <a:spAutoFit/>
          </a:bodyPr>
          <a:lstStyle/>
          <a:p>
            <a:pPr algn="ctr"/>
            <a:r>
              <a:rPr lang="en-US" sz="900" dirty="0"/>
              <a:t>56789</a:t>
            </a:r>
          </a:p>
        </p:txBody>
      </p:sp>
      <p:sp>
        <p:nvSpPr>
          <p:cNvPr id="10" name="TextBox 9">
            <a:extLst>
              <a:ext uri="{FF2B5EF4-FFF2-40B4-BE49-F238E27FC236}">
                <a16:creationId xmlns:a16="http://schemas.microsoft.com/office/drawing/2014/main" id="{959D7852-B768-D990-0E8A-11871B57B97B}"/>
              </a:ext>
            </a:extLst>
          </p:cNvPr>
          <p:cNvSpPr txBox="1"/>
          <p:nvPr/>
        </p:nvSpPr>
        <p:spPr>
          <a:xfrm>
            <a:off x="3217333" y="4747898"/>
            <a:ext cx="462845" cy="584775"/>
          </a:xfrm>
          <a:prstGeom prst="rect">
            <a:avLst/>
          </a:prstGeom>
          <a:noFill/>
        </p:spPr>
        <p:txBody>
          <a:bodyPr wrap="square" rtlCol="0">
            <a:spAutoFit/>
          </a:bodyPr>
          <a:lstStyle/>
          <a:p>
            <a:pPr algn="ctr"/>
            <a:r>
              <a:rPr lang="en-US" sz="3200" dirty="0"/>
              <a:t>6</a:t>
            </a:r>
          </a:p>
        </p:txBody>
      </p:sp>
      <p:sp>
        <p:nvSpPr>
          <p:cNvPr id="11" name="TextBox 10">
            <a:extLst>
              <a:ext uri="{FF2B5EF4-FFF2-40B4-BE49-F238E27FC236}">
                <a16:creationId xmlns:a16="http://schemas.microsoft.com/office/drawing/2014/main" id="{FF0D0056-8D2D-36C4-F5A9-E7A0749C77C5}"/>
              </a:ext>
            </a:extLst>
          </p:cNvPr>
          <p:cNvSpPr txBox="1"/>
          <p:nvPr/>
        </p:nvSpPr>
        <p:spPr>
          <a:xfrm>
            <a:off x="7213604" y="4747898"/>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B8341A80-02CC-AA79-BD63-CC4C0314B0DA}"/>
              </a:ext>
            </a:extLst>
          </p:cNvPr>
          <p:cNvSpPr txBox="1"/>
          <p:nvPr/>
        </p:nvSpPr>
        <p:spPr>
          <a:xfrm>
            <a:off x="6214537" y="2734556"/>
            <a:ext cx="462845" cy="584775"/>
          </a:xfrm>
          <a:prstGeom prst="rect">
            <a:avLst/>
          </a:prstGeom>
          <a:no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4BFECCF1-A6DF-D675-F9E0-66946647ECB1}"/>
              </a:ext>
            </a:extLst>
          </p:cNvPr>
          <p:cNvSpPr txBox="1"/>
          <p:nvPr/>
        </p:nvSpPr>
        <p:spPr>
          <a:xfrm>
            <a:off x="4143022" y="2274133"/>
            <a:ext cx="570089" cy="230832"/>
          </a:xfrm>
          <a:prstGeom prst="rect">
            <a:avLst/>
          </a:prstGeom>
          <a:noFill/>
        </p:spPr>
        <p:txBody>
          <a:bodyPr wrap="square" rtlCol="0">
            <a:spAutoFit/>
          </a:bodyPr>
          <a:lstStyle/>
          <a:p>
            <a:pPr algn="ctr"/>
            <a:r>
              <a:rPr lang="en-US" sz="900" dirty="0"/>
              <a:t>456789</a:t>
            </a:r>
          </a:p>
        </p:txBody>
      </p:sp>
      <p:sp>
        <p:nvSpPr>
          <p:cNvPr id="14" name="TextBox 13">
            <a:extLst>
              <a:ext uri="{FF2B5EF4-FFF2-40B4-BE49-F238E27FC236}">
                <a16:creationId xmlns:a16="http://schemas.microsoft.com/office/drawing/2014/main" id="{A9C07853-717C-25C0-2AF5-F97F1847AE4F}"/>
              </a:ext>
            </a:extLst>
          </p:cNvPr>
          <p:cNvSpPr txBox="1"/>
          <p:nvPr/>
        </p:nvSpPr>
        <p:spPr>
          <a:xfrm>
            <a:off x="4645378" y="2274133"/>
            <a:ext cx="570089" cy="230832"/>
          </a:xfrm>
          <a:prstGeom prst="rect">
            <a:avLst/>
          </a:prstGeom>
          <a:noFill/>
        </p:spPr>
        <p:txBody>
          <a:bodyPr wrap="square" rtlCol="0">
            <a:spAutoFit/>
          </a:bodyPr>
          <a:lstStyle/>
          <a:p>
            <a:pPr algn="ctr"/>
            <a:r>
              <a:rPr lang="en-US" sz="900" dirty="0"/>
              <a:t>45789</a:t>
            </a:r>
          </a:p>
        </p:txBody>
      </p:sp>
      <p:sp>
        <p:nvSpPr>
          <p:cNvPr id="15" name="TextBox 14">
            <a:extLst>
              <a:ext uri="{FF2B5EF4-FFF2-40B4-BE49-F238E27FC236}">
                <a16:creationId xmlns:a16="http://schemas.microsoft.com/office/drawing/2014/main" id="{0D185BFC-1024-09A3-AAE0-CF8ED058B4FA}"/>
              </a:ext>
            </a:extLst>
          </p:cNvPr>
          <p:cNvSpPr txBox="1"/>
          <p:nvPr/>
        </p:nvSpPr>
        <p:spPr>
          <a:xfrm>
            <a:off x="5147734" y="2274133"/>
            <a:ext cx="570089" cy="230832"/>
          </a:xfrm>
          <a:prstGeom prst="rect">
            <a:avLst/>
          </a:prstGeom>
          <a:noFill/>
        </p:spPr>
        <p:txBody>
          <a:bodyPr wrap="square" rtlCol="0">
            <a:spAutoFit/>
          </a:bodyPr>
          <a:lstStyle/>
          <a:p>
            <a:pPr algn="ctr"/>
            <a:r>
              <a:rPr lang="en-US" sz="900" dirty="0"/>
              <a:t>456789</a:t>
            </a:r>
          </a:p>
        </p:txBody>
      </p:sp>
      <p:sp>
        <p:nvSpPr>
          <p:cNvPr id="16" name="TextBox 15">
            <a:extLst>
              <a:ext uri="{FF2B5EF4-FFF2-40B4-BE49-F238E27FC236}">
                <a16:creationId xmlns:a16="http://schemas.microsoft.com/office/drawing/2014/main" id="{FFACD7AB-4A79-6EA2-5C11-17F89805E47F}"/>
              </a:ext>
            </a:extLst>
          </p:cNvPr>
          <p:cNvSpPr txBox="1"/>
          <p:nvPr/>
        </p:nvSpPr>
        <p:spPr>
          <a:xfrm>
            <a:off x="5650090" y="2274133"/>
            <a:ext cx="570089" cy="230832"/>
          </a:xfrm>
          <a:prstGeom prst="rect">
            <a:avLst/>
          </a:prstGeom>
          <a:noFill/>
        </p:spPr>
        <p:txBody>
          <a:bodyPr wrap="square" rtlCol="0">
            <a:spAutoFit/>
          </a:bodyPr>
          <a:lstStyle/>
          <a:p>
            <a:pPr algn="ctr"/>
            <a:r>
              <a:rPr lang="en-US" sz="900" dirty="0"/>
              <a:t>45789</a:t>
            </a:r>
          </a:p>
        </p:txBody>
      </p:sp>
      <p:sp>
        <p:nvSpPr>
          <p:cNvPr id="17" name="TextBox 16">
            <a:extLst>
              <a:ext uri="{FF2B5EF4-FFF2-40B4-BE49-F238E27FC236}">
                <a16:creationId xmlns:a16="http://schemas.microsoft.com/office/drawing/2014/main" id="{DE6A9965-CB34-48A3-F579-C0806EA6D866}"/>
              </a:ext>
            </a:extLst>
          </p:cNvPr>
          <p:cNvSpPr txBox="1"/>
          <p:nvPr/>
        </p:nvSpPr>
        <p:spPr>
          <a:xfrm>
            <a:off x="6152446" y="2274133"/>
            <a:ext cx="570089" cy="230832"/>
          </a:xfrm>
          <a:prstGeom prst="rect">
            <a:avLst/>
          </a:prstGeom>
          <a:noFill/>
        </p:spPr>
        <p:txBody>
          <a:bodyPr wrap="square" rtlCol="0">
            <a:spAutoFit/>
          </a:bodyPr>
          <a:lstStyle/>
          <a:p>
            <a:pPr algn="ctr"/>
            <a:r>
              <a:rPr lang="en-US" sz="900" dirty="0"/>
              <a:t>45789</a:t>
            </a:r>
          </a:p>
        </p:txBody>
      </p:sp>
      <p:sp>
        <p:nvSpPr>
          <p:cNvPr id="18" name="TextBox 17">
            <a:extLst>
              <a:ext uri="{FF2B5EF4-FFF2-40B4-BE49-F238E27FC236}">
                <a16:creationId xmlns:a16="http://schemas.microsoft.com/office/drawing/2014/main" id="{EA233ED9-0D57-5B27-0A37-BD69DF0CB9BB}"/>
              </a:ext>
            </a:extLst>
          </p:cNvPr>
          <p:cNvSpPr txBox="1"/>
          <p:nvPr/>
        </p:nvSpPr>
        <p:spPr>
          <a:xfrm>
            <a:off x="6654802" y="2404765"/>
            <a:ext cx="570089" cy="230832"/>
          </a:xfrm>
          <a:prstGeom prst="rect">
            <a:avLst/>
          </a:prstGeom>
          <a:noFill/>
        </p:spPr>
        <p:txBody>
          <a:bodyPr wrap="square" rtlCol="0">
            <a:spAutoFit/>
          </a:bodyPr>
          <a:lstStyle/>
          <a:p>
            <a:pPr algn="ctr"/>
            <a:r>
              <a:rPr lang="en-US" sz="900" dirty="0"/>
              <a:t>2457</a:t>
            </a:r>
          </a:p>
        </p:txBody>
      </p:sp>
      <p:sp>
        <p:nvSpPr>
          <p:cNvPr id="19" name="TextBox 18">
            <a:extLst>
              <a:ext uri="{FF2B5EF4-FFF2-40B4-BE49-F238E27FC236}">
                <a16:creationId xmlns:a16="http://schemas.microsoft.com/office/drawing/2014/main" id="{E6A77F96-5FF1-4AD0-EB84-178577662CD4}"/>
              </a:ext>
            </a:extLst>
          </p:cNvPr>
          <p:cNvSpPr txBox="1"/>
          <p:nvPr/>
        </p:nvSpPr>
        <p:spPr>
          <a:xfrm>
            <a:off x="7157158" y="2404765"/>
            <a:ext cx="570089" cy="230832"/>
          </a:xfrm>
          <a:prstGeom prst="rect">
            <a:avLst/>
          </a:prstGeom>
          <a:noFill/>
        </p:spPr>
        <p:txBody>
          <a:bodyPr wrap="square" rtlCol="0">
            <a:spAutoFit/>
          </a:bodyPr>
          <a:lstStyle/>
          <a:p>
            <a:pPr algn="ctr"/>
            <a:r>
              <a:rPr lang="en-US" sz="900" dirty="0"/>
              <a:t>2457</a:t>
            </a:r>
          </a:p>
        </p:txBody>
      </p:sp>
      <p:sp>
        <p:nvSpPr>
          <p:cNvPr id="20" name="TextBox 19">
            <a:extLst>
              <a:ext uri="{FF2B5EF4-FFF2-40B4-BE49-F238E27FC236}">
                <a16:creationId xmlns:a16="http://schemas.microsoft.com/office/drawing/2014/main" id="{FA73773D-4DEC-2DAC-DBC2-1A039EAA399E}"/>
              </a:ext>
            </a:extLst>
          </p:cNvPr>
          <p:cNvSpPr txBox="1"/>
          <p:nvPr/>
        </p:nvSpPr>
        <p:spPr>
          <a:xfrm>
            <a:off x="4645378" y="1903821"/>
            <a:ext cx="570089" cy="230832"/>
          </a:xfrm>
          <a:prstGeom prst="rect">
            <a:avLst/>
          </a:prstGeom>
          <a:noFill/>
        </p:spPr>
        <p:txBody>
          <a:bodyPr wrap="square" rtlCol="0">
            <a:spAutoFit/>
          </a:bodyPr>
          <a:lstStyle/>
          <a:p>
            <a:pPr algn="ctr"/>
            <a:r>
              <a:rPr lang="en-US" sz="900" dirty="0"/>
              <a:t>345</a:t>
            </a:r>
          </a:p>
        </p:txBody>
      </p:sp>
      <p:sp>
        <p:nvSpPr>
          <p:cNvPr id="23" name="TextBox 22">
            <a:extLst>
              <a:ext uri="{FF2B5EF4-FFF2-40B4-BE49-F238E27FC236}">
                <a16:creationId xmlns:a16="http://schemas.microsoft.com/office/drawing/2014/main" id="{D47AB495-52D6-3C90-7D03-AE209B9F8407}"/>
              </a:ext>
            </a:extLst>
          </p:cNvPr>
          <p:cNvSpPr txBox="1"/>
          <p:nvPr/>
        </p:nvSpPr>
        <p:spPr>
          <a:xfrm>
            <a:off x="6214537" y="721216"/>
            <a:ext cx="462845" cy="584775"/>
          </a:xfrm>
          <a:prstGeom prst="rect">
            <a:avLst/>
          </a:prstGeom>
          <a:noFill/>
        </p:spPr>
        <p:txBody>
          <a:bodyPr wrap="square" rtlCol="0">
            <a:spAutoFit/>
          </a:bodyPr>
          <a:lstStyle/>
          <a:p>
            <a:pPr algn="ctr"/>
            <a:r>
              <a:rPr lang="en-US" sz="3200" dirty="0"/>
              <a:t>2</a:t>
            </a:r>
          </a:p>
        </p:txBody>
      </p:sp>
      <p:sp>
        <p:nvSpPr>
          <p:cNvPr id="24" name="TextBox 23">
            <a:extLst>
              <a:ext uri="{FF2B5EF4-FFF2-40B4-BE49-F238E27FC236}">
                <a16:creationId xmlns:a16="http://schemas.microsoft.com/office/drawing/2014/main" id="{27C39CC8-213E-33CB-9043-EDA3F98DDDF5}"/>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3F496990-5CE6-046B-FF9D-F59C7CCA3193}"/>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31A91718-EC18-190B-467B-67FD8B9FACAD}"/>
              </a:ext>
            </a:extLst>
          </p:cNvPr>
          <p:cNvSpPr txBox="1"/>
          <p:nvPr/>
        </p:nvSpPr>
        <p:spPr>
          <a:xfrm>
            <a:off x="6654802" y="771301"/>
            <a:ext cx="570089" cy="230832"/>
          </a:xfrm>
          <a:prstGeom prst="rect">
            <a:avLst/>
          </a:prstGeom>
          <a:noFill/>
        </p:spPr>
        <p:txBody>
          <a:bodyPr wrap="square" rtlCol="0">
            <a:spAutoFit/>
          </a:bodyPr>
          <a:lstStyle/>
          <a:p>
            <a:pPr algn="ctr"/>
            <a:r>
              <a:rPr lang="en-US" sz="900" dirty="0"/>
              <a:t>3579</a:t>
            </a:r>
          </a:p>
        </p:txBody>
      </p:sp>
      <p:sp>
        <p:nvSpPr>
          <p:cNvPr id="26" name="TextBox 25">
            <a:extLst>
              <a:ext uri="{FF2B5EF4-FFF2-40B4-BE49-F238E27FC236}">
                <a16:creationId xmlns:a16="http://schemas.microsoft.com/office/drawing/2014/main" id="{81D2E47D-B4B2-ABAB-4054-CC39FB790747}"/>
              </a:ext>
            </a:extLst>
          </p:cNvPr>
          <p:cNvSpPr txBox="1"/>
          <p:nvPr/>
        </p:nvSpPr>
        <p:spPr>
          <a:xfrm>
            <a:off x="6654802" y="1402877"/>
            <a:ext cx="570089" cy="230832"/>
          </a:xfrm>
          <a:prstGeom prst="rect">
            <a:avLst/>
          </a:prstGeom>
          <a:noFill/>
        </p:spPr>
        <p:txBody>
          <a:bodyPr wrap="square" rtlCol="0">
            <a:spAutoFit/>
          </a:bodyPr>
          <a:lstStyle/>
          <a:p>
            <a:pPr algn="ctr"/>
            <a:r>
              <a:rPr lang="en-US" sz="900" dirty="0"/>
              <a:t>34579</a:t>
            </a:r>
          </a:p>
        </p:txBody>
      </p:sp>
      <p:sp>
        <p:nvSpPr>
          <p:cNvPr id="27" name="TextBox 26">
            <a:extLst>
              <a:ext uri="{FF2B5EF4-FFF2-40B4-BE49-F238E27FC236}">
                <a16:creationId xmlns:a16="http://schemas.microsoft.com/office/drawing/2014/main" id="{DE0D9F57-DDA6-AD5D-989F-DBCF194F4956}"/>
              </a:ext>
            </a:extLst>
          </p:cNvPr>
          <p:cNvSpPr txBox="1"/>
          <p:nvPr/>
        </p:nvSpPr>
        <p:spPr>
          <a:xfrm>
            <a:off x="7157158" y="1402877"/>
            <a:ext cx="570089" cy="230832"/>
          </a:xfrm>
          <a:prstGeom prst="rect">
            <a:avLst/>
          </a:prstGeom>
          <a:noFill/>
        </p:spPr>
        <p:txBody>
          <a:bodyPr wrap="square" rtlCol="0">
            <a:spAutoFit/>
          </a:bodyPr>
          <a:lstStyle/>
          <a:p>
            <a:pPr algn="ctr"/>
            <a:r>
              <a:rPr lang="en-US" sz="900" dirty="0"/>
              <a:t>4579</a:t>
            </a:r>
          </a:p>
        </p:txBody>
      </p:sp>
      <p:sp>
        <p:nvSpPr>
          <p:cNvPr id="28" name="TextBox 27">
            <a:extLst>
              <a:ext uri="{FF2B5EF4-FFF2-40B4-BE49-F238E27FC236}">
                <a16:creationId xmlns:a16="http://schemas.microsoft.com/office/drawing/2014/main" id="{76CB0A1A-5CAD-38AC-701C-92F2B9EEFC91}"/>
              </a:ext>
            </a:extLst>
          </p:cNvPr>
          <p:cNvSpPr txBox="1"/>
          <p:nvPr/>
        </p:nvSpPr>
        <p:spPr>
          <a:xfrm>
            <a:off x="6654802" y="2034453"/>
            <a:ext cx="570089" cy="230832"/>
          </a:xfrm>
          <a:prstGeom prst="rect">
            <a:avLst/>
          </a:prstGeom>
          <a:noFill/>
        </p:spPr>
        <p:txBody>
          <a:bodyPr wrap="square" rtlCol="0">
            <a:spAutoFit/>
          </a:bodyPr>
          <a:lstStyle/>
          <a:p>
            <a:pPr algn="ctr"/>
            <a:r>
              <a:rPr lang="en-US" sz="900" dirty="0"/>
              <a:t>345</a:t>
            </a:r>
          </a:p>
        </p:txBody>
      </p:sp>
      <p:sp>
        <p:nvSpPr>
          <p:cNvPr id="29" name="TextBox 28">
            <a:extLst>
              <a:ext uri="{FF2B5EF4-FFF2-40B4-BE49-F238E27FC236}">
                <a16:creationId xmlns:a16="http://schemas.microsoft.com/office/drawing/2014/main" id="{F8736411-3B56-CD98-46FE-A1CDB7FB1240}"/>
              </a:ext>
            </a:extLst>
          </p:cNvPr>
          <p:cNvSpPr txBox="1"/>
          <p:nvPr/>
        </p:nvSpPr>
        <p:spPr>
          <a:xfrm>
            <a:off x="7157158" y="2034453"/>
            <a:ext cx="570089" cy="230832"/>
          </a:xfrm>
          <a:prstGeom prst="rect">
            <a:avLst/>
          </a:prstGeom>
          <a:noFill/>
        </p:spPr>
        <p:txBody>
          <a:bodyPr wrap="square" rtlCol="0">
            <a:spAutoFit/>
          </a:bodyPr>
          <a:lstStyle/>
          <a:p>
            <a:pPr algn="ctr"/>
            <a:r>
              <a:rPr lang="en-US" sz="900" dirty="0"/>
              <a:t>45</a:t>
            </a:r>
          </a:p>
        </p:txBody>
      </p:sp>
      <p:sp>
        <p:nvSpPr>
          <p:cNvPr id="30" name="TextBox 29">
            <a:extLst>
              <a:ext uri="{FF2B5EF4-FFF2-40B4-BE49-F238E27FC236}">
                <a16:creationId xmlns:a16="http://schemas.microsoft.com/office/drawing/2014/main" id="{105F2F34-A70B-72D6-98A1-D5D86E268943}"/>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EF0D89D2-CB96-C81D-487E-5FC8C072EA81}"/>
              </a:ext>
            </a:extLst>
          </p:cNvPr>
          <p:cNvSpPr txBox="1"/>
          <p:nvPr/>
        </p:nvSpPr>
        <p:spPr>
          <a:xfrm>
            <a:off x="3217333" y="721216"/>
            <a:ext cx="462845" cy="584775"/>
          </a:xfrm>
          <a:prstGeom prst="rect">
            <a:avLst/>
          </a:prstGeom>
          <a:noFill/>
        </p:spPr>
        <p:txBody>
          <a:bodyPr wrap="square" rtlCol="0">
            <a:spAutoFit/>
          </a:bodyPr>
          <a:lstStyle/>
          <a:p>
            <a:pPr algn="ctr"/>
            <a:r>
              <a:rPr lang="en-US" sz="3200" dirty="0"/>
              <a:t>4</a:t>
            </a:r>
          </a:p>
        </p:txBody>
      </p:sp>
      <p:sp>
        <p:nvSpPr>
          <p:cNvPr id="32" name="TextBox 31">
            <a:extLst>
              <a:ext uri="{FF2B5EF4-FFF2-40B4-BE49-F238E27FC236}">
                <a16:creationId xmlns:a16="http://schemas.microsoft.com/office/drawing/2014/main" id="{58D06EBA-A630-3E73-C553-4D639FFF1A6E}"/>
              </a:ext>
            </a:extLst>
          </p:cNvPr>
          <p:cNvSpPr txBox="1"/>
          <p:nvPr/>
        </p:nvSpPr>
        <p:spPr>
          <a:xfrm>
            <a:off x="3138310" y="1402877"/>
            <a:ext cx="570089" cy="230832"/>
          </a:xfrm>
          <a:prstGeom prst="rect">
            <a:avLst/>
          </a:prstGeom>
          <a:noFill/>
        </p:spPr>
        <p:txBody>
          <a:bodyPr wrap="square" rtlCol="0">
            <a:spAutoFit/>
          </a:bodyPr>
          <a:lstStyle/>
          <a:p>
            <a:pPr algn="ctr"/>
            <a:r>
              <a:rPr lang="en-US" sz="900" dirty="0"/>
              <a:t>789</a:t>
            </a:r>
          </a:p>
        </p:txBody>
      </p:sp>
      <p:sp>
        <p:nvSpPr>
          <p:cNvPr id="33" name="TextBox 32">
            <a:extLst>
              <a:ext uri="{FF2B5EF4-FFF2-40B4-BE49-F238E27FC236}">
                <a16:creationId xmlns:a16="http://schemas.microsoft.com/office/drawing/2014/main" id="{EB67E469-7971-F9C2-3D01-7905CEBE080D}"/>
              </a:ext>
            </a:extLst>
          </p:cNvPr>
          <p:cNvSpPr txBox="1"/>
          <p:nvPr/>
        </p:nvSpPr>
        <p:spPr>
          <a:xfrm>
            <a:off x="3640666" y="2034453"/>
            <a:ext cx="570089" cy="230832"/>
          </a:xfrm>
          <a:prstGeom prst="rect">
            <a:avLst/>
          </a:prstGeom>
          <a:noFill/>
        </p:spPr>
        <p:txBody>
          <a:bodyPr wrap="square" rtlCol="0">
            <a:spAutoFit/>
          </a:bodyPr>
          <a:lstStyle/>
          <a:p>
            <a:pPr algn="ctr"/>
            <a:r>
              <a:rPr lang="en-US" sz="900" dirty="0"/>
              <a:t>789</a:t>
            </a:r>
          </a:p>
        </p:txBody>
      </p:sp>
      <p:sp>
        <p:nvSpPr>
          <p:cNvPr id="34" name="TextBox 33">
            <a:extLst>
              <a:ext uri="{FF2B5EF4-FFF2-40B4-BE49-F238E27FC236}">
                <a16:creationId xmlns:a16="http://schemas.microsoft.com/office/drawing/2014/main" id="{F620CDA8-A693-07CE-93EB-98B79461CE8A}"/>
              </a:ext>
            </a:extLst>
          </p:cNvPr>
          <p:cNvSpPr txBox="1"/>
          <p:nvPr/>
        </p:nvSpPr>
        <p:spPr>
          <a:xfrm>
            <a:off x="3138310" y="2034453"/>
            <a:ext cx="570089" cy="230832"/>
          </a:xfrm>
          <a:prstGeom prst="rect">
            <a:avLst/>
          </a:prstGeom>
          <a:noFill/>
        </p:spPr>
        <p:txBody>
          <a:bodyPr wrap="square" rtlCol="0">
            <a:spAutoFit/>
          </a:bodyPr>
          <a:lstStyle/>
          <a:p>
            <a:pPr algn="ctr"/>
            <a:r>
              <a:rPr lang="en-US" sz="900" dirty="0"/>
              <a:t>789</a:t>
            </a:r>
          </a:p>
        </p:txBody>
      </p:sp>
      <p:sp>
        <p:nvSpPr>
          <p:cNvPr id="35" name="TextBox 34">
            <a:extLst>
              <a:ext uri="{FF2B5EF4-FFF2-40B4-BE49-F238E27FC236}">
                <a16:creationId xmlns:a16="http://schemas.microsoft.com/office/drawing/2014/main" id="{8C49604E-5F86-6D51-0CB2-16E055DCFF66}"/>
              </a:ext>
            </a:extLst>
          </p:cNvPr>
          <p:cNvSpPr txBox="1"/>
          <p:nvPr/>
        </p:nvSpPr>
        <p:spPr>
          <a:xfrm>
            <a:off x="4216401" y="1224551"/>
            <a:ext cx="462845" cy="584775"/>
          </a:xfrm>
          <a:prstGeom prst="rect">
            <a:avLst/>
          </a:prstGeom>
          <a:noFill/>
        </p:spPr>
        <p:txBody>
          <a:bodyPr wrap="square" rtlCol="0">
            <a:spAutoFit/>
          </a:bodyPr>
          <a:lstStyle/>
          <a:p>
            <a:pPr algn="ctr"/>
            <a:r>
              <a:rPr lang="en-US" sz="3200" dirty="0"/>
              <a:t>1</a:t>
            </a:r>
          </a:p>
        </p:txBody>
      </p:sp>
      <p:sp>
        <p:nvSpPr>
          <p:cNvPr id="36" name="TextBox 35">
            <a:extLst>
              <a:ext uri="{FF2B5EF4-FFF2-40B4-BE49-F238E27FC236}">
                <a16:creationId xmlns:a16="http://schemas.microsoft.com/office/drawing/2014/main" id="{E56AB8DF-5F9B-A79E-7CEA-37BFF072DFEC}"/>
              </a:ext>
            </a:extLst>
          </p:cNvPr>
          <p:cNvSpPr txBox="1"/>
          <p:nvPr/>
        </p:nvSpPr>
        <p:spPr>
          <a:xfrm>
            <a:off x="5215469" y="721216"/>
            <a:ext cx="462845" cy="584775"/>
          </a:xfrm>
          <a:prstGeom prst="rect">
            <a:avLst/>
          </a:prstGeom>
          <a:noFill/>
        </p:spPr>
        <p:txBody>
          <a:bodyPr wrap="square" rtlCol="0">
            <a:spAutoFit/>
          </a:bodyPr>
          <a:lstStyle/>
          <a:p>
            <a:pPr algn="ctr"/>
            <a:r>
              <a:rPr lang="en-US" sz="3200" dirty="0"/>
              <a:t>1</a:t>
            </a:r>
          </a:p>
        </p:txBody>
      </p:sp>
      <p:sp>
        <p:nvSpPr>
          <p:cNvPr id="37" name="TextBox 36">
            <a:extLst>
              <a:ext uri="{FF2B5EF4-FFF2-40B4-BE49-F238E27FC236}">
                <a16:creationId xmlns:a16="http://schemas.microsoft.com/office/drawing/2014/main" id="{20A3CD51-C7CB-1F04-7C49-13789838A91A}"/>
              </a:ext>
            </a:extLst>
          </p:cNvPr>
          <p:cNvSpPr txBox="1"/>
          <p:nvPr/>
        </p:nvSpPr>
        <p:spPr>
          <a:xfrm>
            <a:off x="4143022" y="2905709"/>
            <a:ext cx="570089" cy="230832"/>
          </a:xfrm>
          <a:prstGeom prst="rect">
            <a:avLst/>
          </a:prstGeom>
          <a:noFill/>
        </p:spPr>
        <p:txBody>
          <a:bodyPr wrap="square" rtlCol="0">
            <a:spAutoFit/>
          </a:bodyPr>
          <a:lstStyle/>
          <a:p>
            <a:pPr algn="ctr"/>
            <a:r>
              <a:rPr lang="en-US" sz="900" dirty="0"/>
              <a:t>54</a:t>
            </a:r>
          </a:p>
        </p:txBody>
      </p:sp>
      <p:sp>
        <p:nvSpPr>
          <p:cNvPr id="38" name="TextBox 37">
            <a:extLst>
              <a:ext uri="{FF2B5EF4-FFF2-40B4-BE49-F238E27FC236}">
                <a16:creationId xmlns:a16="http://schemas.microsoft.com/office/drawing/2014/main" id="{96E0CD06-DF74-65E4-4966-8ABB3D6CFC02}"/>
              </a:ext>
            </a:extLst>
          </p:cNvPr>
          <p:cNvSpPr txBox="1"/>
          <p:nvPr/>
        </p:nvSpPr>
        <p:spPr>
          <a:xfrm>
            <a:off x="5147734" y="2034453"/>
            <a:ext cx="570089" cy="230832"/>
          </a:xfrm>
          <a:prstGeom prst="rect">
            <a:avLst/>
          </a:prstGeom>
          <a:noFill/>
        </p:spPr>
        <p:txBody>
          <a:bodyPr wrap="square" rtlCol="0">
            <a:spAutoFit/>
          </a:bodyPr>
          <a:lstStyle/>
          <a:p>
            <a:pPr algn="ctr"/>
            <a:r>
              <a:rPr lang="en-US" sz="900" dirty="0"/>
              <a:t>789</a:t>
            </a:r>
          </a:p>
        </p:txBody>
      </p:sp>
    </p:spTree>
    <p:extLst>
      <p:ext uri="{BB962C8B-B14F-4D97-AF65-F5344CB8AC3E}">
        <p14:creationId xmlns:p14="http://schemas.microsoft.com/office/powerpoint/2010/main" val="21752684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FF98EC-57CC-7BC1-7C4E-B95FC5505D1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D39C0B2-907E-5600-12FC-B5EA03249042}"/>
              </a:ext>
            </a:extLst>
          </p:cNvPr>
          <p:cNvSpPr>
            <a:spLocks noGrp="1"/>
          </p:cNvSpPr>
          <p:nvPr>
            <p:ph sz="half" idx="1"/>
          </p:nvPr>
        </p:nvSpPr>
        <p:spPr/>
        <p:txBody>
          <a:bodyPr>
            <a:normAutofit/>
          </a:bodyPr>
          <a:lstStyle/>
          <a:p>
            <a:r>
              <a:rPr lang="en-US" dirty="0"/>
              <a:t>The line in Row 4 must contain 7, too.</a:t>
            </a:r>
          </a:p>
        </p:txBody>
      </p:sp>
      <p:pic>
        <p:nvPicPr>
          <p:cNvPr id="4" name="Picture 3" descr="A grid of sudoku puzzle&#10;&#10;Description automatically generated">
            <a:extLst>
              <a:ext uri="{FF2B5EF4-FFF2-40B4-BE49-F238E27FC236}">
                <a16:creationId xmlns:a16="http://schemas.microsoft.com/office/drawing/2014/main" id="{9496A4A0-E6A1-C40E-C96D-3FFE4B4CCF0C}"/>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4825284F-69A9-D79F-43D7-9CFBC0C1D471}"/>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694E6BBA-DC5A-8127-F8BC-353FF61A43C0}"/>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7764FC3B-32E4-03DD-28C0-663ED7A710DA}"/>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67B93599-C051-4D8B-98A5-E3B3304A02A7}"/>
              </a:ext>
            </a:extLst>
          </p:cNvPr>
          <p:cNvSpPr txBox="1"/>
          <p:nvPr/>
        </p:nvSpPr>
        <p:spPr>
          <a:xfrm>
            <a:off x="3716867" y="223122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711A0D58-CBD6-3B66-D73D-F39F7E7DA6D6}"/>
              </a:ext>
            </a:extLst>
          </p:cNvPr>
          <p:cNvSpPr txBox="1"/>
          <p:nvPr/>
        </p:nvSpPr>
        <p:spPr>
          <a:xfrm>
            <a:off x="3640666" y="3036341"/>
            <a:ext cx="570089" cy="230832"/>
          </a:xfrm>
          <a:prstGeom prst="rect">
            <a:avLst/>
          </a:prstGeom>
          <a:noFill/>
        </p:spPr>
        <p:txBody>
          <a:bodyPr wrap="square" rtlCol="0">
            <a:spAutoFit/>
          </a:bodyPr>
          <a:lstStyle/>
          <a:p>
            <a:pPr algn="ctr"/>
            <a:r>
              <a:rPr lang="en-US" sz="900" dirty="0"/>
              <a:t>87654</a:t>
            </a:r>
          </a:p>
        </p:txBody>
      </p:sp>
      <p:sp>
        <p:nvSpPr>
          <p:cNvPr id="9" name="TextBox 8">
            <a:extLst>
              <a:ext uri="{FF2B5EF4-FFF2-40B4-BE49-F238E27FC236}">
                <a16:creationId xmlns:a16="http://schemas.microsoft.com/office/drawing/2014/main" id="{F3F77FF8-B38E-1BCB-6943-5438AA2E7700}"/>
              </a:ext>
            </a:extLst>
          </p:cNvPr>
          <p:cNvSpPr txBox="1"/>
          <p:nvPr/>
        </p:nvSpPr>
        <p:spPr>
          <a:xfrm>
            <a:off x="3138310" y="3036341"/>
            <a:ext cx="570089" cy="230832"/>
          </a:xfrm>
          <a:prstGeom prst="rect">
            <a:avLst/>
          </a:prstGeom>
          <a:noFill/>
        </p:spPr>
        <p:txBody>
          <a:bodyPr wrap="square" rtlCol="0">
            <a:spAutoFit/>
          </a:bodyPr>
          <a:lstStyle/>
          <a:p>
            <a:pPr algn="ctr"/>
            <a:r>
              <a:rPr lang="en-US" sz="900" dirty="0"/>
              <a:t>56789</a:t>
            </a:r>
          </a:p>
        </p:txBody>
      </p:sp>
      <p:sp>
        <p:nvSpPr>
          <p:cNvPr id="10" name="TextBox 9">
            <a:extLst>
              <a:ext uri="{FF2B5EF4-FFF2-40B4-BE49-F238E27FC236}">
                <a16:creationId xmlns:a16="http://schemas.microsoft.com/office/drawing/2014/main" id="{C225300A-3DEA-93B3-6949-46360B151E3B}"/>
              </a:ext>
            </a:extLst>
          </p:cNvPr>
          <p:cNvSpPr txBox="1"/>
          <p:nvPr/>
        </p:nvSpPr>
        <p:spPr>
          <a:xfrm>
            <a:off x="3217333" y="4747898"/>
            <a:ext cx="462845" cy="584775"/>
          </a:xfrm>
          <a:prstGeom prst="rect">
            <a:avLst/>
          </a:prstGeom>
          <a:noFill/>
        </p:spPr>
        <p:txBody>
          <a:bodyPr wrap="square" rtlCol="0">
            <a:spAutoFit/>
          </a:bodyPr>
          <a:lstStyle/>
          <a:p>
            <a:pPr algn="ctr"/>
            <a:r>
              <a:rPr lang="en-US" sz="3200" dirty="0"/>
              <a:t>6</a:t>
            </a:r>
          </a:p>
        </p:txBody>
      </p:sp>
      <p:sp>
        <p:nvSpPr>
          <p:cNvPr id="11" name="TextBox 10">
            <a:extLst>
              <a:ext uri="{FF2B5EF4-FFF2-40B4-BE49-F238E27FC236}">
                <a16:creationId xmlns:a16="http://schemas.microsoft.com/office/drawing/2014/main" id="{BA83E51B-DE16-880C-90D4-CCFE54A9C6BE}"/>
              </a:ext>
            </a:extLst>
          </p:cNvPr>
          <p:cNvSpPr txBox="1"/>
          <p:nvPr/>
        </p:nvSpPr>
        <p:spPr>
          <a:xfrm>
            <a:off x="7213604" y="4747898"/>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7735EB36-D6BC-22B8-25C6-B157E506CFC9}"/>
              </a:ext>
            </a:extLst>
          </p:cNvPr>
          <p:cNvSpPr txBox="1"/>
          <p:nvPr/>
        </p:nvSpPr>
        <p:spPr>
          <a:xfrm>
            <a:off x="6214537" y="2734556"/>
            <a:ext cx="462845" cy="584775"/>
          </a:xfrm>
          <a:prstGeom prst="rect">
            <a:avLst/>
          </a:prstGeom>
          <a:no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47D3CC0C-9D36-64F1-9FCF-DD39220D5D9C}"/>
              </a:ext>
            </a:extLst>
          </p:cNvPr>
          <p:cNvSpPr txBox="1"/>
          <p:nvPr/>
        </p:nvSpPr>
        <p:spPr>
          <a:xfrm>
            <a:off x="4143022" y="2274133"/>
            <a:ext cx="570089" cy="230832"/>
          </a:xfrm>
          <a:prstGeom prst="rect">
            <a:avLst/>
          </a:prstGeom>
          <a:noFill/>
        </p:spPr>
        <p:txBody>
          <a:bodyPr wrap="square" rtlCol="0">
            <a:spAutoFit/>
          </a:bodyPr>
          <a:lstStyle/>
          <a:p>
            <a:pPr algn="ctr"/>
            <a:r>
              <a:rPr lang="en-US" sz="900" dirty="0"/>
              <a:t>456789</a:t>
            </a:r>
          </a:p>
        </p:txBody>
      </p:sp>
      <p:sp>
        <p:nvSpPr>
          <p:cNvPr id="14" name="TextBox 13">
            <a:extLst>
              <a:ext uri="{FF2B5EF4-FFF2-40B4-BE49-F238E27FC236}">
                <a16:creationId xmlns:a16="http://schemas.microsoft.com/office/drawing/2014/main" id="{88148BC8-9CC9-29CD-4B41-F6B6D06C642E}"/>
              </a:ext>
            </a:extLst>
          </p:cNvPr>
          <p:cNvSpPr txBox="1"/>
          <p:nvPr/>
        </p:nvSpPr>
        <p:spPr>
          <a:xfrm>
            <a:off x="4645378" y="2274133"/>
            <a:ext cx="570089" cy="230832"/>
          </a:xfrm>
          <a:prstGeom prst="rect">
            <a:avLst/>
          </a:prstGeom>
          <a:noFill/>
        </p:spPr>
        <p:txBody>
          <a:bodyPr wrap="square" rtlCol="0">
            <a:spAutoFit/>
          </a:bodyPr>
          <a:lstStyle/>
          <a:p>
            <a:pPr algn="ctr"/>
            <a:r>
              <a:rPr lang="en-US" sz="900" dirty="0"/>
              <a:t>45789</a:t>
            </a:r>
          </a:p>
        </p:txBody>
      </p:sp>
      <p:sp>
        <p:nvSpPr>
          <p:cNvPr id="15" name="TextBox 14">
            <a:extLst>
              <a:ext uri="{FF2B5EF4-FFF2-40B4-BE49-F238E27FC236}">
                <a16:creationId xmlns:a16="http://schemas.microsoft.com/office/drawing/2014/main" id="{ED63149B-9B96-FA12-B1FF-0FE7936171ED}"/>
              </a:ext>
            </a:extLst>
          </p:cNvPr>
          <p:cNvSpPr txBox="1"/>
          <p:nvPr/>
        </p:nvSpPr>
        <p:spPr>
          <a:xfrm>
            <a:off x="5147734" y="2274133"/>
            <a:ext cx="570089" cy="230832"/>
          </a:xfrm>
          <a:prstGeom prst="rect">
            <a:avLst/>
          </a:prstGeom>
          <a:noFill/>
        </p:spPr>
        <p:txBody>
          <a:bodyPr wrap="square" rtlCol="0">
            <a:spAutoFit/>
          </a:bodyPr>
          <a:lstStyle/>
          <a:p>
            <a:pPr algn="ctr"/>
            <a:r>
              <a:rPr lang="en-US" sz="900" dirty="0"/>
              <a:t>456789</a:t>
            </a:r>
          </a:p>
        </p:txBody>
      </p:sp>
      <p:sp>
        <p:nvSpPr>
          <p:cNvPr id="16" name="TextBox 15">
            <a:extLst>
              <a:ext uri="{FF2B5EF4-FFF2-40B4-BE49-F238E27FC236}">
                <a16:creationId xmlns:a16="http://schemas.microsoft.com/office/drawing/2014/main" id="{9C69B09A-57D5-0BDC-8510-C068FF261D3F}"/>
              </a:ext>
            </a:extLst>
          </p:cNvPr>
          <p:cNvSpPr txBox="1"/>
          <p:nvPr/>
        </p:nvSpPr>
        <p:spPr>
          <a:xfrm>
            <a:off x="5650090" y="2274133"/>
            <a:ext cx="570089" cy="230832"/>
          </a:xfrm>
          <a:prstGeom prst="rect">
            <a:avLst/>
          </a:prstGeom>
          <a:noFill/>
        </p:spPr>
        <p:txBody>
          <a:bodyPr wrap="square" rtlCol="0">
            <a:spAutoFit/>
          </a:bodyPr>
          <a:lstStyle/>
          <a:p>
            <a:pPr algn="ctr"/>
            <a:r>
              <a:rPr lang="en-US" sz="900" dirty="0"/>
              <a:t>45789</a:t>
            </a:r>
          </a:p>
        </p:txBody>
      </p:sp>
      <p:sp>
        <p:nvSpPr>
          <p:cNvPr id="17" name="TextBox 16">
            <a:extLst>
              <a:ext uri="{FF2B5EF4-FFF2-40B4-BE49-F238E27FC236}">
                <a16:creationId xmlns:a16="http://schemas.microsoft.com/office/drawing/2014/main" id="{9C1E1604-D4BC-A5B8-5FDA-B612B93003B1}"/>
              </a:ext>
            </a:extLst>
          </p:cNvPr>
          <p:cNvSpPr txBox="1"/>
          <p:nvPr/>
        </p:nvSpPr>
        <p:spPr>
          <a:xfrm>
            <a:off x="6152446" y="2274133"/>
            <a:ext cx="570089" cy="230832"/>
          </a:xfrm>
          <a:prstGeom prst="rect">
            <a:avLst/>
          </a:prstGeom>
          <a:noFill/>
        </p:spPr>
        <p:txBody>
          <a:bodyPr wrap="square" rtlCol="0">
            <a:spAutoFit/>
          </a:bodyPr>
          <a:lstStyle/>
          <a:p>
            <a:pPr algn="ctr"/>
            <a:r>
              <a:rPr lang="en-US" sz="900" dirty="0"/>
              <a:t>45789</a:t>
            </a:r>
          </a:p>
        </p:txBody>
      </p:sp>
      <p:sp>
        <p:nvSpPr>
          <p:cNvPr id="18" name="TextBox 17">
            <a:extLst>
              <a:ext uri="{FF2B5EF4-FFF2-40B4-BE49-F238E27FC236}">
                <a16:creationId xmlns:a16="http://schemas.microsoft.com/office/drawing/2014/main" id="{83864755-E250-CBE4-4B9F-B312ECE4D906}"/>
              </a:ext>
            </a:extLst>
          </p:cNvPr>
          <p:cNvSpPr txBox="1"/>
          <p:nvPr/>
        </p:nvSpPr>
        <p:spPr>
          <a:xfrm>
            <a:off x="6654802" y="2404765"/>
            <a:ext cx="570089" cy="230832"/>
          </a:xfrm>
          <a:prstGeom prst="rect">
            <a:avLst/>
          </a:prstGeom>
          <a:noFill/>
        </p:spPr>
        <p:txBody>
          <a:bodyPr wrap="square" rtlCol="0">
            <a:spAutoFit/>
          </a:bodyPr>
          <a:lstStyle/>
          <a:p>
            <a:pPr algn="ctr"/>
            <a:r>
              <a:rPr lang="en-US" sz="900" dirty="0"/>
              <a:t>245</a:t>
            </a:r>
          </a:p>
        </p:txBody>
      </p:sp>
      <p:sp>
        <p:nvSpPr>
          <p:cNvPr id="19" name="TextBox 18">
            <a:extLst>
              <a:ext uri="{FF2B5EF4-FFF2-40B4-BE49-F238E27FC236}">
                <a16:creationId xmlns:a16="http://schemas.microsoft.com/office/drawing/2014/main" id="{DCD98C12-BCE7-5A66-875B-CC7AEC14F5B9}"/>
              </a:ext>
            </a:extLst>
          </p:cNvPr>
          <p:cNvSpPr txBox="1"/>
          <p:nvPr/>
        </p:nvSpPr>
        <p:spPr>
          <a:xfrm>
            <a:off x="7157158" y="2404765"/>
            <a:ext cx="570089" cy="230832"/>
          </a:xfrm>
          <a:prstGeom prst="rect">
            <a:avLst/>
          </a:prstGeom>
          <a:noFill/>
        </p:spPr>
        <p:txBody>
          <a:bodyPr wrap="square" rtlCol="0">
            <a:spAutoFit/>
          </a:bodyPr>
          <a:lstStyle/>
          <a:p>
            <a:pPr algn="ctr"/>
            <a:r>
              <a:rPr lang="en-US" sz="900" dirty="0"/>
              <a:t>245</a:t>
            </a:r>
          </a:p>
        </p:txBody>
      </p:sp>
      <p:sp>
        <p:nvSpPr>
          <p:cNvPr id="20" name="TextBox 19">
            <a:extLst>
              <a:ext uri="{FF2B5EF4-FFF2-40B4-BE49-F238E27FC236}">
                <a16:creationId xmlns:a16="http://schemas.microsoft.com/office/drawing/2014/main" id="{860A3F51-66C1-2D22-073A-0DC77AAC5123}"/>
              </a:ext>
            </a:extLst>
          </p:cNvPr>
          <p:cNvSpPr txBox="1"/>
          <p:nvPr/>
        </p:nvSpPr>
        <p:spPr>
          <a:xfrm>
            <a:off x="4645378" y="1903821"/>
            <a:ext cx="570089" cy="230832"/>
          </a:xfrm>
          <a:prstGeom prst="rect">
            <a:avLst/>
          </a:prstGeom>
          <a:noFill/>
        </p:spPr>
        <p:txBody>
          <a:bodyPr wrap="square" rtlCol="0">
            <a:spAutoFit/>
          </a:bodyPr>
          <a:lstStyle/>
          <a:p>
            <a:pPr algn="ctr"/>
            <a:r>
              <a:rPr lang="en-US" sz="900" dirty="0"/>
              <a:t>345</a:t>
            </a:r>
          </a:p>
        </p:txBody>
      </p:sp>
      <p:sp>
        <p:nvSpPr>
          <p:cNvPr id="23" name="TextBox 22">
            <a:extLst>
              <a:ext uri="{FF2B5EF4-FFF2-40B4-BE49-F238E27FC236}">
                <a16:creationId xmlns:a16="http://schemas.microsoft.com/office/drawing/2014/main" id="{438F6391-DD0E-D122-24DE-CAB59E137E69}"/>
              </a:ext>
            </a:extLst>
          </p:cNvPr>
          <p:cNvSpPr txBox="1"/>
          <p:nvPr/>
        </p:nvSpPr>
        <p:spPr>
          <a:xfrm>
            <a:off x="6214537" y="721216"/>
            <a:ext cx="462845" cy="584775"/>
          </a:xfrm>
          <a:prstGeom prst="rect">
            <a:avLst/>
          </a:prstGeom>
          <a:noFill/>
        </p:spPr>
        <p:txBody>
          <a:bodyPr wrap="square" rtlCol="0">
            <a:spAutoFit/>
          </a:bodyPr>
          <a:lstStyle/>
          <a:p>
            <a:pPr algn="ctr"/>
            <a:r>
              <a:rPr lang="en-US" sz="3200" dirty="0"/>
              <a:t>2</a:t>
            </a:r>
          </a:p>
        </p:txBody>
      </p:sp>
      <p:sp>
        <p:nvSpPr>
          <p:cNvPr id="24" name="TextBox 23">
            <a:extLst>
              <a:ext uri="{FF2B5EF4-FFF2-40B4-BE49-F238E27FC236}">
                <a16:creationId xmlns:a16="http://schemas.microsoft.com/office/drawing/2014/main" id="{FD7105B4-38CF-D4B3-A4E4-2B74144447F6}"/>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F50CF025-9E0A-A8CE-F3D0-CFFA991BB723}"/>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F7F700B5-6038-8D6D-3480-22E89CC8A11C}"/>
              </a:ext>
            </a:extLst>
          </p:cNvPr>
          <p:cNvSpPr txBox="1"/>
          <p:nvPr/>
        </p:nvSpPr>
        <p:spPr>
          <a:xfrm>
            <a:off x="6654802" y="771301"/>
            <a:ext cx="570089" cy="230832"/>
          </a:xfrm>
          <a:prstGeom prst="rect">
            <a:avLst/>
          </a:prstGeom>
          <a:noFill/>
        </p:spPr>
        <p:txBody>
          <a:bodyPr wrap="square" rtlCol="0">
            <a:spAutoFit/>
          </a:bodyPr>
          <a:lstStyle/>
          <a:p>
            <a:pPr algn="ctr"/>
            <a:r>
              <a:rPr lang="en-US" sz="900" dirty="0"/>
              <a:t>3579</a:t>
            </a:r>
          </a:p>
        </p:txBody>
      </p:sp>
      <p:sp>
        <p:nvSpPr>
          <p:cNvPr id="26" name="TextBox 25">
            <a:extLst>
              <a:ext uri="{FF2B5EF4-FFF2-40B4-BE49-F238E27FC236}">
                <a16:creationId xmlns:a16="http://schemas.microsoft.com/office/drawing/2014/main" id="{3EC2474C-E545-8A40-7442-EB8C8F1B390A}"/>
              </a:ext>
            </a:extLst>
          </p:cNvPr>
          <p:cNvSpPr txBox="1"/>
          <p:nvPr/>
        </p:nvSpPr>
        <p:spPr>
          <a:xfrm>
            <a:off x="6654802" y="1402877"/>
            <a:ext cx="570089" cy="230832"/>
          </a:xfrm>
          <a:prstGeom prst="rect">
            <a:avLst/>
          </a:prstGeom>
          <a:noFill/>
        </p:spPr>
        <p:txBody>
          <a:bodyPr wrap="square" rtlCol="0">
            <a:spAutoFit/>
          </a:bodyPr>
          <a:lstStyle/>
          <a:p>
            <a:pPr algn="ctr"/>
            <a:r>
              <a:rPr lang="en-US" sz="900" dirty="0"/>
              <a:t>34579</a:t>
            </a:r>
          </a:p>
        </p:txBody>
      </p:sp>
      <p:sp>
        <p:nvSpPr>
          <p:cNvPr id="27" name="TextBox 26">
            <a:extLst>
              <a:ext uri="{FF2B5EF4-FFF2-40B4-BE49-F238E27FC236}">
                <a16:creationId xmlns:a16="http://schemas.microsoft.com/office/drawing/2014/main" id="{D11DDD8E-9C6F-7C6D-4AAF-E5A49E8D1618}"/>
              </a:ext>
            </a:extLst>
          </p:cNvPr>
          <p:cNvSpPr txBox="1"/>
          <p:nvPr/>
        </p:nvSpPr>
        <p:spPr>
          <a:xfrm>
            <a:off x="7157158" y="1402877"/>
            <a:ext cx="570089" cy="230832"/>
          </a:xfrm>
          <a:prstGeom prst="rect">
            <a:avLst/>
          </a:prstGeom>
          <a:noFill/>
        </p:spPr>
        <p:txBody>
          <a:bodyPr wrap="square" rtlCol="0">
            <a:spAutoFit/>
          </a:bodyPr>
          <a:lstStyle/>
          <a:p>
            <a:pPr algn="ctr"/>
            <a:r>
              <a:rPr lang="en-US" sz="900" dirty="0"/>
              <a:t>4579</a:t>
            </a:r>
          </a:p>
        </p:txBody>
      </p:sp>
      <p:sp>
        <p:nvSpPr>
          <p:cNvPr id="28" name="TextBox 27">
            <a:extLst>
              <a:ext uri="{FF2B5EF4-FFF2-40B4-BE49-F238E27FC236}">
                <a16:creationId xmlns:a16="http://schemas.microsoft.com/office/drawing/2014/main" id="{F0518393-EC9F-01C6-5F1C-827B3980046F}"/>
              </a:ext>
            </a:extLst>
          </p:cNvPr>
          <p:cNvSpPr txBox="1"/>
          <p:nvPr/>
        </p:nvSpPr>
        <p:spPr>
          <a:xfrm>
            <a:off x="6654802" y="2034453"/>
            <a:ext cx="570089" cy="230832"/>
          </a:xfrm>
          <a:prstGeom prst="rect">
            <a:avLst/>
          </a:prstGeom>
          <a:noFill/>
        </p:spPr>
        <p:txBody>
          <a:bodyPr wrap="square" rtlCol="0">
            <a:spAutoFit/>
          </a:bodyPr>
          <a:lstStyle/>
          <a:p>
            <a:pPr algn="ctr"/>
            <a:r>
              <a:rPr lang="en-US" sz="900" dirty="0"/>
              <a:t>345</a:t>
            </a:r>
          </a:p>
        </p:txBody>
      </p:sp>
      <p:sp>
        <p:nvSpPr>
          <p:cNvPr id="29" name="TextBox 28">
            <a:extLst>
              <a:ext uri="{FF2B5EF4-FFF2-40B4-BE49-F238E27FC236}">
                <a16:creationId xmlns:a16="http://schemas.microsoft.com/office/drawing/2014/main" id="{0B02C7B5-D36B-A1C0-1AD7-CD472E859B95}"/>
              </a:ext>
            </a:extLst>
          </p:cNvPr>
          <p:cNvSpPr txBox="1"/>
          <p:nvPr/>
        </p:nvSpPr>
        <p:spPr>
          <a:xfrm>
            <a:off x="7157158" y="2034453"/>
            <a:ext cx="570089" cy="230832"/>
          </a:xfrm>
          <a:prstGeom prst="rect">
            <a:avLst/>
          </a:prstGeom>
          <a:noFill/>
        </p:spPr>
        <p:txBody>
          <a:bodyPr wrap="square" rtlCol="0">
            <a:spAutoFit/>
          </a:bodyPr>
          <a:lstStyle/>
          <a:p>
            <a:pPr algn="ctr"/>
            <a:r>
              <a:rPr lang="en-US" sz="900" dirty="0"/>
              <a:t>45</a:t>
            </a:r>
          </a:p>
        </p:txBody>
      </p:sp>
      <p:sp>
        <p:nvSpPr>
          <p:cNvPr id="30" name="TextBox 29">
            <a:extLst>
              <a:ext uri="{FF2B5EF4-FFF2-40B4-BE49-F238E27FC236}">
                <a16:creationId xmlns:a16="http://schemas.microsoft.com/office/drawing/2014/main" id="{551658AB-7A23-2DC0-EBE6-6DB70A8E3811}"/>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B15917A4-6589-C63E-0565-E11EF35DFAF6}"/>
              </a:ext>
            </a:extLst>
          </p:cNvPr>
          <p:cNvSpPr txBox="1"/>
          <p:nvPr/>
        </p:nvSpPr>
        <p:spPr>
          <a:xfrm>
            <a:off x="3217333" y="721216"/>
            <a:ext cx="462845" cy="584775"/>
          </a:xfrm>
          <a:prstGeom prst="rect">
            <a:avLst/>
          </a:prstGeom>
          <a:noFill/>
        </p:spPr>
        <p:txBody>
          <a:bodyPr wrap="square" rtlCol="0">
            <a:spAutoFit/>
          </a:bodyPr>
          <a:lstStyle/>
          <a:p>
            <a:pPr algn="ctr"/>
            <a:r>
              <a:rPr lang="en-US" sz="3200" dirty="0"/>
              <a:t>4</a:t>
            </a:r>
          </a:p>
        </p:txBody>
      </p:sp>
      <p:sp>
        <p:nvSpPr>
          <p:cNvPr id="32" name="TextBox 31">
            <a:extLst>
              <a:ext uri="{FF2B5EF4-FFF2-40B4-BE49-F238E27FC236}">
                <a16:creationId xmlns:a16="http://schemas.microsoft.com/office/drawing/2014/main" id="{959569B4-A6E3-5EC4-05B5-EEFEB8E511D6}"/>
              </a:ext>
            </a:extLst>
          </p:cNvPr>
          <p:cNvSpPr txBox="1"/>
          <p:nvPr/>
        </p:nvSpPr>
        <p:spPr>
          <a:xfrm>
            <a:off x="3138310" y="1402877"/>
            <a:ext cx="570089" cy="230832"/>
          </a:xfrm>
          <a:prstGeom prst="rect">
            <a:avLst/>
          </a:prstGeom>
          <a:noFill/>
        </p:spPr>
        <p:txBody>
          <a:bodyPr wrap="square" rtlCol="0">
            <a:spAutoFit/>
          </a:bodyPr>
          <a:lstStyle/>
          <a:p>
            <a:pPr algn="ctr"/>
            <a:r>
              <a:rPr lang="en-US" sz="900" dirty="0"/>
              <a:t>789</a:t>
            </a:r>
          </a:p>
        </p:txBody>
      </p:sp>
      <p:sp>
        <p:nvSpPr>
          <p:cNvPr id="33" name="TextBox 32">
            <a:extLst>
              <a:ext uri="{FF2B5EF4-FFF2-40B4-BE49-F238E27FC236}">
                <a16:creationId xmlns:a16="http://schemas.microsoft.com/office/drawing/2014/main" id="{6630030E-46B9-3E4F-18E5-ED04810542F2}"/>
              </a:ext>
            </a:extLst>
          </p:cNvPr>
          <p:cNvSpPr txBox="1"/>
          <p:nvPr/>
        </p:nvSpPr>
        <p:spPr>
          <a:xfrm>
            <a:off x="3640666" y="2034453"/>
            <a:ext cx="570089" cy="230832"/>
          </a:xfrm>
          <a:prstGeom prst="rect">
            <a:avLst/>
          </a:prstGeom>
          <a:noFill/>
        </p:spPr>
        <p:txBody>
          <a:bodyPr wrap="square" rtlCol="0">
            <a:spAutoFit/>
          </a:bodyPr>
          <a:lstStyle/>
          <a:p>
            <a:pPr algn="ctr"/>
            <a:r>
              <a:rPr lang="en-US" sz="900" dirty="0"/>
              <a:t>789</a:t>
            </a:r>
          </a:p>
        </p:txBody>
      </p:sp>
      <p:sp>
        <p:nvSpPr>
          <p:cNvPr id="34" name="TextBox 33">
            <a:extLst>
              <a:ext uri="{FF2B5EF4-FFF2-40B4-BE49-F238E27FC236}">
                <a16:creationId xmlns:a16="http://schemas.microsoft.com/office/drawing/2014/main" id="{A2A7BF49-6858-DEC6-D386-CFA612472F41}"/>
              </a:ext>
            </a:extLst>
          </p:cNvPr>
          <p:cNvSpPr txBox="1"/>
          <p:nvPr/>
        </p:nvSpPr>
        <p:spPr>
          <a:xfrm>
            <a:off x="3138310" y="2034453"/>
            <a:ext cx="570089" cy="230832"/>
          </a:xfrm>
          <a:prstGeom prst="rect">
            <a:avLst/>
          </a:prstGeom>
          <a:noFill/>
        </p:spPr>
        <p:txBody>
          <a:bodyPr wrap="square" rtlCol="0">
            <a:spAutoFit/>
          </a:bodyPr>
          <a:lstStyle/>
          <a:p>
            <a:pPr algn="ctr"/>
            <a:r>
              <a:rPr lang="en-US" sz="900" dirty="0"/>
              <a:t>789</a:t>
            </a:r>
          </a:p>
        </p:txBody>
      </p:sp>
      <p:sp>
        <p:nvSpPr>
          <p:cNvPr id="35" name="TextBox 34">
            <a:extLst>
              <a:ext uri="{FF2B5EF4-FFF2-40B4-BE49-F238E27FC236}">
                <a16:creationId xmlns:a16="http://schemas.microsoft.com/office/drawing/2014/main" id="{4C204B3A-8484-455E-4E7A-A671753F0C00}"/>
              </a:ext>
            </a:extLst>
          </p:cNvPr>
          <p:cNvSpPr txBox="1"/>
          <p:nvPr/>
        </p:nvSpPr>
        <p:spPr>
          <a:xfrm>
            <a:off x="4216401" y="1224551"/>
            <a:ext cx="462845" cy="584775"/>
          </a:xfrm>
          <a:prstGeom prst="rect">
            <a:avLst/>
          </a:prstGeom>
          <a:noFill/>
        </p:spPr>
        <p:txBody>
          <a:bodyPr wrap="square" rtlCol="0">
            <a:spAutoFit/>
          </a:bodyPr>
          <a:lstStyle/>
          <a:p>
            <a:pPr algn="ctr"/>
            <a:r>
              <a:rPr lang="en-US" sz="3200" dirty="0"/>
              <a:t>1</a:t>
            </a:r>
          </a:p>
        </p:txBody>
      </p:sp>
      <p:sp>
        <p:nvSpPr>
          <p:cNvPr id="36" name="TextBox 35">
            <a:extLst>
              <a:ext uri="{FF2B5EF4-FFF2-40B4-BE49-F238E27FC236}">
                <a16:creationId xmlns:a16="http://schemas.microsoft.com/office/drawing/2014/main" id="{1032EDAC-45B4-69A3-045C-228D4D60BEC7}"/>
              </a:ext>
            </a:extLst>
          </p:cNvPr>
          <p:cNvSpPr txBox="1"/>
          <p:nvPr/>
        </p:nvSpPr>
        <p:spPr>
          <a:xfrm>
            <a:off x="5215469" y="721216"/>
            <a:ext cx="462845" cy="584775"/>
          </a:xfrm>
          <a:prstGeom prst="rect">
            <a:avLst/>
          </a:prstGeom>
          <a:noFill/>
        </p:spPr>
        <p:txBody>
          <a:bodyPr wrap="square" rtlCol="0">
            <a:spAutoFit/>
          </a:bodyPr>
          <a:lstStyle/>
          <a:p>
            <a:pPr algn="ctr"/>
            <a:r>
              <a:rPr lang="en-US" sz="3200" dirty="0"/>
              <a:t>1</a:t>
            </a:r>
          </a:p>
        </p:txBody>
      </p:sp>
      <p:sp>
        <p:nvSpPr>
          <p:cNvPr id="37" name="TextBox 36">
            <a:extLst>
              <a:ext uri="{FF2B5EF4-FFF2-40B4-BE49-F238E27FC236}">
                <a16:creationId xmlns:a16="http://schemas.microsoft.com/office/drawing/2014/main" id="{41C6A287-6BDA-6922-CB03-7D6085025019}"/>
              </a:ext>
            </a:extLst>
          </p:cNvPr>
          <p:cNvSpPr txBox="1"/>
          <p:nvPr/>
        </p:nvSpPr>
        <p:spPr>
          <a:xfrm>
            <a:off x="4143022" y="2905709"/>
            <a:ext cx="570089" cy="230832"/>
          </a:xfrm>
          <a:prstGeom prst="rect">
            <a:avLst/>
          </a:prstGeom>
          <a:noFill/>
        </p:spPr>
        <p:txBody>
          <a:bodyPr wrap="square" rtlCol="0">
            <a:spAutoFit/>
          </a:bodyPr>
          <a:lstStyle/>
          <a:p>
            <a:pPr algn="ctr"/>
            <a:r>
              <a:rPr lang="en-US" sz="900" dirty="0"/>
              <a:t>54</a:t>
            </a:r>
          </a:p>
        </p:txBody>
      </p:sp>
      <p:sp>
        <p:nvSpPr>
          <p:cNvPr id="38" name="TextBox 37">
            <a:extLst>
              <a:ext uri="{FF2B5EF4-FFF2-40B4-BE49-F238E27FC236}">
                <a16:creationId xmlns:a16="http://schemas.microsoft.com/office/drawing/2014/main" id="{09C9DF9E-0741-1E34-5617-FCD32C66C51E}"/>
              </a:ext>
            </a:extLst>
          </p:cNvPr>
          <p:cNvSpPr txBox="1"/>
          <p:nvPr/>
        </p:nvSpPr>
        <p:spPr>
          <a:xfrm>
            <a:off x="5147734" y="2034453"/>
            <a:ext cx="570089" cy="230832"/>
          </a:xfrm>
          <a:prstGeom prst="rect">
            <a:avLst/>
          </a:prstGeom>
          <a:noFill/>
        </p:spPr>
        <p:txBody>
          <a:bodyPr wrap="square" rtlCol="0">
            <a:spAutoFit/>
          </a:bodyPr>
          <a:lstStyle/>
          <a:p>
            <a:pPr algn="ctr"/>
            <a:r>
              <a:rPr lang="en-US" sz="900" dirty="0"/>
              <a:t>789</a:t>
            </a:r>
          </a:p>
        </p:txBody>
      </p:sp>
    </p:spTree>
    <p:extLst>
      <p:ext uri="{BB962C8B-B14F-4D97-AF65-F5344CB8AC3E}">
        <p14:creationId xmlns:p14="http://schemas.microsoft.com/office/powerpoint/2010/main" val="5546551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062E2F-77BA-AF9C-DB33-0CCF2860771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8202944-5526-521A-B6F5-EA82B41BE5DF}"/>
              </a:ext>
            </a:extLst>
          </p:cNvPr>
          <p:cNvSpPr>
            <a:spLocks noGrp="1"/>
          </p:cNvSpPr>
          <p:nvPr>
            <p:ph sz="half" idx="1"/>
          </p:nvPr>
        </p:nvSpPr>
        <p:spPr/>
        <p:txBody>
          <a:bodyPr>
            <a:normAutofit/>
          </a:bodyPr>
          <a:lstStyle/>
          <a:p>
            <a:r>
              <a:rPr lang="en-US" dirty="0"/>
              <a:t>Complete upper left block.</a:t>
            </a:r>
          </a:p>
        </p:txBody>
      </p:sp>
      <p:pic>
        <p:nvPicPr>
          <p:cNvPr id="4" name="Picture 3" descr="A grid of sudoku puzzle&#10;&#10;Description automatically generated">
            <a:extLst>
              <a:ext uri="{FF2B5EF4-FFF2-40B4-BE49-F238E27FC236}">
                <a16:creationId xmlns:a16="http://schemas.microsoft.com/office/drawing/2014/main" id="{AA13C70D-CED5-9EE1-A702-887DD0AB845E}"/>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874E8D6D-5B07-4C91-3AEA-88AF063F8B0C}"/>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94966414-2D21-5898-5BA1-2624EF6A8587}"/>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D157310F-7872-5ED3-8B44-1180C9AF37C2}"/>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1571391E-2247-A8EA-7EA7-BEBB34ED22B3}"/>
              </a:ext>
            </a:extLst>
          </p:cNvPr>
          <p:cNvSpPr txBox="1"/>
          <p:nvPr/>
        </p:nvSpPr>
        <p:spPr>
          <a:xfrm>
            <a:off x="3716867" y="223122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3687C532-05CF-0B54-9CD1-74CC9B545CCA}"/>
              </a:ext>
            </a:extLst>
          </p:cNvPr>
          <p:cNvSpPr txBox="1"/>
          <p:nvPr/>
        </p:nvSpPr>
        <p:spPr>
          <a:xfrm>
            <a:off x="3640666" y="3036341"/>
            <a:ext cx="570089" cy="230832"/>
          </a:xfrm>
          <a:prstGeom prst="rect">
            <a:avLst/>
          </a:prstGeom>
          <a:noFill/>
        </p:spPr>
        <p:txBody>
          <a:bodyPr wrap="square" rtlCol="0">
            <a:spAutoFit/>
          </a:bodyPr>
          <a:lstStyle/>
          <a:p>
            <a:pPr algn="ctr"/>
            <a:r>
              <a:rPr lang="en-US" sz="900" dirty="0"/>
              <a:t>87654</a:t>
            </a:r>
          </a:p>
        </p:txBody>
      </p:sp>
      <p:sp>
        <p:nvSpPr>
          <p:cNvPr id="9" name="TextBox 8">
            <a:extLst>
              <a:ext uri="{FF2B5EF4-FFF2-40B4-BE49-F238E27FC236}">
                <a16:creationId xmlns:a16="http://schemas.microsoft.com/office/drawing/2014/main" id="{CC087B5C-F38D-D5BC-6A8A-521660DB2112}"/>
              </a:ext>
            </a:extLst>
          </p:cNvPr>
          <p:cNvSpPr txBox="1"/>
          <p:nvPr/>
        </p:nvSpPr>
        <p:spPr>
          <a:xfrm>
            <a:off x="3138310" y="3036341"/>
            <a:ext cx="570089" cy="230832"/>
          </a:xfrm>
          <a:prstGeom prst="rect">
            <a:avLst/>
          </a:prstGeom>
          <a:noFill/>
        </p:spPr>
        <p:txBody>
          <a:bodyPr wrap="square" rtlCol="0">
            <a:spAutoFit/>
          </a:bodyPr>
          <a:lstStyle/>
          <a:p>
            <a:pPr algn="ctr"/>
            <a:r>
              <a:rPr lang="en-US" sz="900" dirty="0"/>
              <a:t>56789</a:t>
            </a:r>
          </a:p>
        </p:txBody>
      </p:sp>
      <p:sp>
        <p:nvSpPr>
          <p:cNvPr id="10" name="TextBox 9">
            <a:extLst>
              <a:ext uri="{FF2B5EF4-FFF2-40B4-BE49-F238E27FC236}">
                <a16:creationId xmlns:a16="http://schemas.microsoft.com/office/drawing/2014/main" id="{D0150D29-E4A4-3854-2703-BBEDCAEC4F96}"/>
              </a:ext>
            </a:extLst>
          </p:cNvPr>
          <p:cNvSpPr txBox="1"/>
          <p:nvPr/>
        </p:nvSpPr>
        <p:spPr>
          <a:xfrm>
            <a:off x="3217333" y="4747898"/>
            <a:ext cx="462845" cy="584775"/>
          </a:xfrm>
          <a:prstGeom prst="rect">
            <a:avLst/>
          </a:prstGeom>
          <a:noFill/>
        </p:spPr>
        <p:txBody>
          <a:bodyPr wrap="square" rtlCol="0">
            <a:spAutoFit/>
          </a:bodyPr>
          <a:lstStyle/>
          <a:p>
            <a:pPr algn="ctr"/>
            <a:r>
              <a:rPr lang="en-US" sz="3200" dirty="0"/>
              <a:t>6</a:t>
            </a:r>
          </a:p>
        </p:txBody>
      </p:sp>
      <p:sp>
        <p:nvSpPr>
          <p:cNvPr id="11" name="TextBox 10">
            <a:extLst>
              <a:ext uri="{FF2B5EF4-FFF2-40B4-BE49-F238E27FC236}">
                <a16:creationId xmlns:a16="http://schemas.microsoft.com/office/drawing/2014/main" id="{20F92833-EAFF-D42B-18EB-C37087835863}"/>
              </a:ext>
            </a:extLst>
          </p:cNvPr>
          <p:cNvSpPr txBox="1"/>
          <p:nvPr/>
        </p:nvSpPr>
        <p:spPr>
          <a:xfrm>
            <a:off x="7213604" y="4747898"/>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43618BB0-79BC-F701-69BC-B9C83BDFD4A2}"/>
              </a:ext>
            </a:extLst>
          </p:cNvPr>
          <p:cNvSpPr txBox="1"/>
          <p:nvPr/>
        </p:nvSpPr>
        <p:spPr>
          <a:xfrm>
            <a:off x="6214537" y="2734556"/>
            <a:ext cx="462845" cy="584775"/>
          </a:xfrm>
          <a:prstGeom prst="rect">
            <a:avLst/>
          </a:prstGeom>
          <a:no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B2E75EE8-CB3A-75FC-A5FA-9D619DE66386}"/>
              </a:ext>
            </a:extLst>
          </p:cNvPr>
          <p:cNvSpPr txBox="1"/>
          <p:nvPr/>
        </p:nvSpPr>
        <p:spPr>
          <a:xfrm>
            <a:off x="4143022" y="2274133"/>
            <a:ext cx="570089" cy="230832"/>
          </a:xfrm>
          <a:prstGeom prst="rect">
            <a:avLst/>
          </a:prstGeom>
          <a:noFill/>
        </p:spPr>
        <p:txBody>
          <a:bodyPr wrap="square" rtlCol="0">
            <a:spAutoFit/>
          </a:bodyPr>
          <a:lstStyle/>
          <a:p>
            <a:pPr algn="ctr"/>
            <a:r>
              <a:rPr lang="en-US" sz="900" dirty="0"/>
              <a:t>456789</a:t>
            </a:r>
          </a:p>
        </p:txBody>
      </p:sp>
      <p:sp>
        <p:nvSpPr>
          <p:cNvPr id="14" name="TextBox 13">
            <a:extLst>
              <a:ext uri="{FF2B5EF4-FFF2-40B4-BE49-F238E27FC236}">
                <a16:creationId xmlns:a16="http://schemas.microsoft.com/office/drawing/2014/main" id="{7FD8264A-EC24-057E-7085-3B3D2F2D711E}"/>
              </a:ext>
            </a:extLst>
          </p:cNvPr>
          <p:cNvSpPr txBox="1"/>
          <p:nvPr/>
        </p:nvSpPr>
        <p:spPr>
          <a:xfrm>
            <a:off x="4645378" y="2274133"/>
            <a:ext cx="570089" cy="230832"/>
          </a:xfrm>
          <a:prstGeom prst="rect">
            <a:avLst/>
          </a:prstGeom>
          <a:noFill/>
        </p:spPr>
        <p:txBody>
          <a:bodyPr wrap="square" rtlCol="0">
            <a:spAutoFit/>
          </a:bodyPr>
          <a:lstStyle/>
          <a:p>
            <a:pPr algn="ctr"/>
            <a:r>
              <a:rPr lang="en-US" sz="900" dirty="0"/>
              <a:t>45789</a:t>
            </a:r>
          </a:p>
        </p:txBody>
      </p:sp>
      <p:sp>
        <p:nvSpPr>
          <p:cNvPr id="15" name="TextBox 14">
            <a:extLst>
              <a:ext uri="{FF2B5EF4-FFF2-40B4-BE49-F238E27FC236}">
                <a16:creationId xmlns:a16="http://schemas.microsoft.com/office/drawing/2014/main" id="{58EE09AF-4EB1-155A-B8B6-07F4CA6700EA}"/>
              </a:ext>
            </a:extLst>
          </p:cNvPr>
          <p:cNvSpPr txBox="1"/>
          <p:nvPr/>
        </p:nvSpPr>
        <p:spPr>
          <a:xfrm>
            <a:off x="5147734" y="2274133"/>
            <a:ext cx="570089" cy="230832"/>
          </a:xfrm>
          <a:prstGeom prst="rect">
            <a:avLst/>
          </a:prstGeom>
          <a:noFill/>
        </p:spPr>
        <p:txBody>
          <a:bodyPr wrap="square" rtlCol="0">
            <a:spAutoFit/>
          </a:bodyPr>
          <a:lstStyle/>
          <a:p>
            <a:pPr algn="ctr"/>
            <a:r>
              <a:rPr lang="en-US" sz="900" dirty="0"/>
              <a:t>456789</a:t>
            </a:r>
          </a:p>
        </p:txBody>
      </p:sp>
      <p:sp>
        <p:nvSpPr>
          <p:cNvPr id="16" name="TextBox 15">
            <a:extLst>
              <a:ext uri="{FF2B5EF4-FFF2-40B4-BE49-F238E27FC236}">
                <a16:creationId xmlns:a16="http://schemas.microsoft.com/office/drawing/2014/main" id="{8754A6B4-8A4B-A127-B639-3ACD4155B182}"/>
              </a:ext>
            </a:extLst>
          </p:cNvPr>
          <p:cNvSpPr txBox="1"/>
          <p:nvPr/>
        </p:nvSpPr>
        <p:spPr>
          <a:xfrm>
            <a:off x="5650090" y="2274133"/>
            <a:ext cx="570089" cy="230832"/>
          </a:xfrm>
          <a:prstGeom prst="rect">
            <a:avLst/>
          </a:prstGeom>
          <a:noFill/>
        </p:spPr>
        <p:txBody>
          <a:bodyPr wrap="square" rtlCol="0">
            <a:spAutoFit/>
          </a:bodyPr>
          <a:lstStyle/>
          <a:p>
            <a:pPr algn="ctr"/>
            <a:r>
              <a:rPr lang="en-US" sz="900" dirty="0"/>
              <a:t>45789</a:t>
            </a:r>
          </a:p>
        </p:txBody>
      </p:sp>
      <p:sp>
        <p:nvSpPr>
          <p:cNvPr id="17" name="TextBox 16">
            <a:extLst>
              <a:ext uri="{FF2B5EF4-FFF2-40B4-BE49-F238E27FC236}">
                <a16:creationId xmlns:a16="http://schemas.microsoft.com/office/drawing/2014/main" id="{8C8EA1E3-6CFA-BFEE-F37D-1ABFD1E28813}"/>
              </a:ext>
            </a:extLst>
          </p:cNvPr>
          <p:cNvSpPr txBox="1"/>
          <p:nvPr/>
        </p:nvSpPr>
        <p:spPr>
          <a:xfrm>
            <a:off x="6152446" y="2274133"/>
            <a:ext cx="570089" cy="230832"/>
          </a:xfrm>
          <a:prstGeom prst="rect">
            <a:avLst/>
          </a:prstGeom>
          <a:noFill/>
        </p:spPr>
        <p:txBody>
          <a:bodyPr wrap="square" rtlCol="0">
            <a:spAutoFit/>
          </a:bodyPr>
          <a:lstStyle/>
          <a:p>
            <a:pPr algn="ctr"/>
            <a:r>
              <a:rPr lang="en-US" sz="900" dirty="0"/>
              <a:t>45789</a:t>
            </a:r>
          </a:p>
        </p:txBody>
      </p:sp>
      <p:sp>
        <p:nvSpPr>
          <p:cNvPr id="18" name="TextBox 17">
            <a:extLst>
              <a:ext uri="{FF2B5EF4-FFF2-40B4-BE49-F238E27FC236}">
                <a16:creationId xmlns:a16="http://schemas.microsoft.com/office/drawing/2014/main" id="{17CDB2AA-2563-3CB6-67E8-BD740999E891}"/>
              </a:ext>
            </a:extLst>
          </p:cNvPr>
          <p:cNvSpPr txBox="1"/>
          <p:nvPr/>
        </p:nvSpPr>
        <p:spPr>
          <a:xfrm>
            <a:off x="6654802" y="2404765"/>
            <a:ext cx="570089" cy="230832"/>
          </a:xfrm>
          <a:prstGeom prst="rect">
            <a:avLst/>
          </a:prstGeom>
          <a:noFill/>
        </p:spPr>
        <p:txBody>
          <a:bodyPr wrap="square" rtlCol="0">
            <a:spAutoFit/>
          </a:bodyPr>
          <a:lstStyle/>
          <a:p>
            <a:pPr algn="ctr"/>
            <a:r>
              <a:rPr lang="en-US" sz="900" dirty="0"/>
              <a:t>245</a:t>
            </a:r>
          </a:p>
        </p:txBody>
      </p:sp>
      <p:sp>
        <p:nvSpPr>
          <p:cNvPr id="19" name="TextBox 18">
            <a:extLst>
              <a:ext uri="{FF2B5EF4-FFF2-40B4-BE49-F238E27FC236}">
                <a16:creationId xmlns:a16="http://schemas.microsoft.com/office/drawing/2014/main" id="{17014C4E-152F-E158-26D6-96BC47833E19}"/>
              </a:ext>
            </a:extLst>
          </p:cNvPr>
          <p:cNvSpPr txBox="1"/>
          <p:nvPr/>
        </p:nvSpPr>
        <p:spPr>
          <a:xfrm>
            <a:off x="7157158" y="2404765"/>
            <a:ext cx="570089" cy="230832"/>
          </a:xfrm>
          <a:prstGeom prst="rect">
            <a:avLst/>
          </a:prstGeom>
          <a:noFill/>
        </p:spPr>
        <p:txBody>
          <a:bodyPr wrap="square" rtlCol="0">
            <a:spAutoFit/>
          </a:bodyPr>
          <a:lstStyle/>
          <a:p>
            <a:pPr algn="ctr"/>
            <a:r>
              <a:rPr lang="en-US" sz="900" dirty="0"/>
              <a:t>245</a:t>
            </a:r>
          </a:p>
        </p:txBody>
      </p:sp>
      <p:sp>
        <p:nvSpPr>
          <p:cNvPr id="20" name="TextBox 19">
            <a:extLst>
              <a:ext uri="{FF2B5EF4-FFF2-40B4-BE49-F238E27FC236}">
                <a16:creationId xmlns:a16="http://schemas.microsoft.com/office/drawing/2014/main" id="{35323880-23D4-1DDB-E4D2-1A855D2BB701}"/>
              </a:ext>
            </a:extLst>
          </p:cNvPr>
          <p:cNvSpPr txBox="1"/>
          <p:nvPr/>
        </p:nvSpPr>
        <p:spPr>
          <a:xfrm>
            <a:off x="4645378" y="1903821"/>
            <a:ext cx="570089" cy="230832"/>
          </a:xfrm>
          <a:prstGeom prst="rect">
            <a:avLst/>
          </a:prstGeom>
          <a:noFill/>
        </p:spPr>
        <p:txBody>
          <a:bodyPr wrap="square" rtlCol="0">
            <a:spAutoFit/>
          </a:bodyPr>
          <a:lstStyle/>
          <a:p>
            <a:pPr algn="ctr"/>
            <a:r>
              <a:rPr lang="en-US" sz="900" dirty="0"/>
              <a:t>345</a:t>
            </a:r>
          </a:p>
        </p:txBody>
      </p:sp>
      <p:sp>
        <p:nvSpPr>
          <p:cNvPr id="23" name="TextBox 22">
            <a:extLst>
              <a:ext uri="{FF2B5EF4-FFF2-40B4-BE49-F238E27FC236}">
                <a16:creationId xmlns:a16="http://schemas.microsoft.com/office/drawing/2014/main" id="{2EE6817F-2877-BD75-87CC-0A82486524C8}"/>
              </a:ext>
            </a:extLst>
          </p:cNvPr>
          <p:cNvSpPr txBox="1"/>
          <p:nvPr/>
        </p:nvSpPr>
        <p:spPr>
          <a:xfrm>
            <a:off x="6214537" y="721216"/>
            <a:ext cx="462845" cy="584775"/>
          </a:xfrm>
          <a:prstGeom prst="rect">
            <a:avLst/>
          </a:prstGeom>
          <a:noFill/>
        </p:spPr>
        <p:txBody>
          <a:bodyPr wrap="square" rtlCol="0">
            <a:spAutoFit/>
          </a:bodyPr>
          <a:lstStyle/>
          <a:p>
            <a:pPr algn="ctr"/>
            <a:r>
              <a:rPr lang="en-US" sz="3200" dirty="0"/>
              <a:t>2</a:t>
            </a:r>
          </a:p>
        </p:txBody>
      </p:sp>
      <p:sp>
        <p:nvSpPr>
          <p:cNvPr id="24" name="TextBox 23">
            <a:extLst>
              <a:ext uri="{FF2B5EF4-FFF2-40B4-BE49-F238E27FC236}">
                <a16:creationId xmlns:a16="http://schemas.microsoft.com/office/drawing/2014/main" id="{F95DDF5B-920C-5203-B9F4-E8EF901AC21E}"/>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C01AD517-85A4-B094-729E-F4C885FEF928}"/>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A342F5C9-2429-6120-8042-8DBD1362CF21}"/>
              </a:ext>
            </a:extLst>
          </p:cNvPr>
          <p:cNvSpPr txBox="1"/>
          <p:nvPr/>
        </p:nvSpPr>
        <p:spPr>
          <a:xfrm>
            <a:off x="6654802" y="771301"/>
            <a:ext cx="570089" cy="230832"/>
          </a:xfrm>
          <a:prstGeom prst="rect">
            <a:avLst/>
          </a:prstGeom>
          <a:noFill/>
        </p:spPr>
        <p:txBody>
          <a:bodyPr wrap="square" rtlCol="0">
            <a:spAutoFit/>
          </a:bodyPr>
          <a:lstStyle/>
          <a:p>
            <a:pPr algn="ctr"/>
            <a:r>
              <a:rPr lang="en-US" sz="900" dirty="0"/>
              <a:t>3579</a:t>
            </a:r>
          </a:p>
        </p:txBody>
      </p:sp>
      <p:sp>
        <p:nvSpPr>
          <p:cNvPr id="26" name="TextBox 25">
            <a:extLst>
              <a:ext uri="{FF2B5EF4-FFF2-40B4-BE49-F238E27FC236}">
                <a16:creationId xmlns:a16="http://schemas.microsoft.com/office/drawing/2014/main" id="{03CEF73D-DFE6-207F-3B75-D2CA72DE350F}"/>
              </a:ext>
            </a:extLst>
          </p:cNvPr>
          <p:cNvSpPr txBox="1"/>
          <p:nvPr/>
        </p:nvSpPr>
        <p:spPr>
          <a:xfrm>
            <a:off x="6654802" y="1402877"/>
            <a:ext cx="570089" cy="230832"/>
          </a:xfrm>
          <a:prstGeom prst="rect">
            <a:avLst/>
          </a:prstGeom>
          <a:noFill/>
        </p:spPr>
        <p:txBody>
          <a:bodyPr wrap="square" rtlCol="0">
            <a:spAutoFit/>
          </a:bodyPr>
          <a:lstStyle/>
          <a:p>
            <a:pPr algn="ctr"/>
            <a:r>
              <a:rPr lang="en-US" sz="900" dirty="0"/>
              <a:t>34579</a:t>
            </a:r>
          </a:p>
        </p:txBody>
      </p:sp>
      <p:sp>
        <p:nvSpPr>
          <p:cNvPr id="27" name="TextBox 26">
            <a:extLst>
              <a:ext uri="{FF2B5EF4-FFF2-40B4-BE49-F238E27FC236}">
                <a16:creationId xmlns:a16="http://schemas.microsoft.com/office/drawing/2014/main" id="{2D34E4FF-BCAB-892D-DB4D-7D7656ED8A12}"/>
              </a:ext>
            </a:extLst>
          </p:cNvPr>
          <p:cNvSpPr txBox="1"/>
          <p:nvPr/>
        </p:nvSpPr>
        <p:spPr>
          <a:xfrm>
            <a:off x="7157158" y="1402877"/>
            <a:ext cx="570089" cy="230832"/>
          </a:xfrm>
          <a:prstGeom prst="rect">
            <a:avLst/>
          </a:prstGeom>
          <a:noFill/>
        </p:spPr>
        <p:txBody>
          <a:bodyPr wrap="square" rtlCol="0">
            <a:spAutoFit/>
          </a:bodyPr>
          <a:lstStyle/>
          <a:p>
            <a:pPr algn="ctr"/>
            <a:r>
              <a:rPr lang="en-US" sz="900" dirty="0"/>
              <a:t>4579</a:t>
            </a:r>
          </a:p>
        </p:txBody>
      </p:sp>
      <p:sp>
        <p:nvSpPr>
          <p:cNvPr id="28" name="TextBox 27">
            <a:extLst>
              <a:ext uri="{FF2B5EF4-FFF2-40B4-BE49-F238E27FC236}">
                <a16:creationId xmlns:a16="http://schemas.microsoft.com/office/drawing/2014/main" id="{18FA85DE-2107-09BE-93A6-8C0BE1B62290}"/>
              </a:ext>
            </a:extLst>
          </p:cNvPr>
          <p:cNvSpPr txBox="1"/>
          <p:nvPr/>
        </p:nvSpPr>
        <p:spPr>
          <a:xfrm>
            <a:off x="6654802" y="2034453"/>
            <a:ext cx="570089" cy="230832"/>
          </a:xfrm>
          <a:prstGeom prst="rect">
            <a:avLst/>
          </a:prstGeom>
          <a:noFill/>
        </p:spPr>
        <p:txBody>
          <a:bodyPr wrap="square" rtlCol="0">
            <a:spAutoFit/>
          </a:bodyPr>
          <a:lstStyle/>
          <a:p>
            <a:pPr algn="ctr"/>
            <a:r>
              <a:rPr lang="en-US" sz="900" dirty="0"/>
              <a:t>345</a:t>
            </a:r>
          </a:p>
        </p:txBody>
      </p:sp>
      <p:sp>
        <p:nvSpPr>
          <p:cNvPr id="29" name="TextBox 28">
            <a:extLst>
              <a:ext uri="{FF2B5EF4-FFF2-40B4-BE49-F238E27FC236}">
                <a16:creationId xmlns:a16="http://schemas.microsoft.com/office/drawing/2014/main" id="{2FEEC77D-1E93-1650-FFC8-B171AB4BBC40}"/>
              </a:ext>
            </a:extLst>
          </p:cNvPr>
          <p:cNvSpPr txBox="1"/>
          <p:nvPr/>
        </p:nvSpPr>
        <p:spPr>
          <a:xfrm>
            <a:off x="7157158" y="2034453"/>
            <a:ext cx="570089" cy="230832"/>
          </a:xfrm>
          <a:prstGeom prst="rect">
            <a:avLst/>
          </a:prstGeom>
          <a:noFill/>
        </p:spPr>
        <p:txBody>
          <a:bodyPr wrap="square" rtlCol="0">
            <a:spAutoFit/>
          </a:bodyPr>
          <a:lstStyle/>
          <a:p>
            <a:pPr algn="ctr"/>
            <a:r>
              <a:rPr lang="en-US" sz="900" dirty="0"/>
              <a:t>45</a:t>
            </a:r>
          </a:p>
        </p:txBody>
      </p:sp>
      <p:sp>
        <p:nvSpPr>
          <p:cNvPr id="30" name="TextBox 29">
            <a:extLst>
              <a:ext uri="{FF2B5EF4-FFF2-40B4-BE49-F238E27FC236}">
                <a16:creationId xmlns:a16="http://schemas.microsoft.com/office/drawing/2014/main" id="{E714F5B5-0E27-00E2-9152-634427BAB023}"/>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EB21FDDA-AB29-BA04-A69A-184501472320}"/>
              </a:ext>
            </a:extLst>
          </p:cNvPr>
          <p:cNvSpPr txBox="1"/>
          <p:nvPr/>
        </p:nvSpPr>
        <p:spPr>
          <a:xfrm>
            <a:off x="3217333" y="721216"/>
            <a:ext cx="462845" cy="584775"/>
          </a:xfrm>
          <a:prstGeom prst="rect">
            <a:avLst/>
          </a:prstGeom>
          <a:noFill/>
        </p:spPr>
        <p:txBody>
          <a:bodyPr wrap="square" rtlCol="0">
            <a:spAutoFit/>
          </a:bodyPr>
          <a:lstStyle/>
          <a:p>
            <a:pPr algn="ctr"/>
            <a:r>
              <a:rPr lang="en-US" sz="3200" dirty="0"/>
              <a:t>4</a:t>
            </a:r>
          </a:p>
        </p:txBody>
      </p:sp>
      <p:sp>
        <p:nvSpPr>
          <p:cNvPr id="32" name="TextBox 31">
            <a:extLst>
              <a:ext uri="{FF2B5EF4-FFF2-40B4-BE49-F238E27FC236}">
                <a16:creationId xmlns:a16="http://schemas.microsoft.com/office/drawing/2014/main" id="{E142F110-30AF-609A-4F6A-208EC46269F3}"/>
              </a:ext>
            </a:extLst>
          </p:cNvPr>
          <p:cNvSpPr txBox="1"/>
          <p:nvPr/>
        </p:nvSpPr>
        <p:spPr>
          <a:xfrm>
            <a:off x="3138310" y="1402877"/>
            <a:ext cx="570089" cy="230832"/>
          </a:xfrm>
          <a:prstGeom prst="rect">
            <a:avLst/>
          </a:prstGeom>
          <a:noFill/>
        </p:spPr>
        <p:txBody>
          <a:bodyPr wrap="square" rtlCol="0">
            <a:spAutoFit/>
          </a:bodyPr>
          <a:lstStyle/>
          <a:p>
            <a:pPr algn="ctr"/>
            <a:r>
              <a:rPr lang="en-US" sz="900" dirty="0"/>
              <a:t>789</a:t>
            </a:r>
          </a:p>
        </p:txBody>
      </p:sp>
      <p:sp>
        <p:nvSpPr>
          <p:cNvPr id="33" name="TextBox 32">
            <a:extLst>
              <a:ext uri="{FF2B5EF4-FFF2-40B4-BE49-F238E27FC236}">
                <a16:creationId xmlns:a16="http://schemas.microsoft.com/office/drawing/2014/main" id="{7A1E2930-B168-C06A-BABA-073AB76321C6}"/>
              </a:ext>
            </a:extLst>
          </p:cNvPr>
          <p:cNvSpPr txBox="1"/>
          <p:nvPr/>
        </p:nvSpPr>
        <p:spPr>
          <a:xfrm>
            <a:off x="3640666" y="2034453"/>
            <a:ext cx="570089" cy="230832"/>
          </a:xfrm>
          <a:prstGeom prst="rect">
            <a:avLst/>
          </a:prstGeom>
          <a:noFill/>
        </p:spPr>
        <p:txBody>
          <a:bodyPr wrap="square" rtlCol="0">
            <a:spAutoFit/>
          </a:bodyPr>
          <a:lstStyle/>
          <a:p>
            <a:pPr algn="ctr"/>
            <a:r>
              <a:rPr lang="en-US" sz="900" dirty="0"/>
              <a:t>789</a:t>
            </a:r>
          </a:p>
        </p:txBody>
      </p:sp>
      <p:sp>
        <p:nvSpPr>
          <p:cNvPr id="34" name="TextBox 33">
            <a:extLst>
              <a:ext uri="{FF2B5EF4-FFF2-40B4-BE49-F238E27FC236}">
                <a16:creationId xmlns:a16="http://schemas.microsoft.com/office/drawing/2014/main" id="{384255C1-D9CE-A7D8-F9F2-740D4A9DE2C6}"/>
              </a:ext>
            </a:extLst>
          </p:cNvPr>
          <p:cNvSpPr txBox="1"/>
          <p:nvPr/>
        </p:nvSpPr>
        <p:spPr>
          <a:xfrm>
            <a:off x="3138310" y="2034453"/>
            <a:ext cx="570089" cy="230832"/>
          </a:xfrm>
          <a:prstGeom prst="rect">
            <a:avLst/>
          </a:prstGeom>
          <a:noFill/>
        </p:spPr>
        <p:txBody>
          <a:bodyPr wrap="square" rtlCol="0">
            <a:spAutoFit/>
          </a:bodyPr>
          <a:lstStyle/>
          <a:p>
            <a:pPr algn="ctr"/>
            <a:r>
              <a:rPr lang="en-US" sz="900" dirty="0"/>
              <a:t>789</a:t>
            </a:r>
          </a:p>
        </p:txBody>
      </p:sp>
      <p:sp>
        <p:nvSpPr>
          <p:cNvPr id="35" name="TextBox 34">
            <a:extLst>
              <a:ext uri="{FF2B5EF4-FFF2-40B4-BE49-F238E27FC236}">
                <a16:creationId xmlns:a16="http://schemas.microsoft.com/office/drawing/2014/main" id="{F06BE4FC-1751-F6B9-9842-E651D8A52C35}"/>
              </a:ext>
            </a:extLst>
          </p:cNvPr>
          <p:cNvSpPr txBox="1"/>
          <p:nvPr/>
        </p:nvSpPr>
        <p:spPr>
          <a:xfrm>
            <a:off x="4216401" y="1224551"/>
            <a:ext cx="462845" cy="584775"/>
          </a:xfrm>
          <a:prstGeom prst="rect">
            <a:avLst/>
          </a:prstGeom>
          <a:noFill/>
        </p:spPr>
        <p:txBody>
          <a:bodyPr wrap="square" rtlCol="0">
            <a:spAutoFit/>
          </a:bodyPr>
          <a:lstStyle/>
          <a:p>
            <a:pPr algn="ctr"/>
            <a:r>
              <a:rPr lang="en-US" sz="3200" dirty="0"/>
              <a:t>1</a:t>
            </a:r>
          </a:p>
        </p:txBody>
      </p:sp>
      <p:sp>
        <p:nvSpPr>
          <p:cNvPr id="36" name="TextBox 35">
            <a:extLst>
              <a:ext uri="{FF2B5EF4-FFF2-40B4-BE49-F238E27FC236}">
                <a16:creationId xmlns:a16="http://schemas.microsoft.com/office/drawing/2014/main" id="{6A0C7CC4-DD8D-85BF-3D96-AE1B3936A222}"/>
              </a:ext>
            </a:extLst>
          </p:cNvPr>
          <p:cNvSpPr txBox="1"/>
          <p:nvPr/>
        </p:nvSpPr>
        <p:spPr>
          <a:xfrm>
            <a:off x="5215469" y="721216"/>
            <a:ext cx="462845" cy="584775"/>
          </a:xfrm>
          <a:prstGeom prst="rect">
            <a:avLst/>
          </a:prstGeom>
          <a:noFill/>
        </p:spPr>
        <p:txBody>
          <a:bodyPr wrap="square" rtlCol="0">
            <a:spAutoFit/>
          </a:bodyPr>
          <a:lstStyle/>
          <a:p>
            <a:pPr algn="ctr"/>
            <a:r>
              <a:rPr lang="en-US" sz="3200" dirty="0"/>
              <a:t>1</a:t>
            </a:r>
          </a:p>
        </p:txBody>
      </p:sp>
      <p:sp>
        <p:nvSpPr>
          <p:cNvPr id="37" name="TextBox 36">
            <a:extLst>
              <a:ext uri="{FF2B5EF4-FFF2-40B4-BE49-F238E27FC236}">
                <a16:creationId xmlns:a16="http://schemas.microsoft.com/office/drawing/2014/main" id="{39323196-5667-CF0E-8016-DDBD39BA0A90}"/>
              </a:ext>
            </a:extLst>
          </p:cNvPr>
          <p:cNvSpPr txBox="1"/>
          <p:nvPr/>
        </p:nvSpPr>
        <p:spPr>
          <a:xfrm>
            <a:off x="3640666" y="901933"/>
            <a:ext cx="570089" cy="230832"/>
          </a:xfrm>
          <a:prstGeom prst="rect">
            <a:avLst/>
          </a:prstGeom>
          <a:noFill/>
        </p:spPr>
        <p:txBody>
          <a:bodyPr wrap="square" rtlCol="0">
            <a:spAutoFit/>
          </a:bodyPr>
          <a:lstStyle/>
          <a:p>
            <a:pPr algn="ctr"/>
            <a:r>
              <a:rPr lang="en-US" sz="900" dirty="0"/>
              <a:t>356</a:t>
            </a:r>
          </a:p>
        </p:txBody>
      </p:sp>
      <p:sp>
        <p:nvSpPr>
          <p:cNvPr id="38" name="TextBox 37">
            <a:extLst>
              <a:ext uri="{FF2B5EF4-FFF2-40B4-BE49-F238E27FC236}">
                <a16:creationId xmlns:a16="http://schemas.microsoft.com/office/drawing/2014/main" id="{00D9DFCF-9D8E-81A2-8E13-37211DFDDC6C}"/>
              </a:ext>
            </a:extLst>
          </p:cNvPr>
          <p:cNvSpPr txBox="1"/>
          <p:nvPr/>
        </p:nvSpPr>
        <p:spPr>
          <a:xfrm>
            <a:off x="4143022" y="771301"/>
            <a:ext cx="570089" cy="230832"/>
          </a:xfrm>
          <a:prstGeom prst="rect">
            <a:avLst/>
          </a:prstGeom>
          <a:noFill/>
        </p:spPr>
        <p:txBody>
          <a:bodyPr wrap="square" rtlCol="0">
            <a:spAutoFit/>
          </a:bodyPr>
          <a:lstStyle/>
          <a:p>
            <a:pPr algn="ctr"/>
            <a:r>
              <a:rPr lang="en-US" sz="900" dirty="0"/>
              <a:t>356</a:t>
            </a:r>
          </a:p>
        </p:txBody>
      </p:sp>
      <p:sp>
        <p:nvSpPr>
          <p:cNvPr id="39" name="TextBox 38">
            <a:extLst>
              <a:ext uri="{FF2B5EF4-FFF2-40B4-BE49-F238E27FC236}">
                <a16:creationId xmlns:a16="http://schemas.microsoft.com/office/drawing/2014/main" id="{C8875543-D40A-A0BC-C4BC-80B5535D64C0}"/>
              </a:ext>
            </a:extLst>
          </p:cNvPr>
          <p:cNvSpPr txBox="1"/>
          <p:nvPr/>
        </p:nvSpPr>
        <p:spPr>
          <a:xfrm>
            <a:off x="3640666" y="1402877"/>
            <a:ext cx="570089" cy="230832"/>
          </a:xfrm>
          <a:prstGeom prst="rect">
            <a:avLst/>
          </a:prstGeom>
          <a:noFill/>
        </p:spPr>
        <p:txBody>
          <a:bodyPr wrap="square" rtlCol="0">
            <a:spAutoFit/>
          </a:bodyPr>
          <a:lstStyle/>
          <a:p>
            <a:pPr algn="ctr"/>
            <a:r>
              <a:rPr lang="en-US" sz="900" dirty="0"/>
              <a:t>53</a:t>
            </a:r>
          </a:p>
        </p:txBody>
      </p:sp>
      <p:sp>
        <p:nvSpPr>
          <p:cNvPr id="40" name="TextBox 39">
            <a:extLst>
              <a:ext uri="{FF2B5EF4-FFF2-40B4-BE49-F238E27FC236}">
                <a16:creationId xmlns:a16="http://schemas.microsoft.com/office/drawing/2014/main" id="{7982C206-BF6A-B31A-6AAE-0DF52E6C6D2E}"/>
              </a:ext>
            </a:extLst>
          </p:cNvPr>
          <p:cNvSpPr txBox="1"/>
          <p:nvPr/>
        </p:nvSpPr>
        <p:spPr>
          <a:xfrm>
            <a:off x="4143022" y="2905709"/>
            <a:ext cx="570089" cy="230832"/>
          </a:xfrm>
          <a:prstGeom prst="rect">
            <a:avLst/>
          </a:prstGeom>
          <a:noFill/>
        </p:spPr>
        <p:txBody>
          <a:bodyPr wrap="square" rtlCol="0">
            <a:spAutoFit/>
          </a:bodyPr>
          <a:lstStyle/>
          <a:p>
            <a:pPr algn="ctr"/>
            <a:r>
              <a:rPr lang="en-US" sz="900" dirty="0"/>
              <a:t>54</a:t>
            </a:r>
          </a:p>
        </p:txBody>
      </p:sp>
      <p:sp>
        <p:nvSpPr>
          <p:cNvPr id="41" name="TextBox 40">
            <a:extLst>
              <a:ext uri="{FF2B5EF4-FFF2-40B4-BE49-F238E27FC236}">
                <a16:creationId xmlns:a16="http://schemas.microsoft.com/office/drawing/2014/main" id="{0DC6C9AD-D78B-9EAF-A106-3231DA462B1C}"/>
              </a:ext>
            </a:extLst>
          </p:cNvPr>
          <p:cNvSpPr txBox="1"/>
          <p:nvPr/>
        </p:nvSpPr>
        <p:spPr>
          <a:xfrm>
            <a:off x="5147734" y="2034453"/>
            <a:ext cx="570089" cy="230832"/>
          </a:xfrm>
          <a:prstGeom prst="rect">
            <a:avLst/>
          </a:prstGeom>
          <a:noFill/>
        </p:spPr>
        <p:txBody>
          <a:bodyPr wrap="square" rtlCol="0">
            <a:spAutoFit/>
          </a:bodyPr>
          <a:lstStyle/>
          <a:p>
            <a:pPr algn="ctr"/>
            <a:r>
              <a:rPr lang="en-US" sz="900" dirty="0"/>
              <a:t>789</a:t>
            </a:r>
          </a:p>
        </p:txBody>
      </p:sp>
    </p:spTree>
    <p:extLst>
      <p:ext uri="{BB962C8B-B14F-4D97-AF65-F5344CB8AC3E}">
        <p14:creationId xmlns:p14="http://schemas.microsoft.com/office/powerpoint/2010/main" val="13622043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8C0656-5FE6-5D23-9881-9B8AFBCBE49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E824E7C-028C-F32C-9625-0351FA5E06B4}"/>
              </a:ext>
            </a:extLst>
          </p:cNvPr>
          <p:cNvSpPr>
            <a:spLocks noGrp="1"/>
          </p:cNvSpPr>
          <p:nvPr>
            <p:ph sz="half" idx="1"/>
          </p:nvPr>
        </p:nvSpPr>
        <p:spPr/>
        <p:txBody>
          <a:bodyPr>
            <a:normAutofit/>
          </a:bodyPr>
          <a:lstStyle/>
          <a:p>
            <a:r>
              <a:rPr lang="en-US" dirty="0"/>
              <a:t>In Row 1, the 2-line can’t sum to 16, because that would require 78. So, the location of 6 in the upper left block is determined.</a:t>
            </a:r>
          </a:p>
          <a:p>
            <a:r>
              <a:rPr lang="en-US" dirty="0"/>
              <a:t>Then, complete the 2-line.</a:t>
            </a:r>
          </a:p>
        </p:txBody>
      </p:sp>
      <p:pic>
        <p:nvPicPr>
          <p:cNvPr id="4" name="Picture 3" descr="A grid of sudoku puzzle&#10;&#10;Description automatically generated">
            <a:extLst>
              <a:ext uri="{FF2B5EF4-FFF2-40B4-BE49-F238E27FC236}">
                <a16:creationId xmlns:a16="http://schemas.microsoft.com/office/drawing/2014/main" id="{CDCBAF13-F4D8-9A30-22F1-DA8443CE7321}"/>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42C8F796-BA36-0159-292A-5F151082CACC}"/>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E6467C4F-5E49-D437-86BB-AFA881D35828}"/>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A51A3894-2D5E-C294-F392-9F0247953551}"/>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2666D4A7-A8DD-BAA8-D545-A1E61A8C7253}"/>
              </a:ext>
            </a:extLst>
          </p:cNvPr>
          <p:cNvSpPr txBox="1"/>
          <p:nvPr/>
        </p:nvSpPr>
        <p:spPr>
          <a:xfrm>
            <a:off x="3716867" y="223122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03EA889C-B704-9342-4A39-32F47541200E}"/>
              </a:ext>
            </a:extLst>
          </p:cNvPr>
          <p:cNvSpPr txBox="1"/>
          <p:nvPr/>
        </p:nvSpPr>
        <p:spPr>
          <a:xfrm>
            <a:off x="3640666" y="3036341"/>
            <a:ext cx="570089" cy="230832"/>
          </a:xfrm>
          <a:prstGeom prst="rect">
            <a:avLst/>
          </a:prstGeom>
          <a:noFill/>
        </p:spPr>
        <p:txBody>
          <a:bodyPr wrap="square" rtlCol="0">
            <a:spAutoFit/>
          </a:bodyPr>
          <a:lstStyle/>
          <a:p>
            <a:pPr algn="ctr"/>
            <a:r>
              <a:rPr lang="en-US" sz="900" dirty="0"/>
              <a:t>87654</a:t>
            </a:r>
          </a:p>
        </p:txBody>
      </p:sp>
      <p:sp>
        <p:nvSpPr>
          <p:cNvPr id="9" name="TextBox 8">
            <a:extLst>
              <a:ext uri="{FF2B5EF4-FFF2-40B4-BE49-F238E27FC236}">
                <a16:creationId xmlns:a16="http://schemas.microsoft.com/office/drawing/2014/main" id="{1C3F17B5-D9F2-5A9E-07F4-1D2D77C6F522}"/>
              </a:ext>
            </a:extLst>
          </p:cNvPr>
          <p:cNvSpPr txBox="1"/>
          <p:nvPr/>
        </p:nvSpPr>
        <p:spPr>
          <a:xfrm>
            <a:off x="3138310" y="3036341"/>
            <a:ext cx="570089" cy="230832"/>
          </a:xfrm>
          <a:prstGeom prst="rect">
            <a:avLst/>
          </a:prstGeom>
          <a:noFill/>
        </p:spPr>
        <p:txBody>
          <a:bodyPr wrap="square" rtlCol="0">
            <a:spAutoFit/>
          </a:bodyPr>
          <a:lstStyle/>
          <a:p>
            <a:pPr algn="ctr"/>
            <a:r>
              <a:rPr lang="en-US" sz="900" dirty="0"/>
              <a:t>56789</a:t>
            </a:r>
          </a:p>
        </p:txBody>
      </p:sp>
      <p:sp>
        <p:nvSpPr>
          <p:cNvPr id="10" name="TextBox 9">
            <a:extLst>
              <a:ext uri="{FF2B5EF4-FFF2-40B4-BE49-F238E27FC236}">
                <a16:creationId xmlns:a16="http://schemas.microsoft.com/office/drawing/2014/main" id="{F772FE4E-2889-C4B4-70EE-86E7E81BD429}"/>
              </a:ext>
            </a:extLst>
          </p:cNvPr>
          <p:cNvSpPr txBox="1"/>
          <p:nvPr/>
        </p:nvSpPr>
        <p:spPr>
          <a:xfrm>
            <a:off x="3217333" y="4747898"/>
            <a:ext cx="462845" cy="584775"/>
          </a:xfrm>
          <a:prstGeom prst="rect">
            <a:avLst/>
          </a:prstGeom>
          <a:noFill/>
        </p:spPr>
        <p:txBody>
          <a:bodyPr wrap="square" rtlCol="0">
            <a:spAutoFit/>
          </a:bodyPr>
          <a:lstStyle/>
          <a:p>
            <a:pPr algn="ctr"/>
            <a:r>
              <a:rPr lang="en-US" sz="3200" dirty="0"/>
              <a:t>6</a:t>
            </a:r>
          </a:p>
        </p:txBody>
      </p:sp>
      <p:sp>
        <p:nvSpPr>
          <p:cNvPr id="11" name="TextBox 10">
            <a:extLst>
              <a:ext uri="{FF2B5EF4-FFF2-40B4-BE49-F238E27FC236}">
                <a16:creationId xmlns:a16="http://schemas.microsoft.com/office/drawing/2014/main" id="{86EA2F88-4EB9-5DC2-BEA0-4DC12261D77E}"/>
              </a:ext>
            </a:extLst>
          </p:cNvPr>
          <p:cNvSpPr txBox="1"/>
          <p:nvPr/>
        </p:nvSpPr>
        <p:spPr>
          <a:xfrm>
            <a:off x="7213604" y="4747898"/>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B70636F7-D59F-45BD-2DCC-6F6F47BA72AA}"/>
              </a:ext>
            </a:extLst>
          </p:cNvPr>
          <p:cNvSpPr txBox="1"/>
          <p:nvPr/>
        </p:nvSpPr>
        <p:spPr>
          <a:xfrm>
            <a:off x="6214537" y="2734556"/>
            <a:ext cx="462845" cy="584775"/>
          </a:xfrm>
          <a:prstGeom prst="rect">
            <a:avLst/>
          </a:prstGeom>
          <a:no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9AB3FB4F-59D9-0D8D-0F24-02D76A7849C5}"/>
              </a:ext>
            </a:extLst>
          </p:cNvPr>
          <p:cNvSpPr txBox="1"/>
          <p:nvPr/>
        </p:nvSpPr>
        <p:spPr>
          <a:xfrm>
            <a:off x="4143022" y="2274133"/>
            <a:ext cx="570089" cy="230832"/>
          </a:xfrm>
          <a:prstGeom prst="rect">
            <a:avLst/>
          </a:prstGeom>
          <a:noFill/>
        </p:spPr>
        <p:txBody>
          <a:bodyPr wrap="square" rtlCol="0">
            <a:spAutoFit/>
          </a:bodyPr>
          <a:lstStyle/>
          <a:p>
            <a:pPr algn="ctr"/>
            <a:r>
              <a:rPr lang="en-US" sz="900" dirty="0"/>
              <a:t>456789</a:t>
            </a:r>
          </a:p>
        </p:txBody>
      </p:sp>
      <p:sp>
        <p:nvSpPr>
          <p:cNvPr id="14" name="TextBox 13">
            <a:extLst>
              <a:ext uri="{FF2B5EF4-FFF2-40B4-BE49-F238E27FC236}">
                <a16:creationId xmlns:a16="http://schemas.microsoft.com/office/drawing/2014/main" id="{3D5F553C-4B6D-565D-DAE9-121E526D53ED}"/>
              </a:ext>
            </a:extLst>
          </p:cNvPr>
          <p:cNvSpPr txBox="1"/>
          <p:nvPr/>
        </p:nvSpPr>
        <p:spPr>
          <a:xfrm>
            <a:off x="4645378" y="2274133"/>
            <a:ext cx="570089" cy="230832"/>
          </a:xfrm>
          <a:prstGeom prst="rect">
            <a:avLst/>
          </a:prstGeom>
          <a:noFill/>
        </p:spPr>
        <p:txBody>
          <a:bodyPr wrap="square" rtlCol="0">
            <a:spAutoFit/>
          </a:bodyPr>
          <a:lstStyle/>
          <a:p>
            <a:pPr algn="ctr"/>
            <a:r>
              <a:rPr lang="en-US" sz="900" dirty="0"/>
              <a:t>45789</a:t>
            </a:r>
          </a:p>
        </p:txBody>
      </p:sp>
      <p:sp>
        <p:nvSpPr>
          <p:cNvPr id="15" name="TextBox 14">
            <a:extLst>
              <a:ext uri="{FF2B5EF4-FFF2-40B4-BE49-F238E27FC236}">
                <a16:creationId xmlns:a16="http://schemas.microsoft.com/office/drawing/2014/main" id="{700D4EC8-E791-D89A-738D-1EA9754F473C}"/>
              </a:ext>
            </a:extLst>
          </p:cNvPr>
          <p:cNvSpPr txBox="1"/>
          <p:nvPr/>
        </p:nvSpPr>
        <p:spPr>
          <a:xfrm>
            <a:off x="5147734" y="2274133"/>
            <a:ext cx="570089" cy="230832"/>
          </a:xfrm>
          <a:prstGeom prst="rect">
            <a:avLst/>
          </a:prstGeom>
          <a:noFill/>
        </p:spPr>
        <p:txBody>
          <a:bodyPr wrap="square" rtlCol="0">
            <a:spAutoFit/>
          </a:bodyPr>
          <a:lstStyle/>
          <a:p>
            <a:pPr algn="ctr"/>
            <a:r>
              <a:rPr lang="en-US" sz="900" dirty="0"/>
              <a:t>456789</a:t>
            </a:r>
          </a:p>
        </p:txBody>
      </p:sp>
      <p:sp>
        <p:nvSpPr>
          <p:cNvPr id="16" name="TextBox 15">
            <a:extLst>
              <a:ext uri="{FF2B5EF4-FFF2-40B4-BE49-F238E27FC236}">
                <a16:creationId xmlns:a16="http://schemas.microsoft.com/office/drawing/2014/main" id="{1F354E61-03A6-24D9-98E8-C368CB0C6CCC}"/>
              </a:ext>
            </a:extLst>
          </p:cNvPr>
          <p:cNvSpPr txBox="1"/>
          <p:nvPr/>
        </p:nvSpPr>
        <p:spPr>
          <a:xfrm>
            <a:off x="5650090" y="2274133"/>
            <a:ext cx="570089" cy="230832"/>
          </a:xfrm>
          <a:prstGeom prst="rect">
            <a:avLst/>
          </a:prstGeom>
          <a:noFill/>
        </p:spPr>
        <p:txBody>
          <a:bodyPr wrap="square" rtlCol="0">
            <a:spAutoFit/>
          </a:bodyPr>
          <a:lstStyle/>
          <a:p>
            <a:pPr algn="ctr"/>
            <a:r>
              <a:rPr lang="en-US" sz="900" dirty="0"/>
              <a:t>45789</a:t>
            </a:r>
          </a:p>
        </p:txBody>
      </p:sp>
      <p:sp>
        <p:nvSpPr>
          <p:cNvPr id="17" name="TextBox 16">
            <a:extLst>
              <a:ext uri="{FF2B5EF4-FFF2-40B4-BE49-F238E27FC236}">
                <a16:creationId xmlns:a16="http://schemas.microsoft.com/office/drawing/2014/main" id="{EFB38EAC-76FB-F4A8-5BDC-6226344D77E0}"/>
              </a:ext>
            </a:extLst>
          </p:cNvPr>
          <p:cNvSpPr txBox="1"/>
          <p:nvPr/>
        </p:nvSpPr>
        <p:spPr>
          <a:xfrm>
            <a:off x="6152446" y="2274133"/>
            <a:ext cx="570089" cy="230832"/>
          </a:xfrm>
          <a:prstGeom prst="rect">
            <a:avLst/>
          </a:prstGeom>
          <a:noFill/>
        </p:spPr>
        <p:txBody>
          <a:bodyPr wrap="square" rtlCol="0">
            <a:spAutoFit/>
          </a:bodyPr>
          <a:lstStyle/>
          <a:p>
            <a:pPr algn="ctr"/>
            <a:r>
              <a:rPr lang="en-US" sz="900" dirty="0"/>
              <a:t>45789</a:t>
            </a:r>
          </a:p>
        </p:txBody>
      </p:sp>
      <p:sp>
        <p:nvSpPr>
          <p:cNvPr id="18" name="TextBox 17">
            <a:extLst>
              <a:ext uri="{FF2B5EF4-FFF2-40B4-BE49-F238E27FC236}">
                <a16:creationId xmlns:a16="http://schemas.microsoft.com/office/drawing/2014/main" id="{965DFDB2-88BA-E512-93AB-157B11CDFA9D}"/>
              </a:ext>
            </a:extLst>
          </p:cNvPr>
          <p:cNvSpPr txBox="1"/>
          <p:nvPr/>
        </p:nvSpPr>
        <p:spPr>
          <a:xfrm>
            <a:off x="6654802" y="2404765"/>
            <a:ext cx="570089" cy="230832"/>
          </a:xfrm>
          <a:prstGeom prst="rect">
            <a:avLst/>
          </a:prstGeom>
          <a:noFill/>
        </p:spPr>
        <p:txBody>
          <a:bodyPr wrap="square" rtlCol="0">
            <a:spAutoFit/>
          </a:bodyPr>
          <a:lstStyle/>
          <a:p>
            <a:pPr algn="ctr"/>
            <a:r>
              <a:rPr lang="en-US" sz="900" dirty="0"/>
              <a:t>245</a:t>
            </a:r>
          </a:p>
        </p:txBody>
      </p:sp>
      <p:sp>
        <p:nvSpPr>
          <p:cNvPr id="19" name="TextBox 18">
            <a:extLst>
              <a:ext uri="{FF2B5EF4-FFF2-40B4-BE49-F238E27FC236}">
                <a16:creationId xmlns:a16="http://schemas.microsoft.com/office/drawing/2014/main" id="{20023E04-DE1D-4C94-B84A-2C77ED9CF12C}"/>
              </a:ext>
            </a:extLst>
          </p:cNvPr>
          <p:cNvSpPr txBox="1"/>
          <p:nvPr/>
        </p:nvSpPr>
        <p:spPr>
          <a:xfrm>
            <a:off x="7157158" y="2404765"/>
            <a:ext cx="570089" cy="230832"/>
          </a:xfrm>
          <a:prstGeom prst="rect">
            <a:avLst/>
          </a:prstGeom>
          <a:noFill/>
        </p:spPr>
        <p:txBody>
          <a:bodyPr wrap="square" rtlCol="0">
            <a:spAutoFit/>
          </a:bodyPr>
          <a:lstStyle/>
          <a:p>
            <a:pPr algn="ctr"/>
            <a:r>
              <a:rPr lang="en-US" sz="900" dirty="0"/>
              <a:t>245</a:t>
            </a:r>
          </a:p>
        </p:txBody>
      </p:sp>
      <p:sp>
        <p:nvSpPr>
          <p:cNvPr id="20" name="TextBox 19">
            <a:extLst>
              <a:ext uri="{FF2B5EF4-FFF2-40B4-BE49-F238E27FC236}">
                <a16:creationId xmlns:a16="http://schemas.microsoft.com/office/drawing/2014/main" id="{86AB5D06-EAD5-1366-B0D7-5158FAC40935}"/>
              </a:ext>
            </a:extLst>
          </p:cNvPr>
          <p:cNvSpPr txBox="1"/>
          <p:nvPr/>
        </p:nvSpPr>
        <p:spPr>
          <a:xfrm>
            <a:off x="4645378" y="1903821"/>
            <a:ext cx="570089" cy="230832"/>
          </a:xfrm>
          <a:prstGeom prst="rect">
            <a:avLst/>
          </a:prstGeom>
          <a:noFill/>
        </p:spPr>
        <p:txBody>
          <a:bodyPr wrap="square" rtlCol="0">
            <a:spAutoFit/>
          </a:bodyPr>
          <a:lstStyle/>
          <a:p>
            <a:pPr algn="ctr"/>
            <a:r>
              <a:rPr lang="en-US" sz="900" dirty="0"/>
              <a:t>345</a:t>
            </a:r>
          </a:p>
        </p:txBody>
      </p:sp>
      <p:sp>
        <p:nvSpPr>
          <p:cNvPr id="23" name="TextBox 22">
            <a:extLst>
              <a:ext uri="{FF2B5EF4-FFF2-40B4-BE49-F238E27FC236}">
                <a16:creationId xmlns:a16="http://schemas.microsoft.com/office/drawing/2014/main" id="{E170DD71-E73F-C586-BBE2-E6D5BB336072}"/>
              </a:ext>
            </a:extLst>
          </p:cNvPr>
          <p:cNvSpPr txBox="1"/>
          <p:nvPr/>
        </p:nvSpPr>
        <p:spPr>
          <a:xfrm>
            <a:off x="6214537" y="721216"/>
            <a:ext cx="462845" cy="584775"/>
          </a:xfrm>
          <a:prstGeom prst="rect">
            <a:avLst/>
          </a:prstGeom>
          <a:noFill/>
        </p:spPr>
        <p:txBody>
          <a:bodyPr wrap="square" rtlCol="0">
            <a:spAutoFit/>
          </a:bodyPr>
          <a:lstStyle/>
          <a:p>
            <a:pPr algn="ctr"/>
            <a:r>
              <a:rPr lang="en-US" sz="3200" dirty="0"/>
              <a:t>2</a:t>
            </a:r>
          </a:p>
        </p:txBody>
      </p:sp>
      <p:sp>
        <p:nvSpPr>
          <p:cNvPr id="24" name="TextBox 23">
            <a:extLst>
              <a:ext uri="{FF2B5EF4-FFF2-40B4-BE49-F238E27FC236}">
                <a16:creationId xmlns:a16="http://schemas.microsoft.com/office/drawing/2014/main" id="{D933CD95-4EC3-CB49-CC79-01EDA967AFD0}"/>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A672AC0F-A699-E0A7-E341-645FC3D0390A}"/>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17F754BF-90A7-8FDB-16E8-8404CC12D3E9}"/>
              </a:ext>
            </a:extLst>
          </p:cNvPr>
          <p:cNvSpPr txBox="1"/>
          <p:nvPr/>
        </p:nvSpPr>
        <p:spPr>
          <a:xfrm>
            <a:off x="6654802" y="771301"/>
            <a:ext cx="570089" cy="230832"/>
          </a:xfrm>
          <a:prstGeom prst="rect">
            <a:avLst/>
          </a:prstGeom>
          <a:noFill/>
        </p:spPr>
        <p:txBody>
          <a:bodyPr wrap="square" rtlCol="0">
            <a:spAutoFit/>
          </a:bodyPr>
          <a:lstStyle/>
          <a:p>
            <a:pPr algn="ctr"/>
            <a:r>
              <a:rPr lang="en-US" sz="900" dirty="0"/>
              <a:t>3579</a:t>
            </a:r>
          </a:p>
        </p:txBody>
      </p:sp>
      <p:sp>
        <p:nvSpPr>
          <p:cNvPr id="26" name="TextBox 25">
            <a:extLst>
              <a:ext uri="{FF2B5EF4-FFF2-40B4-BE49-F238E27FC236}">
                <a16:creationId xmlns:a16="http://schemas.microsoft.com/office/drawing/2014/main" id="{E873EA9B-6641-D154-B649-8DA4E1413B1F}"/>
              </a:ext>
            </a:extLst>
          </p:cNvPr>
          <p:cNvSpPr txBox="1"/>
          <p:nvPr/>
        </p:nvSpPr>
        <p:spPr>
          <a:xfrm>
            <a:off x="6654802" y="1402877"/>
            <a:ext cx="570089" cy="230832"/>
          </a:xfrm>
          <a:prstGeom prst="rect">
            <a:avLst/>
          </a:prstGeom>
          <a:noFill/>
        </p:spPr>
        <p:txBody>
          <a:bodyPr wrap="square" rtlCol="0">
            <a:spAutoFit/>
          </a:bodyPr>
          <a:lstStyle/>
          <a:p>
            <a:pPr algn="ctr"/>
            <a:r>
              <a:rPr lang="en-US" sz="900" dirty="0"/>
              <a:t>34579</a:t>
            </a:r>
          </a:p>
        </p:txBody>
      </p:sp>
      <p:sp>
        <p:nvSpPr>
          <p:cNvPr id="27" name="TextBox 26">
            <a:extLst>
              <a:ext uri="{FF2B5EF4-FFF2-40B4-BE49-F238E27FC236}">
                <a16:creationId xmlns:a16="http://schemas.microsoft.com/office/drawing/2014/main" id="{1305EB71-DB88-F2FF-0B14-40B8F690CBDC}"/>
              </a:ext>
            </a:extLst>
          </p:cNvPr>
          <p:cNvSpPr txBox="1"/>
          <p:nvPr/>
        </p:nvSpPr>
        <p:spPr>
          <a:xfrm>
            <a:off x="7157158" y="1402877"/>
            <a:ext cx="570089" cy="230832"/>
          </a:xfrm>
          <a:prstGeom prst="rect">
            <a:avLst/>
          </a:prstGeom>
          <a:noFill/>
        </p:spPr>
        <p:txBody>
          <a:bodyPr wrap="square" rtlCol="0">
            <a:spAutoFit/>
          </a:bodyPr>
          <a:lstStyle/>
          <a:p>
            <a:pPr algn="ctr"/>
            <a:r>
              <a:rPr lang="en-US" sz="900" dirty="0"/>
              <a:t>4579</a:t>
            </a:r>
          </a:p>
        </p:txBody>
      </p:sp>
      <p:sp>
        <p:nvSpPr>
          <p:cNvPr id="28" name="TextBox 27">
            <a:extLst>
              <a:ext uri="{FF2B5EF4-FFF2-40B4-BE49-F238E27FC236}">
                <a16:creationId xmlns:a16="http://schemas.microsoft.com/office/drawing/2014/main" id="{7B76A7E1-2B3E-9A56-A6F5-73C1E7F7A5B8}"/>
              </a:ext>
            </a:extLst>
          </p:cNvPr>
          <p:cNvSpPr txBox="1"/>
          <p:nvPr/>
        </p:nvSpPr>
        <p:spPr>
          <a:xfrm>
            <a:off x="6654802" y="2034453"/>
            <a:ext cx="570089" cy="230832"/>
          </a:xfrm>
          <a:prstGeom prst="rect">
            <a:avLst/>
          </a:prstGeom>
          <a:noFill/>
        </p:spPr>
        <p:txBody>
          <a:bodyPr wrap="square" rtlCol="0">
            <a:spAutoFit/>
          </a:bodyPr>
          <a:lstStyle/>
          <a:p>
            <a:pPr algn="ctr"/>
            <a:r>
              <a:rPr lang="en-US" sz="900" dirty="0"/>
              <a:t>345</a:t>
            </a:r>
          </a:p>
        </p:txBody>
      </p:sp>
      <p:sp>
        <p:nvSpPr>
          <p:cNvPr id="29" name="TextBox 28">
            <a:extLst>
              <a:ext uri="{FF2B5EF4-FFF2-40B4-BE49-F238E27FC236}">
                <a16:creationId xmlns:a16="http://schemas.microsoft.com/office/drawing/2014/main" id="{057B5AA3-DD3C-2C81-8698-F67E30334DD6}"/>
              </a:ext>
            </a:extLst>
          </p:cNvPr>
          <p:cNvSpPr txBox="1"/>
          <p:nvPr/>
        </p:nvSpPr>
        <p:spPr>
          <a:xfrm>
            <a:off x="7157158" y="2034453"/>
            <a:ext cx="570089" cy="230832"/>
          </a:xfrm>
          <a:prstGeom prst="rect">
            <a:avLst/>
          </a:prstGeom>
          <a:noFill/>
        </p:spPr>
        <p:txBody>
          <a:bodyPr wrap="square" rtlCol="0">
            <a:spAutoFit/>
          </a:bodyPr>
          <a:lstStyle/>
          <a:p>
            <a:pPr algn="ctr"/>
            <a:r>
              <a:rPr lang="en-US" sz="900" dirty="0"/>
              <a:t>45</a:t>
            </a:r>
          </a:p>
        </p:txBody>
      </p:sp>
      <p:sp>
        <p:nvSpPr>
          <p:cNvPr id="30" name="TextBox 29">
            <a:extLst>
              <a:ext uri="{FF2B5EF4-FFF2-40B4-BE49-F238E27FC236}">
                <a16:creationId xmlns:a16="http://schemas.microsoft.com/office/drawing/2014/main" id="{9BEB5A37-8533-1E16-95BA-2DD557B60347}"/>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556AB6C7-7FE0-7E77-59BB-943054741CD7}"/>
              </a:ext>
            </a:extLst>
          </p:cNvPr>
          <p:cNvSpPr txBox="1"/>
          <p:nvPr/>
        </p:nvSpPr>
        <p:spPr>
          <a:xfrm>
            <a:off x="3217333" y="721216"/>
            <a:ext cx="462845" cy="584775"/>
          </a:xfrm>
          <a:prstGeom prst="rect">
            <a:avLst/>
          </a:prstGeom>
          <a:noFill/>
        </p:spPr>
        <p:txBody>
          <a:bodyPr wrap="square" rtlCol="0">
            <a:spAutoFit/>
          </a:bodyPr>
          <a:lstStyle/>
          <a:p>
            <a:pPr algn="ctr"/>
            <a:r>
              <a:rPr lang="en-US" sz="3200" dirty="0"/>
              <a:t>4</a:t>
            </a:r>
          </a:p>
        </p:txBody>
      </p:sp>
      <p:sp>
        <p:nvSpPr>
          <p:cNvPr id="32" name="TextBox 31">
            <a:extLst>
              <a:ext uri="{FF2B5EF4-FFF2-40B4-BE49-F238E27FC236}">
                <a16:creationId xmlns:a16="http://schemas.microsoft.com/office/drawing/2014/main" id="{F5DAF770-F6BA-21CB-5799-F660981A47BC}"/>
              </a:ext>
            </a:extLst>
          </p:cNvPr>
          <p:cNvSpPr txBox="1"/>
          <p:nvPr/>
        </p:nvSpPr>
        <p:spPr>
          <a:xfrm>
            <a:off x="3138310" y="1402877"/>
            <a:ext cx="570089" cy="230832"/>
          </a:xfrm>
          <a:prstGeom prst="rect">
            <a:avLst/>
          </a:prstGeom>
          <a:noFill/>
        </p:spPr>
        <p:txBody>
          <a:bodyPr wrap="square" rtlCol="0">
            <a:spAutoFit/>
          </a:bodyPr>
          <a:lstStyle/>
          <a:p>
            <a:pPr algn="ctr"/>
            <a:r>
              <a:rPr lang="en-US" sz="900" dirty="0"/>
              <a:t>789</a:t>
            </a:r>
          </a:p>
        </p:txBody>
      </p:sp>
      <p:sp>
        <p:nvSpPr>
          <p:cNvPr id="33" name="TextBox 32">
            <a:extLst>
              <a:ext uri="{FF2B5EF4-FFF2-40B4-BE49-F238E27FC236}">
                <a16:creationId xmlns:a16="http://schemas.microsoft.com/office/drawing/2014/main" id="{8D7B323E-AB66-48DC-D0B3-8A5E6574A40D}"/>
              </a:ext>
            </a:extLst>
          </p:cNvPr>
          <p:cNvSpPr txBox="1"/>
          <p:nvPr/>
        </p:nvSpPr>
        <p:spPr>
          <a:xfrm>
            <a:off x="3640666" y="2034453"/>
            <a:ext cx="570089" cy="230832"/>
          </a:xfrm>
          <a:prstGeom prst="rect">
            <a:avLst/>
          </a:prstGeom>
          <a:noFill/>
        </p:spPr>
        <p:txBody>
          <a:bodyPr wrap="square" rtlCol="0">
            <a:spAutoFit/>
          </a:bodyPr>
          <a:lstStyle/>
          <a:p>
            <a:pPr algn="ctr"/>
            <a:r>
              <a:rPr lang="en-US" sz="900" dirty="0"/>
              <a:t>789</a:t>
            </a:r>
          </a:p>
        </p:txBody>
      </p:sp>
      <p:sp>
        <p:nvSpPr>
          <p:cNvPr id="34" name="TextBox 33">
            <a:extLst>
              <a:ext uri="{FF2B5EF4-FFF2-40B4-BE49-F238E27FC236}">
                <a16:creationId xmlns:a16="http://schemas.microsoft.com/office/drawing/2014/main" id="{C74F0315-CFEF-B3B6-C755-F82E5B4E7264}"/>
              </a:ext>
            </a:extLst>
          </p:cNvPr>
          <p:cNvSpPr txBox="1"/>
          <p:nvPr/>
        </p:nvSpPr>
        <p:spPr>
          <a:xfrm>
            <a:off x="3138310" y="2034453"/>
            <a:ext cx="570089" cy="230832"/>
          </a:xfrm>
          <a:prstGeom prst="rect">
            <a:avLst/>
          </a:prstGeom>
          <a:noFill/>
        </p:spPr>
        <p:txBody>
          <a:bodyPr wrap="square" rtlCol="0">
            <a:spAutoFit/>
          </a:bodyPr>
          <a:lstStyle/>
          <a:p>
            <a:pPr algn="ctr"/>
            <a:r>
              <a:rPr lang="en-US" sz="900" dirty="0"/>
              <a:t>789</a:t>
            </a:r>
          </a:p>
        </p:txBody>
      </p:sp>
      <p:sp>
        <p:nvSpPr>
          <p:cNvPr id="35" name="TextBox 34">
            <a:extLst>
              <a:ext uri="{FF2B5EF4-FFF2-40B4-BE49-F238E27FC236}">
                <a16:creationId xmlns:a16="http://schemas.microsoft.com/office/drawing/2014/main" id="{C6981124-D2F0-7F1F-AF07-1AF7FDC39127}"/>
              </a:ext>
            </a:extLst>
          </p:cNvPr>
          <p:cNvSpPr txBox="1"/>
          <p:nvPr/>
        </p:nvSpPr>
        <p:spPr>
          <a:xfrm>
            <a:off x="4216401" y="1224551"/>
            <a:ext cx="462845" cy="584775"/>
          </a:xfrm>
          <a:prstGeom prst="rect">
            <a:avLst/>
          </a:prstGeom>
          <a:noFill/>
        </p:spPr>
        <p:txBody>
          <a:bodyPr wrap="square" rtlCol="0">
            <a:spAutoFit/>
          </a:bodyPr>
          <a:lstStyle/>
          <a:p>
            <a:pPr algn="ctr"/>
            <a:r>
              <a:rPr lang="en-US" sz="3200" dirty="0"/>
              <a:t>1</a:t>
            </a:r>
          </a:p>
        </p:txBody>
      </p:sp>
      <p:sp>
        <p:nvSpPr>
          <p:cNvPr id="36" name="TextBox 35">
            <a:extLst>
              <a:ext uri="{FF2B5EF4-FFF2-40B4-BE49-F238E27FC236}">
                <a16:creationId xmlns:a16="http://schemas.microsoft.com/office/drawing/2014/main" id="{37561011-A96A-90D9-544B-EDC667BE4498}"/>
              </a:ext>
            </a:extLst>
          </p:cNvPr>
          <p:cNvSpPr txBox="1"/>
          <p:nvPr/>
        </p:nvSpPr>
        <p:spPr>
          <a:xfrm>
            <a:off x="5215469" y="721216"/>
            <a:ext cx="462845" cy="584775"/>
          </a:xfrm>
          <a:prstGeom prst="rect">
            <a:avLst/>
          </a:prstGeom>
          <a:noFill/>
        </p:spPr>
        <p:txBody>
          <a:bodyPr wrap="square" rtlCol="0">
            <a:spAutoFit/>
          </a:bodyPr>
          <a:lstStyle/>
          <a:p>
            <a:pPr algn="ctr"/>
            <a:r>
              <a:rPr lang="en-US" sz="3200" dirty="0"/>
              <a:t>1</a:t>
            </a:r>
          </a:p>
        </p:txBody>
      </p:sp>
      <p:sp>
        <p:nvSpPr>
          <p:cNvPr id="37" name="TextBox 36">
            <a:extLst>
              <a:ext uri="{FF2B5EF4-FFF2-40B4-BE49-F238E27FC236}">
                <a16:creationId xmlns:a16="http://schemas.microsoft.com/office/drawing/2014/main" id="{A515A093-84B6-F96E-8F4A-6A233A7FE44D}"/>
              </a:ext>
            </a:extLst>
          </p:cNvPr>
          <p:cNvSpPr txBox="1"/>
          <p:nvPr/>
        </p:nvSpPr>
        <p:spPr>
          <a:xfrm>
            <a:off x="3640666" y="901933"/>
            <a:ext cx="570089" cy="230832"/>
          </a:xfrm>
          <a:prstGeom prst="rect">
            <a:avLst/>
          </a:prstGeom>
          <a:noFill/>
        </p:spPr>
        <p:txBody>
          <a:bodyPr wrap="square" rtlCol="0">
            <a:spAutoFit/>
          </a:bodyPr>
          <a:lstStyle/>
          <a:p>
            <a:pPr algn="ctr"/>
            <a:r>
              <a:rPr lang="en-US" sz="900" dirty="0"/>
              <a:t>35</a:t>
            </a:r>
          </a:p>
        </p:txBody>
      </p:sp>
      <p:sp>
        <p:nvSpPr>
          <p:cNvPr id="39" name="TextBox 38">
            <a:extLst>
              <a:ext uri="{FF2B5EF4-FFF2-40B4-BE49-F238E27FC236}">
                <a16:creationId xmlns:a16="http://schemas.microsoft.com/office/drawing/2014/main" id="{83DC8D65-A4E3-771F-58C6-0216CECDE2F2}"/>
              </a:ext>
            </a:extLst>
          </p:cNvPr>
          <p:cNvSpPr txBox="1"/>
          <p:nvPr/>
        </p:nvSpPr>
        <p:spPr>
          <a:xfrm>
            <a:off x="3640666" y="1402877"/>
            <a:ext cx="570089" cy="230832"/>
          </a:xfrm>
          <a:prstGeom prst="rect">
            <a:avLst/>
          </a:prstGeom>
          <a:noFill/>
        </p:spPr>
        <p:txBody>
          <a:bodyPr wrap="square" rtlCol="0">
            <a:spAutoFit/>
          </a:bodyPr>
          <a:lstStyle/>
          <a:p>
            <a:pPr algn="ctr"/>
            <a:r>
              <a:rPr lang="en-US" sz="900" dirty="0"/>
              <a:t>53</a:t>
            </a:r>
          </a:p>
        </p:txBody>
      </p:sp>
      <p:sp>
        <p:nvSpPr>
          <p:cNvPr id="40" name="TextBox 39">
            <a:extLst>
              <a:ext uri="{FF2B5EF4-FFF2-40B4-BE49-F238E27FC236}">
                <a16:creationId xmlns:a16="http://schemas.microsoft.com/office/drawing/2014/main" id="{1026C99F-CB46-F453-2D8B-3721E91962CA}"/>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41" name="TextBox 40">
            <a:extLst>
              <a:ext uri="{FF2B5EF4-FFF2-40B4-BE49-F238E27FC236}">
                <a16:creationId xmlns:a16="http://schemas.microsoft.com/office/drawing/2014/main" id="{0541BEAF-6EF0-5467-7AE4-FDA7D0738DA0}"/>
              </a:ext>
            </a:extLst>
          </p:cNvPr>
          <p:cNvSpPr txBox="1"/>
          <p:nvPr/>
        </p:nvSpPr>
        <p:spPr>
          <a:xfrm>
            <a:off x="4645378" y="771301"/>
            <a:ext cx="570089" cy="230832"/>
          </a:xfrm>
          <a:prstGeom prst="rect">
            <a:avLst/>
          </a:prstGeom>
          <a:noFill/>
        </p:spPr>
        <p:txBody>
          <a:bodyPr wrap="square" rtlCol="0">
            <a:spAutoFit/>
          </a:bodyPr>
          <a:lstStyle/>
          <a:p>
            <a:pPr algn="ctr"/>
            <a:r>
              <a:rPr lang="en-US" sz="900" dirty="0"/>
              <a:t>79</a:t>
            </a:r>
          </a:p>
        </p:txBody>
      </p:sp>
      <p:sp>
        <p:nvSpPr>
          <p:cNvPr id="42" name="TextBox 41">
            <a:extLst>
              <a:ext uri="{FF2B5EF4-FFF2-40B4-BE49-F238E27FC236}">
                <a16:creationId xmlns:a16="http://schemas.microsoft.com/office/drawing/2014/main" id="{EEF1BEE9-D730-6DF7-8BFF-46DD24EDFC06}"/>
              </a:ext>
            </a:extLst>
          </p:cNvPr>
          <p:cNvSpPr txBox="1"/>
          <p:nvPr/>
        </p:nvSpPr>
        <p:spPr>
          <a:xfrm>
            <a:off x="4143022" y="2905709"/>
            <a:ext cx="570089" cy="230832"/>
          </a:xfrm>
          <a:prstGeom prst="rect">
            <a:avLst/>
          </a:prstGeom>
          <a:noFill/>
        </p:spPr>
        <p:txBody>
          <a:bodyPr wrap="square" rtlCol="0">
            <a:spAutoFit/>
          </a:bodyPr>
          <a:lstStyle/>
          <a:p>
            <a:pPr algn="ctr"/>
            <a:r>
              <a:rPr lang="en-US" sz="900" dirty="0"/>
              <a:t>54</a:t>
            </a:r>
          </a:p>
        </p:txBody>
      </p:sp>
      <p:sp>
        <p:nvSpPr>
          <p:cNvPr id="38" name="TextBox 37">
            <a:extLst>
              <a:ext uri="{FF2B5EF4-FFF2-40B4-BE49-F238E27FC236}">
                <a16:creationId xmlns:a16="http://schemas.microsoft.com/office/drawing/2014/main" id="{4BFC8F04-6F23-338F-33DC-4528C70920C5}"/>
              </a:ext>
            </a:extLst>
          </p:cNvPr>
          <p:cNvSpPr txBox="1"/>
          <p:nvPr/>
        </p:nvSpPr>
        <p:spPr>
          <a:xfrm>
            <a:off x="5147734" y="2034453"/>
            <a:ext cx="570089" cy="230832"/>
          </a:xfrm>
          <a:prstGeom prst="rect">
            <a:avLst/>
          </a:prstGeom>
          <a:noFill/>
        </p:spPr>
        <p:txBody>
          <a:bodyPr wrap="square" rtlCol="0">
            <a:spAutoFit/>
          </a:bodyPr>
          <a:lstStyle/>
          <a:p>
            <a:pPr algn="ctr"/>
            <a:r>
              <a:rPr lang="en-US" sz="900" dirty="0"/>
              <a:t>789</a:t>
            </a:r>
          </a:p>
        </p:txBody>
      </p:sp>
    </p:spTree>
    <p:extLst>
      <p:ext uri="{BB962C8B-B14F-4D97-AF65-F5344CB8AC3E}">
        <p14:creationId xmlns:p14="http://schemas.microsoft.com/office/powerpoint/2010/main" val="41056781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A53804-C7C0-441F-AFCE-66473432D08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805A4A5-CF44-78B7-D927-9EF011746E8E}"/>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ED4668A2-B72F-C7CA-2377-9470C6523590}"/>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39A8BA1A-B4F4-30EC-0574-5977C4D32B38}"/>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327D1A42-1C4B-C7CE-EAA2-CDD140CD1834}"/>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35BC40AF-12A8-4939-59F5-8FA488A72DAF}"/>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24134ACD-F209-8680-B071-628D4210140B}"/>
              </a:ext>
            </a:extLst>
          </p:cNvPr>
          <p:cNvSpPr txBox="1"/>
          <p:nvPr/>
        </p:nvSpPr>
        <p:spPr>
          <a:xfrm>
            <a:off x="3716867" y="223122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979E0AAF-AEAF-B463-1A21-474588160974}"/>
              </a:ext>
            </a:extLst>
          </p:cNvPr>
          <p:cNvSpPr txBox="1"/>
          <p:nvPr/>
        </p:nvSpPr>
        <p:spPr>
          <a:xfrm>
            <a:off x="3640666" y="3036341"/>
            <a:ext cx="570089" cy="230832"/>
          </a:xfrm>
          <a:prstGeom prst="rect">
            <a:avLst/>
          </a:prstGeom>
          <a:noFill/>
        </p:spPr>
        <p:txBody>
          <a:bodyPr wrap="square" rtlCol="0">
            <a:spAutoFit/>
          </a:bodyPr>
          <a:lstStyle/>
          <a:p>
            <a:pPr algn="ctr"/>
            <a:r>
              <a:rPr lang="en-US" sz="900" dirty="0"/>
              <a:t>8764</a:t>
            </a:r>
          </a:p>
        </p:txBody>
      </p:sp>
      <p:sp>
        <p:nvSpPr>
          <p:cNvPr id="9" name="TextBox 8">
            <a:extLst>
              <a:ext uri="{FF2B5EF4-FFF2-40B4-BE49-F238E27FC236}">
                <a16:creationId xmlns:a16="http://schemas.microsoft.com/office/drawing/2014/main" id="{8FDB6733-4A6B-4C5A-8F04-7A9DDF31A1D4}"/>
              </a:ext>
            </a:extLst>
          </p:cNvPr>
          <p:cNvSpPr txBox="1"/>
          <p:nvPr/>
        </p:nvSpPr>
        <p:spPr>
          <a:xfrm>
            <a:off x="3138310" y="3036341"/>
            <a:ext cx="570089" cy="230832"/>
          </a:xfrm>
          <a:prstGeom prst="rect">
            <a:avLst/>
          </a:prstGeom>
          <a:noFill/>
        </p:spPr>
        <p:txBody>
          <a:bodyPr wrap="square" rtlCol="0">
            <a:spAutoFit/>
          </a:bodyPr>
          <a:lstStyle/>
          <a:p>
            <a:pPr algn="ctr"/>
            <a:r>
              <a:rPr lang="en-US" sz="900" dirty="0"/>
              <a:t>5679</a:t>
            </a:r>
          </a:p>
        </p:txBody>
      </p:sp>
      <p:sp>
        <p:nvSpPr>
          <p:cNvPr id="10" name="TextBox 9">
            <a:extLst>
              <a:ext uri="{FF2B5EF4-FFF2-40B4-BE49-F238E27FC236}">
                <a16:creationId xmlns:a16="http://schemas.microsoft.com/office/drawing/2014/main" id="{C2E4FCB3-8BE3-0FEE-9B94-8D9AB64B892B}"/>
              </a:ext>
            </a:extLst>
          </p:cNvPr>
          <p:cNvSpPr txBox="1"/>
          <p:nvPr/>
        </p:nvSpPr>
        <p:spPr>
          <a:xfrm>
            <a:off x="3217333" y="4747898"/>
            <a:ext cx="462845" cy="584775"/>
          </a:xfrm>
          <a:prstGeom prst="rect">
            <a:avLst/>
          </a:prstGeom>
          <a:noFill/>
        </p:spPr>
        <p:txBody>
          <a:bodyPr wrap="square" rtlCol="0">
            <a:spAutoFit/>
          </a:bodyPr>
          <a:lstStyle/>
          <a:p>
            <a:pPr algn="ctr"/>
            <a:r>
              <a:rPr lang="en-US" sz="3200" dirty="0"/>
              <a:t>6</a:t>
            </a:r>
          </a:p>
        </p:txBody>
      </p:sp>
      <p:sp>
        <p:nvSpPr>
          <p:cNvPr id="11" name="TextBox 10">
            <a:extLst>
              <a:ext uri="{FF2B5EF4-FFF2-40B4-BE49-F238E27FC236}">
                <a16:creationId xmlns:a16="http://schemas.microsoft.com/office/drawing/2014/main" id="{68EA3A2D-885C-58DB-F34C-B2F9F8E6982D}"/>
              </a:ext>
            </a:extLst>
          </p:cNvPr>
          <p:cNvSpPr txBox="1"/>
          <p:nvPr/>
        </p:nvSpPr>
        <p:spPr>
          <a:xfrm>
            <a:off x="7213604" y="4747898"/>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A34960D2-0E0F-CEA1-0E85-5FBEA70E73F5}"/>
              </a:ext>
            </a:extLst>
          </p:cNvPr>
          <p:cNvSpPr txBox="1"/>
          <p:nvPr/>
        </p:nvSpPr>
        <p:spPr>
          <a:xfrm>
            <a:off x="6214537" y="2734556"/>
            <a:ext cx="462845" cy="584775"/>
          </a:xfrm>
          <a:prstGeom prst="rect">
            <a:avLst/>
          </a:prstGeom>
          <a:no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43F603ED-B2E8-2427-FA1C-F9B2764B029B}"/>
              </a:ext>
            </a:extLst>
          </p:cNvPr>
          <p:cNvSpPr txBox="1"/>
          <p:nvPr/>
        </p:nvSpPr>
        <p:spPr>
          <a:xfrm>
            <a:off x="4143022" y="2274133"/>
            <a:ext cx="570089" cy="230832"/>
          </a:xfrm>
          <a:prstGeom prst="rect">
            <a:avLst/>
          </a:prstGeom>
          <a:noFill/>
        </p:spPr>
        <p:txBody>
          <a:bodyPr wrap="square" rtlCol="0">
            <a:spAutoFit/>
          </a:bodyPr>
          <a:lstStyle/>
          <a:p>
            <a:pPr algn="ctr"/>
            <a:r>
              <a:rPr lang="en-US" sz="900" dirty="0"/>
              <a:t>45789</a:t>
            </a:r>
          </a:p>
        </p:txBody>
      </p:sp>
      <p:sp>
        <p:nvSpPr>
          <p:cNvPr id="14" name="TextBox 13">
            <a:extLst>
              <a:ext uri="{FF2B5EF4-FFF2-40B4-BE49-F238E27FC236}">
                <a16:creationId xmlns:a16="http://schemas.microsoft.com/office/drawing/2014/main" id="{1B20DBA4-6532-6EC1-E6C7-AAD69325CCE1}"/>
              </a:ext>
            </a:extLst>
          </p:cNvPr>
          <p:cNvSpPr txBox="1"/>
          <p:nvPr/>
        </p:nvSpPr>
        <p:spPr>
          <a:xfrm>
            <a:off x="4645378" y="2274133"/>
            <a:ext cx="570089" cy="230832"/>
          </a:xfrm>
          <a:prstGeom prst="rect">
            <a:avLst/>
          </a:prstGeom>
          <a:noFill/>
        </p:spPr>
        <p:txBody>
          <a:bodyPr wrap="square" rtlCol="0">
            <a:spAutoFit/>
          </a:bodyPr>
          <a:lstStyle/>
          <a:p>
            <a:pPr algn="ctr"/>
            <a:r>
              <a:rPr lang="en-US" sz="900" dirty="0"/>
              <a:t>45789</a:t>
            </a:r>
          </a:p>
        </p:txBody>
      </p:sp>
      <p:sp>
        <p:nvSpPr>
          <p:cNvPr id="15" name="TextBox 14">
            <a:extLst>
              <a:ext uri="{FF2B5EF4-FFF2-40B4-BE49-F238E27FC236}">
                <a16:creationId xmlns:a16="http://schemas.microsoft.com/office/drawing/2014/main" id="{72D77F18-1F42-04B7-6F69-FB5D9D95DCC7}"/>
              </a:ext>
            </a:extLst>
          </p:cNvPr>
          <p:cNvSpPr txBox="1"/>
          <p:nvPr/>
        </p:nvSpPr>
        <p:spPr>
          <a:xfrm>
            <a:off x="5147734" y="2274133"/>
            <a:ext cx="570089" cy="230832"/>
          </a:xfrm>
          <a:prstGeom prst="rect">
            <a:avLst/>
          </a:prstGeom>
          <a:noFill/>
        </p:spPr>
        <p:txBody>
          <a:bodyPr wrap="square" rtlCol="0">
            <a:spAutoFit/>
          </a:bodyPr>
          <a:lstStyle/>
          <a:p>
            <a:pPr algn="ctr"/>
            <a:r>
              <a:rPr lang="en-US" sz="900" dirty="0"/>
              <a:t>456789</a:t>
            </a:r>
          </a:p>
        </p:txBody>
      </p:sp>
      <p:sp>
        <p:nvSpPr>
          <p:cNvPr id="16" name="TextBox 15">
            <a:extLst>
              <a:ext uri="{FF2B5EF4-FFF2-40B4-BE49-F238E27FC236}">
                <a16:creationId xmlns:a16="http://schemas.microsoft.com/office/drawing/2014/main" id="{483E5767-FC9D-DADC-027C-193303CCC808}"/>
              </a:ext>
            </a:extLst>
          </p:cNvPr>
          <p:cNvSpPr txBox="1"/>
          <p:nvPr/>
        </p:nvSpPr>
        <p:spPr>
          <a:xfrm>
            <a:off x="5650090" y="2274133"/>
            <a:ext cx="570089" cy="230832"/>
          </a:xfrm>
          <a:prstGeom prst="rect">
            <a:avLst/>
          </a:prstGeom>
          <a:noFill/>
        </p:spPr>
        <p:txBody>
          <a:bodyPr wrap="square" rtlCol="0">
            <a:spAutoFit/>
          </a:bodyPr>
          <a:lstStyle/>
          <a:p>
            <a:pPr algn="ctr"/>
            <a:r>
              <a:rPr lang="en-US" sz="900" dirty="0"/>
              <a:t>45789</a:t>
            </a:r>
          </a:p>
        </p:txBody>
      </p:sp>
      <p:sp>
        <p:nvSpPr>
          <p:cNvPr id="17" name="TextBox 16">
            <a:extLst>
              <a:ext uri="{FF2B5EF4-FFF2-40B4-BE49-F238E27FC236}">
                <a16:creationId xmlns:a16="http://schemas.microsoft.com/office/drawing/2014/main" id="{8736447F-B24C-284C-FF08-59ED2715A123}"/>
              </a:ext>
            </a:extLst>
          </p:cNvPr>
          <p:cNvSpPr txBox="1"/>
          <p:nvPr/>
        </p:nvSpPr>
        <p:spPr>
          <a:xfrm>
            <a:off x="6152446" y="2274133"/>
            <a:ext cx="570089" cy="230832"/>
          </a:xfrm>
          <a:prstGeom prst="rect">
            <a:avLst/>
          </a:prstGeom>
          <a:noFill/>
        </p:spPr>
        <p:txBody>
          <a:bodyPr wrap="square" rtlCol="0">
            <a:spAutoFit/>
          </a:bodyPr>
          <a:lstStyle/>
          <a:p>
            <a:pPr algn="ctr"/>
            <a:r>
              <a:rPr lang="en-US" sz="900" dirty="0"/>
              <a:t>45789</a:t>
            </a:r>
          </a:p>
        </p:txBody>
      </p:sp>
      <p:sp>
        <p:nvSpPr>
          <p:cNvPr id="18" name="TextBox 17">
            <a:extLst>
              <a:ext uri="{FF2B5EF4-FFF2-40B4-BE49-F238E27FC236}">
                <a16:creationId xmlns:a16="http://schemas.microsoft.com/office/drawing/2014/main" id="{8889BC0A-C191-3779-AD78-65B91D0A3F36}"/>
              </a:ext>
            </a:extLst>
          </p:cNvPr>
          <p:cNvSpPr txBox="1"/>
          <p:nvPr/>
        </p:nvSpPr>
        <p:spPr>
          <a:xfrm>
            <a:off x="6654802" y="2404765"/>
            <a:ext cx="570089" cy="230832"/>
          </a:xfrm>
          <a:prstGeom prst="rect">
            <a:avLst/>
          </a:prstGeom>
          <a:noFill/>
        </p:spPr>
        <p:txBody>
          <a:bodyPr wrap="square" rtlCol="0">
            <a:spAutoFit/>
          </a:bodyPr>
          <a:lstStyle/>
          <a:p>
            <a:pPr algn="ctr"/>
            <a:r>
              <a:rPr lang="en-US" sz="900" dirty="0"/>
              <a:t>245</a:t>
            </a:r>
          </a:p>
        </p:txBody>
      </p:sp>
      <p:sp>
        <p:nvSpPr>
          <p:cNvPr id="19" name="TextBox 18">
            <a:extLst>
              <a:ext uri="{FF2B5EF4-FFF2-40B4-BE49-F238E27FC236}">
                <a16:creationId xmlns:a16="http://schemas.microsoft.com/office/drawing/2014/main" id="{4C061F96-BC3D-CA23-A59D-F34F94705D6C}"/>
              </a:ext>
            </a:extLst>
          </p:cNvPr>
          <p:cNvSpPr txBox="1"/>
          <p:nvPr/>
        </p:nvSpPr>
        <p:spPr>
          <a:xfrm>
            <a:off x="7157158" y="2404765"/>
            <a:ext cx="570089" cy="230832"/>
          </a:xfrm>
          <a:prstGeom prst="rect">
            <a:avLst/>
          </a:prstGeom>
          <a:noFill/>
        </p:spPr>
        <p:txBody>
          <a:bodyPr wrap="square" rtlCol="0">
            <a:spAutoFit/>
          </a:bodyPr>
          <a:lstStyle/>
          <a:p>
            <a:pPr algn="ctr"/>
            <a:r>
              <a:rPr lang="en-US" sz="900" dirty="0"/>
              <a:t>245</a:t>
            </a:r>
          </a:p>
        </p:txBody>
      </p:sp>
      <p:sp>
        <p:nvSpPr>
          <p:cNvPr id="20" name="TextBox 19">
            <a:extLst>
              <a:ext uri="{FF2B5EF4-FFF2-40B4-BE49-F238E27FC236}">
                <a16:creationId xmlns:a16="http://schemas.microsoft.com/office/drawing/2014/main" id="{F4C1C154-BD72-B9D2-C0D3-1D19CC5BC555}"/>
              </a:ext>
            </a:extLst>
          </p:cNvPr>
          <p:cNvSpPr txBox="1"/>
          <p:nvPr/>
        </p:nvSpPr>
        <p:spPr>
          <a:xfrm>
            <a:off x="4645378" y="1903821"/>
            <a:ext cx="570089" cy="230832"/>
          </a:xfrm>
          <a:prstGeom prst="rect">
            <a:avLst/>
          </a:prstGeom>
          <a:noFill/>
        </p:spPr>
        <p:txBody>
          <a:bodyPr wrap="square" rtlCol="0">
            <a:spAutoFit/>
          </a:bodyPr>
          <a:lstStyle/>
          <a:p>
            <a:pPr algn="ctr"/>
            <a:r>
              <a:rPr lang="en-US" sz="900" dirty="0"/>
              <a:t>345</a:t>
            </a:r>
          </a:p>
        </p:txBody>
      </p:sp>
      <p:sp>
        <p:nvSpPr>
          <p:cNvPr id="23" name="TextBox 22">
            <a:extLst>
              <a:ext uri="{FF2B5EF4-FFF2-40B4-BE49-F238E27FC236}">
                <a16:creationId xmlns:a16="http://schemas.microsoft.com/office/drawing/2014/main" id="{100DED4C-E1B5-C262-5AC0-DB9F80A77208}"/>
              </a:ext>
            </a:extLst>
          </p:cNvPr>
          <p:cNvSpPr txBox="1"/>
          <p:nvPr/>
        </p:nvSpPr>
        <p:spPr>
          <a:xfrm>
            <a:off x="6214537" y="721216"/>
            <a:ext cx="462845" cy="584775"/>
          </a:xfrm>
          <a:prstGeom prst="rect">
            <a:avLst/>
          </a:prstGeom>
          <a:noFill/>
        </p:spPr>
        <p:txBody>
          <a:bodyPr wrap="square" rtlCol="0">
            <a:spAutoFit/>
          </a:bodyPr>
          <a:lstStyle/>
          <a:p>
            <a:pPr algn="ctr"/>
            <a:r>
              <a:rPr lang="en-US" sz="3200" dirty="0"/>
              <a:t>2</a:t>
            </a:r>
          </a:p>
        </p:txBody>
      </p:sp>
      <p:sp>
        <p:nvSpPr>
          <p:cNvPr id="24" name="TextBox 23">
            <a:extLst>
              <a:ext uri="{FF2B5EF4-FFF2-40B4-BE49-F238E27FC236}">
                <a16:creationId xmlns:a16="http://schemas.microsoft.com/office/drawing/2014/main" id="{EBE5E1E7-30B1-1ADD-ED20-25E898205B77}"/>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46F6F813-DF59-E952-F168-196D544647A4}"/>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1688D685-BB9C-79BA-4869-717D67380888}"/>
              </a:ext>
            </a:extLst>
          </p:cNvPr>
          <p:cNvSpPr txBox="1"/>
          <p:nvPr/>
        </p:nvSpPr>
        <p:spPr>
          <a:xfrm>
            <a:off x="6654802" y="771301"/>
            <a:ext cx="570089" cy="230832"/>
          </a:xfrm>
          <a:prstGeom prst="rect">
            <a:avLst/>
          </a:prstGeom>
          <a:noFill/>
        </p:spPr>
        <p:txBody>
          <a:bodyPr wrap="square" rtlCol="0">
            <a:spAutoFit/>
          </a:bodyPr>
          <a:lstStyle/>
          <a:p>
            <a:pPr algn="ctr"/>
            <a:r>
              <a:rPr lang="en-US" sz="900" dirty="0"/>
              <a:t>3579</a:t>
            </a:r>
          </a:p>
        </p:txBody>
      </p:sp>
      <p:sp>
        <p:nvSpPr>
          <p:cNvPr id="26" name="TextBox 25">
            <a:extLst>
              <a:ext uri="{FF2B5EF4-FFF2-40B4-BE49-F238E27FC236}">
                <a16:creationId xmlns:a16="http://schemas.microsoft.com/office/drawing/2014/main" id="{035B8220-D863-1823-8216-256E813D239F}"/>
              </a:ext>
            </a:extLst>
          </p:cNvPr>
          <p:cNvSpPr txBox="1"/>
          <p:nvPr/>
        </p:nvSpPr>
        <p:spPr>
          <a:xfrm>
            <a:off x="6654802" y="1402877"/>
            <a:ext cx="570089" cy="230832"/>
          </a:xfrm>
          <a:prstGeom prst="rect">
            <a:avLst/>
          </a:prstGeom>
          <a:noFill/>
        </p:spPr>
        <p:txBody>
          <a:bodyPr wrap="square" rtlCol="0">
            <a:spAutoFit/>
          </a:bodyPr>
          <a:lstStyle/>
          <a:p>
            <a:pPr algn="ctr"/>
            <a:r>
              <a:rPr lang="en-US" sz="900" dirty="0"/>
              <a:t>34579</a:t>
            </a:r>
          </a:p>
        </p:txBody>
      </p:sp>
      <p:sp>
        <p:nvSpPr>
          <p:cNvPr id="27" name="TextBox 26">
            <a:extLst>
              <a:ext uri="{FF2B5EF4-FFF2-40B4-BE49-F238E27FC236}">
                <a16:creationId xmlns:a16="http://schemas.microsoft.com/office/drawing/2014/main" id="{C183872B-6CF4-8052-C864-DCD97F354461}"/>
              </a:ext>
            </a:extLst>
          </p:cNvPr>
          <p:cNvSpPr txBox="1"/>
          <p:nvPr/>
        </p:nvSpPr>
        <p:spPr>
          <a:xfrm>
            <a:off x="7157158" y="1402877"/>
            <a:ext cx="570089" cy="230832"/>
          </a:xfrm>
          <a:prstGeom prst="rect">
            <a:avLst/>
          </a:prstGeom>
          <a:noFill/>
        </p:spPr>
        <p:txBody>
          <a:bodyPr wrap="square" rtlCol="0">
            <a:spAutoFit/>
          </a:bodyPr>
          <a:lstStyle/>
          <a:p>
            <a:pPr algn="ctr"/>
            <a:r>
              <a:rPr lang="en-US" sz="900" dirty="0"/>
              <a:t>4579</a:t>
            </a:r>
          </a:p>
        </p:txBody>
      </p:sp>
      <p:sp>
        <p:nvSpPr>
          <p:cNvPr id="28" name="TextBox 27">
            <a:extLst>
              <a:ext uri="{FF2B5EF4-FFF2-40B4-BE49-F238E27FC236}">
                <a16:creationId xmlns:a16="http://schemas.microsoft.com/office/drawing/2014/main" id="{05D6ABEC-7348-43DB-CFF9-70EE2F88B206}"/>
              </a:ext>
            </a:extLst>
          </p:cNvPr>
          <p:cNvSpPr txBox="1"/>
          <p:nvPr/>
        </p:nvSpPr>
        <p:spPr>
          <a:xfrm>
            <a:off x="6654802" y="2034453"/>
            <a:ext cx="570089" cy="230832"/>
          </a:xfrm>
          <a:prstGeom prst="rect">
            <a:avLst/>
          </a:prstGeom>
          <a:noFill/>
        </p:spPr>
        <p:txBody>
          <a:bodyPr wrap="square" rtlCol="0">
            <a:spAutoFit/>
          </a:bodyPr>
          <a:lstStyle/>
          <a:p>
            <a:pPr algn="ctr"/>
            <a:r>
              <a:rPr lang="en-US" sz="900" dirty="0"/>
              <a:t>345</a:t>
            </a:r>
          </a:p>
        </p:txBody>
      </p:sp>
      <p:sp>
        <p:nvSpPr>
          <p:cNvPr id="29" name="TextBox 28">
            <a:extLst>
              <a:ext uri="{FF2B5EF4-FFF2-40B4-BE49-F238E27FC236}">
                <a16:creationId xmlns:a16="http://schemas.microsoft.com/office/drawing/2014/main" id="{15B0F245-B94E-F4F4-D3A1-52A92A93E6D7}"/>
              </a:ext>
            </a:extLst>
          </p:cNvPr>
          <p:cNvSpPr txBox="1"/>
          <p:nvPr/>
        </p:nvSpPr>
        <p:spPr>
          <a:xfrm>
            <a:off x="7157158" y="2034453"/>
            <a:ext cx="570089" cy="230832"/>
          </a:xfrm>
          <a:prstGeom prst="rect">
            <a:avLst/>
          </a:prstGeom>
          <a:noFill/>
        </p:spPr>
        <p:txBody>
          <a:bodyPr wrap="square" rtlCol="0">
            <a:spAutoFit/>
          </a:bodyPr>
          <a:lstStyle/>
          <a:p>
            <a:pPr algn="ctr"/>
            <a:r>
              <a:rPr lang="en-US" sz="900" dirty="0"/>
              <a:t>45</a:t>
            </a:r>
          </a:p>
        </p:txBody>
      </p:sp>
      <p:sp>
        <p:nvSpPr>
          <p:cNvPr id="30" name="TextBox 29">
            <a:extLst>
              <a:ext uri="{FF2B5EF4-FFF2-40B4-BE49-F238E27FC236}">
                <a16:creationId xmlns:a16="http://schemas.microsoft.com/office/drawing/2014/main" id="{B4C5AFDA-63F5-41D2-0DC7-3CCD46AABF4D}"/>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799A2456-A6CB-182A-B906-7159AAA6AFBE}"/>
              </a:ext>
            </a:extLst>
          </p:cNvPr>
          <p:cNvSpPr txBox="1"/>
          <p:nvPr/>
        </p:nvSpPr>
        <p:spPr>
          <a:xfrm>
            <a:off x="3217333" y="721216"/>
            <a:ext cx="462845" cy="584775"/>
          </a:xfrm>
          <a:prstGeom prst="rect">
            <a:avLst/>
          </a:prstGeom>
          <a:noFill/>
        </p:spPr>
        <p:txBody>
          <a:bodyPr wrap="square" rtlCol="0">
            <a:spAutoFit/>
          </a:bodyPr>
          <a:lstStyle/>
          <a:p>
            <a:pPr algn="ctr"/>
            <a:r>
              <a:rPr lang="en-US" sz="3200" dirty="0"/>
              <a:t>4</a:t>
            </a:r>
          </a:p>
        </p:txBody>
      </p:sp>
      <p:sp>
        <p:nvSpPr>
          <p:cNvPr id="32" name="TextBox 31">
            <a:extLst>
              <a:ext uri="{FF2B5EF4-FFF2-40B4-BE49-F238E27FC236}">
                <a16:creationId xmlns:a16="http://schemas.microsoft.com/office/drawing/2014/main" id="{1BC676C2-3FAA-E5AE-A825-94FDAB39593B}"/>
              </a:ext>
            </a:extLst>
          </p:cNvPr>
          <p:cNvSpPr txBox="1"/>
          <p:nvPr/>
        </p:nvSpPr>
        <p:spPr>
          <a:xfrm>
            <a:off x="3138310" y="1402877"/>
            <a:ext cx="570089" cy="230832"/>
          </a:xfrm>
          <a:prstGeom prst="rect">
            <a:avLst/>
          </a:prstGeom>
          <a:noFill/>
        </p:spPr>
        <p:txBody>
          <a:bodyPr wrap="square" rtlCol="0">
            <a:spAutoFit/>
          </a:bodyPr>
          <a:lstStyle/>
          <a:p>
            <a:pPr algn="ctr"/>
            <a:r>
              <a:rPr lang="en-US" sz="900" dirty="0"/>
              <a:t>789</a:t>
            </a:r>
          </a:p>
        </p:txBody>
      </p:sp>
      <p:sp>
        <p:nvSpPr>
          <p:cNvPr id="33" name="TextBox 32">
            <a:extLst>
              <a:ext uri="{FF2B5EF4-FFF2-40B4-BE49-F238E27FC236}">
                <a16:creationId xmlns:a16="http://schemas.microsoft.com/office/drawing/2014/main" id="{64EC8D61-EAAF-E5F4-88CC-A2E817C5229D}"/>
              </a:ext>
            </a:extLst>
          </p:cNvPr>
          <p:cNvSpPr txBox="1"/>
          <p:nvPr/>
        </p:nvSpPr>
        <p:spPr>
          <a:xfrm>
            <a:off x="3640666" y="2034453"/>
            <a:ext cx="570089" cy="230832"/>
          </a:xfrm>
          <a:prstGeom prst="rect">
            <a:avLst/>
          </a:prstGeom>
          <a:noFill/>
        </p:spPr>
        <p:txBody>
          <a:bodyPr wrap="square" rtlCol="0">
            <a:spAutoFit/>
          </a:bodyPr>
          <a:lstStyle/>
          <a:p>
            <a:pPr algn="ctr"/>
            <a:r>
              <a:rPr lang="en-US" sz="900" dirty="0"/>
              <a:t>789</a:t>
            </a:r>
          </a:p>
        </p:txBody>
      </p:sp>
      <p:sp>
        <p:nvSpPr>
          <p:cNvPr id="34" name="TextBox 33">
            <a:extLst>
              <a:ext uri="{FF2B5EF4-FFF2-40B4-BE49-F238E27FC236}">
                <a16:creationId xmlns:a16="http://schemas.microsoft.com/office/drawing/2014/main" id="{08272A47-8A39-272F-B328-3E2B384CCBF3}"/>
              </a:ext>
            </a:extLst>
          </p:cNvPr>
          <p:cNvSpPr txBox="1"/>
          <p:nvPr/>
        </p:nvSpPr>
        <p:spPr>
          <a:xfrm>
            <a:off x="3138310" y="2034453"/>
            <a:ext cx="570089" cy="230832"/>
          </a:xfrm>
          <a:prstGeom prst="rect">
            <a:avLst/>
          </a:prstGeom>
          <a:noFill/>
        </p:spPr>
        <p:txBody>
          <a:bodyPr wrap="square" rtlCol="0">
            <a:spAutoFit/>
          </a:bodyPr>
          <a:lstStyle/>
          <a:p>
            <a:pPr algn="ctr"/>
            <a:r>
              <a:rPr lang="en-US" sz="900" dirty="0"/>
              <a:t>789</a:t>
            </a:r>
          </a:p>
        </p:txBody>
      </p:sp>
      <p:sp>
        <p:nvSpPr>
          <p:cNvPr id="35" name="TextBox 34">
            <a:extLst>
              <a:ext uri="{FF2B5EF4-FFF2-40B4-BE49-F238E27FC236}">
                <a16:creationId xmlns:a16="http://schemas.microsoft.com/office/drawing/2014/main" id="{0BDDEAE0-EA2B-D1B2-AFD0-D77AF8B2640F}"/>
              </a:ext>
            </a:extLst>
          </p:cNvPr>
          <p:cNvSpPr txBox="1"/>
          <p:nvPr/>
        </p:nvSpPr>
        <p:spPr>
          <a:xfrm>
            <a:off x="4216401" y="1224551"/>
            <a:ext cx="462845" cy="584775"/>
          </a:xfrm>
          <a:prstGeom prst="rect">
            <a:avLst/>
          </a:prstGeom>
          <a:noFill/>
        </p:spPr>
        <p:txBody>
          <a:bodyPr wrap="square" rtlCol="0">
            <a:spAutoFit/>
          </a:bodyPr>
          <a:lstStyle/>
          <a:p>
            <a:pPr algn="ctr"/>
            <a:r>
              <a:rPr lang="en-US" sz="3200" dirty="0"/>
              <a:t>1</a:t>
            </a:r>
          </a:p>
        </p:txBody>
      </p:sp>
      <p:sp>
        <p:nvSpPr>
          <p:cNvPr id="36" name="TextBox 35">
            <a:extLst>
              <a:ext uri="{FF2B5EF4-FFF2-40B4-BE49-F238E27FC236}">
                <a16:creationId xmlns:a16="http://schemas.microsoft.com/office/drawing/2014/main" id="{B108E126-B849-BFB6-4AF8-59039DAE23EC}"/>
              </a:ext>
            </a:extLst>
          </p:cNvPr>
          <p:cNvSpPr txBox="1"/>
          <p:nvPr/>
        </p:nvSpPr>
        <p:spPr>
          <a:xfrm>
            <a:off x="5215469" y="721216"/>
            <a:ext cx="462845" cy="584775"/>
          </a:xfrm>
          <a:prstGeom prst="rect">
            <a:avLst/>
          </a:prstGeom>
          <a:noFill/>
        </p:spPr>
        <p:txBody>
          <a:bodyPr wrap="square" rtlCol="0">
            <a:spAutoFit/>
          </a:bodyPr>
          <a:lstStyle/>
          <a:p>
            <a:pPr algn="ctr"/>
            <a:r>
              <a:rPr lang="en-US" sz="3200" dirty="0"/>
              <a:t>1</a:t>
            </a:r>
          </a:p>
        </p:txBody>
      </p:sp>
      <p:sp>
        <p:nvSpPr>
          <p:cNvPr id="37" name="TextBox 36">
            <a:extLst>
              <a:ext uri="{FF2B5EF4-FFF2-40B4-BE49-F238E27FC236}">
                <a16:creationId xmlns:a16="http://schemas.microsoft.com/office/drawing/2014/main" id="{6D117DC4-CC4E-D2BE-A623-1AE425C50309}"/>
              </a:ext>
            </a:extLst>
          </p:cNvPr>
          <p:cNvSpPr txBox="1"/>
          <p:nvPr/>
        </p:nvSpPr>
        <p:spPr>
          <a:xfrm>
            <a:off x="3640666" y="901933"/>
            <a:ext cx="570089" cy="230832"/>
          </a:xfrm>
          <a:prstGeom prst="rect">
            <a:avLst/>
          </a:prstGeom>
          <a:noFill/>
        </p:spPr>
        <p:txBody>
          <a:bodyPr wrap="square" rtlCol="0">
            <a:spAutoFit/>
          </a:bodyPr>
          <a:lstStyle/>
          <a:p>
            <a:pPr algn="ctr"/>
            <a:r>
              <a:rPr lang="en-US" sz="900" dirty="0"/>
              <a:t>35</a:t>
            </a:r>
          </a:p>
        </p:txBody>
      </p:sp>
      <p:sp>
        <p:nvSpPr>
          <p:cNvPr id="39" name="TextBox 38">
            <a:extLst>
              <a:ext uri="{FF2B5EF4-FFF2-40B4-BE49-F238E27FC236}">
                <a16:creationId xmlns:a16="http://schemas.microsoft.com/office/drawing/2014/main" id="{CEEE2964-0FFD-B800-82DF-3C1007750792}"/>
              </a:ext>
            </a:extLst>
          </p:cNvPr>
          <p:cNvSpPr txBox="1"/>
          <p:nvPr/>
        </p:nvSpPr>
        <p:spPr>
          <a:xfrm>
            <a:off x="3640666" y="1402877"/>
            <a:ext cx="570089" cy="230832"/>
          </a:xfrm>
          <a:prstGeom prst="rect">
            <a:avLst/>
          </a:prstGeom>
          <a:noFill/>
        </p:spPr>
        <p:txBody>
          <a:bodyPr wrap="square" rtlCol="0">
            <a:spAutoFit/>
          </a:bodyPr>
          <a:lstStyle/>
          <a:p>
            <a:pPr algn="ctr"/>
            <a:r>
              <a:rPr lang="en-US" sz="900" dirty="0"/>
              <a:t>53</a:t>
            </a:r>
          </a:p>
        </p:txBody>
      </p:sp>
      <p:sp>
        <p:nvSpPr>
          <p:cNvPr id="40" name="TextBox 39">
            <a:extLst>
              <a:ext uri="{FF2B5EF4-FFF2-40B4-BE49-F238E27FC236}">
                <a16:creationId xmlns:a16="http://schemas.microsoft.com/office/drawing/2014/main" id="{00DF0019-C6D6-0A70-3436-84413D49DA4B}"/>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41" name="TextBox 40">
            <a:extLst>
              <a:ext uri="{FF2B5EF4-FFF2-40B4-BE49-F238E27FC236}">
                <a16:creationId xmlns:a16="http://schemas.microsoft.com/office/drawing/2014/main" id="{26B3CC9C-B80B-CC04-F4C5-0E34C693DBEF}"/>
              </a:ext>
            </a:extLst>
          </p:cNvPr>
          <p:cNvSpPr txBox="1"/>
          <p:nvPr/>
        </p:nvSpPr>
        <p:spPr>
          <a:xfrm>
            <a:off x="4645378" y="771301"/>
            <a:ext cx="570089" cy="230832"/>
          </a:xfrm>
          <a:prstGeom prst="rect">
            <a:avLst/>
          </a:prstGeom>
          <a:noFill/>
        </p:spPr>
        <p:txBody>
          <a:bodyPr wrap="square" rtlCol="0">
            <a:spAutoFit/>
          </a:bodyPr>
          <a:lstStyle/>
          <a:p>
            <a:pPr algn="ctr"/>
            <a:r>
              <a:rPr lang="en-US" sz="900" dirty="0"/>
              <a:t>79</a:t>
            </a:r>
          </a:p>
        </p:txBody>
      </p:sp>
      <p:sp>
        <p:nvSpPr>
          <p:cNvPr id="38" name="TextBox 37">
            <a:extLst>
              <a:ext uri="{FF2B5EF4-FFF2-40B4-BE49-F238E27FC236}">
                <a16:creationId xmlns:a16="http://schemas.microsoft.com/office/drawing/2014/main" id="{C2FFCFDF-DEB2-15FD-3870-0333943B3611}"/>
              </a:ext>
            </a:extLst>
          </p:cNvPr>
          <p:cNvSpPr txBox="1"/>
          <p:nvPr/>
        </p:nvSpPr>
        <p:spPr>
          <a:xfrm>
            <a:off x="4143022" y="2905709"/>
            <a:ext cx="570089" cy="230832"/>
          </a:xfrm>
          <a:prstGeom prst="rect">
            <a:avLst/>
          </a:prstGeom>
          <a:noFill/>
        </p:spPr>
        <p:txBody>
          <a:bodyPr wrap="square" rtlCol="0">
            <a:spAutoFit/>
          </a:bodyPr>
          <a:lstStyle/>
          <a:p>
            <a:pPr algn="ctr"/>
            <a:r>
              <a:rPr lang="en-US" sz="900" dirty="0"/>
              <a:t>54</a:t>
            </a:r>
          </a:p>
        </p:txBody>
      </p:sp>
      <p:sp>
        <p:nvSpPr>
          <p:cNvPr id="42" name="TextBox 41">
            <a:extLst>
              <a:ext uri="{FF2B5EF4-FFF2-40B4-BE49-F238E27FC236}">
                <a16:creationId xmlns:a16="http://schemas.microsoft.com/office/drawing/2014/main" id="{3F385584-89E1-C370-8EE4-E7366008AD8D}"/>
              </a:ext>
            </a:extLst>
          </p:cNvPr>
          <p:cNvSpPr txBox="1"/>
          <p:nvPr/>
        </p:nvSpPr>
        <p:spPr>
          <a:xfrm>
            <a:off x="5147734" y="2034453"/>
            <a:ext cx="570089" cy="230832"/>
          </a:xfrm>
          <a:prstGeom prst="rect">
            <a:avLst/>
          </a:prstGeom>
          <a:noFill/>
        </p:spPr>
        <p:txBody>
          <a:bodyPr wrap="square" rtlCol="0">
            <a:spAutoFit/>
          </a:bodyPr>
          <a:lstStyle/>
          <a:p>
            <a:pPr algn="ctr"/>
            <a:r>
              <a:rPr lang="en-US" sz="900" dirty="0"/>
              <a:t>789</a:t>
            </a:r>
          </a:p>
        </p:txBody>
      </p:sp>
    </p:spTree>
    <p:extLst>
      <p:ext uri="{BB962C8B-B14F-4D97-AF65-F5344CB8AC3E}">
        <p14:creationId xmlns:p14="http://schemas.microsoft.com/office/powerpoint/2010/main" val="21754653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845468-74D8-2471-1624-E6CD13474D2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45AA718-A182-88F5-E13C-BEBA771CA818}"/>
              </a:ext>
            </a:extLst>
          </p:cNvPr>
          <p:cNvSpPr>
            <a:spLocks noGrp="1"/>
          </p:cNvSpPr>
          <p:nvPr>
            <p:ph sz="half" idx="1"/>
          </p:nvPr>
        </p:nvSpPr>
        <p:spPr/>
        <p:txBody>
          <a:bodyPr>
            <a:normAutofit/>
          </a:bodyPr>
          <a:lstStyle/>
          <a:p>
            <a:r>
              <a:rPr lang="en-US" dirty="0"/>
              <a:t>Last possible 6 in Row 4.</a:t>
            </a:r>
          </a:p>
        </p:txBody>
      </p:sp>
      <p:pic>
        <p:nvPicPr>
          <p:cNvPr id="4" name="Picture 3" descr="A grid of sudoku puzzle&#10;&#10;Description automatically generated">
            <a:extLst>
              <a:ext uri="{FF2B5EF4-FFF2-40B4-BE49-F238E27FC236}">
                <a16:creationId xmlns:a16="http://schemas.microsoft.com/office/drawing/2014/main" id="{2DB9C1F7-1276-E642-C1EF-9E4913055596}"/>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991582EA-0A17-1D26-B31B-9715B5FCC3E9}"/>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70F50EF7-7567-BFE1-E94F-BC3C53BB49DF}"/>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4AA194BB-E0DA-F0CE-96CC-6073460BB60A}"/>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0F6CC627-35ED-C52A-A1AF-080AF23C3608}"/>
              </a:ext>
            </a:extLst>
          </p:cNvPr>
          <p:cNvSpPr txBox="1"/>
          <p:nvPr/>
        </p:nvSpPr>
        <p:spPr>
          <a:xfrm>
            <a:off x="3716867" y="223122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45760191-07CE-A242-284B-909762C0355A}"/>
              </a:ext>
            </a:extLst>
          </p:cNvPr>
          <p:cNvSpPr txBox="1"/>
          <p:nvPr/>
        </p:nvSpPr>
        <p:spPr>
          <a:xfrm>
            <a:off x="3640666" y="3036341"/>
            <a:ext cx="570089" cy="230832"/>
          </a:xfrm>
          <a:prstGeom prst="rect">
            <a:avLst/>
          </a:prstGeom>
          <a:noFill/>
        </p:spPr>
        <p:txBody>
          <a:bodyPr wrap="square" rtlCol="0">
            <a:spAutoFit/>
          </a:bodyPr>
          <a:lstStyle/>
          <a:p>
            <a:pPr algn="ctr"/>
            <a:r>
              <a:rPr lang="en-US" sz="900" dirty="0"/>
              <a:t>8764</a:t>
            </a:r>
          </a:p>
        </p:txBody>
      </p:sp>
      <p:sp>
        <p:nvSpPr>
          <p:cNvPr id="9" name="TextBox 8">
            <a:extLst>
              <a:ext uri="{FF2B5EF4-FFF2-40B4-BE49-F238E27FC236}">
                <a16:creationId xmlns:a16="http://schemas.microsoft.com/office/drawing/2014/main" id="{38629EC7-3B2F-BB2A-8882-118E6E26E9B7}"/>
              </a:ext>
            </a:extLst>
          </p:cNvPr>
          <p:cNvSpPr txBox="1"/>
          <p:nvPr/>
        </p:nvSpPr>
        <p:spPr>
          <a:xfrm>
            <a:off x="3138310" y="3036341"/>
            <a:ext cx="570089" cy="230832"/>
          </a:xfrm>
          <a:prstGeom prst="rect">
            <a:avLst/>
          </a:prstGeom>
          <a:noFill/>
        </p:spPr>
        <p:txBody>
          <a:bodyPr wrap="square" rtlCol="0">
            <a:spAutoFit/>
          </a:bodyPr>
          <a:lstStyle/>
          <a:p>
            <a:pPr algn="ctr"/>
            <a:r>
              <a:rPr lang="en-US" sz="900" dirty="0"/>
              <a:t>5679</a:t>
            </a:r>
          </a:p>
        </p:txBody>
      </p:sp>
      <p:sp>
        <p:nvSpPr>
          <p:cNvPr id="10" name="TextBox 9">
            <a:extLst>
              <a:ext uri="{FF2B5EF4-FFF2-40B4-BE49-F238E27FC236}">
                <a16:creationId xmlns:a16="http://schemas.microsoft.com/office/drawing/2014/main" id="{A369823A-23BF-A9E6-852F-27E200FAACF7}"/>
              </a:ext>
            </a:extLst>
          </p:cNvPr>
          <p:cNvSpPr txBox="1"/>
          <p:nvPr/>
        </p:nvSpPr>
        <p:spPr>
          <a:xfrm>
            <a:off x="3217333" y="4747898"/>
            <a:ext cx="462845" cy="584775"/>
          </a:xfrm>
          <a:prstGeom prst="rect">
            <a:avLst/>
          </a:prstGeom>
          <a:noFill/>
        </p:spPr>
        <p:txBody>
          <a:bodyPr wrap="square" rtlCol="0">
            <a:spAutoFit/>
          </a:bodyPr>
          <a:lstStyle/>
          <a:p>
            <a:pPr algn="ctr"/>
            <a:r>
              <a:rPr lang="en-US" sz="3200" dirty="0"/>
              <a:t>6</a:t>
            </a:r>
          </a:p>
        </p:txBody>
      </p:sp>
      <p:sp>
        <p:nvSpPr>
          <p:cNvPr id="11" name="TextBox 10">
            <a:extLst>
              <a:ext uri="{FF2B5EF4-FFF2-40B4-BE49-F238E27FC236}">
                <a16:creationId xmlns:a16="http://schemas.microsoft.com/office/drawing/2014/main" id="{C4366BB7-36F2-188A-8038-79A38CE4185A}"/>
              </a:ext>
            </a:extLst>
          </p:cNvPr>
          <p:cNvSpPr txBox="1"/>
          <p:nvPr/>
        </p:nvSpPr>
        <p:spPr>
          <a:xfrm>
            <a:off x="7213604" y="4747898"/>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19D6698A-73FE-ED1E-2BFB-CCC7AF302EB0}"/>
              </a:ext>
            </a:extLst>
          </p:cNvPr>
          <p:cNvSpPr txBox="1"/>
          <p:nvPr/>
        </p:nvSpPr>
        <p:spPr>
          <a:xfrm>
            <a:off x="6214537" y="2734556"/>
            <a:ext cx="462845" cy="584775"/>
          </a:xfrm>
          <a:prstGeom prst="rect">
            <a:avLst/>
          </a:prstGeom>
          <a:no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263C5A7C-511F-2073-1EC6-C0E0FA85E195}"/>
              </a:ext>
            </a:extLst>
          </p:cNvPr>
          <p:cNvSpPr txBox="1"/>
          <p:nvPr/>
        </p:nvSpPr>
        <p:spPr>
          <a:xfrm>
            <a:off x="4143022" y="2274133"/>
            <a:ext cx="570089" cy="230832"/>
          </a:xfrm>
          <a:prstGeom prst="rect">
            <a:avLst/>
          </a:prstGeom>
          <a:noFill/>
        </p:spPr>
        <p:txBody>
          <a:bodyPr wrap="square" rtlCol="0">
            <a:spAutoFit/>
          </a:bodyPr>
          <a:lstStyle/>
          <a:p>
            <a:pPr algn="ctr"/>
            <a:r>
              <a:rPr lang="en-US" sz="900" dirty="0"/>
              <a:t>45789</a:t>
            </a:r>
          </a:p>
        </p:txBody>
      </p:sp>
      <p:sp>
        <p:nvSpPr>
          <p:cNvPr id="14" name="TextBox 13">
            <a:extLst>
              <a:ext uri="{FF2B5EF4-FFF2-40B4-BE49-F238E27FC236}">
                <a16:creationId xmlns:a16="http://schemas.microsoft.com/office/drawing/2014/main" id="{03FB5459-0760-6BAD-F102-73670DC16B03}"/>
              </a:ext>
            </a:extLst>
          </p:cNvPr>
          <p:cNvSpPr txBox="1"/>
          <p:nvPr/>
        </p:nvSpPr>
        <p:spPr>
          <a:xfrm>
            <a:off x="4645378" y="2274133"/>
            <a:ext cx="570089" cy="230832"/>
          </a:xfrm>
          <a:prstGeom prst="rect">
            <a:avLst/>
          </a:prstGeom>
          <a:noFill/>
        </p:spPr>
        <p:txBody>
          <a:bodyPr wrap="square" rtlCol="0">
            <a:spAutoFit/>
          </a:bodyPr>
          <a:lstStyle/>
          <a:p>
            <a:pPr algn="ctr"/>
            <a:r>
              <a:rPr lang="en-US" sz="900" dirty="0"/>
              <a:t>45789</a:t>
            </a:r>
          </a:p>
        </p:txBody>
      </p:sp>
      <p:sp>
        <p:nvSpPr>
          <p:cNvPr id="16" name="TextBox 15">
            <a:extLst>
              <a:ext uri="{FF2B5EF4-FFF2-40B4-BE49-F238E27FC236}">
                <a16:creationId xmlns:a16="http://schemas.microsoft.com/office/drawing/2014/main" id="{7B51D1C4-7403-8FCA-E3A1-EB5692933FAD}"/>
              </a:ext>
            </a:extLst>
          </p:cNvPr>
          <p:cNvSpPr txBox="1"/>
          <p:nvPr/>
        </p:nvSpPr>
        <p:spPr>
          <a:xfrm>
            <a:off x="5650090" y="2274133"/>
            <a:ext cx="570089" cy="230832"/>
          </a:xfrm>
          <a:prstGeom prst="rect">
            <a:avLst/>
          </a:prstGeom>
          <a:noFill/>
        </p:spPr>
        <p:txBody>
          <a:bodyPr wrap="square" rtlCol="0">
            <a:spAutoFit/>
          </a:bodyPr>
          <a:lstStyle/>
          <a:p>
            <a:pPr algn="ctr"/>
            <a:r>
              <a:rPr lang="en-US" sz="900" dirty="0"/>
              <a:t>45789</a:t>
            </a:r>
          </a:p>
        </p:txBody>
      </p:sp>
      <p:sp>
        <p:nvSpPr>
          <p:cNvPr id="17" name="TextBox 16">
            <a:extLst>
              <a:ext uri="{FF2B5EF4-FFF2-40B4-BE49-F238E27FC236}">
                <a16:creationId xmlns:a16="http://schemas.microsoft.com/office/drawing/2014/main" id="{41CD7469-875D-6CF1-9060-7A7DFA6A3F9F}"/>
              </a:ext>
            </a:extLst>
          </p:cNvPr>
          <p:cNvSpPr txBox="1"/>
          <p:nvPr/>
        </p:nvSpPr>
        <p:spPr>
          <a:xfrm>
            <a:off x="6152446" y="2274133"/>
            <a:ext cx="570089" cy="230832"/>
          </a:xfrm>
          <a:prstGeom prst="rect">
            <a:avLst/>
          </a:prstGeom>
          <a:noFill/>
        </p:spPr>
        <p:txBody>
          <a:bodyPr wrap="square" rtlCol="0">
            <a:spAutoFit/>
          </a:bodyPr>
          <a:lstStyle/>
          <a:p>
            <a:pPr algn="ctr"/>
            <a:r>
              <a:rPr lang="en-US" sz="900" dirty="0"/>
              <a:t>45789</a:t>
            </a:r>
          </a:p>
        </p:txBody>
      </p:sp>
      <p:sp>
        <p:nvSpPr>
          <p:cNvPr id="18" name="TextBox 17">
            <a:extLst>
              <a:ext uri="{FF2B5EF4-FFF2-40B4-BE49-F238E27FC236}">
                <a16:creationId xmlns:a16="http://schemas.microsoft.com/office/drawing/2014/main" id="{0ADA5C75-1695-C618-E374-1E0F9D7E68E7}"/>
              </a:ext>
            </a:extLst>
          </p:cNvPr>
          <p:cNvSpPr txBox="1"/>
          <p:nvPr/>
        </p:nvSpPr>
        <p:spPr>
          <a:xfrm>
            <a:off x="6654802" y="2404765"/>
            <a:ext cx="570089" cy="230832"/>
          </a:xfrm>
          <a:prstGeom prst="rect">
            <a:avLst/>
          </a:prstGeom>
          <a:noFill/>
        </p:spPr>
        <p:txBody>
          <a:bodyPr wrap="square" rtlCol="0">
            <a:spAutoFit/>
          </a:bodyPr>
          <a:lstStyle/>
          <a:p>
            <a:pPr algn="ctr"/>
            <a:r>
              <a:rPr lang="en-US" sz="900" dirty="0"/>
              <a:t>245</a:t>
            </a:r>
          </a:p>
        </p:txBody>
      </p:sp>
      <p:sp>
        <p:nvSpPr>
          <p:cNvPr id="19" name="TextBox 18">
            <a:extLst>
              <a:ext uri="{FF2B5EF4-FFF2-40B4-BE49-F238E27FC236}">
                <a16:creationId xmlns:a16="http://schemas.microsoft.com/office/drawing/2014/main" id="{3ED865E8-4177-5ECA-FB83-795C607F27BF}"/>
              </a:ext>
            </a:extLst>
          </p:cNvPr>
          <p:cNvSpPr txBox="1"/>
          <p:nvPr/>
        </p:nvSpPr>
        <p:spPr>
          <a:xfrm>
            <a:off x="7157158" y="2404765"/>
            <a:ext cx="570089" cy="230832"/>
          </a:xfrm>
          <a:prstGeom prst="rect">
            <a:avLst/>
          </a:prstGeom>
          <a:noFill/>
        </p:spPr>
        <p:txBody>
          <a:bodyPr wrap="square" rtlCol="0">
            <a:spAutoFit/>
          </a:bodyPr>
          <a:lstStyle/>
          <a:p>
            <a:pPr algn="ctr"/>
            <a:r>
              <a:rPr lang="en-US" sz="900" dirty="0"/>
              <a:t>245</a:t>
            </a:r>
          </a:p>
        </p:txBody>
      </p:sp>
      <p:sp>
        <p:nvSpPr>
          <p:cNvPr id="20" name="TextBox 19">
            <a:extLst>
              <a:ext uri="{FF2B5EF4-FFF2-40B4-BE49-F238E27FC236}">
                <a16:creationId xmlns:a16="http://schemas.microsoft.com/office/drawing/2014/main" id="{DA9470AA-C4E8-7AB7-0760-1F7DDF8BCDE7}"/>
              </a:ext>
            </a:extLst>
          </p:cNvPr>
          <p:cNvSpPr txBox="1"/>
          <p:nvPr/>
        </p:nvSpPr>
        <p:spPr>
          <a:xfrm>
            <a:off x="4645378" y="1903821"/>
            <a:ext cx="570089" cy="230832"/>
          </a:xfrm>
          <a:prstGeom prst="rect">
            <a:avLst/>
          </a:prstGeom>
          <a:noFill/>
        </p:spPr>
        <p:txBody>
          <a:bodyPr wrap="square" rtlCol="0">
            <a:spAutoFit/>
          </a:bodyPr>
          <a:lstStyle/>
          <a:p>
            <a:pPr algn="ctr"/>
            <a:r>
              <a:rPr lang="en-US" sz="900" dirty="0"/>
              <a:t>345</a:t>
            </a:r>
          </a:p>
        </p:txBody>
      </p:sp>
      <p:sp>
        <p:nvSpPr>
          <p:cNvPr id="23" name="TextBox 22">
            <a:extLst>
              <a:ext uri="{FF2B5EF4-FFF2-40B4-BE49-F238E27FC236}">
                <a16:creationId xmlns:a16="http://schemas.microsoft.com/office/drawing/2014/main" id="{ED03C2EB-F7E7-7C13-9983-AEC006057D14}"/>
              </a:ext>
            </a:extLst>
          </p:cNvPr>
          <p:cNvSpPr txBox="1"/>
          <p:nvPr/>
        </p:nvSpPr>
        <p:spPr>
          <a:xfrm>
            <a:off x="6214537" y="721216"/>
            <a:ext cx="462845" cy="584775"/>
          </a:xfrm>
          <a:prstGeom prst="rect">
            <a:avLst/>
          </a:prstGeom>
          <a:noFill/>
        </p:spPr>
        <p:txBody>
          <a:bodyPr wrap="square" rtlCol="0">
            <a:spAutoFit/>
          </a:bodyPr>
          <a:lstStyle/>
          <a:p>
            <a:pPr algn="ctr"/>
            <a:r>
              <a:rPr lang="en-US" sz="3200" dirty="0"/>
              <a:t>2</a:t>
            </a:r>
          </a:p>
        </p:txBody>
      </p:sp>
      <p:sp>
        <p:nvSpPr>
          <p:cNvPr id="24" name="TextBox 23">
            <a:extLst>
              <a:ext uri="{FF2B5EF4-FFF2-40B4-BE49-F238E27FC236}">
                <a16:creationId xmlns:a16="http://schemas.microsoft.com/office/drawing/2014/main" id="{588B17E3-EC0E-3BA8-94D4-CE3098D6D248}"/>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1449CC08-C802-67F5-66C0-9A22EBA7A5B6}"/>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BBDF5A12-8907-28C3-420F-B19A5084CCD1}"/>
              </a:ext>
            </a:extLst>
          </p:cNvPr>
          <p:cNvSpPr txBox="1"/>
          <p:nvPr/>
        </p:nvSpPr>
        <p:spPr>
          <a:xfrm>
            <a:off x="6654802" y="771301"/>
            <a:ext cx="570089" cy="230832"/>
          </a:xfrm>
          <a:prstGeom prst="rect">
            <a:avLst/>
          </a:prstGeom>
          <a:noFill/>
        </p:spPr>
        <p:txBody>
          <a:bodyPr wrap="square" rtlCol="0">
            <a:spAutoFit/>
          </a:bodyPr>
          <a:lstStyle/>
          <a:p>
            <a:pPr algn="ctr"/>
            <a:r>
              <a:rPr lang="en-US" sz="900" dirty="0"/>
              <a:t>3579</a:t>
            </a:r>
          </a:p>
        </p:txBody>
      </p:sp>
      <p:sp>
        <p:nvSpPr>
          <p:cNvPr id="26" name="TextBox 25">
            <a:extLst>
              <a:ext uri="{FF2B5EF4-FFF2-40B4-BE49-F238E27FC236}">
                <a16:creationId xmlns:a16="http://schemas.microsoft.com/office/drawing/2014/main" id="{24ED93F0-F188-FBCE-22E1-734A2092B3C5}"/>
              </a:ext>
            </a:extLst>
          </p:cNvPr>
          <p:cNvSpPr txBox="1"/>
          <p:nvPr/>
        </p:nvSpPr>
        <p:spPr>
          <a:xfrm>
            <a:off x="6654802" y="1402877"/>
            <a:ext cx="570089" cy="230832"/>
          </a:xfrm>
          <a:prstGeom prst="rect">
            <a:avLst/>
          </a:prstGeom>
          <a:noFill/>
        </p:spPr>
        <p:txBody>
          <a:bodyPr wrap="square" rtlCol="0">
            <a:spAutoFit/>
          </a:bodyPr>
          <a:lstStyle/>
          <a:p>
            <a:pPr algn="ctr"/>
            <a:r>
              <a:rPr lang="en-US" sz="900" dirty="0"/>
              <a:t>34579</a:t>
            </a:r>
          </a:p>
        </p:txBody>
      </p:sp>
      <p:sp>
        <p:nvSpPr>
          <p:cNvPr id="27" name="TextBox 26">
            <a:extLst>
              <a:ext uri="{FF2B5EF4-FFF2-40B4-BE49-F238E27FC236}">
                <a16:creationId xmlns:a16="http://schemas.microsoft.com/office/drawing/2014/main" id="{68C6FBB6-EF38-645B-CD82-4EE3CB6ACC68}"/>
              </a:ext>
            </a:extLst>
          </p:cNvPr>
          <p:cNvSpPr txBox="1"/>
          <p:nvPr/>
        </p:nvSpPr>
        <p:spPr>
          <a:xfrm>
            <a:off x="7157158" y="1402877"/>
            <a:ext cx="570089" cy="230832"/>
          </a:xfrm>
          <a:prstGeom prst="rect">
            <a:avLst/>
          </a:prstGeom>
          <a:noFill/>
        </p:spPr>
        <p:txBody>
          <a:bodyPr wrap="square" rtlCol="0">
            <a:spAutoFit/>
          </a:bodyPr>
          <a:lstStyle/>
          <a:p>
            <a:pPr algn="ctr"/>
            <a:r>
              <a:rPr lang="en-US" sz="900" dirty="0"/>
              <a:t>4579</a:t>
            </a:r>
          </a:p>
        </p:txBody>
      </p:sp>
      <p:sp>
        <p:nvSpPr>
          <p:cNvPr id="28" name="TextBox 27">
            <a:extLst>
              <a:ext uri="{FF2B5EF4-FFF2-40B4-BE49-F238E27FC236}">
                <a16:creationId xmlns:a16="http://schemas.microsoft.com/office/drawing/2014/main" id="{F56803E4-BE7C-43E3-78C4-6202EF15EB73}"/>
              </a:ext>
            </a:extLst>
          </p:cNvPr>
          <p:cNvSpPr txBox="1"/>
          <p:nvPr/>
        </p:nvSpPr>
        <p:spPr>
          <a:xfrm>
            <a:off x="6654802" y="2034453"/>
            <a:ext cx="570089" cy="230832"/>
          </a:xfrm>
          <a:prstGeom prst="rect">
            <a:avLst/>
          </a:prstGeom>
          <a:noFill/>
        </p:spPr>
        <p:txBody>
          <a:bodyPr wrap="square" rtlCol="0">
            <a:spAutoFit/>
          </a:bodyPr>
          <a:lstStyle/>
          <a:p>
            <a:pPr algn="ctr"/>
            <a:r>
              <a:rPr lang="en-US" sz="900" dirty="0"/>
              <a:t>345</a:t>
            </a:r>
          </a:p>
        </p:txBody>
      </p:sp>
      <p:sp>
        <p:nvSpPr>
          <p:cNvPr id="29" name="TextBox 28">
            <a:extLst>
              <a:ext uri="{FF2B5EF4-FFF2-40B4-BE49-F238E27FC236}">
                <a16:creationId xmlns:a16="http://schemas.microsoft.com/office/drawing/2014/main" id="{B6DBE1D1-4652-1BDA-ED4A-D93AC56F9597}"/>
              </a:ext>
            </a:extLst>
          </p:cNvPr>
          <p:cNvSpPr txBox="1"/>
          <p:nvPr/>
        </p:nvSpPr>
        <p:spPr>
          <a:xfrm>
            <a:off x="7157158" y="2034453"/>
            <a:ext cx="570089" cy="230832"/>
          </a:xfrm>
          <a:prstGeom prst="rect">
            <a:avLst/>
          </a:prstGeom>
          <a:noFill/>
        </p:spPr>
        <p:txBody>
          <a:bodyPr wrap="square" rtlCol="0">
            <a:spAutoFit/>
          </a:bodyPr>
          <a:lstStyle/>
          <a:p>
            <a:pPr algn="ctr"/>
            <a:r>
              <a:rPr lang="en-US" sz="900" dirty="0"/>
              <a:t>45</a:t>
            </a:r>
          </a:p>
        </p:txBody>
      </p:sp>
      <p:sp>
        <p:nvSpPr>
          <p:cNvPr id="30" name="TextBox 29">
            <a:extLst>
              <a:ext uri="{FF2B5EF4-FFF2-40B4-BE49-F238E27FC236}">
                <a16:creationId xmlns:a16="http://schemas.microsoft.com/office/drawing/2014/main" id="{5EADCC11-35E1-4A96-96FA-9F830239F603}"/>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0652EFE9-4EB7-7859-92D0-AEF8D9D2FFDB}"/>
              </a:ext>
            </a:extLst>
          </p:cNvPr>
          <p:cNvSpPr txBox="1"/>
          <p:nvPr/>
        </p:nvSpPr>
        <p:spPr>
          <a:xfrm>
            <a:off x="3217333" y="721216"/>
            <a:ext cx="462845" cy="584775"/>
          </a:xfrm>
          <a:prstGeom prst="rect">
            <a:avLst/>
          </a:prstGeom>
          <a:noFill/>
        </p:spPr>
        <p:txBody>
          <a:bodyPr wrap="square" rtlCol="0">
            <a:spAutoFit/>
          </a:bodyPr>
          <a:lstStyle/>
          <a:p>
            <a:pPr algn="ctr"/>
            <a:r>
              <a:rPr lang="en-US" sz="3200" dirty="0"/>
              <a:t>4</a:t>
            </a:r>
          </a:p>
        </p:txBody>
      </p:sp>
      <p:sp>
        <p:nvSpPr>
          <p:cNvPr id="32" name="TextBox 31">
            <a:extLst>
              <a:ext uri="{FF2B5EF4-FFF2-40B4-BE49-F238E27FC236}">
                <a16:creationId xmlns:a16="http://schemas.microsoft.com/office/drawing/2014/main" id="{E3155E93-423D-23AC-9FE9-F4418FAE773E}"/>
              </a:ext>
            </a:extLst>
          </p:cNvPr>
          <p:cNvSpPr txBox="1"/>
          <p:nvPr/>
        </p:nvSpPr>
        <p:spPr>
          <a:xfrm>
            <a:off x="3138310" y="1402877"/>
            <a:ext cx="570089" cy="230832"/>
          </a:xfrm>
          <a:prstGeom prst="rect">
            <a:avLst/>
          </a:prstGeom>
          <a:noFill/>
        </p:spPr>
        <p:txBody>
          <a:bodyPr wrap="square" rtlCol="0">
            <a:spAutoFit/>
          </a:bodyPr>
          <a:lstStyle/>
          <a:p>
            <a:pPr algn="ctr"/>
            <a:r>
              <a:rPr lang="en-US" sz="900" dirty="0"/>
              <a:t>789</a:t>
            </a:r>
          </a:p>
        </p:txBody>
      </p:sp>
      <p:sp>
        <p:nvSpPr>
          <p:cNvPr id="33" name="TextBox 32">
            <a:extLst>
              <a:ext uri="{FF2B5EF4-FFF2-40B4-BE49-F238E27FC236}">
                <a16:creationId xmlns:a16="http://schemas.microsoft.com/office/drawing/2014/main" id="{13F18B97-C3AA-2038-AC38-ECA72F791F26}"/>
              </a:ext>
            </a:extLst>
          </p:cNvPr>
          <p:cNvSpPr txBox="1"/>
          <p:nvPr/>
        </p:nvSpPr>
        <p:spPr>
          <a:xfrm>
            <a:off x="3640666" y="2034453"/>
            <a:ext cx="570089" cy="230832"/>
          </a:xfrm>
          <a:prstGeom prst="rect">
            <a:avLst/>
          </a:prstGeom>
          <a:noFill/>
        </p:spPr>
        <p:txBody>
          <a:bodyPr wrap="square" rtlCol="0">
            <a:spAutoFit/>
          </a:bodyPr>
          <a:lstStyle/>
          <a:p>
            <a:pPr algn="ctr"/>
            <a:r>
              <a:rPr lang="en-US" sz="900" dirty="0"/>
              <a:t>789</a:t>
            </a:r>
          </a:p>
        </p:txBody>
      </p:sp>
      <p:sp>
        <p:nvSpPr>
          <p:cNvPr id="34" name="TextBox 33">
            <a:extLst>
              <a:ext uri="{FF2B5EF4-FFF2-40B4-BE49-F238E27FC236}">
                <a16:creationId xmlns:a16="http://schemas.microsoft.com/office/drawing/2014/main" id="{D2A0193F-C2A6-1E42-6DBF-FDA66A28D275}"/>
              </a:ext>
            </a:extLst>
          </p:cNvPr>
          <p:cNvSpPr txBox="1"/>
          <p:nvPr/>
        </p:nvSpPr>
        <p:spPr>
          <a:xfrm>
            <a:off x="3138310" y="2034453"/>
            <a:ext cx="570089" cy="230832"/>
          </a:xfrm>
          <a:prstGeom prst="rect">
            <a:avLst/>
          </a:prstGeom>
          <a:noFill/>
        </p:spPr>
        <p:txBody>
          <a:bodyPr wrap="square" rtlCol="0">
            <a:spAutoFit/>
          </a:bodyPr>
          <a:lstStyle/>
          <a:p>
            <a:pPr algn="ctr"/>
            <a:r>
              <a:rPr lang="en-US" sz="900" dirty="0"/>
              <a:t>789</a:t>
            </a:r>
          </a:p>
        </p:txBody>
      </p:sp>
      <p:sp>
        <p:nvSpPr>
          <p:cNvPr id="35" name="TextBox 34">
            <a:extLst>
              <a:ext uri="{FF2B5EF4-FFF2-40B4-BE49-F238E27FC236}">
                <a16:creationId xmlns:a16="http://schemas.microsoft.com/office/drawing/2014/main" id="{69A484AF-E4B2-E660-F026-9D809EFCD2B0}"/>
              </a:ext>
            </a:extLst>
          </p:cNvPr>
          <p:cNvSpPr txBox="1"/>
          <p:nvPr/>
        </p:nvSpPr>
        <p:spPr>
          <a:xfrm>
            <a:off x="4216401" y="1224551"/>
            <a:ext cx="462845" cy="584775"/>
          </a:xfrm>
          <a:prstGeom prst="rect">
            <a:avLst/>
          </a:prstGeom>
          <a:noFill/>
        </p:spPr>
        <p:txBody>
          <a:bodyPr wrap="square" rtlCol="0">
            <a:spAutoFit/>
          </a:bodyPr>
          <a:lstStyle/>
          <a:p>
            <a:pPr algn="ctr"/>
            <a:r>
              <a:rPr lang="en-US" sz="3200" dirty="0"/>
              <a:t>1</a:t>
            </a:r>
          </a:p>
        </p:txBody>
      </p:sp>
      <p:sp>
        <p:nvSpPr>
          <p:cNvPr id="36" name="TextBox 35">
            <a:extLst>
              <a:ext uri="{FF2B5EF4-FFF2-40B4-BE49-F238E27FC236}">
                <a16:creationId xmlns:a16="http://schemas.microsoft.com/office/drawing/2014/main" id="{42FCEED8-C1D2-8EF1-2DD8-973746F64C8A}"/>
              </a:ext>
            </a:extLst>
          </p:cNvPr>
          <p:cNvSpPr txBox="1"/>
          <p:nvPr/>
        </p:nvSpPr>
        <p:spPr>
          <a:xfrm>
            <a:off x="5215469" y="721216"/>
            <a:ext cx="462845" cy="584775"/>
          </a:xfrm>
          <a:prstGeom prst="rect">
            <a:avLst/>
          </a:prstGeom>
          <a:noFill/>
        </p:spPr>
        <p:txBody>
          <a:bodyPr wrap="square" rtlCol="0">
            <a:spAutoFit/>
          </a:bodyPr>
          <a:lstStyle/>
          <a:p>
            <a:pPr algn="ctr"/>
            <a:r>
              <a:rPr lang="en-US" sz="3200" dirty="0"/>
              <a:t>1</a:t>
            </a:r>
          </a:p>
        </p:txBody>
      </p:sp>
      <p:sp>
        <p:nvSpPr>
          <p:cNvPr id="37" name="TextBox 36">
            <a:extLst>
              <a:ext uri="{FF2B5EF4-FFF2-40B4-BE49-F238E27FC236}">
                <a16:creationId xmlns:a16="http://schemas.microsoft.com/office/drawing/2014/main" id="{9011B898-A0A0-EB40-7CE4-EB0766F3060A}"/>
              </a:ext>
            </a:extLst>
          </p:cNvPr>
          <p:cNvSpPr txBox="1"/>
          <p:nvPr/>
        </p:nvSpPr>
        <p:spPr>
          <a:xfrm>
            <a:off x="3640666" y="901933"/>
            <a:ext cx="570089" cy="230832"/>
          </a:xfrm>
          <a:prstGeom prst="rect">
            <a:avLst/>
          </a:prstGeom>
          <a:noFill/>
        </p:spPr>
        <p:txBody>
          <a:bodyPr wrap="square" rtlCol="0">
            <a:spAutoFit/>
          </a:bodyPr>
          <a:lstStyle/>
          <a:p>
            <a:pPr algn="ctr"/>
            <a:r>
              <a:rPr lang="en-US" sz="900" dirty="0"/>
              <a:t>35</a:t>
            </a:r>
          </a:p>
        </p:txBody>
      </p:sp>
      <p:sp>
        <p:nvSpPr>
          <p:cNvPr id="39" name="TextBox 38">
            <a:extLst>
              <a:ext uri="{FF2B5EF4-FFF2-40B4-BE49-F238E27FC236}">
                <a16:creationId xmlns:a16="http://schemas.microsoft.com/office/drawing/2014/main" id="{581D2AF3-25A3-045C-DFF1-18D15D66F661}"/>
              </a:ext>
            </a:extLst>
          </p:cNvPr>
          <p:cNvSpPr txBox="1"/>
          <p:nvPr/>
        </p:nvSpPr>
        <p:spPr>
          <a:xfrm>
            <a:off x="3640666" y="1402877"/>
            <a:ext cx="570089" cy="230832"/>
          </a:xfrm>
          <a:prstGeom prst="rect">
            <a:avLst/>
          </a:prstGeom>
          <a:noFill/>
        </p:spPr>
        <p:txBody>
          <a:bodyPr wrap="square" rtlCol="0">
            <a:spAutoFit/>
          </a:bodyPr>
          <a:lstStyle/>
          <a:p>
            <a:pPr algn="ctr"/>
            <a:r>
              <a:rPr lang="en-US" sz="900" dirty="0"/>
              <a:t>53</a:t>
            </a:r>
          </a:p>
        </p:txBody>
      </p:sp>
      <p:sp>
        <p:nvSpPr>
          <p:cNvPr id="40" name="TextBox 39">
            <a:extLst>
              <a:ext uri="{FF2B5EF4-FFF2-40B4-BE49-F238E27FC236}">
                <a16:creationId xmlns:a16="http://schemas.microsoft.com/office/drawing/2014/main" id="{33FA273F-1B43-5B45-C66C-9093FD844F71}"/>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41" name="TextBox 40">
            <a:extLst>
              <a:ext uri="{FF2B5EF4-FFF2-40B4-BE49-F238E27FC236}">
                <a16:creationId xmlns:a16="http://schemas.microsoft.com/office/drawing/2014/main" id="{379D3DE1-795F-06FF-BC92-08CA8BC15DDC}"/>
              </a:ext>
            </a:extLst>
          </p:cNvPr>
          <p:cNvSpPr txBox="1"/>
          <p:nvPr/>
        </p:nvSpPr>
        <p:spPr>
          <a:xfrm>
            <a:off x="4645378" y="771301"/>
            <a:ext cx="570089" cy="230832"/>
          </a:xfrm>
          <a:prstGeom prst="rect">
            <a:avLst/>
          </a:prstGeom>
          <a:noFill/>
        </p:spPr>
        <p:txBody>
          <a:bodyPr wrap="square" rtlCol="0">
            <a:spAutoFit/>
          </a:bodyPr>
          <a:lstStyle/>
          <a:p>
            <a:pPr algn="ctr"/>
            <a:r>
              <a:rPr lang="en-US" sz="900" dirty="0"/>
              <a:t>79</a:t>
            </a:r>
          </a:p>
        </p:txBody>
      </p:sp>
      <p:sp>
        <p:nvSpPr>
          <p:cNvPr id="38" name="TextBox 37">
            <a:extLst>
              <a:ext uri="{FF2B5EF4-FFF2-40B4-BE49-F238E27FC236}">
                <a16:creationId xmlns:a16="http://schemas.microsoft.com/office/drawing/2014/main" id="{B396FDA5-4605-7803-B828-9917F17F5CC0}"/>
              </a:ext>
            </a:extLst>
          </p:cNvPr>
          <p:cNvSpPr txBox="1"/>
          <p:nvPr/>
        </p:nvSpPr>
        <p:spPr>
          <a:xfrm>
            <a:off x="4143022" y="2905709"/>
            <a:ext cx="570089" cy="230832"/>
          </a:xfrm>
          <a:prstGeom prst="rect">
            <a:avLst/>
          </a:prstGeom>
          <a:noFill/>
        </p:spPr>
        <p:txBody>
          <a:bodyPr wrap="square" rtlCol="0">
            <a:spAutoFit/>
          </a:bodyPr>
          <a:lstStyle/>
          <a:p>
            <a:pPr algn="ctr"/>
            <a:r>
              <a:rPr lang="en-US" sz="900" dirty="0"/>
              <a:t>54</a:t>
            </a:r>
          </a:p>
        </p:txBody>
      </p:sp>
      <p:sp>
        <p:nvSpPr>
          <p:cNvPr id="42" name="TextBox 41">
            <a:extLst>
              <a:ext uri="{FF2B5EF4-FFF2-40B4-BE49-F238E27FC236}">
                <a16:creationId xmlns:a16="http://schemas.microsoft.com/office/drawing/2014/main" id="{E9EF23A7-7C3D-5030-CAF7-A734FB808398}"/>
              </a:ext>
            </a:extLst>
          </p:cNvPr>
          <p:cNvSpPr txBox="1"/>
          <p:nvPr/>
        </p:nvSpPr>
        <p:spPr>
          <a:xfrm>
            <a:off x="5215469" y="2231221"/>
            <a:ext cx="462845" cy="584775"/>
          </a:xfrm>
          <a:prstGeom prst="rect">
            <a:avLst/>
          </a:prstGeom>
          <a:noFill/>
        </p:spPr>
        <p:txBody>
          <a:bodyPr wrap="square" rtlCol="0">
            <a:spAutoFit/>
          </a:bodyPr>
          <a:lstStyle/>
          <a:p>
            <a:pPr algn="ctr"/>
            <a:r>
              <a:rPr lang="en-US" sz="3200" dirty="0"/>
              <a:t>6</a:t>
            </a:r>
          </a:p>
        </p:txBody>
      </p:sp>
      <p:sp>
        <p:nvSpPr>
          <p:cNvPr id="15" name="TextBox 14">
            <a:extLst>
              <a:ext uri="{FF2B5EF4-FFF2-40B4-BE49-F238E27FC236}">
                <a16:creationId xmlns:a16="http://schemas.microsoft.com/office/drawing/2014/main" id="{8606855B-26D4-C187-E373-FF4E6602FDC7}"/>
              </a:ext>
            </a:extLst>
          </p:cNvPr>
          <p:cNvSpPr txBox="1"/>
          <p:nvPr/>
        </p:nvSpPr>
        <p:spPr>
          <a:xfrm>
            <a:off x="5147734" y="2034453"/>
            <a:ext cx="570089" cy="230832"/>
          </a:xfrm>
          <a:prstGeom prst="rect">
            <a:avLst/>
          </a:prstGeom>
          <a:noFill/>
        </p:spPr>
        <p:txBody>
          <a:bodyPr wrap="square" rtlCol="0">
            <a:spAutoFit/>
          </a:bodyPr>
          <a:lstStyle/>
          <a:p>
            <a:pPr algn="ctr"/>
            <a:r>
              <a:rPr lang="en-US" sz="900" dirty="0"/>
              <a:t>789</a:t>
            </a:r>
          </a:p>
        </p:txBody>
      </p:sp>
    </p:spTree>
    <p:extLst>
      <p:ext uri="{BB962C8B-B14F-4D97-AF65-F5344CB8AC3E}">
        <p14:creationId xmlns:p14="http://schemas.microsoft.com/office/powerpoint/2010/main" val="34341394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B89DB9-661C-9E70-C6B3-B05A80CA0DB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615ED1B-2A06-AE4F-6BA5-2B5F3E9BE84D}"/>
              </a:ext>
            </a:extLst>
          </p:cNvPr>
          <p:cNvSpPr>
            <a:spLocks noGrp="1"/>
          </p:cNvSpPr>
          <p:nvPr>
            <p:ph sz="half" idx="1"/>
          </p:nvPr>
        </p:nvSpPr>
        <p:spPr/>
        <p:txBody>
          <a:bodyPr>
            <a:normAutofit/>
          </a:bodyPr>
          <a:lstStyle/>
          <a:p>
            <a:r>
              <a:rPr lang="en-US" dirty="0"/>
              <a:t>Complete Row 1.</a:t>
            </a:r>
          </a:p>
        </p:txBody>
      </p:sp>
      <p:pic>
        <p:nvPicPr>
          <p:cNvPr id="4" name="Picture 3" descr="A grid of sudoku puzzle&#10;&#10;Description automatically generated">
            <a:extLst>
              <a:ext uri="{FF2B5EF4-FFF2-40B4-BE49-F238E27FC236}">
                <a16:creationId xmlns:a16="http://schemas.microsoft.com/office/drawing/2014/main" id="{1C1A4717-7B3C-33F5-1D65-6D8F2A0FCE56}"/>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C3C4BDA7-93BB-0E17-D800-2E3BE3888EDE}"/>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BCD6DF4B-9F76-184E-7C71-50AB8D9A1FF6}"/>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868222E4-36A0-97C4-04CD-1A0C4204A9F1}"/>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9D72EC97-09BC-6E55-3B66-2DAC9F1D7D1D}"/>
              </a:ext>
            </a:extLst>
          </p:cNvPr>
          <p:cNvSpPr txBox="1"/>
          <p:nvPr/>
        </p:nvSpPr>
        <p:spPr>
          <a:xfrm>
            <a:off x="3716867" y="223122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A2820269-79CD-D100-76A0-9FEEFA329035}"/>
              </a:ext>
            </a:extLst>
          </p:cNvPr>
          <p:cNvSpPr txBox="1"/>
          <p:nvPr/>
        </p:nvSpPr>
        <p:spPr>
          <a:xfrm>
            <a:off x="3640666" y="3036341"/>
            <a:ext cx="570089" cy="230832"/>
          </a:xfrm>
          <a:prstGeom prst="rect">
            <a:avLst/>
          </a:prstGeom>
          <a:noFill/>
        </p:spPr>
        <p:txBody>
          <a:bodyPr wrap="square" rtlCol="0">
            <a:spAutoFit/>
          </a:bodyPr>
          <a:lstStyle/>
          <a:p>
            <a:pPr algn="ctr"/>
            <a:r>
              <a:rPr lang="en-US" sz="900" dirty="0"/>
              <a:t>8764</a:t>
            </a:r>
          </a:p>
        </p:txBody>
      </p:sp>
      <p:sp>
        <p:nvSpPr>
          <p:cNvPr id="9" name="TextBox 8">
            <a:extLst>
              <a:ext uri="{FF2B5EF4-FFF2-40B4-BE49-F238E27FC236}">
                <a16:creationId xmlns:a16="http://schemas.microsoft.com/office/drawing/2014/main" id="{27FA6A53-7CD1-EE03-D379-FC5A6741212A}"/>
              </a:ext>
            </a:extLst>
          </p:cNvPr>
          <p:cNvSpPr txBox="1"/>
          <p:nvPr/>
        </p:nvSpPr>
        <p:spPr>
          <a:xfrm>
            <a:off x="3138310" y="3036341"/>
            <a:ext cx="570089" cy="230832"/>
          </a:xfrm>
          <a:prstGeom prst="rect">
            <a:avLst/>
          </a:prstGeom>
          <a:noFill/>
        </p:spPr>
        <p:txBody>
          <a:bodyPr wrap="square" rtlCol="0">
            <a:spAutoFit/>
          </a:bodyPr>
          <a:lstStyle/>
          <a:p>
            <a:pPr algn="ctr"/>
            <a:r>
              <a:rPr lang="en-US" sz="900" dirty="0"/>
              <a:t>5679</a:t>
            </a:r>
          </a:p>
        </p:txBody>
      </p:sp>
      <p:sp>
        <p:nvSpPr>
          <p:cNvPr id="10" name="TextBox 9">
            <a:extLst>
              <a:ext uri="{FF2B5EF4-FFF2-40B4-BE49-F238E27FC236}">
                <a16:creationId xmlns:a16="http://schemas.microsoft.com/office/drawing/2014/main" id="{D98CFCD3-E7F7-D663-DF51-822E8C09EB32}"/>
              </a:ext>
            </a:extLst>
          </p:cNvPr>
          <p:cNvSpPr txBox="1"/>
          <p:nvPr/>
        </p:nvSpPr>
        <p:spPr>
          <a:xfrm>
            <a:off x="3217333" y="4747898"/>
            <a:ext cx="462845" cy="584775"/>
          </a:xfrm>
          <a:prstGeom prst="rect">
            <a:avLst/>
          </a:prstGeom>
          <a:noFill/>
        </p:spPr>
        <p:txBody>
          <a:bodyPr wrap="square" rtlCol="0">
            <a:spAutoFit/>
          </a:bodyPr>
          <a:lstStyle/>
          <a:p>
            <a:pPr algn="ctr"/>
            <a:r>
              <a:rPr lang="en-US" sz="3200" dirty="0"/>
              <a:t>6</a:t>
            </a:r>
          </a:p>
        </p:txBody>
      </p:sp>
      <p:sp>
        <p:nvSpPr>
          <p:cNvPr id="11" name="TextBox 10">
            <a:extLst>
              <a:ext uri="{FF2B5EF4-FFF2-40B4-BE49-F238E27FC236}">
                <a16:creationId xmlns:a16="http://schemas.microsoft.com/office/drawing/2014/main" id="{3279B847-3B10-BB97-15DD-FE758573E36F}"/>
              </a:ext>
            </a:extLst>
          </p:cNvPr>
          <p:cNvSpPr txBox="1"/>
          <p:nvPr/>
        </p:nvSpPr>
        <p:spPr>
          <a:xfrm>
            <a:off x="7213604" y="4747898"/>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0BBBE740-C93F-FA8F-A54D-7F6BED45E52F}"/>
              </a:ext>
            </a:extLst>
          </p:cNvPr>
          <p:cNvSpPr txBox="1"/>
          <p:nvPr/>
        </p:nvSpPr>
        <p:spPr>
          <a:xfrm>
            <a:off x="6214537" y="2734556"/>
            <a:ext cx="462845" cy="584775"/>
          </a:xfrm>
          <a:prstGeom prst="rect">
            <a:avLst/>
          </a:prstGeom>
          <a:no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2F5A6647-D1AC-F3C1-4796-9F77071E33B3}"/>
              </a:ext>
            </a:extLst>
          </p:cNvPr>
          <p:cNvSpPr txBox="1"/>
          <p:nvPr/>
        </p:nvSpPr>
        <p:spPr>
          <a:xfrm>
            <a:off x="4143022" y="2274133"/>
            <a:ext cx="570089" cy="230832"/>
          </a:xfrm>
          <a:prstGeom prst="rect">
            <a:avLst/>
          </a:prstGeom>
          <a:noFill/>
        </p:spPr>
        <p:txBody>
          <a:bodyPr wrap="square" rtlCol="0">
            <a:spAutoFit/>
          </a:bodyPr>
          <a:lstStyle/>
          <a:p>
            <a:pPr algn="ctr"/>
            <a:r>
              <a:rPr lang="en-US" sz="900" dirty="0"/>
              <a:t>45789</a:t>
            </a:r>
          </a:p>
        </p:txBody>
      </p:sp>
      <p:sp>
        <p:nvSpPr>
          <p:cNvPr id="14" name="TextBox 13">
            <a:extLst>
              <a:ext uri="{FF2B5EF4-FFF2-40B4-BE49-F238E27FC236}">
                <a16:creationId xmlns:a16="http://schemas.microsoft.com/office/drawing/2014/main" id="{FD05558E-18B9-0281-F780-82484A5AF812}"/>
              </a:ext>
            </a:extLst>
          </p:cNvPr>
          <p:cNvSpPr txBox="1"/>
          <p:nvPr/>
        </p:nvSpPr>
        <p:spPr>
          <a:xfrm>
            <a:off x="4645378" y="2274133"/>
            <a:ext cx="570089" cy="230832"/>
          </a:xfrm>
          <a:prstGeom prst="rect">
            <a:avLst/>
          </a:prstGeom>
          <a:noFill/>
        </p:spPr>
        <p:txBody>
          <a:bodyPr wrap="square" rtlCol="0">
            <a:spAutoFit/>
          </a:bodyPr>
          <a:lstStyle/>
          <a:p>
            <a:pPr algn="ctr"/>
            <a:r>
              <a:rPr lang="en-US" sz="900" dirty="0"/>
              <a:t>45789</a:t>
            </a:r>
          </a:p>
        </p:txBody>
      </p:sp>
      <p:sp>
        <p:nvSpPr>
          <p:cNvPr id="16" name="TextBox 15">
            <a:extLst>
              <a:ext uri="{FF2B5EF4-FFF2-40B4-BE49-F238E27FC236}">
                <a16:creationId xmlns:a16="http://schemas.microsoft.com/office/drawing/2014/main" id="{71587EF1-5EDF-CD2D-D56C-5AD50D125B1D}"/>
              </a:ext>
            </a:extLst>
          </p:cNvPr>
          <p:cNvSpPr txBox="1"/>
          <p:nvPr/>
        </p:nvSpPr>
        <p:spPr>
          <a:xfrm>
            <a:off x="5650090" y="2274133"/>
            <a:ext cx="570089" cy="230832"/>
          </a:xfrm>
          <a:prstGeom prst="rect">
            <a:avLst/>
          </a:prstGeom>
          <a:noFill/>
        </p:spPr>
        <p:txBody>
          <a:bodyPr wrap="square" rtlCol="0">
            <a:spAutoFit/>
          </a:bodyPr>
          <a:lstStyle/>
          <a:p>
            <a:pPr algn="ctr"/>
            <a:r>
              <a:rPr lang="en-US" sz="900" dirty="0"/>
              <a:t>45789</a:t>
            </a:r>
          </a:p>
        </p:txBody>
      </p:sp>
      <p:sp>
        <p:nvSpPr>
          <p:cNvPr id="17" name="TextBox 16">
            <a:extLst>
              <a:ext uri="{FF2B5EF4-FFF2-40B4-BE49-F238E27FC236}">
                <a16:creationId xmlns:a16="http://schemas.microsoft.com/office/drawing/2014/main" id="{7C85F57A-4869-9BAE-14C8-5F171B7E7864}"/>
              </a:ext>
            </a:extLst>
          </p:cNvPr>
          <p:cNvSpPr txBox="1"/>
          <p:nvPr/>
        </p:nvSpPr>
        <p:spPr>
          <a:xfrm>
            <a:off x="6152446" y="2274133"/>
            <a:ext cx="570089" cy="230832"/>
          </a:xfrm>
          <a:prstGeom prst="rect">
            <a:avLst/>
          </a:prstGeom>
          <a:noFill/>
        </p:spPr>
        <p:txBody>
          <a:bodyPr wrap="square" rtlCol="0">
            <a:spAutoFit/>
          </a:bodyPr>
          <a:lstStyle/>
          <a:p>
            <a:pPr algn="ctr"/>
            <a:r>
              <a:rPr lang="en-US" sz="900" dirty="0"/>
              <a:t>45789</a:t>
            </a:r>
          </a:p>
        </p:txBody>
      </p:sp>
      <p:sp>
        <p:nvSpPr>
          <p:cNvPr id="18" name="TextBox 17">
            <a:extLst>
              <a:ext uri="{FF2B5EF4-FFF2-40B4-BE49-F238E27FC236}">
                <a16:creationId xmlns:a16="http://schemas.microsoft.com/office/drawing/2014/main" id="{85082D56-B48C-102C-B096-61B30692E635}"/>
              </a:ext>
            </a:extLst>
          </p:cNvPr>
          <p:cNvSpPr txBox="1"/>
          <p:nvPr/>
        </p:nvSpPr>
        <p:spPr>
          <a:xfrm>
            <a:off x="6654802" y="2404765"/>
            <a:ext cx="570089" cy="230832"/>
          </a:xfrm>
          <a:prstGeom prst="rect">
            <a:avLst/>
          </a:prstGeom>
          <a:noFill/>
        </p:spPr>
        <p:txBody>
          <a:bodyPr wrap="square" rtlCol="0">
            <a:spAutoFit/>
          </a:bodyPr>
          <a:lstStyle/>
          <a:p>
            <a:pPr algn="ctr"/>
            <a:r>
              <a:rPr lang="en-US" sz="900" dirty="0"/>
              <a:t>245</a:t>
            </a:r>
          </a:p>
        </p:txBody>
      </p:sp>
      <p:sp>
        <p:nvSpPr>
          <p:cNvPr id="19" name="TextBox 18">
            <a:extLst>
              <a:ext uri="{FF2B5EF4-FFF2-40B4-BE49-F238E27FC236}">
                <a16:creationId xmlns:a16="http://schemas.microsoft.com/office/drawing/2014/main" id="{A2A85DB3-95AF-416C-0144-AC3BDE8FCC87}"/>
              </a:ext>
            </a:extLst>
          </p:cNvPr>
          <p:cNvSpPr txBox="1"/>
          <p:nvPr/>
        </p:nvSpPr>
        <p:spPr>
          <a:xfrm>
            <a:off x="7157158" y="2404765"/>
            <a:ext cx="570089" cy="230832"/>
          </a:xfrm>
          <a:prstGeom prst="rect">
            <a:avLst/>
          </a:prstGeom>
          <a:noFill/>
        </p:spPr>
        <p:txBody>
          <a:bodyPr wrap="square" rtlCol="0">
            <a:spAutoFit/>
          </a:bodyPr>
          <a:lstStyle/>
          <a:p>
            <a:pPr algn="ctr"/>
            <a:r>
              <a:rPr lang="en-US" sz="900" dirty="0"/>
              <a:t>245</a:t>
            </a:r>
          </a:p>
        </p:txBody>
      </p:sp>
      <p:sp>
        <p:nvSpPr>
          <p:cNvPr id="20" name="TextBox 19">
            <a:extLst>
              <a:ext uri="{FF2B5EF4-FFF2-40B4-BE49-F238E27FC236}">
                <a16:creationId xmlns:a16="http://schemas.microsoft.com/office/drawing/2014/main" id="{0C014E36-E95E-ECC4-4825-BDC04CAAEBAF}"/>
              </a:ext>
            </a:extLst>
          </p:cNvPr>
          <p:cNvSpPr txBox="1"/>
          <p:nvPr/>
        </p:nvSpPr>
        <p:spPr>
          <a:xfrm>
            <a:off x="4645378" y="1903821"/>
            <a:ext cx="570089" cy="230832"/>
          </a:xfrm>
          <a:prstGeom prst="rect">
            <a:avLst/>
          </a:prstGeom>
          <a:noFill/>
        </p:spPr>
        <p:txBody>
          <a:bodyPr wrap="square" rtlCol="0">
            <a:spAutoFit/>
          </a:bodyPr>
          <a:lstStyle/>
          <a:p>
            <a:pPr algn="ctr"/>
            <a:r>
              <a:rPr lang="en-US" sz="900" dirty="0"/>
              <a:t>345</a:t>
            </a:r>
          </a:p>
        </p:txBody>
      </p:sp>
      <p:sp>
        <p:nvSpPr>
          <p:cNvPr id="23" name="TextBox 22">
            <a:extLst>
              <a:ext uri="{FF2B5EF4-FFF2-40B4-BE49-F238E27FC236}">
                <a16:creationId xmlns:a16="http://schemas.microsoft.com/office/drawing/2014/main" id="{F0DCC808-9309-6A1F-910D-AD6387553722}"/>
              </a:ext>
            </a:extLst>
          </p:cNvPr>
          <p:cNvSpPr txBox="1"/>
          <p:nvPr/>
        </p:nvSpPr>
        <p:spPr>
          <a:xfrm>
            <a:off x="6214537" y="721216"/>
            <a:ext cx="462845" cy="584775"/>
          </a:xfrm>
          <a:prstGeom prst="rect">
            <a:avLst/>
          </a:prstGeom>
          <a:noFill/>
        </p:spPr>
        <p:txBody>
          <a:bodyPr wrap="square" rtlCol="0">
            <a:spAutoFit/>
          </a:bodyPr>
          <a:lstStyle/>
          <a:p>
            <a:pPr algn="ctr"/>
            <a:r>
              <a:rPr lang="en-US" sz="3200" dirty="0"/>
              <a:t>2</a:t>
            </a:r>
          </a:p>
        </p:txBody>
      </p:sp>
      <p:sp>
        <p:nvSpPr>
          <p:cNvPr id="24" name="TextBox 23">
            <a:extLst>
              <a:ext uri="{FF2B5EF4-FFF2-40B4-BE49-F238E27FC236}">
                <a16:creationId xmlns:a16="http://schemas.microsoft.com/office/drawing/2014/main" id="{2349A182-3E8D-A80C-AE55-994CEB59EDE5}"/>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C7DDFD22-F9B8-7817-8BCB-6B5642B1B9D1}"/>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57466B38-0525-7044-15E9-12EDEB91C843}"/>
              </a:ext>
            </a:extLst>
          </p:cNvPr>
          <p:cNvSpPr txBox="1"/>
          <p:nvPr/>
        </p:nvSpPr>
        <p:spPr>
          <a:xfrm>
            <a:off x="6654802" y="771301"/>
            <a:ext cx="570089" cy="230832"/>
          </a:xfrm>
          <a:prstGeom prst="rect">
            <a:avLst/>
          </a:prstGeom>
          <a:noFill/>
        </p:spPr>
        <p:txBody>
          <a:bodyPr wrap="square" rtlCol="0">
            <a:spAutoFit/>
          </a:bodyPr>
          <a:lstStyle/>
          <a:p>
            <a:pPr algn="ctr"/>
            <a:r>
              <a:rPr lang="en-US" sz="900" dirty="0"/>
              <a:t>3579</a:t>
            </a:r>
          </a:p>
        </p:txBody>
      </p:sp>
      <p:sp>
        <p:nvSpPr>
          <p:cNvPr id="26" name="TextBox 25">
            <a:extLst>
              <a:ext uri="{FF2B5EF4-FFF2-40B4-BE49-F238E27FC236}">
                <a16:creationId xmlns:a16="http://schemas.microsoft.com/office/drawing/2014/main" id="{AFEE2F47-A40F-99D2-3006-66C0D2D25E80}"/>
              </a:ext>
            </a:extLst>
          </p:cNvPr>
          <p:cNvSpPr txBox="1"/>
          <p:nvPr/>
        </p:nvSpPr>
        <p:spPr>
          <a:xfrm>
            <a:off x="6654802" y="1402877"/>
            <a:ext cx="570089" cy="230832"/>
          </a:xfrm>
          <a:prstGeom prst="rect">
            <a:avLst/>
          </a:prstGeom>
          <a:noFill/>
        </p:spPr>
        <p:txBody>
          <a:bodyPr wrap="square" rtlCol="0">
            <a:spAutoFit/>
          </a:bodyPr>
          <a:lstStyle/>
          <a:p>
            <a:pPr algn="ctr"/>
            <a:r>
              <a:rPr lang="en-US" sz="900" dirty="0"/>
              <a:t>34579</a:t>
            </a:r>
          </a:p>
        </p:txBody>
      </p:sp>
      <p:sp>
        <p:nvSpPr>
          <p:cNvPr id="27" name="TextBox 26">
            <a:extLst>
              <a:ext uri="{FF2B5EF4-FFF2-40B4-BE49-F238E27FC236}">
                <a16:creationId xmlns:a16="http://schemas.microsoft.com/office/drawing/2014/main" id="{4CDDA6DB-3959-F23D-55D3-6B5A26625831}"/>
              </a:ext>
            </a:extLst>
          </p:cNvPr>
          <p:cNvSpPr txBox="1"/>
          <p:nvPr/>
        </p:nvSpPr>
        <p:spPr>
          <a:xfrm>
            <a:off x="7157158" y="1402877"/>
            <a:ext cx="570089" cy="230832"/>
          </a:xfrm>
          <a:prstGeom prst="rect">
            <a:avLst/>
          </a:prstGeom>
          <a:noFill/>
        </p:spPr>
        <p:txBody>
          <a:bodyPr wrap="square" rtlCol="0">
            <a:spAutoFit/>
          </a:bodyPr>
          <a:lstStyle/>
          <a:p>
            <a:pPr algn="ctr"/>
            <a:r>
              <a:rPr lang="en-US" sz="900" dirty="0"/>
              <a:t>4579</a:t>
            </a:r>
          </a:p>
        </p:txBody>
      </p:sp>
      <p:sp>
        <p:nvSpPr>
          <p:cNvPr id="28" name="TextBox 27">
            <a:extLst>
              <a:ext uri="{FF2B5EF4-FFF2-40B4-BE49-F238E27FC236}">
                <a16:creationId xmlns:a16="http://schemas.microsoft.com/office/drawing/2014/main" id="{91B8EF5C-3B06-C901-5E4B-A99A45003EC3}"/>
              </a:ext>
            </a:extLst>
          </p:cNvPr>
          <p:cNvSpPr txBox="1"/>
          <p:nvPr/>
        </p:nvSpPr>
        <p:spPr>
          <a:xfrm>
            <a:off x="6654802" y="2034453"/>
            <a:ext cx="570089" cy="230832"/>
          </a:xfrm>
          <a:prstGeom prst="rect">
            <a:avLst/>
          </a:prstGeom>
          <a:noFill/>
        </p:spPr>
        <p:txBody>
          <a:bodyPr wrap="square" rtlCol="0">
            <a:spAutoFit/>
          </a:bodyPr>
          <a:lstStyle/>
          <a:p>
            <a:pPr algn="ctr"/>
            <a:r>
              <a:rPr lang="en-US" sz="900" dirty="0"/>
              <a:t>345</a:t>
            </a:r>
          </a:p>
        </p:txBody>
      </p:sp>
      <p:sp>
        <p:nvSpPr>
          <p:cNvPr id="29" name="TextBox 28">
            <a:extLst>
              <a:ext uri="{FF2B5EF4-FFF2-40B4-BE49-F238E27FC236}">
                <a16:creationId xmlns:a16="http://schemas.microsoft.com/office/drawing/2014/main" id="{8F46320E-79EB-9381-4C36-5750D527F5C9}"/>
              </a:ext>
            </a:extLst>
          </p:cNvPr>
          <p:cNvSpPr txBox="1"/>
          <p:nvPr/>
        </p:nvSpPr>
        <p:spPr>
          <a:xfrm>
            <a:off x="7157158" y="2034453"/>
            <a:ext cx="570089" cy="230832"/>
          </a:xfrm>
          <a:prstGeom prst="rect">
            <a:avLst/>
          </a:prstGeom>
          <a:noFill/>
        </p:spPr>
        <p:txBody>
          <a:bodyPr wrap="square" rtlCol="0">
            <a:spAutoFit/>
          </a:bodyPr>
          <a:lstStyle/>
          <a:p>
            <a:pPr algn="ctr"/>
            <a:r>
              <a:rPr lang="en-US" sz="900" dirty="0"/>
              <a:t>45</a:t>
            </a:r>
          </a:p>
        </p:txBody>
      </p:sp>
      <p:sp>
        <p:nvSpPr>
          <p:cNvPr id="30" name="TextBox 29">
            <a:extLst>
              <a:ext uri="{FF2B5EF4-FFF2-40B4-BE49-F238E27FC236}">
                <a16:creationId xmlns:a16="http://schemas.microsoft.com/office/drawing/2014/main" id="{A5EFE67C-4DDD-53FF-6B25-254CC23F3C73}"/>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3228F70B-8518-F9ED-D507-7A05F15DB371}"/>
              </a:ext>
            </a:extLst>
          </p:cNvPr>
          <p:cNvSpPr txBox="1"/>
          <p:nvPr/>
        </p:nvSpPr>
        <p:spPr>
          <a:xfrm>
            <a:off x="3217333" y="721216"/>
            <a:ext cx="462845" cy="584775"/>
          </a:xfrm>
          <a:prstGeom prst="rect">
            <a:avLst/>
          </a:prstGeom>
          <a:noFill/>
        </p:spPr>
        <p:txBody>
          <a:bodyPr wrap="square" rtlCol="0">
            <a:spAutoFit/>
          </a:bodyPr>
          <a:lstStyle/>
          <a:p>
            <a:pPr algn="ctr"/>
            <a:r>
              <a:rPr lang="en-US" sz="3200" dirty="0"/>
              <a:t>4</a:t>
            </a:r>
          </a:p>
        </p:txBody>
      </p:sp>
      <p:sp>
        <p:nvSpPr>
          <p:cNvPr id="32" name="TextBox 31">
            <a:extLst>
              <a:ext uri="{FF2B5EF4-FFF2-40B4-BE49-F238E27FC236}">
                <a16:creationId xmlns:a16="http://schemas.microsoft.com/office/drawing/2014/main" id="{F547CCD9-3E38-7A67-679A-A2798580AFE7}"/>
              </a:ext>
            </a:extLst>
          </p:cNvPr>
          <p:cNvSpPr txBox="1"/>
          <p:nvPr/>
        </p:nvSpPr>
        <p:spPr>
          <a:xfrm>
            <a:off x="3138310" y="1402877"/>
            <a:ext cx="570089" cy="230832"/>
          </a:xfrm>
          <a:prstGeom prst="rect">
            <a:avLst/>
          </a:prstGeom>
          <a:noFill/>
        </p:spPr>
        <p:txBody>
          <a:bodyPr wrap="square" rtlCol="0">
            <a:spAutoFit/>
          </a:bodyPr>
          <a:lstStyle/>
          <a:p>
            <a:pPr algn="ctr"/>
            <a:r>
              <a:rPr lang="en-US" sz="900" dirty="0"/>
              <a:t>789</a:t>
            </a:r>
          </a:p>
        </p:txBody>
      </p:sp>
      <p:sp>
        <p:nvSpPr>
          <p:cNvPr id="33" name="TextBox 32">
            <a:extLst>
              <a:ext uri="{FF2B5EF4-FFF2-40B4-BE49-F238E27FC236}">
                <a16:creationId xmlns:a16="http://schemas.microsoft.com/office/drawing/2014/main" id="{85771421-AC12-DB6B-9FDE-BAEC30BF5FAB}"/>
              </a:ext>
            </a:extLst>
          </p:cNvPr>
          <p:cNvSpPr txBox="1"/>
          <p:nvPr/>
        </p:nvSpPr>
        <p:spPr>
          <a:xfrm>
            <a:off x="3640666" y="2034453"/>
            <a:ext cx="570089" cy="230832"/>
          </a:xfrm>
          <a:prstGeom prst="rect">
            <a:avLst/>
          </a:prstGeom>
          <a:noFill/>
        </p:spPr>
        <p:txBody>
          <a:bodyPr wrap="square" rtlCol="0">
            <a:spAutoFit/>
          </a:bodyPr>
          <a:lstStyle/>
          <a:p>
            <a:pPr algn="ctr"/>
            <a:r>
              <a:rPr lang="en-US" sz="900" dirty="0"/>
              <a:t>789</a:t>
            </a:r>
          </a:p>
        </p:txBody>
      </p:sp>
      <p:sp>
        <p:nvSpPr>
          <p:cNvPr id="34" name="TextBox 33">
            <a:extLst>
              <a:ext uri="{FF2B5EF4-FFF2-40B4-BE49-F238E27FC236}">
                <a16:creationId xmlns:a16="http://schemas.microsoft.com/office/drawing/2014/main" id="{DB43E97F-722C-6068-3E94-34117D0EFEA0}"/>
              </a:ext>
            </a:extLst>
          </p:cNvPr>
          <p:cNvSpPr txBox="1"/>
          <p:nvPr/>
        </p:nvSpPr>
        <p:spPr>
          <a:xfrm>
            <a:off x="3138310" y="2034453"/>
            <a:ext cx="570089" cy="230832"/>
          </a:xfrm>
          <a:prstGeom prst="rect">
            <a:avLst/>
          </a:prstGeom>
          <a:noFill/>
        </p:spPr>
        <p:txBody>
          <a:bodyPr wrap="square" rtlCol="0">
            <a:spAutoFit/>
          </a:bodyPr>
          <a:lstStyle/>
          <a:p>
            <a:pPr algn="ctr"/>
            <a:r>
              <a:rPr lang="en-US" sz="900" dirty="0"/>
              <a:t>789</a:t>
            </a:r>
          </a:p>
        </p:txBody>
      </p:sp>
      <p:sp>
        <p:nvSpPr>
          <p:cNvPr id="35" name="TextBox 34">
            <a:extLst>
              <a:ext uri="{FF2B5EF4-FFF2-40B4-BE49-F238E27FC236}">
                <a16:creationId xmlns:a16="http://schemas.microsoft.com/office/drawing/2014/main" id="{F494DC5E-AF8F-6BAF-CF77-A6DD6E996F4F}"/>
              </a:ext>
            </a:extLst>
          </p:cNvPr>
          <p:cNvSpPr txBox="1"/>
          <p:nvPr/>
        </p:nvSpPr>
        <p:spPr>
          <a:xfrm>
            <a:off x="4216401" y="1224551"/>
            <a:ext cx="462845" cy="584775"/>
          </a:xfrm>
          <a:prstGeom prst="rect">
            <a:avLst/>
          </a:prstGeom>
          <a:noFill/>
        </p:spPr>
        <p:txBody>
          <a:bodyPr wrap="square" rtlCol="0">
            <a:spAutoFit/>
          </a:bodyPr>
          <a:lstStyle/>
          <a:p>
            <a:pPr algn="ctr"/>
            <a:r>
              <a:rPr lang="en-US" sz="3200" dirty="0"/>
              <a:t>1</a:t>
            </a:r>
          </a:p>
        </p:txBody>
      </p:sp>
      <p:sp>
        <p:nvSpPr>
          <p:cNvPr id="36" name="TextBox 35">
            <a:extLst>
              <a:ext uri="{FF2B5EF4-FFF2-40B4-BE49-F238E27FC236}">
                <a16:creationId xmlns:a16="http://schemas.microsoft.com/office/drawing/2014/main" id="{3ECC07EC-16C5-B353-DABD-9EC9F918765A}"/>
              </a:ext>
            </a:extLst>
          </p:cNvPr>
          <p:cNvSpPr txBox="1"/>
          <p:nvPr/>
        </p:nvSpPr>
        <p:spPr>
          <a:xfrm>
            <a:off x="5215469" y="721216"/>
            <a:ext cx="462845" cy="584775"/>
          </a:xfrm>
          <a:prstGeom prst="rect">
            <a:avLst/>
          </a:prstGeom>
          <a:noFill/>
        </p:spPr>
        <p:txBody>
          <a:bodyPr wrap="square" rtlCol="0">
            <a:spAutoFit/>
          </a:bodyPr>
          <a:lstStyle/>
          <a:p>
            <a:pPr algn="ctr"/>
            <a:r>
              <a:rPr lang="en-US" sz="3200" dirty="0"/>
              <a:t>1</a:t>
            </a:r>
          </a:p>
        </p:txBody>
      </p:sp>
      <p:sp>
        <p:nvSpPr>
          <p:cNvPr id="37" name="TextBox 36">
            <a:extLst>
              <a:ext uri="{FF2B5EF4-FFF2-40B4-BE49-F238E27FC236}">
                <a16:creationId xmlns:a16="http://schemas.microsoft.com/office/drawing/2014/main" id="{ECBAAD60-BDF6-9E64-A5E6-CF6CC1E57DCE}"/>
              </a:ext>
            </a:extLst>
          </p:cNvPr>
          <p:cNvSpPr txBox="1"/>
          <p:nvPr/>
        </p:nvSpPr>
        <p:spPr>
          <a:xfrm>
            <a:off x="3640666" y="901933"/>
            <a:ext cx="570089" cy="230832"/>
          </a:xfrm>
          <a:prstGeom prst="rect">
            <a:avLst/>
          </a:prstGeom>
          <a:noFill/>
        </p:spPr>
        <p:txBody>
          <a:bodyPr wrap="square" rtlCol="0">
            <a:spAutoFit/>
          </a:bodyPr>
          <a:lstStyle/>
          <a:p>
            <a:pPr algn="ctr"/>
            <a:r>
              <a:rPr lang="en-US" sz="900" dirty="0"/>
              <a:t>35</a:t>
            </a:r>
          </a:p>
        </p:txBody>
      </p:sp>
      <p:sp>
        <p:nvSpPr>
          <p:cNvPr id="39" name="TextBox 38">
            <a:extLst>
              <a:ext uri="{FF2B5EF4-FFF2-40B4-BE49-F238E27FC236}">
                <a16:creationId xmlns:a16="http://schemas.microsoft.com/office/drawing/2014/main" id="{B33F6C04-DE28-71B5-6A0D-2F5F3A16EA3C}"/>
              </a:ext>
            </a:extLst>
          </p:cNvPr>
          <p:cNvSpPr txBox="1"/>
          <p:nvPr/>
        </p:nvSpPr>
        <p:spPr>
          <a:xfrm>
            <a:off x="3640666" y="1402877"/>
            <a:ext cx="570089" cy="230832"/>
          </a:xfrm>
          <a:prstGeom prst="rect">
            <a:avLst/>
          </a:prstGeom>
          <a:noFill/>
        </p:spPr>
        <p:txBody>
          <a:bodyPr wrap="square" rtlCol="0">
            <a:spAutoFit/>
          </a:bodyPr>
          <a:lstStyle/>
          <a:p>
            <a:pPr algn="ctr"/>
            <a:r>
              <a:rPr lang="en-US" sz="900" dirty="0"/>
              <a:t>53</a:t>
            </a:r>
          </a:p>
        </p:txBody>
      </p:sp>
      <p:sp>
        <p:nvSpPr>
          <p:cNvPr id="40" name="TextBox 39">
            <a:extLst>
              <a:ext uri="{FF2B5EF4-FFF2-40B4-BE49-F238E27FC236}">
                <a16:creationId xmlns:a16="http://schemas.microsoft.com/office/drawing/2014/main" id="{A64870E4-C758-9EC5-7E5B-319E7648CAE5}"/>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41" name="TextBox 40">
            <a:extLst>
              <a:ext uri="{FF2B5EF4-FFF2-40B4-BE49-F238E27FC236}">
                <a16:creationId xmlns:a16="http://schemas.microsoft.com/office/drawing/2014/main" id="{3067C323-E88F-F5FA-EFBC-2CDEEF1B39C3}"/>
              </a:ext>
            </a:extLst>
          </p:cNvPr>
          <p:cNvSpPr txBox="1"/>
          <p:nvPr/>
        </p:nvSpPr>
        <p:spPr>
          <a:xfrm>
            <a:off x="4645378" y="771301"/>
            <a:ext cx="570089" cy="230832"/>
          </a:xfrm>
          <a:prstGeom prst="rect">
            <a:avLst/>
          </a:prstGeom>
          <a:noFill/>
        </p:spPr>
        <p:txBody>
          <a:bodyPr wrap="square" rtlCol="0">
            <a:spAutoFit/>
          </a:bodyPr>
          <a:lstStyle/>
          <a:p>
            <a:pPr algn="ctr"/>
            <a:r>
              <a:rPr lang="en-US" sz="900" dirty="0"/>
              <a:t>79</a:t>
            </a:r>
          </a:p>
        </p:txBody>
      </p:sp>
      <p:sp>
        <p:nvSpPr>
          <p:cNvPr id="38" name="TextBox 37">
            <a:extLst>
              <a:ext uri="{FF2B5EF4-FFF2-40B4-BE49-F238E27FC236}">
                <a16:creationId xmlns:a16="http://schemas.microsoft.com/office/drawing/2014/main" id="{6114BE00-CF80-C86D-1C83-FE612D435591}"/>
              </a:ext>
            </a:extLst>
          </p:cNvPr>
          <p:cNvSpPr txBox="1"/>
          <p:nvPr/>
        </p:nvSpPr>
        <p:spPr>
          <a:xfrm>
            <a:off x="5650090" y="901933"/>
            <a:ext cx="570089" cy="230832"/>
          </a:xfrm>
          <a:prstGeom prst="rect">
            <a:avLst/>
          </a:prstGeom>
          <a:noFill/>
        </p:spPr>
        <p:txBody>
          <a:bodyPr wrap="square" rtlCol="0">
            <a:spAutoFit/>
          </a:bodyPr>
          <a:lstStyle/>
          <a:p>
            <a:pPr algn="ctr"/>
            <a:r>
              <a:rPr lang="en-US" sz="900" dirty="0"/>
              <a:t>3579</a:t>
            </a:r>
          </a:p>
        </p:txBody>
      </p:sp>
      <p:sp>
        <p:nvSpPr>
          <p:cNvPr id="42" name="TextBox 41">
            <a:extLst>
              <a:ext uri="{FF2B5EF4-FFF2-40B4-BE49-F238E27FC236}">
                <a16:creationId xmlns:a16="http://schemas.microsoft.com/office/drawing/2014/main" id="{3AF1F4F6-2109-A2FF-E065-41CFD687A83B}"/>
              </a:ext>
            </a:extLst>
          </p:cNvPr>
          <p:cNvSpPr txBox="1"/>
          <p:nvPr/>
        </p:nvSpPr>
        <p:spPr>
          <a:xfrm>
            <a:off x="4143022" y="2905709"/>
            <a:ext cx="570089" cy="230832"/>
          </a:xfrm>
          <a:prstGeom prst="rect">
            <a:avLst/>
          </a:prstGeom>
          <a:noFill/>
        </p:spPr>
        <p:txBody>
          <a:bodyPr wrap="square" rtlCol="0">
            <a:spAutoFit/>
          </a:bodyPr>
          <a:lstStyle/>
          <a:p>
            <a:pPr algn="ctr"/>
            <a:r>
              <a:rPr lang="en-US" sz="900" dirty="0"/>
              <a:t>54</a:t>
            </a:r>
          </a:p>
        </p:txBody>
      </p:sp>
      <p:sp>
        <p:nvSpPr>
          <p:cNvPr id="43" name="TextBox 42">
            <a:extLst>
              <a:ext uri="{FF2B5EF4-FFF2-40B4-BE49-F238E27FC236}">
                <a16:creationId xmlns:a16="http://schemas.microsoft.com/office/drawing/2014/main" id="{094CC517-FEFF-CECE-C1CA-13F37927B731}"/>
              </a:ext>
            </a:extLst>
          </p:cNvPr>
          <p:cNvSpPr txBox="1"/>
          <p:nvPr/>
        </p:nvSpPr>
        <p:spPr>
          <a:xfrm>
            <a:off x="5215469" y="2231221"/>
            <a:ext cx="462845" cy="584775"/>
          </a:xfrm>
          <a:prstGeom prst="rect">
            <a:avLst/>
          </a:prstGeom>
          <a:noFill/>
        </p:spPr>
        <p:txBody>
          <a:bodyPr wrap="square" rtlCol="0">
            <a:spAutoFit/>
          </a:bodyPr>
          <a:lstStyle/>
          <a:p>
            <a:pPr algn="ctr"/>
            <a:r>
              <a:rPr lang="en-US" sz="3200" dirty="0"/>
              <a:t>6</a:t>
            </a:r>
          </a:p>
        </p:txBody>
      </p:sp>
      <p:sp>
        <p:nvSpPr>
          <p:cNvPr id="15" name="TextBox 14">
            <a:extLst>
              <a:ext uri="{FF2B5EF4-FFF2-40B4-BE49-F238E27FC236}">
                <a16:creationId xmlns:a16="http://schemas.microsoft.com/office/drawing/2014/main" id="{EC7658F2-EA73-A490-68FE-61626616AF40}"/>
              </a:ext>
            </a:extLst>
          </p:cNvPr>
          <p:cNvSpPr txBox="1"/>
          <p:nvPr/>
        </p:nvSpPr>
        <p:spPr>
          <a:xfrm>
            <a:off x="5147734" y="2034453"/>
            <a:ext cx="570089" cy="230832"/>
          </a:xfrm>
          <a:prstGeom prst="rect">
            <a:avLst/>
          </a:prstGeom>
          <a:noFill/>
        </p:spPr>
        <p:txBody>
          <a:bodyPr wrap="square" rtlCol="0">
            <a:spAutoFit/>
          </a:bodyPr>
          <a:lstStyle/>
          <a:p>
            <a:pPr algn="ctr"/>
            <a:r>
              <a:rPr lang="en-US" sz="900" dirty="0"/>
              <a:t>789</a:t>
            </a:r>
          </a:p>
        </p:txBody>
      </p:sp>
    </p:spTree>
    <p:extLst>
      <p:ext uri="{BB962C8B-B14F-4D97-AF65-F5344CB8AC3E}">
        <p14:creationId xmlns:p14="http://schemas.microsoft.com/office/powerpoint/2010/main" val="16796832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7EFA5-D737-3DCE-409C-9BF811E9A83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7539CDD-E0E0-2F6A-A2FF-0076AD370524}"/>
              </a:ext>
            </a:extLst>
          </p:cNvPr>
          <p:cNvSpPr>
            <a:spLocks noGrp="1"/>
          </p:cNvSpPr>
          <p:nvPr>
            <p:ph sz="half" idx="1"/>
          </p:nvPr>
        </p:nvSpPr>
        <p:spPr/>
        <p:txBody>
          <a:bodyPr>
            <a:normAutofit/>
          </a:bodyPr>
          <a:lstStyle/>
          <a:p>
            <a:r>
              <a:rPr lang="en-US" dirty="0"/>
              <a:t>In the top center block, the 2 must be in the circle. Were it on the line, no other number could fit on the line.</a:t>
            </a:r>
          </a:p>
          <a:p>
            <a:r>
              <a:rPr lang="en-US" dirty="0"/>
              <a:t>Then, initialize [12 in 2].</a:t>
            </a:r>
          </a:p>
        </p:txBody>
      </p:sp>
      <p:pic>
        <p:nvPicPr>
          <p:cNvPr id="4" name="Picture 3" descr="A grid of sudoku puzzle&#10;&#10;Description automatically generated">
            <a:extLst>
              <a:ext uri="{FF2B5EF4-FFF2-40B4-BE49-F238E27FC236}">
                <a16:creationId xmlns:a16="http://schemas.microsoft.com/office/drawing/2014/main" id="{791A452B-6BFD-7035-4E2A-67D6FF2DD8B7}"/>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8D3CC95B-03BE-3CA6-4ECD-63340A75D127}"/>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A1002CA5-A303-DB4D-8F49-57CC33AD00BA}"/>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981819FA-7960-C3C5-F3DA-6369A0205B9C}"/>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1FCE0F4B-40B0-339F-9475-C66F6B6C1041}"/>
              </a:ext>
            </a:extLst>
          </p:cNvPr>
          <p:cNvSpPr txBox="1"/>
          <p:nvPr/>
        </p:nvSpPr>
        <p:spPr>
          <a:xfrm>
            <a:off x="3716867" y="223122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6EB8E5F8-B425-F298-29F4-A1D35B33360E}"/>
              </a:ext>
            </a:extLst>
          </p:cNvPr>
          <p:cNvSpPr txBox="1"/>
          <p:nvPr/>
        </p:nvSpPr>
        <p:spPr>
          <a:xfrm>
            <a:off x="3640666" y="3036341"/>
            <a:ext cx="570089" cy="230832"/>
          </a:xfrm>
          <a:prstGeom prst="rect">
            <a:avLst/>
          </a:prstGeom>
          <a:noFill/>
        </p:spPr>
        <p:txBody>
          <a:bodyPr wrap="square" rtlCol="0">
            <a:spAutoFit/>
          </a:bodyPr>
          <a:lstStyle/>
          <a:p>
            <a:pPr algn="ctr"/>
            <a:r>
              <a:rPr lang="en-US" sz="900" dirty="0"/>
              <a:t>8764</a:t>
            </a:r>
          </a:p>
        </p:txBody>
      </p:sp>
      <p:sp>
        <p:nvSpPr>
          <p:cNvPr id="9" name="TextBox 8">
            <a:extLst>
              <a:ext uri="{FF2B5EF4-FFF2-40B4-BE49-F238E27FC236}">
                <a16:creationId xmlns:a16="http://schemas.microsoft.com/office/drawing/2014/main" id="{C924C208-86F9-41AF-0F70-34CBBA9B6B76}"/>
              </a:ext>
            </a:extLst>
          </p:cNvPr>
          <p:cNvSpPr txBox="1"/>
          <p:nvPr/>
        </p:nvSpPr>
        <p:spPr>
          <a:xfrm>
            <a:off x="3138310" y="3036341"/>
            <a:ext cx="570089" cy="230832"/>
          </a:xfrm>
          <a:prstGeom prst="rect">
            <a:avLst/>
          </a:prstGeom>
          <a:noFill/>
        </p:spPr>
        <p:txBody>
          <a:bodyPr wrap="square" rtlCol="0">
            <a:spAutoFit/>
          </a:bodyPr>
          <a:lstStyle/>
          <a:p>
            <a:pPr algn="ctr"/>
            <a:r>
              <a:rPr lang="en-US" sz="900" dirty="0"/>
              <a:t>5679</a:t>
            </a:r>
          </a:p>
        </p:txBody>
      </p:sp>
      <p:sp>
        <p:nvSpPr>
          <p:cNvPr id="10" name="TextBox 9">
            <a:extLst>
              <a:ext uri="{FF2B5EF4-FFF2-40B4-BE49-F238E27FC236}">
                <a16:creationId xmlns:a16="http://schemas.microsoft.com/office/drawing/2014/main" id="{9E563BB8-4D87-350A-B1E6-DD043D134E51}"/>
              </a:ext>
            </a:extLst>
          </p:cNvPr>
          <p:cNvSpPr txBox="1"/>
          <p:nvPr/>
        </p:nvSpPr>
        <p:spPr>
          <a:xfrm>
            <a:off x="3217333" y="4747898"/>
            <a:ext cx="462845" cy="584775"/>
          </a:xfrm>
          <a:prstGeom prst="rect">
            <a:avLst/>
          </a:prstGeom>
          <a:noFill/>
        </p:spPr>
        <p:txBody>
          <a:bodyPr wrap="square" rtlCol="0">
            <a:spAutoFit/>
          </a:bodyPr>
          <a:lstStyle/>
          <a:p>
            <a:pPr algn="ctr"/>
            <a:r>
              <a:rPr lang="en-US" sz="3200" dirty="0"/>
              <a:t>6</a:t>
            </a:r>
          </a:p>
        </p:txBody>
      </p:sp>
      <p:sp>
        <p:nvSpPr>
          <p:cNvPr id="11" name="TextBox 10">
            <a:extLst>
              <a:ext uri="{FF2B5EF4-FFF2-40B4-BE49-F238E27FC236}">
                <a16:creationId xmlns:a16="http://schemas.microsoft.com/office/drawing/2014/main" id="{0C836068-EE5F-5A2A-2BDE-1931DB0CBF06}"/>
              </a:ext>
            </a:extLst>
          </p:cNvPr>
          <p:cNvSpPr txBox="1"/>
          <p:nvPr/>
        </p:nvSpPr>
        <p:spPr>
          <a:xfrm>
            <a:off x="7213604" y="4747898"/>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8671F80D-4046-9EF3-CBE7-6DF3D40B8EB3}"/>
              </a:ext>
            </a:extLst>
          </p:cNvPr>
          <p:cNvSpPr txBox="1"/>
          <p:nvPr/>
        </p:nvSpPr>
        <p:spPr>
          <a:xfrm>
            <a:off x="6214537" y="2734556"/>
            <a:ext cx="462845" cy="584775"/>
          </a:xfrm>
          <a:prstGeom prst="rect">
            <a:avLst/>
          </a:prstGeom>
          <a:no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21A25A57-00EC-00A9-9773-60C495DE2591}"/>
              </a:ext>
            </a:extLst>
          </p:cNvPr>
          <p:cNvSpPr txBox="1"/>
          <p:nvPr/>
        </p:nvSpPr>
        <p:spPr>
          <a:xfrm>
            <a:off x="4143022" y="2274133"/>
            <a:ext cx="570089" cy="230832"/>
          </a:xfrm>
          <a:prstGeom prst="rect">
            <a:avLst/>
          </a:prstGeom>
          <a:noFill/>
        </p:spPr>
        <p:txBody>
          <a:bodyPr wrap="square" rtlCol="0">
            <a:spAutoFit/>
          </a:bodyPr>
          <a:lstStyle/>
          <a:p>
            <a:pPr algn="ctr"/>
            <a:r>
              <a:rPr lang="en-US" sz="900" dirty="0"/>
              <a:t>45789</a:t>
            </a:r>
          </a:p>
        </p:txBody>
      </p:sp>
      <p:sp>
        <p:nvSpPr>
          <p:cNvPr id="14" name="TextBox 13">
            <a:extLst>
              <a:ext uri="{FF2B5EF4-FFF2-40B4-BE49-F238E27FC236}">
                <a16:creationId xmlns:a16="http://schemas.microsoft.com/office/drawing/2014/main" id="{3709A198-8146-BFEC-F455-33A074ABFBF9}"/>
              </a:ext>
            </a:extLst>
          </p:cNvPr>
          <p:cNvSpPr txBox="1"/>
          <p:nvPr/>
        </p:nvSpPr>
        <p:spPr>
          <a:xfrm>
            <a:off x="4645378" y="2274133"/>
            <a:ext cx="570089" cy="230832"/>
          </a:xfrm>
          <a:prstGeom prst="rect">
            <a:avLst/>
          </a:prstGeom>
          <a:noFill/>
        </p:spPr>
        <p:txBody>
          <a:bodyPr wrap="square" rtlCol="0">
            <a:spAutoFit/>
          </a:bodyPr>
          <a:lstStyle/>
          <a:p>
            <a:pPr algn="ctr"/>
            <a:r>
              <a:rPr lang="en-US" sz="900" dirty="0"/>
              <a:t>45789</a:t>
            </a:r>
          </a:p>
        </p:txBody>
      </p:sp>
      <p:sp>
        <p:nvSpPr>
          <p:cNvPr id="16" name="TextBox 15">
            <a:extLst>
              <a:ext uri="{FF2B5EF4-FFF2-40B4-BE49-F238E27FC236}">
                <a16:creationId xmlns:a16="http://schemas.microsoft.com/office/drawing/2014/main" id="{4188C62B-67B1-1BEA-4651-37CFD7E18994}"/>
              </a:ext>
            </a:extLst>
          </p:cNvPr>
          <p:cNvSpPr txBox="1"/>
          <p:nvPr/>
        </p:nvSpPr>
        <p:spPr>
          <a:xfrm>
            <a:off x="5650090" y="2274133"/>
            <a:ext cx="570089" cy="230832"/>
          </a:xfrm>
          <a:prstGeom prst="rect">
            <a:avLst/>
          </a:prstGeom>
          <a:noFill/>
        </p:spPr>
        <p:txBody>
          <a:bodyPr wrap="square" rtlCol="0">
            <a:spAutoFit/>
          </a:bodyPr>
          <a:lstStyle/>
          <a:p>
            <a:pPr algn="ctr"/>
            <a:r>
              <a:rPr lang="en-US" sz="900" dirty="0"/>
              <a:t>45789</a:t>
            </a:r>
          </a:p>
        </p:txBody>
      </p:sp>
      <p:sp>
        <p:nvSpPr>
          <p:cNvPr id="17" name="TextBox 16">
            <a:extLst>
              <a:ext uri="{FF2B5EF4-FFF2-40B4-BE49-F238E27FC236}">
                <a16:creationId xmlns:a16="http://schemas.microsoft.com/office/drawing/2014/main" id="{5C88963A-5932-AA2C-FEDD-F1C25CB148D4}"/>
              </a:ext>
            </a:extLst>
          </p:cNvPr>
          <p:cNvSpPr txBox="1"/>
          <p:nvPr/>
        </p:nvSpPr>
        <p:spPr>
          <a:xfrm>
            <a:off x="6152446" y="2274133"/>
            <a:ext cx="570089" cy="230832"/>
          </a:xfrm>
          <a:prstGeom prst="rect">
            <a:avLst/>
          </a:prstGeom>
          <a:noFill/>
        </p:spPr>
        <p:txBody>
          <a:bodyPr wrap="square" rtlCol="0">
            <a:spAutoFit/>
          </a:bodyPr>
          <a:lstStyle/>
          <a:p>
            <a:pPr algn="ctr"/>
            <a:r>
              <a:rPr lang="en-US" sz="900" dirty="0"/>
              <a:t>45789</a:t>
            </a:r>
          </a:p>
        </p:txBody>
      </p:sp>
      <p:sp>
        <p:nvSpPr>
          <p:cNvPr id="18" name="TextBox 17">
            <a:extLst>
              <a:ext uri="{FF2B5EF4-FFF2-40B4-BE49-F238E27FC236}">
                <a16:creationId xmlns:a16="http://schemas.microsoft.com/office/drawing/2014/main" id="{A1646572-E440-9224-3F6E-92C3A27D0054}"/>
              </a:ext>
            </a:extLst>
          </p:cNvPr>
          <p:cNvSpPr txBox="1"/>
          <p:nvPr/>
        </p:nvSpPr>
        <p:spPr>
          <a:xfrm>
            <a:off x="6654802" y="2404765"/>
            <a:ext cx="570089" cy="230832"/>
          </a:xfrm>
          <a:prstGeom prst="rect">
            <a:avLst/>
          </a:prstGeom>
          <a:noFill/>
        </p:spPr>
        <p:txBody>
          <a:bodyPr wrap="square" rtlCol="0">
            <a:spAutoFit/>
          </a:bodyPr>
          <a:lstStyle/>
          <a:p>
            <a:pPr algn="ctr"/>
            <a:r>
              <a:rPr lang="en-US" sz="900" dirty="0"/>
              <a:t>245</a:t>
            </a:r>
          </a:p>
        </p:txBody>
      </p:sp>
      <p:sp>
        <p:nvSpPr>
          <p:cNvPr id="19" name="TextBox 18">
            <a:extLst>
              <a:ext uri="{FF2B5EF4-FFF2-40B4-BE49-F238E27FC236}">
                <a16:creationId xmlns:a16="http://schemas.microsoft.com/office/drawing/2014/main" id="{8392CB0F-443A-66F6-AD2F-A345BB17936F}"/>
              </a:ext>
            </a:extLst>
          </p:cNvPr>
          <p:cNvSpPr txBox="1"/>
          <p:nvPr/>
        </p:nvSpPr>
        <p:spPr>
          <a:xfrm>
            <a:off x="7157158" y="2404765"/>
            <a:ext cx="570089" cy="230832"/>
          </a:xfrm>
          <a:prstGeom prst="rect">
            <a:avLst/>
          </a:prstGeom>
          <a:noFill/>
        </p:spPr>
        <p:txBody>
          <a:bodyPr wrap="square" rtlCol="0">
            <a:spAutoFit/>
          </a:bodyPr>
          <a:lstStyle/>
          <a:p>
            <a:pPr algn="ctr"/>
            <a:r>
              <a:rPr lang="en-US" sz="900" dirty="0"/>
              <a:t>245</a:t>
            </a:r>
          </a:p>
        </p:txBody>
      </p:sp>
      <p:sp>
        <p:nvSpPr>
          <p:cNvPr id="20" name="TextBox 19">
            <a:extLst>
              <a:ext uri="{FF2B5EF4-FFF2-40B4-BE49-F238E27FC236}">
                <a16:creationId xmlns:a16="http://schemas.microsoft.com/office/drawing/2014/main" id="{82695834-6DD7-80EC-525D-0B3CE4A2924D}"/>
              </a:ext>
            </a:extLst>
          </p:cNvPr>
          <p:cNvSpPr txBox="1"/>
          <p:nvPr/>
        </p:nvSpPr>
        <p:spPr>
          <a:xfrm>
            <a:off x="4645378" y="1903821"/>
            <a:ext cx="570089" cy="230832"/>
          </a:xfrm>
          <a:prstGeom prst="rect">
            <a:avLst/>
          </a:prstGeom>
          <a:noFill/>
        </p:spPr>
        <p:txBody>
          <a:bodyPr wrap="square" rtlCol="0">
            <a:spAutoFit/>
          </a:bodyPr>
          <a:lstStyle/>
          <a:p>
            <a:pPr algn="ctr"/>
            <a:r>
              <a:rPr lang="en-US" sz="900" dirty="0"/>
              <a:t>345</a:t>
            </a:r>
          </a:p>
        </p:txBody>
      </p:sp>
      <p:sp>
        <p:nvSpPr>
          <p:cNvPr id="23" name="TextBox 22">
            <a:extLst>
              <a:ext uri="{FF2B5EF4-FFF2-40B4-BE49-F238E27FC236}">
                <a16:creationId xmlns:a16="http://schemas.microsoft.com/office/drawing/2014/main" id="{4D11B11D-7324-D0A9-4568-106A3FC2CCF1}"/>
              </a:ext>
            </a:extLst>
          </p:cNvPr>
          <p:cNvSpPr txBox="1"/>
          <p:nvPr/>
        </p:nvSpPr>
        <p:spPr>
          <a:xfrm>
            <a:off x="6214537" y="721216"/>
            <a:ext cx="462845" cy="584775"/>
          </a:xfrm>
          <a:prstGeom prst="rect">
            <a:avLst/>
          </a:prstGeom>
          <a:noFill/>
        </p:spPr>
        <p:txBody>
          <a:bodyPr wrap="square" rtlCol="0">
            <a:spAutoFit/>
          </a:bodyPr>
          <a:lstStyle/>
          <a:p>
            <a:pPr algn="ctr"/>
            <a:r>
              <a:rPr lang="en-US" sz="3200" dirty="0"/>
              <a:t>2</a:t>
            </a:r>
          </a:p>
        </p:txBody>
      </p:sp>
      <p:sp>
        <p:nvSpPr>
          <p:cNvPr id="24" name="TextBox 23">
            <a:extLst>
              <a:ext uri="{FF2B5EF4-FFF2-40B4-BE49-F238E27FC236}">
                <a16:creationId xmlns:a16="http://schemas.microsoft.com/office/drawing/2014/main" id="{F03A5B46-F4D3-3609-DA10-71DBE9CF4B1A}"/>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6EEBCB63-7077-22D7-CE98-C127B00B1CDF}"/>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6D02E324-FF46-23D9-90AF-9CD9E1F1349F}"/>
              </a:ext>
            </a:extLst>
          </p:cNvPr>
          <p:cNvSpPr txBox="1"/>
          <p:nvPr/>
        </p:nvSpPr>
        <p:spPr>
          <a:xfrm>
            <a:off x="6654802" y="771301"/>
            <a:ext cx="570089" cy="230832"/>
          </a:xfrm>
          <a:prstGeom prst="rect">
            <a:avLst/>
          </a:prstGeom>
          <a:noFill/>
        </p:spPr>
        <p:txBody>
          <a:bodyPr wrap="square" rtlCol="0">
            <a:spAutoFit/>
          </a:bodyPr>
          <a:lstStyle/>
          <a:p>
            <a:pPr algn="ctr"/>
            <a:r>
              <a:rPr lang="en-US" sz="900" dirty="0"/>
              <a:t>3579</a:t>
            </a:r>
          </a:p>
        </p:txBody>
      </p:sp>
      <p:sp>
        <p:nvSpPr>
          <p:cNvPr id="26" name="TextBox 25">
            <a:extLst>
              <a:ext uri="{FF2B5EF4-FFF2-40B4-BE49-F238E27FC236}">
                <a16:creationId xmlns:a16="http://schemas.microsoft.com/office/drawing/2014/main" id="{14EE0DF2-EF12-C8D4-42CC-880BD211B08D}"/>
              </a:ext>
            </a:extLst>
          </p:cNvPr>
          <p:cNvSpPr txBox="1"/>
          <p:nvPr/>
        </p:nvSpPr>
        <p:spPr>
          <a:xfrm>
            <a:off x="6654802" y="1402877"/>
            <a:ext cx="570089" cy="230832"/>
          </a:xfrm>
          <a:prstGeom prst="rect">
            <a:avLst/>
          </a:prstGeom>
          <a:noFill/>
        </p:spPr>
        <p:txBody>
          <a:bodyPr wrap="square" rtlCol="0">
            <a:spAutoFit/>
          </a:bodyPr>
          <a:lstStyle/>
          <a:p>
            <a:pPr algn="ctr"/>
            <a:r>
              <a:rPr lang="en-US" sz="900" dirty="0"/>
              <a:t>34579</a:t>
            </a:r>
          </a:p>
        </p:txBody>
      </p:sp>
      <p:sp>
        <p:nvSpPr>
          <p:cNvPr id="27" name="TextBox 26">
            <a:extLst>
              <a:ext uri="{FF2B5EF4-FFF2-40B4-BE49-F238E27FC236}">
                <a16:creationId xmlns:a16="http://schemas.microsoft.com/office/drawing/2014/main" id="{BA27C606-BDB4-27E5-0649-4850BBC59458}"/>
              </a:ext>
            </a:extLst>
          </p:cNvPr>
          <p:cNvSpPr txBox="1"/>
          <p:nvPr/>
        </p:nvSpPr>
        <p:spPr>
          <a:xfrm>
            <a:off x="7157158" y="1402877"/>
            <a:ext cx="570089" cy="230832"/>
          </a:xfrm>
          <a:prstGeom prst="rect">
            <a:avLst/>
          </a:prstGeom>
          <a:noFill/>
        </p:spPr>
        <p:txBody>
          <a:bodyPr wrap="square" rtlCol="0">
            <a:spAutoFit/>
          </a:bodyPr>
          <a:lstStyle/>
          <a:p>
            <a:pPr algn="ctr"/>
            <a:r>
              <a:rPr lang="en-US" sz="900" dirty="0"/>
              <a:t>4579</a:t>
            </a:r>
          </a:p>
        </p:txBody>
      </p:sp>
      <p:sp>
        <p:nvSpPr>
          <p:cNvPr id="28" name="TextBox 27">
            <a:extLst>
              <a:ext uri="{FF2B5EF4-FFF2-40B4-BE49-F238E27FC236}">
                <a16:creationId xmlns:a16="http://schemas.microsoft.com/office/drawing/2014/main" id="{3AECBA99-001B-C602-FFB4-DDE92C60F0FC}"/>
              </a:ext>
            </a:extLst>
          </p:cNvPr>
          <p:cNvSpPr txBox="1"/>
          <p:nvPr/>
        </p:nvSpPr>
        <p:spPr>
          <a:xfrm>
            <a:off x="6654802" y="2034453"/>
            <a:ext cx="570089" cy="230832"/>
          </a:xfrm>
          <a:prstGeom prst="rect">
            <a:avLst/>
          </a:prstGeom>
          <a:noFill/>
        </p:spPr>
        <p:txBody>
          <a:bodyPr wrap="square" rtlCol="0">
            <a:spAutoFit/>
          </a:bodyPr>
          <a:lstStyle/>
          <a:p>
            <a:pPr algn="ctr"/>
            <a:r>
              <a:rPr lang="en-US" sz="900" dirty="0"/>
              <a:t>345</a:t>
            </a:r>
          </a:p>
        </p:txBody>
      </p:sp>
      <p:sp>
        <p:nvSpPr>
          <p:cNvPr id="29" name="TextBox 28">
            <a:extLst>
              <a:ext uri="{FF2B5EF4-FFF2-40B4-BE49-F238E27FC236}">
                <a16:creationId xmlns:a16="http://schemas.microsoft.com/office/drawing/2014/main" id="{9ED296CC-092E-4728-AF9C-7B16EFFAD86A}"/>
              </a:ext>
            </a:extLst>
          </p:cNvPr>
          <p:cNvSpPr txBox="1"/>
          <p:nvPr/>
        </p:nvSpPr>
        <p:spPr>
          <a:xfrm>
            <a:off x="7157158" y="2034453"/>
            <a:ext cx="570089" cy="230832"/>
          </a:xfrm>
          <a:prstGeom prst="rect">
            <a:avLst/>
          </a:prstGeom>
          <a:noFill/>
        </p:spPr>
        <p:txBody>
          <a:bodyPr wrap="square" rtlCol="0">
            <a:spAutoFit/>
          </a:bodyPr>
          <a:lstStyle/>
          <a:p>
            <a:pPr algn="ctr"/>
            <a:r>
              <a:rPr lang="en-US" sz="900" dirty="0"/>
              <a:t>45</a:t>
            </a:r>
          </a:p>
        </p:txBody>
      </p:sp>
      <p:sp>
        <p:nvSpPr>
          <p:cNvPr id="30" name="TextBox 29">
            <a:extLst>
              <a:ext uri="{FF2B5EF4-FFF2-40B4-BE49-F238E27FC236}">
                <a16:creationId xmlns:a16="http://schemas.microsoft.com/office/drawing/2014/main" id="{821AB9D0-7C14-4D3F-0740-B73A22E77884}"/>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B2E87D0E-B48F-05A0-6A29-E60E575C38FF}"/>
              </a:ext>
            </a:extLst>
          </p:cNvPr>
          <p:cNvSpPr txBox="1"/>
          <p:nvPr/>
        </p:nvSpPr>
        <p:spPr>
          <a:xfrm>
            <a:off x="3217333" y="721216"/>
            <a:ext cx="462845" cy="584775"/>
          </a:xfrm>
          <a:prstGeom prst="rect">
            <a:avLst/>
          </a:prstGeom>
          <a:noFill/>
        </p:spPr>
        <p:txBody>
          <a:bodyPr wrap="square" rtlCol="0">
            <a:spAutoFit/>
          </a:bodyPr>
          <a:lstStyle/>
          <a:p>
            <a:pPr algn="ctr"/>
            <a:r>
              <a:rPr lang="en-US" sz="3200" dirty="0"/>
              <a:t>4</a:t>
            </a:r>
          </a:p>
        </p:txBody>
      </p:sp>
      <p:sp>
        <p:nvSpPr>
          <p:cNvPr id="32" name="TextBox 31">
            <a:extLst>
              <a:ext uri="{FF2B5EF4-FFF2-40B4-BE49-F238E27FC236}">
                <a16:creationId xmlns:a16="http://schemas.microsoft.com/office/drawing/2014/main" id="{97E6A6AD-F245-4B04-7A92-520079D21FF9}"/>
              </a:ext>
            </a:extLst>
          </p:cNvPr>
          <p:cNvSpPr txBox="1"/>
          <p:nvPr/>
        </p:nvSpPr>
        <p:spPr>
          <a:xfrm>
            <a:off x="3138310" y="1402877"/>
            <a:ext cx="570089" cy="230832"/>
          </a:xfrm>
          <a:prstGeom prst="rect">
            <a:avLst/>
          </a:prstGeom>
          <a:noFill/>
        </p:spPr>
        <p:txBody>
          <a:bodyPr wrap="square" rtlCol="0">
            <a:spAutoFit/>
          </a:bodyPr>
          <a:lstStyle/>
          <a:p>
            <a:pPr algn="ctr"/>
            <a:r>
              <a:rPr lang="en-US" sz="900" dirty="0"/>
              <a:t>789</a:t>
            </a:r>
          </a:p>
        </p:txBody>
      </p:sp>
      <p:sp>
        <p:nvSpPr>
          <p:cNvPr id="33" name="TextBox 32">
            <a:extLst>
              <a:ext uri="{FF2B5EF4-FFF2-40B4-BE49-F238E27FC236}">
                <a16:creationId xmlns:a16="http://schemas.microsoft.com/office/drawing/2014/main" id="{4F3EA9A9-0C14-06EA-4025-62ED3C60F029}"/>
              </a:ext>
            </a:extLst>
          </p:cNvPr>
          <p:cNvSpPr txBox="1"/>
          <p:nvPr/>
        </p:nvSpPr>
        <p:spPr>
          <a:xfrm>
            <a:off x="3640666" y="2034453"/>
            <a:ext cx="570089" cy="230832"/>
          </a:xfrm>
          <a:prstGeom prst="rect">
            <a:avLst/>
          </a:prstGeom>
          <a:noFill/>
        </p:spPr>
        <p:txBody>
          <a:bodyPr wrap="square" rtlCol="0">
            <a:spAutoFit/>
          </a:bodyPr>
          <a:lstStyle/>
          <a:p>
            <a:pPr algn="ctr"/>
            <a:r>
              <a:rPr lang="en-US" sz="900" dirty="0"/>
              <a:t>789</a:t>
            </a:r>
          </a:p>
        </p:txBody>
      </p:sp>
      <p:sp>
        <p:nvSpPr>
          <p:cNvPr id="34" name="TextBox 33">
            <a:extLst>
              <a:ext uri="{FF2B5EF4-FFF2-40B4-BE49-F238E27FC236}">
                <a16:creationId xmlns:a16="http://schemas.microsoft.com/office/drawing/2014/main" id="{F3487B8A-06B1-2980-FF82-352AEC1C7A3A}"/>
              </a:ext>
            </a:extLst>
          </p:cNvPr>
          <p:cNvSpPr txBox="1"/>
          <p:nvPr/>
        </p:nvSpPr>
        <p:spPr>
          <a:xfrm>
            <a:off x="3138310" y="2034453"/>
            <a:ext cx="570089" cy="230832"/>
          </a:xfrm>
          <a:prstGeom prst="rect">
            <a:avLst/>
          </a:prstGeom>
          <a:noFill/>
        </p:spPr>
        <p:txBody>
          <a:bodyPr wrap="square" rtlCol="0">
            <a:spAutoFit/>
          </a:bodyPr>
          <a:lstStyle/>
          <a:p>
            <a:pPr algn="ctr"/>
            <a:r>
              <a:rPr lang="en-US" sz="900" dirty="0"/>
              <a:t>789</a:t>
            </a:r>
          </a:p>
        </p:txBody>
      </p:sp>
      <p:sp>
        <p:nvSpPr>
          <p:cNvPr id="35" name="TextBox 34">
            <a:extLst>
              <a:ext uri="{FF2B5EF4-FFF2-40B4-BE49-F238E27FC236}">
                <a16:creationId xmlns:a16="http://schemas.microsoft.com/office/drawing/2014/main" id="{F7B181F5-221F-637E-AB39-8977A5AACB26}"/>
              </a:ext>
            </a:extLst>
          </p:cNvPr>
          <p:cNvSpPr txBox="1"/>
          <p:nvPr/>
        </p:nvSpPr>
        <p:spPr>
          <a:xfrm>
            <a:off x="4216401" y="1224551"/>
            <a:ext cx="462845" cy="584775"/>
          </a:xfrm>
          <a:prstGeom prst="rect">
            <a:avLst/>
          </a:prstGeom>
          <a:noFill/>
        </p:spPr>
        <p:txBody>
          <a:bodyPr wrap="square" rtlCol="0">
            <a:spAutoFit/>
          </a:bodyPr>
          <a:lstStyle/>
          <a:p>
            <a:pPr algn="ctr"/>
            <a:r>
              <a:rPr lang="en-US" sz="3200" dirty="0"/>
              <a:t>1</a:t>
            </a:r>
          </a:p>
        </p:txBody>
      </p:sp>
      <p:sp>
        <p:nvSpPr>
          <p:cNvPr id="36" name="TextBox 35">
            <a:extLst>
              <a:ext uri="{FF2B5EF4-FFF2-40B4-BE49-F238E27FC236}">
                <a16:creationId xmlns:a16="http://schemas.microsoft.com/office/drawing/2014/main" id="{F15A2C09-B497-1392-4B1A-BFBC9A25EBE9}"/>
              </a:ext>
            </a:extLst>
          </p:cNvPr>
          <p:cNvSpPr txBox="1"/>
          <p:nvPr/>
        </p:nvSpPr>
        <p:spPr>
          <a:xfrm>
            <a:off x="5215469" y="721216"/>
            <a:ext cx="462845" cy="584775"/>
          </a:xfrm>
          <a:prstGeom prst="rect">
            <a:avLst/>
          </a:prstGeom>
          <a:noFill/>
        </p:spPr>
        <p:txBody>
          <a:bodyPr wrap="square" rtlCol="0">
            <a:spAutoFit/>
          </a:bodyPr>
          <a:lstStyle/>
          <a:p>
            <a:pPr algn="ctr"/>
            <a:r>
              <a:rPr lang="en-US" sz="3200" dirty="0"/>
              <a:t>1</a:t>
            </a:r>
          </a:p>
        </p:txBody>
      </p:sp>
      <p:sp>
        <p:nvSpPr>
          <p:cNvPr id="37" name="TextBox 36">
            <a:extLst>
              <a:ext uri="{FF2B5EF4-FFF2-40B4-BE49-F238E27FC236}">
                <a16:creationId xmlns:a16="http://schemas.microsoft.com/office/drawing/2014/main" id="{7F58F4DF-E6BD-52AF-2A92-1E9BE3671B2E}"/>
              </a:ext>
            </a:extLst>
          </p:cNvPr>
          <p:cNvSpPr txBox="1"/>
          <p:nvPr/>
        </p:nvSpPr>
        <p:spPr>
          <a:xfrm>
            <a:off x="3640666" y="901933"/>
            <a:ext cx="570089" cy="230832"/>
          </a:xfrm>
          <a:prstGeom prst="rect">
            <a:avLst/>
          </a:prstGeom>
          <a:noFill/>
        </p:spPr>
        <p:txBody>
          <a:bodyPr wrap="square" rtlCol="0">
            <a:spAutoFit/>
          </a:bodyPr>
          <a:lstStyle/>
          <a:p>
            <a:pPr algn="ctr"/>
            <a:r>
              <a:rPr lang="en-US" sz="900" dirty="0"/>
              <a:t>35</a:t>
            </a:r>
          </a:p>
        </p:txBody>
      </p:sp>
      <p:sp>
        <p:nvSpPr>
          <p:cNvPr id="39" name="TextBox 38">
            <a:extLst>
              <a:ext uri="{FF2B5EF4-FFF2-40B4-BE49-F238E27FC236}">
                <a16:creationId xmlns:a16="http://schemas.microsoft.com/office/drawing/2014/main" id="{C79C3C80-C395-63C8-7003-123DCAA36397}"/>
              </a:ext>
            </a:extLst>
          </p:cNvPr>
          <p:cNvSpPr txBox="1"/>
          <p:nvPr/>
        </p:nvSpPr>
        <p:spPr>
          <a:xfrm>
            <a:off x="3640666" y="1402877"/>
            <a:ext cx="570089" cy="230832"/>
          </a:xfrm>
          <a:prstGeom prst="rect">
            <a:avLst/>
          </a:prstGeom>
          <a:noFill/>
        </p:spPr>
        <p:txBody>
          <a:bodyPr wrap="square" rtlCol="0">
            <a:spAutoFit/>
          </a:bodyPr>
          <a:lstStyle/>
          <a:p>
            <a:pPr algn="ctr"/>
            <a:r>
              <a:rPr lang="en-US" sz="900" dirty="0"/>
              <a:t>53</a:t>
            </a:r>
          </a:p>
        </p:txBody>
      </p:sp>
      <p:sp>
        <p:nvSpPr>
          <p:cNvPr id="40" name="TextBox 39">
            <a:extLst>
              <a:ext uri="{FF2B5EF4-FFF2-40B4-BE49-F238E27FC236}">
                <a16:creationId xmlns:a16="http://schemas.microsoft.com/office/drawing/2014/main" id="{EFCE489C-706E-1F8D-A4E3-AE93496C848A}"/>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41" name="TextBox 40">
            <a:extLst>
              <a:ext uri="{FF2B5EF4-FFF2-40B4-BE49-F238E27FC236}">
                <a16:creationId xmlns:a16="http://schemas.microsoft.com/office/drawing/2014/main" id="{9D87CE41-16ED-667A-35B9-77ABE523F9CB}"/>
              </a:ext>
            </a:extLst>
          </p:cNvPr>
          <p:cNvSpPr txBox="1"/>
          <p:nvPr/>
        </p:nvSpPr>
        <p:spPr>
          <a:xfrm>
            <a:off x="4645378" y="771301"/>
            <a:ext cx="570089" cy="230832"/>
          </a:xfrm>
          <a:prstGeom prst="rect">
            <a:avLst/>
          </a:prstGeom>
          <a:noFill/>
        </p:spPr>
        <p:txBody>
          <a:bodyPr wrap="square" rtlCol="0">
            <a:spAutoFit/>
          </a:bodyPr>
          <a:lstStyle/>
          <a:p>
            <a:pPr algn="ctr"/>
            <a:r>
              <a:rPr lang="en-US" sz="900" dirty="0"/>
              <a:t>79</a:t>
            </a:r>
          </a:p>
        </p:txBody>
      </p:sp>
      <p:sp>
        <p:nvSpPr>
          <p:cNvPr id="38" name="TextBox 37">
            <a:extLst>
              <a:ext uri="{FF2B5EF4-FFF2-40B4-BE49-F238E27FC236}">
                <a16:creationId xmlns:a16="http://schemas.microsoft.com/office/drawing/2014/main" id="{50715F47-4583-A479-C0A3-25F0876E58F7}"/>
              </a:ext>
            </a:extLst>
          </p:cNvPr>
          <p:cNvSpPr txBox="1"/>
          <p:nvPr/>
        </p:nvSpPr>
        <p:spPr>
          <a:xfrm>
            <a:off x="5650090" y="901933"/>
            <a:ext cx="570089" cy="230832"/>
          </a:xfrm>
          <a:prstGeom prst="rect">
            <a:avLst/>
          </a:prstGeom>
          <a:noFill/>
        </p:spPr>
        <p:txBody>
          <a:bodyPr wrap="square" rtlCol="0">
            <a:spAutoFit/>
          </a:bodyPr>
          <a:lstStyle/>
          <a:p>
            <a:pPr algn="ctr"/>
            <a:r>
              <a:rPr lang="en-US" sz="900" dirty="0"/>
              <a:t>3579</a:t>
            </a:r>
          </a:p>
        </p:txBody>
      </p:sp>
      <p:sp>
        <p:nvSpPr>
          <p:cNvPr id="42" name="TextBox 41">
            <a:extLst>
              <a:ext uri="{FF2B5EF4-FFF2-40B4-BE49-F238E27FC236}">
                <a16:creationId xmlns:a16="http://schemas.microsoft.com/office/drawing/2014/main" id="{9ED1A3DA-D5A6-6D72-8342-D81AD531C8AA}"/>
              </a:ext>
            </a:extLst>
          </p:cNvPr>
          <p:cNvSpPr txBox="1"/>
          <p:nvPr/>
        </p:nvSpPr>
        <p:spPr>
          <a:xfrm>
            <a:off x="5715003" y="1224551"/>
            <a:ext cx="462845" cy="584775"/>
          </a:xfrm>
          <a:prstGeom prst="rect">
            <a:avLst/>
          </a:prstGeom>
          <a:noFill/>
        </p:spPr>
        <p:txBody>
          <a:bodyPr wrap="square" rtlCol="0">
            <a:spAutoFit/>
          </a:bodyPr>
          <a:lstStyle/>
          <a:p>
            <a:pPr algn="ctr"/>
            <a:r>
              <a:rPr lang="en-US" sz="3200" dirty="0"/>
              <a:t>2</a:t>
            </a:r>
          </a:p>
        </p:txBody>
      </p:sp>
      <p:sp>
        <p:nvSpPr>
          <p:cNvPr id="43" name="TextBox 42">
            <a:extLst>
              <a:ext uri="{FF2B5EF4-FFF2-40B4-BE49-F238E27FC236}">
                <a16:creationId xmlns:a16="http://schemas.microsoft.com/office/drawing/2014/main" id="{AFDA766B-D3C1-1E46-9B88-EC4AE5AAD05E}"/>
              </a:ext>
            </a:extLst>
          </p:cNvPr>
          <p:cNvSpPr txBox="1"/>
          <p:nvPr/>
        </p:nvSpPr>
        <p:spPr>
          <a:xfrm>
            <a:off x="4645378" y="1533509"/>
            <a:ext cx="570089" cy="230832"/>
          </a:xfrm>
          <a:prstGeom prst="rect">
            <a:avLst/>
          </a:prstGeom>
          <a:noFill/>
        </p:spPr>
        <p:txBody>
          <a:bodyPr wrap="square" rtlCol="0">
            <a:spAutoFit/>
          </a:bodyPr>
          <a:lstStyle/>
          <a:p>
            <a:pPr algn="ctr"/>
            <a:r>
              <a:rPr lang="en-US" sz="900" dirty="0"/>
              <a:t>345789</a:t>
            </a:r>
          </a:p>
        </p:txBody>
      </p:sp>
      <p:sp>
        <p:nvSpPr>
          <p:cNvPr id="44" name="TextBox 43">
            <a:extLst>
              <a:ext uri="{FF2B5EF4-FFF2-40B4-BE49-F238E27FC236}">
                <a16:creationId xmlns:a16="http://schemas.microsoft.com/office/drawing/2014/main" id="{058DEF36-3DCA-3F37-42A2-4ACE5CFA2409}"/>
              </a:ext>
            </a:extLst>
          </p:cNvPr>
          <p:cNvSpPr txBox="1"/>
          <p:nvPr/>
        </p:nvSpPr>
        <p:spPr>
          <a:xfrm>
            <a:off x="5147734" y="1533509"/>
            <a:ext cx="570089" cy="230832"/>
          </a:xfrm>
          <a:prstGeom prst="rect">
            <a:avLst/>
          </a:prstGeom>
          <a:noFill/>
        </p:spPr>
        <p:txBody>
          <a:bodyPr wrap="square" rtlCol="0">
            <a:spAutoFit/>
          </a:bodyPr>
          <a:lstStyle/>
          <a:p>
            <a:pPr algn="ctr"/>
            <a:r>
              <a:rPr lang="en-US" sz="900" dirty="0"/>
              <a:t>987543</a:t>
            </a:r>
          </a:p>
        </p:txBody>
      </p:sp>
      <p:sp>
        <p:nvSpPr>
          <p:cNvPr id="45" name="TextBox 44">
            <a:extLst>
              <a:ext uri="{FF2B5EF4-FFF2-40B4-BE49-F238E27FC236}">
                <a16:creationId xmlns:a16="http://schemas.microsoft.com/office/drawing/2014/main" id="{44DCEA00-0A50-ADE0-7D0C-CCF28D18F049}"/>
              </a:ext>
            </a:extLst>
          </p:cNvPr>
          <p:cNvSpPr txBox="1"/>
          <p:nvPr/>
        </p:nvSpPr>
        <p:spPr>
          <a:xfrm>
            <a:off x="4143022" y="2905709"/>
            <a:ext cx="570089" cy="230832"/>
          </a:xfrm>
          <a:prstGeom prst="rect">
            <a:avLst/>
          </a:prstGeom>
          <a:noFill/>
        </p:spPr>
        <p:txBody>
          <a:bodyPr wrap="square" rtlCol="0">
            <a:spAutoFit/>
          </a:bodyPr>
          <a:lstStyle/>
          <a:p>
            <a:pPr algn="ctr"/>
            <a:r>
              <a:rPr lang="en-US" sz="900" dirty="0"/>
              <a:t>54</a:t>
            </a:r>
          </a:p>
        </p:txBody>
      </p:sp>
      <p:sp>
        <p:nvSpPr>
          <p:cNvPr id="46" name="TextBox 45">
            <a:extLst>
              <a:ext uri="{FF2B5EF4-FFF2-40B4-BE49-F238E27FC236}">
                <a16:creationId xmlns:a16="http://schemas.microsoft.com/office/drawing/2014/main" id="{7767B9A0-A6D5-F514-2EFF-D1480D1066A5}"/>
              </a:ext>
            </a:extLst>
          </p:cNvPr>
          <p:cNvSpPr txBox="1"/>
          <p:nvPr/>
        </p:nvSpPr>
        <p:spPr>
          <a:xfrm>
            <a:off x="5215469" y="2231221"/>
            <a:ext cx="462845" cy="584775"/>
          </a:xfrm>
          <a:prstGeom prst="rect">
            <a:avLst/>
          </a:prstGeom>
          <a:noFill/>
        </p:spPr>
        <p:txBody>
          <a:bodyPr wrap="square" rtlCol="0">
            <a:spAutoFit/>
          </a:bodyPr>
          <a:lstStyle/>
          <a:p>
            <a:pPr algn="ctr"/>
            <a:r>
              <a:rPr lang="en-US" sz="3200" dirty="0"/>
              <a:t>6</a:t>
            </a:r>
          </a:p>
        </p:txBody>
      </p:sp>
      <p:sp>
        <p:nvSpPr>
          <p:cNvPr id="15" name="TextBox 14">
            <a:extLst>
              <a:ext uri="{FF2B5EF4-FFF2-40B4-BE49-F238E27FC236}">
                <a16:creationId xmlns:a16="http://schemas.microsoft.com/office/drawing/2014/main" id="{4CE19BF3-A63E-2928-C014-BDFCDAD65C6F}"/>
              </a:ext>
            </a:extLst>
          </p:cNvPr>
          <p:cNvSpPr txBox="1"/>
          <p:nvPr/>
        </p:nvSpPr>
        <p:spPr>
          <a:xfrm>
            <a:off x="5147734" y="2034453"/>
            <a:ext cx="570089" cy="230832"/>
          </a:xfrm>
          <a:prstGeom prst="rect">
            <a:avLst/>
          </a:prstGeom>
          <a:noFill/>
        </p:spPr>
        <p:txBody>
          <a:bodyPr wrap="square" rtlCol="0">
            <a:spAutoFit/>
          </a:bodyPr>
          <a:lstStyle/>
          <a:p>
            <a:pPr algn="ctr"/>
            <a:r>
              <a:rPr lang="en-US" sz="900" dirty="0"/>
              <a:t>789</a:t>
            </a:r>
          </a:p>
        </p:txBody>
      </p:sp>
    </p:spTree>
    <p:extLst>
      <p:ext uri="{BB962C8B-B14F-4D97-AF65-F5344CB8AC3E}">
        <p14:creationId xmlns:p14="http://schemas.microsoft.com/office/powerpoint/2010/main" val="36693821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B0C8A0-58E0-B15A-C736-FE146414FF9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D26BB2D-C9BC-3887-2484-EEA5DBE1ECC6}"/>
              </a:ext>
            </a:extLst>
          </p:cNvPr>
          <p:cNvSpPr>
            <a:spLocks noGrp="1"/>
          </p:cNvSpPr>
          <p:nvPr>
            <p:ph sz="half" idx="1"/>
          </p:nvPr>
        </p:nvSpPr>
        <p:spPr/>
        <p:txBody>
          <a:bodyPr>
            <a:normAutofit/>
          </a:bodyPr>
          <a:lstStyle/>
          <a:p>
            <a:r>
              <a:rPr lang="en-US" dirty="0"/>
              <a:t>That [12 in 2] must contain a 7, 8, or 9.</a:t>
            </a:r>
          </a:p>
        </p:txBody>
      </p:sp>
      <p:pic>
        <p:nvPicPr>
          <p:cNvPr id="4" name="Picture 3" descr="A grid of sudoku puzzle&#10;&#10;Description automatically generated">
            <a:extLst>
              <a:ext uri="{FF2B5EF4-FFF2-40B4-BE49-F238E27FC236}">
                <a16:creationId xmlns:a16="http://schemas.microsoft.com/office/drawing/2014/main" id="{1ACB2BB2-21CE-043E-F999-A826D69F2561}"/>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34E5F4BD-6715-01CC-9D03-BC47C3759FD3}"/>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538FB069-B374-9963-4F81-D0A532F28298}"/>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F6A51766-D996-182B-87BD-EC9802AAAFEF}"/>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4EAD942B-073D-C034-E9EA-8D8E453D8C1E}"/>
              </a:ext>
            </a:extLst>
          </p:cNvPr>
          <p:cNvSpPr txBox="1"/>
          <p:nvPr/>
        </p:nvSpPr>
        <p:spPr>
          <a:xfrm>
            <a:off x="3716867" y="223122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564DCC8C-34F8-8949-E76D-CE7CD5A25EC3}"/>
              </a:ext>
            </a:extLst>
          </p:cNvPr>
          <p:cNvSpPr txBox="1"/>
          <p:nvPr/>
        </p:nvSpPr>
        <p:spPr>
          <a:xfrm>
            <a:off x="3640666" y="3036341"/>
            <a:ext cx="570089" cy="230832"/>
          </a:xfrm>
          <a:prstGeom prst="rect">
            <a:avLst/>
          </a:prstGeom>
          <a:noFill/>
        </p:spPr>
        <p:txBody>
          <a:bodyPr wrap="square" rtlCol="0">
            <a:spAutoFit/>
          </a:bodyPr>
          <a:lstStyle/>
          <a:p>
            <a:pPr algn="ctr"/>
            <a:r>
              <a:rPr lang="en-US" sz="900" dirty="0"/>
              <a:t>8764</a:t>
            </a:r>
          </a:p>
        </p:txBody>
      </p:sp>
      <p:sp>
        <p:nvSpPr>
          <p:cNvPr id="9" name="TextBox 8">
            <a:extLst>
              <a:ext uri="{FF2B5EF4-FFF2-40B4-BE49-F238E27FC236}">
                <a16:creationId xmlns:a16="http://schemas.microsoft.com/office/drawing/2014/main" id="{9D970B3D-396F-E97C-1B88-7EFB6B9A81C1}"/>
              </a:ext>
            </a:extLst>
          </p:cNvPr>
          <p:cNvSpPr txBox="1"/>
          <p:nvPr/>
        </p:nvSpPr>
        <p:spPr>
          <a:xfrm>
            <a:off x="3138310" y="3036341"/>
            <a:ext cx="570089" cy="230832"/>
          </a:xfrm>
          <a:prstGeom prst="rect">
            <a:avLst/>
          </a:prstGeom>
          <a:noFill/>
        </p:spPr>
        <p:txBody>
          <a:bodyPr wrap="square" rtlCol="0">
            <a:spAutoFit/>
          </a:bodyPr>
          <a:lstStyle/>
          <a:p>
            <a:pPr algn="ctr"/>
            <a:r>
              <a:rPr lang="en-US" sz="900" dirty="0"/>
              <a:t>5679</a:t>
            </a:r>
          </a:p>
        </p:txBody>
      </p:sp>
      <p:sp>
        <p:nvSpPr>
          <p:cNvPr id="10" name="TextBox 9">
            <a:extLst>
              <a:ext uri="{FF2B5EF4-FFF2-40B4-BE49-F238E27FC236}">
                <a16:creationId xmlns:a16="http://schemas.microsoft.com/office/drawing/2014/main" id="{FAE4C709-DBA0-E306-5217-05C6E5C10F0A}"/>
              </a:ext>
            </a:extLst>
          </p:cNvPr>
          <p:cNvSpPr txBox="1"/>
          <p:nvPr/>
        </p:nvSpPr>
        <p:spPr>
          <a:xfrm>
            <a:off x="3217333" y="4747898"/>
            <a:ext cx="462845" cy="584775"/>
          </a:xfrm>
          <a:prstGeom prst="rect">
            <a:avLst/>
          </a:prstGeom>
          <a:noFill/>
        </p:spPr>
        <p:txBody>
          <a:bodyPr wrap="square" rtlCol="0">
            <a:spAutoFit/>
          </a:bodyPr>
          <a:lstStyle/>
          <a:p>
            <a:pPr algn="ctr"/>
            <a:r>
              <a:rPr lang="en-US" sz="3200" dirty="0"/>
              <a:t>6</a:t>
            </a:r>
          </a:p>
        </p:txBody>
      </p:sp>
      <p:sp>
        <p:nvSpPr>
          <p:cNvPr id="11" name="TextBox 10">
            <a:extLst>
              <a:ext uri="{FF2B5EF4-FFF2-40B4-BE49-F238E27FC236}">
                <a16:creationId xmlns:a16="http://schemas.microsoft.com/office/drawing/2014/main" id="{4DE5C9ED-6F37-705C-54D7-EC3284856769}"/>
              </a:ext>
            </a:extLst>
          </p:cNvPr>
          <p:cNvSpPr txBox="1"/>
          <p:nvPr/>
        </p:nvSpPr>
        <p:spPr>
          <a:xfrm>
            <a:off x="7213604" y="4747898"/>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8A95B021-31C4-065A-9E34-87B4017E2F15}"/>
              </a:ext>
            </a:extLst>
          </p:cNvPr>
          <p:cNvSpPr txBox="1"/>
          <p:nvPr/>
        </p:nvSpPr>
        <p:spPr>
          <a:xfrm>
            <a:off x="6214537" y="2734556"/>
            <a:ext cx="462845" cy="584775"/>
          </a:xfrm>
          <a:prstGeom prst="rect">
            <a:avLst/>
          </a:prstGeom>
          <a:no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34733B54-A7AE-57A8-2C3F-21E5B5578405}"/>
              </a:ext>
            </a:extLst>
          </p:cNvPr>
          <p:cNvSpPr txBox="1"/>
          <p:nvPr/>
        </p:nvSpPr>
        <p:spPr>
          <a:xfrm>
            <a:off x="4143022" y="2274133"/>
            <a:ext cx="570089" cy="230832"/>
          </a:xfrm>
          <a:prstGeom prst="rect">
            <a:avLst/>
          </a:prstGeom>
          <a:noFill/>
        </p:spPr>
        <p:txBody>
          <a:bodyPr wrap="square" rtlCol="0">
            <a:spAutoFit/>
          </a:bodyPr>
          <a:lstStyle/>
          <a:p>
            <a:pPr algn="ctr"/>
            <a:r>
              <a:rPr lang="en-US" sz="900" dirty="0"/>
              <a:t>45789</a:t>
            </a:r>
          </a:p>
        </p:txBody>
      </p:sp>
      <p:sp>
        <p:nvSpPr>
          <p:cNvPr id="14" name="TextBox 13">
            <a:extLst>
              <a:ext uri="{FF2B5EF4-FFF2-40B4-BE49-F238E27FC236}">
                <a16:creationId xmlns:a16="http://schemas.microsoft.com/office/drawing/2014/main" id="{F8FBF1E9-F0B8-DD27-8CE3-855870256108}"/>
              </a:ext>
            </a:extLst>
          </p:cNvPr>
          <p:cNvSpPr txBox="1"/>
          <p:nvPr/>
        </p:nvSpPr>
        <p:spPr>
          <a:xfrm>
            <a:off x="4645378" y="2274133"/>
            <a:ext cx="570089" cy="230832"/>
          </a:xfrm>
          <a:prstGeom prst="rect">
            <a:avLst/>
          </a:prstGeom>
          <a:noFill/>
        </p:spPr>
        <p:txBody>
          <a:bodyPr wrap="square" rtlCol="0">
            <a:spAutoFit/>
          </a:bodyPr>
          <a:lstStyle/>
          <a:p>
            <a:pPr algn="ctr"/>
            <a:r>
              <a:rPr lang="en-US" sz="900" dirty="0"/>
              <a:t>45789</a:t>
            </a:r>
          </a:p>
        </p:txBody>
      </p:sp>
      <p:sp>
        <p:nvSpPr>
          <p:cNvPr id="16" name="TextBox 15">
            <a:extLst>
              <a:ext uri="{FF2B5EF4-FFF2-40B4-BE49-F238E27FC236}">
                <a16:creationId xmlns:a16="http://schemas.microsoft.com/office/drawing/2014/main" id="{C034D2F8-0AA8-3C82-60F7-8B39DECA69E8}"/>
              </a:ext>
            </a:extLst>
          </p:cNvPr>
          <p:cNvSpPr txBox="1"/>
          <p:nvPr/>
        </p:nvSpPr>
        <p:spPr>
          <a:xfrm>
            <a:off x="5650090" y="2274133"/>
            <a:ext cx="570089" cy="230832"/>
          </a:xfrm>
          <a:prstGeom prst="rect">
            <a:avLst/>
          </a:prstGeom>
          <a:noFill/>
        </p:spPr>
        <p:txBody>
          <a:bodyPr wrap="square" rtlCol="0">
            <a:spAutoFit/>
          </a:bodyPr>
          <a:lstStyle/>
          <a:p>
            <a:pPr algn="ctr"/>
            <a:r>
              <a:rPr lang="en-US" sz="900" dirty="0"/>
              <a:t>45789</a:t>
            </a:r>
          </a:p>
        </p:txBody>
      </p:sp>
      <p:sp>
        <p:nvSpPr>
          <p:cNvPr id="17" name="TextBox 16">
            <a:extLst>
              <a:ext uri="{FF2B5EF4-FFF2-40B4-BE49-F238E27FC236}">
                <a16:creationId xmlns:a16="http://schemas.microsoft.com/office/drawing/2014/main" id="{97A16043-6051-AF6F-7303-4E7C2281BFBC}"/>
              </a:ext>
            </a:extLst>
          </p:cNvPr>
          <p:cNvSpPr txBox="1"/>
          <p:nvPr/>
        </p:nvSpPr>
        <p:spPr>
          <a:xfrm>
            <a:off x="6152446" y="2274133"/>
            <a:ext cx="570089" cy="230832"/>
          </a:xfrm>
          <a:prstGeom prst="rect">
            <a:avLst/>
          </a:prstGeom>
          <a:noFill/>
        </p:spPr>
        <p:txBody>
          <a:bodyPr wrap="square" rtlCol="0">
            <a:spAutoFit/>
          </a:bodyPr>
          <a:lstStyle/>
          <a:p>
            <a:pPr algn="ctr"/>
            <a:r>
              <a:rPr lang="en-US" sz="900" dirty="0"/>
              <a:t>45789</a:t>
            </a:r>
          </a:p>
        </p:txBody>
      </p:sp>
      <p:sp>
        <p:nvSpPr>
          <p:cNvPr id="18" name="TextBox 17">
            <a:extLst>
              <a:ext uri="{FF2B5EF4-FFF2-40B4-BE49-F238E27FC236}">
                <a16:creationId xmlns:a16="http://schemas.microsoft.com/office/drawing/2014/main" id="{8F86FB78-2BD9-C691-0C72-AD9A97EB84EB}"/>
              </a:ext>
            </a:extLst>
          </p:cNvPr>
          <p:cNvSpPr txBox="1"/>
          <p:nvPr/>
        </p:nvSpPr>
        <p:spPr>
          <a:xfrm>
            <a:off x="6654802" y="2404765"/>
            <a:ext cx="570089" cy="230832"/>
          </a:xfrm>
          <a:prstGeom prst="rect">
            <a:avLst/>
          </a:prstGeom>
          <a:noFill/>
        </p:spPr>
        <p:txBody>
          <a:bodyPr wrap="square" rtlCol="0">
            <a:spAutoFit/>
          </a:bodyPr>
          <a:lstStyle/>
          <a:p>
            <a:pPr algn="ctr"/>
            <a:r>
              <a:rPr lang="en-US" sz="900" dirty="0"/>
              <a:t>245</a:t>
            </a:r>
          </a:p>
        </p:txBody>
      </p:sp>
      <p:sp>
        <p:nvSpPr>
          <p:cNvPr id="19" name="TextBox 18">
            <a:extLst>
              <a:ext uri="{FF2B5EF4-FFF2-40B4-BE49-F238E27FC236}">
                <a16:creationId xmlns:a16="http://schemas.microsoft.com/office/drawing/2014/main" id="{9BE727F7-4F0E-9478-AC4C-3B0D3393CF1D}"/>
              </a:ext>
            </a:extLst>
          </p:cNvPr>
          <p:cNvSpPr txBox="1"/>
          <p:nvPr/>
        </p:nvSpPr>
        <p:spPr>
          <a:xfrm>
            <a:off x="7157158" y="2404765"/>
            <a:ext cx="570089" cy="230832"/>
          </a:xfrm>
          <a:prstGeom prst="rect">
            <a:avLst/>
          </a:prstGeom>
          <a:noFill/>
        </p:spPr>
        <p:txBody>
          <a:bodyPr wrap="square" rtlCol="0">
            <a:spAutoFit/>
          </a:bodyPr>
          <a:lstStyle/>
          <a:p>
            <a:pPr algn="ctr"/>
            <a:r>
              <a:rPr lang="en-US" sz="900" dirty="0"/>
              <a:t>245</a:t>
            </a:r>
          </a:p>
        </p:txBody>
      </p:sp>
      <p:sp>
        <p:nvSpPr>
          <p:cNvPr id="20" name="TextBox 19">
            <a:extLst>
              <a:ext uri="{FF2B5EF4-FFF2-40B4-BE49-F238E27FC236}">
                <a16:creationId xmlns:a16="http://schemas.microsoft.com/office/drawing/2014/main" id="{855E396A-899F-3ED3-B501-D95622331015}"/>
              </a:ext>
            </a:extLst>
          </p:cNvPr>
          <p:cNvSpPr txBox="1"/>
          <p:nvPr/>
        </p:nvSpPr>
        <p:spPr>
          <a:xfrm>
            <a:off x="4645378" y="1903821"/>
            <a:ext cx="570089" cy="230832"/>
          </a:xfrm>
          <a:prstGeom prst="rect">
            <a:avLst/>
          </a:prstGeom>
          <a:noFill/>
        </p:spPr>
        <p:txBody>
          <a:bodyPr wrap="square" rtlCol="0">
            <a:spAutoFit/>
          </a:bodyPr>
          <a:lstStyle/>
          <a:p>
            <a:pPr algn="ctr"/>
            <a:r>
              <a:rPr lang="en-US" sz="900" dirty="0"/>
              <a:t>345</a:t>
            </a:r>
          </a:p>
        </p:txBody>
      </p:sp>
      <p:sp>
        <p:nvSpPr>
          <p:cNvPr id="23" name="TextBox 22">
            <a:extLst>
              <a:ext uri="{FF2B5EF4-FFF2-40B4-BE49-F238E27FC236}">
                <a16:creationId xmlns:a16="http://schemas.microsoft.com/office/drawing/2014/main" id="{1655E91B-1B55-B3ED-B7D2-BF29FCB5B25D}"/>
              </a:ext>
            </a:extLst>
          </p:cNvPr>
          <p:cNvSpPr txBox="1"/>
          <p:nvPr/>
        </p:nvSpPr>
        <p:spPr>
          <a:xfrm>
            <a:off x="6214537" y="721216"/>
            <a:ext cx="462845" cy="584775"/>
          </a:xfrm>
          <a:prstGeom prst="rect">
            <a:avLst/>
          </a:prstGeom>
          <a:noFill/>
        </p:spPr>
        <p:txBody>
          <a:bodyPr wrap="square" rtlCol="0">
            <a:spAutoFit/>
          </a:bodyPr>
          <a:lstStyle/>
          <a:p>
            <a:pPr algn="ctr"/>
            <a:r>
              <a:rPr lang="en-US" sz="3200" dirty="0"/>
              <a:t>2</a:t>
            </a:r>
          </a:p>
        </p:txBody>
      </p:sp>
      <p:sp>
        <p:nvSpPr>
          <p:cNvPr id="24" name="TextBox 23">
            <a:extLst>
              <a:ext uri="{FF2B5EF4-FFF2-40B4-BE49-F238E27FC236}">
                <a16:creationId xmlns:a16="http://schemas.microsoft.com/office/drawing/2014/main" id="{51A491CF-88B3-CF0F-A6CE-0796AF155395}"/>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E29B6A5E-4A6C-3052-369B-1CB205AE3261}"/>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BEF19A0E-5A17-9556-BA6B-A393A623C1DF}"/>
              </a:ext>
            </a:extLst>
          </p:cNvPr>
          <p:cNvSpPr txBox="1"/>
          <p:nvPr/>
        </p:nvSpPr>
        <p:spPr>
          <a:xfrm>
            <a:off x="6654802" y="771301"/>
            <a:ext cx="570089" cy="230832"/>
          </a:xfrm>
          <a:prstGeom prst="rect">
            <a:avLst/>
          </a:prstGeom>
          <a:noFill/>
        </p:spPr>
        <p:txBody>
          <a:bodyPr wrap="square" rtlCol="0">
            <a:spAutoFit/>
          </a:bodyPr>
          <a:lstStyle/>
          <a:p>
            <a:pPr algn="ctr"/>
            <a:r>
              <a:rPr lang="en-US" sz="900" dirty="0"/>
              <a:t>3579</a:t>
            </a:r>
          </a:p>
        </p:txBody>
      </p:sp>
      <p:sp>
        <p:nvSpPr>
          <p:cNvPr id="26" name="TextBox 25">
            <a:extLst>
              <a:ext uri="{FF2B5EF4-FFF2-40B4-BE49-F238E27FC236}">
                <a16:creationId xmlns:a16="http://schemas.microsoft.com/office/drawing/2014/main" id="{57703321-37A6-7402-E0C1-86E92BA33844}"/>
              </a:ext>
            </a:extLst>
          </p:cNvPr>
          <p:cNvSpPr txBox="1"/>
          <p:nvPr/>
        </p:nvSpPr>
        <p:spPr>
          <a:xfrm>
            <a:off x="6654802" y="1402877"/>
            <a:ext cx="570089" cy="230832"/>
          </a:xfrm>
          <a:prstGeom prst="rect">
            <a:avLst/>
          </a:prstGeom>
          <a:noFill/>
        </p:spPr>
        <p:txBody>
          <a:bodyPr wrap="square" rtlCol="0">
            <a:spAutoFit/>
          </a:bodyPr>
          <a:lstStyle/>
          <a:p>
            <a:pPr algn="ctr"/>
            <a:r>
              <a:rPr lang="en-US" sz="900" dirty="0"/>
              <a:t>34579</a:t>
            </a:r>
          </a:p>
        </p:txBody>
      </p:sp>
      <p:sp>
        <p:nvSpPr>
          <p:cNvPr id="27" name="TextBox 26">
            <a:extLst>
              <a:ext uri="{FF2B5EF4-FFF2-40B4-BE49-F238E27FC236}">
                <a16:creationId xmlns:a16="http://schemas.microsoft.com/office/drawing/2014/main" id="{45EAC687-40EC-11C0-C730-38109CC2F789}"/>
              </a:ext>
            </a:extLst>
          </p:cNvPr>
          <p:cNvSpPr txBox="1"/>
          <p:nvPr/>
        </p:nvSpPr>
        <p:spPr>
          <a:xfrm>
            <a:off x="7157158" y="1402877"/>
            <a:ext cx="570089" cy="230832"/>
          </a:xfrm>
          <a:prstGeom prst="rect">
            <a:avLst/>
          </a:prstGeom>
          <a:noFill/>
        </p:spPr>
        <p:txBody>
          <a:bodyPr wrap="square" rtlCol="0">
            <a:spAutoFit/>
          </a:bodyPr>
          <a:lstStyle/>
          <a:p>
            <a:pPr algn="ctr"/>
            <a:r>
              <a:rPr lang="en-US" sz="900" dirty="0"/>
              <a:t>4579</a:t>
            </a:r>
          </a:p>
        </p:txBody>
      </p:sp>
      <p:sp>
        <p:nvSpPr>
          <p:cNvPr id="28" name="TextBox 27">
            <a:extLst>
              <a:ext uri="{FF2B5EF4-FFF2-40B4-BE49-F238E27FC236}">
                <a16:creationId xmlns:a16="http://schemas.microsoft.com/office/drawing/2014/main" id="{B7C7C640-F99F-874C-41E4-8E607917A82E}"/>
              </a:ext>
            </a:extLst>
          </p:cNvPr>
          <p:cNvSpPr txBox="1"/>
          <p:nvPr/>
        </p:nvSpPr>
        <p:spPr>
          <a:xfrm>
            <a:off x="6654802" y="2034453"/>
            <a:ext cx="570089" cy="230832"/>
          </a:xfrm>
          <a:prstGeom prst="rect">
            <a:avLst/>
          </a:prstGeom>
          <a:noFill/>
        </p:spPr>
        <p:txBody>
          <a:bodyPr wrap="square" rtlCol="0">
            <a:spAutoFit/>
          </a:bodyPr>
          <a:lstStyle/>
          <a:p>
            <a:pPr algn="ctr"/>
            <a:r>
              <a:rPr lang="en-US" sz="900" dirty="0"/>
              <a:t>345</a:t>
            </a:r>
          </a:p>
        </p:txBody>
      </p:sp>
      <p:sp>
        <p:nvSpPr>
          <p:cNvPr id="29" name="TextBox 28">
            <a:extLst>
              <a:ext uri="{FF2B5EF4-FFF2-40B4-BE49-F238E27FC236}">
                <a16:creationId xmlns:a16="http://schemas.microsoft.com/office/drawing/2014/main" id="{9921F550-36B1-9EA1-EACF-E9D85CE4784F}"/>
              </a:ext>
            </a:extLst>
          </p:cNvPr>
          <p:cNvSpPr txBox="1"/>
          <p:nvPr/>
        </p:nvSpPr>
        <p:spPr>
          <a:xfrm>
            <a:off x="7157158" y="2034453"/>
            <a:ext cx="570089" cy="230832"/>
          </a:xfrm>
          <a:prstGeom prst="rect">
            <a:avLst/>
          </a:prstGeom>
          <a:noFill/>
        </p:spPr>
        <p:txBody>
          <a:bodyPr wrap="square" rtlCol="0">
            <a:spAutoFit/>
          </a:bodyPr>
          <a:lstStyle/>
          <a:p>
            <a:pPr algn="ctr"/>
            <a:r>
              <a:rPr lang="en-US" sz="900" dirty="0"/>
              <a:t>45</a:t>
            </a:r>
          </a:p>
        </p:txBody>
      </p:sp>
      <p:sp>
        <p:nvSpPr>
          <p:cNvPr id="30" name="TextBox 29">
            <a:extLst>
              <a:ext uri="{FF2B5EF4-FFF2-40B4-BE49-F238E27FC236}">
                <a16:creationId xmlns:a16="http://schemas.microsoft.com/office/drawing/2014/main" id="{A1A1ED0F-A394-9194-4F93-7ABB60A65BD3}"/>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EB0C4152-7A31-AD61-8F4B-0F37B350B4AF}"/>
              </a:ext>
            </a:extLst>
          </p:cNvPr>
          <p:cNvSpPr txBox="1"/>
          <p:nvPr/>
        </p:nvSpPr>
        <p:spPr>
          <a:xfrm>
            <a:off x="3217333" y="721216"/>
            <a:ext cx="462845" cy="584775"/>
          </a:xfrm>
          <a:prstGeom prst="rect">
            <a:avLst/>
          </a:prstGeom>
          <a:noFill/>
        </p:spPr>
        <p:txBody>
          <a:bodyPr wrap="square" rtlCol="0">
            <a:spAutoFit/>
          </a:bodyPr>
          <a:lstStyle/>
          <a:p>
            <a:pPr algn="ctr"/>
            <a:r>
              <a:rPr lang="en-US" sz="3200" dirty="0"/>
              <a:t>4</a:t>
            </a:r>
          </a:p>
        </p:txBody>
      </p:sp>
      <p:sp>
        <p:nvSpPr>
          <p:cNvPr id="32" name="TextBox 31">
            <a:extLst>
              <a:ext uri="{FF2B5EF4-FFF2-40B4-BE49-F238E27FC236}">
                <a16:creationId xmlns:a16="http://schemas.microsoft.com/office/drawing/2014/main" id="{F101E032-63C6-0974-5A21-58B47C2AB57E}"/>
              </a:ext>
            </a:extLst>
          </p:cNvPr>
          <p:cNvSpPr txBox="1"/>
          <p:nvPr/>
        </p:nvSpPr>
        <p:spPr>
          <a:xfrm>
            <a:off x="3138310" y="1402877"/>
            <a:ext cx="570089" cy="230832"/>
          </a:xfrm>
          <a:prstGeom prst="rect">
            <a:avLst/>
          </a:prstGeom>
          <a:noFill/>
        </p:spPr>
        <p:txBody>
          <a:bodyPr wrap="square" rtlCol="0">
            <a:spAutoFit/>
          </a:bodyPr>
          <a:lstStyle/>
          <a:p>
            <a:pPr algn="ctr"/>
            <a:r>
              <a:rPr lang="en-US" sz="900" dirty="0"/>
              <a:t>789</a:t>
            </a:r>
          </a:p>
        </p:txBody>
      </p:sp>
      <p:sp>
        <p:nvSpPr>
          <p:cNvPr id="33" name="TextBox 32">
            <a:extLst>
              <a:ext uri="{FF2B5EF4-FFF2-40B4-BE49-F238E27FC236}">
                <a16:creationId xmlns:a16="http://schemas.microsoft.com/office/drawing/2014/main" id="{1DA7A057-14CA-DB84-C81B-163D74D74B42}"/>
              </a:ext>
            </a:extLst>
          </p:cNvPr>
          <p:cNvSpPr txBox="1"/>
          <p:nvPr/>
        </p:nvSpPr>
        <p:spPr>
          <a:xfrm>
            <a:off x="3640666" y="2034453"/>
            <a:ext cx="570089" cy="230832"/>
          </a:xfrm>
          <a:prstGeom prst="rect">
            <a:avLst/>
          </a:prstGeom>
          <a:noFill/>
        </p:spPr>
        <p:txBody>
          <a:bodyPr wrap="square" rtlCol="0">
            <a:spAutoFit/>
          </a:bodyPr>
          <a:lstStyle/>
          <a:p>
            <a:pPr algn="ctr"/>
            <a:r>
              <a:rPr lang="en-US" sz="900" dirty="0"/>
              <a:t>789</a:t>
            </a:r>
          </a:p>
        </p:txBody>
      </p:sp>
      <p:sp>
        <p:nvSpPr>
          <p:cNvPr id="34" name="TextBox 33">
            <a:extLst>
              <a:ext uri="{FF2B5EF4-FFF2-40B4-BE49-F238E27FC236}">
                <a16:creationId xmlns:a16="http://schemas.microsoft.com/office/drawing/2014/main" id="{2B21B873-1E72-D0EC-FC55-66880261C6DF}"/>
              </a:ext>
            </a:extLst>
          </p:cNvPr>
          <p:cNvSpPr txBox="1"/>
          <p:nvPr/>
        </p:nvSpPr>
        <p:spPr>
          <a:xfrm>
            <a:off x="3138310" y="2034453"/>
            <a:ext cx="570089" cy="230832"/>
          </a:xfrm>
          <a:prstGeom prst="rect">
            <a:avLst/>
          </a:prstGeom>
          <a:noFill/>
        </p:spPr>
        <p:txBody>
          <a:bodyPr wrap="square" rtlCol="0">
            <a:spAutoFit/>
          </a:bodyPr>
          <a:lstStyle/>
          <a:p>
            <a:pPr algn="ctr"/>
            <a:r>
              <a:rPr lang="en-US" sz="900" dirty="0"/>
              <a:t>789</a:t>
            </a:r>
          </a:p>
        </p:txBody>
      </p:sp>
      <p:sp>
        <p:nvSpPr>
          <p:cNvPr id="35" name="TextBox 34">
            <a:extLst>
              <a:ext uri="{FF2B5EF4-FFF2-40B4-BE49-F238E27FC236}">
                <a16:creationId xmlns:a16="http://schemas.microsoft.com/office/drawing/2014/main" id="{5EFFDFF2-47EC-0C6B-63CC-B75CB373E3E3}"/>
              </a:ext>
            </a:extLst>
          </p:cNvPr>
          <p:cNvSpPr txBox="1"/>
          <p:nvPr/>
        </p:nvSpPr>
        <p:spPr>
          <a:xfrm>
            <a:off x="4216401" y="1224551"/>
            <a:ext cx="462845" cy="584775"/>
          </a:xfrm>
          <a:prstGeom prst="rect">
            <a:avLst/>
          </a:prstGeom>
          <a:noFill/>
        </p:spPr>
        <p:txBody>
          <a:bodyPr wrap="square" rtlCol="0">
            <a:spAutoFit/>
          </a:bodyPr>
          <a:lstStyle/>
          <a:p>
            <a:pPr algn="ctr"/>
            <a:r>
              <a:rPr lang="en-US" sz="3200" dirty="0"/>
              <a:t>1</a:t>
            </a:r>
          </a:p>
        </p:txBody>
      </p:sp>
      <p:sp>
        <p:nvSpPr>
          <p:cNvPr id="36" name="TextBox 35">
            <a:extLst>
              <a:ext uri="{FF2B5EF4-FFF2-40B4-BE49-F238E27FC236}">
                <a16:creationId xmlns:a16="http://schemas.microsoft.com/office/drawing/2014/main" id="{9EEF4C07-DA36-6C49-85EA-1C76036357CD}"/>
              </a:ext>
            </a:extLst>
          </p:cNvPr>
          <p:cNvSpPr txBox="1"/>
          <p:nvPr/>
        </p:nvSpPr>
        <p:spPr>
          <a:xfrm>
            <a:off x="5215469" y="721216"/>
            <a:ext cx="462845" cy="584775"/>
          </a:xfrm>
          <a:prstGeom prst="rect">
            <a:avLst/>
          </a:prstGeom>
          <a:noFill/>
        </p:spPr>
        <p:txBody>
          <a:bodyPr wrap="square" rtlCol="0">
            <a:spAutoFit/>
          </a:bodyPr>
          <a:lstStyle/>
          <a:p>
            <a:pPr algn="ctr"/>
            <a:r>
              <a:rPr lang="en-US" sz="3200" dirty="0"/>
              <a:t>1</a:t>
            </a:r>
          </a:p>
        </p:txBody>
      </p:sp>
      <p:sp>
        <p:nvSpPr>
          <p:cNvPr id="37" name="TextBox 36">
            <a:extLst>
              <a:ext uri="{FF2B5EF4-FFF2-40B4-BE49-F238E27FC236}">
                <a16:creationId xmlns:a16="http://schemas.microsoft.com/office/drawing/2014/main" id="{346EC79E-5369-1F06-95B6-D7B3F1E4986E}"/>
              </a:ext>
            </a:extLst>
          </p:cNvPr>
          <p:cNvSpPr txBox="1"/>
          <p:nvPr/>
        </p:nvSpPr>
        <p:spPr>
          <a:xfrm>
            <a:off x="3640666" y="901933"/>
            <a:ext cx="570089" cy="230832"/>
          </a:xfrm>
          <a:prstGeom prst="rect">
            <a:avLst/>
          </a:prstGeom>
          <a:noFill/>
        </p:spPr>
        <p:txBody>
          <a:bodyPr wrap="square" rtlCol="0">
            <a:spAutoFit/>
          </a:bodyPr>
          <a:lstStyle/>
          <a:p>
            <a:pPr algn="ctr"/>
            <a:r>
              <a:rPr lang="en-US" sz="900" dirty="0"/>
              <a:t>35</a:t>
            </a:r>
          </a:p>
        </p:txBody>
      </p:sp>
      <p:sp>
        <p:nvSpPr>
          <p:cNvPr id="39" name="TextBox 38">
            <a:extLst>
              <a:ext uri="{FF2B5EF4-FFF2-40B4-BE49-F238E27FC236}">
                <a16:creationId xmlns:a16="http://schemas.microsoft.com/office/drawing/2014/main" id="{EA7E2E0D-13A2-9D05-3BB8-B93BC09AEAF8}"/>
              </a:ext>
            </a:extLst>
          </p:cNvPr>
          <p:cNvSpPr txBox="1"/>
          <p:nvPr/>
        </p:nvSpPr>
        <p:spPr>
          <a:xfrm>
            <a:off x="3640666" y="1402877"/>
            <a:ext cx="570089" cy="230832"/>
          </a:xfrm>
          <a:prstGeom prst="rect">
            <a:avLst/>
          </a:prstGeom>
          <a:noFill/>
        </p:spPr>
        <p:txBody>
          <a:bodyPr wrap="square" rtlCol="0">
            <a:spAutoFit/>
          </a:bodyPr>
          <a:lstStyle/>
          <a:p>
            <a:pPr algn="ctr"/>
            <a:r>
              <a:rPr lang="en-US" sz="900" dirty="0"/>
              <a:t>53</a:t>
            </a:r>
          </a:p>
        </p:txBody>
      </p:sp>
      <p:sp>
        <p:nvSpPr>
          <p:cNvPr id="40" name="TextBox 39">
            <a:extLst>
              <a:ext uri="{FF2B5EF4-FFF2-40B4-BE49-F238E27FC236}">
                <a16:creationId xmlns:a16="http://schemas.microsoft.com/office/drawing/2014/main" id="{375C52EF-D25F-D253-914B-DAF728AB3EFA}"/>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41" name="TextBox 40">
            <a:extLst>
              <a:ext uri="{FF2B5EF4-FFF2-40B4-BE49-F238E27FC236}">
                <a16:creationId xmlns:a16="http://schemas.microsoft.com/office/drawing/2014/main" id="{26EBDF69-7CAE-234E-4202-798F3687E552}"/>
              </a:ext>
            </a:extLst>
          </p:cNvPr>
          <p:cNvSpPr txBox="1"/>
          <p:nvPr/>
        </p:nvSpPr>
        <p:spPr>
          <a:xfrm>
            <a:off x="4645378" y="771301"/>
            <a:ext cx="570089" cy="230832"/>
          </a:xfrm>
          <a:prstGeom prst="rect">
            <a:avLst/>
          </a:prstGeom>
          <a:noFill/>
        </p:spPr>
        <p:txBody>
          <a:bodyPr wrap="square" rtlCol="0">
            <a:spAutoFit/>
          </a:bodyPr>
          <a:lstStyle/>
          <a:p>
            <a:pPr algn="ctr"/>
            <a:r>
              <a:rPr lang="en-US" sz="900" dirty="0"/>
              <a:t>79</a:t>
            </a:r>
          </a:p>
        </p:txBody>
      </p:sp>
      <p:sp>
        <p:nvSpPr>
          <p:cNvPr id="38" name="TextBox 37">
            <a:extLst>
              <a:ext uri="{FF2B5EF4-FFF2-40B4-BE49-F238E27FC236}">
                <a16:creationId xmlns:a16="http://schemas.microsoft.com/office/drawing/2014/main" id="{D206F7DE-7A35-D84E-8483-2F97CE0979A8}"/>
              </a:ext>
            </a:extLst>
          </p:cNvPr>
          <p:cNvSpPr txBox="1"/>
          <p:nvPr/>
        </p:nvSpPr>
        <p:spPr>
          <a:xfrm>
            <a:off x="5650090" y="901933"/>
            <a:ext cx="570089" cy="230832"/>
          </a:xfrm>
          <a:prstGeom prst="rect">
            <a:avLst/>
          </a:prstGeom>
          <a:noFill/>
        </p:spPr>
        <p:txBody>
          <a:bodyPr wrap="square" rtlCol="0">
            <a:spAutoFit/>
          </a:bodyPr>
          <a:lstStyle/>
          <a:p>
            <a:pPr algn="ctr"/>
            <a:r>
              <a:rPr lang="en-US" sz="900" dirty="0"/>
              <a:t>53</a:t>
            </a:r>
          </a:p>
        </p:txBody>
      </p:sp>
      <p:sp>
        <p:nvSpPr>
          <p:cNvPr id="42" name="TextBox 41">
            <a:extLst>
              <a:ext uri="{FF2B5EF4-FFF2-40B4-BE49-F238E27FC236}">
                <a16:creationId xmlns:a16="http://schemas.microsoft.com/office/drawing/2014/main" id="{A2DB2FCB-B089-D03D-A2BF-5194C780EB74}"/>
              </a:ext>
            </a:extLst>
          </p:cNvPr>
          <p:cNvSpPr txBox="1"/>
          <p:nvPr/>
        </p:nvSpPr>
        <p:spPr>
          <a:xfrm>
            <a:off x="5715003" y="1224551"/>
            <a:ext cx="462845" cy="584775"/>
          </a:xfrm>
          <a:prstGeom prst="rect">
            <a:avLst/>
          </a:prstGeom>
          <a:noFill/>
        </p:spPr>
        <p:txBody>
          <a:bodyPr wrap="square" rtlCol="0">
            <a:spAutoFit/>
          </a:bodyPr>
          <a:lstStyle/>
          <a:p>
            <a:pPr algn="ctr"/>
            <a:r>
              <a:rPr lang="en-US" sz="3200" dirty="0"/>
              <a:t>2</a:t>
            </a:r>
          </a:p>
        </p:txBody>
      </p:sp>
      <p:sp>
        <p:nvSpPr>
          <p:cNvPr id="43" name="TextBox 42">
            <a:extLst>
              <a:ext uri="{FF2B5EF4-FFF2-40B4-BE49-F238E27FC236}">
                <a16:creationId xmlns:a16="http://schemas.microsoft.com/office/drawing/2014/main" id="{0C70639F-2594-7A4A-4EE6-0BD065E75EAF}"/>
              </a:ext>
            </a:extLst>
          </p:cNvPr>
          <p:cNvSpPr txBox="1"/>
          <p:nvPr/>
        </p:nvSpPr>
        <p:spPr>
          <a:xfrm>
            <a:off x="4645378" y="1533509"/>
            <a:ext cx="570089" cy="230832"/>
          </a:xfrm>
          <a:prstGeom prst="rect">
            <a:avLst/>
          </a:prstGeom>
          <a:noFill/>
        </p:spPr>
        <p:txBody>
          <a:bodyPr wrap="square" rtlCol="0">
            <a:spAutoFit/>
          </a:bodyPr>
          <a:lstStyle/>
          <a:p>
            <a:pPr algn="ctr"/>
            <a:r>
              <a:rPr lang="en-US" sz="900" dirty="0"/>
              <a:t>345789</a:t>
            </a:r>
          </a:p>
        </p:txBody>
      </p:sp>
      <p:sp>
        <p:nvSpPr>
          <p:cNvPr id="44" name="TextBox 43">
            <a:extLst>
              <a:ext uri="{FF2B5EF4-FFF2-40B4-BE49-F238E27FC236}">
                <a16:creationId xmlns:a16="http://schemas.microsoft.com/office/drawing/2014/main" id="{EB5921E3-EBD6-E8B6-4DD1-BC3922F16209}"/>
              </a:ext>
            </a:extLst>
          </p:cNvPr>
          <p:cNvSpPr txBox="1"/>
          <p:nvPr/>
        </p:nvSpPr>
        <p:spPr>
          <a:xfrm>
            <a:off x="5147734" y="1533509"/>
            <a:ext cx="570089" cy="230832"/>
          </a:xfrm>
          <a:prstGeom prst="rect">
            <a:avLst/>
          </a:prstGeom>
          <a:noFill/>
        </p:spPr>
        <p:txBody>
          <a:bodyPr wrap="square" rtlCol="0">
            <a:spAutoFit/>
          </a:bodyPr>
          <a:lstStyle/>
          <a:p>
            <a:pPr algn="ctr"/>
            <a:r>
              <a:rPr lang="en-US" sz="900" dirty="0"/>
              <a:t>987543</a:t>
            </a:r>
          </a:p>
        </p:txBody>
      </p:sp>
      <p:sp>
        <p:nvSpPr>
          <p:cNvPr id="45" name="TextBox 44">
            <a:extLst>
              <a:ext uri="{FF2B5EF4-FFF2-40B4-BE49-F238E27FC236}">
                <a16:creationId xmlns:a16="http://schemas.microsoft.com/office/drawing/2014/main" id="{A02B097B-9EE6-7D70-2981-8D9DC90E45AA}"/>
              </a:ext>
            </a:extLst>
          </p:cNvPr>
          <p:cNvSpPr txBox="1"/>
          <p:nvPr/>
        </p:nvSpPr>
        <p:spPr>
          <a:xfrm>
            <a:off x="4143022" y="2905709"/>
            <a:ext cx="570089" cy="230832"/>
          </a:xfrm>
          <a:prstGeom prst="rect">
            <a:avLst/>
          </a:prstGeom>
          <a:noFill/>
        </p:spPr>
        <p:txBody>
          <a:bodyPr wrap="square" rtlCol="0">
            <a:spAutoFit/>
          </a:bodyPr>
          <a:lstStyle/>
          <a:p>
            <a:pPr algn="ctr"/>
            <a:r>
              <a:rPr lang="en-US" sz="900" dirty="0"/>
              <a:t>54</a:t>
            </a:r>
          </a:p>
        </p:txBody>
      </p:sp>
      <p:sp>
        <p:nvSpPr>
          <p:cNvPr id="46" name="TextBox 45">
            <a:extLst>
              <a:ext uri="{FF2B5EF4-FFF2-40B4-BE49-F238E27FC236}">
                <a16:creationId xmlns:a16="http://schemas.microsoft.com/office/drawing/2014/main" id="{BCEB7719-937C-F9E9-8606-FE24D54968D4}"/>
              </a:ext>
            </a:extLst>
          </p:cNvPr>
          <p:cNvSpPr txBox="1"/>
          <p:nvPr/>
        </p:nvSpPr>
        <p:spPr>
          <a:xfrm>
            <a:off x="5215469" y="2231221"/>
            <a:ext cx="462845" cy="584775"/>
          </a:xfrm>
          <a:prstGeom prst="rect">
            <a:avLst/>
          </a:prstGeom>
          <a:noFill/>
        </p:spPr>
        <p:txBody>
          <a:bodyPr wrap="square" rtlCol="0">
            <a:spAutoFit/>
          </a:bodyPr>
          <a:lstStyle/>
          <a:p>
            <a:pPr algn="ctr"/>
            <a:r>
              <a:rPr lang="en-US" sz="3200" dirty="0"/>
              <a:t>6</a:t>
            </a:r>
          </a:p>
        </p:txBody>
      </p:sp>
      <p:sp>
        <p:nvSpPr>
          <p:cNvPr id="15" name="TextBox 14">
            <a:extLst>
              <a:ext uri="{FF2B5EF4-FFF2-40B4-BE49-F238E27FC236}">
                <a16:creationId xmlns:a16="http://schemas.microsoft.com/office/drawing/2014/main" id="{1940BB11-3DB4-DAD3-477E-9F1A15B4AEA6}"/>
              </a:ext>
            </a:extLst>
          </p:cNvPr>
          <p:cNvSpPr txBox="1"/>
          <p:nvPr/>
        </p:nvSpPr>
        <p:spPr>
          <a:xfrm>
            <a:off x="5147734" y="2034453"/>
            <a:ext cx="570089" cy="230832"/>
          </a:xfrm>
          <a:prstGeom prst="rect">
            <a:avLst/>
          </a:prstGeom>
          <a:noFill/>
        </p:spPr>
        <p:txBody>
          <a:bodyPr wrap="square" rtlCol="0">
            <a:spAutoFit/>
          </a:bodyPr>
          <a:lstStyle/>
          <a:p>
            <a:pPr algn="ctr"/>
            <a:r>
              <a:rPr lang="en-US" sz="900" dirty="0"/>
              <a:t>789</a:t>
            </a:r>
          </a:p>
        </p:txBody>
      </p:sp>
    </p:spTree>
    <p:extLst>
      <p:ext uri="{BB962C8B-B14F-4D97-AF65-F5344CB8AC3E}">
        <p14:creationId xmlns:p14="http://schemas.microsoft.com/office/powerpoint/2010/main" val="42870012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FA8BBB-0D8C-3BE1-8A02-24D35A2258E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D417FDA-0B16-1507-6843-E393039317F3}"/>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DFB6F7B7-ACEE-7461-E852-9EC8A02FCDB1}"/>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66178FDF-FE00-695A-91F5-C99FBCD0DC7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D0BED482-E7DD-44E1-B22D-B84469ACBB28}"/>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B88AB7EF-6E36-7D58-2B63-513A95F498E9}"/>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98895611-5E7F-3CD3-AB64-E6A4135E047E}"/>
              </a:ext>
            </a:extLst>
          </p:cNvPr>
          <p:cNvSpPr txBox="1"/>
          <p:nvPr/>
        </p:nvSpPr>
        <p:spPr>
          <a:xfrm>
            <a:off x="3716867" y="223122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32D96113-F611-E7DA-2918-7CC1DE7215CD}"/>
              </a:ext>
            </a:extLst>
          </p:cNvPr>
          <p:cNvSpPr txBox="1"/>
          <p:nvPr/>
        </p:nvSpPr>
        <p:spPr>
          <a:xfrm>
            <a:off x="3640666" y="3036341"/>
            <a:ext cx="570089" cy="230832"/>
          </a:xfrm>
          <a:prstGeom prst="rect">
            <a:avLst/>
          </a:prstGeom>
          <a:noFill/>
        </p:spPr>
        <p:txBody>
          <a:bodyPr wrap="square" rtlCol="0">
            <a:spAutoFit/>
          </a:bodyPr>
          <a:lstStyle/>
          <a:p>
            <a:pPr algn="ctr"/>
            <a:r>
              <a:rPr lang="en-US" sz="900" dirty="0"/>
              <a:t>8764</a:t>
            </a:r>
          </a:p>
        </p:txBody>
      </p:sp>
      <p:sp>
        <p:nvSpPr>
          <p:cNvPr id="9" name="TextBox 8">
            <a:extLst>
              <a:ext uri="{FF2B5EF4-FFF2-40B4-BE49-F238E27FC236}">
                <a16:creationId xmlns:a16="http://schemas.microsoft.com/office/drawing/2014/main" id="{47769353-CE85-DEF0-5955-B2F6F03B8625}"/>
              </a:ext>
            </a:extLst>
          </p:cNvPr>
          <p:cNvSpPr txBox="1"/>
          <p:nvPr/>
        </p:nvSpPr>
        <p:spPr>
          <a:xfrm>
            <a:off x="3138310" y="3036341"/>
            <a:ext cx="570089" cy="230832"/>
          </a:xfrm>
          <a:prstGeom prst="rect">
            <a:avLst/>
          </a:prstGeom>
          <a:noFill/>
        </p:spPr>
        <p:txBody>
          <a:bodyPr wrap="square" rtlCol="0">
            <a:spAutoFit/>
          </a:bodyPr>
          <a:lstStyle/>
          <a:p>
            <a:pPr algn="ctr"/>
            <a:r>
              <a:rPr lang="en-US" sz="900" dirty="0"/>
              <a:t>5679</a:t>
            </a:r>
          </a:p>
        </p:txBody>
      </p:sp>
      <p:sp>
        <p:nvSpPr>
          <p:cNvPr id="10" name="TextBox 9">
            <a:extLst>
              <a:ext uri="{FF2B5EF4-FFF2-40B4-BE49-F238E27FC236}">
                <a16:creationId xmlns:a16="http://schemas.microsoft.com/office/drawing/2014/main" id="{BFE83842-BE98-A528-13FF-263C92688DE8}"/>
              </a:ext>
            </a:extLst>
          </p:cNvPr>
          <p:cNvSpPr txBox="1"/>
          <p:nvPr/>
        </p:nvSpPr>
        <p:spPr>
          <a:xfrm>
            <a:off x="3217333" y="4747898"/>
            <a:ext cx="462845" cy="584775"/>
          </a:xfrm>
          <a:prstGeom prst="rect">
            <a:avLst/>
          </a:prstGeom>
          <a:noFill/>
        </p:spPr>
        <p:txBody>
          <a:bodyPr wrap="square" rtlCol="0">
            <a:spAutoFit/>
          </a:bodyPr>
          <a:lstStyle/>
          <a:p>
            <a:pPr algn="ctr"/>
            <a:r>
              <a:rPr lang="en-US" sz="3200" dirty="0"/>
              <a:t>6</a:t>
            </a:r>
          </a:p>
        </p:txBody>
      </p:sp>
      <p:sp>
        <p:nvSpPr>
          <p:cNvPr id="11" name="TextBox 10">
            <a:extLst>
              <a:ext uri="{FF2B5EF4-FFF2-40B4-BE49-F238E27FC236}">
                <a16:creationId xmlns:a16="http://schemas.microsoft.com/office/drawing/2014/main" id="{4D688EC1-9DBC-8228-23EF-5697FBCAE769}"/>
              </a:ext>
            </a:extLst>
          </p:cNvPr>
          <p:cNvSpPr txBox="1"/>
          <p:nvPr/>
        </p:nvSpPr>
        <p:spPr>
          <a:xfrm>
            <a:off x="7213604" y="4747898"/>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190DA530-2FA0-E541-506E-E600870ECDA4}"/>
              </a:ext>
            </a:extLst>
          </p:cNvPr>
          <p:cNvSpPr txBox="1"/>
          <p:nvPr/>
        </p:nvSpPr>
        <p:spPr>
          <a:xfrm>
            <a:off x="6214537" y="2734556"/>
            <a:ext cx="462845" cy="584775"/>
          </a:xfrm>
          <a:prstGeom prst="rect">
            <a:avLst/>
          </a:prstGeom>
          <a:no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6DBA3EF3-A82B-D3F8-933F-0CEBBE42B19A}"/>
              </a:ext>
            </a:extLst>
          </p:cNvPr>
          <p:cNvSpPr txBox="1"/>
          <p:nvPr/>
        </p:nvSpPr>
        <p:spPr>
          <a:xfrm>
            <a:off x="4143022" y="2274133"/>
            <a:ext cx="570089" cy="230832"/>
          </a:xfrm>
          <a:prstGeom prst="rect">
            <a:avLst/>
          </a:prstGeom>
          <a:noFill/>
        </p:spPr>
        <p:txBody>
          <a:bodyPr wrap="square" rtlCol="0">
            <a:spAutoFit/>
          </a:bodyPr>
          <a:lstStyle/>
          <a:p>
            <a:pPr algn="ctr"/>
            <a:r>
              <a:rPr lang="en-US" sz="900" dirty="0"/>
              <a:t>45789</a:t>
            </a:r>
          </a:p>
        </p:txBody>
      </p:sp>
      <p:sp>
        <p:nvSpPr>
          <p:cNvPr id="14" name="TextBox 13">
            <a:extLst>
              <a:ext uri="{FF2B5EF4-FFF2-40B4-BE49-F238E27FC236}">
                <a16:creationId xmlns:a16="http://schemas.microsoft.com/office/drawing/2014/main" id="{B6F412D3-0BB4-092E-E02E-E4D9FEA8AAF4}"/>
              </a:ext>
            </a:extLst>
          </p:cNvPr>
          <p:cNvSpPr txBox="1"/>
          <p:nvPr/>
        </p:nvSpPr>
        <p:spPr>
          <a:xfrm>
            <a:off x="4645378" y="2274133"/>
            <a:ext cx="570089" cy="230832"/>
          </a:xfrm>
          <a:prstGeom prst="rect">
            <a:avLst/>
          </a:prstGeom>
          <a:noFill/>
        </p:spPr>
        <p:txBody>
          <a:bodyPr wrap="square" rtlCol="0">
            <a:spAutoFit/>
          </a:bodyPr>
          <a:lstStyle/>
          <a:p>
            <a:pPr algn="ctr"/>
            <a:r>
              <a:rPr lang="en-US" sz="900" dirty="0"/>
              <a:t>45789</a:t>
            </a:r>
          </a:p>
        </p:txBody>
      </p:sp>
      <p:sp>
        <p:nvSpPr>
          <p:cNvPr id="16" name="TextBox 15">
            <a:extLst>
              <a:ext uri="{FF2B5EF4-FFF2-40B4-BE49-F238E27FC236}">
                <a16:creationId xmlns:a16="http://schemas.microsoft.com/office/drawing/2014/main" id="{29FEBE0D-011C-BBA6-048B-9EEC4E239921}"/>
              </a:ext>
            </a:extLst>
          </p:cNvPr>
          <p:cNvSpPr txBox="1"/>
          <p:nvPr/>
        </p:nvSpPr>
        <p:spPr>
          <a:xfrm>
            <a:off x="5650090" y="2274133"/>
            <a:ext cx="570089" cy="230832"/>
          </a:xfrm>
          <a:prstGeom prst="rect">
            <a:avLst/>
          </a:prstGeom>
          <a:noFill/>
        </p:spPr>
        <p:txBody>
          <a:bodyPr wrap="square" rtlCol="0">
            <a:spAutoFit/>
          </a:bodyPr>
          <a:lstStyle/>
          <a:p>
            <a:pPr algn="ctr"/>
            <a:r>
              <a:rPr lang="en-US" sz="900" dirty="0"/>
              <a:t>45789</a:t>
            </a:r>
          </a:p>
        </p:txBody>
      </p:sp>
      <p:sp>
        <p:nvSpPr>
          <p:cNvPr id="17" name="TextBox 16">
            <a:extLst>
              <a:ext uri="{FF2B5EF4-FFF2-40B4-BE49-F238E27FC236}">
                <a16:creationId xmlns:a16="http://schemas.microsoft.com/office/drawing/2014/main" id="{217502A9-015A-4B7C-F50B-46372028B497}"/>
              </a:ext>
            </a:extLst>
          </p:cNvPr>
          <p:cNvSpPr txBox="1"/>
          <p:nvPr/>
        </p:nvSpPr>
        <p:spPr>
          <a:xfrm>
            <a:off x="6152446" y="2274133"/>
            <a:ext cx="570089" cy="230832"/>
          </a:xfrm>
          <a:prstGeom prst="rect">
            <a:avLst/>
          </a:prstGeom>
          <a:noFill/>
        </p:spPr>
        <p:txBody>
          <a:bodyPr wrap="square" rtlCol="0">
            <a:spAutoFit/>
          </a:bodyPr>
          <a:lstStyle/>
          <a:p>
            <a:pPr algn="ctr"/>
            <a:r>
              <a:rPr lang="en-US" sz="900" dirty="0"/>
              <a:t>45789</a:t>
            </a:r>
          </a:p>
        </p:txBody>
      </p:sp>
      <p:sp>
        <p:nvSpPr>
          <p:cNvPr id="18" name="TextBox 17">
            <a:extLst>
              <a:ext uri="{FF2B5EF4-FFF2-40B4-BE49-F238E27FC236}">
                <a16:creationId xmlns:a16="http://schemas.microsoft.com/office/drawing/2014/main" id="{FDACA533-029C-0C42-D8C6-48DF0E725607}"/>
              </a:ext>
            </a:extLst>
          </p:cNvPr>
          <p:cNvSpPr txBox="1"/>
          <p:nvPr/>
        </p:nvSpPr>
        <p:spPr>
          <a:xfrm>
            <a:off x="6654802" y="2404765"/>
            <a:ext cx="570089" cy="230832"/>
          </a:xfrm>
          <a:prstGeom prst="rect">
            <a:avLst/>
          </a:prstGeom>
          <a:noFill/>
        </p:spPr>
        <p:txBody>
          <a:bodyPr wrap="square" rtlCol="0">
            <a:spAutoFit/>
          </a:bodyPr>
          <a:lstStyle/>
          <a:p>
            <a:pPr algn="ctr"/>
            <a:r>
              <a:rPr lang="en-US" sz="900" dirty="0"/>
              <a:t>245</a:t>
            </a:r>
          </a:p>
        </p:txBody>
      </p:sp>
      <p:sp>
        <p:nvSpPr>
          <p:cNvPr id="19" name="TextBox 18">
            <a:extLst>
              <a:ext uri="{FF2B5EF4-FFF2-40B4-BE49-F238E27FC236}">
                <a16:creationId xmlns:a16="http://schemas.microsoft.com/office/drawing/2014/main" id="{2E99879E-C03C-7398-B33A-2C861A1374E3}"/>
              </a:ext>
            </a:extLst>
          </p:cNvPr>
          <p:cNvSpPr txBox="1"/>
          <p:nvPr/>
        </p:nvSpPr>
        <p:spPr>
          <a:xfrm>
            <a:off x="7157158" y="2404765"/>
            <a:ext cx="570089" cy="230832"/>
          </a:xfrm>
          <a:prstGeom prst="rect">
            <a:avLst/>
          </a:prstGeom>
          <a:noFill/>
        </p:spPr>
        <p:txBody>
          <a:bodyPr wrap="square" rtlCol="0">
            <a:spAutoFit/>
          </a:bodyPr>
          <a:lstStyle/>
          <a:p>
            <a:pPr algn="ctr"/>
            <a:r>
              <a:rPr lang="en-US" sz="900" dirty="0"/>
              <a:t>245</a:t>
            </a:r>
          </a:p>
        </p:txBody>
      </p:sp>
      <p:sp>
        <p:nvSpPr>
          <p:cNvPr id="20" name="TextBox 19">
            <a:extLst>
              <a:ext uri="{FF2B5EF4-FFF2-40B4-BE49-F238E27FC236}">
                <a16:creationId xmlns:a16="http://schemas.microsoft.com/office/drawing/2014/main" id="{32448DB3-583D-9CD0-019C-F1264A87297D}"/>
              </a:ext>
            </a:extLst>
          </p:cNvPr>
          <p:cNvSpPr txBox="1"/>
          <p:nvPr/>
        </p:nvSpPr>
        <p:spPr>
          <a:xfrm>
            <a:off x="4645378" y="1903821"/>
            <a:ext cx="570089" cy="230832"/>
          </a:xfrm>
          <a:prstGeom prst="rect">
            <a:avLst/>
          </a:prstGeom>
          <a:noFill/>
        </p:spPr>
        <p:txBody>
          <a:bodyPr wrap="square" rtlCol="0">
            <a:spAutoFit/>
          </a:bodyPr>
          <a:lstStyle/>
          <a:p>
            <a:pPr algn="ctr"/>
            <a:r>
              <a:rPr lang="en-US" sz="900" dirty="0"/>
              <a:t>345</a:t>
            </a:r>
          </a:p>
        </p:txBody>
      </p:sp>
      <p:sp>
        <p:nvSpPr>
          <p:cNvPr id="23" name="TextBox 22">
            <a:extLst>
              <a:ext uri="{FF2B5EF4-FFF2-40B4-BE49-F238E27FC236}">
                <a16:creationId xmlns:a16="http://schemas.microsoft.com/office/drawing/2014/main" id="{D0DA11BD-9C64-08CE-7508-394AB795B947}"/>
              </a:ext>
            </a:extLst>
          </p:cNvPr>
          <p:cNvSpPr txBox="1"/>
          <p:nvPr/>
        </p:nvSpPr>
        <p:spPr>
          <a:xfrm>
            <a:off x="6214537" y="721216"/>
            <a:ext cx="462845" cy="584775"/>
          </a:xfrm>
          <a:prstGeom prst="rect">
            <a:avLst/>
          </a:prstGeom>
          <a:noFill/>
        </p:spPr>
        <p:txBody>
          <a:bodyPr wrap="square" rtlCol="0">
            <a:spAutoFit/>
          </a:bodyPr>
          <a:lstStyle/>
          <a:p>
            <a:pPr algn="ctr"/>
            <a:r>
              <a:rPr lang="en-US" sz="3200" dirty="0"/>
              <a:t>2</a:t>
            </a:r>
          </a:p>
        </p:txBody>
      </p:sp>
      <p:sp>
        <p:nvSpPr>
          <p:cNvPr id="24" name="TextBox 23">
            <a:extLst>
              <a:ext uri="{FF2B5EF4-FFF2-40B4-BE49-F238E27FC236}">
                <a16:creationId xmlns:a16="http://schemas.microsoft.com/office/drawing/2014/main" id="{3A1A3EF8-74D6-E756-1785-2BCFC9161E5A}"/>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5522A930-72C6-D42F-B370-0773910FF6C2}"/>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A244A2DB-A651-4855-4648-A185564D0231}"/>
              </a:ext>
            </a:extLst>
          </p:cNvPr>
          <p:cNvSpPr txBox="1"/>
          <p:nvPr/>
        </p:nvSpPr>
        <p:spPr>
          <a:xfrm>
            <a:off x="6654802" y="771301"/>
            <a:ext cx="570089" cy="230832"/>
          </a:xfrm>
          <a:prstGeom prst="rect">
            <a:avLst/>
          </a:prstGeom>
          <a:noFill/>
        </p:spPr>
        <p:txBody>
          <a:bodyPr wrap="square" rtlCol="0">
            <a:spAutoFit/>
          </a:bodyPr>
          <a:lstStyle/>
          <a:p>
            <a:pPr algn="ctr"/>
            <a:r>
              <a:rPr lang="en-US" sz="900" dirty="0"/>
              <a:t>97</a:t>
            </a:r>
          </a:p>
        </p:txBody>
      </p:sp>
      <p:sp>
        <p:nvSpPr>
          <p:cNvPr id="26" name="TextBox 25">
            <a:extLst>
              <a:ext uri="{FF2B5EF4-FFF2-40B4-BE49-F238E27FC236}">
                <a16:creationId xmlns:a16="http://schemas.microsoft.com/office/drawing/2014/main" id="{E01D9B0D-4AC2-E8A6-B38D-5E7D3C6FA6E0}"/>
              </a:ext>
            </a:extLst>
          </p:cNvPr>
          <p:cNvSpPr txBox="1"/>
          <p:nvPr/>
        </p:nvSpPr>
        <p:spPr>
          <a:xfrm>
            <a:off x="6654802" y="1402877"/>
            <a:ext cx="570089" cy="230832"/>
          </a:xfrm>
          <a:prstGeom prst="rect">
            <a:avLst/>
          </a:prstGeom>
          <a:noFill/>
        </p:spPr>
        <p:txBody>
          <a:bodyPr wrap="square" rtlCol="0">
            <a:spAutoFit/>
          </a:bodyPr>
          <a:lstStyle/>
          <a:p>
            <a:pPr algn="ctr"/>
            <a:r>
              <a:rPr lang="en-US" sz="900" dirty="0"/>
              <a:t>34579</a:t>
            </a:r>
          </a:p>
        </p:txBody>
      </p:sp>
      <p:sp>
        <p:nvSpPr>
          <p:cNvPr id="27" name="TextBox 26">
            <a:extLst>
              <a:ext uri="{FF2B5EF4-FFF2-40B4-BE49-F238E27FC236}">
                <a16:creationId xmlns:a16="http://schemas.microsoft.com/office/drawing/2014/main" id="{3F4F0F78-D643-CCCA-070B-56D91EFE4BC9}"/>
              </a:ext>
            </a:extLst>
          </p:cNvPr>
          <p:cNvSpPr txBox="1"/>
          <p:nvPr/>
        </p:nvSpPr>
        <p:spPr>
          <a:xfrm>
            <a:off x="7157158" y="1402877"/>
            <a:ext cx="570089" cy="230832"/>
          </a:xfrm>
          <a:prstGeom prst="rect">
            <a:avLst/>
          </a:prstGeom>
          <a:noFill/>
        </p:spPr>
        <p:txBody>
          <a:bodyPr wrap="square" rtlCol="0">
            <a:spAutoFit/>
          </a:bodyPr>
          <a:lstStyle/>
          <a:p>
            <a:pPr algn="ctr"/>
            <a:r>
              <a:rPr lang="en-US" sz="900" dirty="0"/>
              <a:t>4579</a:t>
            </a:r>
          </a:p>
        </p:txBody>
      </p:sp>
      <p:sp>
        <p:nvSpPr>
          <p:cNvPr id="28" name="TextBox 27">
            <a:extLst>
              <a:ext uri="{FF2B5EF4-FFF2-40B4-BE49-F238E27FC236}">
                <a16:creationId xmlns:a16="http://schemas.microsoft.com/office/drawing/2014/main" id="{D2A21EEB-6BF0-F46E-873A-359CB6D05953}"/>
              </a:ext>
            </a:extLst>
          </p:cNvPr>
          <p:cNvSpPr txBox="1"/>
          <p:nvPr/>
        </p:nvSpPr>
        <p:spPr>
          <a:xfrm>
            <a:off x="6654802" y="2034453"/>
            <a:ext cx="570089" cy="230832"/>
          </a:xfrm>
          <a:prstGeom prst="rect">
            <a:avLst/>
          </a:prstGeom>
          <a:noFill/>
        </p:spPr>
        <p:txBody>
          <a:bodyPr wrap="square" rtlCol="0">
            <a:spAutoFit/>
          </a:bodyPr>
          <a:lstStyle/>
          <a:p>
            <a:pPr algn="ctr"/>
            <a:r>
              <a:rPr lang="en-US" sz="900" dirty="0"/>
              <a:t>345</a:t>
            </a:r>
          </a:p>
        </p:txBody>
      </p:sp>
      <p:sp>
        <p:nvSpPr>
          <p:cNvPr id="29" name="TextBox 28">
            <a:extLst>
              <a:ext uri="{FF2B5EF4-FFF2-40B4-BE49-F238E27FC236}">
                <a16:creationId xmlns:a16="http://schemas.microsoft.com/office/drawing/2014/main" id="{2212A0FF-D910-F036-C374-6D0B508D25C4}"/>
              </a:ext>
            </a:extLst>
          </p:cNvPr>
          <p:cNvSpPr txBox="1"/>
          <p:nvPr/>
        </p:nvSpPr>
        <p:spPr>
          <a:xfrm>
            <a:off x="7157158" y="2034453"/>
            <a:ext cx="570089" cy="230832"/>
          </a:xfrm>
          <a:prstGeom prst="rect">
            <a:avLst/>
          </a:prstGeom>
          <a:noFill/>
        </p:spPr>
        <p:txBody>
          <a:bodyPr wrap="square" rtlCol="0">
            <a:spAutoFit/>
          </a:bodyPr>
          <a:lstStyle/>
          <a:p>
            <a:pPr algn="ctr"/>
            <a:r>
              <a:rPr lang="en-US" sz="900" dirty="0"/>
              <a:t>45</a:t>
            </a:r>
          </a:p>
        </p:txBody>
      </p:sp>
      <p:sp>
        <p:nvSpPr>
          <p:cNvPr id="30" name="TextBox 29">
            <a:extLst>
              <a:ext uri="{FF2B5EF4-FFF2-40B4-BE49-F238E27FC236}">
                <a16:creationId xmlns:a16="http://schemas.microsoft.com/office/drawing/2014/main" id="{5A6AFE1E-B965-3BC1-D8D1-B04227D8388A}"/>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F547D60D-5F9C-4332-A98A-84619821E1BB}"/>
              </a:ext>
            </a:extLst>
          </p:cNvPr>
          <p:cNvSpPr txBox="1"/>
          <p:nvPr/>
        </p:nvSpPr>
        <p:spPr>
          <a:xfrm>
            <a:off x="3217333" y="721216"/>
            <a:ext cx="462845" cy="584775"/>
          </a:xfrm>
          <a:prstGeom prst="rect">
            <a:avLst/>
          </a:prstGeom>
          <a:noFill/>
        </p:spPr>
        <p:txBody>
          <a:bodyPr wrap="square" rtlCol="0">
            <a:spAutoFit/>
          </a:bodyPr>
          <a:lstStyle/>
          <a:p>
            <a:pPr algn="ctr"/>
            <a:r>
              <a:rPr lang="en-US" sz="3200" dirty="0"/>
              <a:t>4</a:t>
            </a:r>
          </a:p>
        </p:txBody>
      </p:sp>
      <p:sp>
        <p:nvSpPr>
          <p:cNvPr id="32" name="TextBox 31">
            <a:extLst>
              <a:ext uri="{FF2B5EF4-FFF2-40B4-BE49-F238E27FC236}">
                <a16:creationId xmlns:a16="http://schemas.microsoft.com/office/drawing/2014/main" id="{3E6DB5C7-81B9-0D68-3D24-332FFA4296FA}"/>
              </a:ext>
            </a:extLst>
          </p:cNvPr>
          <p:cNvSpPr txBox="1"/>
          <p:nvPr/>
        </p:nvSpPr>
        <p:spPr>
          <a:xfrm>
            <a:off x="3138310" y="1402877"/>
            <a:ext cx="570089" cy="230832"/>
          </a:xfrm>
          <a:prstGeom prst="rect">
            <a:avLst/>
          </a:prstGeom>
          <a:noFill/>
        </p:spPr>
        <p:txBody>
          <a:bodyPr wrap="square" rtlCol="0">
            <a:spAutoFit/>
          </a:bodyPr>
          <a:lstStyle/>
          <a:p>
            <a:pPr algn="ctr"/>
            <a:r>
              <a:rPr lang="en-US" sz="900" dirty="0"/>
              <a:t>789</a:t>
            </a:r>
          </a:p>
        </p:txBody>
      </p:sp>
      <p:sp>
        <p:nvSpPr>
          <p:cNvPr id="33" name="TextBox 32">
            <a:extLst>
              <a:ext uri="{FF2B5EF4-FFF2-40B4-BE49-F238E27FC236}">
                <a16:creationId xmlns:a16="http://schemas.microsoft.com/office/drawing/2014/main" id="{E81A3CD0-3D14-4DF6-DC8C-9DB4279F4A83}"/>
              </a:ext>
            </a:extLst>
          </p:cNvPr>
          <p:cNvSpPr txBox="1"/>
          <p:nvPr/>
        </p:nvSpPr>
        <p:spPr>
          <a:xfrm>
            <a:off x="3640666" y="2034453"/>
            <a:ext cx="570089" cy="230832"/>
          </a:xfrm>
          <a:prstGeom prst="rect">
            <a:avLst/>
          </a:prstGeom>
          <a:noFill/>
        </p:spPr>
        <p:txBody>
          <a:bodyPr wrap="square" rtlCol="0">
            <a:spAutoFit/>
          </a:bodyPr>
          <a:lstStyle/>
          <a:p>
            <a:pPr algn="ctr"/>
            <a:r>
              <a:rPr lang="en-US" sz="900" dirty="0"/>
              <a:t>789</a:t>
            </a:r>
          </a:p>
        </p:txBody>
      </p:sp>
      <p:sp>
        <p:nvSpPr>
          <p:cNvPr id="34" name="TextBox 33">
            <a:extLst>
              <a:ext uri="{FF2B5EF4-FFF2-40B4-BE49-F238E27FC236}">
                <a16:creationId xmlns:a16="http://schemas.microsoft.com/office/drawing/2014/main" id="{A1FA0441-6C30-7E73-BA21-E6824C71162E}"/>
              </a:ext>
            </a:extLst>
          </p:cNvPr>
          <p:cNvSpPr txBox="1"/>
          <p:nvPr/>
        </p:nvSpPr>
        <p:spPr>
          <a:xfrm>
            <a:off x="3138310" y="2034453"/>
            <a:ext cx="570089" cy="230832"/>
          </a:xfrm>
          <a:prstGeom prst="rect">
            <a:avLst/>
          </a:prstGeom>
          <a:noFill/>
        </p:spPr>
        <p:txBody>
          <a:bodyPr wrap="square" rtlCol="0">
            <a:spAutoFit/>
          </a:bodyPr>
          <a:lstStyle/>
          <a:p>
            <a:pPr algn="ctr"/>
            <a:r>
              <a:rPr lang="en-US" sz="900" dirty="0"/>
              <a:t>789</a:t>
            </a:r>
          </a:p>
        </p:txBody>
      </p:sp>
      <p:sp>
        <p:nvSpPr>
          <p:cNvPr id="35" name="TextBox 34">
            <a:extLst>
              <a:ext uri="{FF2B5EF4-FFF2-40B4-BE49-F238E27FC236}">
                <a16:creationId xmlns:a16="http://schemas.microsoft.com/office/drawing/2014/main" id="{D5AADB8D-316E-79B0-4226-51DB5E919014}"/>
              </a:ext>
            </a:extLst>
          </p:cNvPr>
          <p:cNvSpPr txBox="1"/>
          <p:nvPr/>
        </p:nvSpPr>
        <p:spPr>
          <a:xfrm>
            <a:off x="4216401" y="1224551"/>
            <a:ext cx="462845" cy="584775"/>
          </a:xfrm>
          <a:prstGeom prst="rect">
            <a:avLst/>
          </a:prstGeom>
          <a:noFill/>
        </p:spPr>
        <p:txBody>
          <a:bodyPr wrap="square" rtlCol="0">
            <a:spAutoFit/>
          </a:bodyPr>
          <a:lstStyle/>
          <a:p>
            <a:pPr algn="ctr"/>
            <a:r>
              <a:rPr lang="en-US" sz="3200" dirty="0"/>
              <a:t>1</a:t>
            </a:r>
          </a:p>
        </p:txBody>
      </p:sp>
      <p:sp>
        <p:nvSpPr>
          <p:cNvPr id="36" name="TextBox 35">
            <a:extLst>
              <a:ext uri="{FF2B5EF4-FFF2-40B4-BE49-F238E27FC236}">
                <a16:creationId xmlns:a16="http://schemas.microsoft.com/office/drawing/2014/main" id="{9D4DD713-B666-B3D0-D09F-5F14178C844A}"/>
              </a:ext>
            </a:extLst>
          </p:cNvPr>
          <p:cNvSpPr txBox="1"/>
          <p:nvPr/>
        </p:nvSpPr>
        <p:spPr>
          <a:xfrm>
            <a:off x="5215469" y="721216"/>
            <a:ext cx="462845" cy="584775"/>
          </a:xfrm>
          <a:prstGeom prst="rect">
            <a:avLst/>
          </a:prstGeom>
          <a:noFill/>
        </p:spPr>
        <p:txBody>
          <a:bodyPr wrap="square" rtlCol="0">
            <a:spAutoFit/>
          </a:bodyPr>
          <a:lstStyle/>
          <a:p>
            <a:pPr algn="ctr"/>
            <a:r>
              <a:rPr lang="en-US" sz="3200" dirty="0"/>
              <a:t>1</a:t>
            </a:r>
          </a:p>
        </p:txBody>
      </p:sp>
      <p:sp>
        <p:nvSpPr>
          <p:cNvPr id="37" name="TextBox 36">
            <a:extLst>
              <a:ext uri="{FF2B5EF4-FFF2-40B4-BE49-F238E27FC236}">
                <a16:creationId xmlns:a16="http://schemas.microsoft.com/office/drawing/2014/main" id="{28D95711-B67B-8ED0-8947-310506546688}"/>
              </a:ext>
            </a:extLst>
          </p:cNvPr>
          <p:cNvSpPr txBox="1"/>
          <p:nvPr/>
        </p:nvSpPr>
        <p:spPr>
          <a:xfrm>
            <a:off x="3640666" y="901933"/>
            <a:ext cx="570089" cy="230832"/>
          </a:xfrm>
          <a:prstGeom prst="rect">
            <a:avLst/>
          </a:prstGeom>
          <a:noFill/>
        </p:spPr>
        <p:txBody>
          <a:bodyPr wrap="square" rtlCol="0">
            <a:spAutoFit/>
          </a:bodyPr>
          <a:lstStyle/>
          <a:p>
            <a:pPr algn="ctr"/>
            <a:r>
              <a:rPr lang="en-US" sz="900" dirty="0"/>
              <a:t>35</a:t>
            </a:r>
          </a:p>
        </p:txBody>
      </p:sp>
      <p:sp>
        <p:nvSpPr>
          <p:cNvPr id="39" name="TextBox 38">
            <a:extLst>
              <a:ext uri="{FF2B5EF4-FFF2-40B4-BE49-F238E27FC236}">
                <a16:creationId xmlns:a16="http://schemas.microsoft.com/office/drawing/2014/main" id="{0D134323-2CDB-70F9-F531-543454A1307E}"/>
              </a:ext>
            </a:extLst>
          </p:cNvPr>
          <p:cNvSpPr txBox="1"/>
          <p:nvPr/>
        </p:nvSpPr>
        <p:spPr>
          <a:xfrm>
            <a:off x="3640666" y="1402877"/>
            <a:ext cx="570089" cy="230832"/>
          </a:xfrm>
          <a:prstGeom prst="rect">
            <a:avLst/>
          </a:prstGeom>
          <a:noFill/>
        </p:spPr>
        <p:txBody>
          <a:bodyPr wrap="square" rtlCol="0">
            <a:spAutoFit/>
          </a:bodyPr>
          <a:lstStyle/>
          <a:p>
            <a:pPr algn="ctr"/>
            <a:r>
              <a:rPr lang="en-US" sz="900" dirty="0"/>
              <a:t>53</a:t>
            </a:r>
          </a:p>
        </p:txBody>
      </p:sp>
      <p:sp>
        <p:nvSpPr>
          <p:cNvPr id="40" name="TextBox 39">
            <a:extLst>
              <a:ext uri="{FF2B5EF4-FFF2-40B4-BE49-F238E27FC236}">
                <a16:creationId xmlns:a16="http://schemas.microsoft.com/office/drawing/2014/main" id="{3560A7E3-3AB1-9F6A-60F4-60599E5C06E0}"/>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41" name="TextBox 40">
            <a:extLst>
              <a:ext uri="{FF2B5EF4-FFF2-40B4-BE49-F238E27FC236}">
                <a16:creationId xmlns:a16="http://schemas.microsoft.com/office/drawing/2014/main" id="{1D7FB604-A6C0-F294-E1CF-E93A2F923D41}"/>
              </a:ext>
            </a:extLst>
          </p:cNvPr>
          <p:cNvSpPr txBox="1"/>
          <p:nvPr/>
        </p:nvSpPr>
        <p:spPr>
          <a:xfrm>
            <a:off x="4645378" y="771301"/>
            <a:ext cx="570089" cy="230832"/>
          </a:xfrm>
          <a:prstGeom prst="rect">
            <a:avLst/>
          </a:prstGeom>
          <a:noFill/>
        </p:spPr>
        <p:txBody>
          <a:bodyPr wrap="square" rtlCol="0">
            <a:spAutoFit/>
          </a:bodyPr>
          <a:lstStyle/>
          <a:p>
            <a:pPr algn="ctr"/>
            <a:r>
              <a:rPr lang="en-US" sz="900" dirty="0"/>
              <a:t>79</a:t>
            </a:r>
          </a:p>
        </p:txBody>
      </p:sp>
      <p:sp>
        <p:nvSpPr>
          <p:cNvPr id="38" name="TextBox 37">
            <a:extLst>
              <a:ext uri="{FF2B5EF4-FFF2-40B4-BE49-F238E27FC236}">
                <a16:creationId xmlns:a16="http://schemas.microsoft.com/office/drawing/2014/main" id="{7694B12E-E826-1A68-2041-AD51B3D91F94}"/>
              </a:ext>
            </a:extLst>
          </p:cNvPr>
          <p:cNvSpPr txBox="1"/>
          <p:nvPr/>
        </p:nvSpPr>
        <p:spPr>
          <a:xfrm>
            <a:off x="5650090" y="901933"/>
            <a:ext cx="570089" cy="230832"/>
          </a:xfrm>
          <a:prstGeom prst="rect">
            <a:avLst/>
          </a:prstGeom>
          <a:noFill/>
        </p:spPr>
        <p:txBody>
          <a:bodyPr wrap="square" rtlCol="0">
            <a:spAutoFit/>
          </a:bodyPr>
          <a:lstStyle/>
          <a:p>
            <a:pPr algn="ctr"/>
            <a:r>
              <a:rPr lang="en-US" sz="900" dirty="0"/>
              <a:t>53</a:t>
            </a:r>
          </a:p>
        </p:txBody>
      </p:sp>
      <p:sp>
        <p:nvSpPr>
          <p:cNvPr id="42" name="TextBox 41">
            <a:extLst>
              <a:ext uri="{FF2B5EF4-FFF2-40B4-BE49-F238E27FC236}">
                <a16:creationId xmlns:a16="http://schemas.microsoft.com/office/drawing/2014/main" id="{49689466-D71E-BD1C-2B20-17B087AAB87E}"/>
              </a:ext>
            </a:extLst>
          </p:cNvPr>
          <p:cNvSpPr txBox="1"/>
          <p:nvPr/>
        </p:nvSpPr>
        <p:spPr>
          <a:xfrm>
            <a:off x="5715003" y="1224551"/>
            <a:ext cx="462845" cy="584775"/>
          </a:xfrm>
          <a:prstGeom prst="rect">
            <a:avLst/>
          </a:prstGeom>
          <a:noFill/>
        </p:spPr>
        <p:txBody>
          <a:bodyPr wrap="square" rtlCol="0">
            <a:spAutoFit/>
          </a:bodyPr>
          <a:lstStyle/>
          <a:p>
            <a:pPr algn="ctr"/>
            <a:r>
              <a:rPr lang="en-US" sz="3200" dirty="0"/>
              <a:t>2</a:t>
            </a:r>
          </a:p>
        </p:txBody>
      </p:sp>
      <p:sp>
        <p:nvSpPr>
          <p:cNvPr id="43" name="TextBox 42">
            <a:extLst>
              <a:ext uri="{FF2B5EF4-FFF2-40B4-BE49-F238E27FC236}">
                <a16:creationId xmlns:a16="http://schemas.microsoft.com/office/drawing/2014/main" id="{0D64A53F-1EE4-C057-FAD3-DFAFD8262F7C}"/>
              </a:ext>
            </a:extLst>
          </p:cNvPr>
          <p:cNvSpPr txBox="1"/>
          <p:nvPr/>
        </p:nvSpPr>
        <p:spPr>
          <a:xfrm>
            <a:off x="4645378" y="1533509"/>
            <a:ext cx="570089" cy="230832"/>
          </a:xfrm>
          <a:prstGeom prst="rect">
            <a:avLst/>
          </a:prstGeom>
          <a:noFill/>
        </p:spPr>
        <p:txBody>
          <a:bodyPr wrap="square" rtlCol="0">
            <a:spAutoFit/>
          </a:bodyPr>
          <a:lstStyle/>
          <a:p>
            <a:pPr algn="ctr"/>
            <a:r>
              <a:rPr lang="en-US" sz="900" dirty="0"/>
              <a:t>345789</a:t>
            </a:r>
          </a:p>
        </p:txBody>
      </p:sp>
      <p:sp>
        <p:nvSpPr>
          <p:cNvPr id="44" name="TextBox 43">
            <a:extLst>
              <a:ext uri="{FF2B5EF4-FFF2-40B4-BE49-F238E27FC236}">
                <a16:creationId xmlns:a16="http://schemas.microsoft.com/office/drawing/2014/main" id="{4988C4A1-F6FD-F7AC-6776-BFE9B555A6F0}"/>
              </a:ext>
            </a:extLst>
          </p:cNvPr>
          <p:cNvSpPr txBox="1"/>
          <p:nvPr/>
        </p:nvSpPr>
        <p:spPr>
          <a:xfrm>
            <a:off x="5147734" y="1533509"/>
            <a:ext cx="570089" cy="230832"/>
          </a:xfrm>
          <a:prstGeom prst="rect">
            <a:avLst/>
          </a:prstGeom>
          <a:noFill/>
        </p:spPr>
        <p:txBody>
          <a:bodyPr wrap="square" rtlCol="0">
            <a:spAutoFit/>
          </a:bodyPr>
          <a:lstStyle/>
          <a:p>
            <a:pPr algn="ctr"/>
            <a:r>
              <a:rPr lang="en-US" sz="900" dirty="0"/>
              <a:t>987543</a:t>
            </a:r>
          </a:p>
        </p:txBody>
      </p:sp>
      <p:sp>
        <p:nvSpPr>
          <p:cNvPr id="45" name="TextBox 44">
            <a:extLst>
              <a:ext uri="{FF2B5EF4-FFF2-40B4-BE49-F238E27FC236}">
                <a16:creationId xmlns:a16="http://schemas.microsoft.com/office/drawing/2014/main" id="{1A6B334E-D1AC-0D77-29D2-E2179989E606}"/>
              </a:ext>
            </a:extLst>
          </p:cNvPr>
          <p:cNvSpPr txBox="1"/>
          <p:nvPr/>
        </p:nvSpPr>
        <p:spPr>
          <a:xfrm>
            <a:off x="4143022" y="2905709"/>
            <a:ext cx="570089" cy="230832"/>
          </a:xfrm>
          <a:prstGeom prst="rect">
            <a:avLst/>
          </a:prstGeom>
          <a:noFill/>
        </p:spPr>
        <p:txBody>
          <a:bodyPr wrap="square" rtlCol="0">
            <a:spAutoFit/>
          </a:bodyPr>
          <a:lstStyle/>
          <a:p>
            <a:pPr algn="ctr"/>
            <a:r>
              <a:rPr lang="en-US" sz="900" dirty="0"/>
              <a:t>54</a:t>
            </a:r>
          </a:p>
        </p:txBody>
      </p:sp>
      <p:sp>
        <p:nvSpPr>
          <p:cNvPr id="46" name="TextBox 45">
            <a:extLst>
              <a:ext uri="{FF2B5EF4-FFF2-40B4-BE49-F238E27FC236}">
                <a16:creationId xmlns:a16="http://schemas.microsoft.com/office/drawing/2014/main" id="{79CC825B-F941-DD2D-11D1-983A46AB45AB}"/>
              </a:ext>
            </a:extLst>
          </p:cNvPr>
          <p:cNvSpPr txBox="1"/>
          <p:nvPr/>
        </p:nvSpPr>
        <p:spPr>
          <a:xfrm>
            <a:off x="5215469" y="2231221"/>
            <a:ext cx="462845" cy="584775"/>
          </a:xfrm>
          <a:prstGeom prst="rect">
            <a:avLst/>
          </a:prstGeom>
          <a:noFill/>
        </p:spPr>
        <p:txBody>
          <a:bodyPr wrap="square" rtlCol="0">
            <a:spAutoFit/>
          </a:bodyPr>
          <a:lstStyle/>
          <a:p>
            <a:pPr algn="ctr"/>
            <a:r>
              <a:rPr lang="en-US" sz="3200" dirty="0"/>
              <a:t>6</a:t>
            </a:r>
          </a:p>
        </p:txBody>
      </p:sp>
      <p:sp>
        <p:nvSpPr>
          <p:cNvPr id="15" name="TextBox 14">
            <a:extLst>
              <a:ext uri="{FF2B5EF4-FFF2-40B4-BE49-F238E27FC236}">
                <a16:creationId xmlns:a16="http://schemas.microsoft.com/office/drawing/2014/main" id="{D84C26F0-3D20-B08C-8414-FC313C86E613}"/>
              </a:ext>
            </a:extLst>
          </p:cNvPr>
          <p:cNvSpPr txBox="1"/>
          <p:nvPr/>
        </p:nvSpPr>
        <p:spPr>
          <a:xfrm>
            <a:off x="5147734" y="2034453"/>
            <a:ext cx="570089" cy="230832"/>
          </a:xfrm>
          <a:prstGeom prst="rect">
            <a:avLst/>
          </a:prstGeom>
          <a:noFill/>
        </p:spPr>
        <p:txBody>
          <a:bodyPr wrap="square" rtlCol="0">
            <a:spAutoFit/>
          </a:bodyPr>
          <a:lstStyle/>
          <a:p>
            <a:pPr algn="ctr"/>
            <a:r>
              <a:rPr lang="en-US" sz="900" dirty="0"/>
              <a:t>789</a:t>
            </a:r>
          </a:p>
        </p:txBody>
      </p:sp>
    </p:spTree>
    <p:extLst>
      <p:ext uri="{BB962C8B-B14F-4D97-AF65-F5344CB8AC3E}">
        <p14:creationId xmlns:p14="http://schemas.microsoft.com/office/powerpoint/2010/main" val="36733744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6A2FC-4F20-233F-4029-33DEF1B9C82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397EE27-6238-F02E-A7ED-5E97F47B8890}"/>
              </a:ext>
            </a:extLst>
          </p:cNvPr>
          <p:cNvSpPr>
            <a:spLocks noGrp="1"/>
          </p:cNvSpPr>
          <p:nvPr>
            <p:ph sz="half" idx="1"/>
          </p:nvPr>
        </p:nvSpPr>
        <p:spPr/>
        <p:txBody>
          <a:bodyPr>
            <a:normAutofit/>
          </a:bodyPr>
          <a:lstStyle/>
          <a:p>
            <a:r>
              <a:rPr lang="en-US" dirty="0"/>
              <a:t>The 3-line in Row 6 is precluded from being 1-something. So, it must be 2-something. Only 22 and 24 fit.</a:t>
            </a:r>
          </a:p>
          <a:p>
            <a:r>
              <a:rPr lang="en-US" dirty="0"/>
              <a:t>Then, initialize line and note that it must contain 8 and 9.</a:t>
            </a:r>
          </a:p>
        </p:txBody>
      </p:sp>
      <p:pic>
        <p:nvPicPr>
          <p:cNvPr id="4" name="Picture 3" descr="A grid of sudoku puzzle&#10;&#10;Description automatically generated">
            <a:extLst>
              <a:ext uri="{FF2B5EF4-FFF2-40B4-BE49-F238E27FC236}">
                <a16:creationId xmlns:a16="http://schemas.microsoft.com/office/drawing/2014/main" id="{DDABD2F0-4E0F-896D-8543-728804999C87}"/>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9C79698F-A712-E578-81B1-FB0F44D0EEDD}"/>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5363DC3E-6E3E-751E-0211-93694CFA776F}"/>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02B67287-C2E0-0B1B-3AAD-6D845A653121}"/>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286149DD-D627-9DFF-AB20-E86A3ACE1B12}"/>
              </a:ext>
            </a:extLst>
          </p:cNvPr>
          <p:cNvSpPr txBox="1"/>
          <p:nvPr/>
        </p:nvSpPr>
        <p:spPr>
          <a:xfrm>
            <a:off x="3716867" y="223122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171EECBF-8B93-0CC9-AC88-E4237E0713C5}"/>
              </a:ext>
            </a:extLst>
          </p:cNvPr>
          <p:cNvSpPr txBox="1"/>
          <p:nvPr/>
        </p:nvSpPr>
        <p:spPr>
          <a:xfrm>
            <a:off x="3640666" y="3036341"/>
            <a:ext cx="570089" cy="230832"/>
          </a:xfrm>
          <a:prstGeom prst="rect">
            <a:avLst/>
          </a:prstGeom>
          <a:noFill/>
        </p:spPr>
        <p:txBody>
          <a:bodyPr wrap="square" rtlCol="0">
            <a:spAutoFit/>
          </a:bodyPr>
          <a:lstStyle/>
          <a:p>
            <a:pPr algn="ctr"/>
            <a:r>
              <a:rPr lang="en-US" sz="900" dirty="0"/>
              <a:t>8764</a:t>
            </a:r>
          </a:p>
        </p:txBody>
      </p:sp>
      <p:sp>
        <p:nvSpPr>
          <p:cNvPr id="9" name="TextBox 8">
            <a:extLst>
              <a:ext uri="{FF2B5EF4-FFF2-40B4-BE49-F238E27FC236}">
                <a16:creationId xmlns:a16="http://schemas.microsoft.com/office/drawing/2014/main" id="{2FBFBCBB-DFDF-A002-E021-5057D0DEF914}"/>
              </a:ext>
            </a:extLst>
          </p:cNvPr>
          <p:cNvSpPr txBox="1"/>
          <p:nvPr/>
        </p:nvSpPr>
        <p:spPr>
          <a:xfrm>
            <a:off x="3138310" y="3036341"/>
            <a:ext cx="570089" cy="230832"/>
          </a:xfrm>
          <a:prstGeom prst="rect">
            <a:avLst/>
          </a:prstGeom>
          <a:noFill/>
        </p:spPr>
        <p:txBody>
          <a:bodyPr wrap="square" rtlCol="0">
            <a:spAutoFit/>
          </a:bodyPr>
          <a:lstStyle/>
          <a:p>
            <a:pPr algn="ctr"/>
            <a:r>
              <a:rPr lang="en-US" sz="900" dirty="0"/>
              <a:t>5679</a:t>
            </a:r>
          </a:p>
        </p:txBody>
      </p:sp>
      <p:sp>
        <p:nvSpPr>
          <p:cNvPr id="10" name="TextBox 9">
            <a:extLst>
              <a:ext uri="{FF2B5EF4-FFF2-40B4-BE49-F238E27FC236}">
                <a16:creationId xmlns:a16="http://schemas.microsoft.com/office/drawing/2014/main" id="{299D2DD5-A627-B34C-3CE7-9E67FBA9FFC4}"/>
              </a:ext>
            </a:extLst>
          </p:cNvPr>
          <p:cNvSpPr txBox="1"/>
          <p:nvPr/>
        </p:nvSpPr>
        <p:spPr>
          <a:xfrm>
            <a:off x="3217333" y="4747898"/>
            <a:ext cx="462845" cy="584775"/>
          </a:xfrm>
          <a:prstGeom prst="rect">
            <a:avLst/>
          </a:prstGeom>
          <a:noFill/>
        </p:spPr>
        <p:txBody>
          <a:bodyPr wrap="square" rtlCol="0">
            <a:spAutoFit/>
          </a:bodyPr>
          <a:lstStyle/>
          <a:p>
            <a:pPr algn="ctr"/>
            <a:r>
              <a:rPr lang="en-US" sz="3200" dirty="0"/>
              <a:t>6</a:t>
            </a:r>
          </a:p>
        </p:txBody>
      </p:sp>
      <p:sp>
        <p:nvSpPr>
          <p:cNvPr id="11" name="TextBox 10">
            <a:extLst>
              <a:ext uri="{FF2B5EF4-FFF2-40B4-BE49-F238E27FC236}">
                <a16:creationId xmlns:a16="http://schemas.microsoft.com/office/drawing/2014/main" id="{195F4A4E-1C09-F91D-0505-7864B184490E}"/>
              </a:ext>
            </a:extLst>
          </p:cNvPr>
          <p:cNvSpPr txBox="1"/>
          <p:nvPr/>
        </p:nvSpPr>
        <p:spPr>
          <a:xfrm>
            <a:off x="7213604" y="4747898"/>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05A9B63F-E129-3115-4654-C8260100B108}"/>
              </a:ext>
            </a:extLst>
          </p:cNvPr>
          <p:cNvSpPr txBox="1"/>
          <p:nvPr/>
        </p:nvSpPr>
        <p:spPr>
          <a:xfrm>
            <a:off x="6214537" y="2734556"/>
            <a:ext cx="462845" cy="584775"/>
          </a:xfrm>
          <a:prstGeom prst="rect">
            <a:avLst/>
          </a:prstGeom>
          <a:no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A97DB248-EBAE-2D57-8C80-A1EFB94E0C10}"/>
              </a:ext>
            </a:extLst>
          </p:cNvPr>
          <p:cNvSpPr txBox="1"/>
          <p:nvPr/>
        </p:nvSpPr>
        <p:spPr>
          <a:xfrm>
            <a:off x="4143022" y="2274133"/>
            <a:ext cx="570089" cy="230832"/>
          </a:xfrm>
          <a:prstGeom prst="rect">
            <a:avLst/>
          </a:prstGeom>
          <a:noFill/>
        </p:spPr>
        <p:txBody>
          <a:bodyPr wrap="square" rtlCol="0">
            <a:spAutoFit/>
          </a:bodyPr>
          <a:lstStyle/>
          <a:p>
            <a:pPr algn="ctr"/>
            <a:r>
              <a:rPr lang="en-US" sz="900" dirty="0"/>
              <a:t>45789</a:t>
            </a:r>
          </a:p>
        </p:txBody>
      </p:sp>
      <p:sp>
        <p:nvSpPr>
          <p:cNvPr id="14" name="TextBox 13">
            <a:extLst>
              <a:ext uri="{FF2B5EF4-FFF2-40B4-BE49-F238E27FC236}">
                <a16:creationId xmlns:a16="http://schemas.microsoft.com/office/drawing/2014/main" id="{72B6DD5D-733C-4CC3-53B5-6C3F2B2678E5}"/>
              </a:ext>
            </a:extLst>
          </p:cNvPr>
          <p:cNvSpPr txBox="1"/>
          <p:nvPr/>
        </p:nvSpPr>
        <p:spPr>
          <a:xfrm>
            <a:off x="4645378" y="2274133"/>
            <a:ext cx="570089" cy="230832"/>
          </a:xfrm>
          <a:prstGeom prst="rect">
            <a:avLst/>
          </a:prstGeom>
          <a:noFill/>
        </p:spPr>
        <p:txBody>
          <a:bodyPr wrap="square" rtlCol="0">
            <a:spAutoFit/>
          </a:bodyPr>
          <a:lstStyle/>
          <a:p>
            <a:pPr algn="ctr"/>
            <a:r>
              <a:rPr lang="en-US" sz="900" dirty="0"/>
              <a:t>45789</a:t>
            </a:r>
          </a:p>
        </p:txBody>
      </p:sp>
      <p:sp>
        <p:nvSpPr>
          <p:cNvPr id="16" name="TextBox 15">
            <a:extLst>
              <a:ext uri="{FF2B5EF4-FFF2-40B4-BE49-F238E27FC236}">
                <a16:creationId xmlns:a16="http://schemas.microsoft.com/office/drawing/2014/main" id="{941F5BB8-9EB3-4C86-74FE-79BAD53CC02E}"/>
              </a:ext>
            </a:extLst>
          </p:cNvPr>
          <p:cNvSpPr txBox="1"/>
          <p:nvPr/>
        </p:nvSpPr>
        <p:spPr>
          <a:xfrm>
            <a:off x="5650090" y="2274133"/>
            <a:ext cx="570089" cy="230832"/>
          </a:xfrm>
          <a:prstGeom prst="rect">
            <a:avLst/>
          </a:prstGeom>
          <a:noFill/>
        </p:spPr>
        <p:txBody>
          <a:bodyPr wrap="square" rtlCol="0">
            <a:spAutoFit/>
          </a:bodyPr>
          <a:lstStyle/>
          <a:p>
            <a:pPr algn="ctr"/>
            <a:r>
              <a:rPr lang="en-US" sz="900" dirty="0"/>
              <a:t>45789</a:t>
            </a:r>
          </a:p>
        </p:txBody>
      </p:sp>
      <p:sp>
        <p:nvSpPr>
          <p:cNvPr id="17" name="TextBox 16">
            <a:extLst>
              <a:ext uri="{FF2B5EF4-FFF2-40B4-BE49-F238E27FC236}">
                <a16:creationId xmlns:a16="http://schemas.microsoft.com/office/drawing/2014/main" id="{A91DEFC2-88BE-78AC-B07E-EB12E0B9388F}"/>
              </a:ext>
            </a:extLst>
          </p:cNvPr>
          <p:cNvSpPr txBox="1"/>
          <p:nvPr/>
        </p:nvSpPr>
        <p:spPr>
          <a:xfrm>
            <a:off x="6152446" y="2274133"/>
            <a:ext cx="570089" cy="230832"/>
          </a:xfrm>
          <a:prstGeom prst="rect">
            <a:avLst/>
          </a:prstGeom>
          <a:noFill/>
        </p:spPr>
        <p:txBody>
          <a:bodyPr wrap="square" rtlCol="0">
            <a:spAutoFit/>
          </a:bodyPr>
          <a:lstStyle/>
          <a:p>
            <a:pPr algn="ctr"/>
            <a:r>
              <a:rPr lang="en-US" sz="900" dirty="0"/>
              <a:t>45789</a:t>
            </a:r>
          </a:p>
        </p:txBody>
      </p:sp>
      <p:sp>
        <p:nvSpPr>
          <p:cNvPr id="18" name="TextBox 17">
            <a:extLst>
              <a:ext uri="{FF2B5EF4-FFF2-40B4-BE49-F238E27FC236}">
                <a16:creationId xmlns:a16="http://schemas.microsoft.com/office/drawing/2014/main" id="{D5DDE360-9063-41FE-8F85-449F957F768E}"/>
              </a:ext>
            </a:extLst>
          </p:cNvPr>
          <p:cNvSpPr txBox="1"/>
          <p:nvPr/>
        </p:nvSpPr>
        <p:spPr>
          <a:xfrm>
            <a:off x="6654802" y="2404765"/>
            <a:ext cx="570089" cy="230832"/>
          </a:xfrm>
          <a:prstGeom prst="rect">
            <a:avLst/>
          </a:prstGeom>
          <a:noFill/>
        </p:spPr>
        <p:txBody>
          <a:bodyPr wrap="square" rtlCol="0">
            <a:spAutoFit/>
          </a:bodyPr>
          <a:lstStyle/>
          <a:p>
            <a:pPr algn="ctr"/>
            <a:r>
              <a:rPr lang="en-US" sz="900" dirty="0"/>
              <a:t>245</a:t>
            </a:r>
          </a:p>
        </p:txBody>
      </p:sp>
      <p:sp>
        <p:nvSpPr>
          <p:cNvPr id="19" name="TextBox 18">
            <a:extLst>
              <a:ext uri="{FF2B5EF4-FFF2-40B4-BE49-F238E27FC236}">
                <a16:creationId xmlns:a16="http://schemas.microsoft.com/office/drawing/2014/main" id="{869B6863-B29C-C592-8E21-0826AF477FF4}"/>
              </a:ext>
            </a:extLst>
          </p:cNvPr>
          <p:cNvSpPr txBox="1"/>
          <p:nvPr/>
        </p:nvSpPr>
        <p:spPr>
          <a:xfrm>
            <a:off x="7157158" y="2404765"/>
            <a:ext cx="570089" cy="230832"/>
          </a:xfrm>
          <a:prstGeom prst="rect">
            <a:avLst/>
          </a:prstGeom>
          <a:noFill/>
        </p:spPr>
        <p:txBody>
          <a:bodyPr wrap="square" rtlCol="0">
            <a:spAutoFit/>
          </a:bodyPr>
          <a:lstStyle/>
          <a:p>
            <a:pPr algn="ctr"/>
            <a:r>
              <a:rPr lang="en-US" sz="900" dirty="0"/>
              <a:t>245</a:t>
            </a:r>
          </a:p>
        </p:txBody>
      </p:sp>
      <p:sp>
        <p:nvSpPr>
          <p:cNvPr id="20" name="TextBox 19">
            <a:extLst>
              <a:ext uri="{FF2B5EF4-FFF2-40B4-BE49-F238E27FC236}">
                <a16:creationId xmlns:a16="http://schemas.microsoft.com/office/drawing/2014/main" id="{03004642-7E91-921A-C82D-1AB25581E0B6}"/>
              </a:ext>
            </a:extLst>
          </p:cNvPr>
          <p:cNvSpPr txBox="1"/>
          <p:nvPr/>
        </p:nvSpPr>
        <p:spPr>
          <a:xfrm>
            <a:off x="4645378" y="1903821"/>
            <a:ext cx="570089" cy="230832"/>
          </a:xfrm>
          <a:prstGeom prst="rect">
            <a:avLst/>
          </a:prstGeom>
          <a:noFill/>
        </p:spPr>
        <p:txBody>
          <a:bodyPr wrap="square" rtlCol="0">
            <a:spAutoFit/>
          </a:bodyPr>
          <a:lstStyle/>
          <a:p>
            <a:pPr algn="ctr"/>
            <a:r>
              <a:rPr lang="en-US" sz="900" dirty="0"/>
              <a:t>345</a:t>
            </a:r>
          </a:p>
        </p:txBody>
      </p:sp>
      <p:sp>
        <p:nvSpPr>
          <p:cNvPr id="23" name="TextBox 22">
            <a:extLst>
              <a:ext uri="{FF2B5EF4-FFF2-40B4-BE49-F238E27FC236}">
                <a16:creationId xmlns:a16="http://schemas.microsoft.com/office/drawing/2014/main" id="{2746BE8E-3C3D-5920-B5EF-33A8472AC6CD}"/>
              </a:ext>
            </a:extLst>
          </p:cNvPr>
          <p:cNvSpPr txBox="1"/>
          <p:nvPr/>
        </p:nvSpPr>
        <p:spPr>
          <a:xfrm>
            <a:off x="6214537" y="721216"/>
            <a:ext cx="462845" cy="584775"/>
          </a:xfrm>
          <a:prstGeom prst="rect">
            <a:avLst/>
          </a:prstGeom>
          <a:noFill/>
        </p:spPr>
        <p:txBody>
          <a:bodyPr wrap="square" rtlCol="0">
            <a:spAutoFit/>
          </a:bodyPr>
          <a:lstStyle/>
          <a:p>
            <a:pPr algn="ctr"/>
            <a:r>
              <a:rPr lang="en-US" sz="3200" dirty="0"/>
              <a:t>2</a:t>
            </a:r>
          </a:p>
        </p:txBody>
      </p:sp>
      <p:sp>
        <p:nvSpPr>
          <p:cNvPr id="24" name="TextBox 23">
            <a:extLst>
              <a:ext uri="{FF2B5EF4-FFF2-40B4-BE49-F238E27FC236}">
                <a16:creationId xmlns:a16="http://schemas.microsoft.com/office/drawing/2014/main" id="{7B21428E-9ACF-16EF-7373-5AA4A40633B1}"/>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4A6DF11B-F8EE-CAC3-5E7A-8323A135701D}"/>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9F089C5A-A0F6-69F9-8FB0-AE33C4F5049E}"/>
              </a:ext>
            </a:extLst>
          </p:cNvPr>
          <p:cNvSpPr txBox="1"/>
          <p:nvPr/>
        </p:nvSpPr>
        <p:spPr>
          <a:xfrm>
            <a:off x="6654802" y="771301"/>
            <a:ext cx="570089" cy="230832"/>
          </a:xfrm>
          <a:prstGeom prst="rect">
            <a:avLst/>
          </a:prstGeom>
          <a:noFill/>
        </p:spPr>
        <p:txBody>
          <a:bodyPr wrap="square" rtlCol="0">
            <a:spAutoFit/>
          </a:bodyPr>
          <a:lstStyle/>
          <a:p>
            <a:pPr algn="ctr"/>
            <a:r>
              <a:rPr lang="en-US" sz="900" dirty="0"/>
              <a:t>97</a:t>
            </a:r>
          </a:p>
        </p:txBody>
      </p:sp>
      <p:sp>
        <p:nvSpPr>
          <p:cNvPr id="26" name="TextBox 25">
            <a:extLst>
              <a:ext uri="{FF2B5EF4-FFF2-40B4-BE49-F238E27FC236}">
                <a16:creationId xmlns:a16="http://schemas.microsoft.com/office/drawing/2014/main" id="{F06761DE-ABBB-7DF3-9A48-9F0B0FE58D5E}"/>
              </a:ext>
            </a:extLst>
          </p:cNvPr>
          <p:cNvSpPr txBox="1"/>
          <p:nvPr/>
        </p:nvSpPr>
        <p:spPr>
          <a:xfrm>
            <a:off x="6654802" y="1402877"/>
            <a:ext cx="570089" cy="230832"/>
          </a:xfrm>
          <a:prstGeom prst="rect">
            <a:avLst/>
          </a:prstGeom>
          <a:noFill/>
        </p:spPr>
        <p:txBody>
          <a:bodyPr wrap="square" rtlCol="0">
            <a:spAutoFit/>
          </a:bodyPr>
          <a:lstStyle/>
          <a:p>
            <a:pPr algn="ctr"/>
            <a:r>
              <a:rPr lang="en-US" sz="900" dirty="0"/>
              <a:t>34579</a:t>
            </a:r>
          </a:p>
        </p:txBody>
      </p:sp>
      <p:sp>
        <p:nvSpPr>
          <p:cNvPr id="27" name="TextBox 26">
            <a:extLst>
              <a:ext uri="{FF2B5EF4-FFF2-40B4-BE49-F238E27FC236}">
                <a16:creationId xmlns:a16="http://schemas.microsoft.com/office/drawing/2014/main" id="{26C4B144-E4CC-B08B-65B1-E7512BF896CB}"/>
              </a:ext>
            </a:extLst>
          </p:cNvPr>
          <p:cNvSpPr txBox="1"/>
          <p:nvPr/>
        </p:nvSpPr>
        <p:spPr>
          <a:xfrm>
            <a:off x="7157158" y="1402877"/>
            <a:ext cx="570089" cy="230832"/>
          </a:xfrm>
          <a:prstGeom prst="rect">
            <a:avLst/>
          </a:prstGeom>
          <a:noFill/>
        </p:spPr>
        <p:txBody>
          <a:bodyPr wrap="square" rtlCol="0">
            <a:spAutoFit/>
          </a:bodyPr>
          <a:lstStyle/>
          <a:p>
            <a:pPr algn="ctr"/>
            <a:r>
              <a:rPr lang="en-US" sz="900" dirty="0"/>
              <a:t>4579</a:t>
            </a:r>
          </a:p>
        </p:txBody>
      </p:sp>
      <p:sp>
        <p:nvSpPr>
          <p:cNvPr id="28" name="TextBox 27">
            <a:extLst>
              <a:ext uri="{FF2B5EF4-FFF2-40B4-BE49-F238E27FC236}">
                <a16:creationId xmlns:a16="http://schemas.microsoft.com/office/drawing/2014/main" id="{5732835E-87FF-F3EB-94C3-9873A191D2EA}"/>
              </a:ext>
            </a:extLst>
          </p:cNvPr>
          <p:cNvSpPr txBox="1"/>
          <p:nvPr/>
        </p:nvSpPr>
        <p:spPr>
          <a:xfrm>
            <a:off x="6654802" y="2034453"/>
            <a:ext cx="570089" cy="230832"/>
          </a:xfrm>
          <a:prstGeom prst="rect">
            <a:avLst/>
          </a:prstGeom>
          <a:noFill/>
        </p:spPr>
        <p:txBody>
          <a:bodyPr wrap="square" rtlCol="0">
            <a:spAutoFit/>
          </a:bodyPr>
          <a:lstStyle/>
          <a:p>
            <a:pPr algn="ctr"/>
            <a:r>
              <a:rPr lang="en-US" sz="900" dirty="0"/>
              <a:t>345</a:t>
            </a:r>
          </a:p>
        </p:txBody>
      </p:sp>
      <p:sp>
        <p:nvSpPr>
          <p:cNvPr id="29" name="TextBox 28">
            <a:extLst>
              <a:ext uri="{FF2B5EF4-FFF2-40B4-BE49-F238E27FC236}">
                <a16:creationId xmlns:a16="http://schemas.microsoft.com/office/drawing/2014/main" id="{942959AE-8E00-28C3-11F9-1BF880BAF948}"/>
              </a:ext>
            </a:extLst>
          </p:cNvPr>
          <p:cNvSpPr txBox="1"/>
          <p:nvPr/>
        </p:nvSpPr>
        <p:spPr>
          <a:xfrm>
            <a:off x="7157158" y="2034453"/>
            <a:ext cx="570089" cy="230832"/>
          </a:xfrm>
          <a:prstGeom prst="rect">
            <a:avLst/>
          </a:prstGeom>
          <a:noFill/>
        </p:spPr>
        <p:txBody>
          <a:bodyPr wrap="square" rtlCol="0">
            <a:spAutoFit/>
          </a:bodyPr>
          <a:lstStyle/>
          <a:p>
            <a:pPr algn="ctr"/>
            <a:r>
              <a:rPr lang="en-US" sz="900" dirty="0"/>
              <a:t>45</a:t>
            </a:r>
          </a:p>
        </p:txBody>
      </p:sp>
      <p:sp>
        <p:nvSpPr>
          <p:cNvPr id="30" name="TextBox 29">
            <a:extLst>
              <a:ext uri="{FF2B5EF4-FFF2-40B4-BE49-F238E27FC236}">
                <a16:creationId xmlns:a16="http://schemas.microsoft.com/office/drawing/2014/main" id="{26FDE645-A1C3-31FE-19F2-7A437EE6880F}"/>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4EB6D048-EB3C-32AD-955E-F4B459C51B27}"/>
              </a:ext>
            </a:extLst>
          </p:cNvPr>
          <p:cNvSpPr txBox="1"/>
          <p:nvPr/>
        </p:nvSpPr>
        <p:spPr>
          <a:xfrm>
            <a:off x="3217333" y="721216"/>
            <a:ext cx="462845" cy="584775"/>
          </a:xfrm>
          <a:prstGeom prst="rect">
            <a:avLst/>
          </a:prstGeom>
          <a:noFill/>
        </p:spPr>
        <p:txBody>
          <a:bodyPr wrap="square" rtlCol="0">
            <a:spAutoFit/>
          </a:bodyPr>
          <a:lstStyle/>
          <a:p>
            <a:pPr algn="ctr"/>
            <a:r>
              <a:rPr lang="en-US" sz="3200" dirty="0"/>
              <a:t>4</a:t>
            </a:r>
          </a:p>
        </p:txBody>
      </p:sp>
      <p:sp>
        <p:nvSpPr>
          <p:cNvPr id="32" name="TextBox 31">
            <a:extLst>
              <a:ext uri="{FF2B5EF4-FFF2-40B4-BE49-F238E27FC236}">
                <a16:creationId xmlns:a16="http://schemas.microsoft.com/office/drawing/2014/main" id="{5327073B-D056-82BB-48F1-F12CD681FECC}"/>
              </a:ext>
            </a:extLst>
          </p:cNvPr>
          <p:cNvSpPr txBox="1"/>
          <p:nvPr/>
        </p:nvSpPr>
        <p:spPr>
          <a:xfrm>
            <a:off x="3138310" y="1402877"/>
            <a:ext cx="570089" cy="230832"/>
          </a:xfrm>
          <a:prstGeom prst="rect">
            <a:avLst/>
          </a:prstGeom>
          <a:noFill/>
        </p:spPr>
        <p:txBody>
          <a:bodyPr wrap="square" rtlCol="0">
            <a:spAutoFit/>
          </a:bodyPr>
          <a:lstStyle/>
          <a:p>
            <a:pPr algn="ctr"/>
            <a:r>
              <a:rPr lang="en-US" sz="900" dirty="0"/>
              <a:t>789</a:t>
            </a:r>
          </a:p>
        </p:txBody>
      </p:sp>
      <p:sp>
        <p:nvSpPr>
          <p:cNvPr id="33" name="TextBox 32">
            <a:extLst>
              <a:ext uri="{FF2B5EF4-FFF2-40B4-BE49-F238E27FC236}">
                <a16:creationId xmlns:a16="http://schemas.microsoft.com/office/drawing/2014/main" id="{68397284-0116-DB99-9E69-388E9F508DA2}"/>
              </a:ext>
            </a:extLst>
          </p:cNvPr>
          <p:cNvSpPr txBox="1"/>
          <p:nvPr/>
        </p:nvSpPr>
        <p:spPr>
          <a:xfrm>
            <a:off x="3640666" y="2034453"/>
            <a:ext cx="570089" cy="230832"/>
          </a:xfrm>
          <a:prstGeom prst="rect">
            <a:avLst/>
          </a:prstGeom>
          <a:noFill/>
        </p:spPr>
        <p:txBody>
          <a:bodyPr wrap="square" rtlCol="0">
            <a:spAutoFit/>
          </a:bodyPr>
          <a:lstStyle/>
          <a:p>
            <a:pPr algn="ctr"/>
            <a:r>
              <a:rPr lang="en-US" sz="900" dirty="0"/>
              <a:t>789</a:t>
            </a:r>
          </a:p>
        </p:txBody>
      </p:sp>
      <p:sp>
        <p:nvSpPr>
          <p:cNvPr id="34" name="TextBox 33">
            <a:extLst>
              <a:ext uri="{FF2B5EF4-FFF2-40B4-BE49-F238E27FC236}">
                <a16:creationId xmlns:a16="http://schemas.microsoft.com/office/drawing/2014/main" id="{FCC26CAB-DD86-62FA-8BB2-176BEF009893}"/>
              </a:ext>
            </a:extLst>
          </p:cNvPr>
          <p:cNvSpPr txBox="1"/>
          <p:nvPr/>
        </p:nvSpPr>
        <p:spPr>
          <a:xfrm>
            <a:off x="3138310" y="2034453"/>
            <a:ext cx="570089" cy="230832"/>
          </a:xfrm>
          <a:prstGeom prst="rect">
            <a:avLst/>
          </a:prstGeom>
          <a:noFill/>
        </p:spPr>
        <p:txBody>
          <a:bodyPr wrap="square" rtlCol="0">
            <a:spAutoFit/>
          </a:bodyPr>
          <a:lstStyle/>
          <a:p>
            <a:pPr algn="ctr"/>
            <a:r>
              <a:rPr lang="en-US" sz="900" dirty="0"/>
              <a:t>789</a:t>
            </a:r>
          </a:p>
        </p:txBody>
      </p:sp>
      <p:sp>
        <p:nvSpPr>
          <p:cNvPr id="35" name="TextBox 34">
            <a:extLst>
              <a:ext uri="{FF2B5EF4-FFF2-40B4-BE49-F238E27FC236}">
                <a16:creationId xmlns:a16="http://schemas.microsoft.com/office/drawing/2014/main" id="{B39254D0-CF98-0218-B29E-893524AE445C}"/>
              </a:ext>
            </a:extLst>
          </p:cNvPr>
          <p:cNvSpPr txBox="1"/>
          <p:nvPr/>
        </p:nvSpPr>
        <p:spPr>
          <a:xfrm>
            <a:off x="4216401" y="1224551"/>
            <a:ext cx="462845" cy="584775"/>
          </a:xfrm>
          <a:prstGeom prst="rect">
            <a:avLst/>
          </a:prstGeom>
          <a:noFill/>
        </p:spPr>
        <p:txBody>
          <a:bodyPr wrap="square" rtlCol="0">
            <a:spAutoFit/>
          </a:bodyPr>
          <a:lstStyle/>
          <a:p>
            <a:pPr algn="ctr"/>
            <a:r>
              <a:rPr lang="en-US" sz="3200" dirty="0"/>
              <a:t>1</a:t>
            </a:r>
          </a:p>
        </p:txBody>
      </p:sp>
      <p:sp>
        <p:nvSpPr>
          <p:cNvPr id="36" name="TextBox 35">
            <a:extLst>
              <a:ext uri="{FF2B5EF4-FFF2-40B4-BE49-F238E27FC236}">
                <a16:creationId xmlns:a16="http://schemas.microsoft.com/office/drawing/2014/main" id="{998B15EA-0ADF-3142-BD33-738E382C40F9}"/>
              </a:ext>
            </a:extLst>
          </p:cNvPr>
          <p:cNvSpPr txBox="1"/>
          <p:nvPr/>
        </p:nvSpPr>
        <p:spPr>
          <a:xfrm>
            <a:off x="5215469" y="721216"/>
            <a:ext cx="462845" cy="584775"/>
          </a:xfrm>
          <a:prstGeom prst="rect">
            <a:avLst/>
          </a:prstGeom>
          <a:noFill/>
        </p:spPr>
        <p:txBody>
          <a:bodyPr wrap="square" rtlCol="0">
            <a:spAutoFit/>
          </a:bodyPr>
          <a:lstStyle/>
          <a:p>
            <a:pPr algn="ctr"/>
            <a:r>
              <a:rPr lang="en-US" sz="3200" dirty="0"/>
              <a:t>1</a:t>
            </a:r>
          </a:p>
        </p:txBody>
      </p:sp>
      <p:sp>
        <p:nvSpPr>
          <p:cNvPr id="37" name="TextBox 36">
            <a:extLst>
              <a:ext uri="{FF2B5EF4-FFF2-40B4-BE49-F238E27FC236}">
                <a16:creationId xmlns:a16="http://schemas.microsoft.com/office/drawing/2014/main" id="{1968846E-15DB-A47B-5B5B-82EE641BF425}"/>
              </a:ext>
            </a:extLst>
          </p:cNvPr>
          <p:cNvSpPr txBox="1"/>
          <p:nvPr/>
        </p:nvSpPr>
        <p:spPr>
          <a:xfrm>
            <a:off x="3640666" y="901933"/>
            <a:ext cx="570089" cy="230832"/>
          </a:xfrm>
          <a:prstGeom prst="rect">
            <a:avLst/>
          </a:prstGeom>
          <a:noFill/>
        </p:spPr>
        <p:txBody>
          <a:bodyPr wrap="square" rtlCol="0">
            <a:spAutoFit/>
          </a:bodyPr>
          <a:lstStyle/>
          <a:p>
            <a:pPr algn="ctr"/>
            <a:r>
              <a:rPr lang="en-US" sz="900" dirty="0"/>
              <a:t>35</a:t>
            </a:r>
          </a:p>
        </p:txBody>
      </p:sp>
      <p:sp>
        <p:nvSpPr>
          <p:cNvPr id="39" name="TextBox 38">
            <a:extLst>
              <a:ext uri="{FF2B5EF4-FFF2-40B4-BE49-F238E27FC236}">
                <a16:creationId xmlns:a16="http://schemas.microsoft.com/office/drawing/2014/main" id="{3AAE949D-DAD3-7CE4-6219-776A85ED124F}"/>
              </a:ext>
            </a:extLst>
          </p:cNvPr>
          <p:cNvSpPr txBox="1"/>
          <p:nvPr/>
        </p:nvSpPr>
        <p:spPr>
          <a:xfrm>
            <a:off x="3640666" y="1402877"/>
            <a:ext cx="570089" cy="230832"/>
          </a:xfrm>
          <a:prstGeom prst="rect">
            <a:avLst/>
          </a:prstGeom>
          <a:noFill/>
        </p:spPr>
        <p:txBody>
          <a:bodyPr wrap="square" rtlCol="0">
            <a:spAutoFit/>
          </a:bodyPr>
          <a:lstStyle/>
          <a:p>
            <a:pPr algn="ctr"/>
            <a:r>
              <a:rPr lang="en-US" sz="900" dirty="0"/>
              <a:t>53</a:t>
            </a:r>
          </a:p>
        </p:txBody>
      </p:sp>
      <p:sp>
        <p:nvSpPr>
          <p:cNvPr id="40" name="TextBox 39">
            <a:extLst>
              <a:ext uri="{FF2B5EF4-FFF2-40B4-BE49-F238E27FC236}">
                <a16:creationId xmlns:a16="http://schemas.microsoft.com/office/drawing/2014/main" id="{0959093D-F97F-97BA-B706-48F8ED9DF88A}"/>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41" name="TextBox 40">
            <a:extLst>
              <a:ext uri="{FF2B5EF4-FFF2-40B4-BE49-F238E27FC236}">
                <a16:creationId xmlns:a16="http://schemas.microsoft.com/office/drawing/2014/main" id="{04F5A0D1-71D1-0F03-737D-A9065CE497B9}"/>
              </a:ext>
            </a:extLst>
          </p:cNvPr>
          <p:cNvSpPr txBox="1"/>
          <p:nvPr/>
        </p:nvSpPr>
        <p:spPr>
          <a:xfrm>
            <a:off x="4645378" y="771301"/>
            <a:ext cx="570089" cy="230832"/>
          </a:xfrm>
          <a:prstGeom prst="rect">
            <a:avLst/>
          </a:prstGeom>
          <a:noFill/>
        </p:spPr>
        <p:txBody>
          <a:bodyPr wrap="square" rtlCol="0">
            <a:spAutoFit/>
          </a:bodyPr>
          <a:lstStyle/>
          <a:p>
            <a:pPr algn="ctr"/>
            <a:r>
              <a:rPr lang="en-US" sz="900" dirty="0"/>
              <a:t>79</a:t>
            </a:r>
          </a:p>
        </p:txBody>
      </p:sp>
      <p:sp>
        <p:nvSpPr>
          <p:cNvPr id="38" name="TextBox 37">
            <a:extLst>
              <a:ext uri="{FF2B5EF4-FFF2-40B4-BE49-F238E27FC236}">
                <a16:creationId xmlns:a16="http://schemas.microsoft.com/office/drawing/2014/main" id="{77274177-EAB8-FFEB-5EC9-A27E46CFE878}"/>
              </a:ext>
            </a:extLst>
          </p:cNvPr>
          <p:cNvSpPr txBox="1"/>
          <p:nvPr/>
        </p:nvSpPr>
        <p:spPr>
          <a:xfrm>
            <a:off x="5650090" y="901933"/>
            <a:ext cx="570089" cy="230832"/>
          </a:xfrm>
          <a:prstGeom prst="rect">
            <a:avLst/>
          </a:prstGeom>
          <a:noFill/>
        </p:spPr>
        <p:txBody>
          <a:bodyPr wrap="square" rtlCol="0">
            <a:spAutoFit/>
          </a:bodyPr>
          <a:lstStyle/>
          <a:p>
            <a:pPr algn="ctr"/>
            <a:r>
              <a:rPr lang="en-US" sz="900" dirty="0"/>
              <a:t>53</a:t>
            </a:r>
          </a:p>
        </p:txBody>
      </p:sp>
      <p:sp>
        <p:nvSpPr>
          <p:cNvPr id="42" name="TextBox 41">
            <a:extLst>
              <a:ext uri="{FF2B5EF4-FFF2-40B4-BE49-F238E27FC236}">
                <a16:creationId xmlns:a16="http://schemas.microsoft.com/office/drawing/2014/main" id="{730B508B-55B0-B228-D7D5-77551FEA7486}"/>
              </a:ext>
            </a:extLst>
          </p:cNvPr>
          <p:cNvSpPr txBox="1"/>
          <p:nvPr/>
        </p:nvSpPr>
        <p:spPr>
          <a:xfrm>
            <a:off x="5715003" y="1224551"/>
            <a:ext cx="462845" cy="584775"/>
          </a:xfrm>
          <a:prstGeom prst="rect">
            <a:avLst/>
          </a:prstGeom>
          <a:noFill/>
        </p:spPr>
        <p:txBody>
          <a:bodyPr wrap="square" rtlCol="0">
            <a:spAutoFit/>
          </a:bodyPr>
          <a:lstStyle/>
          <a:p>
            <a:pPr algn="ctr"/>
            <a:r>
              <a:rPr lang="en-US" sz="3200" dirty="0"/>
              <a:t>2</a:t>
            </a:r>
          </a:p>
        </p:txBody>
      </p:sp>
      <p:sp>
        <p:nvSpPr>
          <p:cNvPr id="43" name="TextBox 42">
            <a:extLst>
              <a:ext uri="{FF2B5EF4-FFF2-40B4-BE49-F238E27FC236}">
                <a16:creationId xmlns:a16="http://schemas.microsoft.com/office/drawing/2014/main" id="{C09908D8-B92E-6258-5BAC-EFD438B800B9}"/>
              </a:ext>
            </a:extLst>
          </p:cNvPr>
          <p:cNvSpPr txBox="1"/>
          <p:nvPr/>
        </p:nvSpPr>
        <p:spPr>
          <a:xfrm>
            <a:off x="4645378" y="1533509"/>
            <a:ext cx="570089" cy="230832"/>
          </a:xfrm>
          <a:prstGeom prst="rect">
            <a:avLst/>
          </a:prstGeom>
          <a:noFill/>
        </p:spPr>
        <p:txBody>
          <a:bodyPr wrap="square" rtlCol="0">
            <a:spAutoFit/>
          </a:bodyPr>
          <a:lstStyle/>
          <a:p>
            <a:pPr algn="ctr"/>
            <a:r>
              <a:rPr lang="en-US" sz="900" dirty="0"/>
              <a:t>345789</a:t>
            </a:r>
          </a:p>
        </p:txBody>
      </p:sp>
      <p:sp>
        <p:nvSpPr>
          <p:cNvPr id="44" name="TextBox 43">
            <a:extLst>
              <a:ext uri="{FF2B5EF4-FFF2-40B4-BE49-F238E27FC236}">
                <a16:creationId xmlns:a16="http://schemas.microsoft.com/office/drawing/2014/main" id="{8C7E7830-1A6C-7086-A7C4-12092CEC1769}"/>
              </a:ext>
            </a:extLst>
          </p:cNvPr>
          <p:cNvSpPr txBox="1"/>
          <p:nvPr/>
        </p:nvSpPr>
        <p:spPr>
          <a:xfrm>
            <a:off x="5147734" y="1533509"/>
            <a:ext cx="570089" cy="230832"/>
          </a:xfrm>
          <a:prstGeom prst="rect">
            <a:avLst/>
          </a:prstGeom>
          <a:noFill/>
        </p:spPr>
        <p:txBody>
          <a:bodyPr wrap="square" rtlCol="0">
            <a:spAutoFit/>
          </a:bodyPr>
          <a:lstStyle/>
          <a:p>
            <a:pPr algn="ctr"/>
            <a:r>
              <a:rPr lang="en-US" sz="900" dirty="0"/>
              <a:t>987543</a:t>
            </a:r>
          </a:p>
        </p:txBody>
      </p:sp>
      <p:sp>
        <p:nvSpPr>
          <p:cNvPr id="45" name="TextBox 44">
            <a:extLst>
              <a:ext uri="{FF2B5EF4-FFF2-40B4-BE49-F238E27FC236}">
                <a16:creationId xmlns:a16="http://schemas.microsoft.com/office/drawing/2014/main" id="{4D4A1942-8043-D03D-68EB-DD0A7387149A}"/>
              </a:ext>
            </a:extLst>
          </p:cNvPr>
          <p:cNvSpPr txBox="1"/>
          <p:nvPr/>
        </p:nvSpPr>
        <p:spPr>
          <a:xfrm>
            <a:off x="5147734" y="2905709"/>
            <a:ext cx="570089" cy="230832"/>
          </a:xfrm>
          <a:prstGeom prst="rect">
            <a:avLst/>
          </a:prstGeom>
          <a:noFill/>
        </p:spPr>
        <p:txBody>
          <a:bodyPr wrap="square" rtlCol="0">
            <a:spAutoFit/>
          </a:bodyPr>
          <a:lstStyle/>
          <a:p>
            <a:pPr algn="ctr"/>
            <a:r>
              <a:rPr lang="en-US" sz="900" dirty="0"/>
              <a:t>24</a:t>
            </a:r>
          </a:p>
        </p:txBody>
      </p:sp>
      <p:sp>
        <p:nvSpPr>
          <p:cNvPr id="46" name="TextBox 45">
            <a:extLst>
              <a:ext uri="{FF2B5EF4-FFF2-40B4-BE49-F238E27FC236}">
                <a16:creationId xmlns:a16="http://schemas.microsoft.com/office/drawing/2014/main" id="{5CD2CD86-917E-3FD5-6BD4-9C9C77D0015A}"/>
              </a:ext>
            </a:extLst>
          </p:cNvPr>
          <p:cNvSpPr txBox="1"/>
          <p:nvPr/>
        </p:nvSpPr>
        <p:spPr>
          <a:xfrm>
            <a:off x="3640666" y="3406653"/>
            <a:ext cx="570089" cy="230832"/>
          </a:xfrm>
          <a:prstGeom prst="rect">
            <a:avLst/>
          </a:prstGeom>
          <a:noFill/>
        </p:spPr>
        <p:txBody>
          <a:bodyPr wrap="square" rtlCol="0">
            <a:spAutoFit/>
          </a:bodyPr>
          <a:lstStyle/>
          <a:p>
            <a:pPr algn="ctr"/>
            <a:r>
              <a:rPr lang="en-US" sz="900" dirty="0"/>
              <a:t>42</a:t>
            </a:r>
          </a:p>
        </p:txBody>
      </p:sp>
      <p:sp>
        <p:nvSpPr>
          <p:cNvPr id="47" name="TextBox 46">
            <a:extLst>
              <a:ext uri="{FF2B5EF4-FFF2-40B4-BE49-F238E27FC236}">
                <a16:creationId xmlns:a16="http://schemas.microsoft.com/office/drawing/2014/main" id="{EBA99040-9B7B-CF96-6EA1-3CC313F35FBD}"/>
              </a:ext>
            </a:extLst>
          </p:cNvPr>
          <p:cNvSpPr txBox="1"/>
          <p:nvPr/>
        </p:nvSpPr>
        <p:spPr>
          <a:xfrm>
            <a:off x="4143022" y="3537285"/>
            <a:ext cx="570089" cy="230832"/>
          </a:xfrm>
          <a:prstGeom prst="rect">
            <a:avLst/>
          </a:prstGeom>
          <a:noFill/>
        </p:spPr>
        <p:txBody>
          <a:bodyPr wrap="square" rtlCol="0">
            <a:spAutoFit/>
          </a:bodyPr>
          <a:lstStyle/>
          <a:p>
            <a:pPr algn="ctr"/>
            <a:r>
              <a:rPr lang="en-US" sz="900" dirty="0"/>
              <a:t>5789</a:t>
            </a:r>
          </a:p>
        </p:txBody>
      </p:sp>
      <p:sp>
        <p:nvSpPr>
          <p:cNvPr id="48" name="TextBox 47">
            <a:extLst>
              <a:ext uri="{FF2B5EF4-FFF2-40B4-BE49-F238E27FC236}">
                <a16:creationId xmlns:a16="http://schemas.microsoft.com/office/drawing/2014/main" id="{F371D2BE-6369-81F3-78EE-5DB55335D044}"/>
              </a:ext>
            </a:extLst>
          </p:cNvPr>
          <p:cNvSpPr txBox="1"/>
          <p:nvPr/>
        </p:nvSpPr>
        <p:spPr>
          <a:xfrm>
            <a:off x="4645378" y="3537285"/>
            <a:ext cx="570089" cy="230832"/>
          </a:xfrm>
          <a:prstGeom prst="rect">
            <a:avLst/>
          </a:prstGeom>
          <a:noFill/>
        </p:spPr>
        <p:txBody>
          <a:bodyPr wrap="square" rtlCol="0">
            <a:spAutoFit/>
          </a:bodyPr>
          <a:lstStyle/>
          <a:p>
            <a:pPr algn="ctr"/>
            <a:r>
              <a:rPr lang="en-US" sz="900" dirty="0"/>
              <a:t>5789</a:t>
            </a:r>
          </a:p>
        </p:txBody>
      </p:sp>
      <p:sp>
        <p:nvSpPr>
          <p:cNvPr id="49" name="TextBox 48">
            <a:extLst>
              <a:ext uri="{FF2B5EF4-FFF2-40B4-BE49-F238E27FC236}">
                <a16:creationId xmlns:a16="http://schemas.microsoft.com/office/drawing/2014/main" id="{31877655-28B3-063E-01A5-9828EBBF2717}"/>
              </a:ext>
            </a:extLst>
          </p:cNvPr>
          <p:cNvSpPr txBox="1"/>
          <p:nvPr/>
        </p:nvSpPr>
        <p:spPr>
          <a:xfrm>
            <a:off x="5147734" y="3537285"/>
            <a:ext cx="570089" cy="230832"/>
          </a:xfrm>
          <a:prstGeom prst="rect">
            <a:avLst/>
          </a:prstGeom>
          <a:noFill/>
        </p:spPr>
        <p:txBody>
          <a:bodyPr wrap="square" rtlCol="0">
            <a:spAutoFit/>
          </a:bodyPr>
          <a:lstStyle/>
          <a:p>
            <a:pPr algn="ctr"/>
            <a:r>
              <a:rPr lang="en-US" sz="900" dirty="0"/>
              <a:t>5789</a:t>
            </a:r>
          </a:p>
        </p:txBody>
      </p:sp>
      <p:sp>
        <p:nvSpPr>
          <p:cNvPr id="50" name="TextBox 49">
            <a:extLst>
              <a:ext uri="{FF2B5EF4-FFF2-40B4-BE49-F238E27FC236}">
                <a16:creationId xmlns:a16="http://schemas.microsoft.com/office/drawing/2014/main" id="{D75A319D-F371-5231-2B7C-3B2D565EF3F5}"/>
              </a:ext>
            </a:extLst>
          </p:cNvPr>
          <p:cNvSpPr txBox="1"/>
          <p:nvPr/>
        </p:nvSpPr>
        <p:spPr>
          <a:xfrm>
            <a:off x="4143022" y="2905709"/>
            <a:ext cx="570089" cy="230832"/>
          </a:xfrm>
          <a:prstGeom prst="rect">
            <a:avLst/>
          </a:prstGeom>
          <a:noFill/>
        </p:spPr>
        <p:txBody>
          <a:bodyPr wrap="square" rtlCol="0">
            <a:spAutoFit/>
          </a:bodyPr>
          <a:lstStyle/>
          <a:p>
            <a:pPr algn="ctr"/>
            <a:r>
              <a:rPr lang="en-US" sz="900" dirty="0"/>
              <a:t>54</a:t>
            </a:r>
          </a:p>
        </p:txBody>
      </p:sp>
      <p:sp>
        <p:nvSpPr>
          <p:cNvPr id="51" name="TextBox 50">
            <a:extLst>
              <a:ext uri="{FF2B5EF4-FFF2-40B4-BE49-F238E27FC236}">
                <a16:creationId xmlns:a16="http://schemas.microsoft.com/office/drawing/2014/main" id="{3F977DE7-6227-1958-47A6-822AF6603AA1}"/>
              </a:ext>
            </a:extLst>
          </p:cNvPr>
          <p:cNvSpPr txBox="1"/>
          <p:nvPr/>
        </p:nvSpPr>
        <p:spPr>
          <a:xfrm>
            <a:off x="5215469" y="2231221"/>
            <a:ext cx="462845" cy="584775"/>
          </a:xfrm>
          <a:prstGeom prst="rect">
            <a:avLst/>
          </a:prstGeom>
          <a:noFill/>
        </p:spPr>
        <p:txBody>
          <a:bodyPr wrap="square" rtlCol="0">
            <a:spAutoFit/>
          </a:bodyPr>
          <a:lstStyle/>
          <a:p>
            <a:pPr algn="ctr"/>
            <a:r>
              <a:rPr lang="en-US" sz="3200" dirty="0"/>
              <a:t>6</a:t>
            </a:r>
          </a:p>
        </p:txBody>
      </p:sp>
      <p:sp>
        <p:nvSpPr>
          <p:cNvPr id="15" name="TextBox 14">
            <a:extLst>
              <a:ext uri="{FF2B5EF4-FFF2-40B4-BE49-F238E27FC236}">
                <a16:creationId xmlns:a16="http://schemas.microsoft.com/office/drawing/2014/main" id="{31552BD2-AD4A-38B9-7D55-FD89BA11CE7F}"/>
              </a:ext>
            </a:extLst>
          </p:cNvPr>
          <p:cNvSpPr txBox="1"/>
          <p:nvPr/>
        </p:nvSpPr>
        <p:spPr>
          <a:xfrm>
            <a:off x="5147734" y="2034453"/>
            <a:ext cx="570089" cy="230832"/>
          </a:xfrm>
          <a:prstGeom prst="rect">
            <a:avLst/>
          </a:prstGeom>
          <a:noFill/>
        </p:spPr>
        <p:txBody>
          <a:bodyPr wrap="square" rtlCol="0">
            <a:spAutoFit/>
          </a:bodyPr>
          <a:lstStyle/>
          <a:p>
            <a:pPr algn="ctr"/>
            <a:r>
              <a:rPr lang="en-US" sz="900" dirty="0"/>
              <a:t>789</a:t>
            </a:r>
          </a:p>
        </p:txBody>
      </p:sp>
    </p:spTree>
    <p:extLst>
      <p:ext uri="{BB962C8B-B14F-4D97-AF65-F5344CB8AC3E}">
        <p14:creationId xmlns:p14="http://schemas.microsoft.com/office/powerpoint/2010/main" val="29709361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6C653E-F176-B7E6-3AA3-AB61114484F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B4A96FD-B2D1-BF10-E267-CE4181DBE0A3}"/>
              </a:ext>
            </a:extLst>
          </p:cNvPr>
          <p:cNvSpPr>
            <a:spLocks noGrp="1"/>
          </p:cNvSpPr>
          <p:nvPr>
            <p:ph sz="half" idx="1"/>
          </p:nvPr>
        </p:nvSpPr>
        <p:spPr/>
        <p:txBody>
          <a:bodyPr>
            <a:normAutofit/>
          </a:bodyPr>
          <a:lstStyle/>
          <a:p>
            <a:r>
              <a:rPr lang="en-US" dirty="0"/>
              <a:t>Last possible 6 in Column 2.</a:t>
            </a:r>
          </a:p>
        </p:txBody>
      </p:sp>
      <p:pic>
        <p:nvPicPr>
          <p:cNvPr id="4" name="Picture 3" descr="A grid of sudoku puzzle&#10;&#10;Description automatically generated">
            <a:extLst>
              <a:ext uri="{FF2B5EF4-FFF2-40B4-BE49-F238E27FC236}">
                <a16:creationId xmlns:a16="http://schemas.microsoft.com/office/drawing/2014/main" id="{8D70D2AC-5DE7-483B-4ABB-444698E6CFF4}"/>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32A2B1F1-EC32-B057-D2E7-55827CEF7450}"/>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EEF1290B-2E66-CD70-2BE7-CFB997DB9B37}"/>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DBE08E2E-4D28-41CF-8374-D6D4E32A5A56}"/>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8EE44668-EF77-864F-10ED-64600BCB04C9}"/>
              </a:ext>
            </a:extLst>
          </p:cNvPr>
          <p:cNvSpPr txBox="1"/>
          <p:nvPr/>
        </p:nvSpPr>
        <p:spPr>
          <a:xfrm>
            <a:off x="3716867" y="2231221"/>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3683DACF-4E97-96A6-3270-20FEFB71B01B}"/>
              </a:ext>
            </a:extLst>
          </p:cNvPr>
          <p:cNvSpPr txBox="1"/>
          <p:nvPr/>
        </p:nvSpPr>
        <p:spPr>
          <a:xfrm>
            <a:off x="3217333" y="4747898"/>
            <a:ext cx="462845" cy="584775"/>
          </a:xfrm>
          <a:prstGeom prst="rect">
            <a:avLst/>
          </a:prstGeom>
          <a:noFill/>
        </p:spPr>
        <p:txBody>
          <a:bodyPr wrap="square" rtlCol="0">
            <a:spAutoFit/>
          </a:bodyPr>
          <a:lstStyle/>
          <a:p>
            <a:pPr algn="ctr"/>
            <a:r>
              <a:rPr lang="en-US" sz="3200" dirty="0"/>
              <a:t>6</a:t>
            </a:r>
          </a:p>
        </p:txBody>
      </p:sp>
      <p:sp>
        <p:nvSpPr>
          <p:cNvPr id="11" name="TextBox 10">
            <a:extLst>
              <a:ext uri="{FF2B5EF4-FFF2-40B4-BE49-F238E27FC236}">
                <a16:creationId xmlns:a16="http://schemas.microsoft.com/office/drawing/2014/main" id="{C122379C-30A7-E087-64CA-6261A3A4D7B8}"/>
              </a:ext>
            </a:extLst>
          </p:cNvPr>
          <p:cNvSpPr txBox="1"/>
          <p:nvPr/>
        </p:nvSpPr>
        <p:spPr>
          <a:xfrm>
            <a:off x="7213604" y="4747898"/>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7C976FF2-1846-12C0-EAEB-DBE3DDD4A598}"/>
              </a:ext>
            </a:extLst>
          </p:cNvPr>
          <p:cNvSpPr txBox="1"/>
          <p:nvPr/>
        </p:nvSpPr>
        <p:spPr>
          <a:xfrm>
            <a:off x="6214537" y="2734556"/>
            <a:ext cx="462845" cy="584775"/>
          </a:xfrm>
          <a:prstGeom prst="rect">
            <a:avLst/>
          </a:prstGeom>
          <a:no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1F752797-95AA-25BB-4200-BE691D6E6C78}"/>
              </a:ext>
            </a:extLst>
          </p:cNvPr>
          <p:cNvSpPr txBox="1"/>
          <p:nvPr/>
        </p:nvSpPr>
        <p:spPr>
          <a:xfrm>
            <a:off x="4143022" y="2274133"/>
            <a:ext cx="570089" cy="230832"/>
          </a:xfrm>
          <a:prstGeom prst="rect">
            <a:avLst/>
          </a:prstGeom>
          <a:noFill/>
        </p:spPr>
        <p:txBody>
          <a:bodyPr wrap="square" rtlCol="0">
            <a:spAutoFit/>
          </a:bodyPr>
          <a:lstStyle/>
          <a:p>
            <a:pPr algn="ctr"/>
            <a:r>
              <a:rPr lang="en-US" sz="900" dirty="0"/>
              <a:t>45789</a:t>
            </a:r>
          </a:p>
        </p:txBody>
      </p:sp>
      <p:sp>
        <p:nvSpPr>
          <p:cNvPr id="14" name="TextBox 13">
            <a:extLst>
              <a:ext uri="{FF2B5EF4-FFF2-40B4-BE49-F238E27FC236}">
                <a16:creationId xmlns:a16="http://schemas.microsoft.com/office/drawing/2014/main" id="{778C3D10-E89E-0F9B-00ED-23007030AC0A}"/>
              </a:ext>
            </a:extLst>
          </p:cNvPr>
          <p:cNvSpPr txBox="1"/>
          <p:nvPr/>
        </p:nvSpPr>
        <p:spPr>
          <a:xfrm>
            <a:off x="4645378" y="2274133"/>
            <a:ext cx="570089" cy="230832"/>
          </a:xfrm>
          <a:prstGeom prst="rect">
            <a:avLst/>
          </a:prstGeom>
          <a:noFill/>
        </p:spPr>
        <p:txBody>
          <a:bodyPr wrap="square" rtlCol="0">
            <a:spAutoFit/>
          </a:bodyPr>
          <a:lstStyle/>
          <a:p>
            <a:pPr algn="ctr"/>
            <a:r>
              <a:rPr lang="en-US" sz="900" dirty="0"/>
              <a:t>45789</a:t>
            </a:r>
          </a:p>
        </p:txBody>
      </p:sp>
      <p:sp>
        <p:nvSpPr>
          <p:cNvPr id="16" name="TextBox 15">
            <a:extLst>
              <a:ext uri="{FF2B5EF4-FFF2-40B4-BE49-F238E27FC236}">
                <a16:creationId xmlns:a16="http://schemas.microsoft.com/office/drawing/2014/main" id="{3DB99335-D12E-812A-0367-8520197996C9}"/>
              </a:ext>
            </a:extLst>
          </p:cNvPr>
          <p:cNvSpPr txBox="1"/>
          <p:nvPr/>
        </p:nvSpPr>
        <p:spPr>
          <a:xfrm>
            <a:off x="5650090" y="2274133"/>
            <a:ext cx="570089" cy="230832"/>
          </a:xfrm>
          <a:prstGeom prst="rect">
            <a:avLst/>
          </a:prstGeom>
          <a:noFill/>
        </p:spPr>
        <p:txBody>
          <a:bodyPr wrap="square" rtlCol="0">
            <a:spAutoFit/>
          </a:bodyPr>
          <a:lstStyle/>
          <a:p>
            <a:pPr algn="ctr"/>
            <a:r>
              <a:rPr lang="en-US" sz="900" dirty="0"/>
              <a:t>45789</a:t>
            </a:r>
          </a:p>
        </p:txBody>
      </p:sp>
      <p:sp>
        <p:nvSpPr>
          <p:cNvPr id="17" name="TextBox 16">
            <a:extLst>
              <a:ext uri="{FF2B5EF4-FFF2-40B4-BE49-F238E27FC236}">
                <a16:creationId xmlns:a16="http://schemas.microsoft.com/office/drawing/2014/main" id="{ED9E6697-74DB-8BB1-294D-7BF509555F56}"/>
              </a:ext>
            </a:extLst>
          </p:cNvPr>
          <p:cNvSpPr txBox="1"/>
          <p:nvPr/>
        </p:nvSpPr>
        <p:spPr>
          <a:xfrm>
            <a:off x="6152446" y="2274133"/>
            <a:ext cx="570089" cy="230832"/>
          </a:xfrm>
          <a:prstGeom prst="rect">
            <a:avLst/>
          </a:prstGeom>
          <a:noFill/>
        </p:spPr>
        <p:txBody>
          <a:bodyPr wrap="square" rtlCol="0">
            <a:spAutoFit/>
          </a:bodyPr>
          <a:lstStyle/>
          <a:p>
            <a:pPr algn="ctr"/>
            <a:r>
              <a:rPr lang="en-US" sz="900" dirty="0"/>
              <a:t>45789</a:t>
            </a:r>
          </a:p>
        </p:txBody>
      </p:sp>
      <p:sp>
        <p:nvSpPr>
          <p:cNvPr id="18" name="TextBox 17">
            <a:extLst>
              <a:ext uri="{FF2B5EF4-FFF2-40B4-BE49-F238E27FC236}">
                <a16:creationId xmlns:a16="http://schemas.microsoft.com/office/drawing/2014/main" id="{E56D75D7-37C3-6F50-B996-BEEEB4E1E228}"/>
              </a:ext>
            </a:extLst>
          </p:cNvPr>
          <p:cNvSpPr txBox="1"/>
          <p:nvPr/>
        </p:nvSpPr>
        <p:spPr>
          <a:xfrm>
            <a:off x="6654802" y="2404765"/>
            <a:ext cx="570089" cy="230832"/>
          </a:xfrm>
          <a:prstGeom prst="rect">
            <a:avLst/>
          </a:prstGeom>
          <a:noFill/>
        </p:spPr>
        <p:txBody>
          <a:bodyPr wrap="square" rtlCol="0">
            <a:spAutoFit/>
          </a:bodyPr>
          <a:lstStyle/>
          <a:p>
            <a:pPr algn="ctr"/>
            <a:r>
              <a:rPr lang="en-US" sz="900" dirty="0"/>
              <a:t>245</a:t>
            </a:r>
          </a:p>
        </p:txBody>
      </p:sp>
      <p:sp>
        <p:nvSpPr>
          <p:cNvPr id="19" name="TextBox 18">
            <a:extLst>
              <a:ext uri="{FF2B5EF4-FFF2-40B4-BE49-F238E27FC236}">
                <a16:creationId xmlns:a16="http://schemas.microsoft.com/office/drawing/2014/main" id="{BC117852-EE7C-194D-92CA-890DD7A3F0CF}"/>
              </a:ext>
            </a:extLst>
          </p:cNvPr>
          <p:cNvSpPr txBox="1"/>
          <p:nvPr/>
        </p:nvSpPr>
        <p:spPr>
          <a:xfrm>
            <a:off x="7157158" y="2404765"/>
            <a:ext cx="570089" cy="230832"/>
          </a:xfrm>
          <a:prstGeom prst="rect">
            <a:avLst/>
          </a:prstGeom>
          <a:noFill/>
        </p:spPr>
        <p:txBody>
          <a:bodyPr wrap="square" rtlCol="0">
            <a:spAutoFit/>
          </a:bodyPr>
          <a:lstStyle/>
          <a:p>
            <a:pPr algn="ctr"/>
            <a:r>
              <a:rPr lang="en-US" sz="900" dirty="0"/>
              <a:t>245</a:t>
            </a:r>
          </a:p>
        </p:txBody>
      </p:sp>
      <p:sp>
        <p:nvSpPr>
          <p:cNvPr id="20" name="TextBox 19">
            <a:extLst>
              <a:ext uri="{FF2B5EF4-FFF2-40B4-BE49-F238E27FC236}">
                <a16:creationId xmlns:a16="http://schemas.microsoft.com/office/drawing/2014/main" id="{5597AAFC-93EB-618F-F1DB-DF0227D9BBBB}"/>
              </a:ext>
            </a:extLst>
          </p:cNvPr>
          <p:cNvSpPr txBox="1"/>
          <p:nvPr/>
        </p:nvSpPr>
        <p:spPr>
          <a:xfrm>
            <a:off x="4645378" y="1903821"/>
            <a:ext cx="570089" cy="230832"/>
          </a:xfrm>
          <a:prstGeom prst="rect">
            <a:avLst/>
          </a:prstGeom>
          <a:noFill/>
        </p:spPr>
        <p:txBody>
          <a:bodyPr wrap="square" rtlCol="0">
            <a:spAutoFit/>
          </a:bodyPr>
          <a:lstStyle/>
          <a:p>
            <a:pPr algn="ctr"/>
            <a:r>
              <a:rPr lang="en-US" sz="900" dirty="0"/>
              <a:t>345</a:t>
            </a:r>
          </a:p>
        </p:txBody>
      </p:sp>
      <p:sp>
        <p:nvSpPr>
          <p:cNvPr id="23" name="TextBox 22">
            <a:extLst>
              <a:ext uri="{FF2B5EF4-FFF2-40B4-BE49-F238E27FC236}">
                <a16:creationId xmlns:a16="http://schemas.microsoft.com/office/drawing/2014/main" id="{361769FD-3319-CE4D-8449-F468BCFAA42C}"/>
              </a:ext>
            </a:extLst>
          </p:cNvPr>
          <p:cNvSpPr txBox="1"/>
          <p:nvPr/>
        </p:nvSpPr>
        <p:spPr>
          <a:xfrm>
            <a:off x="6214537" y="721216"/>
            <a:ext cx="462845" cy="584775"/>
          </a:xfrm>
          <a:prstGeom prst="rect">
            <a:avLst/>
          </a:prstGeom>
          <a:noFill/>
        </p:spPr>
        <p:txBody>
          <a:bodyPr wrap="square" rtlCol="0">
            <a:spAutoFit/>
          </a:bodyPr>
          <a:lstStyle/>
          <a:p>
            <a:pPr algn="ctr"/>
            <a:r>
              <a:rPr lang="en-US" sz="3200" dirty="0"/>
              <a:t>2</a:t>
            </a:r>
          </a:p>
        </p:txBody>
      </p:sp>
      <p:sp>
        <p:nvSpPr>
          <p:cNvPr id="24" name="TextBox 23">
            <a:extLst>
              <a:ext uri="{FF2B5EF4-FFF2-40B4-BE49-F238E27FC236}">
                <a16:creationId xmlns:a16="http://schemas.microsoft.com/office/drawing/2014/main" id="{3E5B1C2D-B124-917C-69DF-7854353725B2}"/>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946B8F69-B55F-99D9-9D43-346665EDDAE0}"/>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1501137F-B95E-F490-8530-FFE322FE600C}"/>
              </a:ext>
            </a:extLst>
          </p:cNvPr>
          <p:cNvSpPr txBox="1"/>
          <p:nvPr/>
        </p:nvSpPr>
        <p:spPr>
          <a:xfrm>
            <a:off x="6654802" y="771301"/>
            <a:ext cx="570089" cy="230832"/>
          </a:xfrm>
          <a:prstGeom prst="rect">
            <a:avLst/>
          </a:prstGeom>
          <a:noFill/>
        </p:spPr>
        <p:txBody>
          <a:bodyPr wrap="square" rtlCol="0">
            <a:spAutoFit/>
          </a:bodyPr>
          <a:lstStyle/>
          <a:p>
            <a:pPr algn="ctr"/>
            <a:r>
              <a:rPr lang="en-US" sz="900" dirty="0"/>
              <a:t>97</a:t>
            </a:r>
          </a:p>
        </p:txBody>
      </p:sp>
      <p:sp>
        <p:nvSpPr>
          <p:cNvPr id="26" name="TextBox 25">
            <a:extLst>
              <a:ext uri="{FF2B5EF4-FFF2-40B4-BE49-F238E27FC236}">
                <a16:creationId xmlns:a16="http://schemas.microsoft.com/office/drawing/2014/main" id="{03EB29D6-6A33-C0D5-DEDC-F60E4A9711D4}"/>
              </a:ext>
            </a:extLst>
          </p:cNvPr>
          <p:cNvSpPr txBox="1"/>
          <p:nvPr/>
        </p:nvSpPr>
        <p:spPr>
          <a:xfrm>
            <a:off x="6654802" y="1402877"/>
            <a:ext cx="570089" cy="230832"/>
          </a:xfrm>
          <a:prstGeom prst="rect">
            <a:avLst/>
          </a:prstGeom>
          <a:noFill/>
        </p:spPr>
        <p:txBody>
          <a:bodyPr wrap="square" rtlCol="0">
            <a:spAutoFit/>
          </a:bodyPr>
          <a:lstStyle/>
          <a:p>
            <a:pPr algn="ctr"/>
            <a:r>
              <a:rPr lang="en-US" sz="900" dirty="0"/>
              <a:t>34579</a:t>
            </a:r>
          </a:p>
        </p:txBody>
      </p:sp>
      <p:sp>
        <p:nvSpPr>
          <p:cNvPr id="27" name="TextBox 26">
            <a:extLst>
              <a:ext uri="{FF2B5EF4-FFF2-40B4-BE49-F238E27FC236}">
                <a16:creationId xmlns:a16="http://schemas.microsoft.com/office/drawing/2014/main" id="{73F5947B-66FA-58D8-1B09-53193F301E5B}"/>
              </a:ext>
            </a:extLst>
          </p:cNvPr>
          <p:cNvSpPr txBox="1"/>
          <p:nvPr/>
        </p:nvSpPr>
        <p:spPr>
          <a:xfrm>
            <a:off x="7157158" y="1402877"/>
            <a:ext cx="570089" cy="230832"/>
          </a:xfrm>
          <a:prstGeom prst="rect">
            <a:avLst/>
          </a:prstGeom>
          <a:noFill/>
        </p:spPr>
        <p:txBody>
          <a:bodyPr wrap="square" rtlCol="0">
            <a:spAutoFit/>
          </a:bodyPr>
          <a:lstStyle/>
          <a:p>
            <a:pPr algn="ctr"/>
            <a:r>
              <a:rPr lang="en-US" sz="900" dirty="0"/>
              <a:t>4579</a:t>
            </a:r>
          </a:p>
        </p:txBody>
      </p:sp>
      <p:sp>
        <p:nvSpPr>
          <p:cNvPr id="28" name="TextBox 27">
            <a:extLst>
              <a:ext uri="{FF2B5EF4-FFF2-40B4-BE49-F238E27FC236}">
                <a16:creationId xmlns:a16="http://schemas.microsoft.com/office/drawing/2014/main" id="{F41D4862-A923-896D-79EC-F335858612E2}"/>
              </a:ext>
            </a:extLst>
          </p:cNvPr>
          <p:cNvSpPr txBox="1"/>
          <p:nvPr/>
        </p:nvSpPr>
        <p:spPr>
          <a:xfrm>
            <a:off x="6654802" y="2034453"/>
            <a:ext cx="570089" cy="230832"/>
          </a:xfrm>
          <a:prstGeom prst="rect">
            <a:avLst/>
          </a:prstGeom>
          <a:noFill/>
        </p:spPr>
        <p:txBody>
          <a:bodyPr wrap="square" rtlCol="0">
            <a:spAutoFit/>
          </a:bodyPr>
          <a:lstStyle/>
          <a:p>
            <a:pPr algn="ctr"/>
            <a:r>
              <a:rPr lang="en-US" sz="900" dirty="0"/>
              <a:t>345</a:t>
            </a:r>
          </a:p>
        </p:txBody>
      </p:sp>
      <p:sp>
        <p:nvSpPr>
          <p:cNvPr id="29" name="TextBox 28">
            <a:extLst>
              <a:ext uri="{FF2B5EF4-FFF2-40B4-BE49-F238E27FC236}">
                <a16:creationId xmlns:a16="http://schemas.microsoft.com/office/drawing/2014/main" id="{82A8A1E7-8AE0-5892-29A6-D1A521A55151}"/>
              </a:ext>
            </a:extLst>
          </p:cNvPr>
          <p:cNvSpPr txBox="1"/>
          <p:nvPr/>
        </p:nvSpPr>
        <p:spPr>
          <a:xfrm>
            <a:off x="7157158" y="2034453"/>
            <a:ext cx="570089" cy="230832"/>
          </a:xfrm>
          <a:prstGeom prst="rect">
            <a:avLst/>
          </a:prstGeom>
          <a:noFill/>
        </p:spPr>
        <p:txBody>
          <a:bodyPr wrap="square" rtlCol="0">
            <a:spAutoFit/>
          </a:bodyPr>
          <a:lstStyle/>
          <a:p>
            <a:pPr algn="ctr"/>
            <a:r>
              <a:rPr lang="en-US" sz="900" dirty="0"/>
              <a:t>45</a:t>
            </a:r>
          </a:p>
        </p:txBody>
      </p:sp>
      <p:sp>
        <p:nvSpPr>
          <p:cNvPr id="30" name="TextBox 29">
            <a:extLst>
              <a:ext uri="{FF2B5EF4-FFF2-40B4-BE49-F238E27FC236}">
                <a16:creationId xmlns:a16="http://schemas.microsoft.com/office/drawing/2014/main" id="{2BC25D84-E3ED-6CFE-6F1D-B022025E0FED}"/>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72C58DB1-D647-AF0C-8660-552CE28E6051}"/>
              </a:ext>
            </a:extLst>
          </p:cNvPr>
          <p:cNvSpPr txBox="1"/>
          <p:nvPr/>
        </p:nvSpPr>
        <p:spPr>
          <a:xfrm>
            <a:off x="3217333" y="721216"/>
            <a:ext cx="462845" cy="584775"/>
          </a:xfrm>
          <a:prstGeom prst="rect">
            <a:avLst/>
          </a:prstGeom>
          <a:noFill/>
        </p:spPr>
        <p:txBody>
          <a:bodyPr wrap="square" rtlCol="0">
            <a:spAutoFit/>
          </a:bodyPr>
          <a:lstStyle/>
          <a:p>
            <a:pPr algn="ctr"/>
            <a:r>
              <a:rPr lang="en-US" sz="3200" dirty="0"/>
              <a:t>4</a:t>
            </a:r>
          </a:p>
        </p:txBody>
      </p:sp>
      <p:sp>
        <p:nvSpPr>
          <p:cNvPr id="32" name="TextBox 31">
            <a:extLst>
              <a:ext uri="{FF2B5EF4-FFF2-40B4-BE49-F238E27FC236}">
                <a16:creationId xmlns:a16="http://schemas.microsoft.com/office/drawing/2014/main" id="{0B038AA6-E62F-E787-6813-EABA11D4CBA4}"/>
              </a:ext>
            </a:extLst>
          </p:cNvPr>
          <p:cNvSpPr txBox="1"/>
          <p:nvPr/>
        </p:nvSpPr>
        <p:spPr>
          <a:xfrm>
            <a:off x="3138310" y="1402877"/>
            <a:ext cx="570089" cy="230832"/>
          </a:xfrm>
          <a:prstGeom prst="rect">
            <a:avLst/>
          </a:prstGeom>
          <a:noFill/>
        </p:spPr>
        <p:txBody>
          <a:bodyPr wrap="square" rtlCol="0">
            <a:spAutoFit/>
          </a:bodyPr>
          <a:lstStyle/>
          <a:p>
            <a:pPr algn="ctr"/>
            <a:r>
              <a:rPr lang="en-US" sz="900" dirty="0"/>
              <a:t>789</a:t>
            </a:r>
          </a:p>
        </p:txBody>
      </p:sp>
      <p:sp>
        <p:nvSpPr>
          <p:cNvPr id="33" name="TextBox 32">
            <a:extLst>
              <a:ext uri="{FF2B5EF4-FFF2-40B4-BE49-F238E27FC236}">
                <a16:creationId xmlns:a16="http://schemas.microsoft.com/office/drawing/2014/main" id="{7362E4F0-3BC1-B446-D068-35620033B6BE}"/>
              </a:ext>
            </a:extLst>
          </p:cNvPr>
          <p:cNvSpPr txBox="1"/>
          <p:nvPr/>
        </p:nvSpPr>
        <p:spPr>
          <a:xfrm>
            <a:off x="3640666" y="2034453"/>
            <a:ext cx="570089" cy="230832"/>
          </a:xfrm>
          <a:prstGeom prst="rect">
            <a:avLst/>
          </a:prstGeom>
          <a:noFill/>
        </p:spPr>
        <p:txBody>
          <a:bodyPr wrap="square" rtlCol="0">
            <a:spAutoFit/>
          </a:bodyPr>
          <a:lstStyle/>
          <a:p>
            <a:pPr algn="ctr"/>
            <a:r>
              <a:rPr lang="en-US" sz="900" dirty="0"/>
              <a:t>789</a:t>
            </a:r>
          </a:p>
        </p:txBody>
      </p:sp>
      <p:sp>
        <p:nvSpPr>
          <p:cNvPr id="34" name="TextBox 33">
            <a:extLst>
              <a:ext uri="{FF2B5EF4-FFF2-40B4-BE49-F238E27FC236}">
                <a16:creationId xmlns:a16="http://schemas.microsoft.com/office/drawing/2014/main" id="{508DD1CD-1857-13C8-C2B3-78C6406D4414}"/>
              </a:ext>
            </a:extLst>
          </p:cNvPr>
          <p:cNvSpPr txBox="1"/>
          <p:nvPr/>
        </p:nvSpPr>
        <p:spPr>
          <a:xfrm>
            <a:off x="3138310" y="2034453"/>
            <a:ext cx="570089" cy="230832"/>
          </a:xfrm>
          <a:prstGeom prst="rect">
            <a:avLst/>
          </a:prstGeom>
          <a:noFill/>
        </p:spPr>
        <p:txBody>
          <a:bodyPr wrap="square" rtlCol="0">
            <a:spAutoFit/>
          </a:bodyPr>
          <a:lstStyle/>
          <a:p>
            <a:pPr algn="ctr"/>
            <a:r>
              <a:rPr lang="en-US" sz="900" dirty="0"/>
              <a:t>789</a:t>
            </a:r>
          </a:p>
        </p:txBody>
      </p:sp>
      <p:sp>
        <p:nvSpPr>
          <p:cNvPr id="35" name="TextBox 34">
            <a:extLst>
              <a:ext uri="{FF2B5EF4-FFF2-40B4-BE49-F238E27FC236}">
                <a16:creationId xmlns:a16="http://schemas.microsoft.com/office/drawing/2014/main" id="{B5BAD069-FAF7-DA5C-38D8-7A6FBD119AE0}"/>
              </a:ext>
            </a:extLst>
          </p:cNvPr>
          <p:cNvSpPr txBox="1"/>
          <p:nvPr/>
        </p:nvSpPr>
        <p:spPr>
          <a:xfrm>
            <a:off x="4216401" y="1224551"/>
            <a:ext cx="462845" cy="584775"/>
          </a:xfrm>
          <a:prstGeom prst="rect">
            <a:avLst/>
          </a:prstGeom>
          <a:noFill/>
        </p:spPr>
        <p:txBody>
          <a:bodyPr wrap="square" rtlCol="0">
            <a:spAutoFit/>
          </a:bodyPr>
          <a:lstStyle/>
          <a:p>
            <a:pPr algn="ctr"/>
            <a:r>
              <a:rPr lang="en-US" sz="3200" dirty="0"/>
              <a:t>1</a:t>
            </a:r>
          </a:p>
        </p:txBody>
      </p:sp>
      <p:sp>
        <p:nvSpPr>
          <p:cNvPr id="36" name="TextBox 35">
            <a:extLst>
              <a:ext uri="{FF2B5EF4-FFF2-40B4-BE49-F238E27FC236}">
                <a16:creationId xmlns:a16="http://schemas.microsoft.com/office/drawing/2014/main" id="{0B4F4CF7-DC15-B7D7-46C0-655F78F6A63A}"/>
              </a:ext>
            </a:extLst>
          </p:cNvPr>
          <p:cNvSpPr txBox="1"/>
          <p:nvPr/>
        </p:nvSpPr>
        <p:spPr>
          <a:xfrm>
            <a:off x="5215469" y="721216"/>
            <a:ext cx="462845" cy="584775"/>
          </a:xfrm>
          <a:prstGeom prst="rect">
            <a:avLst/>
          </a:prstGeom>
          <a:noFill/>
        </p:spPr>
        <p:txBody>
          <a:bodyPr wrap="square" rtlCol="0">
            <a:spAutoFit/>
          </a:bodyPr>
          <a:lstStyle/>
          <a:p>
            <a:pPr algn="ctr"/>
            <a:r>
              <a:rPr lang="en-US" sz="3200" dirty="0"/>
              <a:t>1</a:t>
            </a:r>
          </a:p>
        </p:txBody>
      </p:sp>
      <p:sp>
        <p:nvSpPr>
          <p:cNvPr id="37" name="TextBox 36">
            <a:extLst>
              <a:ext uri="{FF2B5EF4-FFF2-40B4-BE49-F238E27FC236}">
                <a16:creationId xmlns:a16="http://schemas.microsoft.com/office/drawing/2014/main" id="{FBAD6DF4-52D9-B73A-A492-B29F3814AFFD}"/>
              </a:ext>
            </a:extLst>
          </p:cNvPr>
          <p:cNvSpPr txBox="1"/>
          <p:nvPr/>
        </p:nvSpPr>
        <p:spPr>
          <a:xfrm>
            <a:off x="3640666" y="901933"/>
            <a:ext cx="570089" cy="230832"/>
          </a:xfrm>
          <a:prstGeom prst="rect">
            <a:avLst/>
          </a:prstGeom>
          <a:noFill/>
        </p:spPr>
        <p:txBody>
          <a:bodyPr wrap="square" rtlCol="0">
            <a:spAutoFit/>
          </a:bodyPr>
          <a:lstStyle/>
          <a:p>
            <a:pPr algn="ctr"/>
            <a:r>
              <a:rPr lang="en-US" sz="900" dirty="0"/>
              <a:t>35</a:t>
            </a:r>
          </a:p>
        </p:txBody>
      </p:sp>
      <p:sp>
        <p:nvSpPr>
          <p:cNvPr id="39" name="TextBox 38">
            <a:extLst>
              <a:ext uri="{FF2B5EF4-FFF2-40B4-BE49-F238E27FC236}">
                <a16:creationId xmlns:a16="http://schemas.microsoft.com/office/drawing/2014/main" id="{0EF79088-350D-68E9-3440-B9283A4EB388}"/>
              </a:ext>
            </a:extLst>
          </p:cNvPr>
          <p:cNvSpPr txBox="1"/>
          <p:nvPr/>
        </p:nvSpPr>
        <p:spPr>
          <a:xfrm>
            <a:off x="3640666" y="1402877"/>
            <a:ext cx="570089" cy="230832"/>
          </a:xfrm>
          <a:prstGeom prst="rect">
            <a:avLst/>
          </a:prstGeom>
          <a:noFill/>
        </p:spPr>
        <p:txBody>
          <a:bodyPr wrap="square" rtlCol="0">
            <a:spAutoFit/>
          </a:bodyPr>
          <a:lstStyle/>
          <a:p>
            <a:pPr algn="ctr"/>
            <a:r>
              <a:rPr lang="en-US" sz="900" dirty="0"/>
              <a:t>53</a:t>
            </a:r>
          </a:p>
        </p:txBody>
      </p:sp>
      <p:sp>
        <p:nvSpPr>
          <p:cNvPr id="40" name="TextBox 39">
            <a:extLst>
              <a:ext uri="{FF2B5EF4-FFF2-40B4-BE49-F238E27FC236}">
                <a16:creationId xmlns:a16="http://schemas.microsoft.com/office/drawing/2014/main" id="{40917171-B3C9-4E87-90DC-1509C44AAFFD}"/>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41" name="TextBox 40">
            <a:extLst>
              <a:ext uri="{FF2B5EF4-FFF2-40B4-BE49-F238E27FC236}">
                <a16:creationId xmlns:a16="http://schemas.microsoft.com/office/drawing/2014/main" id="{EAC8BF68-7F79-CAAF-673C-92F34B90A7D9}"/>
              </a:ext>
            </a:extLst>
          </p:cNvPr>
          <p:cNvSpPr txBox="1"/>
          <p:nvPr/>
        </p:nvSpPr>
        <p:spPr>
          <a:xfrm>
            <a:off x="4645378" y="771301"/>
            <a:ext cx="570089" cy="230832"/>
          </a:xfrm>
          <a:prstGeom prst="rect">
            <a:avLst/>
          </a:prstGeom>
          <a:noFill/>
        </p:spPr>
        <p:txBody>
          <a:bodyPr wrap="square" rtlCol="0">
            <a:spAutoFit/>
          </a:bodyPr>
          <a:lstStyle/>
          <a:p>
            <a:pPr algn="ctr"/>
            <a:r>
              <a:rPr lang="en-US" sz="900" dirty="0"/>
              <a:t>79</a:t>
            </a:r>
          </a:p>
        </p:txBody>
      </p:sp>
      <p:sp>
        <p:nvSpPr>
          <p:cNvPr id="38" name="TextBox 37">
            <a:extLst>
              <a:ext uri="{FF2B5EF4-FFF2-40B4-BE49-F238E27FC236}">
                <a16:creationId xmlns:a16="http://schemas.microsoft.com/office/drawing/2014/main" id="{03E0EED4-33FD-0A04-75F0-E7EA9A2C5A51}"/>
              </a:ext>
            </a:extLst>
          </p:cNvPr>
          <p:cNvSpPr txBox="1"/>
          <p:nvPr/>
        </p:nvSpPr>
        <p:spPr>
          <a:xfrm>
            <a:off x="5650090" y="901933"/>
            <a:ext cx="570089" cy="230832"/>
          </a:xfrm>
          <a:prstGeom prst="rect">
            <a:avLst/>
          </a:prstGeom>
          <a:noFill/>
        </p:spPr>
        <p:txBody>
          <a:bodyPr wrap="square" rtlCol="0">
            <a:spAutoFit/>
          </a:bodyPr>
          <a:lstStyle/>
          <a:p>
            <a:pPr algn="ctr"/>
            <a:r>
              <a:rPr lang="en-US" sz="900" dirty="0"/>
              <a:t>53</a:t>
            </a:r>
          </a:p>
        </p:txBody>
      </p:sp>
      <p:sp>
        <p:nvSpPr>
          <p:cNvPr id="42" name="TextBox 41">
            <a:extLst>
              <a:ext uri="{FF2B5EF4-FFF2-40B4-BE49-F238E27FC236}">
                <a16:creationId xmlns:a16="http://schemas.microsoft.com/office/drawing/2014/main" id="{65DB4810-1DCC-0ECD-AF6A-07E3BDCA0178}"/>
              </a:ext>
            </a:extLst>
          </p:cNvPr>
          <p:cNvSpPr txBox="1"/>
          <p:nvPr/>
        </p:nvSpPr>
        <p:spPr>
          <a:xfrm>
            <a:off x="5715003" y="1224551"/>
            <a:ext cx="462845" cy="584775"/>
          </a:xfrm>
          <a:prstGeom prst="rect">
            <a:avLst/>
          </a:prstGeom>
          <a:noFill/>
        </p:spPr>
        <p:txBody>
          <a:bodyPr wrap="square" rtlCol="0">
            <a:spAutoFit/>
          </a:bodyPr>
          <a:lstStyle/>
          <a:p>
            <a:pPr algn="ctr"/>
            <a:r>
              <a:rPr lang="en-US" sz="3200" dirty="0"/>
              <a:t>2</a:t>
            </a:r>
          </a:p>
        </p:txBody>
      </p:sp>
      <p:sp>
        <p:nvSpPr>
          <p:cNvPr id="43" name="TextBox 42">
            <a:extLst>
              <a:ext uri="{FF2B5EF4-FFF2-40B4-BE49-F238E27FC236}">
                <a16:creationId xmlns:a16="http://schemas.microsoft.com/office/drawing/2014/main" id="{B8B585EB-7058-0187-68AF-E765C885EC1C}"/>
              </a:ext>
            </a:extLst>
          </p:cNvPr>
          <p:cNvSpPr txBox="1"/>
          <p:nvPr/>
        </p:nvSpPr>
        <p:spPr>
          <a:xfrm>
            <a:off x="4645378" y="1533509"/>
            <a:ext cx="570089" cy="230832"/>
          </a:xfrm>
          <a:prstGeom prst="rect">
            <a:avLst/>
          </a:prstGeom>
          <a:noFill/>
        </p:spPr>
        <p:txBody>
          <a:bodyPr wrap="square" rtlCol="0">
            <a:spAutoFit/>
          </a:bodyPr>
          <a:lstStyle/>
          <a:p>
            <a:pPr algn="ctr"/>
            <a:r>
              <a:rPr lang="en-US" sz="900" dirty="0"/>
              <a:t>345789</a:t>
            </a:r>
          </a:p>
        </p:txBody>
      </p:sp>
      <p:sp>
        <p:nvSpPr>
          <p:cNvPr id="44" name="TextBox 43">
            <a:extLst>
              <a:ext uri="{FF2B5EF4-FFF2-40B4-BE49-F238E27FC236}">
                <a16:creationId xmlns:a16="http://schemas.microsoft.com/office/drawing/2014/main" id="{666CD3EC-4FB5-BAF4-0604-4F3F41F38966}"/>
              </a:ext>
            </a:extLst>
          </p:cNvPr>
          <p:cNvSpPr txBox="1"/>
          <p:nvPr/>
        </p:nvSpPr>
        <p:spPr>
          <a:xfrm>
            <a:off x="5147734" y="1533509"/>
            <a:ext cx="570089" cy="230832"/>
          </a:xfrm>
          <a:prstGeom prst="rect">
            <a:avLst/>
          </a:prstGeom>
          <a:noFill/>
        </p:spPr>
        <p:txBody>
          <a:bodyPr wrap="square" rtlCol="0">
            <a:spAutoFit/>
          </a:bodyPr>
          <a:lstStyle/>
          <a:p>
            <a:pPr algn="ctr"/>
            <a:r>
              <a:rPr lang="en-US" sz="900" dirty="0"/>
              <a:t>987543</a:t>
            </a:r>
          </a:p>
        </p:txBody>
      </p:sp>
      <p:sp>
        <p:nvSpPr>
          <p:cNvPr id="45" name="TextBox 44">
            <a:extLst>
              <a:ext uri="{FF2B5EF4-FFF2-40B4-BE49-F238E27FC236}">
                <a16:creationId xmlns:a16="http://schemas.microsoft.com/office/drawing/2014/main" id="{B484230B-27B4-EBF9-A379-55175693EE32}"/>
              </a:ext>
            </a:extLst>
          </p:cNvPr>
          <p:cNvSpPr txBox="1"/>
          <p:nvPr/>
        </p:nvSpPr>
        <p:spPr>
          <a:xfrm>
            <a:off x="5147734" y="2905709"/>
            <a:ext cx="570089" cy="230832"/>
          </a:xfrm>
          <a:prstGeom prst="rect">
            <a:avLst/>
          </a:prstGeom>
          <a:noFill/>
        </p:spPr>
        <p:txBody>
          <a:bodyPr wrap="square" rtlCol="0">
            <a:spAutoFit/>
          </a:bodyPr>
          <a:lstStyle/>
          <a:p>
            <a:pPr algn="ctr"/>
            <a:r>
              <a:rPr lang="en-US" sz="900" dirty="0"/>
              <a:t>24</a:t>
            </a:r>
          </a:p>
        </p:txBody>
      </p:sp>
      <p:sp>
        <p:nvSpPr>
          <p:cNvPr id="46" name="TextBox 45">
            <a:extLst>
              <a:ext uri="{FF2B5EF4-FFF2-40B4-BE49-F238E27FC236}">
                <a16:creationId xmlns:a16="http://schemas.microsoft.com/office/drawing/2014/main" id="{92296628-1176-D762-BAED-01B4673E93F4}"/>
              </a:ext>
            </a:extLst>
          </p:cNvPr>
          <p:cNvSpPr txBox="1"/>
          <p:nvPr/>
        </p:nvSpPr>
        <p:spPr>
          <a:xfrm>
            <a:off x="3640666" y="3406653"/>
            <a:ext cx="570089" cy="230832"/>
          </a:xfrm>
          <a:prstGeom prst="rect">
            <a:avLst/>
          </a:prstGeom>
          <a:noFill/>
        </p:spPr>
        <p:txBody>
          <a:bodyPr wrap="square" rtlCol="0">
            <a:spAutoFit/>
          </a:bodyPr>
          <a:lstStyle/>
          <a:p>
            <a:pPr algn="ctr"/>
            <a:r>
              <a:rPr lang="en-US" sz="900" dirty="0"/>
              <a:t>42</a:t>
            </a:r>
          </a:p>
        </p:txBody>
      </p:sp>
      <p:sp>
        <p:nvSpPr>
          <p:cNvPr id="47" name="TextBox 46">
            <a:extLst>
              <a:ext uri="{FF2B5EF4-FFF2-40B4-BE49-F238E27FC236}">
                <a16:creationId xmlns:a16="http://schemas.microsoft.com/office/drawing/2014/main" id="{77EDA776-757A-062D-D8D7-E92884FD4092}"/>
              </a:ext>
            </a:extLst>
          </p:cNvPr>
          <p:cNvSpPr txBox="1"/>
          <p:nvPr/>
        </p:nvSpPr>
        <p:spPr>
          <a:xfrm>
            <a:off x="4143022" y="3537285"/>
            <a:ext cx="570089" cy="230832"/>
          </a:xfrm>
          <a:prstGeom prst="rect">
            <a:avLst/>
          </a:prstGeom>
          <a:noFill/>
        </p:spPr>
        <p:txBody>
          <a:bodyPr wrap="square" rtlCol="0">
            <a:spAutoFit/>
          </a:bodyPr>
          <a:lstStyle/>
          <a:p>
            <a:pPr algn="ctr"/>
            <a:r>
              <a:rPr lang="en-US" sz="900" dirty="0"/>
              <a:t>5789</a:t>
            </a:r>
          </a:p>
        </p:txBody>
      </p:sp>
      <p:sp>
        <p:nvSpPr>
          <p:cNvPr id="48" name="TextBox 47">
            <a:extLst>
              <a:ext uri="{FF2B5EF4-FFF2-40B4-BE49-F238E27FC236}">
                <a16:creationId xmlns:a16="http://schemas.microsoft.com/office/drawing/2014/main" id="{A80A06C6-157A-0329-66E5-2B04F7A58668}"/>
              </a:ext>
            </a:extLst>
          </p:cNvPr>
          <p:cNvSpPr txBox="1"/>
          <p:nvPr/>
        </p:nvSpPr>
        <p:spPr>
          <a:xfrm>
            <a:off x="4645378" y="3537285"/>
            <a:ext cx="570089" cy="230832"/>
          </a:xfrm>
          <a:prstGeom prst="rect">
            <a:avLst/>
          </a:prstGeom>
          <a:noFill/>
        </p:spPr>
        <p:txBody>
          <a:bodyPr wrap="square" rtlCol="0">
            <a:spAutoFit/>
          </a:bodyPr>
          <a:lstStyle/>
          <a:p>
            <a:pPr algn="ctr"/>
            <a:r>
              <a:rPr lang="en-US" sz="900" dirty="0"/>
              <a:t>5789</a:t>
            </a:r>
          </a:p>
        </p:txBody>
      </p:sp>
      <p:sp>
        <p:nvSpPr>
          <p:cNvPr id="49" name="TextBox 48">
            <a:extLst>
              <a:ext uri="{FF2B5EF4-FFF2-40B4-BE49-F238E27FC236}">
                <a16:creationId xmlns:a16="http://schemas.microsoft.com/office/drawing/2014/main" id="{4373E86A-CC6C-27E4-F9BC-0ECF1F87ACCC}"/>
              </a:ext>
            </a:extLst>
          </p:cNvPr>
          <p:cNvSpPr txBox="1"/>
          <p:nvPr/>
        </p:nvSpPr>
        <p:spPr>
          <a:xfrm>
            <a:off x="5147734" y="3537285"/>
            <a:ext cx="570089" cy="230832"/>
          </a:xfrm>
          <a:prstGeom prst="rect">
            <a:avLst/>
          </a:prstGeom>
          <a:noFill/>
        </p:spPr>
        <p:txBody>
          <a:bodyPr wrap="square" rtlCol="0">
            <a:spAutoFit/>
          </a:bodyPr>
          <a:lstStyle/>
          <a:p>
            <a:pPr algn="ctr"/>
            <a:r>
              <a:rPr lang="en-US" sz="900" dirty="0"/>
              <a:t>5789</a:t>
            </a:r>
          </a:p>
        </p:txBody>
      </p:sp>
      <p:sp>
        <p:nvSpPr>
          <p:cNvPr id="50" name="TextBox 49">
            <a:extLst>
              <a:ext uri="{FF2B5EF4-FFF2-40B4-BE49-F238E27FC236}">
                <a16:creationId xmlns:a16="http://schemas.microsoft.com/office/drawing/2014/main" id="{DA4510FE-ABC7-F725-1A83-9F9B95344AF5}"/>
              </a:ext>
            </a:extLst>
          </p:cNvPr>
          <p:cNvSpPr txBox="1"/>
          <p:nvPr/>
        </p:nvSpPr>
        <p:spPr>
          <a:xfrm>
            <a:off x="4143022" y="2905709"/>
            <a:ext cx="570089" cy="230832"/>
          </a:xfrm>
          <a:prstGeom prst="rect">
            <a:avLst/>
          </a:prstGeom>
          <a:noFill/>
        </p:spPr>
        <p:txBody>
          <a:bodyPr wrap="square" rtlCol="0">
            <a:spAutoFit/>
          </a:bodyPr>
          <a:lstStyle/>
          <a:p>
            <a:pPr algn="ctr"/>
            <a:r>
              <a:rPr lang="en-US" sz="900" dirty="0"/>
              <a:t>54</a:t>
            </a:r>
          </a:p>
        </p:txBody>
      </p:sp>
      <p:sp>
        <p:nvSpPr>
          <p:cNvPr id="51" name="TextBox 50">
            <a:extLst>
              <a:ext uri="{FF2B5EF4-FFF2-40B4-BE49-F238E27FC236}">
                <a16:creationId xmlns:a16="http://schemas.microsoft.com/office/drawing/2014/main" id="{C2FC0F17-80EE-1D18-2136-F444C56A921E}"/>
              </a:ext>
            </a:extLst>
          </p:cNvPr>
          <p:cNvSpPr txBox="1"/>
          <p:nvPr/>
        </p:nvSpPr>
        <p:spPr>
          <a:xfrm>
            <a:off x="5215469" y="2231221"/>
            <a:ext cx="462845" cy="584775"/>
          </a:xfrm>
          <a:prstGeom prst="rect">
            <a:avLst/>
          </a:prstGeom>
          <a:noFill/>
        </p:spPr>
        <p:txBody>
          <a:bodyPr wrap="square" rtlCol="0">
            <a:spAutoFit/>
          </a:bodyPr>
          <a:lstStyle/>
          <a:p>
            <a:pPr algn="ctr"/>
            <a:r>
              <a:rPr lang="en-US" sz="3200" dirty="0"/>
              <a:t>6</a:t>
            </a:r>
          </a:p>
        </p:txBody>
      </p:sp>
      <p:sp>
        <p:nvSpPr>
          <p:cNvPr id="15" name="TextBox 14">
            <a:extLst>
              <a:ext uri="{FF2B5EF4-FFF2-40B4-BE49-F238E27FC236}">
                <a16:creationId xmlns:a16="http://schemas.microsoft.com/office/drawing/2014/main" id="{238A7500-6738-8E2A-F63F-C89A10DA8407}"/>
              </a:ext>
            </a:extLst>
          </p:cNvPr>
          <p:cNvSpPr txBox="1"/>
          <p:nvPr/>
        </p:nvSpPr>
        <p:spPr>
          <a:xfrm>
            <a:off x="3217333" y="2734556"/>
            <a:ext cx="462845" cy="584775"/>
          </a:xfrm>
          <a:prstGeom prst="rect">
            <a:avLst/>
          </a:prstGeom>
          <a:noFill/>
        </p:spPr>
        <p:txBody>
          <a:bodyPr wrap="square" rtlCol="0">
            <a:spAutoFit/>
          </a:bodyPr>
          <a:lstStyle/>
          <a:p>
            <a:pPr algn="ctr"/>
            <a:r>
              <a:rPr lang="en-US" sz="3200" dirty="0"/>
              <a:t>7</a:t>
            </a:r>
          </a:p>
        </p:txBody>
      </p:sp>
      <p:sp>
        <p:nvSpPr>
          <p:cNvPr id="52" name="TextBox 51">
            <a:extLst>
              <a:ext uri="{FF2B5EF4-FFF2-40B4-BE49-F238E27FC236}">
                <a16:creationId xmlns:a16="http://schemas.microsoft.com/office/drawing/2014/main" id="{3DDA69DC-6F80-D08A-E465-BB5BBFD7D689}"/>
              </a:ext>
            </a:extLst>
          </p:cNvPr>
          <p:cNvSpPr txBox="1"/>
          <p:nvPr/>
        </p:nvSpPr>
        <p:spPr>
          <a:xfrm>
            <a:off x="3716867" y="2734556"/>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CE951362-7DB6-5CF0-FBB9-D2F691C2EC30}"/>
              </a:ext>
            </a:extLst>
          </p:cNvPr>
          <p:cNvSpPr txBox="1"/>
          <p:nvPr/>
        </p:nvSpPr>
        <p:spPr>
          <a:xfrm>
            <a:off x="5147734" y="2034453"/>
            <a:ext cx="570089" cy="230832"/>
          </a:xfrm>
          <a:prstGeom prst="rect">
            <a:avLst/>
          </a:prstGeom>
          <a:noFill/>
        </p:spPr>
        <p:txBody>
          <a:bodyPr wrap="square" rtlCol="0">
            <a:spAutoFit/>
          </a:bodyPr>
          <a:lstStyle/>
          <a:p>
            <a:pPr algn="ctr"/>
            <a:r>
              <a:rPr lang="en-US" sz="900" dirty="0"/>
              <a:t>789</a:t>
            </a:r>
          </a:p>
        </p:txBody>
      </p:sp>
    </p:spTree>
    <p:extLst>
      <p:ext uri="{BB962C8B-B14F-4D97-AF65-F5344CB8AC3E}">
        <p14:creationId xmlns:p14="http://schemas.microsoft.com/office/powerpoint/2010/main" val="14985498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B0D30A-BFD4-D346-6A59-371C24F6C5B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CD96271-4976-F9F9-8F21-F611EF7E8811}"/>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9B5DE823-E8E2-9782-48FB-D28093369361}"/>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899C0026-249F-BE81-0121-6129D37229EE}"/>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64C48C19-6DC5-EF12-4AE3-01555F2B135B}"/>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5460654D-980D-711D-C2BB-83B9D7850723}"/>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5D2439A4-673F-744B-4D33-20CD44D81B37}"/>
              </a:ext>
            </a:extLst>
          </p:cNvPr>
          <p:cNvSpPr txBox="1"/>
          <p:nvPr/>
        </p:nvSpPr>
        <p:spPr>
          <a:xfrm>
            <a:off x="3716867" y="2231221"/>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492285B3-5D51-228B-9B89-FD5FBBCC395D}"/>
              </a:ext>
            </a:extLst>
          </p:cNvPr>
          <p:cNvSpPr txBox="1"/>
          <p:nvPr/>
        </p:nvSpPr>
        <p:spPr>
          <a:xfrm>
            <a:off x="3217333" y="4747898"/>
            <a:ext cx="462845" cy="584775"/>
          </a:xfrm>
          <a:prstGeom prst="rect">
            <a:avLst/>
          </a:prstGeom>
          <a:noFill/>
        </p:spPr>
        <p:txBody>
          <a:bodyPr wrap="square" rtlCol="0">
            <a:spAutoFit/>
          </a:bodyPr>
          <a:lstStyle/>
          <a:p>
            <a:pPr algn="ctr"/>
            <a:r>
              <a:rPr lang="en-US" sz="3200" dirty="0"/>
              <a:t>6</a:t>
            </a:r>
          </a:p>
        </p:txBody>
      </p:sp>
      <p:sp>
        <p:nvSpPr>
          <p:cNvPr id="11" name="TextBox 10">
            <a:extLst>
              <a:ext uri="{FF2B5EF4-FFF2-40B4-BE49-F238E27FC236}">
                <a16:creationId xmlns:a16="http://schemas.microsoft.com/office/drawing/2014/main" id="{9719587F-C01F-7CAC-04E6-A4277B70B55B}"/>
              </a:ext>
            </a:extLst>
          </p:cNvPr>
          <p:cNvSpPr txBox="1"/>
          <p:nvPr/>
        </p:nvSpPr>
        <p:spPr>
          <a:xfrm>
            <a:off x="7213604" y="4747898"/>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98CD4984-EFF4-2461-589A-E71630CA41C1}"/>
              </a:ext>
            </a:extLst>
          </p:cNvPr>
          <p:cNvSpPr txBox="1"/>
          <p:nvPr/>
        </p:nvSpPr>
        <p:spPr>
          <a:xfrm>
            <a:off x="6214537" y="2734556"/>
            <a:ext cx="462845" cy="584775"/>
          </a:xfrm>
          <a:prstGeom prst="rect">
            <a:avLst/>
          </a:prstGeom>
          <a:no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920F555C-7EF7-E79D-1F98-7616A43BA6CC}"/>
              </a:ext>
            </a:extLst>
          </p:cNvPr>
          <p:cNvSpPr txBox="1"/>
          <p:nvPr/>
        </p:nvSpPr>
        <p:spPr>
          <a:xfrm>
            <a:off x="4143022" y="2274133"/>
            <a:ext cx="570089" cy="230832"/>
          </a:xfrm>
          <a:prstGeom prst="rect">
            <a:avLst/>
          </a:prstGeom>
          <a:noFill/>
        </p:spPr>
        <p:txBody>
          <a:bodyPr wrap="square" rtlCol="0">
            <a:spAutoFit/>
          </a:bodyPr>
          <a:lstStyle/>
          <a:p>
            <a:pPr algn="ctr"/>
            <a:r>
              <a:rPr lang="en-US" sz="900" dirty="0"/>
              <a:t>4589</a:t>
            </a:r>
          </a:p>
        </p:txBody>
      </p:sp>
      <p:sp>
        <p:nvSpPr>
          <p:cNvPr id="14" name="TextBox 13">
            <a:extLst>
              <a:ext uri="{FF2B5EF4-FFF2-40B4-BE49-F238E27FC236}">
                <a16:creationId xmlns:a16="http://schemas.microsoft.com/office/drawing/2014/main" id="{677A1E90-A67A-2A4A-6D13-4234EBEC2FB5}"/>
              </a:ext>
            </a:extLst>
          </p:cNvPr>
          <p:cNvSpPr txBox="1"/>
          <p:nvPr/>
        </p:nvSpPr>
        <p:spPr>
          <a:xfrm>
            <a:off x="4645378" y="2274133"/>
            <a:ext cx="570089" cy="230832"/>
          </a:xfrm>
          <a:prstGeom prst="rect">
            <a:avLst/>
          </a:prstGeom>
          <a:noFill/>
        </p:spPr>
        <p:txBody>
          <a:bodyPr wrap="square" rtlCol="0">
            <a:spAutoFit/>
          </a:bodyPr>
          <a:lstStyle/>
          <a:p>
            <a:pPr algn="ctr"/>
            <a:r>
              <a:rPr lang="en-US" sz="900" dirty="0"/>
              <a:t>45789</a:t>
            </a:r>
          </a:p>
        </p:txBody>
      </p:sp>
      <p:sp>
        <p:nvSpPr>
          <p:cNvPr id="16" name="TextBox 15">
            <a:extLst>
              <a:ext uri="{FF2B5EF4-FFF2-40B4-BE49-F238E27FC236}">
                <a16:creationId xmlns:a16="http://schemas.microsoft.com/office/drawing/2014/main" id="{62AC9EAE-DD84-1F19-604F-52A24B7CB2AA}"/>
              </a:ext>
            </a:extLst>
          </p:cNvPr>
          <p:cNvSpPr txBox="1"/>
          <p:nvPr/>
        </p:nvSpPr>
        <p:spPr>
          <a:xfrm>
            <a:off x="5650090" y="2274133"/>
            <a:ext cx="570089" cy="230832"/>
          </a:xfrm>
          <a:prstGeom prst="rect">
            <a:avLst/>
          </a:prstGeom>
          <a:noFill/>
        </p:spPr>
        <p:txBody>
          <a:bodyPr wrap="square" rtlCol="0">
            <a:spAutoFit/>
          </a:bodyPr>
          <a:lstStyle/>
          <a:p>
            <a:pPr algn="ctr"/>
            <a:r>
              <a:rPr lang="en-US" sz="900" dirty="0"/>
              <a:t>45789</a:t>
            </a:r>
          </a:p>
        </p:txBody>
      </p:sp>
      <p:sp>
        <p:nvSpPr>
          <p:cNvPr id="17" name="TextBox 16">
            <a:extLst>
              <a:ext uri="{FF2B5EF4-FFF2-40B4-BE49-F238E27FC236}">
                <a16:creationId xmlns:a16="http://schemas.microsoft.com/office/drawing/2014/main" id="{6EE38D46-5C7D-D67C-E459-B8A23D896DFC}"/>
              </a:ext>
            </a:extLst>
          </p:cNvPr>
          <p:cNvSpPr txBox="1"/>
          <p:nvPr/>
        </p:nvSpPr>
        <p:spPr>
          <a:xfrm>
            <a:off x="6152446" y="2274133"/>
            <a:ext cx="570089" cy="230832"/>
          </a:xfrm>
          <a:prstGeom prst="rect">
            <a:avLst/>
          </a:prstGeom>
          <a:noFill/>
        </p:spPr>
        <p:txBody>
          <a:bodyPr wrap="square" rtlCol="0">
            <a:spAutoFit/>
          </a:bodyPr>
          <a:lstStyle/>
          <a:p>
            <a:pPr algn="ctr"/>
            <a:r>
              <a:rPr lang="en-US" sz="900" dirty="0"/>
              <a:t>45789</a:t>
            </a:r>
          </a:p>
        </p:txBody>
      </p:sp>
      <p:sp>
        <p:nvSpPr>
          <p:cNvPr id="18" name="TextBox 17">
            <a:extLst>
              <a:ext uri="{FF2B5EF4-FFF2-40B4-BE49-F238E27FC236}">
                <a16:creationId xmlns:a16="http://schemas.microsoft.com/office/drawing/2014/main" id="{83058940-8A00-1D07-3444-11D87B7BD50A}"/>
              </a:ext>
            </a:extLst>
          </p:cNvPr>
          <p:cNvSpPr txBox="1"/>
          <p:nvPr/>
        </p:nvSpPr>
        <p:spPr>
          <a:xfrm>
            <a:off x="6654802" y="2404765"/>
            <a:ext cx="570089" cy="230832"/>
          </a:xfrm>
          <a:prstGeom prst="rect">
            <a:avLst/>
          </a:prstGeom>
          <a:noFill/>
        </p:spPr>
        <p:txBody>
          <a:bodyPr wrap="square" rtlCol="0">
            <a:spAutoFit/>
          </a:bodyPr>
          <a:lstStyle/>
          <a:p>
            <a:pPr algn="ctr"/>
            <a:r>
              <a:rPr lang="en-US" sz="900" dirty="0"/>
              <a:t>245</a:t>
            </a:r>
          </a:p>
        </p:txBody>
      </p:sp>
      <p:sp>
        <p:nvSpPr>
          <p:cNvPr id="19" name="TextBox 18">
            <a:extLst>
              <a:ext uri="{FF2B5EF4-FFF2-40B4-BE49-F238E27FC236}">
                <a16:creationId xmlns:a16="http://schemas.microsoft.com/office/drawing/2014/main" id="{9471F5B4-BC43-42EB-7558-799E12D94EE0}"/>
              </a:ext>
            </a:extLst>
          </p:cNvPr>
          <p:cNvSpPr txBox="1"/>
          <p:nvPr/>
        </p:nvSpPr>
        <p:spPr>
          <a:xfrm>
            <a:off x="7157158" y="2404765"/>
            <a:ext cx="570089" cy="230832"/>
          </a:xfrm>
          <a:prstGeom prst="rect">
            <a:avLst/>
          </a:prstGeom>
          <a:noFill/>
        </p:spPr>
        <p:txBody>
          <a:bodyPr wrap="square" rtlCol="0">
            <a:spAutoFit/>
          </a:bodyPr>
          <a:lstStyle/>
          <a:p>
            <a:pPr algn="ctr"/>
            <a:r>
              <a:rPr lang="en-US" sz="900" dirty="0"/>
              <a:t>245</a:t>
            </a:r>
          </a:p>
        </p:txBody>
      </p:sp>
      <p:sp>
        <p:nvSpPr>
          <p:cNvPr id="20" name="TextBox 19">
            <a:extLst>
              <a:ext uri="{FF2B5EF4-FFF2-40B4-BE49-F238E27FC236}">
                <a16:creationId xmlns:a16="http://schemas.microsoft.com/office/drawing/2014/main" id="{B98077F7-F957-053C-30E3-24DDC27808F0}"/>
              </a:ext>
            </a:extLst>
          </p:cNvPr>
          <p:cNvSpPr txBox="1"/>
          <p:nvPr/>
        </p:nvSpPr>
        <p:spPr>
          <a:xfrm>
            <a:off x="4645378" y="1903821"/>
            <a:ext cx="570089" cy="230832"/>
          </a:xfrm>
          <a:prstGeom prst="rect">
            <a:avLst/>
          </a:prstGeom>
          <a:noFill/>
        </p:spPr>
        <p:txBody>
          <a:bodyPr wrap="square" rtlCol="0">
            <a:spAutoFit/>
          </a:bodyPr>
          <a:lstStyle/>
          <a:p>
            <a:pPr algn="ctr"/>
            <a:r>
              <a:rPr lang="en-US" sz="900" dirty="0"/>
              <a:t>345</a:t>
            </a:r>
          </a:p>
        </p:txBody>
      </p:sp>
      <p:sp>
        <p:nvSpPr>
          <p:cNvPr id="23" name="TextBox 22">
            <a:extLst>
              <a:ext uri="{FF2B5EF4-FFF2-40B4-BE49-F238E27FC236}">
                <a16:creationId xmlns:a16="http://schemas.microsoft.com/office/drawing/2014/main" id="{72C35E8E-C84F-A23C-8C8B-646EC691D4FA}"/>
              </a:ext>
            </a:extLst>
          </p:cNvPr>
          <p:cNvSpPr txBox="1"/>
          <p:nvPr/>
        </p:nvSpPr>
        <p:spPr>
          <a:xfrm>
            <a:off x="6214537" y="721216"/>
            <a:ext cx="462845" cy="584775"/>
          </a:xfrm>
          <a:prstGeom prst="rect">
            <a:avLst/>
          </a:prstGeom>
          <a:noFill/>
        </p:spPr>
        <p:txBody>
          <a:bodyPr wrap="square" rtlCol="0">
            <a:spAutoFit/>
          </a:bodyPr>
          <a:lstStyle/>
          <a:p>
            <a:pPr algn="ctr"/>
            <a:r>
              <a:rPr lang="en-US" sz="3200" dirty="0"/>
              <a:t>2</a:t>
            </a:r>
          </a:p>
        </p:txBody>
      </p:sp>
      <p:sp>
        <p:nvSpPr>
          <p:cNvPr id="24" name="TextBox 23">
            <a:extLst>
              <a:ext uri="{FF2B5EF4-FFF2-40B4-BE49-F238E27FC236}">
                <a16:creationId xmlns:a16="http://schemas.microsoft.com/office/drawing/2014/main" id="{8E646F62-F82D-1510-4419-8F2BDCA9422A}"/>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39ABEA11-DD4A-229C-5654-BA8556AEC8DC}"/>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4656A5A4-8882-954D-58B8-67B765A42D40}"/>
              </a:ext>
            </a:extLst>
          </p:cNvPr>
          <p:cNvSpPr txBox="1"/>
          <p:nvPr/>
        </p:nvSpPr>
        <p:spPr>
          <a:xfrm>
            <a:off x="6654802" y="771301"/>
            <a:ext cx="570089" cy="230832"/>
          </a:xfrm>
          <a:prstGeom prst="rect">
            <a:avLst/>
          </a:prstGeom>
          <a:noFill/>
        </p:spPr>
        <p:txBody>
          <a:bodyPr wrap="square" rtlCol="0">
            <a:spAutoFit/>
          </a:bodyPr>
          <a:lstStyle/>
          <a:p>
            <a:pPr algn="ctr"/>
            <a:r>
              <a:rPr lang="en-US" sz="900" dirty="0"/>
              <a:t>97</a:t>
            </a:r>
          </a:p>
        </p:txBody>
      </p:sp>
      <p:sp>
        <p:nvSpPr>
          <p:cNvPr id="26" name="TextBox 25">
            <a:extLst>
              <a:ext uri="{FF2B5EF4-FFF2-40B4-BE49-F238E27FC236}">
                <a16:creationId xmlns:a16="http://schemas.microsoft.com/office/drawing/2014/main" id="{AA112D5A-DC7C-5272-DC9D-604DA26FA8F0}"/>
              </a:ext>
            </a:extLst>
          </p:cNvPr>
          <p:cNvSpPr txBox="1"/>
          <p:nvPr/>
        </p:nvSpPr>
        <p:spPr>
          <a:xfrm>
            <a:off x="6654802" y="1402877"/>
            <a:ext cx="570089" cy="230832"/>
          </a:xfrm>
          <a:prstGeom prst="rect">
            <a:avLst/>
          </a:prstGeom>
          <a:noFill/>
        </p:spPr>
        <p:txBody>
          <a:bodyPr wrap="square" rtlCol="0">
            <a:spAutoFit/>
          </a:bodyPr>
          <a:lstStyle/>
          <a:p>
            <a:pPr algn="ctr"/>
            <a:r>
              <a:rPr lang="en-US" sz="900" dirty="0"/>
              <a:t>34579</a:t>
            </a:r>
          </a:p>
        </p:txBody>
      </p:sp>
      <p:sp>
        <p:nvSpPr>
          <p:cNvPr id="27" name="TextBox 26">
            <a:extLst>
              <a:ext uri="{FF2B5EF4-FFF2-40B4-BE49-F238E27FC236}">
                <a16:creationId xmlns:a16="http://schemas.microsoft.com/office/drawing/2014/main" id="{DA8FF78B-A006-8AA7-E188-C8F5267F4F67}"/>
              </a:ext>
            </a:extLst>
          </p:cNvPr>
          <p:cNvSpPr txBox="1"/>
          <p:nvPr/>
        </p:nvSpPr>
        <p:spPr>
          <a:xfrm>
            <a:off x="7157158" y="1402877"/>
            <a:ext cx="570089" cy="230832"/>
          </a:xfrm>
          <a:prstGeom prst="rect">
            <a:avLst/>
          </a:prstGeom>
          <a:noFill/>
        </p:spPr>
        <p:txBody>
          <a:bodyPr wrap="square" rtlCol="0">
            <a:spAutoFit/>
          </a:bodyPr>
          <a:lstStyle/>
          <a:p>
            <a:pPr algn="ctr"/>
            <a:r>
              <a:rPr lang="en-US" sz="900" dirty="0"/>
              <a:t>4579</a:t>
            </a:r>
          </a:p>
        </p:txBody>
      </p:sp>
      <p:sp>
        <p:nvSpPr>
          <p:cNvPr id="28" name="TextBox 27">
            <a:extLst>
              <a:ext uri="{FF2B5EF4-FFF2-40B4-BE49-F238E27FC236}">
                <a16:creationId xmlns:a16="http://schemas.microsoft.com/office/drawing/2014/main" id="{059496C1-1D2D-6F37-76C7-A165454F92A1}"/>
              </a:ext>
            </a:extLst>
          </p:cNvPr>
          <p:cNvSpPr txBox="1"/>
          <p:nvPr/>
        </p:nvSpPr>
        <p:spPr>
          <a:xfrm>
            <a:off x="6654802" y="2034453"/>
            <a:ext cx="570089" cy="230832"/>
          </a:xfrm>
          <a:prstGeom prst="rect">
            <a:avLst/>
          </a:prstGeom>
          <a:noFill/>
        </p:spPr>
        <p:txBody>
          <a:bodyPr wrap="square" rtlCol="0">
            <a:spAutoFit/>
          </a:bodyPr>
          <a:lstStyle/>
          <a:p>
            <a:pPr algn="ctr"/>
            <a:r>
              <a:rPr lang="en-US" sz="900" dirty="0"/>
              <a:t>345</a:t>
            </a:r>
          </a:p>
        </p:txBody>
      </p:sp>
      <p:sp>
        <p:nvSpPr>
          <p:cNvPr id="29" name="TextBox 28">
            <a:extLst>
              <a:ext uri="{FF2B5EF4-FFF2-40B4-BE49-F238E27FC236}">
                <a16:creationId xmlns:a16="http://schemas.microsoft.com/office/drawing/2014/main" id="{D4A60E5A-1C04-08E1-277F-A228C283CECA}"/>
              </a:ext>
            </a:extLst>
          </p:cNvPr>
          <p:cNvSpPr txBox="1"/>
          <p:nvPr/>
        </p:nvSpPr>
        <p:spPr>
          <a:xfrm>
            <a:off x="7157158" y="2034453"/>
            <a:ext cx="570089" cy="230832"/>
          </a:xfrm>
          <a:prstGeom prst="rect">
            <a:avLst/>
          </a:prstGeom>
          <a:noFill/>
        </p:spPr>
        <p:txBody>
          <a:bodyPr wrap="square" rtlCol="0">
            <a:spAutoFit/>
          </a:bodyPr>
          <a:lstStyle/>
          <a:p>
            <a:pPr algn="ctr"/>
            <a:r>
              <a:rPr lang="en-US" sz="900" dirty="0"/>
              <a:t>45</a:t>
            </a:r>
          </a:p>
        </p:txBody>
      </p:sp>
      <p:sp>
        <p:nvSpPr>
          <p:cNvPr id="30" name="TextBox 29">
            <a:extLst>
              <a:ext uri="{FF2B5EF4-FFF2-40B4-BE49-F238E27FC236}">
                <a16:creationId xmlns:a16="http://schemas.microsoft.com/office/drawing/2014/main" id="{D1806CF4-1651-87CB-38EF-C2DF77CDDD82}"/>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27755E04-C7B6-A284-CD7B-E7D9EABE41C5}"/>
              </a:ext>
            </a:extLst>
          </p:cNvPr>
          <p:cNvSpPr txBox="1"/>
          <p:nvPr/>
        </p:nvSpPr>
        <p:spPr>
          <a:xfrm>
            <a:off x="3217333" y="721216"/>
            <a:ext cx="462845" cy="584775"/>
          </a:xfrm>
          <a:prstGeom prst="rect">
            <a:avLst/>
          </a:prstGeom>
          <a:noFill/>
        </p:spPr>
        <p:txBody>
          <a:bodyPr wrap="square" rtlCol="0">
            <a:spAutoFit/>
          </a:bodyPr>
          <a:lstStyle/>
          <a:p>
            <a:pPr algn="ctr"/>
            <a:r>
              <a:rPr lang="en-US" sz="3200" dirty="0"/>
              <a:t>4</a:t>
            </a:r>
          </a:p>
        </p:txBody>
      </p:sp>
      <p:sp>
        <p:nvSpPr>
          <p:cNvPr id="32" name="TextBox 31">
            <a:extLst>
              <a:ext uri="{FF2B5EF4-FFF2-40B4-BE49-F238E27FC236}">
                <a16:creationId xmlns:a16="http://schemas.microsoft.com/office/drawing/2014/main" id="{28814280-472A-2907-0B81-77FC72CE4BA2}"/>
              </a:ext>
            </a:extLst>
          </p:cNvPr>
          <p:cNvSpPr txBox="1"/>
          <p:nvPr/>
        </p:nvSpPr>
        <p:spPr>
          <a:xfrm>
            <a:off x="3138310" y="1402877"/>
            <a:ext cx="570089" cy="230832"/>
          </a:xfrm>
          <a:prstGeom prst="rect">
            <a:avLst/>
          </a:prstGeom>
          <a:noFill/>
        </p:spPr>
        <p:txBody>
          <a:bodyPr wrap="square" rtlCol="0">
            <a:spAutoFit/>
          </a:bodyPr>
          <a:lstStyle/>
          <a:p>
            <a:pPr algn="ctr"/>
            <a:r>
              <a:rPr lang="en-US" sz="900" dirty="0"/>
              <a:t>89</a:t>
            </a:r>
          </a:p>
        </p:txBody>
      </p:sp>
      <p:sp>
        <p:nvSpPr>
          <p:cNvPr id="33" name="TextBox 32">
            <a:extLst>
              <a:ext uri="{FF2B5EF4-FFF2-40B4-BE49-F238E27FC236}">
                <a16:creationId xmlns:a16="http://schemas.microsoft.com/office/drawing/2014/main" id="{EEAA065C-0068-466A-540D-FAFB6011FD5E}"/>
              </a:ext>
            </a:extLst>
          </p:cNvPr>
          <p:cNvSpPr txBox="1"/>
          <p:nvPr/>
        </p:nvSpPr>
        <p:spPr>
          <a:xfrm>
            <a:off x="3640666" y="2034453"/>
            <a:ext cx="570089" cy="230832"/>
          </a:xfrm>
          <a:prstGeom prst="rect">
            <a:avLst/>
          </a:prstGeom>
          <a:noFill/>
        </p:spPr>
        <p:txBody>
          <a:bodyPr wrap="square" rtlCol="0">
            <a:spAutoFit/>
          </a:bodyPr>
          <a:lstStyle/>
          <a:p>
            <a:pPr algn="ctr"/>
            <a:r>
              <a:rPr lang="en-US" sz="900" dirty="0"/>
              <a:t>789</a:t>
            </a:r>
          </a:p>
        </p:txBody>
      </p:sp>
      <p:sp>
        <p:nvSpPr>
          <p:cNvPr id="34" name="TextBox 33">
            <a:extLst>
              <a:ext uri="{FF2B5EF4-FFF2-40B4-BE49-F238E27FC236}">
                <a16:creationId xmlns:a16="http://schemas.microsoft.com/office/drawing/2014/main" id="{8F9E1FB3-E731-1C00-975E-CC99B939017E}"/>
              </a:ext>
            </a:extLst>
          </p:cNvPr>
          <p:cNvSpPr txBox="1"/>
          <p:nvPr/>
        </p:nvSpPr>
        <p:spPr>
          <a:xfrm>
            <a:off x="3138310" y="2034453"/>
            <a:ext cx="570089" cy="230832"/>
          </a:xfrm>
          <a:prstGeom prst="rect">
            <a:avLst/>
          </a:prstGeom>
          <a:noFill/>
        </p:spPr>
        <p:txBody>
          <a:bodyPr wrap="square" rtlCol="0">
            <a:spAutoFit/>
          </a:bodyPr>
          <a:lstStyle/>
          <a:p>
            <a:pPr algn="ctr"/>
            <a:r>
              <a:rPr lang="en-US" sz="900" dirty="0"/>
              <a:t>98</a:t>
            </a:r>
          </a:p>
        </p:txBody>
      </p:sp>
      <p:sp>
        <p:nvSpPr>
          <p:cNvPr id="35" name="TextBox 34">
            <a:extLst>
              <a:ext uri="{FF2B5EF4-FFF2-40B4-BE49-F238E27FC236}">
                <a16:creationId xmlns:a16="http://schemas.microsoft.com/office/drawing/2014/main" id="{DEE53B66-4580-4837-A6C1-74BE3FBB7A6C}"/>
              </a:ext>
            </a:extLst>
          </p:cNvPr>
          <p:cNvSpPr txBox="1"/>
          <p:nvPr/>
        </p:nvSpPr>
        <p:spPr>
          <a:xfrm>
            <a:off x="4216401" y="1224551"/>
            <a:ext cx="462845" cy="584775"/>
          </a:xfrm>
          <a:prstGeom prst="rect">
            <a:avLst/>
          </a:prstGeom>
          <a:noFill/>
        </p:spPr>
        <p:txBody>
          <a:bodyPr wrap="square" rtlCol="0">
            <a:spAutoFit/>
          </a:bodyPr>
          <a:lstStyle/>
          <a:p>
            <a:pPr algn="ctr"/>
            <a:r>
              <a:rPr lang="en-US" sz="3200" dirty="0"/>
              <a:t>1</a:t>
            </a:r>
          </a:p>
        </p:txBody>
      </p:sp>
      <p:sp>
        <p:nvSpPr>
          <p:cNvPr id="36" name="TextBox 35">
            <a:extLst>
              <a:ext uri="{FF2B5EF4-FFF2-40B4-BE49-F238E27FC236}">
                <a16:creationId xmlns:a16="http://schemas.microsoft.com/office/drawing/2014/main" id="{DFA7A2B5-C446-FAE3-ECCE-473028409427}"/>
              </a:ext>
            </a:extLst>
          </p:cNvPr>
          <p:cNvSpPr txBox="1"/>
          <p:nvPr/>
        </p:nvSpPr>
        <p:spPr>
          <a:xfrm>
            <a:off x="5215469" y="721216"/>
            <a:ext cx="462845" cy="584775"/>
          </a:xfrm>
          <a:prstGeom prst="rect">
            <a:avLst/>
          </a:prstGeom>
          <a:noFill/>
        </p:spPr>
        <p:txBody>
          <a:bodyPr wrap="square" rtlCol="0">
            <a:spAutoFit/>
          </a:bodyPr>
          <a:lstStyle/>
          <a:p>
            <a:pPr algn="ctr"/>
            <a:r>
              <a:rPr lang="en-US" sz="3200" dirty="0"/>
              <a:t>1</a:t>
            </a:r>
          </a:p>
        </p:txBody>
      </p:sp>
      <p:sp>
        <p:nvSpPr>
          <p:cNvPr id="37" name="TextBox 36">
            <a:extLst>
              <a:ext uri="{FF2B5EF4-FFF2-40B4-BE49-F238E27FC236}">
                <a16:creationId xmlns:a16="http://schemas.microsoft.com/office/drawing/2014/main" id="{3EFC0F59-546C-A395-A2FD-D4730AE67541}"/>
              </a:ext>
            </a:extLst>
          </p:cNvPr>
          <p:cNvSpPr txBox="1"/>
          <p:nvPr/>
        </p:nvSpPr>
        <p:spPr>
          <a:xfrm>
            <a:off x="3640666" y="901933"/>
            <a:ext cx="570089" cy="230832"/>
          </a:xfrm>
          <a:prstGeom prst="rect">
            <a:avLst/>
          </a:prstGeom>
          <a:noFill/>
        </p:spPr>
        <p:txBody>
          <a:bodyPr wrap="square" rtlCol="0">
            <a:spAutoFit/>
          </a:bodyPr>
          <a:lstStyle/>
          <a:p>
            <a:pPr algn="ctr"/>
            <a:r>
              <a:rPr lang="en-US" sz="900" dirty="0"/>
              <a:t>35</a:t>
            </a:r>
          </a:p>
        </p:txBody>
      </p:sp>
      <p:sp>
        <p:nvSpPr>
          <p:cNvPr id="39" name="TextBox 38">
            <a:extLst>
              <a:ext uri="{FF2B5EF4-FFF2-40B4-BE49-F238E27FC236}">
                <a16:creationId xmlns:a16="http://schemas.microsoft.com/office/drawing/2014/main" id="{BEA8C15B-D4D5-303D-E2AF-273756B8F152}"/>
              </a:ext>
            </a:extLst>
          </p:cNvPr>
          <p:cNvSpPr txBox="1"/>
          <p:nvPr/>
        </p:nvSpPr>
        <p:spPr>
          <a:xfrm>
            <a:off x="3640666" y="1402877"/>
            <a:ext cx="570089" cy="230832"/>
          </a:xfrm>
          <a:prstGeom prst="rect">
            <a:avLst/>
          </a:prstGeom>
          <a:noFill/>
        </p:spPr>
        <p:txBody>
          <a:bodyPr wrap="square" rtlCol="0">
            <a:spAutoFit/>
          </a:bodyPr>
          <a:lstStyle/>
          <a:p>
            <a:pPr algn="ctr"/>
            <a:r>
              <a:rPr lang="en-US" sz="900" dirty="0"/>
              <a:t>53</a:t>
            </a:r>
          </a:p>
        </p:txBody>
      </p:sp>
      <p:sp>
        <p:nvSpPr>
          <p:cNvPr id="40" name="TextBox 39">
            <a:extLst>
              <a:ext uri="{FF2B5EF4-FFF2-40B4-BE49-F238E27FC236}">
                <a16:creationId xmlns:a16="http://schemas.microsoft.com/office/drawing/2014/main" id="{E7C65BB0-4724-4866-FE9F-F8F16D6284DB}"/>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41" name="TextBox 40">
            <a:extLst>
              <a:ext uri="{FF2B5EF4-FFF2-40B4-BE49-F238E27FC236}">
                <a16:creationId xmlns:a16="http://schemas.microsoft.com/office/drawing/2014/main" id="{55F73699-5DC5-663F-A52C-3CA515A99286}"/>
              </a:ext>
            </a:extLst>
          </p:cNvPr>
          <p:cNvSpPr txBox="1"/>
          <p:nvPr/>
        </p:nvSpPr>
        <p:spPr>
          <a:xfrm>
            <a:off x="4645378" y="771301"/>
            <a:ext cx="570089" cy="230832"/>
          </a:xfrm>
          <a:prstGeom prst="rect">
            <a:avLst/>
          </a:prstGeom>
          <a:noFill/>
        </p:spPr>
        <p:txBody>
          <a:bodyPr wrap="square" rtlCol="0">
            <a:spAutoFit/>
          </a:bodyPr>
          <a:lstStyle/>
          <a:p>
            <a:pPr algn="ctr"/>
            <a:r>
              <a:rPr lang="en-US" sz="900" dirty="0"/>
              <a:t>79</a:t>
            </a:r>
          </a:p>
        </p:txBody>
      </p:sp>
      <p:sp>
        <p:nvSpPr>
          <p:cNvPr id="38" name="TextBox 37">
            <a:extLst>
              <a:ext uri="{FF2B5EF4-FFF2-40B4-BE49-F238E27FC236}">
                <a16:creationId xmlns:a16="http://schemas.microsoft.com/office/drawing/2014/main" id="{C55D8854-0F0A-E225-0F2C-2818D4B731D2}"/>
              </a:ext>
            </a:extLst>
          </p:cNvPr>
          <p:cNvSpPr txBox="1"/>
          <p:nvPr/>
        </p:nvSpPr>
        <p:spPr>
          <a:xfrm>
            <a:off x="5650090" y="901933"/>
            <a:ext cx="570089" cy="230832"/>
          </a:xfrm>
          <a:prstGeom prst="rect">
            <a:avLst/>
          </a:prstGeom>
          <a:noFill/>
        </p:spPr>
        <p:txBody>
          <a:bodyPr wrap="square" rtlCol="0">
            <a:spAutoFit/>
          </a:bodyPr>
          <a:lstStyle/>
          <a:p>
            <a:pPr algn="ctr"/>
            <a:r>
              <a:rPr lang="en-US" sz="900" dirty="0"/>
              <a:t>53</a:t>
            </a:r>
          </a:p>
        </p:txBody>
      </p:sp>
      <p:sp>
        <p:nvSpPr>
          <p:cNvPr id="42" name="TextBox 41">
            <a:extLst>
              <a:ext uri="{FF2B5EF4-FFF2-40B4-BE49-F238E27FC236}">
                <a16:creationId xmlns:a16="http://schemas.microsoft.com/office/drawing/2014/main" id="{85232880-BE10-26F9-E2B1-B41B5E4B6494}"/>
              </a:ext>
            </a:extLst>
          </p:cNvPr>
          <p:cNvSpPr txBox="1"/>
          <p:nvPr/>
        </p:nvSpPr>
        <p:spPr>
          <a:xfrm>
            <a:off x="5715003" y="1224551"/>
            <a:ext cx="462845" cy="584775"/>
          </a:xfrm>
          <a:prstGeom prst="rect">
            <a:avLst/>
          </a:prstGeom>
          <a:noFill/>
        </p:spPr>
        <p:txBody>
          <a:bodyPr wrap="square" rtlCol="0">
            <a:spAutoFit/>
          </a:bodyPr>
          <a:lstStyle/>
          <a:p>
            <a:pPr algn="ctr"/>
            <a:r>
              <a:rPr lang="en-US" sz="3200" dirty="0"/>
              <a:t>2</a:t>
            </a:r>
          </a:p>
        </p:txBody>
      </p:sp>
      <p:sp>
        <p:nvSpPr>
          <p:cNvPr id="43" name="TextBox 42">
            <a:extLst>
              <a:ext uri="{FF2B5EF4-FFF2-40B4-BE49-F238E27FC236}">
                <a16:creationId xmlns:a16="http://schemas.microsoft.com/office/drawing/2014/main" id="{DFF07926-B50D-D6EE-0E98-F8696E8AF288}"/>
              </a:ext>
            </a:extLst>
          </p:cNvPr>
          <p:cNvSpPr txBox="1"/>
          <p:nvPr/>
        </p:nvSpPr>
        <p:spPr>
          <a:xfrm>
            <a:off x="4645378" y="1533509"/>
            <a:ext cx="570089" cy="230832"/>
          </a:xfrm>
          <a:prstGeom prst="rect">
            <a:avLst/>
          </a:prstGeom>
          <a:noFill/>
        </p:spPr>
        <p:txBody>
          <a:bodyPr wrap="square" rtlCol="0">
            <a:spAutoFit/>
          </a:bodyPr>
          <a:lstStyle/>
          <a:p>
            <a:pPr algn="ctr"/>
            <a:r>
              <a:rPr lang="en-US" sz="900" dirty="0"/>
              <a:t>345789</a:t>
            </a:r>
          </a:p>
        </p:txBody>
      </p:sp>
      <p:sp>
        <p:nvSpPr>
          <p:cNvPr id="44" name="TextBox 43">
            <a:extLst>
              <a:ext uri="{FF2B5EF4-FFF2-40B4-BE49-F238E27FC236}">
                <a16:creationId xmlns:a16="http://schemas.microsoft.com/office/drawing/2014/main" id="{5B85A22C-8776-DB90-ADF2-F211026F7445}"/>
              </a:ext>
            </a:extLst>
          </p:cNvPr>
          <p:cNvSpPr txBox="1"/>
          <p:nvPr/>
        </p:nvSpPr>
        <p:spPr>
          <a:xfrm>
            <a:off x="5147734" y="1533509"/>
            <a:ext cx="570089" cy="230832"/>
          </a:xfrm>
          <a:prstGeom prst="rect">
            <a:avLst/>
          </a:prstGeom>
          <a:noFill/>
        </p:spPr>
        <p:txBody>
          <a:bodyPr wrap="square" rtlCol="0">
            <a:spAutoFit/>
          </a:bodyPr>
          <a:lstStyle/>
          <a:p>
            <a:pPr algn="ctr"/>
            <a:r>
              <a:rPr lang="en-US" sz="900" dirty="0"/>
              <a:t>987543</a:t>
            </a:r>
          </a:p>
        </p:txBody>
      </p:sp>
      <p:sp>
        <p:nvSpPr>
          <p:cNvPr id="45" name="TextBox 44">
            <a:extLst>
              <a:ext uri="{FF2B5EF4-FFF2-40B4-BE49-F238E27FC236}">
                <a16:creationId xmlns:a16="http://schemas.microsoft.com/office/drawing/2014/main" id="{400E0776-CC60-565A-88E7-E992F7CFAAEC}"/>
              </a:ext>
            </a:extLst>
          </p:cNvPr>
          <p:cNvSpPr txBox="1"/>
          <p:nvPr/>
        </p:nvSpPr>
        <p:spPr>
          <a:xfrm>
            <a:off x="5147734" y="2905709"/>
            <a:ext cx="570089" cy="230832"/>
          </a:xfrm>
          <a:prstGeom prst="rect">
            <a:avLst/>
          </a:prstGeom>
          <a:noFill/>
        </p:spPr>
        <p:txBody>
          <a:bodyPr wrap="square" rtlCol="0">
            <a:spAutoFit/>
          </a:bodyPr>
          <a:lstStyle/>
          <a:p>
            <a:pPr algn="ctr"/>
            <a:r>
              <a:rPr lang="en-US" sz="900" dirty="0"/>
              <a:t>24</a:t>
            </a:r>
          </a:p>
        </p:txBody>
      </p:sp>
      <p:sp>
        <p:nvSpPr>
          <p:cNvPr id="46" name="TextBox 45">
            <a:extLst>
              <a:ext uri="{FF2B5EF4-FFF2-40B4-BE49-F238E27FC236}">
                <a16:creationId xmlns:a16="http://schemas.microsoft.com/office/drawing/2014/main" id="{98D325E7-05D1-E19A-E885-CBC5B3798A3E}"/>
              </a:ext>
            </a:extLst>
          </p:cNvPr>
          <p:cNvSpPr txBox="1"/>
          <p:nvPr/>
        </p:nvSpPr>
        <p:spPr>
          <a:xfrm>
            <a:off x="3640666" y="3406653"/>
            <a:ext cx="570089" cy="230832"/>
          </a:xfrm>
          <a:prstGeom prst="rect">
            <a:avLst/>
          </a:prstGeom>
          <a:noFill/>
        </p:spPr>
        <p:txBody>
          <a:bodyPr wrap="square" rtlCol="0">
            <a:spAutoFit/>
          </a:bodyPr>
          <a:lstStyle/>
          <a:p>
            <a:pPr algn="ctr"/>
            <a:r>
              <a:rPr lang="en-US" sz="900" dirty="0"/>
              <a:t>42</a:t>
            </a:r>
          </a:p>
        </p:txBody>
      </p:sp>
      <p:sp>
        <p:nvSpPr>
          <p:cNvPr id="47" name="TextBox 46">
            <a:extLst>
              <a:ext uri="{FF2B5EF4-FFF2-40B4-BE49-F238E27FC236}">
                <a16:creationId xmlns:a16="http://schemas.microsoft.com/office/drawing/2014/main" id="{87E67DDE-DD1A-E4C4-3C34-3C30D299DA4B}"/>
              </a:ext>
            </a:extLst>
          </p:cNvPr>
          <p:cNvSpPr txBox="1"/>
          <p:nvPr/>
        </p:nvSpPr>
        <p:spPr>
          <a:xfrm>
            <a:off x="4143022" y="3537285"/>
            <a:ext cx="570089" cy="230832"/>
          </a:xfrm>
          <a:prstGeom prst="rect">
            <a:avLst/>
          </a:prstGeom>
          <a:noFill/>
        </p:spPr>
        <p:txBody>
          <a:bodyPr wrap="square" rtlCol="0">
            <a:spAutoFit/>
          </a:bodyPr>
          <a:lstStyle/>
          <a:p>
            <a:pPr algn="ctr"/>
            <a:r>
              <a:rPr lang="en-US" sz="900" dirty="0"/>
              <a:t>589</a:t>
            </a:r>
          </a:p>
        </p:txBody>
      </p:sp>
      <p:sp>
        <p:nvSpPr>
          <p:cNvPr id="48" name="TextBox 47">
            <a:extLst>
              <a:ext uri="{FF2B5EF4-FFF2-40B4-BE49-F238E27FC236}">
                <a16:creationId xmlns:a16="http://schemas.microsoft.com/office/drawing/2014/main" id="{C152AFFF-183D-03B3-8F97-BAB4C990FB27}"/>
              </a:ext>
            </a:extLst>
          </p:cNvPr>
          <p:cNvSpPr txBox="1"/>
          <p:nvPr/>
        </p:nvSpPr>
        <p:spPr>
          <a:xfrm>
            <a:off x="4645378" y="3537285"/>
            <a:ext cx="570089" cy="230832"/>
          </a:xfrm>
          <a:prstGeom prst="rect">
            <a:avLst/>
          </a:prstGeom>
          <a:noFill/>
        </p:spPr>
        <p:txBody>
          <a:bodyPr wrap="square" rtlCol="0">
            <a:spAutoFit/>
          </a:bodyPr>
          <a:lstStyle/>
          <a:p>
            <a:pPr algn="ctr"/>
            <a:r>
              <a:rPr lang="en-US" sz="900" dirty="0"/>
              <a:t>5789</a:t>
            </a:r>
          </a:p>
        </p:txBody>
      </p:sp>
      <p:sp>
        <p:nvSpPr>
          <p:cNvPr id="49" name="TextBox 48">
            <a:extLst>
              <a:ext uri="{FF2B5EF4-FFF2-40B4-BE49-F238E27FC236}">
                <a16:creationId xmlns:a16="http://schemas.microsoft.com/office/drawing/2014/main" id="{A5676B58-27AA-F079-22B8-56D5321A630C}"/>
              </a:ext>
            </a:extLst>
          </p:cNvPr>
          <p:cNvSpPr txBox="1"/>
          <p:nvPr/>
        </p:nvSpPr>
        <p:spPr>
          <a:xfrm>
            <a:off x="5147734" y="3537285"/>
            <a:ext cx="570089" cy="230832"/>
          </a:xfrm>
          <a:prstGeom prst="rect">
            <a:avLst/>
          </a:prstGeom>
          <a:noFill/>
        </p:spPr>
        <p:txBody>
          <a:bodyPr wrap="square" rtlCol="0">
            <a:spAutoFit/>
          </a:bodyPr>
          <a:lstStyle/>
          <a:p>
            <a:pPr algn="ctr"/>
            <a:r>
              <a:rPr lang="en-US" sz="900" dirty="0"/>
              <a:t>5789</a:t>
            </a:r>
          </a:p>
        </p:txBody>
      </p:sp>
      <p:sp>
        <p:nvSpPr>
          <p:cNvPr id="50" name="TextBox 49">
            <a:extLst>
              <a:ext uri="{FF2B5EF4-FFF2-40B4-BE49-F238E27FC236}">
                <a16:creationId xmlns:a16="http://schemas.microsoft.com/office/drawing/2014/main" id="{5794F8C3-565D-BF1B-14F1-3E3677D8A684}"/>
              </a:ext>
            </a:extLst>
          </p:cNvPr>
          <p:cNvSpPr txBox="1"/>
          <p:nvPr/>
        </p:nvSpPr>
        <p:spPr>
          <a:xfrm>
            <a:off x="4143022" y="2905709"/>
            <a:ext cx="570089" cy="230832"/>
          </a:xfrm>
          <a:prstGeom prst="rect">
            <a:avLst/>
          </a:prstGeom>
          <a:noFill/>
        </p:spPr>
        <p:txBody>
          <a:bodyPr wrap="square" rtlCol="0">
            <a:spAutoFit/>
          </a:bodyPr>
          <a:lstStyle/>
          <a:p>
            <a:pPr algn="ctr"/>
            <a:r>
              <a:rPr lang="en-US" sz="900" dirty="0"/>
              <a:t>54</a:t>
            </a:r>
          </a:p>
        </p:txBody>
      </p:sp>
      <p:sp>
        <p:nvSpPr>
          <p:cNvPr id="51" name="TextBox 50">
            <a:extLst>
              <a:ext uri="{FF2B5EF4-FFF2-40B4-BE49-F238E27FC236}">
                <a16:creationId xmlns:a16="http://schemas.microsoft.com/office/drawing/2014/main" id="{9863B627-1D78-61DD-49B5-5058A1F6504E}"/>
              </a:ext>
            </a:extLst>
          </p:cNvPr>
          <p:cNvSpPr txBox="1"/>
          <p:nvPr/>
        </p:nvSpPr>
        <p:spPr>
          <a:xfrm>
            <a:off x="5215469" y="2231221"/>
            <a:ext cx="462845" cy="584775"/>
          </a:xfrm>
          <a:prstGeom prst="rect">
            <a:avLst/>
          </a:prstGeom>
          <a:noFill/>
        </p:spPr>
        <p:txBody>
          <a:bodyPr wrap="square" rtlCol="0">
            <a:spAutoFit/>
          </a:bodyPr>
          <a:lstStyle/>
          <a:p>
            <a:pPr algn="ctr"/>
            <a:r>
              <a:rPr lang="en-US" sz="3200" dirty="0"/>
              <a:t>6</a:t>
            </a:r>
          </a:p>
        </p:txBody>
      </p:sp>
      <p:sp>
        <p:nvSpPr>
          <p:cNvPr id="15" name="TextBox 14">
            <a:extLst>
              <a:ext uri="{FF2B5EF4-FFF2-40B4-BE49-F238E27FC236}">
                <a16:creationId xmlns:a16="http://schemas.microsoft.com/office/drawing/2014/main" id="{391F2425-B50A-7DE6-869B-41E5610165E7}"/>
              </a:ext>
            </a:extLst>
          </p:cNvPr>
          <p:cNvSpPr txBox="1"/>
          <p:nvPr/>
        </p:nvSpPr>
        <p:spPr>
          <a:xfrm>
            <a:off x="3217333" y="2734556"/>
            <a:ext cx="462845" cy="584775"/>
          </a:xfrm>
          <a:prstGeom prst="rect">
            <a:avLst/>
          </a:prstGeom>
          <a:noFill/>
        </p:spPr>
        <p:txBody>
          <a:bodyPr wrap="square" rtlCol="0">
            <a:spAutoFit/>
          </a:bodyPr>
          <a:lstStyle/>
          <a:p>
            <a:pPr algn="ctr"/>
            <a:r>
              <a:rPr lang="en-US" sz="3200" dirty="0"/>
              <a:t>7</a:t>
            </a:r>
          </a:p>
        </p:txBody>
      </p:sp>
      <p:sp>
        <p:nvSpPr>
          <p:cNvPr id="52" name="TextBox 51">
            <a:extLst>
              <a:ext uri="{FF2B5EF4-FFF2-40B4-BE49-F238E27FC236}">
                <a16:creationId xmlns:a16="http://schemas.microsoft.com/office/drawing/2014/main" id="{3BEDB17D-B58E-D29B-E2F3-50D8557A7EF9}"/>
              </a:ext>
            </a:extLst>
          </p:cNvPr>
          <p:cNvSpPr txBox="1"/>
          <p:nvPr/>
        </p:nvSpPr>
        <p:spPr>
          <a:xfrm>
            <a:off x="3716867" y="2734556"/>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85382A07-0D89-3EE4-AAD5-EFABBCEA0125}"/>
              </a:ext>
            </a:extLst>
          </p:cNvPr>
          <p:cNvSpPr txBox="1"/>
          <p:nvPr/>
        </p:nvSpPr>
        <p:spPr>
          <a:xfrm>
            <a:off x="5147734" y="2034453"/>
            <a:ext cx="570089" cy="230832"/>
          </a:xfrm>
          <a:prstGeom prst="rect">
            <a:avLst/>
          </a:prstGeom>
          <a:noFill/>
        </p:spPr>
        <p:txBody>
          <a:bodyPr wrap="square" rtlCol="0">
            <a:spAutoFit/>
          </a:bodyPr>
          <a:lstStyle/>
          <a:p>
            <a:pPr algn="ctr"/>
            <a:r>
              <a:rPr lang="en-US" sz="900" dirty="0"/>
              <a:t>789</a:t>
            </a:r>
          </a:p>
        </p:txBody>
      </p:sp>
    </p:spTree>
    <p:extLst>
      <p:ext uri="{BB962C8B-B14F-4D97-AF65-F5344CB8AC3E}">
        <p14:creationId xmlns:p14="http://schemas.microsoft.com/office/powerpoint/2010/main" val="27504128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0BC3C5-8172-BB2C-E129-21DAD1B4400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3C38D77-51D2-4DEB-9F5C-B7E7B21A0680}"/>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4A44E0F0-F71B-805C-FD4D-C2A8689A400D}"/>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353608B3-1A1B-A969-702C-7AAF32DF91BA}"/>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3E92D0E0-69A5-5CDB-2818-8ADC0E17A6B2}"/>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3EE03E8B-F49F-1B93-2766-F2C9722148E4}"/>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1BE6B4EB-F14F-C53D-E702-148B60A6D65B}"/>
              </a:ext>
            </a:extLst>
          </p:cNvPr>
          <p:cNvSpPr txBox="1"/>
          <p:nvPr/>
        </p:nvSpPr>
        <p:spPr>
          <a:xfrm>
            <a:off x="3716867" y="2231221"/>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093FF8D0-C4C2-A27A-2A50-CEFCBBD03CD4}"/>
              </a:ext>
            </a:extLst>
          </p:cNvPr>
          <p:cNvSpPr txBox="1"/>
          <p:nvPr/>
        </p:nvSpPr>
        <p:spPr>
          <a:xfrm>
            <a:off x="3217333" y="4747898"/>
            <a:ext cx="462845" cy="584775"/>
          </a:xfrm>
          <a:prstGeom prst="rect">
            <a:avLst/>
          </a:prstGeom>
          <a:noFill/>
        </p:spPr>
        <p:txBody>
          <a:bodyPr wrap="square" rtlCol="0">
            <a:spAutoFit/>
          </a:bodyPr>
          <a:lstStyle/>
          <a:p>
            <a:pPr algn="ctr"/>
            <a:r>
              <a:rPr lang="en-US" sz="3200" dirty="0"/>
              <a:t>6</a:t>
            </a:r>
          </a:p>
        </p:txBody>
      </p:sp>
      <p:sp>
        <p:nvSpPr>
          <p:cNvPr id="11" name="TextBox 10">
            <a:extLst>
              <a:ext uri="{FF2B5EF4-FFF2-40B4-BE49-F238E27FC236}">
                <a16:creationId xmlns:a16="http://schemas.microsoft.com/office/drawing/2014/main" id="{8CF84AE7-065B-DD1D-AC8C-C644515339E7}"/>
              </a:ext>
            </a:extLst>
          </p:cNvPr>
          <p:cNvSpPr txBox="1"/>
          <p:nvPr/>
        </p:nvSpPr>
        <p:spPr>
          <a:xfrm>
            <a:off x="7213604" y="4747898"/>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04C1D799-A54E-21B2-10C3-3070599AF734}"/>
              </a:ext>
            </a:extLst>
          </p:cNvPr>
          <p:cNvSpPr txBox="1"/>
          <p:nvPr/>
        </p:nvSpPr>
        <p:spPr>
          <a:xfrm>
            <a:off x="6214537" y="2734556"/>
            <a:ext cx="462845" cy="584775"/>
          </a:xfrm>
          <a:prstGeom prst="rect">
            <a:avLst/>
          </a:prstGeom>
          <a:no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DFF567C5-8694-08D3-3C2F-23B9053E798D}"/>
              </a:ext>
            </a:extLst>
          </p:cNvPr>
          <p:cNvSpPr txBox="1"/>
          <p:nvPr/>
        </p:nvSpPr>
        <p:spPr>
          <a:xfrm>
            <a:off x="4143022" y="2274133"/>
            <a:ext cx="570089" cy="230832"/>
          </a:xfrm>
          <a:prstGeom prst="rect">
            <a:avLst/>
          </a:prstGeom>
          <a:noFill/>
        </p:spPr>
        <p:txBody>
          <a:bodyPr wrap="square" rtlCol="0">
            <a:spAutoFit/>
          </a:bodyPr>
          <a:lstStyle/>
          <a:p>
            <a:pPr algn="ctr"/>
            <a:r>
              <a:rPr lang="en-US" sz="900" dirty="0"/>
              <a:t>4589</a:t>
            </a:r>
          </a:p>
        </p:txBody>
      </p:sp>
      <p:sp>
        <p:nvSpPr>
          <p:cNvPr id="14" name="TextBox 13">
            <a:extLst>
              <a:ext uri="{FF2B5EF4-FFF2-40B4-BE49-F238E27FC236}">
                <a16:creationId xmlns:a16="http://schemas.microsoft.com/office/drawing/2014/main" id="{2020B5F8-5EE0-AB7F-D763-7D4F9D3C1FB1}"/>
              </a:ext>
            </a:extLst>
          </p:cNvPr>
          <p:cNvSpPr txBox="1"/>
          <p:nvPr/>
        </p:nvSpPr>
        <p:spPr>
          <a:xfrm>
            <a:off x="4645378" y="2274133"/>
            <a:ext cx="570089" cy="230832"/>
          </a:xfrm>
          <a:prstGeom prst="rect">
            <a:avLst/>
          </a:prstGeom>
          <a:noFill/>
        </p:spPr>
        <p:txBody>
          <a:bodyPr wrap="square" rtlCol="0">
            <a:spAutoFit/>
          </a:bodyPr>
          <a:lstStyle/>
          <a:p>
            <a:pPr algn="ctr"/>
            <a:r>
              <a:rPr lang="en-US" sz="900" dirty="0"/>
              <a:t>45789</a:t>
            </a:r>
          </a:p>
        </p:txBody>
      </p:sp>
      <p:sp>
        <p:nvSpPr>
          <p:cNvPr id="16" name="TextBox 15">
            <a:extLst>
              <a:ext uri="{FF2B5EF4-FFF2-40B4-BE49-F238E27FC236}">
                <a16:creationId xmlns:a16="http://schemas.microsoft.com/office/drawing/2014/main" id="{E15C3464-B9B0-0DC6-3ABE-E1D6F79DD94A}"/>
              </a:ext>
            </a:extLst>
          </p:cNvPr>
          <p:cNvSpPr txBox="1"/>
          <p:nvPr/>
        </p:nvSpPr>
        <p:spPr>
          <a:xfrm>
            <a:off x="5650090" y="2274133"/>
            <a:ext cx="570089" cy="230832"/>
          </a:xfrm>
          <a:prstGeom prst="rect">
            <a:avLst/>
          </a:prstGeom>
          <a:noFill/>
        </p:spPr>
        <p:txBody>
          <a:bodyPr wrap="square" rtlCol="0">
            <a:spAutoFit/>
          </a:bodyPr>
          <a:lstStyle/>
          <a:p>
            <a:pPr algn="ctr"/>
            <a:r>
              <a:rPr lang="en-US" sz="900" dirty="0"/>
              <a:t>45789</a:t>
            </a:r>
          </a:p>
        </p:txBody>
      </p:sp>
      <p:sp>
        <p:nvSpPr>
          <p:cNvPr id="17" name="TextBox 16">
            <a:extLst>
              <a:ext uri="{FF2B5EF4-FFF2-40B4-BE49-F238E27FC236}">
                <a16:creationId xmlns:a16="http://schemas.microsoft.com/office/drawing/2014/main" id="{859522AE-A5FD-3179-6C37-DFBB21A2DBA8}"/>
              </a:ext>
            </a:extLst>
          </p:cNvPr>
          <p:cNvSpPr txBox="1"/>
          <p:nvPr/>
        </p:nvSpPr>
        <p:spPr>
          <a:xfrm>
            <a:off x="6152446" y="2274133"/>
            <a:ext cx="570089" cy="230832"/>
          </a:xfrm>
          <a:prstGeom prst="rect">
            <a:avLst/>
          </a:prstGeom>
          <a:noFill/>
        </p:spPr>
        <p:txBody>
          <a:bodyPr wrap="square" rtlCol="0">
            <a:spAutoFit/>
          </a:bodyPr>
          <a:lstStyle/>
          <a:p>
            <a:pPr algn="ctr"/>
            <a:r>
              <a:rPr lang="en-US" sz="900" dirty="0"/>
              <a:t>45789</a:t>
            </a:r>
          </a:p>
        </p:txBody>
      </p:sp>
      <p:sp>
        <p:nvSpPr>
          <p:cNvPr id="18" name="TextBox 17">
            <a:extLst>
              <a:ext uri="{FF2B5EF4-FFF2-40B4-BE49-F238E27FC236}">
                <a16:creationId xmlns:a16="http://schemas.microsoft.com/office/drawing/2014/main" id="{9CD91A1C-1EFA-6A04-8D40-988D21342023}"/>
              </a:ext>
            </a:extLst>
          </p:cNvPr>
          <p:cNvSpPr txBox="1"/>
          <p:nvPr/>
        </p:nvSpPr>
        <p:spPr>
          <a:xfrm>
            <a:off x="6654802" y="2404765"/>
            <a:ext cx="570089" cy="230832"/>
          </a:xfrm>
          <a:prstGeom prst="rect">
            <a:avLst/>
          </a:prstGeom>
          <a:noFill/>
        </p:spPr>
        <p:txBody>
          <a:bodyPr wrap="square" rtlCol="0">
            <a:spAutoFit/>
          </a:bodyPr>
          <a:lstStyle/>
          <a:p>
            <a:pPr algn="ctr"/>
            <a:r>
              <a:rPr lang="en-US" sz="900" dirty="0"/>
              <a:t>245</a:t>
            </a:r>
          </a:p>
        </p:txBody>
      </p:sp>
      <p:sp>
        <p:nvSpPr>
          <p:cNvPr id="19" name="TextBox 18">
            <a:extLst>
              <a:ext uri="{FF2B5EF4-FFF2-40B4-BE49-F238E27FC236}">
                <a16:creationId xmlns:a16="http://schemas.microsoft.com/office/drawing/2014/main" id="{A249D75C-179C-51B2-B91E-771D26649B05}"/>
              </a:ext>
            </a:extLst>
          </p:cNvPr>
          <p:cNvSpPr txBox="1"/>
          <p:nvPr/>
        </p:nvSpPr>
        <p:spPr>
          <a:xfrm>
            <a:off x="7157158" y="2404765"/>
            <a:ext cx="570089" cy="230832"/>
          </a:xfrm>
          <a:prstGeom prst="rect">
            <a:avLst/>
          </a:prstGeom>
          <a:noFill/>
        </p:spPr>
        <p:txBody>
          <a:bodyPr wrap="square" rtlCol="0">
            <a:spAutoFit/>
          </a:bodyPr>
          <a:lstStyle/>
          <a:p>
            <a:pPr algn="ctr"/>
            <a:r>
              <a:rPr lang="en-US" sz="900" dirty="0"/>
              <a:t>245</a:t>
            </a:r>
          </a:p>
        </p:txBody>
      </p:sp>
      <p:sp>
        <p:nvSpPr>
          <p:cNvPr id="20" name="TextBox 19">
            <a:extLst>
              <a:ext uri="{FF2B5EF4-FFF2-40B4-BE49-F238E27FC236}">
                <a16:creationId xmlns:a16="http://schemas.microsoft.com/office/drawing/2014/main" id="{D518C2AB-2E68-7A7B-F826-2CCD9574072B}"/>
              </a:ext>
            </a:extLst>
          </p:cNvPr>
          <p:cNvSpPr txBox="1"/>
          <p:nvPr/>
        </p:nvSpPr>
        <p:spPr>
          <a:xfrm>
            <a:off x="4645378" y="1903821"/>
            <a:ext cx="570089" cy="230832"/>
          </a:xfrm>
          <a:prstGeom prst="rect">
            <a:avLst/>
          </a:prstGeom>
          <a:noFill/>
        </p:spPr>
        <p:txBody>
          <a:bodyPr wrap="square" rtlCol="0">
            <a:spAutoFit/>
          </a:bodyPr>
          <a:lstStyle/>
          <a:p>
            <a:pPr algn="ctr"/>
            <a:r>
              <a:rPr lang="en-US" sz="900" dirty="0"/>
              <a:t>345</a:t>
            </a:r>
          </a:p>
        </p:txBody>
      </p:sp>
      <p:sp>
        <p:nvSpPr>
          <p:cNvPr id="23" name="TextBox 22">
            <a:extLst>
              <a:ext uri="{FF2B5EF4-FFF2-40B4-BE49-F238E27FC236}">
                <a16:creationId xmlns:a16="http://schemas.microsoft.com/office/drawing/2014/main" id="{B83747D1-7BDE-D70D-5854-D28508D7DDE8}"/>
              </a:ext>
            </a:extLst>
          </p:cNvPr>
          <p:cNvSpPr txBox="1"/>
          <p:nvPr/>
        </p:nvSpPr>
        <p:spPr>
          <a:xfrm>
            <a:off x="6214537" y="721216"/>
            <a:ext cx="462845" cy="584775"/>
          </a:xfrm>
          <a:prstGeom prst="rect">
            <a:avLst/>
          </a:prstGeom>
          <a:noFill/>
        </p:spPr>
        <p:txBody>
          <a:bodyPr wrap="square" rtlCol="0">
            <a:spAutoFit/>
          </a:bodyPr>
          <a:lstStyle/>
          <a:p>
            <a:pPr algn="ctr"/>
            <a:r>
              <a:rPr lang="en-US" sz="3200" dirty="0"/>
              <a:t>2</a:t>
            </a:r>
          </a:p>
        </p:txBody>
      </p:sp>
      <p:sp>
        <p:nvSpPr>
          <p:cNvPr id="24" name="TextBox 23">
            <a:extLst>
              <a:ext uri="{FF2B5EF4-FFF2-40B4-BE49-F238E27FC236}">
                <a16:creationId xmlns:a16="http://schemas.microsoft.com/office/drawing/2014/main" id="{202DA97D-D68C-FEF3-0193-8772B51BB89D}"/>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8755DB30-1682-5060-766D-DBD210A599CC}"/>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8650E06A-2EDE-191B-DA34-2DF24AA09789}"/>
              </a:ext>
            </a:extLst>
          </p:cNvPr>
          <p:cNvSpPr txBox="1"/>
          <p:nvPr/>
        </p:nvSpPr>
        <p:spPr>
          <a:xfrm>
            <a:off x="6654802" y="771301"/>
            <a:ext cx="570089" cy="230832"/>
          </a:xfrm>
          <a:prstGeom prst="rect">
            <a:avLst/>
          </a:prstGeom>
          <a:noFill/>
        </p:spPr>
        <p:txBody>
          <a:bodyPr wrap="square" rtlCol="0">
            <a:spAutoFit/>
          </a:bodyPr>
          <a:lstStyle/>
          <a:p>
            <a:pPr algn="ctr"/>
            <a:r>
              <a:rPr lang="en-US" sz="900" dirty="0"/>
              <a:t>97</a:t>
            </a:r>
          </a:p>
        </p:txBody>
      </p:sp>
      <p:sp>
        <p:nvSpPr>
          <p:cNvPr id="26" name="TextBox 25">
            <a:extLst>
              <a:ext uri="{FF2B5EF4-FFF2-40B4-BE49-F238E27FC236}">
                <a16:creationId xmlns:a16="http://schemas.microsoft.com/office/drawing/2014/main" id="{F5F51258-2A99-257F-F5AE-DF8FD6C21EA1}"/>
              </a:ext>
            </a:extLst>
          </p:cNvPr>
          <p:cNvSpPr txBox="1"/>
          <p:nvPr/>
        </p:nvSpPr>
        <p:spPr>
          <a:xfrm>
            <a:off x="6654802" y="1402877"/>
            <a:ext cx="570089" cy="230832"/>
          </a:xfrm>
          <a:prstGeom prst="rect">
            <a:avLst/>
          </a:prstGeom>
          <a:noFill/>
        </p:spPr>
        <p:txBody>
          <a:bodyPr wrap="square" rtlCol="0">
            <a:spAutoFit/>
          </a:bodyPr>
          <a:lstStyle/>
          <a:p>
            <a:pPr algn="ctr"/>
            <a:r>
              <a:rPr lang="en-US" sz="900" dirty="0"/>
              <a:t>34579</a:t>
            </a:r>
          </a:p>
        </p:txBody>
      </p:sp>
      <p:sp>
        <p:nvSpPr>
          <p:cNvPr id="27" name="TextBox 26">
            <a:extLst>
              <a:ext uri="{FF2B5EF4-FFF2-40B4-BE49-F238E27FC236}">
                <a16:creationId xmlns:a16="http://schemas.microsoft.com/office/drawing/2014/main" id="{197C2484-3087-7BA0-F8E0-F87A73E3836A}"/>
              </a:ext>
            </a:extLst>
          </p:cNvPr>
          <p:cNvSpPr txBox="1"/>
          <p:nvPr/>
        </p:nvSpPr>
        <p:spPr>
          <a:xfrm>
            <a:off x="7157158" y="1402877"/>
            <a:ext cx="570089" cy="230832"/>
          </a:xfrm>
          <a:prstGeom prst="rect">
            <a:avLst/>
          </a:prstGeom>
          <a:noFill/>
        </p:spPr>
        <p:txBody>
          <a:bodyPr wrap="square" rtlCol="0">
            <a:spAutoFit/>
          </a:bodyPr>
          <a:lstStyle/>
          <a:p>
            <a:pPr algn="ctr"/>
            <a:r>
              <a:rPr lang="en-US" sz="900" dirty="0"/>
              <a:t>4579</a:t>
            </a:r>
          </a:p>
        </p:txBody>
      </p:sp>
      <p:sp>
        <p:nvSpPr>
          <p:cNvPr id="28" name="TextBox 27">
            <a:extLst>
              <a:ext uri="{FF2B5EF4-FFF2-40B4-BE49-F238E27FC236}">
                <a16:creationId xmlns:a16="http://schemas.microsoft.com/office/drawing/2014/main" id="{C537AE8A-6C19-2112-9988-CA8A1691F140}"/>
              </a:ext>
            </a:extLst>
          </p:cNvPr>
          <p:cNvSpPr txBox="1"/>
          <p:nvPr/>
        </p:nvSpPr>
        <p:spPr>
          <a:xfrm>
            <a:off x="6654802" y="2034453"/>
            <a:ext cx="570089" cy="230832"/>
          </a:xfrm>
          <a:prstGeom prst="rect">
            <a:avLst/>
          </a:prstGeom>
          <a:noFill/>
        </p:spPr>
        <p:txBody>
          <a:bodyPr wrap="square" rtlCol="0">
            <a:spAutoFit/>
          </a:bodyPr>
          <a:lstStyle/>
          <a:p>
            <a:pPr algn="ctr"/>
            <a:r>
              <a:rPr lang="en-US" sz="900" dirty="0"/>
              <a:t>345</a:t>
            </a:r>
          </a:p>
        </p:txBody>
      </p:sp>
      <p:sp>
        <p:nvSpPr>
          <p:cNvPr id="29" name="TextBox 28">
            <a:extLst>
              <a:ext uri="{FF2B5EF4-FFF2-40B4-BE49-F238E27FC236}">
                <a16:creationId xmlns:a16="http://schemas.microsoft.com/office/drawing/2014/main" id="{D97DD220-25F6-6F40-7390-89A7DC603927}"/>
              </a:ext>
            </a:extLst>
          </p:cNvPr>
          <p:cNvSpPr txBox="1"/>
          <p:nvPr/>
        </p:nvSpPr>
        <p:spPr>
          <a:xfrm>
            <a:off x="7157158" y="2034453"/>
            <a:ext cx="570089" cy="230832"/>
          </a:xfrm>
          <a:prstGeom prst="rect">
            <a:avLst/>
          </a:prstGeom>
          <a:noFill/>
        </p:spPr>
        <p:txBody>
          <a:bodyPr wrap="square" rtlCol="0">
            <a:spAutoFit/>
          </a:bodyPr>
          <a:lstStyle/>
          <a:p>
            <a:pPr algn="ctr"/>
            <a:r>
              <a:rPr lang="en-US" sz="900" dirty="0"/>
              <a:t>45</a:t>
            </a:r>
          </a:p>
        </p:txBody>
      </p:sp>
      <p:sp>
        <p:nvSpPr>
          <p:cNvPr id="30" name="TextBox 29">
            <a:extLst>
              <a:ext uri="{FF2B5EF4-FFF2-40B4-BE49-F238E27FC236}">
                <a16:creationId xmlns:a16="http://schemas.microsoft.com/office/drawing/2014/main" id="{1A7585C7-3DDD-5E82-C25C-14416549BA10}"/>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D0638FA2-B07C-357C-18D7-8F376A838C08}"/>
              </a:ext>
            </a:extLst>
          </p:cNvPr>
          <p:cNvSpPr txBox="1"/>
          <p:nvPr/>
        </p:nvSpPr>
        <p:spPr>
          <a:xfrm>
            <a:off x="3217333" y="721216"/>
            <a:ext cx="462845" cy="584775"/>
          </a:xfrm>
          <a:prstGeom prst="rect">
            <a:avLst/>
          </a:prstGeom>
          <a:noFill/>
        </p:spPr>
        <p:txBody>
          <a:bodyPr wrap="square" rtlCol="0">
            <a:spAutoFit/>
          </a:bodyPr>
          <a:lstStyle/>
          <a:p>
            <a:pPr algn="ctr"/>
            <a:r>
              <a:rPr lang="en-US" sz="3200" dirty="0"/>
              <a:t>4</a:t>
            </a:r>
          </a:p>
        </p:txBody>
      </p:sp>
      <p:sp>
        <p:nvSpPr>
          <p:cNvPr id="32" name="TextBox 31">
            <a:extLst>
              <a:ext uri="{FF2B5EF4-FFF2-40B4-BE49-F238E27FC236}">
                <a16:creationId xmlns:a16="http://schemas.microsoft.com/office/drawing/2014/main" id="{54EA427E-6F9F-AE49-FD70-3C897FEDA042}"/>
              </a:ext>
            </a:extLst>
          </p:cNvPr>
          <p:cNvSpPr txBox="1"/>
          <p:nvPr/>
        </p:nvSpPr>
        <p:spPr>
          <a:xfrm>
            <a:off x="3138310" y="1402877"/>
            <a:ext cx="570089" cy="230832"/>
          </a:xfrm>
          <a:prstGeom prst="rect">
            <a:avLst/>
          </a:prstGeom>
          <a:noFill/>
        </p:spPr>
        <p:txBody>
          <a:bodyPr wrap="square" rtlCol="0">
            <a:spAutoFit/>
          </a:bodyPr>
          <a:lstStyle/>
          <a:p>
            <a:pPr algn="ctr"/>
            <a:r>
              <a:rPr lang="en-US" sz="900" dirty="0"/>
              <a:t>89</a:t>
            </a:r>
          </a:p>
        </p:txBody>
      </p:sp>
      <p:sp>
        <p:nvSpPr>
          <p:cNvPr id="34" name="TextBox 33">
            <a:extLst>
              <a:ext uri="{FF2B5EF4-FFF2-40B4-BE49-F238E27FC236}">
                <a16:creationId xmlns:a16="http://schemas.microsoft.com/office/drawing/2014/main" id="{F9A3B3FE-6841-2CE2-B7CD-0BEBD417FB5A}"/>
              </a:ext>
            </a:extLst>
          </p:cNvPr>
          <p:cNvSpPr txBox="1"/>
          <p:nvPr/>
        </p:nvSpPr>
        <p:spPr>
          <a:xfrm>
            <a:off x="3138310" y="2034453"/>
            <a:ext cx="570089" cy="230832"/>
          </a:xfrm>
          <a:prstGeom prst="rect">
            <a:avLst/>
          </a:prstGeom>
          <a:noFill/>
        </p:spPr>
        <p:txBody>
          <a:bodyPr wrap="square" rtlCol="0">
            <a:spAutoFit/>
          </a:bodyPr>
          <a:lstStyle/>
          <a:p>
            <a:pPr algn="ctr"/>
            <a:r>
              <a:rPr lang="en-US" sz="900" dirty="0"/>
              <a:t>98</a:t>
            </a:r>
          </a:p>
        </p:txBody>
      </p:sp>
      <p:sp>
        <p:nvSpPr>
          <p:cNvPr id="35" name="TextBox 34">
            <a:extLst>
              <a:ext uri="{FF2B5EF4-FFF2-40B4-BE49-F238E27FC236}">
                <a16:creationId xmlns:a16="http://schemas.microsoft.com/office/drawing/2014/main" id="{A2484D95-16E0-1585-A94C-8A4AEAA35D0C}"/>
              </a:ext>
            </a:extLst>
          </p:cNvPr>
          <p:cNvSpPr txBox="1"/>
          <p:nvPr/>
        </p:nvSpPr>
        <p:spPr>
          <a:xfrm>
            <a:off x="4216401" y="1224551"/>
            <a:ext cx="462845" cy="584775"/>
          </a:xfrm>
          <a:prstGeom prst="rect">
            <a:avLst/>
          </a:prstGeom>
          <a:noFill/>
        </p:spPr>
        <p:txBody>
          <a:bodyPr wrap="square" rtlCol="0">
            <a:spAutoFit/>
          </a:bodyPr>
          <a:lstStyle/>
          <a:p>
            <a:pPr algn="ctr"/>
            <a:r>
              <a:rPr lang="en-US" sz="3200" dirty="0"/>
              <a:t>1</a:t>
            </a:r>
          </a:p>
        </p:txBody>
      </p:sp>
      <p:sp>
        <p:nvSpPr>
          <p:cNvPr id="36" name="TextBox 35">
            <a:extLst>
              <a:ext uri="{FF2B5EF4-FFF2-40B4-BE49-F238E27FC236}">
                <a16:creationId xmlns:a16="http://schemas.microsoft.com/office/drawing/2014/main" id="{9AD13239-2D8A-A39B-C7FC-670A41762D06}"/>
              </a:ext>
            </a:extLst>
          </p:cNvPr>
          <p:cNvSpPr txBox="1"/>
          <p:nvPr/>
        </p:nvSpPr>
        <p:spPr>
          <a:xfrm>
            <a:off x="5215469" y="721216"/>
            <a:ext cx="462845" cy="584775"/>
          </a:xfrm>
          <a:prstGeom prst="rect">
            <a:avLst/>
          </a:prstGeom>
          <a:noFill/>
        </p:spPr>
        <p:txBody>
          <a:bodyPr wrap="square" rtlCol="0">
            <a:spAutoFit/>
          </a:bodyPr>
          <a:lstStyle/>
          <a:p>
            <a:pPr algn="ctr"/>
            <a:r>
              <a:rPr lang="en-US" sz="3200" dirty="0"/>
              <a:t>1</a:t>
            </a:r>
          </a:p>
        </p:txBody>
      </p:sp>
      <p:sp>
        <p:nvSpPr>
          <p:cNvPr id="37" name="TextBox 36">
            <a:extLst>
              <a:ext uri="{FF2B5EF4-FFF2-40B4-BE49-F238E27FC236}">
                <a16:creationId xmlns:a16="http://schemas.microsoft.com/office/drawing/2014/main" id="{65B73672-14B5-4F4C-ED92-FE8D7A81EB93}"/>
              </a:ext>
            </a:extLst>
          </p:cNvPr>
          <p:cNvSpPr txBox="1"/>
          <p:nvPr/>
        </p:nvSpPr>
        <p:spPr>
          <a:xfrm>
            <a:off x="3640666" y="901933"/>
            <a:ext cx="570089" cy="230832"/>
          </a:xfrm>
          <a:prstGeom prst="rect">
            <a:avLst/>
          </a:prstGeom>
          <a:noFill/>
        </p:spPr>
        <p:txBody>
          <a:bodyPr wrap="square" rtlCol="0">
            <a:spAutoFit/>
          </a:bodyPr>
          <a:lstStyle/>
          <a:p>
            <a:pPr algn="ctr"/>
            <a:r>
              <a:rPr lang="en-US" sz="900" dirty="0"/>
              <a:t>35</a:t>
            </a:r>
          </a:p>
        </p:txBody>
      </p:sp>
      <p:sp>
        <p:nvSpPr>
          <p:cNvPr id="39" name="TextBox 38">
            <a:extLst>
              <a:ext uri="{FF2B5EF4-FFF2-40B4-BE49-F238E27FC236}">
                <a16:creationId xmlns:a16="http://schemas.microsoft.com/office/drawing/2014/main" id="{A35316E6-8D7C-12DE-0354-2E915D393143}"/>
              </a:ext>
            </a:extLst>
          </p:cNvPr>
          <p:cNvSpPr txBox="1"/>
          <p:nvPr/>
        </p:nvSpPr>
        <p:spPr>
          <a:xfrm>
            <a:off x="3640666" y="1402877"/>
            <a:ext cx="570089" cy="230832"/>
          </a:xfrm>
          <a:prstGeom prst="rect">
            <a:avLst/>
          </a:prstGeom>
          <a:noFill/>
        </p:spPr>
        <p:txBody>
          <a:bodyPr wrap="square" rtlCol="0">
            <a:spAutoFit/>
          </a:bodyPr>
          <a:lstStyle/>
          <a:p>
            <a:pPr algn="ctr"/>
            <a:r>
              <a:rPr lang="en-US" sz="900" dirty="0"/>
              <a:t>53</a:t>
            </a:r>
          </a:p>
        </p:txBody>
      </p:sp>
      <p:sp>
        <p:nvSpPr>
          <p:cNvPr id="40" name="TextBox 39">
            <a:extLst>
              <a:ext uri="{FF2B5EF4-FFF2-40B4-BE49-F238E27FC236}">
                <a16:creationId xmlns:a16="http://schemas.microsoft.com/office/drawing/2014/main" id="{006A3E1C-4B6C-2828-F82D-B67DB0DB593A}"/>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41" name="TextBox 40">
            <a:extLst>
              <a:ext uri="{FF2B5EF4-FFF2-40B4-BE49-F238E27FC236}">
                <a16:creationId xmlns:a16="http://schemas.microsoft.com/office/drawing/2014/main" id="{6043B999-9034-75C8-BA2F-492AC1EDF432}"/>
              </a:ext>
            </a:extLst>
          </p:cNvPr>
          <p:cNvSpPr txBox="1"/>
          <p:nvPr/>
        </p:nvSpPr>
        <p:spPr>
          <a:xfrm>
            <a:off x="4645378" y="771301"/>
            <a:ext cx="570089" cy="230832"/>
          </a:xfrm>
          <a:prstGeom prst="rect">
            <a:avLst/>
          </a:prstGeom>
          <a:noFill/>
        </p:spPr>
        <p:txBody>
          <a:bodyPr wrap="square" rtlCol="0">
            <a:spAutoFit/>
          </a:bodyPr>
          <a:lstStyle/>
          <a:p>
            <a:pPr algn="ctr"/>
            <a:r>
              <a:rPr lang="en-US" sz="900" dirty="0"/>
              <a:t>79</a:t>
            </a:r>
          </a:p>
        </p:txBody>
      </p:sp>
      <p:sp>
        <p:nvSpPr>
          <p:cNvPr id="38" name="TextBox 37">
            <a:extLst>
              <a:ext uri="{FF2B5EF4-FFF2-40B4-BE49-F238E27FC236}">
                <a16:creationId xmlns:a16="http://schemas.microsoft.com/office/drawing/2014/main" id="{55F3725F-6AB9-E8DF-2A58-543E6A8CF008}"/>
              </a:ext>
            </a:extLst>
          </p:cNvPr>
          <p:cNvSpPr txBox="1"/>
          <p:nvPr/>
        </p:nvSpPr>
        <p:spPr>
          <a:xfrm>
            <a:off x="5650090" y="901933"/>
            <a:ext cx="570089" cy="230832"/>
          </a:xfrm>
          <a:prstGeom prst="rect">
            <a:avLst/>
          </a:prstGeom>
          <a:noFill/>
        </p:spPr>
        <p:txBody>
          <a:bodyPr wrap="square" rtlCol="0">
            <a:spAutoFit/>
          </a:bodyPr>
          <a:lstStyle/>
          <a:p>
            <a:pPr algn="ctr"/>
            <a:r>
              <a:rPr lang="en-US" sz="900" dirty="0"/>
              <a:t>53</a:t>
            </a:r>
          </a:p>
        </p:txBody>
      </p:sp>
      <p:sp>
        <p:nvSpPr>
          <p:cNvPr id="42" name="TextBox 41">
            <a:extLst>
              <a:ext uri="{FF2B5EF4-FFF2-40B4-BE49-F238E27FC236}">
                <a16:creationId xmlns:a16="http://schemas.microsoft.com/office/drawing/2014/main" id="{000418E6-F540-57E6-9C92-7A6F9ED01271}"/>
              </a:ext>
            </a:extLst>
          </p:cNvPr>
          <p:cNvSpPr txBox="1"/>
          <p:nvPr/>
        </p:nvSpPr>
        <p:spPr>
          <a:xfrm>
            <a:off x="5715003" y="1224551"/>
            <a:ext cx="462845" cy="584775"/>
          </a:xfrm>
          <a:prstGeom prst="rect">
            <a:avLst/>
          </a:prstGeom>
          <a:noFill/>
        </p:spPr>
        <p:txBody>
          <a:bodyPr wrap="square" rtlCol="0">
            <a:spAutoFit/>
          </a:bodyPr>
          <a:lstStyle/>
          <a:p>
            <a:pPr algn="ctr"/>
            <a:r>
              <a:rPr lang="en-US" sz="3200" dirty="0"/>
              <a:t>2</a:t>
            </a:r>
          </a:p>
        </p:txBody>
      </p:sp>
      <p:sp>
        <p:nvSpPr>
          <p:cNvPr id="43" name="TextBox 42">
            <a:extLst>
              <a:ext uri="{FF2B5EF4-FFF2-40B4-BE49-F238E27FC236}">
                <a16:creationId xmlns:a16="http://schemas.microsoft.com/office/drawing/2014/main" id="{2B21263B-BC4F-9AF1-A36F-06C380024532}"/>
              </a:ext>
            </a:extLst>
          </p:cNvPr>
          <p:cNvSpPr txBox="1"/>
          <p:nvPr/>
        </p:nvSpPr>
        <p:spPr>
          <a:xfrm>
            <a:off x="4645378" y="1533509"/>
            <a:ext cx="570089" cy="230832"/>
          </a:xfrm>
          <a:prstGeom prst="rect">
            <a:avLst/>
          </a:prstGeom>
          <a:noFill/>
        </p:spPr>
        <p:txBody>
          <a:bodyPr wrap="square" rtlCol="0">
            <a:spAutoFit/>
          </a:bodyPr>
          <a:lstStyle/>
          <a:p>
            <a:pPr algn="ctr"/>
            <a:r>
              <a:rPr lang="en-US" sz="900" dirty="0"/>
              <a:t>345789</a:t>
            </a:r>
          </a:p>
        </p:txBody>
      </p:sp>
      <p:sp>
        <p:nvSpPr>
          <p:cNvPr id="44" name="TextBox 43">
            <a:extLst>
              <a:ext uri="{FF2B5EF4-FFF2-40B4-BE49-F238E27FC236}">
                <a16:creationId xmlns:a16="http://schemas.microsoft.com/office/drawing/2014/main" id="{054C3746-1976-1E59-5A71-F35C3F0D77A9}"/>
              </a:ext>
            </a:extLst>
          </p:cNvPr>
          <p:cNvSpPr txBox="1"/>
          <p:nvPr/>
        </p:nvSpPr>
        <p:spPr>
          <a:xfrm>
            <a:off x="5147734" y="1533509"/>
            <a:ext cx="570089" cy="230832"/>
          </a:xfrm>
          <a:prstGeom prst="rect">
            <a:avLst/>
          </a:prstGeom>
          <a:noFill/>
        </p:spPr>
        <p:txBody>
          <a:bodyPr wrap="square" rtlCol="0">
            <a:spAutoFit/>
          </a:bodyPr>
          <a:lstStyle/>
          <a:p>
            <a:pPr algn="ctr"/>
            <a:r>
              <a:rPr lang="en-US" sz="900" dirty="0"/>
              <a:t>987543</a:t>
            </a:r>
          </a:p>
        </p:txBody>
      </p:sp>
      <p:sp>
        <p:nvSpPr>
          <p:cNvPr id="45" name="TextBox 44">
            <a:extLst>
              <a:ext uri="{FF2B5EF4-FFF2-40B4-BE49-F238E27FC236}">
                <a16:creationId xmlns:a16="http://schemas.microsoft.com/office/drawing/2014/main" id="{DA93852F-3538-C3AC-DCCE-A83B9776AB09}"/>
              </a:ext>
            </a:extLst>
          </p:cNvPr>
          <p:cNvSpPr txBox="1"/>
          <p:nvPr/>
        </p:nvSpPr>
        <p:spPr>
          <a:xfrm>
            <a:off x="5147734" y="2905709"/>
            <a:ext cx="570089" cy="230832"/>
          </a:xfrm>
          <a:prstGeom prst="rect">
            <a:avLst/>
          </a:prstGeom>
          <a:noFill/>
        </p:spPr>
        <p:txBody>
          <a:bodyPr wrap="square" rtlCol="0">
            <a:spAutoFit/>
          </a:bodyPr>
          <a:lstStyle/>
          <a:p>
            <a:pPr algn="ctr"/>
            <a:r>
              <a:rPr lang="en-US" sz="900" dirty="0"/>
              <a:t>24</a:t>
            </a:r>
          </a:p>
        </p:txBody>
      </p:sp>
      <p:sp>
        <p:nvSpPr>
          <p:cNvPr id="46" name="TextBox 45">
            <a:extLst>
              <a:ext uri="{FF2B5EF4-FFF2-40B4-BE49-F238E27FC236}">
                <a16:creationId xmlns:a16="http://schemas.microsoft.com/office/drawing/2014/main" id="{97A3C5D5-3220-469F-E54F-D09615379E1B}"/>
              </a:ext>
            </a:extLst>
          </p:cNvPr>
          <p:cNvSpPr txBox="1"/>
          <p:nvPr/>
        </p:nvSpPr>
        <p:spPr>
          <a:xfrm>
            <a:off x="3640666" y="3406653"/>
            <a:ext cx="570089" cy="230832"/>
          </a:xfrm>
          <a:prstGeom prst="rect">
            <a:avLst/>
          </a:prstGeom>
          <a:noFill/>
        </p:spPr>
        <p:txBody>
          <a:bodyPr wrap="square" rtlCol="0">
            <a:spAutoFit/>
          </a:bodyPr>
          <a:lstStyle/>
          <a:p>
            <a:pPr algn="ctr"/>
            <a:r>
              <a:rPr lang="en-US" sz="900" dirty="0"/>
              <a:t>42</a:t>
            </a:r>
          </a:p>
        </p:txBody>
      </p:sp>
      <p:sp>
        <p:nvSpPr>
          <p:cNvPr id="47" name="TextBox 46">
            <a:extLst>
              <a:ext uri="{FF2B5EF4-FFF2-40B4-BE49-F238E27FC236}">
                <a16:creationId xmlns:a16="http://schemas.microsoft.com/office/drawing/2014/main" id="{18573D98-5786-E7F2-0801-A275077A284D}"/>
              </a:ext>
            </a:extLst>
          </p:cNvPr>
          <p:cNvSpPr txBox="1"/>
          <p:nvPr/>
        </p:nvSpPr>
        <p:spPr>
          <a:xfrm>
            <a:off x="4143022" y="3537285"/>
            <a:ext cx="570089" cy="230832"/>
          </a:xfrm>
          <a:prstGeom prst="rect">
            <a:avLst/>
          </a:prstGeom>
          <a:noFill/>
        </p:spPr>
        <p:txBody>
          <a:bodyPr wrap="square" rtlCol="0">
            <a:spAutoFit/>
          </a:bodyPr>
          <a:lstStyle/>
          <a:p>
            <a:pPr algn="ctr"/>
            <a:r>
              <a:rPr lang="en-US" sz="900" dirty="0"/>
              <a:t>589</a:t>
            </a:r>
          </a:p>
        </p:txBody>
      </p:sp>
      <p:sp>
        <p:nvSpPr>
          <p:cNvPr id="48" name="TextBox 47">
            <a:extLst>
              <a:ext uri="{FF2B5EF4-FFF2-40B4-BE49-F238E27FC236}">
                <a16:creationId xmlns:a16="http://schemas.microsoft.com/office/drawing/2014/main" id="{E64F4728-9B74-84DD-B06B-8AF4DE891712}"/>
              </a:ext>
            </a:extLst>
          </p:cNvPr>
          <p:cNvSpPr txBox="1"/>
          <p:nvPr/>
        </p:nvSpPr>
        <p:spPr>
          <a:xfrm>
            <a:off x="4645378" y="3537285"/>
            <a:ext cx="570089" cy="230832"/>
          </a:xfrm>
          <a:prstGeom prst="rect">
            <a:avLst/>
          </a:prstGeom>
          <a:noFill/>
        </p:spPr>
        <p:txBody>
          <a:bodyPr wrap="square" rtlCol="0">
            <a:spAutoFit/>
          </a:bodyPr>
          <a:lstStyle/>
          <a:p>
            <a:pPr algn="ctr"/>
            <a:r>
              <a:rPr lang="en-US" sz="900" dirty="0"/>
              <a:t>5789</a:t>
            </a:r>
          </a:p>
        </p:txBody>
      </p:sp>
      <p:sp>
        <p:nvSpPr>
          <p:cNvPr id="49" name="TextBox 48">
            <a:extLst>
              <a:ext uri="{FF2B5EF4-FFF2-40B4-BE49-F238E27FC236}">
                <a16:creationId xmlns:a16="http://schemas.microsoft.com/office/drawing/2014/main" id="{72868DE3-0694-2AE2-6E4D-1BD63687676B}"/>
              </a:ext>
            </a:extLst>
          </p:cNvPr>
          <p:cNvSpPr txBox="1"/>
          <p:nvPr/>
        </p:nvSpPr>
        <p:spPr>
          <a:xfrm>
            <a:off x="5147734" y="3537285"/>
            <a:ext cx="570089" cy="230832"/>
          </a:xfrm>
          <a:prstGeom prst="rect">
            <a:avLst/>
          </a:prstGeom>
          <a:noFill/>
        </p:spPr>
        <p:txBody>
          <a:bodyPr wrap="square" rtlCol="0">
            <a:spAutoFit/>
          </a:bodyPr>
          <a:lstStyle/>
          <a:p>
            <a:pPr algn="ctr"/>
            <a:r>
              <a:rPr lang="en-US" sz="900" dirty="0"/>
              <a:t>5789</a:t>
            </a:r>
          </a:p>
        </p:txBody>
      </p:sp>
      <p:sp>
        <p:nvSpPr>
          <p:cNvPr id="50" name="TextBox 49">
            <a:extLst>
              <a:ext uri="{FF2B5EF4-FFF2-40B4-BE49-F238E27FC236}">
                <a16:creationId xmlns:a16="http://schemas.microsoft.com/office/drawing/2014/main" id="{D7152860-940F-1667-3A6B-08EB48F95522}"/>
              </a:ext>
            </a:extLst>
          </p:cNvPr>
          <p:cNvSpPr txBox="1"/>
          <p:nvPr/>
        </p:nvSpPr>
        <p:spPr>
          <a:xfrm>
            <a:off x="4143022" y="2905709"/>
            <a:ext cx="570089" cy="230832"/>
          </a:xfrm>
          <a:prstGeom prst="rect">
            <a:avLst/>
          </a:prstGeom>
          <a:noFill/>
        </p:spPr>
        <p:txBody>
          <a:bodyPr wrap="square" rtlCol="0">
            <a:spAutoFit/>
          </a:bodyPr>
          <a:lstStyle/>
          <a:p>
            <a:pPr algn="ctr"/>
            <a:r>
              <a:rPr lang="en-US" sz="900" dirty="0"/>
              <a:t>54</a:t>
            </a:r>
          </a:p>
        </p:txBody>
      </p:sp>
      <p:sp>
        <p:nvSpPr>
          <p:cNvPr id="51" name="TextBox 50">
            <a:extLst>
              <a:ext uri="{FF2B5EF4-FFF2-40B4-BE49-F238E27FC236}">
                <a16:creationId xmlns:a16="http://schemas.microsoft.com/office/drawing/2014/main" id="{D6CCB21A-45A9-38E4-0FAC-00AB0A55845B}"/>
              </a:ext>
            </a:extLst>
          </p:cNvPr>
          <p:cNvSpPr txBox="1"/>
          <p:nvPr/>
        </p:nvSpPr>
        <p:spPr>
          <a:xfrm>
            <a:off x="5215469" y="2231221"/>
            <a:ext cx="462845" cy="584775"/>
          </a:xfrm>
          <a:prstGeom prst="rect">
            <a:avLst/>
          </a:prstGeom>
          <a:noFill/>
        </p:spPr>
        <p:txBody>
          <a:bodyPr wrap="square" rtlCol="0">
            <a:spAutoFit/>
          </a:bodyPr>
          <a:lstStyle/>
          <a:p>
            <a:pPr algn="ctr"/>
            <a:r>
              <a:rPr lang="en-US" sz="3200" dirty="0"/>
              <a:t>6</a:t>
            </a:r>
          </a:p>
        </p:txBody>
      </p:sp>
      <p:sp>
        <p:nvSpPr>
          <p:cNvPr id="15" name="TextBox 14">
            <a:extLst>
              <a:ext uri="{FF2B5EF4-FFF2-40B4-BE49-F238E27FC236}">
                <a16:creationId xmlns:a16="http://schemas.microsoft.com/office/drawing/2014/main" id="{DC80C8CC-EFBD-27DB-68BD-9455AA35D4A4}"/>
              </a:ext>
            </a:extLst>
          </p:cNvPr>
          <p:cNvSpPr txBox="1"/>
          <p:nvPr/>
        </p:nvSpPr>
        <p:spPr>
          <a:xfrm>
            <a:off x="3217333" y="2734556"/>
            <a:ext cx="462845" cy="584775"/>
          </a:xfrm>
          <a:prstGeom prst="rect">
            <a:avLst/>
          </a:prstGeom>
          <a:noFill/>
        </p:spPr>
        <p:txBody>
          <a:bodyPr wrap="square" rtlCol="0">
            <a:spAutoFit/>
          </a:bodyPr>
          <a:lstStyle/>
          <a:p>
            <a:pPr algn="ctr"/>
            <a:r>
              <a:rPr lang="en-US" sz="3200" dirty="0"/>
              <a:t>7</a:t>
            </a:r>
          </a:p>
        </p:txBody>
      </p:sp>
      <p:sp>
        <p:nvSpPr>
          <p:cNvPr id="52" name="TextBox 51">
            <a:extLst>
              <a:ext uri="{FF2B5EF4-FFF2-40B4-BE49-F238E27FC236}">
                <a16:creationId xmlns:a16="http://schemas.microsoft.com/office/drawing/2014/main" id="{5F560FB9-37ED-C1E6-61CB-1A4F90183489}"/>
              </a:ext>
            </a:extLst>
          </p:cNvPr>
          <p:cNvSpPr txBox="1"/>
          <p:nvPr/>
        </p:nvSpPr>
        <p:spPr>
          <a:xfrm>
            <a:off x="3716867" y="2734556"/>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B30F8D74-DB4B-6384-570C-59EA362DD6A4}"/>
              </a:ext>
            </a:extLst>
          </p:cNvPr>
          <p:cNvSpPr txBox="1"/>
          <p:nvPr/>
        </p:nvSpPr>
        <p:spPr>
          <a:xfrm>
            <a:off x="3716867" y="1727886"/>
            <a:ext cx="462845" cy="584775"/>
          </a:xfrm>
          <a:prstGeom prst="rect">
            <a:avLst/>
          </a:prstGeom>
          <a:noFill/>
        </p:spPr>
        <p:txBody>
          <a:bodyPr wrap="square" rtlCol="0">
            <a:spAutoFit/>
          </a:bodyPr>
          <a:lstStyle/>
          <a:p>
            <a:pPr algn="ctr"/>
            <a:r>
              <a:rPr lang="en-US" sz="3200" dirty="0"/>
              <a:t>7</a:t>
            </a:r>
          </a:p>
        </p:txBody>
      </p:sp>
      <p:sp>
        <p:nvSpPr>
          <p:cNvPr id="9" name="TextBox 8">
            <a:extLst>
              <a:ext uri="{FF2B5EF4-FFF2-40B4-BE49-F238E27FC236}">
                <a16:creationId xmlns:a16="http://schemas.microsoft.com/office/drawing/2014/main" id="{0BF68184-EC94-6460-4CB6-7FC99DA987BC}"/>
              </a:ext>
            </a:extLst>
          </p:cNvPr>
          <p:cNvSpPr txBox="1"/>
          <p:nvPr/>
        </p:nvSpPr>
        <p:spPr>
          <a:xfrm>
            <a:off x="5147734" y="2034453"/>
            <a:ext cx="570089" cy="230832"/>
          </a:xfrm>
          <a:prstGeom prst="rect">
            <a:avLst/>
          </a:prstGeom>
          <a:noFill/>
        </p:spPr>
        <p:txBody>
          <a:bodyPr wrap="square" rtlCol="0">
            <a:spAutoFit/>
          </a:bodyPr>
          <a:lstStyle/>
          <a:p>
            <a:pPr algn="ctr"/>
            <a:r>
              <a:rPr lang="en-US" sz="900" dirty="0"/>
              <a:t>789</a:t>
            </a:r>
          </a:p>
        </p:txBody>
      </p:sp>
    </p:spTree>
    <p:extLst>
      <p:ext uri="{BB962C8B-B14F-4D97-AF65-F5344CB8AC3E}">
        <p14:creationId xmlns:p14="http://schemas.microsoft.com/office/powerpoint/2010/main" val="42747641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799960-5C29-5FCC-F026-9B5B213459E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2A688A8-7A2F-9ED0-7D08-4D82EBDB28F9}"/>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02356A4A-2A42-BFA0-0334-5C71FBC73999}"/>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FB5D5ECB-5B70-2C8D-59D5-7AAE1F8B9088}"/>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E98B3B90-2997-2B3F-268F-84F9EAFF929C}"/>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CE9F5D55-C315-C07E-E02B-B5BFCB6BD1DC}"/>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AF5134B6-FA02-2720-29F5-17BD11D240E4}"/>
              </a:ext>
            </a:extLst>
          </p:cNvPr>
          <p:cNvSpPr txBox="1"/>
          <p:nvPr/>
        </p:nvSpPr>
        <p:spPr>
          <a:xfrm>
            <a:off x="3716867" y="2231221"/>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6B2A6D58-47EC-EA5D-C2BF-24253BFACF46}"/>
              </a:ext>
            </a:extLst>
          </p:cNvPr>
          <p:cNvSpPr txBox="1"/>
          <p:nvPr/>
        </p:nvSpPr>
        <p:spPr>
          <a:xfrm>
            <a:off x="3217333" y="4747898"/>
            <a:ext cx="462845" cy="584775"/>
          </a:xfrm>
          <a:prstGeom prst="rect">
            <a:avLst/>
          </a:prstGeom>
          <a:noFill/>
        </p:spPr>
        <p:txBody>
          <a:bodyPr wrap="square" rtlCol="0">
            <a:spAutoFit/>
          </a:bodyPr>
          <a:lstStyle/>
          <a:p>
            <a:pPr algn="ctr"/>
            <a:r>
              <a:rPr lang="en-US" sz="3200" dirty="0"/>
              <a:t>6</a:t>
            </a:r>
          </a:p>
        </p:txBody>
      </p:sp>
      <p:sp>
        <p:nvSpPr>
          <p:cNvPr id="11" name="TextBox 10">
            <a:extLst>
              <a:ext uri="{FF2B5EF4-FFF2-40B4-BE49-F238E27FC236}">
                <a16:creationId xmlns:a16="http://schemas.microsoft.com/office/drawing/2014/main" id="{C5D7F51E-188E-7635-26EB-2B3A63FF4144}"/>
              </a:ext>
            </a:extLst>
          </p:cNvPr>
          <p:cNvSpPr txBox="1"/>
          <p:nvPr/>
        </p:nvSpPr>
        <p:spPr>
          <a:xfrm>
            <a:off x="7213604" y="4747898"/>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D4510310-D5D5-69A4-32CD-14E9DEA79138}"/>
              </a:ext>
            </a:extLst>
          </p:cNvPr>
          <p:cNvSpPr txBox="1"/>
          <p:nvPr/>
        </p:nvSpPr>
        <p:spPr>
          <a:xfrm>
            <a:off x="6214537" y="2734556"/>
            <a:ext cx="462845" cy="584775"/>
          </a:xfrm>
          <a:prstGeom prst="rect">
            <a:avLst/>
          </a:prstGeom>
          <a:no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162F62D1-F107-F2E8-9A2A-2F5691162C51}"/>
              </a:ext>
            </a:extLst>
          </p:cNvPr>
          <p:cNvSpPr txBox="1"/>
          <p:nvPr/>
        </p:nvSpPr>
        <p:spPr>
          <a:xfrm>
            <a:off x="4143022" y="2274133"/>
            <a:ext cx="570089" cy="230832"/>
          </a:xfrm>
          <a:prstGeom prst="rect">
            <a:avLst/>
          </a:prstGeom>
          <a:noFill/>
        </p:spPr>
        <p:txBody>
          <a:bodyPr wrap="square" rtlCol="0">
            <a:spAutoFit/>
          </a:bodyPr>
          <a:lstStyle/>
          <a:p>
            <a:pPr algn="ctr"/>
            <a:r>
              <a:rPr lang="en-US" sz="900" dirty="0"/>
              <a:t>4589</a:t>
            </a:r>
          </a:p>
        </p:txBody>
      </p:sp>
      <p:sp>
        <p:nvSpPr>
          <p:cNvPr id="14" name="TextBox 13">
            <a:extLst>
              <a:ext uri="{FF2B5EF4-FFF2-40B4-BE49-F238E27FC236}">
                <a16:creationId xmlns:a16="http://schemas.microsoft.com/office/drawing/2014/main" id="{FD8EEC44-254C-0D9F-E4D0-651F629833AB}"/>
              </a:ext>
            </a:extLst>
          </p:cNvPr>
          <p:cNvSpPr txBox="1"/>
          <p:nvPr/>
        </p:nvSpPr>
        <p:spPr>
          <a:xfrm>
            <a:off x="4645378" y="2274133"/>
            <a:ext cx="570089" cy="230832"/>
          </a:xfrm>
          <a:prstGeom prst="rect">
            <a:avLst/>
          </a:prstGeom>
          <a:noFill/>
        </p:spPr>
        <p:txBody>
          <a:bodyPr wrap="square" rtlCol="0">
            <a:spAutoFit/>
          </a:bodyPr>
          <a:lstStyle/>
          <a:p>
            <a:pPr algn="ctr"/>
            <a:r>
              <a:rPr lang="en-US" sz="900" dirty="0"/>
              <a:t>45789</a:t>
            </a:r>
          </a:p>
        </p:txBody>
      </p:sp>
      <p:sp>
        <p:nvSpPr>
          <p:cNvPr id="16" name="TextBox 15">
            <a:extLst>
              <a:ext uri="{FF2B5EF4-FFF2-40B4-BE49-F238E27FC236}">
                <a16:creationId xmlns:a16="http://schemas.microsoft.com/office/drawing/2014/main" id="{9319D296-CEBE-55C8-BD1C-13AA734276C8}"/>
              </a:ext>
            </a:extLst>
          </p:cNvPr>
          <p:cNvSpPr txBox="1"/>
          <p:nvPr/>
        </p:nvSpPr>
        <p:spPr>
          <a:xfrm>
            <a:off x="5650090" y="2274133"/>
            <a:ext cx="570089" cy="230832"/>
          </a:xfrm>
          <a:prstGeom prst="rect">
            <a:avLst/>
          </a:prstGeom>
          <a:noFill/>
        </p:spPr>
        <p:txBody>
          <a:bodyPr wrap="square" rtlCol="0">
            <a:spAutoFit/>
          </a:bodyPr>
          <a:lstStyle/>
          <a:p>
            <a:pPr algn="ctr"/>
            <a:r>
              <a:rPr lang="en-US" sz="900" dirty="0"/>
              <a:t>45789</a:t>
            </a:r>
          </a:p>
        </p:txBody>
      </p:sp>
      <p:sp>
        <p:nvSpPr>
          <p:cNvPr id="17" name="TextBox 16">
            <a:extLst>
              <a:ext uri="{FF2B5EF4-FFF2-40B4-BE49-F238E27FC236}">
                <a16:creationId xmlns:a16="http://schemas.microsoft.com/office/drawing/2014/main" id="{F04F19DE-9BE5-62F5-24B2-C33037B87554}"/>
              </a:ext>
            </a:extLst>
          </p:cNvPr>
          <p:cNvSpPr txBox="1"/>
          <p:nvPr/>
        </p:nvSpPr>
        <p:spPr>
          <a:xfrm>
            <a:off x="6152446" y="2274133"/>
            <a:ext cx="570089" cy="230832"/>
          </a:xfrm>
          <a:prstGeom prst="rect">
            <a:avLst/>
          </a:prstGeom>
          <a:noFill/>
        </p:spPr>
        <p:txBody>
          <a:bodyPr wrap="square" rtlCol="0">
            <a:spAutoFit/>
          </a:bodyPr>
          <a:lstStyle/>
          <a:p>
            <a:pPr algn="ctr"/>
            <a:r>
              <a:rPr lang="en-US" sz="900" dirty="0"/>
              <a:t>45789</a:t>
            </a:r>
          </a:p>
        </p:txBody>
      </p:sp>
      <p:sp>
        <p:nvSpPr>
          <p:cNvPr id="18" name="TextBox 17">
            <a:extLst>
              <a:ext uri="{FF2B5EF4-FFF2-40B4-BE49-F238E27FC236}">
                <a16:creationId xmlns:a16="http://schemas.microsoft.com/office/drawing/2014/main" id="{CA515FA1-D1DD-6125-59AE-BF2F56A4D0A3}"/>
              </a:ext>
            </a:extLst>
          </p:cNvPr>
          <p:cNvSpPr txBox="1"/>
          <p:nvPr/>
        </p:nvSpPr>
        <p:spPr>
          <a:xfrm>
            <a:off x="6654802" y="2404765"/>
            <a:ext cx="570089" cy="230832"/>
          </a:xfrm>
          <a:prstGeom prst="rect">
            <a:avLst/>
          </a:prstGeom>
          <a:noFill/>
        </p:spPr>
        <p:txBody>
          <a:bodyPr wrap="square" rtlCol="0">
            <a:spAutoFit/>
          </a:bodyPr>
          <a:lstStyle/>
          <a:p>
            <a:pPr algn="ctr"/>
            <a:r>
              <a:rPr lang="en-US" sz="900" dirty="0"/>
              <a:t>245</a:t>
            </a:r>
          </a:p>
        </p:txBody>
      </p:sp>
      <p:sp>
        <p:nvSpPr>
          <p:cNvPr id="19" name="TextBox 18">
            <a:extLst>
              <a:ext uri="{FF2B5EF4-FFF2-40B4-BE49-F238E27FC236}">
                <a16:creationId xmlns:a16="http://schemas.microsoft.com/office/drawing/2014/main" id="{65A619BC-A2D5-2405-A5EF-8D1C65B69BC4}"/>
              </a:ext>
            </a:extLst>
          </p:cNvPr>
          <p:cNvSpPr txBox="1"/>
          <p:nvPr/>
        </p:nvSpPr>
        <p:spPr>
          <a:xfrm>
            <a:off x="7157158" y="2404765"/>
            <a:ext cx="570089" cy="230832"/>
          </a:xfrm>
          <a:prstGeom prst="rect">
            <a:avLst/>
          </a:prstGeom>
          <a:noFill/>
        </p:spPr>
        <p:txBody>
          <a:bodyPr wrap="square" rtlCol="0">
            <a:spAutoFit/>
          </a:bodyPr>
          <a:lstStyle/>
          <a:p>
            <a:pPr algn="ctr"/>
            <a:r>
              <a:rPr lang="en-US" sz="900" dirty="0"/>
              <a:t>245</a:t>
            </a:r>
          </a:p>
        </p:txBody>
      </p:sp>
      <p:sp>
        <p:nvSpPr>
          <p:cNvPr id="20" name="TextBox 19">
            <a:extLst>
              <a:ext uri="{FF2B5EF4-FFF2-40B4-BE49-F238E27FC236}">
                <a16:creationId xmlns:a16="http://schemas.microsoft.com/office/drawing/2014/main" id="{62B62B81-69E5-3244-F83E-474B227AA504}"/>
              </a:ext>
            </a:extLst>
          </p:cNvPr>
          <p:cNvSpPr txBox="1"/>
          <p:nvPr/>
        </p:nvSpPr>
        <p:spPr>
          <a:xfrm>
            <a:off x="4645378" y="1903821"/>
            <a:ext cx="570089" cy="230832"/>
          </a:xfrm>
          <a:prstGeom prst="rect">
            <a:avLst/>
          </a:prstGeom>
          <a:noFill/>
        </p:spPr>
        <p:txBody>
          <a:bodyPr wrap="square" rtlCol="0">
            <a:spAutoFit/>
          </a:bodyPr>
          <a:lstStyle/>
          <a:p>
            <a:pPr algn="ctr"/>
            <a:r>
              <a:rPr lang="en-US" sz="900" dirty="0"/>
              <a:t>45</a:t>
            </a:r>
          </a:p>
        </p:txBody>
      </p:sp>
      <p:sp>
        <p:nvSpPr>
          <p:cNvPr id="23" name="TextBox 22">
            <a:extLst>
              <a:ext uri="{FF2B5EF4-FFF2-40B4-BE49-F238E27FC236}">
                <a16:creationId xmlns:a16="http://schemas.microsoft.com/office/drawing/2014/main" id="{D45D19C6-CAE7-72B2-163A-52D6113DA74A}"/>
              </a:ext>
            </a:extLst>
          </p:cNvPr>
          <p:cNvSpPr txBox="1"/>
          <p:nvPr/>
        </p:nvSpPr>
        <p:spPr>
          <a:xfrm>
            <a:off x="6214537" y="721216"/>
            <a:ext cx="462845" cy="584775"/>
          </a:xfrm>
          <a:prstGeom prst="rect">
            <a:avLst/>
          </a:prstGeom>
          <a:noFill/>
        </p:spPr>
        <p:txBody>
          <a:bodyPr wrap="square" rtlCol="0">
            <a:spAutoFit/>
          </a:bodyPr>
          <a:lstStyle/>
          <a:p>
            <a:pPr algn="ctr"/>
            <a:r>
              <a:rPr lang="en-US" sz="3200" dirty="0"/>
              <a:t>2</a:t>
            </a:r>
          </a:p>
        </p:txBody>
      </p:sp>
      <p:sp>
        <p:nvSpPr>
          <p:cNvPr id="24" name="TextBox 23">
            <a:extLst>
              <a:ext uri="{FF2B5EF4-FFF2-40B4-BE49-F238E27FC236}">
                <a16:creationId xmlns:a16="http://schemas.microsoft.com/office/drawing/2014/main" id="{FA782CC3-031F-0EC4-F027-B50ABE32F818}"/>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692F4B12-DF15-4520-A586-287F4FD7450B}"/>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A28FBBBD-5003-4EAD-05CF-38321FEFBA20}"/>
              </a:ext>
            </a:extLst>
          </p:cNvPr>
          <p:cNvSpPr txBox="1"/>
          <p:nvPr/>
        </p:nvSpPr>
        <p:spPr>
          <a:xfrm>
            <a:off x="6654802" y="771301"/>
            <a:ext cx="570089" cy="230832"/>
          </a:xfrm>
          <a:prstGeom prst="rect">
            <a:avLst/>
          </a:prstGeom>
          <a:noFill/>
        </p:spPr>
        <p:txBody>
          <a:bodyPr wrap="square" rtlCol="0">
            <a:spAutoFit/>
          </a:bodyPr>
          <a:lstStyle/>
          <a:p>
            <a:pPr algn="ctr"/>
            <a:r>
              <a:rPr lang="en-US" sz="900" dirty="0"/>
              <a:t>97</a:t>
            </a:r>
          </a:p>
        </p:txBody>
      </p:sp>
      <p:sp>
        <p:nvSpPr>
          <p:cNvPr id="26" name="TextBox 25">
            <a:extLst>
              <a:ext uri="{FF2B5EF4-FFF2-40B4-BE49-F238E27FC236}">
                <a16:creationId xmlns:a16="http://schemas.microsoft.com/office/drawing/2014/main" id="{28A08F61-1CD0-5292-7109-0CC06C69F37F}"/>
              </a:ext>
            </a:extLst>
          </p:cNvPr>
          <p:cNvSpPr txBox="1"/>
          <p:nvPr/>
        </p:nvSpPr>
        <p:spPr>
          <a:xfrm>
            <a:off x="6654802" y="1402877"/>
            <a:ext cx="570089" cy="230832"/>
          </a:xfrm>
          <a:prstGeom prst="rect">
            <a:avLst/>
          </a:prstGeom>
          <a:noFill/>
        </p:spPr>
        <p:txBody>
          <a:bodyPr wrap="square" rtlCol="0">
            <a:spAutoFit/>
          </a:bodyPr>
          <a:lstStyle/>
          <a:p>
            <a:pPr algn="ctr"/>
            <a:r>
              <a:rPr lang="en-US" sz="900" dirty="0"/>
              <a:t>34579</a:t>
            </a:r>
          </a:p>
        </p:txBody>
      </p:sp>
      <p:sp>
        <p:nvSpPr>
          <p:cNvPr id="27" name="TextBox 26">
            <a:extLst>
              <a:ext uri="{FF2B5EF4-FFF2-40B4-BE49-F238E27FC236}">
                <a16:creationId xmlns:a16="http://schemas.microsoft.com/office/drawing/2014/main" id="{D8FC2A09-7365-BBA1-6209-8673A40C546A}"/>
              </a:ext>
            </a:extLst>
          </p:cNvPr>
          <p:cNvSpPr txBox="1"/>
          <p:nvPr/>
        </p:nvSpPr>
        <p:spPr>
          <a:xfrm>
            <a:off x="7157158" y="1402877"/>
            <a:ext cx="570089" cy="230832"/>
          </a:xfrm>
          <a:prstGeom prst="rect">
            <a:avLst/>
          </a:prstGeom>
          <a:noFill/>
        </p:spPr>
        <p:txBody>
          <a:bodyPr wrap="square" rtlCol="0">
            <a:spAutoFit/>
          </a:bodyPr>
          <a:lstStyle/>
          <a:p>
            <a:pPr algn="ctr"/>
            <a:r>
              <a:rPr lang="en-US" sz="900" dirty="0"/>
              <a:t>4579</a:t>
            </a:r>
          </a:p>
        </p:txBody>
      </p:sp>
      <p:sp>
        <p:nvSpPr>
          <p:cNvPr id="28" name="TextBox 27">
            <a:extLst>
              <a:ext uri="{FF2B5EF4-FFF2-40B4-BE49-F238E27FC236}">
                <a16:creationId xmlns:a16="http://schemas.microsoft.com/office/drawing/2014/main" id="{1A6F2632-A67D-416A-F0E0-686A6F4BDF02}"/>
              </a:ext>
            </a:extLst>
          </p:cNvPr>
          <p:cNvSpPr txBox="1"/>
          <p:nvPr/>
        </p:nvSpPr>
        <p:spPr>
          <a:xfrm>
            <a:off x="6654802" y="2034453"/>
            <a:ext cx="570089" cy="230832"/>
          </a:xfrm>
          <a:prstGeom prst="rect">
            <a:avLst/>
          </a:prstGeom>
          <a:noFill/>
        </p:spPr>
        <p:txBody>
          <a:bodyPr wrap="square" rtlCol="0">
            <a:spAutoFit/>
          </a:bodyPr>
          <a:lstStyle/>
          <a:p>
            <a:pPr algn="ctr"/>
            <a:r>
              <a:rPr lang="en-US" sz="900" dirty="0"/>
              <a:t>345</a:t>
            </a:r>
          </a:p>
        </p:txBody>
      </p:sp>
      <p:sp>
        <p:nvSpPr>
          <p:cNvPr id="29" name="TextBox 28">
            <a:extLst>
              <a:ext uri="{FF2B5EF4-FFF2-40B4-BE49-F238E27FC236}">
                <a16:creationId xmlns:a16="http://schemas.microsoft.com/office/drawing/2014/main" id="{BE6C5372-6DA0-0E30-5A1B-817C047A912F}"/>
              </a:ext>
            </a:extLst>
          </p:cNvPr>
          <p:cNvSpPr txBox="1"/>
          <p:nvPr/>
        </p:nvSpPr>
        <p:spPr>
          <a:xfrm>
            <a:off x="7157158" y="2034453"/>
            <a:ext cx="570089" cy="230832"/>
          </a:xfrm>
          <a:prstGeom prst="rect">
            <a:avLst/>
          </a:prstGeom>
          <a:noFill/>
        </p:spPr>
        <p:txBody>
          <a:bodyPr wrap="square" rtlCol="0">
            <a:spAutoFit/>
          </a:bodyPr>
          <a:lstStyle/>
          <a:p>
            <a:pPr algn="ctr"/>
            <a:r>
              <a:rPr lang="en-US" sz="900" dirty="0"/>
              <a:t>45</a:t>
            </a:r>
          </a:p>
        </p:txBody>
      </p:sp>
      <p:sp>
        <p:nvSpPr>
          <p:cNvPr id="30" name="TextBox 29">
            <a:extLst>
              <a:ext uri="{FF2B5EF4-FFF2-40B4-BE49-F238E27FC236}">
                <a16:creationId xmlns:a16="http://schemas.microsoft.com/office/drawing/2014/main" id="{ED50767B-D9A6-9C59-5B69-F0E943830CDC}"/>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F46AC027-C1FF-7B25-642F-0BF94444CDAA}"/>
              </a:ext>
            </a:extLst>
          </p:cNvPr>
          <p:cNvSpPr txBox="1"/>
          <p:nvPr/>
        </p:nvSpPr>
        <p:spPr>
          <a:xfrm>
            <a:off x="3217333" y="721216"/>
            <a:ext cx="462845" cy="584775"/>
          </a:xfrm>
          <a:prstGeom prst="rect">
            <a:avLst/>
          </a:prstGeom>
          <a:noFill/>
        </p:spPr>
        <p:txBody>
          <a:bodyPr wrap="square" rtlCol="0">
            <a:spAutoFit/>
          </a:bodyPr>
          <a:lstStyle/>
          <a:p>
            <a:pPr algn="ctr"/>
            <a:r>
              <a:rPr lang="en-US" sz="3200" dirty="0"/>
              <a:t>4</a:t>
            </a:r>
          </a:p>
        </p:txBody>
      </p:sp>
      <p:sp>
        <p:nvSpPr>
          <p:cNvPr id="32" name="TextBox 31">
            <a:extLst>
              <a:ext uri="{FF2B5EF4-FFF2-40B4-BE49-F238E27FC236}">
                <a16:creationId xmlns:a16="http://schemas.microsoft.com/office/drawing/2014/main" id="{8DA1E732-6C43-783B-651E-CEC07373A685}"/>
              </a:ext>
            </a:extLst>
          </p:cNvPr>
          <p:cNvSpPr txBox="1"/>
          <p:nvPr/>
        </p:nvSpPr>
        <p:spPr>
          <a:xfrm>
            <a:off x="3138310" y="1402877"/>
            <a:ext cx="570089" cy="230832"/>
          </a:xfrm>
          <a:prstGeom prst="rect">
            <a:avLst/>
          </a:prstGeom>
          <a:noFill/>
        </p:spPr>
        <p:txBody>
          <a:bodyPr wrap="square" rtlCol="0">
            <a:spAutoFit/>
          </a:bodyPr>
          <a:lstStyle/>
          <a:p>
            <a:pPr algn="ctr"/>
            <a:r>
              <a:rPr lang="en-US" sz="900" dirty="0"/>
              <a:t>89</a:t>
            </a:r>
          </a:p>
        </p:txBody>
      </p:sp>
      <p:sp>
        <p:nvSpPr>
          <p:cNvPr id="34" name="TextBox 33">
            <a:extLst>
              <a:ext uri="{FF2B5EF4-FFF2-40B4-BE49-F238E27FC236}">
                <a16:creationId xmlns:a16="http://schemas.microsoft.com/office/drawing/2014/main" id="{455B1AC3-4717-605F-33A4-DE416B174D07}"/>
              </a:ext>
            </a:extLst>
          </p:cNvPr>
          <p:cNvSpPr txBox="1"/>
          <p:nvPr/>
        </p:nvSpPr>
        <p:spPr>
          <a:xfrm>
            <a:off x="3138310" y="2034453"/>
            <a:ext cx="570089" cy="230832"/>
          </a:xfrm>
          <a:prstGeom prst="rect">
            <a:avLst/>
          </a:prstGeom>
          <a:noFill/>
        </p:spPr>
        <p:txBody>
          <a:bodyPr wrap="square" rtlCol="0">
            <a:spAutoFit/>
          </a:bodyPr>
          <a:lstStyle/>
          <a:p>
            <a:pPr algn="ctr"/>
            <a:r>
              <a:rPr lang="en-US" sz="900" dirty="0"/>
              <a:t>98</a:t>
            </a:r>
          </a:p>
        </p:txBody>
      </p:sp>
      <p:sp>
        <p:nvSpPr>
          <p:cNvPr id="35" name="TextBox 34">
            <a:extLst>
              <a:ext uri="{FF2B5EF4-FFF2-40B4-BE49-F238E27FC236}">
                <a16:creationId xmlns:a16="http://schemas.microsoft.com/office/drawing/2014/main" id="{178654C0-D0F0-25B4-C145-3B21B356DE8B}"/>
              </a:ext>
            </a:extLst>
          </p:cNvPr>
          <p:cNvSpPr txBox="1"/>
          <p:nvPr/>
        </p:nvSpPr>
        <p:spPr>
          <a:xfrm>
            <a:off x="4216401" y="1224551"/>
            <a:ext cx="462845" cy="584775"/>
          </a:xfrm>
          <a:prstGeom prst="rect">
            <a:avLst/>
          </a:prstGeom>
          <a:noFill/>
        </p:spPr>
        <p:txBody>
          <a:bodyPr wrap="square" rtlCol="0">
            <a:spAutoFit/>
          </a:bodyPr>
          <a:lstStyle/>
          <a:p>
            <a:pPr algn="ctr"/>
            <a:r>
              <a:rPr lang="en-US" sz="3200" dirty="0"/>
              <a:t>1</a:t>
            </a:r>
          </a:p>
        </p:txBody>
      </p:sp>
      <p:sp>
        <p:nvSpPr>
          <p:cNvPr id="36" name="TextBox 35">
            <a:extLst>
              <a:ext uri="{FF2B5EF4-FFF2-40B4-BE49-F238E27FC236}">
                <a16:creationId xmlns:a16="http://schemas.microsoft.com/office/drawing/2014/main" id="{3B555ACB-A400-E48E-406B-AE3C8470A58D}"/>
              </a:ext>
            </a:extLst>
          </p:cNvPr>
          <p:cNvSpPr txBox="1"/>
          <p:nvPr/>
        </p:nvSpPr>
        <p:spPr>
          <a:xfrm>
            <a:off x="5215469" y="721216"/>
            <a:ext cx="462845" cy="584775"/>
          </a:xfrm>
          <a:prstGeom prst="rect">
            <a:avLst/>
          </a:prstGeom>
          <a:noFill/>
        </p:spPr>
        <p:txBody>
          <a:bodyPr wrap="square" rtlCol="0">
            <a:spAutoFit/>
          </a:bodyPr>
          <a:lstStyle/>
          <a:p>
            <a:pPr algn="ctr"/>
            <a:r>
              <a:rPr lang="en-US" sz="3200" dirty="0"/>
              <a:t>1</a:t>
            </a:r>
          </a:p>
        </p:txBody>
      </p:sp>
      <p:sp>
        <p:nvSpPr>
          <p:cNvPr id="37" name="TextBox 36">
            <a:extLst>
              <a:ext uri="{FF2B5EF4-FFF2-40B4-BE49-F238E27FC236}">
                <a16:creationId xmlns:a16="http://schemas.microsoft.com/office/drawing/2014/main" id="{354D60B3-7898-97ED-35E9-D4F426612716}"/>
              </a:ext>
            </a:extLst>
          </p:cNvPr>
          <p:cNvSpPr txBox="1"/>
          <p:nvPr/>
        </p:nvSpPr>
        <p:spPr>
          <a:xfrm>
            <a:off x="3640666" y="901933"/>
            <a:ext cx="570089" cy="230832"/>
          </a:xfrm>
          <a:prstGeom prst="rect">
            <a:avLst/>
          </a:prstGeom>
          <a:noFill/>
        </p:spPr>
        <p:txBody>
          <a:bodyPr wrap="square" rtlCol="0">
            <a:spAutoFit/>
          </a:bodyPr>
          <a:lstStyle/>
          <a:p>
            <a:pPr algn="ctr"/>
            <a:r>
              <a:rPr lang="en-US" sz="900" dirty="0"/>
              <a:t>35</a:t>
            </a:r>
          </a:p>
        </p:txBody>
      </p:sp>
      <p:sp>
        <p:nvSpPr>
          <p:cNvPr id="39" name="TextBox 38">
            <a:extLst>
              <a:ext uri="{FF2B5EF4-FFF2-40B4-BE49-F238E27FC236}">
                <a16:creationId xmlns:a16="http://schemas.microsoft.com/office/drawing/2014/main" id="{77905A9D-D1A0-1506-4F59-C7393046F6EA}"/>
              </a:ext>
            </a:extLst>
          </p:cNvPr>
          <p:cNvSpPr txBox="1"/>
          <p:nvPr/>
        </p:nvSpPr>
        <p:spPr>
          <a:xfrm>
            <a:off x="3640666" y="1402877"/>
            <a:ext cx="570089" cy="230832"/>
          </a:xfrm>
          <a:prstGeom prst="rect">
            <a:avLst/>
          </a:prstGeom>
          <a:noFill/>
        </p:spPr>
        <p:txBody>
          <a:bodyPr wrap="square" rtlCol="0">
            <a:spAutoFit/>
          </a:bodyPr>
          <a:lstStyle/>
          <a:p>
            <a:pPr algn="ctr"/>
            <a:r>
              <a:rPr lang="en-US" sz="900" dirty="0"/>
              <a:t>53</a:t>
            </a:r>
          </a:p>
        </p:txBody>
      </p:sp>
      <p:sp>
        <p:nvSpPr>
          <p:cNvPr id="40" name="TextBox 39">
            <a:extLst>
              <a:ext uri="{FF2B5EF4-FFF2-40B4-BE49-F238E27FC236}">
                <a16:creationId xmlns:a16="http://schemas.microsoft.com/office/drawing/2014/main" id="{DE484E9F-A3BB-319A-179E-37BCC6026621}"/>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41" name="TextBox 40">
            <a:extLst>
              <a:ext uri="{FF2B5EF4-FFF2-40B4-BE49-F238E27FC236}">
                <a16:creationId xmlns:a16="http://schemas.microsoft.com/office/drawing/2014/main" id="{A38E33F8-AA8E-8BA0-D085-88A2310C4F10}"/>
              </a:ext>
            </a:extLst>
          </p:cNvPr>
          <p:cNvSpPr txBox="1"/>
          <p:nvPr/>
        </p:nvSpPr>
        <p:spPr>
          <a:xfrm>
            <a:off x="4645378" y="771301"/>
            <a:ext cx="570089" cy="230832"/>
          </a:xfrm>
          <a:prstGeom prst="rect">
            <a:avLst/>
          </a:prstGeom>
          <a:noFill/>
        </p:spPr>
        <p:txBody>
          <a:bodyPr wrap="square" rtlCol="0">
            <a:spAutoFit/>
          </a:bodyPr>
          <a:lstStyle/>
          <a:p>
            <a:pPr algn="ctr"/>
            <a:r>
              <a:rPr lang="en-US" sz="900" dirty="0"/>
              <a:t>79</a:t>
            </a:r>
          </a:p>
        </p:txBody>
      </p:sp>
      <p:sp>
        <p:nvSpPr>
          <p:cNvPr id="38" name="TextBox 37">
            <a:extLst>
              <a:ext uri="{FF2B5EF4-FFF2-40B4-BE49-F238E27FC236}">
                <a16:creationId xmlns:a16="http://schemas.microsoft.com/office/drawing/2014/main" id="{39E6959F-3F7B-8258-3229-7830DCFBDFA5}"/>
              </a:ext>
            </a:extLst>
          </p:cNvPr>
          <p:cNvSpPr txBox="1"/>
          <p:nvPr/>
        </p:nvSpPr>
        <p:spPr>
          <a:xfrm>
            <a:off x="5650090" y="901933"/>
            <a:ext cx="570089" cy="230832"/>
          </a:xfrm>
          <a:prstGeom prst="rect">
            <a:avLst/>
          </a:prstGeom>
          <a:noFill/>
        </p:spPr>
        <p:txBody>
          <a:bodyPr wrap="square" rtlCol="0">
            <a:spAutoFit/>
          </a:bodyPr>
          <a:lstStyle/>
          <a:p>
            <a:pPr algn="ctr"/>
            <a:r>
              <a:rPr lang="en-US" sz="900" dirty="0"/>
              <a:t>53</a:t>
            </a:r>
          </a:p>
        </p:txBody>
      </p:sp>
      <p:sp>
        <p:nvSpPr>
          <p:cNvPr id="42" name="TextBox 41">
            <a:extLst>
              <a:ext uri="{FF2B5EF4-FFF2-40B4-BE49-F238E27FC236}">
                <a16:creationId xmlns:a16="http://schemas.microsoft.com/office/drawing/2014/main" id="{1965CC9A-2A40-1561-E694-82EBBDDA24DE}"/>
              </a:ext>
            </a:extLst>
          </p:cNvPr>
          <p:cNvSpPr txBox="1"/>
          <p:nvPr/>
        </p:nvSpPr>
        <p:spPr>
          <a:xfrm>
            <a:off x="5715003" y="1224551"/>
            <a:ext cx="462845" cy="584775"/>
          </a:xfrm>
          <a:prstGeom prst="rect">
            <a:avLst/>
          </a:prstGeom>
          <a:noFill/>
        </p:spPr>
        <p:txBody>
          <a:bodyPr wrap="square" rtlCol="0">
            <a:spAutoFit/>
          </a:bodyPr>
          <a:lstStyle/>
          <a:p>
            <a:pPr algn="ctr"/>
            <a:r>
              <a:rPr lang="en-US" sz="3200" dirty="0"/>
              <a:t>2</a:t>
            </a:r>
          </a:p>
        </p:txBody>
      </p:sp>
      <p:sp>
        <p:nvSpPr>
          <p:cNvPr id="43" name="TextBox 42">
            <a:extLst>
              <a:ext uri="{FF2B5EF4-FFF2-40B4-BE49-F238E27FC236}">
                <a16:creationId xmlns:a16="http://schemas.microsoft.com/office/drawing/2014/main" id="{B467A390-DC33-508A-BA4B-3CD92A4EDC44}"/>
              </a:ext>
            </a:extLst>
          </p:cNvPr>
          <p:cNvSpPr txBox="1"/>
          <p:nvPr/>
        </p:nvSpPr>
        <p:spPr>
          <a:xfrm>
            <a:off x="4645378" y="1533509"/>
            <a:ext cx="570089" cy="230832"/>
          </a:xfrm>
          <a:prstGeom prst="rect">
            <a:avLst/>
          </a:prstGeom>
          <a:noFill/>
        </p:spPr>
        <p:txBody>
          <a:bodyPr wrap="square" rtlCol="0">
            <a:spAutoFit/>
          </a:bodyPr>
          <a:lstStyle/>
          <a:p>
            <a:pPr algn="ctr"/>
            <a:r>
              <a:rPr lang="en-US" sz="900" dirty="0"/>
              <a:t>345789</a:t>
            </a:r>
          </a:p>
        </p:txBody>
      </p:sp>
      <p:sp>
        <p:nvSpPr>
          <p:cNvPr id="44" name="TextBox 43">
            <a:extLst>
              <a:ext uri="{FF2B5EF4-FFF2-40B4-BE49-F238E27FC236}">
                <a16:creationId xmlns:a16="http://schemas.microsoft.com/office/drawing/2014/main" id="{157AF4EB-0AE2-47F4-6951-BF14635A3206}"/>
              </a:ext>
            </a:extLst>
          </p:cNvPr>
          <p:cNvSpPr txBox="1"/>
          <p:nvPr/>
        </p:nvSpPr>
        <p:spPr>
          <a:xfrm>
            <a:off x="5147734" y="1533509"/>
            <a:ext cx="570089" cy="230832"/>
          </a:xfrm>
          <a:prstGeom prst="rect">
            <a:avLst/>
          </a:prstGeom>
          <a:noFill/>
        </p:spPr>
        <p:txBody>
          <a:bodyPr wrap="square" rtlCol="0">
            <a:spAutoFit/>
          </a:bodyPr>
          <a:lstStyle/>
          <a:p>
            <a:pPr algn="ctr"/>
            <a:r>
              <a:rPr lang="en-US" sz="900" dirty="0"/>
              <a:t>987543</a:t>
            </a:r>
          </a:p>
        </p:txBody>
      </p:sp>
      <p:sp>
        <p:nvSpPr>
          <p:cNvPr id="45" name="TextBox 44">
            <a:extLst>
              <a:ext uri="{FF2B5EF4-FFF2-40B4-BE49-F238E27FC236}">
                <a16:creationId xmlns:a16="http://schemas.microsoft.com/office/drawing/2014/main" id="{46279C93-4B47-DB7B-D642-20EE40342175}"/>
              </a:ext>
            </a:extLst>
          </p:cNvPr>
          <p:cNvSpPr txBox="1"/>
          <p:nvPr/>
        </p:nvSpPr>
        <p:spPr>
          <a:xfrm>
            <a:off x="5147734" y="2905709"/>
            <a:ext cx="570089" cy="230832"/>
          </a:xfrm>
          <a:prstGeom prst="rect">
            <a:avLst/>
          </a:prstGeom>
          <a:noFill/>
        </p:spPr>
        <p:txBody>
          <a:bodyPr wrap="square" rtlCol="0">
            <a:spAutoFit/>
          </a:bodyPr>
          <a:lstStyle/>
          <a:p>
            <a:pPr algn="ctr"/>
            <a:r>
              <a:rPr lang="en-US" sz="900" dirty="0"/>
              <a:t>24</a:t>
            </a:r>
          </a:p>
        </p:txBody>
      </p:sp>
      <p:sp>
        <p:nvSpPr>
          <p:cNvPr id="46" name="TextBox 45">
            <a:extLst>
              <a:ext uri="{FF2B5EF4-FFF2-40B4-BE49-F238E27FC236}">
                <a16:creationId xmlns:a16="http://schemas.microsoft.com/office/drawing/2014/main" id="{1184A593-E4B7-AB1E-A005-2CFC0441AE75}"/>
              </a:ext>
            </a:extLst>
          </p:cNvPr>
          <p:cNvSpPr txBox="1"/>
          <p:nvPr/>
        </p:nvSpPr>
        <p:spPr>
          <a:xfrm>
            <a:off x="3640666" y="3406653"/>
            <a:ext cx="570089" cy="230832"/>
          </a:xfrm>
          <a:prstGeom prst="rect">
            <a:avLst/>
          </a:prstGeom>
          <a:noFill/>
        </p:spPr>
        <p:txBody>
          <a:bodyPr wrap="square" rtlCol="0">
            <a:spAutoFit/>
          </a:bodyPr>
          <a:lstStyle/>
          <a:p>
            <a:pPr algn="ctr"/>
            <a:r>
              <a:rPr lang="en-US" sz="900" dirty="0"/>
              <a:t>42</a:t>
            </a:r>
          </a:p>
        </p:txBody>
      </p:sp>
      <p:sp>
        <p:nvSpPr>
          <p:cNvPr id="47" name="TextBox 46">
            <a:extLst>
              <a:ext uri="{FF2B5EF4-FFF2-40B4-BE49-F238E27FC236}">
                <a16:creationId xmlns:a16="http://schemas.microsoft.com/office/drawing/2014/main" id="{088A2865-30EB-ED54-A070-A8E164475598}"/>
              </a:ext>
            </a:extLst>
          </p:cNvPr>
          <p:cNvSpPr txBox="1"/>
          <p:nvPr/>
        </p:nvSpPr>
        <p:spPr>
          <a:xfrm>
            <a:off x="4143022" y="3537285"/>
            <a:ext cx="570089" cy="230832"/>
          </a:xfrm>
          <a:prstGeom prst="rect">
            <a:avLst/>
          </a:prstGeom>
          <a:noFill/>
        </p:spPr>
        <p:txBody>
          <a:bodyPr wrap="square" rtlCol="0">
            <a:spAutoFit/>
          </a:bodyPr>
          <a:lstStyle/>
          <a:p>
            <a:pPr algn="ctr"/>
            <a:r>
              <a:rPr lang="en-US" sz="900" dirty="0"/>
              <a:t>589</a:t>
            </a:r>
          </a:p>
        </p:txBody>
      </p:sp>
      <p:sp>
        <p:nvSpPr>
          <p:cNvPr id="48" name="TextBox 47">
            <a:extLst>
              <a:ext uri="{FF2B5EF4-FFF2-40B4-BE49-F238E27FC236}">
                <a16:creationId xmlns:a16="http://schemas.microsoft.com/office/drawing/2014/main" id="{4254CA94-8D6F-4FFC-EF31-25F85C4583D5}"/>
              </a:ext>
            </a:extLst>
          </p:cNvPr>
          <p:cNvSpPr txBox="1"/>
          <p:nvPr/>
        </p:nvSpPr>
        <p:spPr>
          <a:xfrm>
            <a:off x="4645378" y="3537285"/>
            <a:ext cx="570089" cy="230832"/>
          </a:xfrm>
          <a:prstGeom prst="rect">
            <a:avLst/>
          </a:prstGeom>
          <a:noFill/>
        </p:spPr>
        <p:txBody>
          <a:bodyPr wrap="square" rtlCol="0">
            <a:spAutoFit/>
          </a:bodyPr>
          <a:lstStyle/>
          <a:p>
            <a:pPr algn="ctr"/>
            <a:r>
              <a:rPr lang="en-US" sz="900" dirty="0"/>
              <a:t>5789</a:t>
            </a:r>
          </a:p>
        </p:txBody>
      </p:sp>
      <p:sp>
        <p:nvSpPr>
          <p:cNvPr id="49" name="TextBox 48">
            <a:extLst>
              <a:ext uri="{FF2B5EF4-FFF2-40B4-BE49-F238E27FC236}">
                <a16:creationId xmlns:a16="http://schemas.microsoft.com/office/drawing/2014/main" id="{52D8DB2F-895C-9CED-5441-4B58955435AF}"/>
              </a:ext>
            </a:extLst>
          </p:cNvPr>
          <p:cNvSpPr txBox="1"/>
          <p:nvPr/>
        </p:nvSpPr>
        <p:spPr>
          <a:xfrm>
            <a:off x="5147734" y="3537285"/>
            <a:ext cx="570089" cy="230832"/>
          </a:xfrm>
          <a:prstGeom prst="rect">
            <a:avLst/>
          </a:prstGeom>
          <a:noFill/>
        </p:spPr>
        <p:txBody>
          <a:bodyPr wrap="square" rtlCol="0">
            <a:spAutoFit/>
          </a:bodyPr>
          <a:lstStyle/>
          <a:p>
            <a:pPr algn="ctr"/>
            <a:r>
              <a:rPr lang="en-US" sz="900" dirty="0"/>
              <a:t>5789</a:t>
            </a:r>
          </a:p>
        </p:txBody>
      </p:sp>
      <p:sp>
        <p:nvSpPr>
          <p:cNvPr id="50" name="TextBox 49">
            <a:extLst>
              <a:ext uri="{FF2B5EF4-FFF2-40B4-BE49-F238E27FC236}">
                <a16:creationId xmlns:a16="http://schemas.microsoft.com/office/drawing/2014/main" id="{4D8B081C-9D97-9602-ECD1-CBECD252B1F6}"/>
              </a:ext>
            </a:extLst>
          </p:cNvPr>
          <p:cNvSpPr txBox="1"/>
          <p:nvPr/>
        </p:nvSpPr>
        <p:spPr>
          <a:xfrm>
            <a:off x="4143022" y="2905709"/>
            <a:ext cx="570089" cy="230832"/>
          </a:xfrm>
          <a:prstGeom prst="rect">
            <a:avLst/>
          </a:prstGeom>
          <a:noFill/>
        </p:spPr>
        <p:txBody>
          <a:bodyPr wrap="square" rtlCol="0">
            <a:spAutoFit/>
          </a:bodyPr>
          <a:lstStyle/>
          <a:p>
            <a:pPr algn="ctr"/>
            <a:r>
              <a:rPr lang="en-US" sz="900" dirty="0"/>
              <a:t>54</a:t>
            </a:r>
          </a:p>
        </p:txBody>
      </p:sp>
      <p:sp>
        <p:nvSpPr>
          <p:cNvPr id="51" name="TextBox 50">
            <a:extLst>
              <a:ext uri="{FF2B5EF4-FFF2-40B4-BE49-F238E27FC236}">
                <a16:creationId xmlns:a16="http://schemas.microsoft.com/office/drawing/2014/main" id="{51A3A4E1-122C-B4A1-EB9A-55FAB7A38A35}"/>
              </a:ext>
            </a:extLst>
          </p:cNvPr>
          <p:cNvSpPr txBox="1"/>
          <p:nvPr/>
        </p:nvSpPr>
        <p:spPr>
          <a:xfrm>
            <a:off x="5215469" y="2231221"/>
            <a:ext cx="462845" cy="584775"/>
          </a:xfrm>
          <a:prstGeom prst="rect">
            <a:avLst/>
          </a:prstGeom>
          <a:noFill/>
        </p:spPr>
        <p:txBody>
          <a:bodyPr wrap="square" rtlCol="0">
            <a:spAutoFit/>
          </a:bodyPr>
          <a:lstStyle/>
          <a:p>
            <a:pPr algn="ctr"/>
            <a:r>
              <a:rPr lang="en-US" sz="3200" dirty="0"/>
              <a:t>6</a:t>
            </a:r>
          </a:p>
        </p:txBody>
      </p:sp>
      <p:sp>
        <p:nvSpPr>
          <p:cNvPr id="15" name="TextBox 14">
            <a:extLst>
              <a:ext uri="{FF2B5EF4-FFF2-40B4-BE49-F238E27FC236}">
                <a16:creationId xmlns:a16="http://schemas.microsoft.com/office/drawing/2014/main" id="{8A835160-6937-0CFF-C813-5D20364D9BB7}"/>
              </a:ext>
            </a:extLst>
          </p:cNvPr>
          <p:cNvSpPr txBox="1"/>
          <p:nvPr/>
        </p:nvSpPr>
        <p:spPr>
          <a:xfrm>
            <a:off x="3217333" y="2734556"/>
            <a:ext cx="462845" cy="584775"/>
          </a:xfrm>
          <a:prstGeom prst="rect">
            <a:avLst/>
          </a:prstGeom>
          <a:noFill/>
        </p:spPr>
        <p:txBody>
          <a:bodyPr wrap="square" rtlCol="0">
            <a:spAutoFit/>
          </a:bodyPr>
          <a:lstStyle/>
          <a:p>
            <a:pPr algn="ctr"/>
            <a:r>
              <a:rPr lang="en-US" sz="3200" dirty="0"/>
              <a:t>7</a:t>
            </a:r>
          </a:p>
        </p:txBody>
      </p:sp>
      <p:sp>
        <p:nvSpPr>
          <p:cNvPr id="52" name="TextBox 51">
            <a:extLst>
              <a:ext uri="{FF2B5EF4-FFF2-40B4-BE49-F238E27FC236}">
                <a16:creationId xmlns:a16="http://schemas.microsoft.com/office/drawing/2014/main" id="{ADD636B8-E456-9E71-8EA4-CE8F9FF92690}"/>
              </a:ext>
            </a:extLst>
          </p:cNvPr>
          <p:cNvSpPr txBox="1"/>
          <p:nvPr/>
        </p:nvSpPr>
        <p:spPr>
          <a:xfrm>
            <a:off x="3716867" y="2734556"/>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8051E414-5371-53F2-5F05-B8EC480058EE}"/>
              </a:ext>
            </a:extLst>
          </p:cNvPr>
          <p:cNvSpPr txBox="1"/>
          <p:nvPr/>
        </p:nvSpPr>
        <p:spPr>
          <a:xfrm>
            <a:off x="3716867" y="1727886"/>
            <a:ext cx="462845" cy="584775"/>
          </a:xfrm>
          <a:prstGeom prst="rect">
            <a:avLst/>
          </a:prstGeom>
          <a:noFill/>
        </p:spPr>
        <p:txBody>
          <a:bodyPr wrap="square" rtlCol="0">
            <a:spAutoFit/>
          </a:bodyPr>
          <a:lstStyle/>
          <a:p>
            <a:pPr algn="ctr"/>
            <a:r>
              <a:rPr lang="en-US" sz="3200" dirty="0"/>
              <a:t>7</a:t>
            </a:r>
          </a:p>
        </p:txBody>
      </p:sp>
      <p:sp>
        <p:nvSpPr>
          <p:cNvPr id="9" name="TextBox 8">
            <a:extLst>
              <a:ext uri="{FF2B5EF4-FFF2-40B4-BE49-F238E27FC236}">
                <a16:creationId xmlns:a16="http://schemas.microsoft.com/office/drawing/2014/main" id="{4EA248D0-7BDC-61DA-0E37-D6AD59407842}"/>
              </a:ext>
            </a:extLst>
          </p:cNvPr>
          <p:cNvSpPr txBox="1"/>
          <p:nvPr/>
        </p:nvSpPr>
        <p:spPr>
          <a:xfrm>
            <a:off x="5147734" y="2034453"/>
            <a:ext cx="570089" cy="230832"/>
          </a:xfrm>
          <a:prstGeom prst="rect">
            <a:avLst/>
          </a:prstGeom>
          <a:noFill/>
        </p:spPr>
        <p:txBody>
          <a:bodyPr wrap="square" rtlCol="0">
            <a:spAutoFit/>
          </a:bodyPr>
          <a:lstStyle/>
          <a:p>
            <a:pPr algn="ctr"/>
            <a:r>
              <a:rPr lang="en-US" sz="900" dirty="0"/>
              <a:t>89</a:t>
            </a:r>
          </a:p>
        </p:txBody>
      </p:sp>
    </p:spTree>
    <p:extLst>
      <p:ext uri="{BB962C8B-B14F-4D97-AF65-F5344CB8AC3E}">
        <p14:creationId xmlns:p14="http://schemas.microsoft.com/office/powerpoint/2010/main" val="4317143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3C88D7-4902-0FF5-DDB0-1399FE05E2C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D46EA12-55BC-1884-F197-2D2C03F77A55}"/>
              </a:ext>
            </a:extLst>
          </p:cNvPr>
          <p:cNvSpPr>
            <a:spLocks noGrp="1"/>
          </p:cNvSpPr>
          <p:nvPr>
            <p:ph sz="half" idx="1"/>
          </p:nvPr>
        </p:nvSpPr>
        <p:spPr/>
        <p:txBody>
          <a:bodyPr>
            <a:normAutofit/>
          </a:bodyPr>
          <a:lstStyle/>
          <a:p>
            <a:r>
              <a:rPr lang="en-US" dirty="0"/>
              <a:t>Complete Column 1.</a:t>
            </a:r>
          </a:p>
        </p:txBody>
      </p:sp>
      <p:pic>
        <p:nvPicPr>
          <p:cNvPr id="4" name="Picture 3" descr="A grid of sudoku puzzle&#10;&#10;Description automatically generated">
            <a:extLst>
              <a:ext uri="{FF2B5EF4-FFF2-40B4-BE49-F238E27FC236}">
                <a16:creationId xmlns:a16="http://schemas.microsoft.com/office/drawing/2014/main" id="{DEC6336C-8C78-09B3-33DE-044E45E3CE31}"/>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35E5CEE0-985F-BF86-C1D4-1F89C0B03C7A}"/>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2DF5B888-765E-1901-4BEA-EA505BF31277}"/>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1E60760C-CD38-DF15-0BFE-D096DB29260C}"/>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AFF60A41-5E62-7353-66E0-E2DF68C7A0F2}"/>
              </a:ext>
            </a:extLst>
          </p:cNvPr>
          <p:cNvSpPr txBox="1"/>
          <p:nvPr/>
        </p:nvSpPr>
        <p:spPr>
          <a:xfrm>
            <a:off x="3716867" y="2231221"/>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655776F9-3344-579E-FA46-803113E73345}"/>
              </a:ext>
            </a:extLst>
          </p:cNvPr>
          <p:cNvSpPr txBox="1"/>
          <p:nvPr/>
        </p:nvSpPr>
        <p:spPr>
          <a:xfrm>
            <a:off x="3217333" y="4747898"/>
            <a:ext cx="462845" cy="584775"/>
          </a:xfrm>
          <a:prstGeom prst="rect">
            <a:avLst/>
          </a:prstGeom>
          <a:noFill/>
        </p:spPr>
        <p:txBody>
          <a:bodyPr wrap="square" rtlCol="0">
            <a:spAutoFit/>
          </a:bodyPr>
          <a:lstStyle/>
          <a:p>
            <a:pPr algn="ctr"/>
            <a:r>
              <a:rPr lang="en-US" sz="3200" dirty="0"/>
              <a:t>6</a:t>
            </a:r>
          </a:p>
        </p:txBody>
      </p:sp>
      <p:sp>
        <p:nvSpPr>
          <p:cNvPr id="11" name="TextBox 10">
            <a:extLst>
              <a:ext uri="{FF2B5EF4-FFF2-40B4-BE49-F238E27FC236}">
                <a16:creationId xmlns:a16="http://schemas.microsoft.com/office/drawing/2014/main" id="{EB08C0C1-4659-4660-8F2E-0A3117B294BB}"/>
              </a:ext>
            </a:extLst>
          </p:cNvPr>
          <p:cNvSpPr txBox="1"/>
          <p:nvPr/>
        </p:nvSpPr>
        <p:spPr>
          <a:xfrm>
            <a:off x="7213604" y="4747898"/>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EB3E8519-A952-BCDA-D191-477304BD5A92}"/>
              </a:ext>
            </a:extLst>
          </p:cNvPr>
          <p:cNvSpPr txBox="1"/>
          <p:nvPr/>
        </p:nvSpPr>
        <p:spPr>
          <a:xfrm>
            <a:off x="6214537" y="2734556"/>
            <a:ext cx="462845" cy="584775"/>
          </a:xfrm>
          <a:prstGeom prst="rect">
            <a:avLst/>
          </a:prstGeom>
          <a:no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FCD6B7B6-6518-2856-C8FA-760A2CF5238F}"/>
              </a:ext>
            </a:extLst>
          </p:cNvPr>
          <p:cNvSpPr txBox="1"/>
          <p:nvPr/>
        </p:nvSpPr>
        <p:spPr>
          <a:xfrm>
            <a:off x="4143022" y="2274133"/>
            <a:ext cx="570089" cy="230832"/>
          </a:xfrm>
          <a:prstGeom prst="rect">
            <a:avLst/>
          </a:prstGeom>
          <a:noFill/>
        </p:spPr>
        <p:txBody>
          <a:bodyPr wrap="square" rtlCol="0">
            <a:spAutoFit/>
          </a:bodyPr>
          <a:lstStyle/>
          <a:p>
            <a:pPr algn="ctr"/>
            <a:r>
              <a:rPr lang="en-US" sz="900" dirty="0"/>
              <a:t>4589</a:t>
            </a:r>
          </a:p>
        </p:txBody>
      </p:sp>
      <p:sp>
        <p:nvSpPr>
          <p:cNvPr id="14" name="TextBox 13">
            <a:extLst>
              <a:ext uri="{FF2B5EF4-FFF2-40B4-BE49-F238E27FC236}">
                <a16:creationId xmlns:a16="http://schemas.microsoft.com/office/drawing/2014/main" id="{0A760C95-D0C1-DAA1-DCC5-21EA44D8A54F}"/>
              </a:ext>
            </a:extLst>
          </p:cNvPr>
          <p:cNvSpPr txBox="1"/>
          <p:nvPr/>
        </p:nvSpPr>
        <p:spPr>
          <a:xfrm>
            <a:off x="4645378" y="2274133"/>
            <a:ext cx="570089" cy="230832"/>
          </a:xfrm>
          <a:prstGeom prst="rect">
            <a:avLst/>
          </a:prstGeom>
          <a:noFill/>
        </p:spPr>
        <p:txBody>
          <a:bodyPr wrap="square" rtlCol="0">
            <a:spAutoFit/>
          </a:bodyPr>
          <a:lstStyle/>
          <a:p>
            <a:pPr algn="ctr"/>
            <a:r>
              <a:rPr lang="en-US" sz="900" dirty="0"/>
              <a:t>45789</a:t>
            </a:r>
          </a:p>
        </p:txBody>
      </p:sp>
      <p:sp>
        <p:nvSpPr>
          <p:cNvPr id="16" name="TextBox 15">
            <a:extLst>
              <a:ext uri="{FF2B5EF4-FFF2-40B4-BE49-F238E27FC236}">
                <a16:creationId xmlns:a16="http://schemas.microsoft.com/office/drawing/2014/main" id="{29CDC0BA-D59D-9BBD-7A26-93F35C3AE401}"/>
              </a:ext>
            </a:extLst>
          </p:cNvPr>
          <p:cNvSpPr txBox="1"/>
          <p:nvPr/>
        </p:nvSpPr>
        <p:spPr>
          <a:xfrm>
            <a:off x="5650090" y="2274133"/>
            <a:ext cx="570089" cy="230832"/>
          </a:xfrm>
          <a:prstGeom prst="rect">
            <a:avLst/>
          </a:prstGeom>
          <a:noFill/>
        </p:spPr>
        <p:txBody>
          <a:bodyPr wrap="square" rtlCol="0">
            <a:spAutoFit/>
          </a:bodyPr>
          <a:lstStyle/>
          <a:p>
            <a:pPr algn="ctr"/>
            <a:r>
              <a:rPr lang="en-US" sz="900" dirty="0"/>
              <a:t>45789</a:t>
            </a:r>
          </a:p>
        </p:txBody>
      </p:sp>
      <p:sp>
        <p:nvSpPr>
          <p:cNvPr id="17" name="TextBox 16">
            <a:extLst>
              <a:ext uri="{FF2B5EF4-FFF2-40B4-BE49-F238E27FC236}">
                <a16:creationId xmlns:a16="http://schemas.microsoft.com/office/drawing/2014/main" id="{51C6B1E5-9688-6FDD-50FC-6726AAF5ED7A}"/>
              </a:ext>
            </a:extLst>
          </p:cNvPr>
          <p:cNvSpPr txBox="1"/>
          <p:nvPr/>
        </p:nvSpPr>
        <p:spPr>
          <a:xfrm>
            <a:off x="6152446" y="2274133"/>
            <a:ext cx="570089" cy="230832"/>
          </a:xfrm>
          <a:prstGeom prst="rect">
            <a:avLst/>
          </a:prstGeom>
          <a:noFill/>
        </p:spPr>
        <p:txBody>
          <a:bodyPr wrap="square" rtlCol="0">
            <a:spAutoFit/>
          </a:bodyPr>
          <a:lstStyle/>
          <a:p>
            <a:pPr algn="ctr"/>
            <a:r>
              <a:rPr lang="en-US" sz="900" dirty="0"/>
              <a:t>45789</a:t>
            </a:r>
          </a:p>
        </p:txBody>
      </p:sp>
      <p:sp>
        <p:nvSpPr>
          <p:cNvPr id="18" name="TextBox 17">
            <a:extLst>
              <a:ext uri="{FF2B5EF4-FFF2-40B4-BE49-F238E27FC236}">
                <a16:creationId xmlns:a16="http://schemas.microsoft.com/office/drawing/2014/main" id="{5BA99467-F706-993B-BF70-048EB28E591F}"/>
              </a:ext>
            </a:extLst>
          </p:cNvPr>
          <p:cNvSpPr txBox="1"/>
          <p:nvPr/>
        </p:nvSpPr>
        <p:spPr>
          <a:xfrm>
            <a:off x="6654802" y="2404765"/>
            <a:ext cx="570089" cy="230832"/>
          </a:xfrm>
          <a:prstGeom prst="rect">
            <a:avLst/>
          </a:prstGeom>
          <a:noFill/>
        </p:spPr>
        <p:txBody>
          <a:bodyPr wrap="square" rtlCol="0">
            <a:spAutoFit/>
          </a:bodyPr>
          <a:lstStyle/>
          <a:p>
            <a:pPr algn="ctr"/>
            <a:r>
              <a:rPr lang="en-US" sz="900" dirty="0"/>
              <a:t>245</a:t>
            </a:r>
          </a:p>
        </p:txBody>
      </p:sp>
      <p:sp>
        <p:nvSpPr>
          <p:cNvPr id="19" name="TextBox 18">
            <a:extLst>
              <a:ext uri="{FF2B5EF4-FFF2-40B4-BE49-F238E27FC236}">
                <a16:creationId xmlns:a16="http://schemas.microsoft.com/office/drawing/2014/main" id="{12C5AA79-CBFB-50F9-B814-CDA535B457C7}"/>
              </a:ext>
            </a:extLst>
          </p:cNvPr>
          <p:cNvSpPr txBox="1"/>
          <p:nvPr/>
        </p:nvSpPr>
        <p:spPr>
          <a:xfrm>
            <a:off x="7157158" y="2404765"/>
            <a:ext cx="570089" cy="230832"/>
          </a:xfrm>
          <a:prstGeom prst="rect">
            <a:avLst/>
          </a:prstGeom>
          <a:noFill/>
        </p:spPr>
        <p:txBody>
          <a:bodyPr wrap="square" rtlCol="0">
            <a:spAutoFit/>
          </a:bodyPr>
          <a:lstStyle/>
          <a:p>
            <a:pPr algn="ctr"/>
            <a:r>
              <a:rPr lang="en-US" sz="900" dirty="0"/>
              <a:t>245</a:t>
            </a:r>
          </a:p>
        </p:txBody>
      </p:sp>
      <p:sp>
        <p:nvSpPr>
          <p:cNvPr id="20" name="TextBox 19">
            <a:extLst>
              <a:ext uri="{FF2B5EF4-FFF2-40B4-BE49-F238E27FC236}">
                <a16:creationId xmlns:a16="http://schemas.microsoft.com/office/drawing/2014/main" id="{9C9A165C-FF4B-54D5-B734-F4464BB727AB}"/>
              </a:ext>
            </a:extLst>
          </p:cNvPr>
          <p:cNvSpPr txBox="1"/>
          <p:nvPr/>
        </p:nvSpPr>
        <p:spPr>
          <a:xfrm>
            <a:off x="4645378" y="1903821"/>
            <a:ext cx="570089" cy="230832"/>
          </a:xfrm>
          <a:prstGeom prst="rect">
            <a:avLst/>
          </a:prstGeom>
          <a:noFill/>
        </p:spPr>
        <p:txBody>
          <a:bodyPr wrap="square" rtlCol="0">
            <a:spAutoFit/>
          </a:bodyPr>
          <a:lstStyle/>
          <a:p>
            <a:pPr algn="ctr"/>
            <a:r>
              <a:rPr lang="en-US" sz="900" dirty="0"/>
              <a:t>45</a:t>
            </a:r>
          </a:p>
        </p:txBody>
      </p:sp>
      <p:sp>
        <p:nvSpPr>
          <p:cNvPr id="23" name="TextBox 22">
            <a:extLst>
              <a:ext uri="{FF2B5EF4-FFF2-40B4-BE49-F238E27FC236}">
                <a16:creationId xmlns:a16="http://schemas.microsoft.com/office/drawing/2014/main" id="{FECA6654-31AF-8756-DDEE-8BB704F763DE}"/>
              </a:ext>
            </a:extLst>
          </p:cNvPr>
          <p:cNvSpPr txBox="1"/>
          <p:nvPr/>
        </p:nvSpPr>
        <p:spPr>
          <a:xfrm>
            <a:off x="6214537" y="721216"/>
            <a:ext cx="462845" cy="584775"/>
          </a:xfrm>
          <a:prstGeom prst="rect">
            <a:avLst/>
          </a:prstGeom>
          <a:noFill/>
        </p:spPr>
        <p:txBody>
          <a:bodyPr wrap="square" rtlCol="0">
            <a:spAutoFit/>
          </a:bodyPr>
          <a:lstStyle/>
          <a:p>
            <a:pPr algn="ctr"/>
            <a:r>
              <a:rPr lang="en-US" sz="3200" dirty="0"/>
              <a:t>2</a:t>
            </a:r>
          </a:p>
        </p:txBody>
      </p:sp>
      <p:sp>
        <p:nvSpPr>
          <p:cNvPr id="24" name="TextBox 23">
            <a:extLst>
              <a:ext uri="{FF2B5EF4-FFF2-40B4-BE49-F238E27FC236}">
                <a16:creationId xmlns:a16="http://schemas.microsoft.com/office/drawing/2014/main" id="{9B68A0F7-BA72-6287-B458-2D3977A994D3}"/>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E95A2146-20B9-76EF-CBA2-6B303162EE31}"/>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503F2286-CD2F-293D-F5F7-09B95ABF26BD}"/>
              </a:ext>
            </a:extLst>
          </p:cNvPr>
          <p:cNvSpPr txBox="1"/>
          <p:nvPr/>
        </p:nvSpPr>
        <p:spPr>
          <a:xfrm>
            <a:off x="6654802" y="771301"/>
            <a:ext cx="570089" cy="230832"/>
          </a:xfrm>
          <a:prstGeom prst="rect">
            <a:avLst/>
          </a:prstGeom>
          <a:noFill/>
        </p:spPr>
        <p:txBody>
          <a:bodyPr wrap="square" rtlCol="0">
            <a:spAutoFit/>
          </a:bodyPr>
          <a:lstStyle/>
          <a:p>
            <a:pPr algn="ctr"/>
            <a:r>
              <a:rPr lang="en-US" sz="900" dirty="0"/>
              <a:t>97</a:t>
            </a:r>
          </a:p>
        </p:txBody>
      </p:sp>
      <p:sp>
        <p:nvSpPr>
          <p:cNvPr id="26" name="TextBox 25">
            <a:extLst>
              <a:ext uri="{FF2B5EF4-FFF2-40B4-BE49-F238E27FC236}">
                <a16:creationId xmlns:a16="http://schemas.microsoft.com/office/drawing/2014/main" id="{AFD18790-7D8D-D414-37EB-7D4261AEF528}"/>
              </a:ext>
            </a:extLst>
          </p:cNvPr>
          <p:cNvSpPr txBox="1"/>
          <p:nvPr/>
        </p:nvSpPr>
        <p:spPr>
          <a:xfrm>
            <a:off x="6654802" y="1402877"/>
            <a:ext cx="570089" cy="230832"/>
          </a:xfrm>
          <a:prstGeom prst="rect">
            <a:avLst/>
          </a:prstGeom>
          <a:noFill/>
        </p:spPr>
        <p:txBody>
          <a:bodyPr wrap="square" rtlCol="0">
            <a:spAutoFit/>
          </a:bodyPr>
          <a:lstStyle/>
          <a:p>
            <a:pPr algn="ctr"/>
            <a:r>
              <a:rPr lang="en-US" sz="900" dirty="0"/>
              <a:t>34579</a:t>
            </a:r>
          </a:p>
        </p:txBody>
      </p:sp>
      <p:sp>
        <p:nvSpPr>
          <p:cNvPr id="27" name="TextBox 26">
            <a:extLst>
              <a:ext uri="{FF2B5EF4-FFF2-40B4-BE49-F238E27FC236}">
                <a16:creationId xmlns:a16="http://schemas.microsoft.com/office/drawing/2014/main" id="{B096B50D-BEFC-F870-B019-13513F059B8E}"/>
              </a:ext>
            </a:extLst>
          </p:cNvPr>
          <p:cNvSpPr txBox="1"/>
          <p:nvPr/>
        </p:nvSpPr>
        <p:spPr>
          <a:xfrm>
            <a:off x="7157158" y="1402877"/>
            <a:ext cx="570089" cy="230832"/>
          </a:xfrm>
          <a:prstGeom prst="rect">
            <a:avLst/>
          </a:prstGeom>
          <a:noFill/>
        </p:spPr>
        <p:txBody>
          <a:bodyPr wrap="square" rtlCol="0">
            <a:spAutoFit/>
          </a:bodyPr>
          <a:lstStyle/>
          <a:p>
            <a:pPr algn="ctr"/>
            <a:r>
              <a:rPr lang="en-US" sz="900" dirty="0"/>
              <a:t>4579</a:t>
            </a:r>
          </a:p>
        </p:txBody>
      </p:sp>
      <p:sp>
        <p:nvSpPr>
          <p:cNvPr id="28" name="TextBox 27">
            <a:extLst>
              <a:ext uri="{FF2B5EF4-FFF2-40B4-BE49-F238E27FC236}">
                <a16:creationId xmlns:a16="http://schemas.microsoft.com/office/drawing/2014/main" id="{7678D9E9-B901-2E9B-A0CA-10E154730D01}"/>
              </a:ext>
            </a:extLst>
          </p:cNvPr>
          <p:cNvSpPr txBox="1"/>
          <p:nvPr/>
        </p:nvSpPr>
        <p:spPr>
          <a:xfrm>
            <a:off x="6654802" y="2034453"/>
            <a:ext cx="570089" cy="230832"/>
          </a:xfrm>
          <a:prstGeom prst="rect">
            <a:avLst/>
          </a:prstGeom>
          <a:noFill/>
        </p:spPr>
        <p:txBody>
          <a:bodyPr wrap="square" rtlCol="0">
            <a:spAutoFit/>
          </a:bodyPr>
          <a:lstStyle/>
          <a:p>
            <a:pPr algn="ctr"/>
            <a:r>
              <a:rPr lang="en-US" sz="900" dirty="0"/>
              <a:t>345</a:t>
            </a:r>
          </a:p>
        </p:txBody>
      </p:sp>
      <p:sp>
        <p:nvSpPr>
          <p:cNvPr id="29" name="TextBox 28">
            <a:extLst>
              <a:ext uri="{FF2B5EF4-FFF2-40B4-BE49-F238E27FC236}">
                <a16:creationId xmlns:a16="http://schemas.microsoft.com/office/drawing/2014/main" id="{2C52CE28-E66D-4760-69E0-186E850CE345}"/>
              </a:ext>
            </a:extLst>
          </p:cNvPr>
          <p:cNvSpPr txBox="1"/>
          <p:nvPr/>
        </p:nvSpPr>
        <p:spPr>
          <a:xfrm>
            <a:off x="7157158" y="2034453"/>
            <a:ext cx="570089" cy="230832"/>
          </a:xfrm>
          <a:prstGeom prst="rect">
            <a:avLst/>
          </a:prstGeom>
          <a:noFill/>
        </p:spPr>
        <p:txBody>
          <a:bodyPr wrap="square" rtlCol="0">
            <a:spAutoFit/>
          </a:bodyPr>
          <a:lstStyle/>
          <a:p>
            <a:pPr algn="ctr"/>
            <a:r>
              <a:rPr lang="en-US" sz="900" dirty="0"/>
              <a:t>45</a:t>
            </a:r>
          </a:p>
        </p:txBody>
      </p:sp>
      <p:sp>
        <p:nvSpPr>
          <p:cNvPr id="30" name="TextBox 29">
            <a:extLst>
              <a:ext uri="{FF2B5EF4-FFF2-40B4-BE49-F238E27FC236}">
                <a16:creationId xmlns:a16="http://schemas.microsoft.com/office/drawing/2014/main" id="{A6A1365A-1BF7-91E0-3CF0-463697CDA96B}"/>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0562DE1F-8AEC-7001-19EF-ABA122EB84F5}"/>
              </a:ext>
            </a:extLst>
          </p:cNvPr>
          <p:cNvSpPr txBox="1"/>
          <p:nvPr/>
        </p:nvSpPr>
        <p:spPr>
          <a:xfrm>
            <a:off x="3217333" y="721216"/>
            <a:ext cx="462845" cy="584775"/>
          </a:xfrm>
          <a:prstGeom prst="rect">
            <a:avLst/>
          </a:prstGeom>
          <a:noFill/>
        </p:spPr>
        <p:txBody>
          <a:bodyPr wrap="square" rtlCol="0">
            <a:spAutoFit/>
          </a:bodyPr>
          <a:lstStyle/>
          <a:p>
            <a:pPr algn="ctr"/>
            <a:r>
              <a:rPr lang="en-US" sz="3200" dirty="0"/>
              <a:t>4</a:t>
            </a:r>
          </a:p>
        </p:txBody>
      </p:sp>
      <p:sp>
        <p:nvSpPr>
          <p:cNvPr id="32" name="TextBox 31">
            <a:extLst>
              <a:ext uri="{FF2B5EF4-FFF2-40B4-BE49-F238E27FC236}">
                <a16:creationId xmlns:a16="http://schemas.microsoft.com/office/drawing/2014/main" id="{B6DC144F-3DE7-F7B7-A002-6D63248B0A82}"/>
              </a:ext>
            </a:extLst>
          </p:cNvPr>
          <p:cNvSpPr txBox="1"/>
          <p:nvPr/>
        </p:nvSpPr>
        <p:spPr>
          <a:xfrm>
            <a:off x="3138310" y="1402877"/>
            <a:ext cx="570089" cy="230832"/>
          </a:xfrm>
          <a:prstGeom prst="rect">
            <a:avLst/>
          </a:prstGeom>
          <a:noFill/>
        </p:spPr>
        <p:txBody>
          <a:bodyPr wrap="square" rtlCol="0">
            <a:spAutoFit/>
          </a:bodyPr>
          <a:lstStyle/>
          <a:p>
            <a:pPr algn="ctr"/>
            <a:r>
              <a:rPr lang="en-US" sz="900" dirty="0"/>
              <a:t>89</a:t>
            </a:r>
          </a:p>
        </p:txBody>
      </p:sp>
      <p:sp>
        <p:nvSpPr>
          <p:cNvPr id="34" name="TextBox 33">
            <a:extLst>
              <a:ext uri="{FF2B5EF4-FFF2-40B4-BE49-F238E27FC236}">
                <a16:creationId xmlns:a16="http://schemas.microsoft.com/office/drawing/2014/main" id="{D66CBD8A-F70C-0A1D-1D22-F4316E19C6FD}"/>
              </a:ext>
            </a:extLst>
          </p:cNvPr>
          <p:cNvSpPr txBox="1"/>
          <p:nvPr/>
        </p:nvSpPr>
        <p:spPr>
          <a:xfrm>
            <a:off x="3138310" y="2034453"/>
            <a:ext cx="570089" cy="230832"/>
          </a:xfrm>
          <a:prstGeom prst="rect">
            <a:avLst/>
          </a:prstGeom>
          <a:noFill/>
        </p:spPr>
        <p:txBody>
          <a:bodyPr wrap="square" rtlCol="0">
            <a:spAutoFit/>
          </a:bodyPr>
          <a:lstStyle/>
          <a:p>
            <a:pPr algn="ctr"/>
            <a:r>
              <a:rPr lang="en-US" sz="900" dirty="0"/>
              <a:t>98</a:t>
            </a:r>
          </a:p>
        </p:txBody>
      </p:sp>
      <p:sp>
        <p:nvSpPr>
          <p:cNvPr id="35" name="TextBox 34">
            <a:extLst>
              <a:ext uri="{FF2B5EF4-FFF2-40B4-BE49-F238E27FC236}">
                <a16:creationId xmlns:a16="http://schemas.microsoft.com/office/drawing/2014/main" id="{49EC45DC-C2EB-CF0B-442D-DCF32E81D90D}"/>
              </a:ext>
            </a:extLst>
          </p:cNvPr>
          <p:cNvSpPr txBox="1"/>
          <p:nvPr/>
        </p:nvSpPr>
        <p:spPr>
          <a:xfrm>
            <a:off x="4216401" y="1224551"/>
            <a:ext cx="462845" cy="584775"/>
          </a:xfrm>
          <a:prstGeom prst="rect">
            <a:avLst/>
          </a:prstGeom>
          <a:noFill/>
        </p:spPr>
        <p:txBody>
          <a:bodyPr wrap="square" rtlCol="0">
            <a:spAutoFit/>
          </a:bodyPr>
          <a:lstStyle/>
          <a:p>
            <a:pPr algn="ctr"/>
            <a:r>
              <a:rPr lang="en-US" sz="3200" dirty="0"/>
              <a:t>1</a:t>
            </a:r>
          </a:p>
        </p:txBody>
      </p:sp>
      <p:sp>
        <p:nvSpPr>
          <p:cNvPr id="36" name="TextBox 35">
            <a:extLst>
              <a:ext uri="{FF2B5EF4-FFF2-40B4-BE49-F238E27FC236}">
                <a16:creationId xmlns:a16="http://schemas.microsoft.com/office/drawing/2014/main" id="{7909E490-2303-2A56-0021-36DA5643F65A}"/>
              </a:ext>
            </a:extLst>
          </p:cNvPr>
          <p:cNvSpPr txBox="1"/>
          <p:nvPr/>
        </p:nvSpPr>
        <p:spPr>
          <a:xfrm>
            <a:off x="5215469" y="721216"/>
            <a:ext cx="462845" cy="584775"/>
          </a:xfrm>
          <a:prstGeom prst="rect">
            <a:avLst/>
          </a:prstGeom>
          <a:noFill/>
        </p:spPr>
        <p:txBody>
          <a:bodyPr wrap="square" rtlCol="0">
            <a:spAutoFit/>
          </a:bodyPr>
          <a:lstStyle/>
          <a:p>
            <a:pPr algn="ctr"/>
            <a:r>
              <a:rPr lang="en-US" sz="3200" dirty="0"/>
              <a:t>1</a:t>
            </a:r>
          </a:p>
        </p:txBody>
      </p:sp>
      <p:sp>
        <p:nvSpPr>
          <p:cNvPr id="37" name="TextBox 36">
            <a:extLst>
              <a:ext uri="{FF2B5EF4-FFF2-40B4-BE49-F238E27FC236}">
                <a16:creationId xmlns:a16="http://schemas.microsoft.com/office/drawing/2014/main" id="{208C4BA8-F64C-0BDA-8309-C5A11F9B2C09}"/>
              </a:ext>
            </a:extLst>
          </p:cNvPr>
          <p:cNvSpPr txBox="1"/>
          <p:nvPr/>
        </p:nvSpPr>
        <p:spPr>
          <a:xfrm>
            <a:off x="3640666" y="901933"/>
            <a:ext cx="570089" cy="230832"/>
          </a:xfrm>
          <a:prstGeom prst="rect">
            <a:avLst/>
          </a:prstGeom>
          <a:noFill/>
        </p:spPr>
        <p:txBody>
          <a:bodyPr wrap="square" rtlCol="0">
            <a:spAutoFit/>
          </a:bodyPr>
          <a:lstStyle/>
          <a:p>
            <a:pPr algn="ctr"/>
            <a:r>
              <a:rPr lang="en-US" sz="900" dirty="0"/>
              <a:t>35</a:t>
            </a:r>
          </a:p>
        </p:txBody>
      </p:sp>
      <p:sp>
        <p:nvSpPr>
          <p:cNvPr id="39" name="TextBox 38">
            <a:extLst>
              <a:ext uri="{FF2B5EF4-FFF2-40B4-BE49-F238E27FC236}">
                <a16:creationId xmlns:a16="http://schemas.microsoft.com/office/drawing/2014/main" id="{A884845F-10EB-C302-9007-F606189C5391}"/>
              </a:ext>
            </a:extLst>
          </p:cNvPr>
          <p:cNvSpPr txBox="1"/>
          <p:nvPr/>
        </p:nvSpPr>
        <p:spPr>
          <a:xfrm>
            <a:off x="3640666" y="1402877"/>
            <a:ext cx="570089" cy="230832"/>
          </a:xfrm>
          <a:prstGeom prst="rect">
            <a:avLst/>
          </a:prstGeom>
          <a:noFill/>
        </p:spPr>
        <p:txBody>
          <a:bodyPr wrap="square" rtlCol="0">
            <a:spAutoFit/>
          </a:bodyPr>
          <a:lstStyle/>
          <a:p>
            <a:pPr algn="ctr"/>
            <a:r>
              <a:rPr lang="en-US" sz="900" dirty="0"/>
              <a:t>53</a:t>
            </a:r>
          </a:p>
        </p:txBody>
      </p:sp>
      <p:sp>
        <p:nvSpPr>
          <p:cNvPr id="40" name="TextBox 39">
            <a:extLst>
              <a:ext uri="{FF2B5EF4-FFF2-40B4-BE49-F238E27FC236}">
                <a16:creationId xmlns:a16="http://schemas.microsoft.com/office/drawing/2014/main" id="{25489436-8353-47E0-5B4B-D39E700E82F0}"/>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41" name="TextBox 40">
            <a:extLst>
              <a:ext uri="{FF2B5EF4-FFF2-40B4-BE49-F238E27FC236}">
                <a16:creationId xmlns:a16="http://schemas.microsoft.com/office/drawing/2014/main" id="{1A5C4C50-EC2E-AE44-26D6-4410176C402C}"/>
              </a:ext>
            </a:extLst>
          </p:cNvPr>
          <p:cNvSpPr txBox="1"/>
          <p:nvPr/>
        </p:nvSpPr>
        <p:spPr>
          <a:xfrm>
            <a:off x="4645378" y="771301"/>
            <a:ext cx="570089" cy="230832"/>
          </a:xfrm>
          <a:prstGeom prst="rect">
            <a:avLst/>
          </a:prstGeom>
          <a:noFill/>
        </p:spPr>
        <p:txBody>
          <a:bodyPr wrap="square" rtlCol="0">
            <a:spAutoFit/>
          </a:bodyPr>
          <a:lstStyle/>
          <a:p>
            <a:pPr algn="ctr"/>
            <a:r>
              <a:rPr lang="en-US" sz="900" dirty="0"/>
              <a:t>79</a:t>
            </a:r>
          </a:p>
        </p:txBody>
      </p:sp>
      <p:sp>
        <p:nvSpPr>
          <p:cNvPr id="38" name="TextBox 37">
            <a:extLst>
              <a:ext uri="{FF2B5EF4-FFF2-40B4-BE49-F238E27FC236}">
                <a16:creationId xmlns:a16="http://schemas.microsoft.com/office/drawing/2014/main" id="{77056F00-8B0D-A035-9C48-96161D409F5D}"/>
              </a:ext>
            </a:extLst>
          </p:cNvPr>
          <p:cNvSpPr txBox="1"/>
          <p:nvPr/>
        </p:nvSpPr>
        <p:spPr>
          <a:xfrm>
            <a:off x="5650090" y="901933"/>
            <a:ext cx="570089" cy="230832"/>
          </a:xfrm>
          <a:prstGeom prst="rect">
            <a:avLst/>
          </a:prstGeom>
          <a:noFill/>
        </p:spPr>
        <p:txBody>
          <a:bodyPr wrap="square" rtlCol="0">
            <a:spAutoFit/>
          </a:bodyPr>
          <a:lstStyle/>
          <a:p>
            <a:pPr algn="ctr"/>
            <a:r>
              <a:rPr lang="en-US" sz="900" dirty="0"/>
              <a:t>53</a:t>
            </a:r>
          </a:p>
        </p:txBody>
      </p:sp>
      <p:sp>
        <p:nvSpPr>
          <p:cNvPr id="42" name="TextBox 41">
            <a:extLst>
              <a:ext uri="{FF2B5EF4-FFF2-40B4-BE49-F238E27FC236}">
                <a16:creationId xmlns:a16="http://schemas.microsoft.com/office/drawing/2014/main" id="{6A24FE23-F2DD-30D1-D562-C86BEE46BCB6}"/>
              </a:ext>
            </a:extLst>
          </p:cNvPr>
          <p:cNvSpPr txBox="1"/>
          <p:nvPr/>
        </p:nvSpPr>
        <p:spPr>
          <a:xfrm>
            <a:off x="5715003" y="1224551"/>
            <a:ext cx="462845" cy="584775"/>
          </a:xfrm>
          <a:prstGeom prst="rect">
            <a:avLst/>
          </a:prstGeom>
          <a:noFill/>
        </p:spPr>
        <p:txBody>
          <a:bodyPr wrap="square" rtlCol="0">
            <a:spAutoFit/>
          </a:bodyPr>
          <a:lstStyle/>
          <a:p>
            <a:pPr algn="ctr"/>
            <a:r>
              <a:rPr lang="en-US" sz="3200" dirty="0"/>
              <a:t>2</a:t>
            </a:r>
          </a:p>
        </p:txBody>
      </p:sp>
      <p:sp>
        <p:nvSpPr>
          <p:cNvPr id="43" name="TextBox 42">
            <a:extLst>
              <a:ext uri="{FF2B5EF4-FFF2-40B4-BE49-F238E27FC236}">
                <a16:creationId xmlns:a16="http://schemas.microsoft.com/office/drawing/2014/main" id="{7B9DC58A-00F6-C4E0-C652-F140B94ED024}"/>
              </a:ext>
            </a:extLst>
          </p:cNvPr>
          <p:cNvSpPr txBox="1"/>
          <p:nvPr/>
        </p:nvSpPr>
        <p:spPr>
          <a:xfrm>
            <a:off x="4645378" y="1533509"/>
            <a:ext cx="570089" cy="230832"/>
          </a:xfrm>
          <a:prstGeom prst="rect">
            <a:avLst/>
          </a:prstGeom>
          <a:noFill/>
        </p:spPr>
        <p:txBody>
          <a:bodyPr wrap="square" rtlCol="0">
            <a:spAutoFit/>
          </a:bodyPr>
          <a:lstStyle/>
          <a:p>
            <a:pPr algn="ctr"/>
            <a:r>
              <a:rPr lang="en-US" sz="900" dirty="0"/>
              <a:t>345789</a:t>
            </a:r>
          </a:p>
        </p:txBody>
      </p:sp>
      <p:sp>
        <p:nvSpPr>
          <p:cNvPr id="44" name="TextBox 43">
            <a:extLst>
              <a:ext uri="{FF2B5EF4-FFF2-40B4-BE49-F238E27FC236}">
                <a16:creationId xmlns:a16="http://schemas.microsoft.com/office/drawing/2014/main" id="{463CFAD0-189B-FE37-2DA9-BB1ADC9EE049}"/>
              </a:ext>
            </a:extLst>
          </p:cNvPr>
          <p:cNvSpPr txBox="1"/>
          <p:nvPr/>
        </p:nvSpPr>
        <p:spPr>
          <a:xfrm>
            <a:off x="5147734" y="1533509"/>
            <a:ext cx="570089" cy="230832"/>
          </a:xfrm>
          <a:prstGeom prst="rect">
            <a:avLst/>
          </a:prstGeom>
          <a:noFill/>
        </p:spPr>
        <p:txBody>
          <a:bodyPr wrap="square" rtlCol="0">
            <a:spAutoFit/>
          </a:bodyPr>
          <a:lstStyle/>
          <a:p>
            <a:pPr algn="ctr"/>
            <a:r>
              <a:rPr lang="en-US" sz="900" dirty="0"/>
              <a:t>987543</a:t>
            </a:r>
          </a:p>
        </p:txBody>
      </p:sp>
      <p:sp>
        <p:nvSpPr>
          <p:cNvPr id="45" name="TextBox 44">
            <a:extLst>
              <a:ext uri="{FF2B5EF4-FFF2-40B4-BE49-F238E27FC236}">
                <a16:creationId xmlns:a16="http://schemas.microsoft.com/office/drawing/2014/main" id="{3BB63283-1925-6012-CE3A-9749C1358048}"/>
              </a:ext>
            </a:extLst>
          </p:cNvPr>
          <p:cNvSpPr txBox="1"/>
          <p:nvPr/>
        </p:nvSpPr>
        <p:spPr>
          <a:xfrm>
            <a:off x="5147734" y="2905709"/>
            <a:ext cx="570089" cy="230832"/>
          </a:xfrm>
          <a:prstGeom prst="rect">
            <a:avLst/>
          </a:prstGeom>
          <a:noFill/>
        </p:spPr>
        <p:txBody>
          <a:bodyPr wrap="square" rtlCol="0">
            <a:spAutoFit/>
          </a:bodyPr>
          <a:lstStyle/>
          <a:p>
            <a:pPr algn="ctr"/>
            <a:r>
              <a:rPr lang="en-US" sz="900" dirty="0"/>
              <a:t>24</a:t>
            </a:r>
          </a:p>
        </p:txBody>
      </p:sp>
      <p:sp>
        <p:nvSpPr>
          <p:cNvPr id="46" name="TextBox 45">
            <a:extLst>
              <a:ext uri="{FF2B5EF4-FFF2-40B4-BE49-F238E27FC236}">
                <a16:creationId xmlns:a16="http://schemas.microsoft.com/office/drawing/2014/main" id="{7DCCC697-95A5-54F6-A6A4-0B95B3C752AE}"/>
              </a:ext>
            </a:extLst>
          </p:cNvPr>
          <p:cNvSpPr txBox="1"/>
          <p:nvPr/>
        </p:nvSpPr>
        <p:spPr>
          <a:xfrm>
            <a:off x="3640666" y="3406653"/>
            <a:ext cx="570089" cy="230832"/>
          </a:xfrm>
          <a:prstGeom prst="rect">
            <a:avLst/>
          </a:prstGeom>
          <a:noFill/>
        </p:spPr>
        <p:txBody>
          <a:bodyPr wrap="square" rtlCol="0">
            <a:spAutoFit/>
          </a:bodyPr>
          <a:lstStyle/>
          <a:p>
            <a:pPr algn="ctr"/>
            <a:r>
              <a:rPr lang="en-US" sz="900" dirty="0"/>
              <a:t>42</a:t>
            </a:r>
          </a:p>
        </p:txBody>
      </p:sp>
      <p:sp>
        <p:nvSpPr>
          <p:cNvPr id="47" name="TextBox 46">
            <a:extLst>
              <a:ext uri="{FF2B5EF4-FFF2-40B4-BE49-F238E27FC236}">
                <a16:creationId xmlns:a16="http://schemas.microsoft.com/office/drawing/2014/main" id="{692D0DDB-75DB-C7F0-2741-DF05E65098D7}"/>
              </a:ext>
            </a:extLst>
          </p:cNvPr>
          <p:cNvSpPr txBox="1"/>
          <p:nvPr/>
        </p:nvSpPr>
        <p:spPr>
          <a:xfrm>
            <a:off x="4143022" y="3537285"/>
            <a:ext cx="570089" cy="230832"/>
          </a:xfrm>
          <a:prstGeom prst="rect">
            <a:avLst/>
          </a:prstGeom>
          <a:noFill/>
        </p:spPr>
        <p:txBody>
          <a:bodyPr wrap="square" rtlCol="0">
            <a:spAutoFit/>
          </a:bodyPr>
          <a:lstStyle/>
          <a:p>
            <a:pPr algn="ctr"/>
            <a:r>
              <a:rPr lang="en-US" sz="900" dirty="0"/>
              <a:t>589</a:t>
            </a:r>
          </a:p>
        </p:txBody>
      </p:sp>
      <p:sp>
        <p:nvSpPr>
          <p:cNvPr id="48" name="TextBox 47">
            <a:extLst>
              <a:ext uri="{FF2B5EF4-FFF2-40B4-BE49-F238E27FC236}">
                <a16:creationId xmlns:a16="http://schemas.microsoft.com/office/drawing/2014/main" id="{D8216375-9BD8-F614-43D8-577C115DF318}"/>
              </a:ext>
            </a:extLst>
          </p:cNvPr>
          <p:cNvSpPr txBox="1"/>
          <p:nvPr/>
        </p:nvSpPr>
        <p:spPr>
          <a:xfrm>
            <a:off x="4645378" y="3537285"/>
            <a:ext cx="570089" cy="230832"/>
          </a:xfrm>
          <a:prstGeom prst="rect">
            <a:avLst/>
          </a:prstGeom>
          <a:noFill/>
        </p:spPr>
        <p:txBody>
          <a:bodyPr wrap="square" rtlCol="0">
            <a:spAutoFit/>
          </a:bodyPr>
          <a:lstStyle/>
          <a:p>
            <a:pPr algn="ctr"/>
            <a:r>
              <a:rPr lang="en-US" sz="900" dirty="0"/>
              <a:t>5789</a:t>
            </a:r>
          </a:p>
        </p:txBody>
      </p:sp>
      <p:sp>
        <p:nvSpPr>
          <p:cNvPr id="49" name="TextBox 48">
            <a:extLst>
              <a:ext uri="{FF2B5EF4-FFF2-40B4-BE49-F238E27FC236}">
                <a16:creationId xmlns:a16="http://schemas.microsoft.com/office/drawing/2014/main" id="{11E3ACDD-29F9-B5CC-65A5-07FAB99EE9C6}"/>
              </a:ext>
            </a:extLst>
          </p:cNvPr>
          <p:cNvSpPr txBox="1"/>
          <p:nvPr/>
        </p:nvSpPr>
        <p:spPr>
          <a:xfrm>
            <a:off x="5147734" y="3537285"/>
            <a:ext cx="570089" cy="230832"/>
          </a:xfrm>
          <a:prstGeom prst="rect">
            <a:avLst/>
          </a:prstGeom>
          <a:noFill/>
        </p:spPr>
        <p:txBody>
          <a:bodyPr wrap="square" rtlCol="0">
            <a:spAutoFit/>
          </a:bodyPr>
          <a:lstStyle/>
          <a:p>
            <a:pPr algn="ctr"/>
            <a:r>
              <a:rPr lang="en-US" sz="900" dirty="0"/>
              <a:t>5789</a:t>
            </a:r>
          </a:p>
        </p:txBody>
      </p:sp>
      <p:sp>
        <p:nvSpPr>
          <p:cNvPr id="50" name="TextBox 49">
            <a:extLst>
              <a:ext uri="{FF2B5EF4-FFF2-40B4-BE49-F238E27FC236}">
                <a16:creationId xmlns:a16="http://schemas.microsoft.com/office/drawing/2014/main" id="{4680CBD5-E98D-94A3-3EB2-F41553E397F3}"/>
              </a:ext>
            </a:extLst>
          </p:cNvPr>
          <p:cNvSpPr txBox="1"/>
          <p:nvPr/>
        </p:nvSpPr>
        <p:spPr>
          <a:xfrm>
            <a:off x="4143022" y="2905709"/>
            <a:ext cx="570089" cy="230832"/>
          </a:xfrm>
          <a:prstGeom prst="rect">
            <a:avLst/>
          </a:prstGeom>
          <a:noFill/>
        </p:spPr>
        <p:txBody>
          <a:bodyPr wrap="square" rtlCol="0">
            <a:spAutoFit/>
          </a:bodyPr>
          <a:lstStyle/>
          <a:p>
            <a:pPr algn="ctr"/>
            <a:r>
              <a:rPr lang="en-US" sz="900" dirty="0"/>
              <a:t>54</a:t>
            </a:r>
          </a:p>
        </p:txBody>
      </p:sp>
      <p:sp>
        <p:nvSpPr>
          <p:cNvPr id="51" name="TextBox 50">
            <a:extLst>
              <a:ext uri="{FF2B5EF4-FFF2-40B4-BE49-F238E27FC236}">
                <a16:creationId xmlns:a16="http://schemas.microsoft.com/office/drawing/2014/main" id="{5C0F6693-A327-24B4-BD6B-2FD7E1FFB1A5}"/>
              </a:ext>
            </a:extLst>
          </p:cNvPr>
          <p:cNvSpPr txBox="1"/>
          <p:nvPr/>
        </p:nvSpPr>
        <p:spPr>
          <a:xfrm>
            <a:off x="5215469" y="2231221"/>
            <a:ext cx="462845" cy="584775"/>
          </a:xfrm>
          <a:prstGeom prst="rect">
            <a:avLst/>
          </a:prstGeom>
          <a:noFill/>
        </p:spPr>
        <p:txBody>
          <a:bodyPr wrap="square" rtlCol="0">
            <a:spAutoFit/>
          </a:bodyPr>
          <a:lstStyle/>
          <a:p>
            <a:pPr algn="ctr"/>
            <a:r>
              <a:rPr lang="en-US" sz="3200" dirty="0"/>
              <a:t>6</a:t>
            </a:r>
          </a:p>
        </p:txBody>
      </p:sp>
      <p:sp>
        <p:nvSpPr>
          <p:cNvPr id="15" name="TextBox 14">
            <a:extLst>
              <a:ext uri="{FF2B5EF4-FFF2-40B4-BE49-F238E27FC236}">
                <a16:creationId xmlns:a16="http://schemas.microsoft.com/office/drawing/2014/main" id="{27C050E8-3811-7C3B-3088-D48AB7C91E40}"/>
              </a:ext>
            </a:extLst>
          </p:cNvPr>
          <p:cNvSpPr txBox="1"/>
          <p:nvPr/>
        </p:nvSpPr>
        <p:spPr>
          <a:xfrm>
            <a:off x="3217333" y="2734556"/>
            <a:ext cx="462845" cy="584775"/>
          </a:xfrm>
          <a:prstGeom prst="rect">
            <a:avLst/>
          </a:prstGeom>
          <a:noFill/>
        </p:spPr>
        <p:txBody>
          <a:bodyPr wrap="square" rtlCol="0">
            <a:spAutoFit/>
          </a:bodyPr>
          <a:lstStyle/>
          <a:p>
            <a:pPr algn="ctr"/>
            <a:r>
              <a:rPr lang="en-US" sz="3200" dirty="0"/>
              <a:t>7</a:t>
            </a:r>
          </a:p>
        </p:txBody>
      </p:sp>
      <p:sp>
        <p:nvSpPr>
          <p:cNvPr id="52" name="TextBox 51">
            <a:extLst>
              <a:ext uri="{FF2B5EF4-FFF2-40B4-BE49-F238E27FC236}">
                <a16:creationId xmlns:a16="http://schemas.microsoft.com/office/drawing/2014/main" id="{7728AD01-B90A-D56E-E3DC-EE29AF7EBE75}"/>
              </a:ext>
            </a:extLst>
          </p:cNvPr>
          <p:cNvSpPr txBox="1"/>
          <p:nvPr/>
        </p:nvSpPr>
        <p:spPr>
          <a:xfrm>
            <a:off x="3716867" y="2734556"/>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9B7FEC81-B8B5-9F89-26D1-DE71C49D7D11}"/>
              </a:ext>
            </a:extLst>
          </p:cNvPr>
          <p:cNvSpPr txBox="1"/>
          <p:nvPr/>
        </p:nvSpPr>
        <p:spPr>
          <a:xfrm>
            <a:off x="3716867" y="1727886"/>
            <a:ext cx="462845" cy="584775"/>
          </a:xfrm>
          <a:prstGeom prst="rect">
            <a:avLst/>
          </a:prstGeom>
          <a:noFill/>
        </p:spPr>
        <p:txBody>
          <a:bodyPr wrap="square" rtlCol="0">
            <a:spAutoFit/>
          </a:bodyPr>
          <a:lstStyle/>
          <a:p>
            <a:pPr algn="ctr"/>
            <a:r>
              <a:rPr lang="en-US" sz="3200" dirty="0"/>
              <a:t>7</a:t>
            </a:r>
          </a:p>
        </p:txBody>
      </p:sp>
      <p:sp>
        <p:nvSpPr>
          <p:cNvPr id="9" name="TextBox 8">
            <a:extLst>
              <a:ext uri="{FF2B5EF4-FFF2-40B4-BE49-F238E27FC236}">
                <a16:creationId xmlns:a16="http://schemas.microsoft.com/office/drawing/2014/main" id="{236A11CA-F4BA-EA8E-9BE3-A57418E67F24}"/>
              </a:ext>
            </a:extLst>
          </p:cNvPr>
          <p:cNvSpPr txBox="1"/>
          <p:nvPr/>
        </p:nvSpPr>
        <p:spPr>
          <a:xfrm>
            <a:off x="3138310" y="3406653"/>
            <a:ext cx="570089" cy="230832"/>
          </a:xfrm>
          <a:prstGeom prst="rect">
            <a:avLst/>
          </a:prstGeom>
          <a:noFill/>
        </p:spPr>
        <p:txBody>
          <a:bodyPr wrap="square" rtlCol="0">
            <a:spAutoFit/>
          </a:bodyPr>
          <a:lstStyle/>
          <a:p>
            <a:pPr algn="ctr"/>
            <a:r>
              <a:rPr lang="en-US" sz="900" dirty="0"/>
              <a:t>25</a:t>
            </a:r>
          </a:p>
        </p:txBody>
      </p:sp>
      <p:sp>
        <p:nvSpPr>
          <p:cNvPr id="33" name="TextBox 32">
            <a:extLst>
              <a:ext uri="{FF2B5EF4-FFF2-40B4-BE49-F238E27FC236}">
                <a16:creationId xmlns:a16="http://schemas.microsoft.com/office/drawing/2014/main" id="{96DBBAC0-0B2D-FC74-9468-CDC4EB8A4DC0}"/>
              </a:ext>
            </a:extLst>
          </p:cNvPr>
          <p:cNvSpPr txBox="1"/>
          <p:nvPr/>
        </p:nvSpPr>
        <p:spPr>
          <a:xfrm>
            <a:off x="3138310" y="3907597"/>
            <a:ext cx="570089" cy="230832"/>
          </a:xfrm>
          <a:prstGeom prst="rect">
            <a:avLst/>
          </a:prstGeom>
          <a:noFill/>
        </p:spPr>
        <p:txBody>
          <a:bodyPr wrap="square" rtlCol="0">
            <a:spAutoFit/>
          </a:bodyPr>
          <a:lstStyle/>
          <a:p>
            <a:pPr algn="ctr"/>
            <a:r>
              <a:rPr lang="en-US" sz="900" dirty="0"/>
              <a:t>125</a:t>
            </a:r>
          </a:p>
        </p:txBody>
      </p:sp>
      <p:sp>
        <p:nvSpPr>
          <p:cNvPr id="53" name="TextBox 52">
            <a:extLst>
              <a:ext uri="{FF2B5EF4-FFF2-40B4-BE49-F238E27FC236}">
                <a16:creationId xmlns:a16="http://schemas.microsoft.com/office/drawing/2014/main" id="{08E63477-2CF5-9422-A80E-118D89172B64}"/>
              </a:ext>
            </a:extLst>
          </p:cNvPr>
          <p:cNvSpPr txBox="1"/>
          <p:nvPr/>
        </p:nvSpPr>
        <p:spPr>
          <a:xfrm>
            <a:off x="3138310" y="4408541"/>
            <a:ext cx="570089" cy="230832"/>
          </a:xfrm>
          <a:prstGeom prst="rect">
            <a:avLst/>
          </a:prstGeom>
          <a:noFill/>
        </p:spPr>
        <p:txBody>
          <a:bodyPr wrap="square" rtlCol="0">
            <a:spAutoFit/>
          </a:bodyPr>
          <a:lstStyle/>
          <a:p>
            <a:pPr algn="ctr"/>
            <a:r>
              <a:rPr lang="en-US" sz="900" dirty="0"/>
              <a:t>125</a:t>
            </a:r>
          </a:p>
        </p:txBody>
      </p:sp>
      <p:sp>
        <p:nvSpPr>
          <p:cNvPr id="54" name="TextBox 53">
            <a:extLst>
              <a:ext uri="{FF2B5EF4-FFF2-40B4-BE49-F238E27FC236}">
                <a16:creationId xmlns:a16="http://schemas.microsoft.com/office/drawing/2014/main" id="{F85027C5-5BBA-340D-8D54-DAF67B33581C}"/>
              </a:ext>
            </a:extLst>
          </p:cNvPr>
          <p:cNvSpPr txBox="1"/>
          <p:nvPr/>
        </p:nvSpPr>
        <p:spPr>
          <a:xfrm>
            <a:off x="5147734" y="2034453"/>
            <a:ext cx="570089" cy="230832"/>
          </a:xfrm>
          <a:prstGeom prst="rect">
            <a:avLst/>
          </a:prstGeom>
          <a:noFill/>
        </p:spPr>
        <p:txBody>
          <a:bodyPr wrap="square" rtlCol="0">
            <a:spAutoFit/>
          </a:bodyPr>
          <a:lstStyle/>
          <a:p>
            <a:pPr algn="ctr"/>
            <a:r>
              <a:rPr lang="en-US" sz="900" dirty="0"/>
              <a:t>89</a:t>
            </a:r>
          </a:p>
        </p:txBody>
      </p:sp>
    </p:spTree>
    <p:extLst>
      <p:ext uri="{BB962C8B-B14F-4D97-AF65-F5344CB8AC3E}">
        <p14:creationId xmlns:p14="http://schemas.microsoft.com/office/powerpoint/2010/main" val="4323870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9D4989-0736-BD7B-694E-967B916BE3B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E32AC44-64E7-514A-3A2C-4A42C7984159}"/>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291F34BC-A28E-5C94-533F-61ED5B126596}"/>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A1E8494E-D910-A7CF-142B-149440022341}"/>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7A3FD599-2487-3517-A563-17CE42F00EEC}"/>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5C0A015D-62D0-8297-9DA0-1FA4C634866B}"/>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F6159EE5-A653-4AE3-994E-C5C476824F67}"/>
              </a:ext>
            </a:extLst>
          </p:cNvPr>
          <p:cNvSpPr txBox="1"/>
          <p:nvPr/>
        </p:nvSpPr>
        <p:spPr>
          <a:xfrm>
            <a:off x="3716867" y="2231221"/>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266232EF-7DF5-A832-4A6D-1DD73EC03169}"/>
              </a:ext>
            </a:extLst>
          </p:cNvPr>
          <p:cNvSpPr txBox="1"/>
          <p:nvPr/>
        </p:nvSpPr>
        <p:spPr>
          <a:xfrm>
            <a:off x="3217333" y="4747898"/>
            <a:ext cx="462845" cy="584775"/>
          </a:xfrm>
          <a:prstGeom prst="rect">
            <a:avLst/>
          </a:prstGeom>
          <a:noFill/>
        </p:spPr>
        <p:txBody>
          <a:bodyPr wrap="square" rtlCol="0">
            <a:spAutoFit/>
          </a:bodyPr>
          <a:lstStyle/>
          <a:p>
            <a:pPr algn="ctr"/>
            <a:r>
              <a:rPr lang="en-US" sz="3200" dirty="0"/>
              <a:t>6</a:t>
            </a:r>
          </a:p>
        </p:txBody>
      </p:sp>
      <p:sp>
        <p:nvSpPr>
          <p:cNvPr id="11" name="TextBox 10">
            <a:extLst>
              <a:ext uri="{FF2B5EF4-FFF2-40B4-BE49-F238E27FC236}">
                <a16:creationId xmlns:a16="http://schemas.microsoft.com/office/drawing/2014/main" id="{0CB27EA0-7C4C-AA3C-37EE-7F465EF0EAF7}"/>
              </a:ext>
            </a:extLst>
          </p:cNvPr>
          <p:cNvSpPr txBox="1"/>
          <p:nvPr/>
        </p:nvSpPr>
        <p:spPr>
          <a:xfrm>
            <a:off x="7213604" y="4747898"/>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B07A5719-EAD0-1834-354B-3BE77A459226}"/>
              </a:ext>
            </a:extLst>
          </p:cNvPr>
          <p:cNvSpPr txBox="1"/>
          <p:nvPr/>
        </p:nvSpPr>
        <p:spPr>
          <a:xfrm>
            <a:off x="6214537" y="2734556"/>
            <a:ext cx="462845" cy="584775"/>
          </a:xfrm>
          <a:prstGeom prst="rect">
            <a:avLst/>
          </a:prstGeom>
          <a:no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092CF09A-7FC2-4D89-136F-E746AA89FE34}"/>
              </a:ext>
            </a:extLst>
          </p:cNvPr>
          <p:cNvSpPr txBox="1"/>
          <p:nvPr/>
        </p:nvSpPr>
        <p:spPr>
          <a:xfrm>
            <a:off x="4143022" y="2274133"/>
            <a:ext cx="570089" cy="230832"/>
          </a:xfrm>
          <a:prstGeom prst="rect">
            <a:avLst/>
          </a:prstGeom>
          <a:noFill/>
        </p:spPr>
        <p:txBody>
          <a:bodyPr wrap="square" rtlCol="0">
            <a:spAutoFit/>
          </a:bodyPr>
          <a:lstStyle/>
          <a:p>
            <a:pPr algn="ctr"/>
            <a:r>
              <a:rPr lang="en-US" sz="900" dirty="0"/>
              <a:t>89</a:t>
            </a:r>
          </a:p>
        </p:txBody>
      </p:sp>
      <p:sp>
        <p:nvSpPr>
          <p:cNvPr id="14" name="TextBox 13">
            <a:extLst>
              <a:ext uri="{FF2B5EF4-FFF2-40B4-BE49-F238E27FC236}">
                <a16:creationId xmlns:a16="http://schemas.microsoft.com/office/drawing/2014/main" id="{B78AB547-801A-4F27-B178-F9810C7E5B2C}"/>
              </a:ext>
            </a:extLst>
          </p:cNvPr>
          <p:cNvSpPr txBox="1"/>
          <p:nvPr/>
        </p:nvSpPr>
        <p:spPr>
          <a:xfrm>
            <a:off x="4645378" y="2274133"/>
            <a:ext cx="570089" cy="230832"/>
          </a:xfrm>
          <a:prstGeom prst="rect">
            <a:avLst/>
          </a:prstGeom>
          <a:noFill/>
        </p:spPr>
        <p:txBody>
          <a:bodyPr wrap="square" rtlCol="0">
            <a:spAutoFit/>
          </a:bodyPr>
          <a:lstStyle/>
          <a:p>
            <a:pPr algn="ctr"/>
            <a:r>
              <a:rPr lang="en-US" sz="900" dirty="0"/>
              <a:t>45789</a:t>
            </a:r>
          </a:p>
        </p:txBody>
      </p:sp>
      <p:sp>
        <p:nvSpPr>
          <p:cNvPr id="16" name="TextBox 15">
            <a:extLst>
              <a:ext uri="{FF2B5EF4-FFF2-40B4-BE49-F238E27FC236}">
                <a16:creationId xmlns:a16="http://schemas.microsoft.com/office/drawing/2014/main" id="{B192097C-D3B7-6E97-18B7-2FC11F6F965B}"/>
              </a:ext>
            </a:extLst>
          </p:cNvPr>
          <p:cNvSpPr txBox="1"/>
          <p:nvPr/>
        </p:nvSpPr>
        <p:spPr>
          <a:xfrm>
            <a:off x="5650090" y="2274133"/>
            <a:ext cx="570089" cy="230832"/>
          </a:xfrm>
          <a:prstGeom prst="rect">
            <a:avLst/>
          </a:prstGeom>
          <a:noFill/>
        </p:spPr>
        <p:txBody>
          <a:bodyPr wrap="square" rtlCol="0">
            <a:spAutoFit/>
          </a:bodyPr>
          <a:lstStyle/>
          <a:p>
            <a:pPr algn="ctr"/>
            <a:r>
              <a:rPr lang="en-US" sz="900" dirty="0"/>
              <a:t>45789</a:t>
            </a:r>
          </a:p>
        </p:txBody>
      </p:sp>
      <p:sp>
        <p:nvSpPr>
          <p:cNvPr id="17" name="TextBox 16">
            <a:extLst>
              <a:ext uri="{FF2B5EF4-FFF2-40B4-BE49-F238E27FC236}">
                <a16:creationId xmlns:a16="http://schemas.microsoft.com/office/drawing/2014/main" id="{D0AC373C-28CD-AE1E-1D88-0D334F61BC1B}"/>
              </a:ext>
            </a:extLst>
          </p:cNvPr>
          <p:cNvSpPr txBox="1"/>
          <p:nvPr/>
        </p:nvSpPr>
        <p:spPr>
          <a:xfrm>
            <a:off x="6152446" y="2274133"/>
            <a:ext cx="570089" cy="230832"/>
          </a:xfrm>
          <a:prstGeom prst="rect">
            <a:avLst/>
          </a:prstGeom>
          <a:noFill/>
        </p:spPr>
        <p:txBody>
          <a:bodyPr wrap="square" rtlCol="0">
            <a:spAutoFit/>
          </a:bodyPr>
          <a:lstStyle/>
          <a:p>
            <a:pPr algn="ctr"/>
            <a:r>
              <a:rPr lang="en-US" sz="900" dirty="0"/>
              <a:t>45789</a:t>
            </a:r>
          </a:p>
        </p:txBody>
      </p:sp>
      <p:sp>
        <p:nvSpPr>
          <p:cNvPr id="18" name="TextBox 17">
            <a:extLst>
              <a:ext uri="{FF2B5EF4-FFF2-40B4-BE49-F238E27FC236}">
                <a16:creationId xmlns:a16="http://schemas.microsoft.com/office/drawing/2014/main" id="{238F2DEE-921B-524D-B13C-BC4784216DAD}"/>
              </a:ext>
            </a:extLst>
          </p:cNvPr>
          <p:cNvSpPr txBox="1"/>
          <p:nvPr/>
        </p:nvSpPr>
        <p:spPr>
          <a:xfrm>
            <a:off x="6654802" y="2404765"/>
            <a:ext cx="570089" cy="230832"/>
          </a:xfrm>
          <a:prstGeom prst="rect">
            <a:avLst/>
          </a:prstGeom>
          <a:noFill/>
        </p:spPr>
        <p:txBody>
          <a:bodyPr wrap="square" rtlCol="0">
            <a:spAutoFit/>
          </a:bodyPr>
          <a:lstStyle/>
          <a:p>
            <a:pPr algn="ctr"/>
            <a:r>
              <a:rPr lang="en-US" sz="900" dirty="0"/>
              <a:t>245</a:t>
            </a:r>
          </a:p>
        </p:txBody>
      </p:sp>
      <p:sp>
        <p:nvSpPr>
          <p:cNvPr id="19" name="TextBox 18">
            <a:extLst>
              <a:ext uri="{FF2B5EF4-FFF2-40B4-BE49-F238E27FC236}">
                <a16:creationId xmlns:a16="http://schemas.microsoft.com/office/drawing/2014/main" id="{A592E14B-540E-B6CF-796F-7147DFFB6B1D}"/>
              </a:ext>
            </a:extLst>
          </p:cNvPr>
          <p:cNvSpPr txBox="1"/>
          <p:nvPr/>
        </p:nvSpPr>
        <p:spPr>
          <a:xfrm>
            <a:off x="7157158" y="2404765"/>
            <a:ext cx="570089" cy="230832"/>
          </a:xfrm>
          <a:prstGeom prst="rect">
            <a:avLst/>
          </a:prstGeom>
          <a:noFill/>
        </p:spPr>
        <p:txBody>
          <a:bodyPr wrap="square" rtlCol="0">
            <a:spAutoFit/>
          </a:bodyPr>
          <a:lstStyle/>
          <a:p>
            <a:pPr algn="ctr"/>
            <a:r>
              <a:rPr lang="en-US" sz="900" dirty="0"/>
              <a:t>245</a:t>
            </a:r>
          </a:p>
        </p:txBody>
      </p:sp>
      <p:sp>
        <p:nvSpPr>
          <p:cNvPr id="20" name="TextBox 19">
            <a:extLst>
              <a:ext uri="{FF2B5EF4-FFF2-40B4-BE49-F238E27FC236}">
                <a16:creationId xmlns:a16="http://schemas.microsoft.com/office/drawing/2014/main" id="{41EE9C4F-9D2E-12F6-CC18-462222286B21}"/>
              </a:ext>
            </a:extLst>
          </p:cNvPr>
          <p:cNvSpPr txBox="1"/>
          <p:nvPr/>
        </p:nvSpPr>
        <p:spPr>
          <a:xfrm>
            <a:off x="4645378" y="1903821"/>
            <a:ext cx="570089" cy="230832"/>
          </a:xfrm>
          <a:prstGeom prst="rect">
            <a:avLst/>
          </a:prstGeom>
          <a:noFill/>
        </p:spPr>
        <p:txBody>
          <a:bodyPr wrap="square" rtlCol="0">
            <a:spAutoFit/>
          </a:bodyPr>
          <a:lstStyle/>
          <a:p>
            <a:pPr algn="ctr"/>
            <a:r>
              <a:rPr lang="en-US" sz="900" dirty="0"/>
              <a:t>45</a:t>
            </a:r>
          </a:p>
        </p:txBody>
      </p:sp>
      <p:sp>
        <p:nvSpPr>
          <p:cNvPr id="23" name="TextBox 22">
            <a:extLst>
              <a:ext uri="{FF2B5EF4-FFF2-40B4-BE49-F238E27FC236}">
                <a16:creationId xmlns:a16="http://schemas.microsoft.com/office/drawing/2014/main" id="{6B8B19DA-7DA0-FFB1-F11F-5F5315644E93}"/>
              </a:ext>
            </a:extLst>
          </p:cNvPr>
          <p:cNvSpPr txBox="1"/>
          <p:nvPr/>
        </p:nvSpPr>
        <p:spPr>
          <a:xfrm>
            <a:off x="6214537" y="721216"/>
            <a:ext cx="462845" cy="584775"/>
          </a:xfrm>
          <a:prstGeom prst="rect">
            <a:avLst/>
          </a:prstGeom>
          <a:noFill/>
        </p:spPr>
        <p:txBody>
          <a:bodyPr wrap="square" rtlCol="0">
            <a:spAutoFit/>
          </a:bodyPr>
          <a:lstStyle/>
          <a:p>
            <a:pPr algn="ctr"/>
            <a:r>
              <a:rPr lang="en-US" sz="3200" dirty="0"/>
              <a:t>2</a:t>
            </a:r>
          </a:p>
        </p:txBody>
      </p:sp>
      <p:sp>
        <p:nvSpPr>
          <p:cNvPr id="24" name="TextBox 23">
            <a:extLst>
              <a:ext uri="{FF2B5EF4-FFF2-40B4-BE49-F238E27FC236}">
                <a16:creationId xmlns:a16="http://schemas.microsoft.com/office/drawing/2014/main" id="{973800EC-7AB9-7BE9-769D-A067C9FF2E21}"/>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3820E5F1-674E-EDB7-1EBE-276A3A8CBF84}"/>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A375E1F4-33FD-EB43-ABE0-095F8C5D0DF1}"/>
              </a:ext>
            </a:extLst>
          </p:cNvPr>
          <p:cNvSpPr txBox="1"/>
          <p:nvPr/>
        </p:nvSpPr>
        <p:spPr>
          <a:xfrm>
            <a:off x="6654802" y="771301"/>
            <a:ext cx="570089" cy="230832"/>
          </a:xfrm>
          <a:prstGeom prst="rect">
            <a:avLst/>
          </a:prstGeom>
          <a:noFill/>
        </p:spPr>
        <p:txBody>
          <a:bodyPr wrap="square" rtlCol="0">
            <a:spAutoFit/>
          </a:bodyPr>
          <a:lstStyle/>
          <a:p>
            <a:pPr algn="ctr"/>
            <a:r>
              <a:rPr lang="en-US" sz="900" dirty="0"/>
              <a:t>97</a:t>
            </a:r>
          </a:p>
        </p:txBody>
      </p:sp>
      <p:sp>
        <p:nvSpPr>
          <p:cNvPr id="26" name="TextBox 25">
            <a:extLst>
              <a:ext uri="{FF2B5EF4-FFF2-40B4-BE49-F238E27FC236}">
                <a16:creationId xmlns:a16="http://schemas.microsoft.com/office/drawing/2014/main" id="{2459E669-DA68-D453-20C7-E22E697AF74B}"/>
              </a:ext>
            </a:extLst>
          </p:cNvPr>
          <p:cNvSpPr txBox="1"/>
          <p:nvPr/>
        </p:nvSpPr>
        <p:spPr>
          <a:xfrm>
            <a:off x="6654802" y="1402877"/>
            <a:ext cx="570089" cy="230832"/>
          </a:xfrm>
          <a:prstGeom prst="rect">
            <a:avLst/>
          </a:prstGeom>
          <a:noFill/>
        </p:spPr>
        <p:txBody>
          <a:bodyPr wrap="square" rtlCol="0">
            <a:spAutoFit/>
          </a:bodyPr>
          <a:lstStyle/>
          <a:p>
            <a:pPr algn="ctr"/>
            <a:r>
              <a:rPr lang="en-US" sz="900" dirty="0"/>
              <a:t>34579</a:t>
            </a:r>
          </a:p>
        </p:txBody>
      </p:sp>
      <p:sp>
        <p:nvSpPr>
          <p:cNvPr id="27" name="TextBox 26">
            <a:extLst>
              <a:ext uri="{FF2B5EF4-FFF2-40B4-BE49-F238E27FC236}">
                <a16:creationId xmlns:a16="http://schemas.microsoft.com/office/drawing/2014/main" id="{748A537C-6276-6832-95E5-C3271FC8A52B}"/>
              </a:ext>
            </a:extLst>
          </p:cNvPr>
          <p:cNvSpPr txBox="1"/>
          <p:nvPr/>
        </p:nvSpPr>
        <p:spPr>
          <a:xfrm>
            <a:off x="7157158" y="1402877"/>
            <a:ext cx="570089" cy="230832"/>
          </a:xfrm>
          <a:prstGeom prst="rect">
            <a:avLst/>
          </a:prstGeom>
          <a:noFill/>
        </p:spPr>
        <p:txBody>
          <a:bodyPr wrap="square" rtlCol="0">
            <a:spAutoFit/>
          </a:bodyPr>
          <a:lstStyle/>
          <a:p>
            <a:pPr algn="ctr"/>
            <a:r>
              <a:rPr lang="en-US" sz="900" dirty="0"/>
              <a:t>4579</a:t>
            </a:r>
          </a:p>
        </p:txBody>
      </p:sp>
      <p:sp>
        <p:nvSpPr>
          <p:cNvPr id="28" name="TextBox 27">
            <a:extLst>
              <a:ext uri="{FF2B5EF4-FFF2-40B4-BE49-F238E27FC236}">
                <a16:creationId xmlns:a16="http://schemas.microsoft.com/office/drawing/2014/main" id="{1DC4B98B-34BB-EC3C-6E45-DB9A753D0704}"/>
              </a:ext>
            </a:extLst>
          </p:cNvPr>
          <p:cNvSpPr txBox="1"/>
          <p:nvPr/>
        </p:nvSpPr>
        <p:spPr>
          <a:xfrm>
            <a:off x="6654802" y="2034453"/>
            <a:ext cx="570089" cy="230832"/>
          </a:xfrm>
          <a:prstGeom prst="rect">
            <a:avLst/>
          </a:prstGeom>
          <a:noFill/>
        </p:spPr>
        <p:txBody>
          <a:bodyPr wrap="square" rtlCol="0">
            <a:spAutoFit/>
          </a:bodyPr>
          <a:lstStyle/>
          <a:p>
            <a:pPr algn="ctr"/>
            <a:r>
              <a:rPr lang="en-US" sz="900" dirty="0"/>
              <a:t>345</a:t>
            </a:r>
          </a:p>
        </p:txBody>
      </p:sp>
      <p:sp>
        <p:nvSpPr>
          <p:cNvPr id="29" name="TextBox 28">
            <a:extLst>
              <a:ext uri="{FF2B5EF4-FFF2-40B4-BE49-F238E27FC236}">
                <a16:creationId xmlns:a16="http://schemas.microsoft.com/office/drawing/2014/main" id="{FC5C8556-D194-76A4-8305-5591C7C216C0}"/>
              </a:ext>
            </a:extLst>
          </p:cNvPr>
          <p:cNvSpPr txBox="1"/>
          <p:nvPr/>
        </p:nvSpPr>
        <p:spPr>
          <a:xfrm>
            <a:off x="7157158" y="2034453"/>
            <a:ext cx="570089" cy="230832"/>
          </a:xfrm>
          <a:prstGeom prst="rect">
            <a:avLst/>
          </a:prstGeom>
          <a:noFill/>
        </p:spPr>
        <p:txBody>
          <a:bodyPr wrap="square" rtlCol="0">
            <a:spAutoFit/>
          </a:bodyPr>
          <a:lstStyle/>
          <a:p>
            <a:pPr algn="ctr"/>
            <a:r>
              <a:rPr lang="en-US" sz="900" dirty="0"/>
              <a:t>45</a:t>
            </a:r>
          </a:p>
        </p:txBody>
      </p:sp>
      <p:sp>
        <p:nvSpPr>
          <p:cNvPr id="30" name="TextBox 29">
            <a:extLst>
              <a:ext uri="{FF2B5EF4-FFF2-40B4-BE49-F238E27FC236}">
                <a16:creationId xmlns:a16="http://schemas.microsoft.com/office/drawing/2014/main" id="{0999A222-666E-278A-ADD2-8D55FE9A0DF3}"/>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6B810B07-7C1D-82E3-5396-F30871F6D8C0}"/>
              </a:ext>
            </a:extLst>
          </p:cNvPr>
          <p:cNvSpPr txBox="1"/>
          <p:nvPr/>
        </p:nvSpPr>
        <p:spPr>
          <a:xfrm>
            <a:off x="3217333" y="721216"/>
            <a:ext cx="462845" cy="584775"/>
          </a:xfrm>
          <a:prstGeom prst="rect">
            <a:avLst/>
          </a:prstGeom>
          <a:noFill/>
        </p:spPr>
        <p:txBody>
          <a:bodyPr wrap="square" rtlCol="0">
            <a:spAutoFit/>
          </a:bodyPr>
          <a:lstStyle/>
          <a:p>
            <a:pPr algn="ctr"/>
            <a:r>
              <a:rPr lang="en-US" sz="3200" dirty="0"/>
              <a:t>4</a:t>
            </a:r>
          </a:p>
        </p:txBody>
      </p:sp>
      <p:sp>
        <p:nvSpPr>
          <p:cNvPr id="32" name="TextBox 31">
            <a:extLst>
              <a:ext uri="{FF2B5EF4-FFF2-40B4-BE49-F238E27FC236}">
                <a16:creationId xmlns:a16="http://schemas.microsoft.com/office/drawing/2014/main" id="{45FAB9DC-A8F0-D7AB-E51E-DD6A22D8E28F}"/>
              </a:ext>
            </a:extLst>
          </p:cNvPr>
          <p:cNvSpPr txBox="1"/>
          <p:nvPr/>
        </p:nvSpPr>
        <p:spPr>
          <a:xfrm>
            <a:off x="3138310" y="1402877"/>
            <a:ext cx="570089" cy="230832"/>
          </a:xfrm>
          <a:prstGeom prst="rect">
            <a:avLst/>
          </a:prstGeom>
          <a:noFill/>
        </p:spPr>
        <p:txBody>
          <a:bodyPr wrap="square" rtlCol="0">
            <a:spAutoFit/>
          </a:bodyPr>
          <a:lstStyle/>
          <a:p>
            <a:pPr algn="ctr"/>
            <a:r>
              <a:rPr lang="en-US" sz="900" dirty="0"/>
              <a:t>89</a:t>
            </a:r>
          </a:p>
        </p:txBody>
      </p:sp>
      <p:sp>
        <p:nvSpPr>
          <p:cNvPr id="34" name="TextBox 33">
            <a:extLst>
              <a:ext uri="{FF2B5EF4-FFF2-40B4-BE49-F238E27FC236}">
                <a16:creationId xmlns:a16="http://schemas.microsoft.com/office/drawing/2014/main" id="{5F6E2176-15C0-CE8D-CEAF-275FE59DEA79}"/>
              </a:ext>
            </a:extLst>
          </p:cNvPr>
          <p:cNvSpPr txBox="1"/>
          <p:nvPr/>
        </p:nvSpPr>
        <p:spPr>
          <a:xfrm>
            <a:off x="3138310" y="2034453"/>
            <a:ext cx="570089" cy="230832"/>
          </a:xfrm>
          <a:prstGeom prst="rect">
            <a:avLst/>
          </a:prstGeom>
          <a:noFill/>
        </p:spPr>
        <p:txBody>
          <a:bodyPr wrap="square" rtlCol="0">
            <a:spAutoFit/>
          </a:bodyPr>
          <a:lstStyle/>
          <a:p>
            <a:pPr algn="ctr"/>
            <a:r>
              <a:rPr lang="en-US" sz="900" dirty="0"/>
              <a:t>98</a:t>
            </a:r>
          </a:p>
        </p:txBody>
      </p:sp>
      <p:sp>
        <p:nvSpPr>
          <p:cNvPr id="35" name="TextBox 34">
            <a:extLst>
              <a:ext uri="{FF2B5EF4-FFF2-40B4-BE49-F238E27FC236}">
                <a16:creationId xmlns:a16="http://schemas.microsoft.com/office/drawing/2014/main" id="{DE49DE92-DD82-66FA-6115-B48BCFE752B1}"/>
              </a:ext>
            </a:extLst>
          </p:cNvPr>
          <p:cNvSpPr txBox="1"/>
          <p:nvPr/>
        </p:nvSpPr>
        <p:spPr>
          <a:xfrm>
            <a:off x="4216401" y="1224551"/>
            <a:ext cx="462845" cy="584775"/>
          </a:xfrm>
          <a:prstGeom prst="rect">
            <a:avLst/>
          </a:prstGeom>
          <a:noFill/>
        </p:spPr>
        <p:txBody>
          <a:bodyPr wrap="square" rtlCol="0">
            <a:spAutoFit/>
          </a:bodyPr>
          <a:lstStyle/>
          <a:p>
            <a:pPr algn="ctr"/>
            <a:r>
              <a:rPr lang="en-US" sz="3200" dirty="0"/>
              <a:t>1</a:t>
            </a:r>
          </a:p>
        </p:txBody>
      </p:sp>
      <p:sp>
        <p:nvSpPr>
          <p:cNvPr id="36" name="TextBox 35">
            <a:extLst>
              <a:ext uri="{FF2B5EF4-FFF2-40B4-BE49-F238E27FC236}">
                <a16:creationId xmlns:a16="http://schemas.microsoft.com/office/drawing/2014/main" id="{62372411-36C8-BD3A-63FC-5F9C9CE49D84}"/>
              </a:ext>
            </a:extLst>
          </p:cNvPr>
          <p:cNvSpPr txBox="1"/>
          <p:nvPr/>
        </p:nvSpPr>
        <p:spPr>
          <a:xfrm>
            <a:off x="5215469" y="721216"/>
            <a:ext cx="462845" cy="584775"/>
          </a:xfrm>
          <a:prstGeom prst="rect">
            <a:avLst/>
          </a:prstGeom>
          <a:noFill/>
        </p:spPr>
        <p:txBody>
          <a:bodyPr wrap="square" rtlCol="0">
            <a:spAutoFit/>
          </a:bodyPr>
          <a:lstStyle/>
          <a:p>
            <a:pPr algn="ctr"/>
            <a:r>
              <a:rPr lang="en-US" sz="3200" dirty="0"/>
              <a:t>1</a:t>
            </a:r>
          </a:p>
        </p:txBody>
      </p:sp>
      <p:sp>
        <p:nvSpPr>
          <p:cNvPr id="37" name="TextBox 36">
            <a:extLst>
              <a:ext uri="{FF2B5EF4-FFF2-40B4-BE49-F238E27FC236}">
                <a16:creationId xmlns:a16="http://schemas.microsoft.com/office/drawing/2014/main" id="{CA820D21-9E1D-2038-15A5-3D52D8C3F2BD}"/>
              </a:ext>
            </a:extLst>
          </p:cNvPr>
          <p:cNvSpPr txBox="1"/>
          <p:nvPr/>
        </p:nvSpPr>
        <p:spPr>
          <a:xfrm>
            <a:off x="3640666" y="901933"/>
            <a:ext cx="570089" cy="230832"/>
          </a:xfrm>
          <a:prstGeom prst="rect">
            <a:avLst/>
          </a:prstGeom>
          <a:noFill/>
        </p:spPr>
        <p:txBody>
          <a:bodyPr wrap="square" rtlCol="0">
            <a:spAutoFit/>
          </a:bodyPr>
          <a:lstStyle/>
          <a:p>
            <a:pPr algn="ctr"/>
            <a:r>
              <a:rPr lang="en-US" sz="900" dirty="0"/>
              <a:t>35</a:t>
            </a:r>
          </a:p>
        </p:txBody>
      </p:sp>
      <p:sp>
        <p:nvSpPr>
          <p:cNvPr id="39" name="TextBox 38">
            <a:extLst>
              <a:ext uri="{FF2B5EF4-FFF2-40B4-BE49-F238E27FC236}">
                <a16:creationId xmlns:a16="http://schemas.microsoft.com/office/drawing/2014/main" id="{67354D20-6050-4D40-0A07-C31A4E142733}"/>
              </a:ext>
            </a:extLst>
          </p:cNvPr>
          <p:cNvSpPr txBox="1"/>
          <p:nvPr/>
        </p:nvSpPr>
        <p:spPr>
          <a:xfrm>
            <a:off x="3640666" y="1402877"/>
            <a:ext cx="570089" cy="230832"/>
          </a:xfrm>
          <a:prstGeom prst="rect">
            <a:avLst/>
          </a:prstGeom>
          <a:noFill/>
        </p:spPr>
        <p:txBody>
          <a:bodyPr wrap="square" rtlCol="0">
            <a:spAutoFit/>
          </a:bodyPr>
          <a:lstStyle/>
          <a:p>
            <a:pPr algn="ctr"/>
            <a:r>
              <a:rPr lang="en-US" sz="900" dirty="0"/>
              <a:t>53</a:t>
            </a:r>
          </a:p>
        </p:txBody>
      </p:sp>
      <p:sp>
        <p:nvSpPr>
          <p:cNvPr id="40" name="TextBox 39">
            <a:extLst>
              <a:ext uri="{FF2B5EF4-FFF2-40B4-BE49-F238E27FC236}">
                <a16:creationId xmlns:a16="http://schemas.microsoft.com/office/drawing/2014/main" id="{73084148-828B-EB73-F26E-0E1AF864A356}"/>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41" name="TextBox 40">
            <a:extLst>
              <a:ext uri="{FF2B5EF4-FFF2-40B4-BE49-F238E27FC236}">
                <a16:creationId xmlns:a16="http://schemas.microsoft.com/office/drawing/2014/main" id="{4ACCF874-BF01-765B-C8CA-8B5F832E1DA8}"/>
              </a:ext>
            </a:extLst>
          </p:cNvPr>
          <p:cNvSpPr txBox="1"/>
          <p:nvPr/>
        </p:nvSpPr>
        <p:spPr>
          <a:xfrm>
            <a:off x="4645378" y="771301"/>
            <a:ext cx="570089" cy="230832"/>
          </a:xfrm>
          <a:prstGeom prst="rect">
            <a:avLst/>
          </a:prstGeom>
          <a:noFill/>
        </p:spPr>
        <p:txBody>
          <a:bodyPr wrap="square" rtlCol="0">
            <a:spAutoFit/>
          </a:bodyPr>
          <a:lstStyle/>
          <a:p>
            <a:pPr algn="ctr"/>
            <a:r>
              <a:rPr lang="en-US" sz="900" dirty="0"/>
              <a:t>79</a:t>
            </a:r>
          </a:p>
        </p:txBody>
      </p:sp>
      <p:sp>
        <p:nvSpPr>
          <p:cNvPr id="38" name="TextBox 37">
            <a:extLst>
              <a:ext uri="{FF2B5EF4-FFF2-40B4-BE49-F238E27FC236}">
                <a16:creationId xmlns:a16="http://schemas.microsoft.com/office/drawing/2014/main" id="{8FD4EACD-3112-3627-9986-0E48C8B12B72}"/>
              </a:ext>
            </a:extLst>
          </p:cNvPr>
          <p:cNvSpPr txBox="1"/>
          <p:nvPr/>
        </p:nvSpPr>
        <p:spPr>
          <a:xfrm>
            <a:off x="5650090" y="901933"/>
            <a:ext cx="570089" cy="230832"/>
          </a:xfrm>
          <a:prstGeom prst="rect">
            <a:avLst/>
          </a:prstGeom>
          <a:noFill/>
        </p:spPr>
        <p:txBody>
          <a:bodyPr wrap="square" rtlCol="0">
            <a:spAutoFit/>
          </a:bodyPr>
          <a:lstStyle/>
          <a:p>
            <a:pPr algn="ctr"/>
            <a:r>
              <a:rPr lang="en-US" sz="900" dirty="0"/>
              <a:t>53</a:t>
            </a:r>
          </a:p>
        </p:txBody>
      </p:sp>
      <p:sp>
        <p:nvSpPr>
          <p:cNvPr id="42" name="TextBox 41">
            <a:extLst>
              <a:ext uri="{FF2B5EF4-FFF2-40B4-BE49-F238E27FC236}">
                <a16:creationId xmlns:a16="http://schemas.microsoft.com/office/drawing/2014/main" id="{D77C2930-3A58-E4D7-13A0-1D712BE4B59A}"/>
              </a:ext>
            </a:extLst>
          </p:cNvPr>
          <p:cNvSpPr txBox="1"/>
          <p:nvPr/>
        </p:nvSpPr>
        <p:spPr>
          <a:xfrm>
            <a:off x="5715003" y="1224551"/>
            <a:ext cx="462845" cy="584775"/>
          </a:xfrm>
          <a:prstGeom prst="rect">
            <a:avLst/>
          </a:prstGeom>
          <a:noFill/>
        </p:spPr>
        <p:txBody>
          <a:bodyPr wrap="square" rtlCol="0">
            <a:spAutoFit/>
          </a:bodyPr>
          <a:lstStyle/>
          <a:p>
            <a:pPr algn="ctr"/>
            <a:r>
              <a:rPr lang="en-US" sz="3200" dirty="0"/>
              <a:t>2</a:t>
            </a:r>
          </a:p>
        </p:txBody>
      </p:sp>
      <p:sp>
        <p:nvSpPr>
          <p:cNvPr id="43" name="TextBox 42">
            <a:extLst>
              <a:ext uri="{FF2B5EF4-FFF2-40B4-BE49-F238E27FC236}">
                <a16:creationId xmlns:a16="http://schemas.microsoft.com/office/drawing/2014/main" id="{DE0BB2CE-0AE1-D483-FA1D-3013105A6D61}"/>
              </a:ext>
            </a:extLst>
          </p:cNvPr>
          <p:cNvSpPr txBox="1"/>
          <p:nvPr/>
        </p:nvSpPr>
        <p:spPr>
          <a:xfrm>
            <a:off x="4645378" y="1533509"/>
            <a:ext cx="570089" cy="230832"/>
          </a:xfrm>
          <a:prstGeom prst="rect">
            <a:avLst/>
          </a:prstGeom>
          <a:noFill/>
        </p:spPr>
        <p:txBody>
          <a:bodyPr wrap="square" rtlCol="0">
            <a:spAutoFit/>
          </a:bodyPr>
          <a:lstStyle/>
          <a:p>
            <a:pPr algn="ctr"/>
            <a:r>
              <a:rPr lang="en-US" sz="900" dirty="0"/>
              <a:t>345789</a:t>
            </a:r>
          </a:p>
        </p:txBody>
      </p:sp>
      <p:sp>
        <p:nvSpPr>
          <p:cNvPr id="44" name="TextBox 43">
            <a:extLst>
              <a:ext uri="{FF2B5EF4-FFF2-40B4-BE49-F238E27FC236}">
                <a16:creationId xmlns:a16="http://schemas.microsoft.com/office/drawing/2014/main" id="{9F7A81A8-AA64-48DF-5C1F-266DA23EC815}"/>
              </a:ext>
            </a:extLst>
          </p:cNvPr>
          <p:cNvSpPr txBox="1"/>
          <p:nvPr/>
        </p:nvSpPr>
        <p:spPr>
          <a:xfrm>
            <a:off x="5147734" y="1533509"/>
            <a:ext cx="570089" cy="230832"/>
          </a:xfrm>
          <a:prstGeom prst="rect">
            <a:avLst/>
          </a:prstGeom>
          <a:noFill/>
        </p:spPr>
        <p:txBody>
          <a:bodyPr wrap="square" rtlCol="0">
            <a:spAutoFit/>
          </a:bodyPr>
          <a:lstStyle/>
          <a:p>
            <a:pPr algn="ctr"/>
            <a:r>
              <a:rPr lang="en-US" sz="900" dirty="0"/>
              <a:t>987543</a:t>
            </a:r>
          </a:p>
        </p:txBody>
      </p:sp>
      <p:sp>
        <p:nvSpPr>
          <p:cNvPr id="45" name="TextBox 44">
            <a:extLst>
              <a:ext uri="{FF2B5EF4-FFF2-40B4-BE49-F238E27FC236}">
                <a16:creationId xmlns:a16="http://schemas.microsoft.com/office/drawing/2014/main" id="{264B397F-6D18-C10B-70BE-064A3384DAA9}"/>
              </a:ext>
            </a:extLst>
          </p:cNvPr>
          <p:cNvSpPr txBox="1"/>
          <p:nvPr/>
        </p:nvSpPr>
        <p:spPr>
          <a:xfrm>
            <a:off x="5147734" y="2905709"/>
            <a:ext cx="570089" cy="230832"/>
          </a:xfrm>
          <a:prstGeom prst="rect">
            <a:avLst/>
          </a:prstGeom>
          <a:noFill/>
        </p:spPr>
        <p:txBody>
          <a:bodyPr wrap="square" rtlCol="0">
            <a:spAutoFit/>
          </a:bodyPr>
          <a:lstStyle/>
          <a:p>
            <a:pPr algn="ctr"/>
            <a:r>
              <a:rPr lang="en-US" sz="900" dirty="0"/>
              <a:t>24</a:t>
            </a:r>
          </a:p>
        </p:txBody>
      </p:sp>
      <p:sp>
        <p:nvSpPr>
          <p:cNvPr id="46" name="TextBox 45">
            <a:extLst>
              <a:ext uri="{FF2B5EF4-FFF2-40B4-BE49-F238E27FC236}">
                <a16:creationId xmlns:a16="http://schemas.microsoft.com/office/drawing/2014/main" id="{F2278151-B85B-F9C8-E780-F5300974664F}"/>
              </a:ext>
            </a:extLst>
          </p:cNvPr>
          <p:cNvSpPr txBox="1"/>
          <p:nvPr/>
        </p:nvSpPr>
        <p:spPr>
          <a:xfrm>
            <a:off x="3640666" y="3406653"/>
            <a:ext cx="570089" cy="230832"/>
          </a:xfrm>
          <a:prstGeom prst="rect">
            <a:avLst/>
          </a:prstGeom>
          <a:noFill/>
        </p:spPr>
        <p:txBody>
          <a:bodyPr wrap="square" rtlCol="0">
            <a:spAutoFit/>
          </a:bodyPr>
          <a:lstStyle/>
          <a:p>
            <a:pPr algn="ctr"/>
            <a:r>
              <a:rPr lang="en-US" sz="900" dirty="0"/>
              <a:t>42</a:t>
            </a:r>
          </a:p>
        </p:txBody>
      </p:sp>
      <p:sp>
        <p:nvSpPr>
          <p:cNvPr id="47" name="TextBox 46">
            <a:extLst>
              <a:ext uri="{FF2B5EF4-FFF2-40B4-BE49-F238E27FC236}">
                <a16:creationId xmlns:a16="http://schemas.microsoft.com/office/drawing/2014/main" id="{124DC597-87A9-F30B-F414-560200E2A203}"/>
              </a:ext>
            </a:extLst>
          </p:cNvPr>
          <p:cNvSpPr txBox="1"/>
          <p:nvPr/>
        </p:nvSpPr>
        <p:spPr>
          <a:xfrm>
            <a:off x="4143022" y="3537285"/>
            <a:ext cx="570089" cy="230832"/>
          </a:xfrm>
          <a:prstGeom prst="rect">
            <a:avLst/>
          </a:prstGeom>
          <a:noFill/>
        </p:spPr>
        <p:txBody>
          <a:bodyPr wrap="square" rtlCol="0">
            <a:spAutoFit/>
          </a:bodyPr>
          <a:lstStyle/>
          <a:p>
            <a:pPr algn="ctr"/>
            <a:r>
              <a:rPr lang="en-US" sz="900" dirty="0"/>
              <a:t>98</a:t>
            </a:r>
          </a:p>
        </p:txBody>
      </p:sp>
      <p:sp>
        <p:nvSpPr>
          <p:cNvPr id="48" name="TextBox 47">
            <a:extLst>
              <a:ext uri="{FF2B5EF4-FFF2-40B4-BE49-F238E27FC236}">
                <a16:creationId xmlns:a16="http://schemas.microsoft.com/office/drawing/2014/main" id="{6E5A6FD5-CFD9-7ED7-FF13-AD045E43BA7F}"/>
              </a:ext>
            </a:extLst>
          </p:cNvPr>
          <p:cNvSpPr txBox="1"/>
          <p:nvPr/>
        </p:nvSpPr>
        <p:spPr>
          <a:xfrm>
            <a:off x="4645378" y="3537285"/>
            <a:ext cx="570089" cy="230832"/>
          </a:xfrm>
          <a:prstGeom prst="rect">
            <a:avLst/>
          </a:prstGeom>
          <a:noFill/>
        </p:spPr>
        <p:txBody>
          <a:bodyPr wrap="square" rtlCol="0">
            <a:spAutoFit/>
          </a:bodyPr>
          <a:lstStyle/>
          <a:p>
            <a:pPr algn="ctr"/>
            <a:r>
              <a:rPr lang="en-US" sz="900" dirty="0"/>
              <a:t>5789</a:t>
            </a:r>
          </a:p>
        </p:txBody>
      </p:sp>
      <p:sp>
        <p:nvSpPr>
          <p:cNvPr id="49" name="TextBox 48">
            <a:extLst>
              <a:ext uri="{FF2B5EF4-FFF2-40B4-BE49-F238E27FC236}">
                <a16:creationId xmlns:a16="http://schemas.microsoft.com/office/drawing/2014/main" id="{D8DE1CAB-0D59-B790-F225-4FD67795ECF1}"/>
              </a:ext>
            </a:extLst>
          </p:cNvPr>
          <p:cNvSpPr txBox="1"/>
          <p:nvPr/>
        </p:nvSpPr>
        <p:spPr>
          <a:xfrm>
            <a:off x="5147734" y="3537285"/>
            <a:ext cx="570089" cy="230832"/>
          </a:xfrm>
          <a:prstGeom prst="rect">
            <a:avLst/>
          </a:prstGeom>
          <a:noFill/>
        </p:spPr>
        <p:txBody>
          <a:bodyPr wrap="square" rtlCol="0">
            <a:spAutoFit/>
          </a:bodyPr>
          <a:lstStyle/>
          <a:p>
            <a:pPr algn="ctr"/>
            <a:r>
              <a:rPr lang="en-US" sz="900" dirty="0"/>
              <a:t>5789</a:t>
            </a:r>
          </a:p>
        </p:txBody>
      </p:sp>
      <p:sp>
        <p:nvSpPr>
          <p:cNvPr id="50" name="TextBox 49">
            <a:extLst>
              <a:ext uri="{FF2B5EF4-FFF2-40B4-BE49-F238E27FC236}">
                <a16:creationId xmlns:a16="http://schemas.microsoft.com/office/drawing/2014/main" id="{34AC73BB-7697-AB10-15FC-D7B3C7A3411A}"/>
              </a:ext>
            </a:extLst>
          </p:cNvPr>
          <p:cNvSpPr txBox="1"/>
          <p:nvPr/>
        </p:nvSpPr>
        <p:spPr>
          <a:xfrm>
            <a:off x="4143022" y="2905709"/>
            <a:ext cx="570089" cy="230832"/>
          </a:xfrm>
          <a:prstGeom prst="rect">
            <a:avLst/>
          </a:prstGeom>
          <a:noFill/>
        </p:spPr>
        <p:txBody>
          <a:bodyPr wrap="square" rtlCol="0">
            <a:spAutoFit/>
          </a:bodyPr>
          <a:lstStyle/>
          <a:p>
            <a:pPr algn="ctr"/>
            <a:r>
              <a:rPr lang="en-US" sz="900" dirty="0"/>
              <a:t>54</a:t>
            </a:r>
          </a:p>
        </p:txBody>
      </p:sp>
      <p:sp>
        <p:nvSpPr>
          <p:cNvPr id="51" name="TextBox 50">
            <a:extLst>
              <a:ext uri="{FF2B5EF4-FFF2-40B4-BE49-F238E27FC236}">
                <a16:creationId xmlns:a16="http://schemas.microsoft.com/office/drawing/2014/main" id="{DE64EAC1-AB67-F0B2-A028-D2D79994A41D}"/>
              </a:ext>
            </a:extLst>
          </p:cNvPr>
          <p:cNvSpPr txBox="1"/>
          <p:nvPr/>
        </p:nvSpPr>
        <p:spPr>
          <a:xfrm>
            <a:off x="5215469" y="2231221"/>
            <a:ext cx="462845" cy="584775"/>
          </a:xfrm>
          <a:prstGeom prst="rect">
            <a:avLst/>
          </a:prstGeom>
          <a:noFill/>
        </p:spPr>
        <p:txBody>
          <a:bodyPr wrap="square" rtlCol="0">
            <a:spAutoFit/>
          </a:bodyPr>
          <a:lstStyle/>
          <a:p>
            <a:pPr algn="ctr"/>
            <a:r>
              <a:rPr lang="en-US" sz="3200" dirty="0"/>
              <a:t>6</a:t>
            </a:r>
          </a:p>
        </p:txBody>
      </p:sp>
      <p:sp>
        <p:nvSpPr>
          <p:cNvPr id="15" name="TextBox 14">
            <a:extLst>
              <a:ext uri="{FF2B5EF4-FFF2-40B4-BE49-F238E27FC236}">
                <a16:creationId xmlns:a16="http://schemas.microsoft.com/office/drawing/2014/main" id="{3CB4ED33-F798-78C4-29AF-C28C7EA5746E}"/>
              </a:ext>
            </a:extLst>
          </p:cNvPr>
          <p:cNvSpPr txBox="1"/>
          <p:nvPr/>
        </p:nvSpPr>
        <p:spPr>
          <a:xfrm>
            <a:off x="3217333" y="2734556"/>
            <a:ext cx="462845" cy="584775"/>
          </a:xfrm>
          <a:prstGeom prst="rect">
            <a:avLst/>
          </a:prstGeom>
          <a:noFill/>
        </p:spPr>
        <p:txBody>
          <a:bodyPr wrap="square" rtlCol="0">
            <a:spAutoFit/>
          </a:bodyPr>
          <a:lstStyle/>
          <a:p>
            <a:pPr algn="ctr"/>
            <a:r>
              <a:rPr lang="en-US" sz="3200" dirty="0"/>
              <a:t>7</a:t>
            </a:r>
          </a:p>
        </p:txBody>
      </p:sp>
      <p:sp>
        <p:nvSpPr>
          <p:cNvPr id="52" name="TextBox 51">
            <a:extLst>
              <a:ext uri="{FF2B5EF4-FFF2-40B4-BE49-F238E27FC236}">
                <a16:creationId xmlns:a16="http://schemas.microsoft.com/office/drawing/2014/main" id="{3F92C373-3DE3-32EB-2C6B-E4F4678C2185}"/>
              </a:ext>
            </a:extLst>
          </p:cNvPr>
          <p:cNvSpPr txBox="1"/>
          <p:nvPr/>
        </p:nvSpPr>
        <p:spPr>
          <a:xfrm>
            <a:off x="3716867" y="2734556"/>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CAE1EC0F-0287-C7EA-4F06-A435804E5AEA}"/>
              </a:ext>
            </a:extLst>
          </p:cNvPr>
          <p:cNvSpPr txBox="1"/>
          <p:nvPr/>
        </p:nvSpPr>
        <p:spPr>
          <a:xfrm>
            <a:off x="3716867" y="1727886"/>
            <a:ext cx="462845" cy="584775"/>
          </a:xfrm>
          <a:prstGeom prst="rect">
            <a:avLst/>
          </a:prstGeom>
          <a:noFill/>
        </p:spPr>
        <p:txBody>
          <a:bodyPr wrap="square" rtlCol="0">
            <a:spAutoFit/>
          </a:bodyPr>
          <a:lstStyle/>
          <a:p>
            <a:pPr algn="ctr"/>
            <a:r>
              <a:rPr lang="en-US" sz="3200" dirty="0"/>
              <a:t>7</a:t>
            </a:r>
          </a:p>
        </p:txBody>
      </p:sp>
      <p:sp>
        <p:nvSpPr>
          <p:cNvPr id="9" name="TextBox 8">
            <a:extLst>
              <a:ext uri="{FF2B5EF4-FFF2-40B4-BE49-F238E27FC236}">
                <a16:creationId xmlns:a16="http://schemas.microsoft.com/office/drawing/2014/main" id="{670A4AE4-DB25-826A-5D64-4254C9C0344B}"/>
              </a:ext>
            </a:extLst>
          </p:cNvPr>
          <p:cNvSpPr txBox="1"/>
          <p:nvPr/>
        </p:nvSpPr>
        <p:spPr>
          <a:xfrm>
            <a:off x="3138310" y="3406653"/>
            <a:ext cx="570089" cy="230832"/>
          </a:xfrm>
          <a:prstGeom prst="rect">
            <a:avLst/>
          </a:prstGeom>
          <a:noFill/>
        </p:spPr>
        <p:txBody>
          <a:bodyPr wrap="square" rtlCol="0">
            <a:spAutoFit/>
          </a:bodyPr>
          <a:lstStyle/>
          <a:p>
            <a:pPr algn="ctr"/>
            <a:r>
              <a:rPr lang="en-US" sz="900" dirty="0"/>
              <a:t>25</a:t>
            </a:r>
          </a:p>
        </p:txBody>
      </p:sp>
      <p:sp>
        <p:nvSpPr>
          <p:cNvPr id="33" name="TextBox 32">
            <a:extLst>
              <a:ext uri="{FF2B5EF4-FFF2-40B4-BE49-F238E27FC236}">
                <a16:creationId xmlns:a16="http://schemas.microsoft.com/office/drawing/2014/main" id="{48D1859C-8E4B-F1DB-A915-9F6AC4558085}"/>
              </a:ext>
            </a:extLst>
          </p:cNvPr>
          <p:cNvSpPr txBox="1"/>
          <p:nvPr/>
        </p:nvSpPr>
        <p:spPr>
          <a:xfrm>
            <a:off x="3138310" y="3907597"/>
            <a:ext cx="570089" cy="230832"/>
          </a:xfrm>
          <a:prstGeom prst="rect">
            <a:avLst/>
          </a:prstGeom>
          <a:noFill/>
        </p:spPr>
        <p:txBody>
          <a:bodyPr wrap="square" rtlCol="0">
            <a:spAutoFit/>
          </a:bodyPr>
          <a:lstStyle/>
          <a:p>
            <a:pPr algn="ctr"/>
            <a:r>
              <a:rPr lang="en-US" sz="900" dirty="0"/>
              <a:t>125</a:t>
            </a:r>
          </a:p>
        </p:txBody>
      </p:sp>
      <p:sp>
        <p:nvSpPr>
          <p:cNvPr id="53" name="TextBox 52">
            <a:extLst>
              <a:ext uri="{FF2B5EF4-FFF2-40B4-BE49-F238E27FC236}">
                <a16:creationId xmlns:a16="http://schemas.microsoft.com/office/drawing/2014/main" id="{0F41FD29-D2AE-A804-B0A4-65EFF62BC0B0}"/>
              </a:ext>
            </a:extLst>
          </p:cNvPr>
          <p:cNvSpPr txBox="1"/>
          <p:nvPr/>
        </p:nvSpPr>
        <p:spPr>
          <a:xfrm>
            <a:off x="3138310" y="4408541"/>
            <a:ext cx="570089" cy="230832"/>
          </a:xfrm>
          <a:prstGeom prst="rect">
            <a:avLst/>
          </a:prstGeom>
          <a:noFill/>
        </p:spPr>
        <p:txBody>
          <a:bodyPr wrap="square" rtlCol="0">
            <a:spAutoFit/>
          </a:bodyPr>
          <a:lstStyle/>
          <a:p>
            <a:pPr algn="ctr"/>
            <a:r>
              <a:rPr lang="en-US" sz="900" dirty="0"/>
              <a:t>125</a:t>
            </a:r>
          </a:p>
        </p:txBody>
      </p:sp>
      <p:sp>
        <p:nvSpPr>
          <p:cNvPr id="54" name="TextBox 53">
            <a:extLst>
              <a:ext uri="{FF2B5EF4-FFF2-40B4-BE49-F238E27FC236}">
                <a16:creationId xmlns:a16="http://schemas.microsoft.com/office/drawing/2014/main" id="{1D47DDBC-7D07-354C-4B46-D4C1683F96AE}"/>
              </a:ext>
            </a:extLst>
          </p:cNvPr>
          <p:cNvSpPr txBox="1"/>
          <p:nvPr/>
        </p:nvSpPr>
        <p:spPr>
          <a:xfrm>
            <a:off x="5147734" y="2034453"/>
            <a:ext cx="570089" cy="230832"/>
          </a:xfrm>
          <a:prstGeom prst="rect">
            <a:avLst/>
          </a:prstGeom>
          <a:noFill/>
        </p:spPr>
        <p:txBody>
          <a:bodyPr wrap="square" rtlCol="0">
            <a:spAutoFit/>
          </a:bodyPr>
          <a:lstStyle/>
          <a:p>
            <a:pPr algn="ctr"/>
            <a:r>
              <a:rPr lang="en-US" sz="900" dirty="0"/>
              <a:t>89</a:t>
            </a:r>
          </a:p>
        </p:txBody>
      </p:sp>
    </p:spTree>
    <p:extLst>
      <p:ext uri="{BB962C8B-B14F-4D97-AF65-F5344CB8AC3E}">
        <p14:creationId xmlns:p14="http://schemas.microsoft.com/office/powerpoint/2010/main" val="14370770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6AC307-1A45-0B6F-9987-F2F964FA8F0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DFE1D63-73D6-7BD2-2338-F0116461E851}"/>
              </a:ext>
            </a:extLst>
          </p:cNvPr>
          <p:cNvSpPr>
            <a:spLocks noGrp="1"/>
          </p:cNvSpPr>
          <p:nvPr>
            <p:ph sz="half" idx="1"/>
          </p:nvPr>
        </p:nvSpPr>
        <p:spPr/>
        <p:txBody>
          <a:bodyPr>
            <a:normAutofit/>
          </a:bodyPr>
          <a:lstStyle/>
          <a:p>
            <a:r>
              <a:rPr lang="en-US" dirty="0"/>
              <a:t>Complete Row 5.</a:t>
            </a:r>
          </a:p>
        </p:txBody>
      </p:sp>
      <p:pic>
        <p:nvPicPr>
          <p:cNvPr id="4" name="Picture 3" descr="A grid of sudoku puzzle&#10;&#10;Description automatically generated">
            <a:extLst>
              <a:ext uri="{FF2B5EF4-FFF2-40B4-BE49-F238E27FC236}">
                <a16:creationId xmlns:a16="http://schemas.microsoft.com/office/drawing/2014/main" id="{0CA171E4-464D-1E67-7C8C-01F5EE92586D}"/>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1E718714-F755-4EE9-C0D7-089AEA4E7E0A}"/>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9A33505B-8770-EEB9-9A16-676CEDD07DD4}"/>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E05ABCED-12B4-D56D-4395-9B78A7D69F3C}"/>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A1A17D69-00AC-6C01-CF4E-EAF3E3E24430}"/>
              </a:ext>
            </a:extLst>
          </p:cNvPr>
          <p:cNvSpPr txBox="1"/>
          <p:nvPr/>
        </p:nvSpPr>
        <p:spPr>
          <a:xfrm>
            <a:off x="3716867" y="2231221"/>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FEAF3554-5C21-B485-F1D8-D31410E652F7}"/>
              </a:ext>
            </a:extLst>
          </p:cNvPr>
          <p:cNvSpPr txBox="1"/>
          <p:nvPr/>
        </p:nvSpPr>
        <p:spPr>
          <a:xfrm>
            <a:off x="3217333" y="4747898"/>
            <a:ext cx="462845" cy="584775"/>
          </a:xfrm>
          <a:prstGeom prst="rect">
            <a:avLst/>
          </a:prstGeom>
          <a:noFill/>
        </p:spPr>
        <p:txBody>
          <a:bodyPr wrap="square" rtlCol="0">
            <a:spAutoFit/>
          </a:bodyPr>
          <a:lstStyle/>
          <a:p>
            <a:pPr algn="ctr"/>
            <a:r>
              <a:rPr lang="en-US" sz="3200" dirty="0"/>
              <a:t>6</a:t>
            </a:r>
          </a:p>
        </p:txBody>
      </p:sp>
      <p:sp>
        <p:nvSpPr>
          <p:cNvPr id="11" name="TextBox 10">
            <a:extLst>
              <a:ext uri="{FF2B5EF4-FFF2-40B4-BE49-F238E27FC236}">
                <a16:creationId xmlns:a16="http://schemas.microsoft.com/office/drawing/2014/main" id="{080AC3A7-7EF0-1A18-182F-7F42F1511EBF}"/>
              </a:ext>
            </a:extLst>
          </p:cNvPr>
          <p:cNvSpPr txBox="1"/>
          <p:nvPr/>
        </p:nvSpPr>
        <p:spPr>
          <a:xfrm>
            <a:off x="7213604" y="4747898"/>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5863DC0E-2F4D-FE34-54E3-EED033895E4F}"/>
              </a:ext>
            </a:extLst>
          </p:cNvPr>
          <p:cNvSpPr txBox="1"/>
          <p:nvPr/>
        </p:nvSpPr>
        <p:spPr>
          <a:xfrm>
            <a:off x="6214537" y="2734556"/>
            <a:ext cx="462845" cy="584775"/>
          </a:xfrm>
          <a:prstGeom prst="rect">
            <a:avLst/>
          </a:prstGeom>
          <a:no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C9EE6A68-879B-310E-C449-F80C1C473829}"/>
              </a:ext>
            </a:extLst>
          </p:cNvPr>
          <p:cNvSpPr txBox="1"/>
          <p:nvPr/>
        </p:nvSpPr>
        <p:spPr>
          <a:xfrm>
            <a:off x="4143022" y="2274133"/>
            <a:ext cx="570089" cy="230832"/>
          </a:xfrm>
          <a:prstGeom prst="rect">
            <a:avLst/>
          </a:prstGeom>
          <a:noFill/>
        </p:spPr>
        <p:txBody>
          <a:bodyPr wrap="square" rtlCol="0">
            <a:spAutoFit/>
          </a:bodyPr>
          <a:lstStyle/>
          <a:p>
            <a:pPr algn="ctr"/>
            <a:r>
              <a:rPr lang="en-US" sz="900" dirty="0"/>
              <a:t>89</a:t>
            </a:r>
          </a:p>
        </p:txBody>
      </p:sp>
      <p:sp>
        <p:nvSpPr>
          <p:cNvPr id="14" name="TextBox 13">
            <a:extLst>
              <a:ext uri="{FF2B5EF4-FFF2-40B4-BE49-F238E27FC236}">
                <a16:creationId xmlns:a16="http://schemas.microsoft.com/office/drawing/2014/main" id="{983AB589-7275-5B7A-B92E-D626CB85481E}"/>
              </a:ext>
            </a:extLst>
          </p:cNvPr>
          <p:cNvSpPr txBox="1"/>
          <p:nvPr/>
        </p:nvSpPr>
        <p:spPr>
          <a:xfrm>
            <a:off x="4645378" y="2274133"/>
            <a:ext cx="570089" cy="230832"/>
          </a:xfrm>
          <a:prstGeom prst="rect">
            <a:avLst/>
          </a:prstGeom>
          <a:noFill/>
        </p:spPr>
        <p:txBody>
          <a:bodyPr wrap="square" rtlCol="0">
            <a:spAutoFit/>
          </a:bodyPr>
          <a:lstStyle/>
          <a:p>
            <a:pPr algn="ctr"/>
            <a:r>
              <a:rPr lang="en-US" sz="900" dirty="0"/>
              <a:t>45789</a:t>
            </a:r>
          </a:p>
        </p:txBody>
      </p:sp>
      <p:sp>
        <p:nvSpPr>
          <p:cNvPr id="16" name="TextBox 15">
            <a:extLst>
              <a:ext uri="{FF2B5EF4-FFF2-40B4-BE49-F238E27FC236}">
                <a16:creationId xmlns:a16="http://schemas.microsoft.com/office/drawing/2014/main" id="{2BE9B72F-4ADC-7834-FFB3-AB8638E34212}"/>
              </a:ext>
            </a:extLst>
          </p:cNvPr>
          <p:cNvSpPr txBox="1"/>
          <p:nvPr/>
        </p:nvSpPr>
        <p:spPr>
          <a:xfrm>
            <a:off x="5650090" y="2274133"/>
            <a:ext cx="570089" cy="230832"/>
          </a:xfrm>
          <a:prstGeom prst="rect">
            <a:avLst/>
          </a:prstGeom>
          <a:noFill/>
        </p:spPr>
        <p:txBody>
          <a:bodyPr wrap="square" rtlCol="0">
            <a:spAutoFit/>
          </a:bodyPr>
          <a:lstStyle/>
          <a:p>
            <a:pPr algn="ctr"/>
            <a:r>
              <a:rPr lang="en-US" sz="900" dirty="0"/>
              <a:t>45789</a:t>
            </a:r>
          </a:p>
        </p:txBody>
      </p:sp>
      <p:sp>
        <p:nvSpPr>
          <p:cNvPr id="17" name="TextBox 16">
            <a:extLst>
              <a:ext uri="{FF2B5EF4-FFF2-40B4-BE49-F238E27FC236}">
                <a16:creationId xmlns:a16="http://schemas.microsoft.com/office/drawing/2014/main" id="{C4BE009D-AD60-A6D4-7C9A-79414E2FBC7D}"/>
              </a:ext>
            </a:extLst>
          </p:cNvPr>
          <p:cNvSpPr txBox="1"/>
          <p:nvPr/>
        </p:nvSpPr>
        <p:spPr>
          <a:xfrm>
            <a:off x="6152446" y="2274133"/>
            <a:ext cx="570089" cy="230832"/>
          </a:xfrm>
          <a:prstGeom prst="rect">
            <a:avLst/>
          </a:prstGeom>
          <a:noFill/>
        </p:spPr>
        <p:txBody>
          <a:bodyPr wrap="square" rtlCol="0">
            <a:spAutoFit/>
          </a:bodyPr>
          <a:lstStyle/>
          <a:p>
            <a:pPr algn="ctr"/>
            <a:r>
              <a:rPr lang="en-US" sz="900" dirty="0"/>
              <a:t>45789</a:t>
            </a:r>
          </a:p>
        </p:txBody>
      </p:sp>
      <p:sp>
        <p:nvSpPr>
          <p:cNvPr id="18" name="TextBox 17">
            <a:extLst>
              <a:ext uri="{FF2B5EF4-FFF2-40B4-BE49-F238E27FC236}">
                <a16:creationId xmlns:a16="http://schemas.microsoft.com/office/drawing/2014/main" id="{29DD8701-5F8A-3277-33B3-F73CD4317013}"/>
              </a:ext>
            </a:extLst>
          </p:cNvPr>
          <p:cNvSpPr txBox="1"/>
          <p:nvPr/>
        </p:nvSpPr>
        <p:spPr>
          <a:xfrm>
            <a:off x="6654802" y="2404765"/>
            <a:ext cx="570089" cy="230832"/>
          </a:xfrm>
          <a:prstGeom prst="rect">
            <a:avLst/>
          </a:prstGeom>
          <a:noFill/>
        </p:spPr>
        <p:txBody>
          <a:bodyPr wrap="square" rtlCol="0">
            <a:spAutoFit/>
          </a:bodyPr>
          <a:lstStyle/>
          <a:p>
            <a:pPr algn="ctr"/>
            <a:r>
              <a:rPr lang="en-US" sz="900" dirty="0"/>
              <a:t>245</a:t>
            </a:r>
          </a:p>
        </p:txBody>
      </p:sp>
      <p:sp>
        <p:nvSpPr>
          <p:cNvPr id="19" name="TextBox 18">
            <a:extLst>
              <a:ext uri="{FF2B5EF4-FFF2-40B4-BE49-F238E27FC236}">
                <a16:creationId xmlns:a16="http://schemas.microsoft.com/office/drawing/2014/main" id="{72B56B52-284C-BA5C-2E70-4A3AA508E6BB}"/>
              </a:ext>
            </a:extLst>
          </p:cNvPr>
          <p:cNvSpPr txBox="1"/>
          <p:nvPr/>
        </p:nvSpPr>
        <p:spPr>
          <a:xfrm>
            <a:off x="7157158" y="2404765"/>
            <a:ext cx="570089" cy="230832"/>
          </a:xfrm>
          <a:prstGeom prst="rect">
            <a:avLst/>
          </a:prstGeom>
          <a:noFill/>
        </p:spPr>
        <p:txBody>
          <a:bodyPr wrap="square" rtlCol="0">
            <a:spAutoFit/>
          </a:bodyPr>
          <a:lstStyle/>
          <a:p>
            <a:pPr algn="ctr"/>
            <a:r>
              <a:rPr lang="en-US" sz="900" dirty="0"/>
              <a:t>245</a:t>
            </a:r>
          </a:p>
        </p:txBody>
      </p:sp>
      <p:sp>
        <p:nvSpPr>
          <p:cNvPr id="20" name="TextBox 19">
            <a:extLst>
              <a:ext uri="{FF2B5EF4-FFF2-40B4-BE49-F238E27FC236}">
                <a16:creationId xmlns:a16="http://schemas.microsoft.com/office/drawing/2014/main" id="{A3C0E885-C152-36EC-B0EE-693EA7BC4CF6}"/>
              </a:ext>
            </a:extLst>
          </p:cNvPr>
          <p:cNvSpPr txBox="1"/>
          <p:nvPr/>
        </p:nvSpPr>
        <p:spPr>
          <a:xfrm>
            <a:off x="4645378" y="1903821"/>
            <a:ext cx="570089" cy="230832"/>
          </a:xfrm>
          <a:prstGeom prst="rect">
            <a:avLst/>
          </a:prstGeom>
          <a:noFill/>
        </p:spPr>
        <p:txBody>
          <a:bodyPr wrap="square" rtlCol="0">
            <a:spAutoFit/>
          </a:bodyPr>
          <a:lstStyle/>
          <a:p>
            <a:pPr algn="ctr"/>
            <a:r>
              <a:rPr lang="en-US" sz="900" dirty="0"/>
              <a:t>45</a:t>
            </a:r>
          </a:p>
        </p:txBody>
      </p:sp>
      <p:sp>
        <p:nvSpPr>
          <p:cNvPr id="23" name="TextBox 22">
            <a:extLst>
              <a:ext uri="{FF2B5EF4-FFF2-40B4-BE49-F238E27FC236}">
                <a16:creationId xmlns:a16="http://schemas.microsoft.com/office/drawing/2014/main" id="{DF43CC3D-A8D5-FE75-3774-5713D4DAC426}"/>
              </a:ext>
            </a:extLst>
          </p:cNvPr>
          <p:cNvSpPr txBox="1"/>
          <p:nvPr/>
        </p:nvSpPr>
        <p:spPr>
          <a:xfrm>
            <a:off x="6214537" y="721216"/>
            <a:ext cx="462845" cy="584775"/>
          </a:xfrm>
          <a:prstGeom prst="rect">
            <a:avLst/>
          </a:prstGeom>
          <a:noFill/>
        </p:spPr>
        <p:txBody>
          <a:bodyPr wrap="square" rtlCol="0">
            <a:spAutoFit/>
          </a:bodyPr>
          <a:lstStyle/>
          <a:p>
            <a:pPr algn="ctr"/>
            <a:r>
              <a:rPr lang="en-US" sz="3200" dirty="0"/>
              <a:t>2</a:t>
            </a:r>
          </a:p>
        </p:txBody>
      </p:sp>
      <p:sp>
        <p:nvSpPr>
          <p:cNvPr id="24" name="TextBox 23">
            <a:extLst>
              <a:ext uri="{FF2B5EF4-FFF2-40B4-BE49-F238E27FC236}">
                <a16:creationId xmlns:a16="http://schemas.microsoft.com/office/drawing/2014/main" id="{D1B4B38F-EAED-2032-90C7-9A2E7F415E11}"/>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B39FF824-F748-ECF9-6280-56A472290809}"/>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96CDB59B-D123-907B-A3C7-FBA090668160}"/>
              </a:ext>
            </a:extLst>
          </p:cNvPr>
          <p:cNvSpPr txBox="1"/>
          <p:nvPr/>
        </p:nvSpPr>
        <p:spPr>
          <a:xfrm>
            <a:off x="6654802" y="771301"/>
            <a:ext cx="570089" cy="230832"/>
          </a:xfrm>
          <a:prstGeom prst="rect">
            <a:avLst/>
          </a:prstGeom>
          <a:noFill/>
        </p:spPr>
        <p:txBody>
          <a:bodyPr wrap="square" rtlCol="0">
            <a:spAutoFit/>
          </a:bodyPr>
          <a:lstStyle/>
          <a:p>
            <a:pPr algn="ctr"/>
            <a:r>
              <a:rPr lang="en-US" sz="900" dirty="0"/>
              <a:t>97</a:t>
            </a:r>
          </a:p>
        </p:txBody>
      </p:sp>
      <p:sp>
        <p:nvSpPr>
          <p:cNvPr id="26" name="TextBox 25">
            <a:extLst>
              <a:ext uri="{FF2B5EF4-FFF2-40B4-BE49-F238E27FC236}">
                <a16:creationId xmlns:a16="http://schemas.microsoft.com/office/drawing/2014/main" id="{92FC775D-D9B0-1B09-3BA7-7E88C424B5D6}"/>
              </a:ext>
            </a:extLst>
          </p:cNvPr>
          <p:cNvSpPr txBox="1"/>
          <p:nvPr/>
        </p:nvSpPr>
        <p:spPr>
          <a:xfrm>
            <a:off x="6654802" y="1402877"/>
            <a:ext cx="570089" cy="230832"/>
          </a:xfrm>
          <a:prstGeom prst="rect">
            <a:avLst/>
          </a:prstGeom>
          <a:noFill/>
        </p:spPr>
        <p:txBody>
          <a:bodyPr wrap="square" rtlCol="0">
            <a:spAutoFit/>
          </a:bodyPr>
          <a:lstStyle/>
          <a:p>
            <a:pPr algn="ctr"/>
            <a:r>
              <a:rPr lang="en-US" sz="900" dirty="0"/>
              <a:t>34579</a:t>
            </a:r>
          </a:p>
        </p:txBody>
      </p:sp>
      <p:sp>
        <p:nvSpPr>
          <p:cNvPr id="27" name="TextBox 26">
            <a:extLst>
              <a:ext uri="{FF2B5EF4-FFF2-40B4-BE49-F238E27FC236}">
                <a16:creationId xmlns:a16="http://schemas.microsoft.com/office/drawing/2014/main" id="{BF3E0BB5-7B4C-4BE8-09F0-76CDE296DBE7}"/>
              </a:ext>
            </a:extLst>
          </p:cNvPr>
          <p:cNvSpPr txBox="1"/>
          <p:nvPr/>
        </p:nvSpPr>
        <p:spPr>
          <a:xfrm>
            <a:off x="7157158" y="1402877"/>
            <a:ext cx="570089" cy="230832"/>
          </a:xfrm>
          <a:prstGeom prst="rect">
            <a:avLst/>
          </a:prstGeom>
          <a:noFill/>
        </p:spPr>
        <p:txBody>
          <a:bodyPr wrap="square" rtlCol="0">
            <a:spAutoFit/>
          </a:bodyPr>
          <a:lstStyle/>
          <a:p>
            <a:pPr algn="ctr"/>
            <a:r>
              <a:rPr lang="en-US" sz="900" dirty="0"/>
              <a:t>4579</a:t>
            </a:r>
          </a:p>
        </p:txBody>
      </p:sp>
      <p:sp>
        <p:nvSpPr>
          <p:cNvPr id="28" name="TextBox 27">
            <a:extLst>
              <a:ext uri="{FF2B5EF4-FFF2-40B4-BE49-F238E27FC236}">
                <a16:creationId xmlns:a16="http://schemas.microsoft.com/office/drawing/2014/main" id="{59F3B581-2BA9-4DD7-CA5E-B7DDBE7DF4AD}"/>
              </a:ext>
            </a:extLst>
          </p:cNvPr>
          <p:cNvSpPr txBox="1"/>
          <p:nvPr/>
        </p:nvSpPr>
        <p:spPr>
          <a:xfrm>
            <a:off x="6654802" y="2034453"/>
            <a:ext cx="570089" cy="230832"/>
          </a:xfrm>
          <a:prstGeom prst="rect">
            <a:avLst/>
          </a:prstGeom>
          <a:noFill/>
        </p:spPr>
        <p:txBody>
          <a:bodyPr wrap="square" rtlCol="0">
            <a:spAutoFit/>
          </a:bodyPr>
          <a:lstStyle/>
          <a:p>
            <a:pPr algn="ctr"/>
            <a:r>
              <a:rPr lang="en-US" sz="900" dirty="0"/>
              <a:t>345</a:t>
            </a:r>
          </a:p>
        </p:txBody>
      </p:sp>
      <p:sp>
        <p:nvSpPr>
          <p:cNvPr id="29" name="TextBox 28">
            <a:extLst>
              <a:ext uri="{FF2B5EF4-FFF2-40B4-BE49-F238E27FC236}">
                <a16:creationId xmlns:a16="http://schemas.microsoft.com/office/drawing/2014/main" id="{9FE77140-0CDF-2D7B-2485-675F9C7BA6A0}"/>
              </a:ext>
            </a:extLst>
          </p:cNvPr>
          <p:cNvSpPr txBox="1"/>
          <p:nvPr/>
        </p:nvSpPr>
        <p:spPr>
          <a:xfrm>
            <a:off x="7157158" y="2034453"/>
            <a:ext cx="570089" cy="230832"/>
          </a:xfrm>
          <a:prstGeom prst="rect">
            <a:avLst/>
          </a:prstGeom>
          <a:noFill/>
        </p:spPr>
        <p:txBody>
          <a:bodyPr wrap="square" rtlCol="0">
            <a:spAutoFit/>
          </a:bodyPr>
          <a:lstStyle/>
          <a:p>
            <a:pPr algn="ctr"/>
            <a:r>
              <a:rPr lang="en-US" sz="900" dirty="0"/>
              <a:t>45</a:t>
            </a:r>
          </a:p>
        </p:txBody>
      </p:sp>
      <p:sp>
        <p:nvSpPr>
          <p:cNvPr id="30" name="TextBox 29">
            <a:extLst>
              <a:ext uri="{FF2B5EF4-FFF2-40B4-BE49-F238E27FC236}">
                <a16:creationId xmlns:a16="http://schemas.microsoft.com/office/drawing/2014/main" id="{682C703A-8388-A791-DB79-DA650115A433}"/>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4E87A4BA-FC46-924D-695C-B87D2437AE36}"/>
              </a:ext>
            </a:extLst>
          </p:cNvPr>
          <p:cNvSpPr txBox="1"/>
          <p:nvPr/>
        </p:nvSpPr>
        <p:spPr>
          <a:xfrm>
            <a:off x="3217333" y="721216"/>
            <a:ext cx="462845" cy="584775"/>
          </a:xfrm>
          <a:prstGeom prst="rect">
            <a:avLst/>
          </a:prstGeom>
          <a:noFill/>
        </p:spPr>
        <p:txBody>
          <a:bodyPr wrap="square" rtlCol="0">
            <a:spAutoFit/>
          </a:bodyPr>
          <a:lstStyle/>
          <a:p>
            <a:pPr algn="ctr"/>
            <a:r>
              <a:rPr lang="en-US" sz="3200" dirty="0"/>
              <a:t>4</a:t>
            </a:r>
          </a:p>
        </p:txBody>
      </p:sp>
      <p:sp>
        <p:nvSpPr>
          <p:cNvPr id="32" name="TextBox 31">
            <a:extLst>
              <a:ext uri="{FF2B5EF4-FFF2-40B4-BE49-F238E27FC236}">
                <a16:creationId xmlns:a16="http://schemas.microsoft.com/office/drawing/2014/main" id="{99322B21-9CDA-57DD-6792-B9A8F07985FE}"/>
              </a:ext>
            </a:extLst>
          </p:cNvPr>
          <p:cNvSpPr txBox="1"/>
          <p:nvPr/>
        </p:nvSpPr>
        <p:spPr>
          <a:xfrm>
            <a:off x="3138310" y="1402877"/>
            <a:ext cx="570089" cy="230832"/>
          </a:xfrm>
          <a:prstGeom prst="rect">
            <a:avLst/>
          </a:prstGeom>
          <a:noFill/>
        </p:spPr>
        <p:txBody>
          <a:bodyPr wrap="square" rtlCol="0">
            <a:spAutoFit/>
          </a:bodyPr>
          <a:lstStyle/>
          <a:p>
            <a:pPr algn="ctr"/>
            <a:r>
              <a:rPr lang="en-US" sz="900" dirty="0"/>
              <a:t>89</a:t>
            </a:r>
          </a:p>
        </p:txBody>
      </p:sp>
      <p:sp>
        <p:nvSpPr>
          <p:cNvPr id="34" name="TextBox 33">
            <a:extLst>
              <a:ext uri="{FF2B5EF4-FFF2-40B4-BE49-F238E27FC236}">
                <a16:creationId xmlns:a16="http://schemas.microsoft.com/office/drawing/2014/main" id="{FE58BBD9-B79E-E58E-DC93-8DCFAE9AB9F2}"/>
              </a:ext>
            </a:extLst>
          </p:cNvPr>
          <p:cNvSpPr txBox="1"/>
          <p:nvPr/>
        </p:nvSpPr>
        <p:spPr>
          <a:xfrm>
            <a:off x="3138310" y="2034453"/>
            <a:ext cx="570089" cy="230832"/>
          </a:xfrm>
          <a:prstGeom prst="rect">
            <a:avLst/>
          </a:prstGeom>
          <a:noFill/>
        </p:spPr>
        <p:txBody>
          <a:bodyPr wrap="square" rtlCol="0">
            <a:spAutoFit/>
          </a:bodyPr>
          <a:lstStyle/>
          <a:p>
            <a:pPr algn="ctr"/>
            <a:r>
              <a:rPr lang="en-US" sz="900" dirty="0"/>
              <a:t>98</a:t>
            </a:r>
          </a:p>
        </p:txBody>
      </p:sp>
      <p:sp>
        <p:nvSpPr>
          <p:cNvPr id="35" name="TextBox 34">
            <a:extLst>
              <a:ext uri="{FF2B5EF4-FFF2-40B4-BE49-F238E27FC236}">
                <a16:creationId xmlns:a16="http://schemas.microsoft.com/office/drawing/2014/main" id="{46BC0425-D661-C598-80ED-705C9C6771D1}"/>
              </a:ext>
            </a:extLst>
          </p:cNvPr>
          <p:cNvSpPr txBox="1"/>
          <p:nvPr/>
        </p:nvSpPr>
        <p:spPr>
          <a:xfrm>
            <a:off x="4216401" y="1224551"/>
            <a:ext cx="462845" cy="584775"/>
          </a:xfrm>
          <a:prstGeom prst="rect">
            <a:avLst/>
          </a:prstGeom>
          <a:noFill/>
        </p:spPr>
        <p:txBody>
          <a:bodyPr wrap="square" rtlCol="0">
            <a:spAutoFit/>
          </a:bodyPr>
          <a:lstStyle/>
          <a:p>
            <a:pPr algn="ctr"/>
            <a:r>
              <a:rPr lang="en-US" sz="3200" dirty="0"/>
              <a:t>1</a:t>
            </a:r>
          </a:p>
        </p:txBody>
      </p:sp>
      <p:sp>
        <p:nvSpPr>
          <p:cNvPr id="36" name="TextBox 35">
            <a:extLst>
              <a:ext uri="{FF2B5EF4-FFF2-40B4-BE49-F238E27FC236}">
                <a16:creationId xmlns:a16="http://schemas.microsoft.com/office/drawing/2014/main" id="{48CD9A6A-E60F-E187-5792-7994BFED82D0}"/>
              </a:ext>
            </a:extLst>
          </p:cNvPr>
          <p:cNvSpPr txBox="1"/>
          <p:nvPr/>
        </p:nvSpPr>
        <p:spPr>
          <a:xfrm>
            <a:off x="5215469" y="721216"/>
            <a:ext cx="462845" cy="584775"/>
          </a:xfrm>
          <a:prstGeom prst="rect">
            <a:avLst/>
          </a:prstGeom>
          <a:noFill/>
        </p:spPr>
        <p:txBody>
          <a:bodyPr wrap="square" rtlCol="0">
            <a:spAutoFit/>
          </a:bodyPr>
          <a:lstStyle/>
          <a:p>
            <a:pPr algn="ctr"/>
            <a:r>
              <a:rPr lang="en-US" sz="3200" dirty="0"/>
              <a:t>1</a:t>
            </a:r>
          </a:p>
        </p:txBody>
      </p:sp>
      <p:sp>
        <p:nvSpPr>
          <p:cNvPr id="37" name="TextBox 36">
            <a:extLst>
              <a:ext uri="{FF2B5EF4-FFF2-40B4-BE49-F238E27FC236}">
                <a16:creationId xmlns:a16="http://schemas.microsoft.com/office/drawing/2014/main" id="{A4BD58F4-DD93-B5BA-D816-B419D4BF6699}"/>
              </a:ext>
            </a:extLst>
          </p:cNvPr>
          <p:cNvSpPr txBox="1"/>
          <p:nvPr/>
        </p:nvSpPr>
        <p:spPr>
          <a:xfrm>
            <a:off x="3640666" y="901933"/>
            <a:ext cx="570089" cy="230832"/>
          </a:xfrm>
          <a:prstGeom prst="rect">
            <a:avLst/>
          </a:prstGeom>
          <a:noFill/>
        </p:spPr>
        <p:txBody>
          <a:bodyPr wrap="square" rtlCol="0">
            <a:spAutoFit/>
          </a:bodyPr>
          <a:lstStyle/>
          <a:p>
            <a:pPr algn="ctr"/>
            <a:r>
              <a:rPr lang="en-US" sz="900" dirty="0"/>
              <a:t>35</a:t>
            </a:r>
          </a:p>
        </p:txBody>
      </p:sp>
      <p:sp>
        <p:nvSpPr>
          <p:cNvPr id="39" name="TextBox 38">
            <a:extLst>
              <a:ext uri="{FF2B5EF4-FFF2-40B4-BE49-F238E27FC236}">
                <a16:creationId xmlns:a16="http://schemas.microsoft.com/office/drawing/2014/main" id="{C236C673-1F16-1E56-3CF4-C328B36BA7EF}"/>
              </a:ext>
            </a:extLst>
          </p:cNvPr>
          <p:cNvSpPr txBox="1"/>
          <p:nvPr/>
        </p:nvSpPr>
        <p:spPr>
          <a:xfrm>
            <a:off x="3640666" y="1402877"/>
            <a:ext cx="570089" cy="230832"/>
          </a:xfrm>
          <a:prstGeom prst="rect">
            <a:avLst/>
          </a:prstGeom>
          <a:noFill/>
        </p:spPr>
        <p:txBody>
          <a:bodyPr wrap="square" rtlCol="0">
            <a:spAutoFit/>
          </a:bodyPr>
          <a:lstStyle/>
          <a:p>
            <a:pPr algn="ctr"/>
            <a:r>
              <a:rPr lang="en-US" sz="900" dirty="0"/>
              <a:t>53</a:t>
            </a:r>
          </a:p>
        </p:txBody>
      </p:sp>
      <p:sp>
        <p:nvSpPr>
          <p:cNvPr id="40" name="TextBox 39">
            <a:extLst>
              <a:ext uri="{FF2B5EF4-FFF2-40B4-BE49-F238E27FC236}">
                <a16:creationId xmlns:a16="http://schemas.microsoft.com/office/drawing/2014/main" id="{9138304D-4CC7-249E-59BB-BE3D67909FC7}"/>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41" name="TextBox 40">
            <a:extLst>
              <a:ext uri="{FF2B5EF4-FFF2-40B4-BE49-F238E27FC236}">
                <a16:creationId xmlns:a16="http://schemas.microsoft.com/office/drawing/2014/main" id="{6C2FBB3B-E154-599D-79D4-BCEDA634761B}"/>
              </a:ext>
            </a:extLst>
          </p:cNvPr>
          <p:cNvSpPr txBox="1"/>
          <p:nvPr/>
        </p:nvSpPr>
        <p:spPr>
          <a:xfrm>
            <a:off x="4645378" y="771301"/>
            <a:ext cx="570089" cy="230832"/>
          </a:xfrm>
          <a:prstGeom prst="rect">
            <a:avLst/>
          </a:prstGeom>
          <a:noFill/>
        </p:spPr>
        <p:txBody>
          <a:bodyPr wrap="square" rtlCol="0">
            <a:spAutoFit/>
          </a:bodyPr>
          <a:lstStyle/>
          <a:p>
            <a:pPr algn="ctr"/>
            <a:r>
              <a:rPr lang="en-US" sz="900" dirty="0"/>
              <a:t>79</a:t>
            </a:r>
          </a:p>
        </p:txBody>
      </p:sp>
      <p:sp>
        <p:nvSpPr>
          <p:cNvPr id="38" name="TextBox 37">
            <a:extLst>
              <a:ext uri="{FF2B5EF4-FFF2-40B4-BE49-F238E27FC236}">
                <a16:creationId xmlns:a16="http://schemas.microsoft.com/office/drawing/2014/main" id="{CA711380-F3B6-DF47-E195-D3D1BF9B62DB}"/>
              </a:ext>
            </a:extLst>
          </p:cNvPr>
          <p:cNvSpPr txBox="1"/>
          <p:nvPr/>
        </p:nvSpPr>
        <p:spPr>
          <a:xfrm>
            <a:off x="5650090" y="901933"/>
            <a:ext cx="570089" cy="230832"/>
          </a:xfrm>
          <a:prstGeom prst="rect">
            <a:avLst/>
          </a:prstGeom>
          <a:noFill/>
        </p:spPr>
        <p:txBody>
          <a:bodyPr wrap="square" rtlCol="0">
            <a:spAutoFit/>
          </a:bodyPr>
          <a:lstStyle/>
          <a:p>
            <a:pPr algn="ctr"/>
            <a:r>
              <a:rPr lang="en-US" sz="900" dirty="0"/>
              <a:t>53</a:t>
            </a:r>
          </a:p>
        </p:txBody>
      </p:sp>
      <p:sp>
        <p:nvSpPr>
          <p:cNvPr id="42" name="TextBox 41">
            <a:extLst>
              <a:ext uri="{FF2B5EF4-FFF2-40B4-BE49-F238E27FC236}">
                <a16:creationId xmlns:a16="http://schemas.microsoft.com/office/drawing/2014/main" id="{885026C3-176B-67F0-6518-9B06976FDB19}"/>
              </a:ext>
            </a:extLst>
          </p:cNvPr>
          <p:cNvSpPr txBox="1"/>
          <p:nvPr/>
        </p:nvSpPr>
        <p:spPr>
          <a:xfrm>
            <a:off x="5715003" y="1224551"/>
            <a:ext cx="462845" cy="584775"/>
          </a:xfrm>
          <a:prstGeom prst="rect">
            <a:avLst/>
          </a:prstGeom>
          <a:noFill/>
        </p:spPr>
        <p:txBody>
          <a:bodyPr wrap="square" rtlCol="0">
            <a:spAutoFit/>
          </a:bodyPr>
          <a:lstStyle/>
          <a:p>
            <a:pPr algn="ctr"/>
            <a:r>
              <a:rPr lang="en-US" sz="3200" dirty="0"/>
              <a:t>2</a:t>
            </a:r>
          </a:p>
        </p:txBody>
      </p:sp>
      <p:sp>
        <p:nvSpPr>
          <p:cNvPr id="43" name="TextBox 42">
            <a:extLst>
              <a:ext uri="{FF2B5EF4-FFF2-40B4-BE49-F238E27FC236}">
                <a16:creationId xmlns:a16="http://schemas.microsoft.com/office/drawing/2014/main" id="{D96E5641-EAF4-134E-0818-893DD91F0AC0}"/>
              </a:ext>
            </a:extLst>
          </p:cNvPr>
          <p:cNvSpPr txBox="1"/>
          <p:nvPr/>
        </p:nvSpPr>
        <p:spPr>
          <a:xfrm>
            <a:off x="4645378" y="1533509"/>
            <a:ext cx="570089" cy="230832"/>
          </a:xfrm>
          <a:prstGeom prst="rect">
            <a:avLst/>
          </a:prstGeom>
          <a:noFill/>
        </p:spPr>
        <p:txBody>
          <a:bodyPr wrap="square" rtlCol="0">
            <a:spAutoFit/>
          </a:bodyPr>
          <a:lstStyle/>
          <a:p>
            <a:pPr algn="ctr"/>
            <a:r>
              <a:rPr lang="en-US" sz="900" dirty="0"/>
              <a:t>345789</a:t>
            </a:r>
          </a:p>
        </p:txBody>
      </p:sp>
      <p:sp>
        <p:nvSpPr>
          <p:cNvPr id="44" name="TextBox 43">
            <a:extLst>
              <a:ext uri="{FF2B5EF4-FFF2-40B4-BE49-F238E27FC236}">
                <a16:creationId xmlns:a16="http://schemas.microsoft.com/office/drawing/2014/main" id="{4CDB1B04-EB46-D252-6F0B-84F44D4D0E87}"/>
              </a:ext>
            </a:extLst>
          </p:cNvPr>
          <p:cNvSpPr txBox="1"/>
          <p:nvPr/>
        </p:nvSpPr>
        <p:spPr>
          <a:xfrm>
            <a:off x="5147734" y="1533509"/>
            <a:ext cx="570089" cy="230832"/>
          </a:xfrm>
          <a:prstGeom prst="rect">
            <a:avLst/>
          </a:prstGeom>
          <a:noFill/>
        </p:spPr>
        <p:txBody>
          <a:bodyPr wrap="square" rtlCol="0">
            <a:spAutoFit/>
          </a:bodyPr>
          <a:lstStyle/>
          <a:p>
            <a:pPr algn="ctr"/>
            <a:r>
              <a:rPr lang="en-US" sz="900" dirty="0"/>
              <a:t>987543</a:t>
            </a:r>
          </a:p>
        </p:txBody>
      </p:sp>
      <p:sp>
        <p:nvSpPr>
          <p:cNvPr id="45" name="TextBox 44">
            <a:extLst>
              <a:ext uri="{FF2B5EF4-FFF2-40B4-BE49-F238E27FC236}">
                <a16:creationId xmlns:a16="http://schemas.microsoft.com/office/drawing/2014/main" id="{457D3555-3FB5-A762-1293-8C531451F289}"/>
              </a:ext>
            </a:extLst>
          </p:cNvPr>
          <p:cNvSpPr txBox="1"/>
          <p:nvPr/>
        </p:nvSpPr>
        <p:spPr>
          <a:xfrm>
            <a:off x="5147734" y="2905709"/>
            <a:ext cx="570089" cy="230832"/>
          </a:xfrm>
          <a:prstGeom prst="rect">
            <a:avLst/>
          </a:prstGeom>
          <a:noFill/>
        </p:spPr>
        <p:txBody>
          <a:bodyPr wrap="square" rtlCol="0">
            <a:spAutoFit/>
          </a:bodyPr>
          <a:lstStyle/>
          <a:p>
            <a:pPr algn="ctr"/>
            <a:r>
              <a:rPr lang="en-US" sz="900" dirty="0"/>
              <a:t>24</a:t>
            </a:r>
          </a:p>
        </p:txBody>
      </p:sp>
      <p:sp>
        <p:nvSpPr>
          <p:cNvPr id="46" name="TextBox 45">
            <a:extLst>
              <a:ext uri="{FF2B5EF4-FFF2-40B4-BE49-F238E27FC236}">
                <a16:creationId xmlns:a16="http://schemas.microsoft.com/office/drawing/2014/main" id="{73757F4C-2FF9-87F6-6354-8271410155A3}"/>
              </a:ext>
            </a:extLst>
          </p:cNvPr>
          <p:cNvSpPr txBox="1"/>
          <p:nvPr/>
        </p:nvSpPr>
        <p:spPr>
          <a:xfrm>
            <a:off x="3640666" y="3406653"/>
            <a:ext cx="570089" cy="230832"/>
          </a:xfrm>
          <a:prstGeom prst="rect">
            <a:avLst/>
          </a:prstGeom>
          <a:noFill/>
        </p:spPr>
        <p:txBody>
          <a:bodyPr wrap="square" rtlCol="0">
            <a:spAutoFit/>
          </a:bodyPr>
          <a:lstStyle/>
          <a:p>
            <a:pPr algn="ctr"/>
            <a:r>
              <a:rPr lang="en-US" sz="900" dirty="0"/>
              <a:t>42</a:t>
            </a:r>
          </a:p>
        </p:txBody>
      </p:sp>
      <p:sp>
        <p:nvSpPr>
          <p:cNvPr id="47" name="TextBox 46">
            <a:extLst>
              <a:ext uri="{FF2B5EF4-FFF2-40B4-BE49-F238E27FC236}">
                <a16:creationId xmlns:a16="http://schemas.microsoft.com/office/drawing/2014/main" id="{6171E858-EBD6-73CF-D7D5-D2A809B4B14B}"/>
              </a:ext>
            </a:extLst>
          </p:cNvPr>
          <p:cNvSpPr txBox="1"/>
          <p:nvPr/>
        </p:nvSpPr>
        <p:spPr>
          <a:xfrm>
            <a:off x="4143022" y="3537285"/>
            <a:ext cx="570089" cy="230832"/>
          </a:xfrm>
          <a:prstGeom prst="rect">
            <a:avLst/>
          </a:prstGeom>
          <a:noFill/>
        </p:spPr>
        <p:txBody>
          <a:bodyPr wrap="square" rtlCol="0">
            <a:spAutoFit/>
          </a:bodyPr>
          <a:lstStyle/>
          <a:p>
            <a:pPr algn="ctr"/>
            <a:r>
              <a:rPr lang="en-US" sz="900" dirty="0"/>
              <a:t>98</a:t>
            </a:r>
          </a:p>
        </p:txBody>
      </p:sp>
      <p:sp>
        <p:nvSpPr>
          <p:cNvPr id="48" name="TextBox 47">
            <a:extLst>
              <a:ext uri="{FF2B5EF4-FFF2-40B4-BE49-F238E27FC236}">
                <a16:creationId xmlns:a16="http://schemas.microsoft.com/office/drawing/2014/main" id="{1918298F-858E-9C27-8810-7B3BF421B9F8}"/>
              </a:ext>
            </a:extLst>
          </p:cNvPr>
          <p:cNvSpPr txBox="1"/>
          <p:nvPr/>
        </p:nvSpPr>
        <p:spPr>
          <a:xfrm>
            <a:off x="4645378" y="3537285"/>
            <a:ext cx="570089" cy="230832"/>
          </a:xfrm>
          <a:prstGeom prst="rect">
            <a:avLst/>
          </a:prstGeom>
          <a:noFill/>
        </p:spPr>
        <p:txBody>
          <a:bodyPr wrap="square" rtlCol="0">
            <a:spAutoFit/>
          </a:bodyPr>
          <a:lstStyle/>
          <a:p>
            <a:pPr algn="ctr"/>
            <a:r>
              <a:rPr lang="en-US" sz="900" dirty="0"/>
              <a:t>5789</a:t>
            </a:r>
          </a:p>
        </p:txBody>
      </p:sp>
      <p:sp>
        <p:nvSpPr>
          <p:cNvPr id="49" name="TextBox 48">
            <a:extLst>
              <a:ext uri="{FF2B5EF4-FFF2-40B4-BE49-F238E27FC236}">
                <a16:creationId xmlns:a16="http://schemas.microsoft.com/office/drawing/2014/main" id="{F849B113-6A83-4669-7594-C6BE8FBF16AD}"/>
              </a:ext>
            </a:extLst>
          </p:cNvPr>
          <p:cNvSpPr txBox="1"/>
          <p:nvPr/>
        </p:nvSpPr>
        <p:spPr>
          <a:xfrm>
            <a:off x="5147734" y="3537285"/>
            <a:ext cx="570089" cy="230832"/>
          </a:xfrm>
          <a:prstGeom prst="rect">
            <a:avLst/>
          </a:prstGeom>
          <a:noFill/>
        </p:spPr>
        <p:txBody>
          <a:bodyPr wrap="square" rtlCol="0">
            <a:spAutoFit/>
          </a:bodyPr>
          <a:lstStyle/>
          <a:p>
            <a:pPr algn="ctr"/>
            <a:r>
              <a:rPr lang="en-US" sz="900" dirty="0"/>
              <a:t>5789</a:t>
            </a:r>
          </a:p>
        </p:txBody>
      </p:sp>
      <p:sp>
        <p:nvSpPr>
          <p:cNvPr id="50" name="TextBox 49">
            <a:extLst>
              <a:ext uri="{FF2B5EF4-FFF2-40B4-BE49-F238E27FC236}">
                <a16:creationId xmlns:a16="http://schemas.microsoft.com/office/drawing/2014/main" id="{E1BCF4E9-84CD-5A6C-BB84-A38C66B9269A}"/>
              </a:ext>
            </a:extLst>
          </p:cNvPr>
          <p:cNvSpPr txBox="1"/>
          <p:nvPr/>
        </p:nvSpPr>
        <p:spPr>
          <a:xfrm>
            <a:off x="4143022" y="2905709"/>
            <a:ext cx="570089" cy="230832"/>
          </a:xfrm>
          <a:prstGeom prst="rect">
            <a:avLst/>
          </a:prstGeom>
          <a:noFill/>
        </p:spPr>
        <p:txBody>
          <a:bodyPr wrap="square" rtlCol="0">
            <a:spAutoFit/>
          </a:bodyPr>
          <a:lstStyle/>
          <a:p>
            <a:pPr algn="ctr"/>
            <a:r>
              <a:rPr lang="en-US" sz="900" dirty="0"/>
              <a:t>54</a:t>
            </a:r>
          </a:p>
        </p:txBody>
      </p:sp>
      <p:sp>
        <p:nvSpPr>
          <p:cNvPr id="51" name="TextBox 50">
            <a:extLst>
              <a:ext uri="{FF2B5EF4-FFF2-40B4-BE49-F238E27FC236}">
                <a16:creationId xmlns:a16="http://schemas.microsoft.com/office/drawing/2014/main" id="{A1431122-2D72-9523-D3A6-EBED678A3766}"/>
              </a:ext>
            </a:extLst>
          </p:cNvPr>
          <p:cNvSpPr txBox="1"/>
          <p:nvPr/>
        </p:nvSpPr>
        <p:spPr>
          <a:xfrm>
            <a:off x="5215469" y="2231221"/>
            <a:ext cx="462845" cy="584775"/>
          </a:xfrm>
          <a:prstGeom prst="rect">
            <a:avLst/>
          </a:prstGeom>
          <a:noFill/>
        </p:spPr>
        <p:txBody>
          <a:bodyPr wrap="square" rtlCol="0">
            <a:spAutoFit/>
          </a:bodyPr>
          <a:lstStyle/>
          <a:p>
            <a:pPr algn="ctr"/>
            <a:r>
              <a:rPr lang="en-US" sz="3200" dirty="0"/>
              <a:t>6</a:t>
            </a:r>
          </a:p>
        </p:txBody>
      </p:sp>
      <p:sp>
        <p:nvSpPr>
          <p:cNvPr id="15" name="TextBox 14">
            <a:extLst>
              <a:ext uri="{FF2B5EF4-FFF2-40B4-BE49-F238E27FC236}">
                <a16:creationId xmlns:a16="http://schemas.microsoft.com/office/drawing/2014/main" id="{66BA07AC-47FD-AF0C-C6D5-AF1021B278F1}"/>
              </a:ext>
            </a:extLst>
          </p:cNvPr>
          <p:cNvSpPr txBox="1"/>
          <p:nvPr/>
        </p:nvSpPr>
        <p:spPr>
          <a:xfrm>
            <a:off x="3217333" y="2734556"/>
            <a:ext cx="462845" cy="584775"/>
          </a:xfrm>
          <a:prstGeom prst="rect">
            <a:avLst/>
          </a:prstGeom>
          <a:noFill/>
        </p:spPr>
        <p:txBody>
          <a:bodyPr wrap="square" rtlCol="0">
            <a:spAutoFit/>
          </a:bodyPr>
          <a:lstStyle/>
          <a:p>
            <a:pPr algn="ctr"/>
            <a:r>
              <a:rPr lang="en-US" sz="3200" dirty="0"/>
              <a:t>7</a:t>
            </a:r>
          </a:p>
        </p:txBody>
      </p:sp>
      <p:sp>
        <p:nvSpPr>
          <p:cNvPr id="52" name="TextBox 51">
            <a:extLst>
              <a:ext uri="{FF2B5EF4-FFF2-40B4-BE49-F238E27FC236}">
                <a16:creationId xmlns:a16="http://schemas.microsoft.com/office/drawing/2014/main" id="{9E8E486B-7876-6D75-61B7-1E18EF2FA9D5}"/>
              </a:ext>
            </a:extLst>
          </p:cNvPr>
          <p:cNvSpPr txBox="1"/>
          <p:nvPr/>
        </p:nvSpPr>
        <p:spPr>
          <a:xfrm>
            <a:off x="3716867" y="2734556"/>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F298A28E-8731-FFB0-5E2A-A031622E512A}"/>
              </a:ext>
            </a:extLst>
          </p:cNvPr>
          <p:cNvSpPr txBox="1"/>
          <p:nvPr/>
        </p:nvSpPr>
        <p:spPr>
          <a:xfrm>
            <a:off x="3716867" y="1727886"/>
            <a:ext cx="462845" cy="584775"/>
          </a:xfrm>
          <a:prstGeom prst="rect">
            <a:avLst/>
          </a:prstGeom>
          <a:noFill/>
        </p:spPr>
        <p:txBody>
          <a:bodyPr wrap="square" rtlCol="0">
            <a:spAutoFit/>
          </a:bodyPr>
          <a:lstStyle/>
          <a:p>
            <a:pPr algn="ctr"/>
            <a:r>
              <a:rPr lang="en-US" sz="3200" dirty="0"/>
              <a:t>7</a:t>
            </a:r>
          </a:p>
        </p:txBody>
      </p:sp>
      <p:sp>
        <p:nvSpPr>
          <p:cNvPr id="9" name="TextBox 8">
            <a:extLst>
              <a:ext uri="{FF2B5EF4-FFF2-40B4-BE49-F238E27FC236}">
                <a16:creationId xmlns:a16="http://schemas.microsoft.com/office/drawing/2014/main" id="{B1B75C01-7747-6D1D-6923-3C884A30B357}"/>
              </a:ext>
            </a:extLst>
          </p:cNvPr>
          <p:cNvSpPr txBox="1"/>
          <p:nvPr/>
        </p:nvSpPr>
        <p:spPr>
          <a:xfrm>
            <a:off x="3138310" y="3406653"/>
            <a:ext cx="570089" cy="230832"/>
          </a:xfrm>
          <a:prstGeom prst="rect">
            <a:avLst/>
          </a:prstGeom>
          <a:noFill/>
        </p:spPr>
        <p:txBody>
          <a:bodyPr wrap="square" rtlCol="0">
            <a:spAutoFit/>
          </a:bodyPr>
          <a:lstStyle/>
          <a:p>
            <a:pPr algn="ctr"/>
            <a:r>
              <a:rPr lang="en-US" sz="900" dirty="0"/>
              <a:t>25</a:t>
            </a:r>
          </a:p>
        </p:txBody>
      </p:sp>
      <p:sp>
        <p:nvSpPr>
          <p:cNvPr id="33" name="TextBox 32">
            <a:extLst>
              <a:ext uri="{FF2B5EF4-FFF2-40B4-BE49-F238E27FC236}">
                <a16:creationId xmlns:a16="http://schemas.microsoft.com/office/drawing/2014/main" id="{567554BD-F1D5-715C-BF3F-ED1000F23491}"/>
              </a:ext>
            </a:extLst>
          </p:cNvPr>
          <p:cNvSpPr txBox="1"/>
          <p:nvPr/>
        </p:nvSpPr>
        <p:spPr>
          <a:xfrm>
            <a:off x="3138310" y="3907597"/>
            <a:ext cx="570089" cy="230832"/>
          </a:xfrm>
          <a:prstGeom prst="rect">
            <a:avLst/>
          </a:prstGeom>
          <a:noFill/>
        </p:spPr>
        <p:txBody>
          <a:bodyPr wrap="square" rtlCol="0">
            <a:spAutoFit/>
          </a:bodyPr>
          <a:lstStyle/>
          <a:p>
            <a:pPr algn="ctr"/>
            <a:r>
              <a:rPr lang="en-US" sz="900" dirty="0"/>
              <a:t>125</a:t>
            </a:r>
          </a:p>
        </p:txBody>
      </p:sp>
      <p:sp>
        <p:nvSpPr>
          <p:cNvPr id="53" name="TextBox 52">
            <a:extLst>
              <a:ext uri="{FF2B5EF4-FFF2-40B4-BE49-F238E27FC236}">
                <a16:creationId xmlns:a16="http://schemas.microsoft.com/office/drawing/2014/main" id="{C8A43AA6-FCDD-5E25-3D09-FDF353089C56}"/>
              </a:ext>
            </a:extLst>
          </p:cNvPr>
          <p:cNvSpPr txBox="1"/>
          <p:nvPr/>
        </p:nvSpPr>
        <p:spPr>
          <a:xfrm>
            <a:off x="3138310" y="4408541"/>
            <a:ext cx="570089" cy="230832"/>
          </a:xfrm>
          <a:prstGeom prst="rect">
            <a:avLst/>
          </a:prstGeom>
          <a:noFill/>
        </p:spPr>
        <p:txBody>
          <a:bodyPr wrap="square" rtlCol="0">
            <a:spAutoFit/>
          </a:bodyPr>
          <a:lstStyle/>
          <a:p>
            <a:pPr algn="ctr"/>
            <a:r>
              <a:rPr lang="en-US" sz="900" dirty="0"/>
              <a:t>125</a:t>
            </a:r>
          </a:p>
        </p:txBody>
      </p:sp>
      <p:sp>
        <p:nvSpPr>
          <p:cNvPr id="60" name="TextBox 59">
            <a:extLst>
              <a:ext uri="{FF2B5EF4-FFF2-40B4-BE49-F238E27FC236}">
                <a16:creationId xmlns:a16="http://schemas.microsoft.com/office/drawing/2014/main" id="{2114D54D-BA85-0D74-7B99-E90D4C6401D0}"/>
              </a:ext>
            </a:extLst>
          </p:cNvPr>
          <p:cNvSpPr txBox="1"/>
          <p:nvPr/>
        </p:nvSpPr>
        <p:spPr>
          <a:xfrm>
            <a:off x="4645378" y="2905709"/>
            <a:ext cx="570089" cy="230832"/>
          </a:xfrm>
          <a:prstGeom prst="rect">
            <a:avLst/>
          </a:prstGeom>
          <a:noFill/>
        </p:spPr>
        <p:txBody>
          <a:bodyPr wrap="square" rtlCol="0">
            <a:spAutoFit/>
          </a:bodyPr>
          <a:lstStyle/>
          <a:p>
            <a:pPr algn="ctr"/>
            <a:r>
              <a:rPr lang="en-US" sz="900" dirty="0"/>
              <a:t>124589</a:t>
            </a:r>
          </a:p>
        </p:txBody>
      </p:sp>
      <p:sp>
        <p:nvSpPr>
          <p:cNvPr id="61" name="TextBox 60">
            <a:extLst>
              <a:ext uri="{FF2B5EF4-FFF2-40B4-BE49-F238E27FC236}">
                <a16:creationId xmlns:a16="http://schemas.microsoft.com/office/drawing/2014/main" id="{907FA4F6-B593-3EBE-4B9D-AC2A6401C552}"/>
              </a:ext>
            </a:extLst>
          </p:cNvPr>
          <p:cNvSpPr txBox="1"/>
          <p:nvPr/>
        </p:nvSpPr>
        <p:spPr>
          <a:xfrm>
            <a:off x="5650090" y="2905709"/>
            <a:ext cx="570089" cy="230832"/>
          </a:xfrm>
          <a:prstGeom prst="rect">
            <a:avLst/>
          </a:prstGeom>
          <a:noFill/>
        </p:spPr>
        <p:txBody>
          <a:bodyPr wrap="square" rtlCol="0">
            <a:spAutoFit/>
          </a:bodyPr>
          <a:lstStyle/>
          <a:p>
            <a:pPr algn="ctr"/>
            <a:r>
              <a:rPr lang="en-US" sz="900" dirty="0"/>
              <a:t>14589</a:t>
            </a:r>
          </a:p>
        </p:txBody>
      </p:sp>
      <p:sp>
        <p:nvSpPr>
          <p:cNvPr id="62" name="TextBox 61">
            <a:extLst>
              <a:ext uri="{FF2B5EF4-FFF2-40B4-BE49-F238E27FC236}">
                <a16:creationId xmlns:a16="http://schemas.microsoft.com/office/drawing/2014/main" id="{55BBDE2A-7CC3-5B10-81F9-41353D127305}"/>
              </a:ext>
            </a:extLst>
          </p:cNvPr>
          <p:cNvSpPr txBox="1"/>
          <p:nvPr/>
        </p:nvSpPr>
        <p:spPr>
          <a:xfrm>
            <a:off x="6654802" y="2905709"/>
            <a:ext cx="570089" cy="230832"/>
          </a:xfrm>
          <a:prstGeom prst="rect">
            <a:avLst/>
          </a:prstGeom>
          <a:noFill/>
        </p:spPr>
        <p:txBody>
          <a:bodyPr wrap="square" rtlCol="0">
            <a:spAutoFit/>
          </a:bodyPr>
          <a:lstStyle/>
          <a:p>
            <a:pPr algn="ctr"/>
            <a:r>
              <a:rPr lang="en-US" sz="900" dirty="0"/>
              <a:t>124589</a:t>
            </a:r>
          </a:p>
        </p:txBody>
      </p:sp>
      <p:sp>
        <p:nvSpPr>
          <p:cNvPr id="63" name="TextBox 62">
            <a:extLst>
              <a:ext uri="{FF2B5EF4-FFF2-40B4-BE49-F238E27FC236}">
                <a16:creationId xmlns:a16="http://schemas.microsoft.com/office/drawing/2014/main" id="{EB24F70F-55D5-C07C-94CF-D67FED626311}"/>
              </a:ext>
            </a:extLst>
          </p:cNvPr>
          <p:cNvSpPr txBox="1"/>
          <p:nvPr/>
        </p:nvSpPr>
        <p:spPr>
          <a:xfrm>
            <a:off x="7157158" y="2905709"/>
            <a:ext cx="570089" cy="230832"/>
          </a:xfrm>
          <a:prstGeom prst="rect">
            <a:avLst/>
          </a:prstGeom>
          <a:noFill/>
        </p:spPr>
        <p:txBody>
          <a:bodyPr wrap="square" rtlCol="0">
            <a:spAutoFit/>
          </a:bodyPr>
          <a:lstStyle/>
          <a:p>
            <a:pPr algn="ctr"/>
            <a:r>
              <a:rPr lang="en-US" sz="900" dirty="0"/>
              <a:t>12459</a:t>
            </a:r>
          </a:p>
        </p:txBody>
      </p:sp>
      <p:sp>
        <p:nvSpPr>
          <p:cNvPr id="64" name="TextBox 63">
            <a:extLst>
              <a:ext uri="{FF2B5EF4-FFF2-40B4-BE49-F238E27FC236}">
                <a16:creationId xmlns:a16="http://schemas.microsoft.com/office/drawing/2014/main" id="{29F1EFD1-8AF5-80B2-90B8-BBD74093D44C}"/>
              </a:ext>
            </a:extLst>
          </p:cNvPr>
          <p:cNvSpPr txBox="1"/>
          <p:nvPr/>
        </p:nvSpPr>
        <p:spPr>
          <a:xfrm>
            <a:off x="5147734" y="2034453"/>
            <a:ext cx="570089" cy="230832"/>
          </a:xfrm>
          <a:prstGeom prst="rect">
            <a:avLst/>
          </a:prstGeom>
          <a:noFill/>
        </p:spPr>
        <p:txBody>
          <a:bodyPr wrap="square" rtlCol="0">
            <a:spAutoFit/>
          </a:bodyPr>
          <a:lstStyle/>
          <a:p>
            <a:pPr algn="ctr"/>
            <a:r>
              <a:rPr lang="en-US" sz="900" dirty="0"/>
              <a:t>89</a:t>
            </a:r>
          </a:p>
        </p:txBody>
      </p:sp>
    </p:spTree>
    <p:extLst>
      <p:ext uri="{BB962C8B-B14F-4D97-AF65-F5344CB8AC3E}">
        <p14:creationId xmlns:p14="http://schemas.microsoft.com/office/powerpoint/2010/main" val="3166264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903155-BAD4-FFAB-0574-048C28C177F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C5B39FE-4A86-913A-E75F-4028B4FE6635}"/>
              </a:ext>
            </a:extLst>
          </p:cNvPr>
          <p:cNvSpPr>
            <a:spLocks noGrp="1"/>
          </p:cNvSpPr>
          <p:nvPr>
            <p:ph sz="half" idx="1"/>
          </p:nvPr>
        </p:nvSpPr>
        <p:spPr/>
        <p:txBody>
          <a:bodyPr>
            <a:normAutofit/>
          </a:bodyPr>
          <a:lstStyle/>
          <a:p>
            <a:r>
              <a:rPr lang="en-US" dirty="0"/>
              <a:t>In the right center block, 1 is on the 4-line. Since the 4-line sum must be 24 or 25, the digits on the line would be 1689 or 1789, respectively. Since 6 must be on the 4-line also, the sum is 24.</a:t>
            </a:r>
          </a:p>
        </p:txBody>
      </p:sp>
      <p:pic>
        <p:nvPicPr>
          <p:cNvPr id="4" name="Picture 3" descr="A grid of sudoku puzzle&#10;&#10;Description automatically generated">
            <a:extLst>
              <a:ext uri="{FF2B5EF4-FFF2-40B4-BE49-F238E27FC236}">
                <a16:creationId xmlns:a16="http://schemas.microsoft.com/office/drawing/2014/main" id="{B0DEA071-9091-19DF-8D86-5B9E9FBE1281}"/>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D0271C01-541F-C7D8-ABD4-736DAEA27B8B}"/>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976B0099-7D3D-E9A8-2B0E-32FC221B8FD5}"/>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ADF57795-399F-E20A-2F34-4516FA3DB4EB}"/>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17E5E5B1-A580-B02D-7915-23A4BC4CFFA7}"/>
              </a:ext>
            </a:extLst>
          </p:cNvPr>
          <p:cNvSpPr txBox="1"/>
          <p:nvPr/>
        </p:nvSpPr>
        <p:spPr>
          <a:xfrm>
            <a:off x="3716867" y="2231221"/>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994AF57C-AC69-79B3-C342-AE64D73EF49F}"/>
              </a:ext>
            </a:extLst>
          </p:cNvPr>
          <p:cNvSpPr txBox="1"/>
          <p:nvPr/>
        </p:nvSpPr>
        <p:spPr>
          <a:xfrm>
            <a:off x="3217333" y="4747898"/>
            <a:ext cx="462845" cy="584775"/>
          </a:xfrm>
          <a:prstGeom prst="rect">
            <a:avLst/>
          </a:prstGeom>
          <a:noFill/>
        </p:spPr>
        <p:txBody>
          <a:bodyPr wrap="square" rtlCol="0">
            <a:spAutoFit/>
          </a:bodyPr>
          <a:lstStyle/>
          <a:p>
            <a:pPr algn="ctr"/>
            <a:r>
              <a:rPr lang="en-US" sz="3200" dirty="0"/>
              <a:t>6</a:t>
            </a:r>
          </a:p>
        </p:txBody>
      </p:sp>
      <p:sp>
        <p:nvSpPr>
          <p:cNvPr id="11" name="TextBox 10">
            <a:extLst>
              <a:ext uri="{FF2B5EF4-FFF2-40B4-BE49-F238E27FC236}">
                <a16:creationId xmlns:a16="http://schemas.microsoft.com/office/drawing/2014/main" id="{2549ECF9-9AA6-AE1E-A35C-ED3024B1D213}"/>
              </a:ext>
            </a:extLst>
          </p:cNvPr>
          <p:cNvSpPr txBox="1"/>
          <p:nvPr/>
        </p:nvSpPr>
        <p:spPr>
          <a:xfrm>
            <a:off x="7213604" y="4747898"/>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4535BF83-9401-705C-4CA8-E03E15F29324}"/>
              </a:ext>
            </a:extLst>
          </p:cNvPr>
          <p:cNvSpPr txBox="1"/>
          <p:nvPr/>
        </p:nvSpPr>
        <p:spPr>
          <a:xfrm>
            <a:off x="6214537" y="2734556"/>
            <a:ext cx="462845" cy="584775"/>
          </a:xfrm>
          <a:prstGeom prst="rect">
            <a:avLst/>
          </a:prstGeom>
          <a:no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399B5B3A-048A-B6A4-393C-3A3ECB2D2A12}"/>
              </a:ext>
            </a:extLst>
          </p:cNvPr>
          <p:cNvSpPr txBox="1"/>
          <p:nvPr/>
        </p:nvSpPr>
        <p:spPr>
          <a:xfrm>
            <a:off x="4143022" y="2274133"/>
            <a:ext cx="570089" cy="230832"/>
          </a:xfrm>
          <a:prstGeom prst="rect">
            <a:avLst/>
          </a:prstGeom>
          <a:noFill/>
        </p:spPr>
        <p:txBody>
          <a:bodyPr wrap="square" rtlCol="0">
            <a:spAutoFit/>
          </a:bodyPr>
          <a:lstStyle/>
          <a:p>
            <a:pPr algn="ctr"/>
            <a:r>
              <a:rPr lang="en-US" sz="900" dirty="0"/>
              <a:t>89</a:t>
            </a:r>
          </a:p>
        </p:txBody>
      </p:sp>
      <p:sp>
        <p:nvSpPr>
          <p:cNvPr id="14" name="TextBox 13">
            <a:extLst>
              <a:ext uri="{FF2B5EF4-FFF2-40B4-BE49-F238E27FC236}">
                <a16:creationId xmlns:a16="http://schemas.microsoft.com/office/drawing/2014/main" id="{78726C75-1A61-3289-296B-FF4032007DB9}"/>
              </a:ext>
            </a:extLst>
          </p:cNvPr>
          <p:cNvSpPr txBox="1"/>
          <p:nvPr/>
        </p:nvSpPr>
        <p:spPr>
          <a:xfrm>
            <a:off x="4645378" y="2274133"/>
            <a:ext cx="570089" cy="230832"/>
          </a:xfrm>
          <a:prstGeom prst="rect">
            <a:avLst/>
          </a:prstGeom>
          <a:noFill/>
        </p:spPr>
        <p:txBody>
          <a:bodyPr wrap="square" rtlCol="0">
            <a:spAutoFit/>
          </a:bodyPr>
          <a:lstStyle/>
          <a:p>
            <a:pPr algn="ctr"/>
            <a:r>
              <a:rPr lang="en-US" sz="900" dirty="0"/>
              <a:t>45789</a:t>
            </a:r>
          </a:p>
        </p:txBody>
      </p:sp>
      <p:sp>
        <p:nvSpPr>
          <p:cNvPr id="16" name="TextBox 15">
            <a:extLst>
              <a:ext uri="{FF2B5EF4-FFF2-40B4-BE49-F238E27FC236}">
                <a16:creationId xmlns:a16="http://schemas.microsoft.com/office/drawing/2014/main" id="{F2E949EF-8F9C-F506-ACF5-75F3E6B02EE0}"/>
              </a:ext>
            </a:extLst>
          </p:cNvPr>
          <p:cNvSpPr txBox="1"/>
          <p:nvPr/>
        </p:nvSpPr>
        <p:spPr>
          <a:xfrm>
            <a:off x="5650090" y="2274133"/>
            <a:ext cx="570089" cy="230832"/>
          </a:xfrm>
          <a:prstGeom prst="rect">
            <a:avLst/>
          </a:prstGeom>
          <a:noFill/>
        </p:spPr>
        <p:txBody>
          <a:bodyPr wrap="square" rtlCol="0">
            <a:spAutoFit/>
          </a:bodyPr>
          <a:lstStyle/>
          <a:p>
            <a:pPr algn="ctr"/>
            <a:r>
              <a:rPr lang="en-US" sz="900" dirty="0"/>
              <a:t>45789</a:t>
            </a:r>
          </a:p>
        </p:txBody>
      </p:sp>
      <p:sp>
        <p:nvSpPr>
          <p:cNvPr id="17" name="TextBox 16">
            <a:extLst>
              <a:ext uri="{FF2B5EF4-FFF2-40B4-BE49-F238E27FC236}">
                <a16:creationId xmlns:a16="http://schemas.microsoft.com/office/drawing/2014/main" id="{2CA02C2F-C892-6683-4B7F-FD1E354741B4}"/>
              </a:ext>
            </a:extLst>
          </p:cNvPr>
          <p:cNvSpPr txBox="1"/>
          <p:nvPr/>
        </p:nvSpPr>
        <p:spPr>
          <a:xfrm>
            <a:off x="6152446" y="2274133"/>
            <a:ext cx="570089" cy="230832"/>
          </a:xfrm>
          <a:prstGeom prst="rect">
            <a:avLst/>
          </a:prstGeom>
          <a:noFill/>
        </p:spPr>
        <p:txBody>
          <a:bodyPr wrap="square" rtlCol="0">
            <a:spAutoFit/>
          </a:bodyPr>
          <a:lstStyle/>
          <a:p>
            <a:pPr algn="ctr"/>
            <a:r>
              <a:rPr lang="en-US" sz="900" dirty="0"/>
              <a:t>45789</a:t>
            </a:r>
          </a:p>
        </p:txBody>
      </p:sp>
      <p:sp>
        <p:nvSpPr>
          <p:cNvPr id="18" name="TextBox 17">
            <a:extLst>
              <a:ext uri="{FF2B5EF4-FFF2-40B4-BE49-F238E27FC236}">
                <a16:creationId xmlns:a16="http://schemas.microsoft.com/office/drawing/2014/main" id="{BF373B0F-72A0-E333-CDEA-009A52BFDDA7}"/>
              </a:ext>
            </a:extLst>
          </p:cNvPr>
          <p:cNvSpPr txBox="1"/>
          <p:nvPr/>
        </p:nvSpPr>
        <p:spPr>
          <a:xfrm>
            <a:off x="6654802" y="2404765"/>
            <a:ext cx="570089" cy="230832"/>
          </a:xfrm>
          <a:prstGeom prst="rect">
            <a:avLst/>
          </a:prstGeom>
          <a:noFill/>
        </p:spPr>
        <p:txBody>
          <a:bodyPr wrap="square" rtlCol="0">
            <a:spAutoFit/>
          </a:bodyPr>
          <a:lstStyle/>
          <a:p>
            <a:pPr algn="ctr"/>
            <a:r>
              <a:rPr lang="en-US" sz="900" dirty="0"/>
              <a:t>24</a:t>
            </a:r>
          </a:p>
        </p:txBody>
      </p:sp>
      <p:sp>
        <p:nvSpPr>
          <p:cNvPr id="19" name="TextBox 18">
            <a:extLst>
              <a:ext uri="{FF2B5EF4-FFF2-40B4-BE49-F238E27FC236}">
                <a16:creationId xmlns:a16="http://schemas.microsoft.com/office/drawing/2014/main" id="{C73B5209-5D84-E734-E385-D0B6EF048A89}"/>
              </a:ext>
            </a:extLst>
          </p:cNvPr>
          <p:cNvSpPr txBox="1"/>
          <p:nvPr/>
        </p:nvSpPr>
        <p:spPr>
          <a:xfrm>
            <a:off x="7157158" y="2404765"/>
            <a:ext cx="570089" cy="230832"/>
          </a:xfrm>
          <a:prstGeom prst="rect">
            <a:avLst/>
          </a:prstGeom>
          <a:noFill/>
        </p:spPr>
        <p:txBody>
          <a:bodyPr wrap="square" rtlCol="0">
            <a:spAutoFit/>
          </a:bodyPr>
          <a:lstStyle/>
          <a:p>
            <a:pPr algn="ctr"/>
            <a:r>
              <a:rPr lang="en-US" sz="900" dirty="0"/>
              <a:t>42</a:t>
            </a:r>
          </a:p>
        </p:txBody>
      </p:sp>
      <p:sp>
        <p:nvSpPr>
          <p:cNvPr id="20" name="TextBox 19">
            <a:extLst>
              <a:ext uri="{FF2B5EF4-FFF2-40B4-BE49-F238E27FC236}">
                <a16:creationId xmlns:a16="http://schemas.microsoft.com/office/drawing/2014/main" id="{43CF6742-CC06-8A20-E892-3D9BCDF20DD8}"/>
              </a:ext>
            </a:extLst>
          </p:cNvPr>
          <p:cNvSpPr txBox="1"/>
          <p:nvPr/>
        </p:nvSpPr>
        <p:spPr>
          <a:xfrm>
            <a:off x="4645378" y="1903821"/>
            <a:ext cx="570089" cy="230832"/>
          </a:xfrm>
          <a:prstGeom prst="rect">
            <a:avLst/>
          </a:prstGeom>
          <a:noFill/>
        </p:spPr>
        <p:txBody>
          <a:bodyPr wrap="square" rtlCol="0">
            <a:spAutoFit/>
          </a:bodyPr>
          <a:lstStyle/>
          <a:p>
            <a:pPr algn="ctr"/>
            <a:r>
              <a:rPr lang="en-US" sz="900" dirty="0"/>
              <a:t>45</a:t>
            </a:r>
          </a:p>
        </p:txBody>
      </p:sp>
      <p:sp>
        <p:nvSpPr>
          <p:cNvPr id="23" name="TextBox 22">
            <a:extLst>
              <a:ext uri="{FF2B5EF4-FFF2-40B4-BE49-F238E27FC236}">
                <a16:creationId xmlns:a16="http://schemas.microsoft.com/office/drawing/2014/main" id="{3BF7F003-BF5C-01D3-B7F0-139FD84CD791}"/>
              </a:ext>
            </a:extLst>
          </p:cNvPr>
          <p:cNvSpPr txBox="1"/>
          <p:nvPr/>
        </p:nvSpPr>
        <p:spPr>
          <a:xfrm>
            <a:off x="6214537" y="721216"/>
            <a:ext cx="462845" cy="584775"/>
          </a:xfrm>
          <a:prstGeom prst="rect">
            <a:avLst/>
          </a:prstGeom>
          <a:noFill/>
        </p:spPr>
        <p:txBody>
          <a:bodyPr wrap="square" rtlCol="0">
            <a:spAutoFit/>
          </a:bodyPr>
          <a:lstStyle/>
          <a:p>
            <a:pPr algn="ctr"/>
            <a:r>
              <a:rPr lang="en-US" sz="3200" dirty="0"/>
              <a:t>2</a:t>
            </a:r>
          </a:p>
        </p:txBody>
      </p:sp>
      <p:sp>
        <p:nvSpPr>
          <p:cNvPr id="24" name="TextBox 23">
            <a:extLst>
              <a:ext uri="{FF2B5EF4-FFF2-40B4-BE49-F238E27FC236}">
                <a16:creationId xmlns:a16="http://schemas.microsoft.com/office/drawing/2014/main" id="{C52B6748-22E7-07BE-F282-030B0CB7C18A}"/>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9CF74505-C6B9-E479-9F82-D9BE884E6DAF}"/>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AC2F0544-BE0E-194D-AA34-59AC89611B19}"/>
              </a:ext>
            </a:extLst>
          </p:cNvPr>
          <p:cNvSpPr txBox="1"/>
          <p:nvPr/>
        </p:nvSpPr>
        <p:spPr>
          <a:xfrm>
            <a:off x="6654802" y="771301"/>
            <a:ext cx="570089" cy="230832"/>
          </a:xfrm>
          <a:prstGeom prst="rect">
            <a:avLst/>
          </a:prstGeom>
          <a:noFill/>
        </p:spPr>
        <p:txBody>
          <a:bodyPr wrap="square" rtlCol="0">
            <a:spAutoFit/>
          </a:bodyPr>
          <a:lstStyle/>
          <a:p>
            <a:pPr algn="ctr"/>
            <a:r>
              <a:rPr lang="en-US" sz="900" dirty="0"/>
              <a:t>97</a:t>
            </a:r>
          </a:p>
        </p:txBody>
      </p:sp>
      <p:sp>
        <p:nvSpPr>
          <p:cNvPr id="26" name="TextBox 25">
            <a:extLst>
              <a:ext uri="{FF2B5EF4-FFF2-40B4-BE49-F238E27FC236}">
                <a16:creationId xmlns:a16="http://schemas.microsoft.com/office/drawing/2014/main" id="{17EA1F56-2F00-5764-A282-71BF986C5CFE}"/>
              </a:ext>
            </a:extLst>
          </p:cNvPr>
          <p:cNvSpPr txBox="1"/>
          <p:nvPr/>
        </p:nvSpPr>
        <p:spPr>
          <a:xfrm>
            <a:off x="6654802" y="1402877"/>
            <a:ext cx="570089" cy="230832"/>
          </a:xfrm>
          <a:prstGeom prst="rect">
            <a:avLst/>
          </a:prstGeom>
          <a:noFill/>
        </p:spPr>
        <p:txBody>
          <a:bodyPr wrap="square" rtlCol="0">
            <a:spAutoFit/>
          </a:bodyPr>
          <a:lstStyle/>
          <a:p>
            <a:pPr algn="ctr"/>
            <a:r>
              <a:rPr lang="en-US" sz="900" dirty="0"/>
              <a:t>34579</a:t>
            </a:r>
          </a:p>
        </p:txBody>
      </p:sp>
      <p:sp>
        <p:nvSpPr>
          <p:cNvPr id="27" name="TextBox 26">
            <a:extLst>
              <a:ext uri="{FF2B5EF4-FFF2-40B4-BE49-F238E27FC236}">
                <a16:creationId xmlns:a16="http://schemas.microsoft.com/office/drawing/2014/main" id="{BFBCF573-798F-DC8F-E57D-2A2C98E49F8A}"/>
              </a:ext>
            </a:extLst>
          </p:cNvPr>
          <p:cNvSpPr txBox="1"/>
          <p:nvPr/>
        </p:nvSpPr>
        <p:spPr>
          <a:xfrm>
            <a:off x="7157158" y="1402877"/>
            <a:ext cx="570089" cy="230832"/>
          </a:xfrm>
          <a:prstGeom prst="rect">
            <a:avLst/>
          </a:prstGeom>
          <a:noFill/>
        </p:spPr>
        <p:txBody>
          <a:bodyPr wrap="square" rtlCol="0">
            <a:spAutoFit/>
          </a:bodyPr>
          <a:lstStyle/>
          <a:p>
            <a:pPr algn="ctr"/>
            <a:r>
              <a:rPr lang="en-US" sz="900" dirty="0"/>
              <a:t>4579</a:t>
            </a:r>
          </a:p>
        </p:txBody>
      </p:sp>
      <p:sp>
        <p:nvSpPr>
          <p:cNvPr id="28" name="TextBox 27">
            <a:extLst>
              <a:ext uri="{FF2B5EF4-FFF2-40B4-BE49-F238E27FC236}">
                <a16:creationId xmlns:a16="http://schemas.microsoft.com/office/drawing/2014/main" id="{79D9AA31-0656-F6F5-2B68-1A06E11EE88B}"/>
              </a:ext>
            </a:extLst>
          </p:cNvPr>
          <p:cNvSpPr txBox="1"/>
          <p:nvPr/>
        </p:nvSpPr>
        <p:spPr>
          <a:xfrm>
            <a:off x="6654802" y="2034453"/>
            <a:ext cx="570089" cy="230832"/>
          </a:xfrm>
          <a:prstGeom prst="rect">
            <a:avLst/>
          </a:prstGeom>
          <a:noFill/>
        </p:spPr>
        <p:txBody>
          <a:bodyPr wrap="square" rtlCol="0">
            <a:spAutoFit/>
          </a:bodyPr>
          <a:lstStyle/>
          <a:p>
            <a:pPr algn="ctr"/>
            <a:r>
              <a:rPr lang="en-US" sz="900" dirty="0"/>
              <a:t>345</a:t>
            </a:r>
          </a:p>
        </p:txBody>
      </p:sp>
      <p:sp>
        <p:nvSpPr>
          <p:cNvPr id="29" name="TextBox 28">
            <a:extLst>
              <a:ext uri="{FF2B5EF4-FFF2-40B4-BE49-F238E27FC236}">
                <a16:creationId xmlns:a16="http://schemas.microsoft.com/office/drawing/2014/main" id="{51DA77F4-3F5B-55ED-8E3E-F64BF70E1EE9}"/>
              </a:ext>
            </a:extLst>
          </p:cNvPr>
          <p:cNvSpPr txBox="1"/>
          <p:nvPr/>
        </p:nvSpPr>
        <p:spPr>
          <a:xfrm>
            <a:off x="7157158" y="2034453"/>
            <a:ext cx="570089" cy="230832"/>
          </a:xfrm>
          <a:prstGeom prst="rect">
            <a:avLst/>
          </a:prstGeom>
          <a:noFill/>
        </p:spPr>
        <p:txBody>
          <a:bodyPr wrap="square" rtlCol="0">
            <a:spAutoFit/>
          </a:bodyPr>
          <a:lstStyle/>
          <a:p>
            <a:pPr algn="ctr"/>
            <a:r>
              <a:rPr lang="en-US" sz="900" dirty="0"/>
              <a:t>45</a:t>
            </a:r>
          </a:p>
        </p:txBody>
      </p:sp>
      <p:sp>
        <p:nvSpPr>
          <p:cNvPr id="30" name="TextBox 29">
            <a:extLst>
              <a:ext uri="{FF2B5EF4-FFF2-40B4-BE49-F238E27FC236}">
                <a16:creationId xmlns:a16="http://schemas.microsoft.com/office/drawing/2014/main" id="{6469DD3F-6D55-E211-E3A5-69D3C6299340}"/>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C02EDD2F-EF4E-B555-0F90-49ECDA77A7D4}"/>
              </a:ext>
            </a:extLst>
          </p:cNvPr>
          <p:cNvSpPr txBox="1"/>
          <p:nvPr/>
        </p:nvSpPr>
        <p:spPr>
          <a:xfrm>
            <a:off x="3217333" y="721216"/>
            <a:ext cx="462845" cy="584775"/>
          </a:xfrm>
          <a:prstGeom prst="rect">
            <a:avLst/>
          </a:prstGeom>
          <a:noFill/>
        </p:spPr>
        <p:txBody>
          <a:bodyPr wrap="square" rtlCol="0">
            <a:spAutoFit/>
          </a:bodyPr>
          <a:lstStyle/>
          <a:p>
            <a:pPr algn="ctr"/>
            <a:r>
              <a:rPr lang="en-US" sz="3200" dirty="0"/>
              <a:t>4</a:t>
            </a:r>
          </a:p>
        </p:txBody>
      </p:sp>
      <p:sp>
        <p:nvSpPr>
          <p:cNvPr id="32" name="TextBox 31">
            <a:extLst>
              <a:ext uri="{FF2B5EF4-FFF2-40B4-BE49-F238E27FC236}">
                <a16:creationId xmlns:a16="http://schemas.microsoft.com/office/drawing/2014/main" id="{9A2438AF-CA80-A85D-6796-1B9A8D951FDD}"/>
              </a:ext>
            </a:extLst>
          </p:cNvPr>
          <p:cNvSpPr txBox="1"/>
          <p:nvPr/>
        </p:nvSpPr>
        <p:spPr>
          <a:xfrm>
            <a:off x="3138310" y="1402877"/>
            <a:ext cx="570089" cy="230832"/>
          </a:xfrm>
          <a:prstGeom prst="rect">
            <a:avLst/>
          </a:prstGeom>
          <a:noFill/>
        </p:spPr>
        <p:txBody>
          <a:bodyPr wrap="square" rtlCol="0">
            <a:spAutoFit/>
          </a:bodyPr>
          <a:lstStyle/>
          <a:p>
            <a:pPr algn="ctr"/>
            <a:r>
              <a:rPr lang="en-US" sz="900" dirty="0"/>
              <a:t>89</a:t>
            </a:r>
          </a:p>
        </p:txBody>
      </p:sp>
      <p:sp>
        <p:nvSpPr>
          <p:cNvPr id="34" name="TextBox 33">
            <a:extLst>
              <a:ext uri="{FF2B5EF4-FFF2-40B4-BE49-F238E27FC236}">
                <a16:creationId xmlns:a16="http://schemas.microsoft.com/office/drawing/2014/main" id="{5F0D3BF5-DE01-B017-4B6D-B2AE4996C651}"/>
              </a:ext>
            </a:extLst>
          </p:cNvPr>
          <p:cNvSpPr txBox="1"/>
          <p:nvPr/>
        </p:nvSpPr>
        <p:spPr>
          <a:xfrm>
            <a:off x="3138310" y="2034453"/>
            <a:ext cx="570089" cy="230832"/>
          </a:xfrm>
          <a:prstGeom prst="rect">
            <a:avLst/>
          </a:prstGeom>
          <a:noFill/>
        </p:spPr>
        <p:txBody>
          <a:bodyPr wrap="square" rtlCol="0">
            <a:spAutoFit/>
          </a:bodyPr>
          <a:lstStyle/>
          <a:p>
            <a:pPr algn="ctr"/>
            <a:r>
              <a:rPr lang="en-US" sz="900" dirty="0"/>
              <a:t>98</a:t>
            </a:r>
          </a:p>
        </p:txBody>
      </p:sp>
      <p:sp>
        <p:nvSpPr>
          <p:cNvPr id="35" name="TextBox 34">
            <a:extLst>
              <a:ext uri="{FF2B5EF4-FFF2-40B4-BE49-F238E27FC236}">
                <a16:creationId xmlns:a16="http://schemas.microsoft.com/office/drawing/2014/main" id="{964AD7E5-DB1C-C858-680F-C180CF70409C}"/>
              </a:ext>
            </a:extLst>
          </p:cNvPr>
          <p:cNvSpPr txBox="1"/>
          <p:nvPr/>
        </p:nvSpPr>
        <p:spPr>
          <a:xfrm>
            <a:off x="4216401" y="1224551"/>
            <a:ext cx="462845" cy="584775"/>
          </a:xfrm>
          <a:prstGeom prst="rect">
            <a:avLst/>
          </a:prstGeom>
          <a:noFill/>
        </p:spPr>
        <p:txBody>
          <a:bodyPr wrap="square" rtlCol="0">
            <a:spAutoFit/>
          </a:bodyPr>
          <a:lstStyle/>
          <a:p>
            <a:pPr algn="ctr"/>
            <a:r>
              <a:rPr lang="en-US" sz="3200" dirty="0"/>
              <a:t>1</a:t>
            </a:r>
          </a:p>
        </p:txBody>
      </p:sp>
      <p:sp>
        <p:nvSpPr>
          <p:cNvPr id="36" name="TextBox 35">
            <a:extLst>
              <a:ext uri="{FF2B5EF4-FFF2-40B4-BE49-F238E27FC236}">
                <a16:creationId xmlns:a16="http://schemas.microsoft.com/office/drawing/2014/main" id="{6C5CB545-6ADD-6626-A0C7-3E564D7CCA39}"/>
              </a:ext>
            </a:extLst>
          </p:cNvPr>
          <p:cNvSpPr txBox="1"/>
          <p:nvPr/>
        </p:nvSpPr>
        <p:spPr>
          <a:xfrm>
            <a:off x="5215469" y="721216"/>
            <a:ext cx="462845" cy="584775"/>
          </a:xfrm>
          <a:prstGeom prst="rect">
            <a:avLst/>
          </a:prstGeom>
          <a:noFill/>
        </p:spPr>
        <p:txBody>
          <a:bodyPr wrap="square" rtlCol="0">
            <a:spAutoFit/>
          </a:bodyPr>
          <a:lstStyle/>
          <a:p>
            <a:pPr algn="ctr"/>
            <a:r>
              <a:rPr lang="en-US" sz="3200" dirty="0"/>
              <a:t>1</a:t>
            </a:r>
          </a:p>
        </p:txBody>
      </p:sp>
      <p:sp>
        <p:nvSpPr>
          <p:cNvPr id="37" name="TextBox 36">
            <a:extLst>
              <a:ext uri="{FF2B5EF4-FFF2-40B4-BE49-F238E27FC236}">
                <a16:creationId xmlns:a16="http://schemas.microsoft.com/office/drawing/2014/main" id="{5825AE71-0CFC-6376-A2D1-2A5F8C0F9382}"/>
              </a:ext>
            </a:extLst>
          </p:cNvPr>
          <p:cNvSpPr txBox="1"/>
          <p:nvPr/>
        </p:nvSpPr>
        <p:spPr>
          <a:xfrm>
            <a:off x="3640666" y="901933"/>
            <a:ext cx="570089" cy="230832"/>
          </a:xfrm>
          <a:prstGeom prst="rect">
            <a:avLst/>
          </a:prstGeom>
          <a:noFill/>
        </p:spPr>
        <p:txBody>
          <a:bodyPr wrap="square" rtlCol="0">
            <a:spAutoFit/>
          </a:bodyPr>
          <a:lstStyle/>
          <a:p>
            <a:pPr algn="ctr"/>
            <a:r>
              <a:rPr lang="en-US" sz="900" dirty="0"/>
              <a:t>35</a:t>
            </a:r>
          </a:p>
        </p:txBody>
      </p:sp>
      <p:sp>
        <p:nvSpPr>
          <p:cNvPr id="39" name="TextBox 38">
            <a:extLst>
              <a:ext uri="{FF2B5EF4-FFF2-40B4-BE49-F238E27FC236}">
                <a16:creationId xmlns:a16="http://schemas.microsoft.com/office/drawing/2014/main" id="{88187C6D-CBE4-BC48-944F-B97C8BDAE607}"/>
              </a:ext>
            </a:extLst>
          </p:cNvPr>
          <p:cNvSpPr txBox="1"/>
          <p:nvPr/>
        </p:nvSpPr>
        <p:spPr>
          <a:xfrm>
            <a:off x="3640666" y="1402877"/>
            <a:ext cx="570089" cy="230832"/>
          </a:xfrm>
          <a:prstGeom prst="rect">
            <a:avLst/>
          </a:prstGeom>
          <a:noFill/>
        </p:spPr>
        <p:txBody>
          <a:bodyPr wrap="square" rtlCol="0">
            <a:spAutoFit/>
          </a:bodyPr>
          <a:lstStyle/>
          <a:p>
            <a:pPr algn="ctr"/>
            <a:r>
              <a:rPr lang="en-US" sz="900" dirty="0"/>
              <a:t>53</a:t>
            </a:r>
          </a:p>
        </p:txBody>
      </p:sp>
      <p:sp>
        <p:nvSpPr>
          <p:cNvPr id="40" name="TextBox 39">
            <a:extLst>
              <a:ext uri="{FF2B5EF4-FFF2-40B4-BE49-F238E27FC236}">
                <a16:creationId xmlns:a16="http://schemas.microsoft.com/office/drawing/2014/main" id="{85350DE9-B570-1ED9-B2E7-3C0FF8368763}"/>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41" name="TextBox 40">
            <a:extLst>
              <a:ext uri="{FF2B5EF4-FFF2-40B4-BE49-F238E27FC236}">
                <a16:creationId xmlns:a16="http://schemas.microsoft.com/office/drawing/2014/main" id="{4B9C104E-4333-6CC5-7764-E2F15F96B259}"/>
              </a:ext>
            </a:extLst>
          </p:cNvPr>
          <p:cNvSpPr txBox="1"/>
          <p:nvPr/>
        </p:nvSpPr>
        <p:spPr>
          <a:xfrm>
            <a:off x="4645378" y="771301"/>
            <a:ext cx="570089" cy="230832"/>
          </a:xfrm>
          <a:prstGeom prst="rect">
            <a:avLst/>
          </a:prstGeom>
          <a:noFill/>
        </p:spPr>
        <p:txBody>
          <a:bodyPr wrap="square" rtlCol="0">
            <a:spAutoFit/>
          </a:bodyPr>
          <a:lstStyle/>
          <a:p>
            <a:pPr algn="ctr"/>
            <a:r>
              <a:rPr lang="en-US" sz="900" dirty="0"/>
              <a:t>79</a:t>
            </a:r>
          </a:p>
        </p:txBody>
      </p:sp>
      <p:sp>
        <p:nvSpPr>
          <p:cNvPr id="38" name="TextBox 37">
            <a:extLst>
              <a:ext uri="{FF2B5EF4-FFF2-40B4-BE49-F238E27FC236}">
                <a16:creationId xmlns:a16="http://schemas.microsoft.com/office/drawing/2014/main" id="{0BE1E113-6D66-E99A-68FA-470FCBAE205E}"/>
              </a:ext>
            </a:extLst>
          </p:cNvPr>
          <p:cNvSpPr txBox="1"/>
          <p:nvPr/>
        </p:nvSpPr>
        <p:spPr>
          <a:xfrm>
            <a:off x="5650090" y="901933"/>
            <a:ext cx="570089" cy="230832"/>
          </a:xfrm>
          <a:prstGeom prst="rect">
            <a:avLst/>
          </a:prstGeom>
          <a:noFill/>
        </p:spPr>
        <p:txBody>
          <a:bodyPr wrap="square" rtlCol="0">
            <a:spAutoFit/>
          </a:bodyPr>
          <a:lstStyle/>
          <a:p>
            <a:pPr algn="ctr"/>
            <a:r>
              <a:rPr lang="en-US" sz="900" dirty="0"/>
              <a:t>53</a:t>
            </a:r>
          </a:p>
        </p:txBody>
      </p:sp>
      <p:sp>
        <p:nvSpPr>
          <p:cNvPr id="42" name="TextBox 41">
            <a:extLst>
              <a:ext uri="{FF2B5EF4-FFF2-40B4-BE49-F238E27FC236}">
                <a16:creationId xmlns:a16="http://schemas.microsoft.com/office/drawing/2014/main" id="{98E02CB9-DBF0-1CB9-5030-B0FB68FAE596}"/>
              </a:ext>
            </a:extLst>
          </p:cNvPr>
          <p:cNvSpPr txBox="1"/>
          <p:nvPr/>
        </p:nvSpPr>
        <p:spPr>
          <a:xfrm>
            <a:off x="5715003" y="1224551"/>
            <a:ext cx="462845" cy="584775"/>
          </a:xfrm>
          <a:prstGeom prst="rect">
            <a:avLst/>
          </a:prstGeom>
          <a:noFill/>
        </p:spPr>
        <p:txBody>
          <a:bodyPr wrap="square" rtlCol="0">
            <a:spAutoFit/>
          </a:bodyPr>
          <a:lstStyle/>
          <a:p>
            <a:pPr algn="ctr"/>
            <a:r>
              <a:rPr lang="en-US" sz="3200" dirty="0"/>
              <a:t>2</a:t>
            </a:r>
          </a:p>
        </p:txBody>
      </p:sp>
      <p:sp>
        <p:nvSpPr>
          <p:cNvPr id="43" name="TextBox 42">
            <a:extLst>
              <a:ext uri="{FF2B5EF4-FFF2-40B4-BE49-F238E27FC236}">
                <a16:creationId xmlns:a16="http://schemas.microsoft.com/office/drawing/2014/main" id="{84CFF3F0-AC7C-4565-AE07-8CD611DB29E2}"/>
              </a:ext>
            </a:extLst>
          </p:cNvPr>
          <p:cNvSpPr txBox="1"/>
          <p:nvPr/>
        </p:nvSpPr>
        <p:spPr>
          <a:xfrm>
            <a:off x="4645378" y="1533509"/>
            <a:ext cx="570089" cy="230832"/>
          </a:xfrm>
          <a:prstGeom prst="rect">
            <a:avLst/>
          </a:prstGeom>
          <a:noFill/>
        </p:spPr>
        <p:txBody>
          <a:bodyPr wrap="square" rtlCol="0">
            <a:spAutoFit/>
          </a:bodyPr>
          <a:lstStyle/>
          <a:p>
            <a:pPr algn="ctr"/>
            <a:r>
              <a:rPr lang="en-US" sz="900" dirty="0"/>
              <a:t>345789</a:t>
            </a:r>
          </a:p>
        </p:txBody>
      </p:sp>
      <p:sp>
        <p:nvSpPr>
          <p:cNvPr id="44" name="TextBox 43">
            <a:extLst>
              <a:ext uri="{FF2B5EF4-FFF2-40B4-BE49-F238E27FC236}">
                <a16:creationId xmlns:a16="http://schemas.microsoft.com/office/drawing/2014/main" id="{04A13DB9-9F66-62FC-16AC-C50E26FDE9F6}"/>
              </a:ext>
            </a:extLst>
          </p:cNvPr>
          <p:cNvSpPr txBox="1"/>
          <p:nvPr/>
        </p:nvSpPr>
        <p:spPr>
          <a:xfrm>
            <a:off x="5147734" y="1533509"/>
            <a:ext cx="570089" cy="230832"/>
          </a:xfrm>
          <a:prstGeom prst="rect">
            <a:avLst/>
          </a:prstGeom>
          <a:noFill/>
        </p:spPr>
        <p:txBody>
          <a:bodyPr wrap="square" rtlCol="0">
            <a:spAutoFit/>
          </a:bodyPr>
          <a:lstStyle/>
          <a:p>
            <a:pPr algn="ctr"/>
            <a:r>
              <a:rPr lang="en-US" sz="900" dirty="0"/>
              <a:t>987543</a:t>
            </a:r>
          </a:p>
        </p:txBody>
      </p:sp>
      <p:sp>
        <p:nvSpPr>
          <p:cNvPr id="45" name="TextBox 44">
            <a:extLst>
              <a:ext uri="{FF2B5EF4-FFF2-40B4-BE49-F238E27FC236}">
                <a16:creationId xmlns:a16="http://schemas.microsoft.com/office/drawing/2014/main" id="{875C8C29-2C09-BF48-EA15-9E9AC415296F}"/>
              </a:ext>
            </a:extLst>
          </p:cNvPr>
          <p:cNvSpPr txBox="1"/>
          <p:nvPr/>
        </p:nvSpPr>
        <p:spPr>
          <a:xfrm>
            <a:off x="5147734" y="2905709"/>
            <a:ext cx="570089" cy="230832"/>
          </a:xfrm>
          <a:prstGeom prst="rect">
            <a:avLst/>
          </a:prstGeom>
          <a:noFill/>
        </p:spPr>
        <p:txBody>
          <a:bodyPr wrap="square" rtlCol="0">
            <a:spAutoFit/>
          </a:bodyPr>
          <a:lstStyle/>
          <a:p>
            <a:pPr algn="ctr"/>
            <a:r>
              <a:rPr lang="en-US" sz="900" dirty="0"/>
              <a:t>24</a:t>
            </a:r>
          </a:p>
        </p:txBody>
      </p:sp>
      <p:sp>
        <p:nvSpPr>
          <p:cNvPr id="46" name="TextBox 45">
            <a:extLst>
              <a:ext uri="{FF2B5EF4-FFF2-40B4-BE49-F238E27FC236}">
                <a16:creationId xmlns:a16="http://schemas.microsoft.com/office/drawing/2014/main" id="{F1173360-9D67-1F9A-2904-4A103550EB80}"/>
              </a:ext>
            </a:extLst>
          </p:cNvPr>
          <p:cNvSpPr txBox="1"/>
          <p:nvPr/>
        </p:nvSpPr>
        <p:spPr>
          <a:xfrm>
            <a:off x="3640666" y="3406653"/>
            <a:ext cx="570089" cy="230832"/>
          </a:xfrm>
          <a:prstGeom prst="rect">
            <a:avLst/>
          </a:prstGeom>
          <a:noFill/>
        </p:spPr>
        <p:txBody>
          <a:bodyPr wrap="square" rtlCol="0">
            <a:spAutoFit/>
          </a:bodyPr>
          <a:lstStyle/>
          <a:p>
            <a:pPr algn="ctr"/>
            <a:r>
              <a:rPr lang="en-US" sz="900" dirty="0"/>
              <a:t>42</a:t>
            </a:r>
          </a:p>
        </p:txBody>
      </p:sp>
      <p:sp>
        <p:nvSpPr>
          <p:cNvPr id="47" name="TextBox 46">
            <a:extLst>
              <a:ext uri="{FF2B5EF4-FFF2-40B4-BE49-F238E27FC236}">
                <a16:creationId xmlns:a16="http://schemas.microsoft.com/office/drawing/2014/main" id="{4F1C720B-FFC5-CC24-1A79-1C6FA24BBC8B}"/>
              </a:ext>
            </a:extLst>
          </p:cNvPr>
          <p:cNvSpPr txBox="1"/>
          <p:nvPr/>
        </p:nvSpPr>
        <p:spPr>
          <a:xfrm>
            <a:off x="4143022" y="3537285"/>
            <a:ext cx="570089" cy="230832"/>
          </a:xfrm>
          <a:prstGeom prst="rect">
            <a:avLst/>
          </a:prstGeom>
          <a:noFill/>
        </p:spPr>
        <p:txBody>
          <a:bodyPr wrap="square" rtlCol="0">
            <a:spAutoFit/>
          </a:bodyPr>
          <a:lstStyle/>
          <a:p>
            <a:pPr algn="ctr"/>
            <a:r>
              <a:rPr lang="en-US" sz="900" dirty="0"/>
              <a:t>98</a:t>
            </a:r>
          </a:p>
        </p:txBody>
      </p:sp>
      <p:sp>
        <p:nvSpPr>
          <p:cNvPr id="48" name="TextBox 47">
            <a:extLst>
              <a:ext uri="{FF2B5EF4-FFF2-40B4-BE49-F238E27FC236}">
                <a16:creationId xmlns:a16="http://schemas.microsoft.com/office/drawing/2014/main" id="{33F16CCD-1589-4B1C-4C45-9F0E50E952E1}"/>
              </a:ext>
            </a:extLst>
          </p:cNvPr>
          <p:cNvSpPr txBox="1"/>
          <p:nvPr/>
        </p:nvSpPr>
        <p:spPr>
          <a:xfrm>
            <a:off x="4645378" y="3537285"/>
            <a:ext cx="570089" cy="230832"/>
          </a:xfrm>
          <a:prstGeom prst="rect">
            <a:avLst/>
          </a:prstGeom>
          <a:noFill/>
        </p:spPr>
        <p:txBody>
          <a:bodyPr wrap="square" rtlCol="0">
            <a:spAutoFit/>
          </a:bodyPr>
          <a:lstStyle/>
          <a:p>
            <a:pPr algn="ctr"/>
            <a:r>
              <a:rPr lang="en-US" sz="900" dirty="0"/>
              <a:t>5789</a:t>
            </a:r>
          </a:p>
        </p:txBody>
      </p:sp>
      <p:sp>
        <p:nvSpPr>
          <p:cNvPr id="49" name="TextBox 48">
            <a:extLst>
              <a:ext uri="{FF2B5EF4-FFF2-40B4-BE49-F238E27FC236}">
                <a16:creationId xmlns:a16="http://schemas.microsoft.com/office/drawing/2014/main" id="{986A18DF-2917-04FB-88CA-C1EF981627E1}"/>
              </a:ext>
            </a:extLst>
          </p:cNvPr>
          <p:cNvSpPr txBox="1"/>
          <p:nvPr/>
        </p:nvSpPr>
        <p:spPr>
          <a:xfrm>
            <a:off x="5147734" y="3537285"/>
            <a:ext cx="570089" cy="230832"/>
          </a:xfrm>
          <a:prstGeom prst="rect">
            <a:avLst/>
          </a:prstGeom>
          <a:noFill/>
        </p:spPr>
        <p:txBody>
          <a:bodyPr wrap="square" rtlCol="0">
            <a:spAutoFit/>
          </a:bodyPr>
          <a:lstStyle/>
          <a:p>
            <a:pPr algn="ctr"/>
            <a:r>
              <a:rPr lang="en-US" sz="900" dirty="0"/>
              <a:t>5789</a:t>
            </a:r>
          </a:p>
        </p:txBody>
      </p:sp>
      <p:sp>
        <p:nvSpPr>
          <p:cNvPr id="50" name="TextBox 49">
            <a:extLst>
              <a:ext uri="{FF2B5EF4-FFF2-40B4-BE49-F238E27FC236}">
                <a16:creationId xmlns:a16="http://schemas.microsoft.com/office/drawing/2014/main" id="{95DC899E-0CD0-6201-F082-3B176937B0BE}"/>
              </a:ext>
            </a:extLst>
          </p:cNvPr>
          <p:cNvSpPr txBox="1"/>
          <p:nvPr/>
        </p:nvSpPr>
        <p:spPr>
          <a:xfrm>
            <a:off x="4143022" y="2905709"/>
            <a:ext cx="570089" cy="230832"/>
          </a:xfrm>
          <a:prstGeom prst="rect">
            <a:avLst/>
          </a:prstGeom>
          <a:noFill/>
        </p:spPr>
        <p:txBody>
          <a:bodyPr wrap="square" rtlCol="0">
            <a:spAutoFit/>
          </a:bodyPr>
          <a:lstStyle/>
          <a:p>
            <a:pPr algn="ctr"/>
            <a:r>
              <a:rPr lang="en-US" sz="900" dirty="0"/>
              <a:t>54</a:t>
            </a:r>
          </a:p>
        </p:txBody>
      </p:sp>
      <p:sp>
        <p:nvSpPr>
          <p:cNvPr id="51" name="TextBox 50">
            <a:extLst>
              <a:ext uri="{FF2B5EF4-FFF2-40B4-BE49-F238E27FC236}">
                <a16:creationId xmlns:a16="http://schemas.microsoft.com/office/drawing/2014/main" id="{99DE3F2B-11FC-308C-336C-0AF7D4D7E8C3}"/>
              </a:ext>
            </a:extLst>
          </p:cNvPr>
          <p:cNvSpPr txBox="1"/>
          <p:nvPr/>
        </p:nvSpPr>
        <p:spPr>
          <a:xfrm>
            <a:off x="5215469" y="2231221"/>
            <a:ext cx="462845" cy="584775"/>
          </a:xfrm>
          <a:prstGeom prst="rect">
            <a:avLst/>
          </a:prstGeom>
          <a:noFill/>
        </p:spPr>
        <p:txBody>
          <a:bodyPr wrap="square" rtlCol="0">
            <a:spAutoFit/>
          </a:bodyPr>
          <a:lstStyle/>
          <a:p>
            <a:pPr algn="ctr"/>
            <a:r>
              <a:rPr lang="en-US" sz="3200" dirty="0"/>
              <a:t>6</a:t>
            </a:r>
          </a:p>
        </p:txBody>
      </p:sp>
      <p:sp>
        <p:nvSpPr>
          <p:cNvPr id="15" name="TextBox 14">
            <a:extLst>
              <a:ext uri="{FF2B5EF4-FFF2-40B4-BE49-F238E27FC236}">
                <a16:creationId xmlns:a16="http://schemas.microsoft.com/office/drawing/2014/main" id="{036C13B6-6432-78C4-B15E-443B723673B4}"/>
              </a:ext>
            </a:extLst>
          </p:cNvPr>
          <p:cNvSpPr txBox="1"/>
          <p:nvPr/>
        </p:nvSpPr>
        <p:spPr>
          <a:xfrm>
            <a:off x="3217333" y="2734556"/>
            <a:ext cx="462845" cy="584775"/>
          </a:xfrm>
          <a:prstGeom prst="rect">
            <a:avLst/>
          </a:prstGeom>
          <a:noFill/>
        </p:spPr>
        <p:txBody>
          <a:bodyPr wrap="square" rtlCol="0">
            <a:spAutoFit/>
          </a:bodyPr>
          <a:lstStyle/>
          <a:p>
            <a:pPr algn="ctr"/>
            <a:r>
              <a:rPr lang="en-US" sz="3200" dirty="0"/>
              <a:t>7</a:t>
            </a:r>
          </a:p>
        </p:txBody>
      </p:sp>
      <p:sp>
        <p:nvSpPr>
          <p:cNvPr id="52" name="TextBox 51">
            <a:extLst>
              <a:ext uri="{FF2B5EF4-FFF2-40B4-BE49-F238E27FC236}">
                <a16:creationId xmlns:a16="http://schemas.microsoft.com/office/drawing/2014/main" id="{F5100C47-86CE-5456-B6C2-389ADD1FE978}"/>
              </a:ext>
            </a:extLst>
          </p:cNvPr>
          <p:cNvSpPr txBox="1"/>
          <p:nvPr/>
        </p:nvSpPr>
        <p:spPr>
          <a:xfrm>
            <a:off x="3716867" y="2734556"/>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ABEBEB2F-48D8-E246-D0B5-974F171B9F81}"/>
              </a:ext>
            </a:extLst>
          </p:cNvPr>
          <p:cNvSpPr txBox="1"/>
          <p:nvPr/>
        </p:nvSpPr>
        <p:spPr>
          <a:xfrm>
            <a:off x="3716867" y="1727886"/>
            <a:ext cx="462845" cy="584775"/>
          </a:xfrm>
          <a:prstGeom prst="rect">
            <a:avLst/>
          </a:prstGeom>
          <a:noFill/>
        </p:spPr>
        <p:txBody>
          <a:bodyPr wrap="square" rtlCol="0">
            <a:spAutoFit/>
          </a:bodyPr>
          <a:lstStyle/>
          <a:p>
            <a:pPr algn="ctr"/>
            <a:r>
              <a:rPr lang="en-US" sz="3200" dirty="0"/>
              <a:t>7</a:t>
            </a:r>
          </a:p>
        </p:txBody>
      </p:sp>
      <p:sp>
        <p:nvSpPr>
          <p:cNvPr id="9" name="TextBox 8">
            <a:extLst>
              <a:ext uri="{FF2B5EF4-FFF2-40B4-BE49-F238E27FC236}">
                <a16:creationId xmlns:a16="http://schemas.microsoft.com/office/drawing/2014/main" id="{642A5467-C57D-9EAB-1A5D-9E762BBD71E8}"/>
              </a:ext>
            </a:extLst>
          </p:cNvPr>
          <p:cNvSpPr txBox="1"/>
          <p:nvPr/>
        </p:nvSpPr>
        <p:spPr>
          <a:xfrm>
            <a:off x="3138310" y="3406653"/>
            <a:ext cx="570089" cy="230832"/>
          </a:xfrm>
          <a:prstGeom prst="rect">
            <a:avLst/>
          </a:prstGeom>
          <a:noFill/>
        </p:spPr>
        <p:txBody>
          <a:bodyPr wrap="square" rtlCol="0">
            <a:spAutoFit/>
          </a:bodyPr>
          <a:lstStyle/>
          <a:p>
            <a:pPr algn="ctr"/>
            <a:r>
              <a:rPr lang="en-US" sz="900" dirty="0"/>
              <a:t>25</a:t>
            </a:r>
          </a:p>
        </p:txBody>
      </p:sp>
      <p:sp>
        <p:nvSpPr>
          <p:cNvPr id="33" name="TextBox 32">
            <a:extLst>
              <a:ext uri="{FF2B5EF4-FFF2-40B4-BE49-F238E27FC236}">
                <a16:creationId xmlns:a16="http://schemas.microsoft.com/office/drawing/2014/main" id="{0B1CC98F-DA91-BDE9-358E-5C66AD342DD2}"/>
              </a:ext>
            </a:extLst>
          </p:cNvPr>
          <p:cNvSpPr txBox="1"/>
          <p:nvPr/>
        </p:nvSpPr>
        <p:spPr>
          <a:xfrm>
            <a:off x="3138310" y="3907597"/>
            <a:ext cx="570089" cy="230832"/>
          </a:xfrm>
          <a:prstGeom prst="rect">
            <a:avLst/>
          </a:prstGeom>
          <a:noFill/>
        </p:spPr>
        <p:txBody>
          <a:bodyPr wrap="square" rtlCol="0">
            <a:spAutoFit/>
          </a:bodyPr>
          <a:lstStyle/>
          <a:p>
            <a:pPr algn="ctr"/>
            <a:r>
              <a:rPr lang="en-US" sz="900" dirty="0"/>
              <a:t>125</a:t>
            </a:r>
          </a:p>
        </p:txBody>
      </p:sp>
      <p:sp>
        <p:nvSpPr>
          <p:cNvPr id="53" name="TextBox 52">
            <a:extLst>
              <a:ext uri="{FF2B5EF4-FFF2-40B4-BE49-F238E27FC236}">
                <a16:creationId xmlns:a16="http://schemas.microsoft.com/office/drawing/2014/main" id="{8E48731F-70C7-4B10-78E7-7FC2238D76CB}"/>
              </a:ext>
            </a:extLst>
          </p:cNvPr>
          <p:cNvSpPr txBox="1"/>
          <p:nvPr/>
        </p:nvSpPr>
        <p:spPr>
          <a:xfrm>
            <a:off x="3138310" y="4408541"/>
            <a:ext cx="570089" cy="230832"/>
          </a:xfrm>
          <a:prstGeom prst="rect">
            <a:avLst/>
          </a:prstGeom>
          <a:noFill/>
        </p:spPr>
        <p:txBody>
          <a:bodyPr wrap="square" rtlCol="0">
            <a:spAutoFit/>
          </a:bodyPr>
          <a:lstStyle/>
          <a:p>
            <a:pPr algn="ctr"/>
            <a:r>
              <a:rPr lang="en-US" sz="900" dirty="0"/>
              <a:t>125</a:t>
            </a:r>
          </a:p>
        </p:txBody>
      </p:sp>
      <p:sp>
        <p:nvSpPr>
          <p:cNvPr id="60" name="TextBox 59">
            <a:extLst>
              <a:ext uri="{FF2B5EF4-FFF2-40B4-BE49-F238E27FC236}">
                <a16:creationId xmlns:a16="http://schemas.microsoft.com/office/drawing/2014/main" id="{D7DC173D-5734-0087-4E5C-C1D763B5C016}"/>
              </a:ext>
            </a:extLst>
          </p:cNvPr>
          <p:cNvSpPr txBox="1"/>
          <p:nvPr/>
        </p:nvSpPr>
        <p:spPr>
          <a:xfrm>
            <a:off x="4645378" y="2905709"/>
            <a:ext cx="570089" cy="230832"/>
          </a:xfrm>
          <a:prstGeom prst="rect">
            <a:avLst/>
          </a:prstGeom>
          <a:noFill/>
        </p:spPr>
        <p:txBody>
          <a:bodyPr wrap="square" rtlCol="0">
            <a:spAutoFit/>
          </a:bodyPr>
          <a:lstStyle/>
          <a:p>
            <a:pPr algn="ctr"/>
            <a:r>
              <a:rPr lang="en-US" sz="900" dirty="0"/>
              <a:t>124589</a:t>
            </a:r>
          </a:p>
        </p:txBody>
      </p:sp>
      <p:sp>
        <p:nvSpPr>
          <p:cNvPr id="61" name="TextBox 60">
            <a:extLst>
              <a:ext uri="{FF2B5EF4-FFF2-40B4-BE49-F238E27FC236}">
                <a16:creationId xmlns:a16="http://schemas.microsoft.com/office/drawing/2014/main" id="{6C5237C9-ED9E-EFA6-F8AB-098E80C46AED}"/>
              </a:ext>
            </a:extLst>
          </p:cNvPr>
          <p:cNvSpPr txBox="1"/>
          <p:nvPr/>
        </p:nvSpPr>
        <p:spPr>
          <a:xfrm>
            <a:off x="5650090" y="2905709"/>
            <a:ext cx="570089" cy="230832"/>
          </a:xfrm>
          <a:prstGeom prst="rect">
            <a:avLst/>
          </a:prstGeom>
          <a:noFill/>
        </p:spPr>
        <p:txBody>
          <a:bodyPr wrap="square" rtlCol="0">
            <a:spAutoFit/>
          </a:bodyPr>
          <a:lstStyle/>
          <a:p>
            <a:pPr algn="ctr"/>
            <a:r>
              <a:rPr lang="en-US" sz="900" dirty="0"/>
              <a:t>14589</a:t>
            </a:r>
          </a:p>
        </p:txBody>
      </p:sp>
      <p:sp>
        <p:nvSpPr>
          <p:cNvPr id="62" name="TextBox 61">
            <a:extLst>
              <a:ext uri="{FF2B5EF4-FFF2-40B4-BE49-F238E27FC236}">
                <a16:creationId xmlns:a16="http://schemas.microsoft.com/office/drawing/2014/main" id="{0CCFE935-6CC9-22F8-7528-B795511F5146}"/>
              </a:ext>
            </a:extLst>
          </p:cNvPr>
          <p:cNvSpPr txBox="1"/>
          <p:nvPr/>
        </p:nvSpPr>
        <p:spPr>
          <a:xfrm>
            <a:off x="6654802" y="2905709"/>
            <a:ext cx="570089" cy="230832"/>
          </a:xfrm>
          <a:prstGeom prst="rect">
            <a:avLst/>
          </a:prstGeom>
          <a:noFill/>
        </p:spPr>
        <p:txBody>
          <a:bodyPr wrap="square" rtlCol="0">
            <a:spAutoFit/>
          </a:bodyPr>
          <a:lstStyle/>
          <a:p>
            <a:pPr algn="ctr"/>
            <a:r>
              <a:rPr lang="en-US" sz="900" dirty="0"/>
              <a:t>189</a:t>
            </a:r>
          </a:p>
        </p:txBody>
      </p:sp>
      <p:sp>
        <p:nvSpPr>
          <p:cNvPr id="63" name="TextBox 62">
            <a:extLst>
              <a:ext uri="{FF2B5EF4-FFF2-40B4-BE49-F238E27FC236}">
                <a16:creationId xmlns:a16="http://schemas.microsoft.com/office/drawing/2014/main" id="{A4B2B5BF-0DBC-D4B8-BE07-24B6753C11AC}"/>
              </a:ext>
            </a:extLst>
          </p:cNvPr>
          <p:cNvSpPr txBox="1"/>
          <p:nvPr/>
        </p:nvSpPr>
        <p:spPr>
          <a:xfrm>
            <a:off x="7157158" y="2905709"/>
            <a:ext cx="570089" cy="230832"/>
          </a:xfrm>
          <a:prstGeom prst="rect">
            <a:avLst/>
          </a:prstGeom>
          <a:noFill/>
        </p:spPr>
        <p:txBody>
          <a:bodyPr wrap="square" rtlCol="0">
            <a:spAutoFit/>
          </a:bodyPr>
          <a:lstStyle/>
          <a:p>
            <a:pPr algn="ctr"/>
            <a:r>
              <a:rPr lang="en-US" sz="900" dirty="0"/>
              <a:t>19</a:t>
            </a:r>
          </a:p>
        </p:txBody>
      </p:sp>
      <p:sp>
        <p:nvSpPr>
          <p:cNvPr id="64" name="TextBox 63">
            <a:extLst>
              <a:ext uri="{FF2B5EF4-FFF2-40B4-BE49-F238E27FC236}">
                <a16:creationId xmlns:a16="http://schemas.microsoft.com/office/drawing/2014/main" id="{1E2AFF79-6CA2-D83B-6CBA-095FF38D6FC0}"/>
              </a:ext>
            </a:extLst>
          </p:cNvPr>
          <p:cNvSpPr txBox="1"/>
          <p:nvPr/>
        </p:nvSpPr>
        <p:spPr>
          <a:xfrm>
            <a:off x="6654802" y="3406653"/>
            <a:ext cx="570089" cy="230832"/>
          </a:xfrm>
          <a:prstGeom prst="rect">
            <a:avLst/>
          </a:prstGeom>
          <a:noFill/>
        </p:spPr>
        <p:txBody>
          <a:bodyPr wrap="square" rtlCol="0">
            <a:spAutoFit/>
          </a:bodyPr>
          <a:lstStyle/>
          <a:p>
            <a:pPr algn="ctr"/>
            <a:r>
              <a:rPr lang="en-US" sz="900" dirty="0"/>
              <a:t>1689</a:t>
            </a:r>
          </a:p>
        </p:txBody>
      </p:sp>
      <p:sp>
        <p:nvSpPr>
          <p:cNvPr id="65" name="TextBox 64">
            <a:extLst>
              <a:ext uri="{FF2B5EF4-FFF2-40B4-BE49-F238E27FC236}">
                <a16:creationId xmlns:a16="http://schemas.microsoft.com/office/drawing/2014/main" id="{AB859AF5-8BC9-EB96-F12E-AAF829B39210}"/>
              </a:ext>
            </a:extLst>
          </p:cNvPr>
          <p:cNvSpPr txBox="1"/>
          <p:nvPr/>
        </p:nvSpPr>
        <p:spPr>
          <a:xfrm>
            <a:off x="7157158" y="3406653"/>
            <a:ext cx="570089" cy="230832"/>
          </a:xfrm>
          <a:prstGeom prst="rect">
            <a:avLst/>
          </a:prstGeom>
          <a:noFill/>
        </p:spPr>
        <p:txBody>
          <a:bodyPr wrap="square" rtlCol="0">
            <a:spAutoFit/>
          </a:bodyPr>
          <a:lstStyle/>
          <a:p>
            <a:pPr algn="ctr"/>
            <a:r>
              <a:rPr lang="en-US" sz="900" dirty="0"/>
              <a:t>169</a:t>
            </a:r>
          </a:p>
        </p:txBody>
      </p:sp>
      <p:sp>
        <p:nvSpPr>
          <p:cNvPr id="66" name="TextBox 65">
            <a:extLst>
              <a:ext uri="{FF2B5EF4-FFF2-40B4-BE49-F238E27FC236}">
                <a16:creationId xmlns:a16="http://schemas.microsoft.com/office/drawing/2014/main" id="{00FA5446-3CD5-BF9F-3C96-23E7EF6CC080}"/>
              </a:ext>
            </a:extLst>
          </p:cNvPr>
          <p:cNvSpPr txBox="1"/>
          <p:nvPr/>
        </p:nvSpPr>
        <p:spPr>
          <a:xfrm>
            <a:off x="5147734" y="2034453"/>
            <a:ext cx="570089" cy="230832"/>
          </a:xfrm>
          <a:prstGeom prst="rect">
            <a:avLst/>
          </a:prstGeom>
          <a:noFill/>
        </p:spPr>
        <p:txBody>
          <a:bodyPr wrap="square" rtlCol="0">
            <a:spAutoFit/>
          </a:bodyPr>
          <a:lstStyle/>
          <a:p>
            <a:pPr algn="ctr"/>
            <a:r>
              <a:rPr lang="en-US" sz="900" dirty="0"/>
              <a:t>89</a:t>
            </a:r>
          </a:p>
        </p:txBody>
      </p:sp>
    </p:spTree>
    <p:extLst>
      <p:ext uri="{BB962C8B-B14F-4D97-AF65-F5344CB8AC3E}">
        <p14:creationId xmlns:p14="http://schemas.microsoft.com/office/powerpoint/2010/main" val="16967811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182FFC-FB41-3ABE-FCD8-0EC6DDF4A9F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454E6A7-B8FD-520C-E782-1D4BF399F7F2}"/>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9F5F6A79-071E-D579-EC30-17A9A305A076}"/>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726B0CF2-D797-11A8-2602-B9689625C7E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4B01C68C-494D-B333-BAA5-2A59EEA63D0F}"/>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0F06695B-4F7C-85EB-DD12-9AC89636E774}"/>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87C7ACD6-2ADA-2D60-EB24-22A96BFEB3BC}"/>
              </a:ext>
            </a:extLst>
          </p:cNvPr>
          <p:cNvSpPr txBox="1"/>
          <p:nvPr/>
        </p:nvSpPr>
        <p:spPr>
          <a:xfrm>
            <a:off x="3716867" y="2231221"/>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9CBDFD8D-6BAA-EC31-6963-7241E70B7E38}"/>
              </a:ext>
            </a:extLst>
          </p:cNvPr>
          <p:cNvSpPr txBox="1"/>
          <p:nvPr/>
        </p:nvSpPr>
        <p:spPr>
          <a:xfrm>
            <a:off x="3217333" y="4747898"/>
            <a:ext cx="462845" cy="584775"/>
          </a:xfrm>
          <a:prstGeom prst="rect">
            <a:avLst/>
          </a:prstGeom>
          <a:noFill/>
        </p:spPr>
        <p:txBody>
          <a:bodyPr wrap="square" rtlCol="0">
            <a:spAutoFit/>
          </a:bodyPr>
          <a:lstStyle/>
          <a:p>
            <a:pPr algn="ctr"/>
            <a:r>
              <a:rPr lang="en-US" sz="3200" dirty="0"/>
              <a:t>6</a:t>
            </a:r>
          </a:p>
        </p:txBody>
      </p:sp>
      <p:sp>
        <p:nvSpPr>
          <p:cNvPr id="11" name="TextBox 10">
            <a:extLst>
              <a:ext uri="{FF2B5EF4-FFF2-40B4-BE49-F238E27FC236}">
                <a16:creationId xmlns:a16="http://schemas.microsoft.com/office/drawing/2014/main" id="{7E3D7967-8DE8-48E2-82AF-323AA230E467}"/>
              </a:ext>
            </a:extLst>
          </p:cNvPr>
          <p:cNvSpPr txBox="1"/>
          <p:nvPr/>
        </p:nvSpPr>
        <p:spPr>
          <a:xfrm>
            <a:off x="7213604" y="4747898"/>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5B6FCFC2-38C9-202C-CD65-2B47D5310332}"/>
              </a:ext>
            </a:extLst>
          </p:cNvPr>
          <p:cNvSpPr txBox="1"/>
          <p:nvPr/>
        </p:nvSpPr>
        <p:spPr>
          <a:xfrm>
            <a:off x="6214537" y="2734556"/>
            <a:ext cx="462845" cy="584775"/>
          </a:xfrm>
          <a:prstGeom prst="rect">
            <a:avLst/>
          </a:prstGeom>
          <a:no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F17923CB-2FEA-6EE9-F714-72F2AF65A161}"/>
              </a:ext>
            </a:extLst>
          </p:cNvPr>
          <p:cNvSpPr txBox="1"/>
          <p:nvPr/>
        </p:nvSpPr>
        <p:spPr>
          <a:xfrm>
            <a:off x="4143022" y="2274133"/>
            <a:ext cx="570089" cy="230832"/>
          </a:xfrm>
          <a:prstGeom prst="rect">
            <a:avLst/>
          </a:prstGeom>
          <a:noFill/>
        </p:spPr>
        <p:txBody>
          <a:bodyPr wrap="square" rtlCol="0">
            <a:spAutoFit/>
          </a:bodyPr>
          <a:lstStyle/>
          <a:p>
            <a:pPr algn="ctr"/>
            <a:r>
              <a:rPr lang="en-US" sz="900" dirty="0"/>
              <a:t>89</a:t>
            </a:r>
          </a:p>
        </p:txBody>
      </p:sp>
      <p:sp>
        <p:nvSpPr>
          <p:cNvPr id="14" name="TextBox 13">
            <a:extLst>
              <a:ext uri="{FF2B5EF4-FFF2-40B4-BE49-F238E27FC236}">
                <a16:creationId xmlns:a16="http://schemas.microsoft.com/office/drawing/2014/main" id="{A06795C0-E24C-096E-9E9D-0FE8B38D62D3}"/>
              </a:ext>
            </a:extLst>
          </p:cNvPr>
          <p:cNvSpPr txBox="1"/>
          <p:nvPr/>
        </p:nvSpPr>
        <p:spPr>
          <a:xfrm>
            <a:off x="4645378" y="2274133"/>
            <a:ext cx="570089" cy="230832"/>
          </a:xfrm>
          <a:prstGeom prst="rect">
            <a:avLst/>
          </a:prstGeom>
          <a:noFill/>
        </p:spPr>
        <p:txBody>
          <a:bodyPr wrap="square" rtlCol="0">
            <a:spAutoFit/>
          </a:bodyPr>
          <a:lstStyle/>
          <a:p>
            <a:pPr algn="ctr"/>
            <a:r>
              <a:rPr lang="en-US" sz="900" dirty="0"/>
              <a:t>5789</a:t>
            </a:r>
          </a:p>
        </p:txBody>
      </p:sp>
      <p:sp>
        <p:nvSpPr>
          <p:cNvPr id="16" name="TextBox 15">
            <a:extLst>
              <a:ext uri="{FF2B5EF4-FFF2-40B4-BE49-F238E27FC236}">
                <a16:creationId xmlns:a16="http://schemas.microsoft.com/office/drawing/2014/main" id="{9A70FC94-868B-713F-14CC-4BBB73CC4E8F}"/>
              </a:ext>
            </a:extLst>
          </p:cNvPr>
          <p:cNvSpPr txBox="1"/>
          <p:nvPr/>
        </p:nvSpPr>
        <p:spPr>
          <a:xfrm>
            <a:off x="5650090" y="2274133"/>
            <a:ext cx="570089" cy="230832"/>
          </a:xfrm>
          <a:prstGeom prst="rect">
            <a:avLst/>
          </a:prstGeom>
          <a:noFill/>
        </p:spPr>
        <p:txBody>
          <a:bodyPr wrap="square" rtlCol="0">
            <a:spAutoFit/>
          </a:bodyPr>
          <a:lstStyle/>
          <a:p>
            <a:pPr algn="ctr"/>
            <a:r>
              <a:rPr lang="en-US" sz="900" dirty="0"/>
              <a:t>5789</a:t>
            </a:r>
          </a:p>
        </p:txBody>
      </p:sp>
      <p:sp>
        <p:nvSpPr>
          <p:cNvPr id="17" name="TextBox 16">
            <a:extLst>
              <a:ext uri="{FF2B5EF4-FFF2-40B4-BE49-F238E27FC236}">
                <a16:creationId xmlns:a16="http://schemas.microsoft.com/office/drawing/2014/main" id="{4BC6C12D-F3C0-1B05-88A3-07EE3EFCAAC7}"/>
              </a:ext>
            </a:extLst>
          </p:cNvPr>
          <p:cNvSpPr txBox="1"/>
          <p:nvPr/>
        </p:nvSpPr>
        <p:spPr>
          <a:xfrm>
            <a:off x="6152446" y="2274133"/>
            <a:ext cx="570089" cy="230832"/>
          </a:xfrm>
          <a:prstGeom prst="rect">
            <a:avLst/>
          </a:prstGeom>
          <a:noFill/>
        </p:spPr>
        <p:txBody>
          <a:bodyPr wrap="square" rtlCol="0">
            <a:spAutoFit/>
          </a:bodyPr>
          <a:lstStyle/>
          <a:p>
            <a:pPr algn="ctr"/>
            <a:r>
              <a:rPr lang="en-US" sz="900" dirty="0"/>
              <a:t>57</a:t>
            </a:r>
          </a:p>
        </p:txBody>
      </p:sp>
      <p:sp>
        <p:nvSpPr>
          <p:cNvPr id="18" name="TextBox 17">
            <a:extLst>
              <a:ext uri="{FF2B5EF4-FFF2-40B4-BE49-F238E27FC236}">
                <a16:creationId xmlns:a16="http://schemas.microsoft.com/office/drawing/2014/main" id="{ED8D77CD-18F6-0649-0CDB-FFAD5B939456}"/>
              </a:ext>
            </a:extLst>
          </p:cNvPr>
          <p:cNvSpPr txBox="1"/>
          <p:nvPr/>
        </p:nvSpPr>
        <p:spPr>
          <a:xfrm>
            <a:off x="6654802" y="2404765"/>
            <a:ext cx="570089" cy="230832"/>
          </a:xfrm>
          <a:prstGeom prst="rect">
            <a:avLst/>
          </a:prstGeom>
          <a:noFill/>
        </p:spPr>
        <p:txBody>
          <a:bodyPr wrap="square" rtlCol="0">
            <a:spAutoFit/>
          </a:bodyPr>
          <a:lstStyle/>
          <a:p>
            <a:pPr algn="ctr"/>
            <a:r>
              <a:rPr lang="en-US" sz="900" dirty="0"/>
              <a:t>24</a:t>
            </a:r>
          </a:p>
        </p:txBody>
      </p:sp>
      <p:sp>
        <p:nvSpPr>
          <p:cNvPr id="19" name="TextBox 18">
            <a:extLst>
              <a:ext uri="{FF2B5EF4-FFF2-40B4-BE49-F238E27FC236}">
                <a16:creationId xmlns:a16="http://schemas.microsoft.com/office/drawing/2014/main" id="{6D35336D-AB0B-8CF5-3D31-81679249290F}"/>
              </a:ext>
            </a:extLst>
          </p:cNvPr>
          <p:cNvSpPr txBox="1"/>
          <p:nvPr/>
        </p:nvSpPr>
        <p:spPr>
          <a:xfrm>
            <a:off x="7157158" y="2404765"/>
            <a:ext cx="570089" cy="230832"/>
          </a:xfrm>
          <a:prstGeom prst="rect">
            <a:avLst/>
          </a:prstGeom>
          <a:noFill/>
        </p:spPr>
        <p:txBody>
          <a:bodyPr wrap="square" rtlCol="0">
            <a:spAutoFit/>
          </a:bodyPr>
          <a:lstStyle/>
          <a:p>
            <a:pPr algn="ctr"/>
            <a:r>
              <a:rPr lang="en-US" sz="900" dirty="0"/>
              <a:t>42</a:t>
            </a:r>
          </a:p>
        </p:txBody>
      </p:sp>
      <p:sp>
        <p:nvSpPr>
          <p:cNvPr id="20" name="TextBox 19">
            <a:extLst>
              <a:ext uri="{FF2B5EF4-FFF2-40B4-BE49-F238E27FC236}">
                <a16:creationId xmlns:a16="http://schemas.microsoft.com/office/drawing/2014/main" id="{0118631F-E249-F3D7-E88C-FC4F5CF0BF9B}"/>
              </a:ext>
            </a:extLst>
          </p:cNvPr>
          <p:cNvSpPr txBox="1"/>
          <p:nvPr/>
        </p:nvSpPr>
        <p:spPr>
          <a:xfrm>
            <a:off x="4645378" y="1903821"/>
            <a:ext cx="570089" cy="230832"/>
          </a:xfrm>
          <a:prstGeom prst="rect">
            <a:avLst/>
          </a:prstGeom>
          <a:noFill/>
        </p:spPr>
        <p:txBody>
          <a:bodyPr wrap="square" rtlCol="0">
            <a:spAutoFit/>
          </a:bodyPr>
          <a:lstStyle/>
          <a:p>
            <a:pPr algn="ctr"/>
            <a:r>
              <a:rPr lang="en-US" sz="900" dirty="0"/>
              <a:t>45</a:t>
            </a:r>
          </a:p>
        </p:txBody>
      </p:sp>
      <p:sp>
        <p:nvSpPr>
          <p:cNvPr id="23" name="TextBox 22">
            <a:extLst>
              <a:ext uri="{FF2B5EF4-FFF2-40B4-BE49-F238E27FC236}">
                <a16:creationId xmlns:a16="http://schemas.microsoft.com/office/drawing/2014/main" id="{4872C9D3-57CB-32AE-DB49-79862904380C}"/>
              </a:ext>
            </a:extLst>
          </p:cNvPr>
          <p:cNvSpPr txBox="1"/>
          <p:nvPr/>
        </p:nvSpPr>
        <p:spPr>
          <a:xfrm>
            <a:off x="6214537" y="721216"/>
            <a:ext cx="462845" cy="584775"/>
          </a:xfrm>
          <a:prstGeom prst="rect">
            <a:avLst/>
          </a:prstGeom>
          <a:noFill/>
        </p:spPr>
        <p:txBody>
          <a:bodyPr wrap="square" rtlCol="0">
            <a:spAutoFit/>
          </a:bodyPr>
          <a:lstStyle/>
          <a:p>
            <a:pPr algn="ctr"/>
            <a:r>
              <a:rPr lang="en-US" sz="3200" dirty="0"/>
              <a:t>2</a:t>
            </a:r>
          </a:p>
        </p:txBody>
      </p:sp>
      <p:sp>
        <p:nvSpPr>
          <p:cNvPr id="24" name="TextBox 23">
            <a:extLst>
              <a:ext uri="{FF2B5EF4-FFF2-40B4-BE49-F238E27FC236}">
                <a16:creationId xmlns:a16="http://schemas.microsoft.com/office/drawing/2014/main" id="{C7891C4E-7570-B503-B5BF-6027CBC17814}"/>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0E8D352E-6D27-4BF6-86BB-68CC9E98E103}"/>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6EE25392-A552-D851-703C-0CEBC6F1EAF5}"/>
              </a:ext>
            </a:extLst>
          </p:cNvPr>
          <p:cNvSpPr txBox="1"/>
          <p:nvPr/>
        </p:nvSpPr>
        <p:spPr>
          <a:xfrm>
            <a:off x="6654802" y="771301"/>
            <a:ext cx="570089" cy="230832"/>
          </a:xfrm>
          <a:prstGeom prst="rect">
            <a:avLst/>
          </a:prstGeom>
          <a:noFill/>
        </p:spPr>
        <p:txBody>
          <a:bodyPr wrap="square" rtlCol="0">
            <a:spAutoFit/>
          </a:bodyPr>
          <a:lstStyle/>
          <a:p>
            <a:pPr algn="ctr"/>
            <a:r>
              <a:rPr lang="en-US" sz="900" dirty="0"/>
              <a:t>97</a:t>
            </a:r>
          </a:p>
        </p:txBody>
      </p:sp>
      <p:sp>
        <p:nvSpPr>
          <p:cNvPr id="26" name="TextBox 25">
            <a:extLst>
              <a:ext uri="{FF2B5EF4-FFF2-40B4-BE49-F238E27FC236}">
                <a16:creationId xmlns:a16="http://schemas.microsoft.com/office/drawing/2014/main" id="{23516433-16A1-96D2-D533-63CB7372DDE3}"/>
              </a:ext>
            </a:extLst>
          </p:cNvPr>
          <p:cNvSpPr txBox="1"/>
          <p:nvPr/>
        </p:nvSpPr>
        <p:spPr>
          <a:xfrm>
            <a:off x="6654802" y="1402877"/>
            <a:ext cx="570089" cy="230832"/>
          </a:xfrm>
          <a:prstGeom prst="rect">
            <a:avLst/>
          </a:prstGeom>
          <a:noFill/>
        </p:spPr>
        <p:txBody>
          <a:bodyPr wrap="square" rtlCol="0">
            <a:spAutoFit/>
          </a:bodyPr>
          <a:lstStyle/>
          <a:p>
            <a:pPr algn="ctr"/>
            <a:r>
              <a:rPr lang="en-US" sz="900" dirty="0"/>
              <a:t>34579</a:t>
            </a:r>
          </a:p>
        </p:txBody>
      </p:sp>
      <p:sp>
        <p:nvSpPr>
          <p:cNvPr id="27" name="TextBox 26">
            <a:extLst>
              <a:ext uri="{FF2B5EF4-FFF2-40B4-BE49-F238E27FC236}">
                <a16:creationId xmlns:a16="http://schemas.microsoft.com/office/drawing/2014/main" id="{6E91AF07-32F7-819F-91BF-2B4A410C6DBA}"/>
              </a:ext>
            </a:extLst>
          </p:cNvPr>
          <p:cNvSpPr txBox="1"/>
          <p:nvPr/>
        </p:nvSpPr>
        <p:spPr>
          <a:xfrm>
            <a:off x="7157158" y="1402877"/>
            <a:ext cx="570089" cy="230832"/>
          </a:xfrm>
          <a:prstGeom prst="rect">
            <a:avLst/>
          </a:prstGeom>
          <a:noFill/>
        </p:spPr>
        <p:txBody>
          <a:bodyPr wrap="square" rtlCol="0">
            <a:spAutoFit/>
          </a:bodyPr>
          <a:lstStyle/>
          <a:p>
            <a:pPr algn="ctr"/>
            <a:r>
              <a:rPr lang="en-US" sz="900" dirty="0"/>
              <a:t>4579</a:t>
            </a:r>
          </a:p>
        </p:txBody>
      </p:sp>
      <p:sp>
        <p:nvSpPr>
          <p:cNvPr id="28" name="TextBox 27">
            <a:extLst>
              <a:ext uri="{FF2B5EF4-FFF2-40B4-BE49-F238E27FC236}">
                <a16:creationId xmlns:a16="http://schemas.microsoft.com/office/drawing/2014/main" id="{F3471D13-1C86-5BEA-4C06-B434E5479F8E}"/>
              </a:ext>
            </a:extLst>
          </p:cNvPr>
          <p:cNvSpPr txBox="1"/>
          <p:nvPr/>
        </p:nvSpPr>
        <p:spPr>
          <a:xfrm>
            <a:off x="6654802" y="2034453"/>
            <a:ext cx="570089" cy="230832"/>
          </a:xfrm>
          <a:prstGeom prst="rect">
            <a:avLst/>
          </a:prstGeom>
          <a:noFill/>
        </p:spPr>
        <p:txBody>
          <a:bodyPr wrap="square" rtlCol="0">
            <a:spAutoFit/>
          </a:bodyPr>
          <a:lstStyle/>
          <a:p>
            <a:pPr algn="ctr"/>
            <a:r>
              <a:rPr lang="en-US" sz="900" dirty="0"/>
              <a:t>345</a:t>
            </a:r>
          </a:p>
        </p:txBody>
      </p:sp>
      <p:sp>
        <p:nvSpPr>
          <p:cNvPr id="29" name="TextBox 28">
            <a:extLst>
              <a:ext uri="{FF2B5EF4-FFF2-40B4-BE49-F238E27FC236}">
                <a16:creationId xmlns:a16="http://schemas.microsoft.com/office/drawing/2014/main" id="{D7506C87-3D83-5C73-332E-213BF6E97766}"/>
              </a:ext>
            </a:extLst>
          </p:cNvPr>
          <p:cNvSpPr txBox="1"/>
          <p:nvPr/>
        </p:nvSpPr>
        <p:spPr>
          <a:xfrm>
            <a:off x="7157158" y="2034453"/>
            <a:ext cx="570089" cy="230832"/>
          </a:xfrm>
          <a:prstGeom prst="rect">
            <a:avLst/>
          </a:prstGeom>
          <a:noFill/>
        </p:spPr>
        <p:txBody>
          <a:bodyPr wrap="square" rtlCol="0">
            <a:spAutoFit/>
          </a:bodyPr>
          <a:lstStyle/>
          <a:p>
            <a:pPr algn="ctr"/>
            <a:r>
              <a:rPr lang="en-US" sz="900" dirty="0"/>
              <a:t>45</a:t>
            </a:r>
          </a:p>
        </p:txBody>
      </p:sp>
      <p:sp>
        <p:nvSpPr>
          <p:cNvPr id="30" name="TextBox 29">
            <a:extLst>
              <a:ext uri="{FF2B5EF4-FFF2-40B4-BE49-F238E27FC236}">
                <a16:creationId xmlns:a16="http://schemas.microsoft.com/office/drawing/2014/main" id="{58F20A92-88CE-3806-1796-DA870FFFCB1C}"/>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1C535980-D818-660D-0BF2-94B09955ED24}"/>
              </a:ext>
            </a:extLst>
          </p:cNvPr>
          <p:cNvSpPr txBox="1"/>
          <p:nvPr/>
        </p:nvSpPr>
        <p:spPr>
          <a:xfrm>
            <a:off x="3217333" y="721216"/>
            <a:ext cx="462845" cy="584775"/>
          </a:xfrm>
          <a:prstGeom prst="rect">
            <a:avLst/>
          </a:prstGeom>
          <a:noFill/>
        </p:spPr>
        <p:txBody>
          <a:bodyPr wrap="square" rtlCol="0">
            <a:spAutoFit/>
          </a:bodyPr>
          <a:lstStyle/>
          <a:p>
            <a:pPr algn="ctr"/>
            <a:r>
              <a:rPr lang="en-US" sz="3200" dirty="0"/>
              <a:t>4</a:t>
            </a:r>
          </a:p>
        </p:txBody>
      </p:sp>
      <p:sp>
        <p:nvSpPr>
          <p:cNvPr id="32" name="TextBox 31">
            <a:extLst>
              <a:ext uri="{FF2B5EF4-FFF2-40B4-BE49-F238E27FC236}">
                <a16:creationId xmlns:a16="http://schemas.microsoft.com/office/drawing/2014/main" id="{052506AB-02FE-77AD-6CA4-20637A2801AC}"/>
              </a:ext>
            </a:extLst>
          </p:cNvPr>
          <p:cNvSpPr txBox="1"/>
          <p:nvPr/>
        </p:nvSpPr>
        <p:spPr>
          <a:xfrm>
            <a:off x="3138310" y="1402877"/>
            <a:ext cx="570089" cy="230832"/>
          </a:xfrm>
          <a:prstGeom prst="rect">
            <a:avLst/>
          </a:prstGeom>
          <a:noFill/>
        </p:spPr>
        <p:txBody>
          <a:bodyPr wrap="square" rtlCol="0">
            <a:spAutoFit/>
          </a:bodyPr>
          <a:lstStyle/>
          <a:p>
            <a:pPr algn="ctr"/>
            <a:r>
              <a:rPr lang="en-US" sz="900" dirty="0"/>
              <a:t>89</a:t>
            </a:r>
          </a:p>
        </p:txBody>
      </p:sp>
      <p:sp>
        <p:nvSpPr>
          <p:cNvPr id="34" name="TextBox 33">
            <a:extLst>
              <a:ext uri="{FF2B5EF4-FFF2-40B4-BE49-F238E27FC236}">
                <a16:creationId xmlns:a16="http://schemas.microsoft.com/office/drawing/2014/main" id="{11777C50-8A2D-1A51-ADE1-D33F757C557A}"/>
              </a:ext>
            </a:extLst>
          </p:cNvPr>
          <p:cNvSpPr txBox="1"/>
          <p:nvPr/>
        </p:nvSpPr>
        <p:spPr>
          <a:xfrm>
            <a:off x="3138310" y="2034453"/>
            <a:ext cx="570089" cy="230832"/>
          </a:xfrm>
          <a:prstGeom prst="rect">
            <a:avLst/>
          </a:prstGeom>
          <a:noFill/>
        </p:spPr>
        <p:txBody>
          <a:bodyPr wrap="square" rtlCol="0">
            <a:spAutoFit/>
          </a:bodyPr>
          <a:lstStyle/>
          <a:p>
            <a:pPr algn="ctr"/>
            <a:r>
              <a:rPr lang="en-US" sz="900" dirty="0"/>
              <a:t>98</a:t>
            </a:r>
          </a:p>
        </p:txBody>
      </p:sp>
      <p:sp>
        <p:nvSpPr>
          <p:cNvPr id="35" name="TextBox 34">
            <a:extLst>
              <a:ext uri="{FF2B5EF4-FFF2-40B4-BE49-F238E27FC236}">
                <a16:creationId xmlns:a16="http://schemas.microsoft.com/office/drawing/2014/main" id="{64F6E960-E3F2-F6C2-9EA3-6772DAEBD110}"/>
              </a:ext>
            </a:extLst>
          </p:cNvPr>
          <p:cNvSpPr txBox="1"/>
          <p:nvPr/>
        </p:nvSpPr>
        <p:spPr>
          <a:xfrm>
            <a:off x="4216401" y="1224551"/>
            <a:ext cx="462845" cy="584775"/>
          </a:xfrm>
          <a:prstGeom prst="rect">
            <a:avLst/>
          </a:prstGeom>
          <a:noFill/>
        </p:spPr>
        <p:txBody>
          <a:bodyPr wrap="square" rtlCol="0">
            <a:spAutoFit/>
          </a:bodyPr>
          <a:lstStyle/>
          <a:p>
            <a:pPr algn="ctr"/>
            <a:r>
              <a:rPr lang="en-US" sz="3200" dirty="0"/>
              <a:t>1</a:t>
            </a:r>
          </a:p>
        </p:txBody>
      </p:sp>
      <p:sp>
        <p:nvSpPr>
          <p:cNvPr id="36" name="TextBox 35">
            <a:extLst>
              <a:ext uri="{FF2B5EF4-FFF2-40B4-BE49-F238E27FC236}">
                <a16:creationId xmlns:a16="http://schemas.microsoft.com/office/drawing/2014/main" id="{D9CB98A1-33EF-64FE-AC9B-686480AC4E62}"/>
              </a:ext>
            </a:extLst>
          </p:cNvPr>
          <p:cNvSpPr txBox="1"/>
          <p:nvPr/>
        </p:nvSpPr>
        <p:spPr>
          <a:xfrm>
            <a:off x="5215469" y="721216"/>
            <a:ext cx="462845" cy="584775"/>
          </a:xfrm>
          <a:prstGeom prst="rect">
            <a:avLst/>
          </a:prstGeom>
          <a:noFill/>
        </p:spPr>
        <p:txBody>
          <a:bodyPr wrap="square" rtlCol="0">
            <a:spAutoFit/>
          </a:bodyPr>
          <a:lstStyle/>
          <a:p>
            <a:pPr algn="ctr"/>
            <a:r>
              <a:rPr lang="en-US" sz="3200" dirty="0"/>
              <a:t>1</a:t>
            </a:r>
          </a:p>
        </p:txBody>
      </p:sp>
      <p:sp>
        <p:nvSpPr>
          <p:cNvPr id="37" name="TextBox 36">
            <a:extLst>
              <a:ext uri="{FF2B5EF4-FFF2-40B4-BE49-F238E27FC236}">
                <a16:creationId xmlns:a16="http://schemas.microsoft.com/office/drawing/2014/main" id="{7DBF5E20-5799-9410-46DB-F52E98C774D1}"/>
              </a:ext>
            </a:extLst>
          </p:cNvPr>
          <p:cNvSpPr txBox="1"/>
          <p:nvPr/>
        </p:nvSpPr>
        <p:spPr>
          <a:xfrm>
            <a:off x="3640666" y="901933"/>
            <a:ext cx="570089" cy="230832"/>
          </a:xfrm>
          <a:prstGeom prst="rect">
            <a:avLst/>
          </a:prstGeom>
          <a:noFill/>
        </p:spPr>
        <p:txBody>
          <a:bodyPr wrap="square" rtlCol="0">
            <a:spAutoFit/>
          </a:bodyPr>
          <a:lstStyle/>
          <a:p>
            <a:pPr algn="ctr"/>
            <a:r>
              <a:rPr lang="en-US" sz="900" dirty="0"/>
              <a:t>35</a:t>
            </a:r>
          </a:p>
        </p:txBody>
      </p:sp>
      <p:sp>
        <p:nvSpPr>
          <p:cNvPr id="39" name="TextBox 38">
            <a:extLst>
              <a:ext uri="{FF2B5EF4-FFF2-40B4-BE49-F238E27FC236}">
                <a16:creationId xmlns:a16="http://schemas.microsoft.com/office/drawing/2014/main" id="{A4FA78A3-0E1C-D84D-241B-A1309781D9E2}"/>
              </a:ext>
            </a:extLst>
          </p:cNvPr>
          <p:cNvSpPr txBox="1"/>
          <p:nvPr/>
        </p:nvSpPr>
        <p:spPr>
          <a:xfrm>
            <a:off x="3640666" y="1402877"/>
            <a:ext cx="570089" cy="230832"/>
          </a:xfrm>
          <a:prstGeom prst="rect">
            <a:avLst/>
          </a:prstGeom>
          <a:noFill/>
        </p:spPr>
        <p:txBody>
          <a:bodyPr wrap="square" rtlCol="0">
            <a:spAutoFit/>
          </a:bodyPr>
          <a:lstStyle/>
          <a:p>
            <a:pPr algn="ctr"/>
            <a:r>
              <a:rPr lang="en-US" sz="900" dirty="0"/>
              <a:t>53</a:t>
            </a:r>
          </a:p>
        </p:txBody>
      </p:sp>
      <p:sp>
        <p:nvSpPr>
          <p:cNvPr id="40" name="TextBox 39">
            <a:extLst>
              <a:ext uri="{FF2B5EF4-FFF2-40B4-BE49-F238E27FC236}">
                <a16:creationId xmlns:a16="http://schemas.microsoft.com/office/drawing/2014/main" id="{A832B1B3-298F-524E-F732-2AF0D952E086}"/>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41" name="TextBox 40">
            <a:extLst>
              <a:ext uri="{FF2B5EF4-FFF2-40B4-BE49-F238E27FC236}">
                <a16:creationId xmlns:a16="http://schemas.microsoft.com/office/drawing/2014/main" id="{FCC425F2-ED1C-5B33-975D-F46200ACD412}"/>
              </a:ext>
            </a:extLst>
          </p:cNvPr>
          <p:cNvSpPr txBox="1"/>
          <p:nvPr/>
        </p:nvSpPr>
        <p:spPr>
          <a:xfrm>
            <a:off x="4645378" y="771301"/>
            <a:ext cx="570089" cy="230832"/>
          </a:xfrm>
          <a:prstGeom prst="rect">
            <a:avLst/>
          </a:prstGeom>
          <a:noFill/>
        </p:spPr>
        <p:txBody>
          <a:bodyPr wrap="square" rtlCol="0">
            <a:spAutoFit/>
          </a:bodyPr>
          <a:lstStyle/>
          <a:p>
            <a:pPr algn="ctr"/>
            <a:r>
              <a:rPr lang="en-US" sz="900" dirty="0"/>
              <a:t>79</a:t>
            </a:r>
          </a:p>
        </p:txBody>
      </p:sp>
      <p:sp>
        <p:nvSpPr>
          <p:cNvPr id="38" name="TextBox 37">
            <a:extLst>
              <a:ext uri="{FF2B5EF4-FFF2-40B4-BE49-F238E27FC236}">
                <a16:creationId xmlns:a16="http://schemas.microsoft.com/office/drawing/2014/main" id="{5DA39580-1607-7E80-7D87-1769896DFC24}"/>
              </a:ext>
            </a:extLst>
          </p:cNvPr>
          <p:cNvSpPr txBox="1"/>
          <p:nvPr/>
        </p:nvSpPr>
        <p:spPr>
          <a:xfrm>
            <a:off x="5650090" y="901933"/>
            <a:ext cx="570089" cy="230832"/>
          </a:xfrm>
          <a:prstGeom prst="rect">
            <a:avLst/>
          </a:prstGeom>
          <a:noFill/>
        </p:spPr>
        <p:txBody>
          <a:bodyPr wrap="square" rtlCol="0">
            <a:spAutoFit/>
          </a:bodyPr>
          <a:lstStyle/>
          <a:p>
            <a:pPr algn="ctr"/>
            <a:r>
              <a:rPr lang="en-US" sz="900" dirty="0"/>
              <a:t>53</a:t>
            </a:r>
          </a:p>
        </p:txBody>
      </p:sp>
      <p:sp>
        <p:nvSpPr>
          <p:cNvPr id="42" name="TextBox 41">
            <a:extLst>
              <a:ext uri="{FF2B5EF4-FFF2-40B4-BE49-F238E27FC236}">
                <a16:creationId xmlns:a16="http://schemas.microsoft.com/office/drawing/2014/main" id="{8590DE55-784A-F08A-DE09-C65DB4EA8623}"/>
              </a:ext>
            </a:extLst>
          </p:cNvPr>
          <p:cNvSpPr txBox="1"/>
          <p:nvPr/>
        </p:nvSpPr>
        <p:spPr>
          <a:xfrm>
            <a:off x="5715003" y="1224551"/>
            <a:ext cx="462845" cy="584775"/>
          </a:xfrm>
          <a:prstGeom prst="rect">
            <a:avLst/>
          </a:prstGeom>
          <a:noFill/>
        </p:spPr>
        <p:txBody>
          <a:bodyPr wrap="square" rtlCol="0">
            <a:spAutoFit/>
          </a:bodyPr>
          <a:lstStyle/>
          <a:p>
            <a:pPr algn="ctr"/>
            <a:r>
              <a:rPr lang="en-US" sz="3200" dirty="0"/>
              <a:t>2</a:t>
            </a:r>
          </a:p>
        </p:txBody>
      </p:sp>
      <p:sp>
        <p:nvSpPr>
          <p:cNvPr id="43" name="TextBox 42">
            <a:extLst>
              <a:ext uri="{FF2B5EF4-FFF2-40B4-BE49-F238E27FC236}">
                <a16:creationId xmlns:a16="http://schemas.microsoft.com/office/drawing/2014/main" id="{E75B952D-92B8-D37E-E2E8-49D6AC926BCC}"/>
              </a:ext>
            </a:extLst>
          </p:cNvPr>
          <p:cNvSpPr txBox="1"/>
          <p:nvPr/>
        </p:nvSpPr>
        <p:spPr>
          <a:xfrm>
            <a:off x="4645378" y="1533509"/>
            <a:ext cx="570089" cy="230832"/>
          </a:xfrm>
          <a:prstGeom prst="rect">
            <a:avLst/>
          </a:prstGeom>
          <a:noFill/>
        </p:spPr>
        <p:txBody>
          <a:bodyPr wrap="square" rtlCol="0">
            <a:spAutoFit/>
          </a:bodyPr>
          <a:lstStyle/>
          <a:p>
            <a:pPr algn="ctr"/>
            <a:r>
              <a:rPr lang="en-US" sz="900" dirty="0"/>
              <a:t>345789</a:t>
            </a:r>
          </a:p>
        </p:txBody>
      </p:sp>
      <p:sp>
        <p:nvSpPr>
          <p:cNvPr id="44" name="TextBox 43">
            <a:extLst>
              <a:ext uri="{FF2B5EF4-FFF2-40B4-BE49-F238E27FC236}">
                <a16:creationId xmlns:a16="http://schemas.microsoft.com/office/drawing/2014/main" id="{7A3F191D-C4CC-625C-6457-17B7CC17724D}"/>
              </a:ext>
            </a:extLst>
          </p:cNvPr>
          <p:cNvSpPr txBox="1"/>
          <p:nvPr/>
        </p:nvSpPr>
        <p:spPr>
          <a:xfrm>
            <a:off x="5147734" y="1533509"/>
            <a:ext cx="570089" cy="230832"/>
          </a:xfrm>
          <a:prstGeom prst="rect">
            <a:avLst/>
          </a:prstGeom>
          <a:noFill/>
        </p:spPr>
        <p:txBody>
          <a:bodyPr wrap="square" rtlCol="0">
            <a:spAutoFit/>
          </a:bodyPr>
          <a:lstStyle/>
          <a:p>
            <a:pPr algn="ctr"/>
            <a:r>
              <a:rPr lang="en-US" sz="900" dirty="0"/>
              <a:t>987543</a:t>
            </a:r>
          </a:p>
        </p:txBody>
      </p:sp>
      <p:sp>
        <p:nvSpPr>
          <p:cNvPr id="45" name="TextBox 44">
            <a:extLst>
              <a:ext uri="{FF2B5EF4-FFF2-40B4-BE49-F238E27FC236}">
                <a16:creationId xmlns:a16="http://schemas.microsoft.com/office/drawing/2014/main" id="{D03B5360-6919-3DF5-9169-01BBBAAE8705}"/>
              </a:ext>
            </a:extLst>
          </p:cNvPr>
          <p:cNvSpPr txBox="1"/>
          <p:nvPr/>
        </p:nvSpPr>
        <p:spPr>
          <a:xfrm>
            <a:off x="5147734" y="2905709"/>
            <a:ext cx="570089" cy="230832"/>
          </a:xfrm>
          <a:prstGeom prst="rect">
            <a:avLst/>
          </a:prstGeom>
          <a:noFill/>
        </p:spPr>
        <p:txBody>
          <a:bodyPr wrap="square" rtlCol="0">
            <a:spAutoFit/>
          </a:bodyPr>
          <a:lstStyle/>
          <a:p>
            <a:pPr algn="ctr"/>
            <a:r>
              <a:rPr lang="en-US" sz="900" dirty="0"/>
              <a:t>24</a:t>
            </a:r>
          </a:p>
        </p:txBody>
      </p:sp>
      <p:sp>
        <p:nvSpPr>
          <p:cNvPr id="46" name="TextBox 45">
            <a:extLst>
              <a:ext uri="{FF2B5EF4-FFF2-40B4-BE49-F238E27FC236}">
                <a16:creationId xmlns:a16="http://schemas.microsoft.com/office/drawing/2014/main" id="{B0A99154-AA74-3AD7-4D0C-19E6335787FD}"/>
              </a:ext>
            </a:extLst>
          </p:cNvPr>
          <p:cNvSpPr txBox="1"/>
          <p:nvPr/>
        </p:nvSpPr>
        <p:spPr>
          <a:xfrm>
            <a:off x="3640666" y="3406653"/>
            <a:ext cx="570089" cy="230832"/>
          </a:xfrm>
          <a:prstGeom prst="rect">
            <a:avLst/>
          </a:prstGeom>
          <a:solidFill>
            <a:schemeClr val="accent6">
              <a:lumMod val="20000"/>
              <a:lumOff val="80000"/>
            </a:schemeClr>
          </a:solidFill>
        </p:spPr>
        <p:txBody>
          <a:bodyPr wrap="square" rtlCol="0">
            <a:spAutoFit/>
          </a:bodyPr>
          <a:lstStyle/>
          <a:p>
            <a:pPr algn="ctr"/>
            <a:r>
              <a:rPr lang="en-US" sz="900" dirty="0"/>
              <a:t>42</a:t>
            </a:r>
          </a:p>
        </p:txBody>
      </p:sp>
      <p:sp>
        <p:nvSpPr>
          <p:cNvPr id="47" name="TextBox 46">
            <a:extLst>
              <a:ext uri="{FF2B5EF4-FFF2-40B4-BE49-F238E27FC236}">
                <a16:creationId xmlns:a16="http://schemas.microsoft.com/office/drawing/2014/main" id="{E0743861-7023-39D3-BC6C-5C291175388D}"/>
              </a:ext>
            </a:extLst>
          </p:cNvPr>
          <p:cNvSpPr txBox="1"/>
          <p:nvPr/>
        </p:nvSpPr>
        <p:spPr>
          <a:xfrm>
            <a:off x="4143022" y="3537285"/>
            <a:ext cx="570089" cy="230832"/>
          </a:xfrm>
          <a:prstGeom prst="rect">
            <a:avLst/>
          </a:prstGeom>
          <a:noFill/>
        </p:spPr>
        <p:txBody>
          <a:bodyPr wrap="square" rtlCol="0">
            <a:spAutoFit/>
          </a:bodyPr>
          <a:lstStyle/>
          <a:p>
            <a:pPr algn="ctr"/>
            <a:r>
              <a:rPr lang="en-US" sz="900" dirty="0"/>
              <a:t>98</a:t>
            </a:r>
          </a:p>
        </p:txBody>
      </p:sp>
      <p:sp>
        <p:nvSpPr>
          <p:cNvPr id="48" name="TextBox 47">
            <a:extLst>
              <a:ext uri="{FF2B5EF4-FFF2-40B4-BE49-F238E27FC236}">
                <a16:creationId xmlns:a16="http://schemas.microsoft.com/office/drawing/2014/main" id="{66872440-57E0-D980-E94C-5F971145D139}"/>
              </a:ext>
            </a:extLst>
          </p:cNvPr>
          <p:cNvSpPr txBox="1"/>
          <p:nvPr/>
        </p:nvSpPr>
        <p:spPr>
          <a:xfrm>
            <a:off x="4645378" y="3537285"/>
            <a:ext cx="570089" cy="230832"/>
          </a:xfrm>
          <a:prstGeom prst="rect">
            <a:avLst/>
          </a:prstGeom>
          <a:noFill/>
        </p:spPr>
        <p:txBody>
          <a:bodyPr wrap="square" rtlCol="0">
            <a:spAutoFit/>
          </a:bodyPr>
          <a:lstStyle/>
          <a:p>
            <a:pPr algn="ctr"/>
            <a:r>
              <a:rPr lang="en-US" sz="900" dirty="0"/>
              <a:t>5789</a:t>
            </a:r>
          </a:p>
        </p:txBody>
      </p:sp>
      <p:sp>
        <p:nvSpPr>
          <p:cNvPr id="49" name="TextBox 48">
            <a:extLst>
              <a:ext uri="{FF2B5EF4-FFF2-40B4-BE49-F238E27FC236}">
                <a16:creationId xmlns:a16="http://schemas.microsoft.com/office/drawing/2014/main" id="{CE15AEA1-4AE9-E551-7517-5E8018CDCD86}"/>
              </a:ext>
            </a:extLst>
          </p:cNvPr>
          <p:cNvSpPr txBox="1"/>
          <p:nvPr/>
        </p:nvSpPr>
        <p:spPr>
          <a:xfrm>
            <a:off x="5147734" y="3537285"/>
            <a:ext cx="570089" cy="230832"/>
          </a:xfrm>
          <a:prstGeom prst="rect">
            <a:avLst/>
          </a:prstGeom>
          <a:noFill/>
        </p:spPr>
        <p:txBody>
          <a:bodyPr wrap="square" rtlCol="0">
            <a:spAutoFit/>
          </a:bodyPr>
          <a:lstStyle/>
          <a:p>
            <a:pPr algn="ctr"/>
            <a:r>
              <a:rPr lang="en-US" sz="900" dirty="0"/>
              <a:t>5789</a:t>
            </a:r>
          </a:p>
        </p:txBody>
      </p:sp>
      <p:sp>
        <p:nvSpPr>
          <p:cNvPr id="50" name="TextBox 49">
            <a:extLst>
              <a:ext uri="{FF2B5EF4-FFF2-40B4-BE49-F238E27FC236}">
                <a16:creationId xmlns:a16="http://schemas.microsoft.com/office/drawing/2014/main" id="{25F09009-593D-C70F-0A12-A67A2217DAD4}"/>
              </a:ext>
            </a:extLst>
          </p:cNvPr>
          <p:cNvSpPr txBox="1"/>
          <p:nvPr/>
        </p:nvSpPr>
        <p:spPr>
          <a:xfrm>
            <a:off x="4143022" y="2905709"/>
            <a:ext cx="570089" cy="230832"/>
          </a:xfrm>
          <a:prstGeom prst="rect">
            <a:avLst/>
          </a:prstGeom>
          <a:solidFill>
            <a:schemeClr val="accent6">
              <a:lumMod val="20000"/>
              <a:lumOff val="80000"/>
            </a:schemeClr>
          </a:solidFill>
        </p:spPr>
        <p:txBody>
          <a:bodyPr wrap="square" rtlCol="0">
            <a:spAutoFit/>
          </a:bodyPr>
          <a:lstStyle/>
          <a:p>
            <a:pPr algn="ctr"/>
            <a:r>
              <a:rPr lang="en-US" sz="900" dirty="0"/>
              <a:t>54</a:t>
            </a:r>
          </a:p>
        </p:txBody>
      </p:sp>
      <p:sp>
        <p:nvSpPr>
          <p:cNvPr id="51" name="TextBox 50">
            <a:extLst>
              <a:ext uri="{FF2B5EF4-FFF2-40B4-BE49-F238E27FC236}">
                <a16:creationId xmlns:a16="http://schemas.microsoft.com/office/drawing/2014/main" id="{0FC9DEE7-8D1A-4081-CBFA-F1C959AE3250}"/>
              </a:ext>
            </a:extLst>
          </p:cNvPr>
          <p:cNvSpPr txBox="1"/>
          <p:nvPr/>
        </p:nvSpPr>
        <p:spPr>
          <a:xfrm>
            <a:off x="5215469" y="2231221"/>
            <a:ext cx="462845" cy="584775"/>
          </a:xfrm>
          <a:prstGeom prst="rect">
            <a:avLst/>
          </a:prstGeom>
          <a:noFill/>
        </p:spPr>
        <p:txBody>
          <a:bodyPr wrap="square" rtlCol="0">
            <a:spAutoFit/>
          </a:bodyPr>
          <a:lstStyle/>
          <a:p>
            <a:pPr algn="ctr"/>
            <a:r>
              <a:rPr lang="en-US" sz="3200" dirty="0"/>
              <a:t>6</a:t>
            </a:r>
          </a:p>
        </p:txBody>
      </p:sp>
      <p:sp>
        <p:nvSpPr>
          <p:cNvPr id="15" name="TextBox 14">
            <a:extLst>
              <a:ext uri="{FF2B5EF4-FFF2-40B4-BE49-F238E27FC236}">
                <a16:creationId xmlns:a16="http://schemas.microsoft.com/office/drawing/2014/main" id="{0DA57940-E086-3A46-9096-69076683BAE5}"/>
              </a:ext>
            </a:extLst>
          </p:cNvPr>
          <p:cNvSpPr txBox="1"/>
          <p:nvPr/>
        </p:nvSpPr>
        <p:spPr>
          <a:xfrm>
            <a:off x="3217333" y="2734556"/>
            <a:ext cx="462845" cy="584775"/>
          </a:xfrm>
          <a:prstGeom prst="rect">
            <a:avLst/>
          </a:prstGeom>
          <a:noFill/>
        </p:spPr>
        <p:txBody>
          <a:bodyPr wrap="square" rtlCol="0">
            <a:spAutoFit/>
          </a:bodyPr>
          <a:lstStyle/>
          <a:p>
            <a:pPr algn="ctr"/>
            <a:r>
              <a:rPr lang="en-US" sz="3200" dirty="0"/>
              <a:t>7</a:t>
            </a:r>
          </a:p>
        </p:txBody>
      </p:sp>
      <p:sp>
        <p:nvSpPr>
          <p:cNvPr id="52" name="TextBox 51">
            <a:extLst>
              <a:ext uri="{FF2B5EF4-FFF2-40B4-BE49-F238E27FC236}">
                <a16:creationId xmlns:a16="http://schemas.microsoft.com/office/drawing/2014/main" id="{24E60B7F-0AAF-6CDC-8EEA-F1148688B0FB}"/>
              </a:ext>
            </a:extLst>
          </p:cNvPr>
          <p:cNvSpPr txBox="1"/>
          <p:nvPr/>
        </p:nvSpPr>
        <p:spPr>
          <a:xfrm>
            <a:off x="3716867" y="2734556"/>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DE5AC09D-5448-C9FF-461C-EC2DEA19B07C}"/>
              </a:ext>
            </a:extLst>
          </p:cNvPr>
          <p:cNvSpPr txBox="1"/>
          <p:nvPr/>
        </p:nvSpPr>
        <p:spPr>
          <a:xfrm>
            <a:off x="3716867" y="1727886"/>
            <a:ext cx="462845" cy="584775"/>
          </a:xfrm>
          <a:prstGeom prst="rect">
            <a:avLst/>
          </a:prstGeom>
          <a:noFill/>
        </p:spPr>
        <p:txBody>
          <a:bodyPr wrap="square" rtlCol="0">
            <a:spAutoFit/>
          </a:bodyPr>
          <a:lstStyle/>
          <a:p>
            <a:pPr algn="ctr"/>
            <a:r>
              <a:rPr lang="en-US" sz="3200" dirty="0"/>
              <a:t>7</a:t>
            </a:r>
          </a:p>
        </p:txBody>
      </p:sp>
      <p:sp>
        <p:nvSpPr>
          <p:cNvPr id="9" name="TextBox 8">
            <a:extLst>
              <a:ext uri="{FF2B5EF4-FFF2-40B4-BE49-F238E27FC236}">
                <a16:creationId xmlns:a16="http://schemas.microsoft.com/office/drawing/2014/main" id="{A2678A97-A14C-4284-6B65-1E23CF446A30}"/>
              </a:ext>
            </a:extLst>
          </p:cNvPr>
          <p:cNvSpPr txBox="1"/>
          <p:nvPr/>
        </p:nvSpPr>
        <p:spPr>
          <a:xfrm>
            <a:off x="3138310" y="3406653"/>
            <a:ext cx="570089" cy="230832"/>
          </a:xfrm>
          <a:prstGeom prst="rect">
            <a:avLst/>
          </a:prstGeom>
          <a:solidFill>
            <a:schemeClr val="accent6">
              <a:lumMod val="20000"/>
              <a:lumOff val="80000"/>
            </a:schemeClr>
          </a:solidFill>
        </p:spPr>
        <p:txBody>
          <a:bodyPr wrap="square" rtlCol="0">
            <a:spAutoFit/>
          </a:bodyPr>
          <a:lstStyle/>
          <a:p>
            <a:pPr algn="ctr"/>
            <a:r>
              <a:rPr lang="en-US" sz="900" dirty="0"/>
              <a:t>25</a:t>
            </a:r>
          </a:p>
        </p:txBody>
      </p:sp>
      <p:sp>
        <p:nvSpPr>
          <p:cNvPr id="33" name="TextBox 32">
            <a:extLst>
              <a:ext uri="{FF2B5EF4-FFF2-40B4-BE49-F238E27FC236}">
                <a16:creationId xmlns:a16="http://schemas.microsoft.com/office/drawing/2014/main" id="{E40BD8F5-F01A-3909-A2EA-C8D5BFACD778}"/>
              </a:ext>
            </a:extLst>
          </p:cNvPr>
          <p:cNvSpPr txBox="1"/>
          <p:nvPr/>
        </p:nvSpPr>
        <p:spPr>
          <a:xfrm>
            <a:off x="3138310" y="3907597"/>
            <a:ext cx="570089" cy="230832"/>
          </a:xfrm>
          <a:prstGeom prst="rect">
            <a:avLst/>
          </a:prstGeom>
          <a:noFill/>
        </p:spPr>
        <p:txBody>
          <a:bodyPr wrap="square" rtlCol="0">
            <a:spAutoFit/>
          </a:bodyPr>
          <a:lstStyle/>
          <a:p>
            <a:pPr algn="ctr"/>
            <a:r>
              <a:rPr lang="en-US" sz="900" dirty="0"/>
              <a:t>125</a:t>
            </a:r>
          </a:p>
        </p:txBody>
      </p:sp>
      <p:sp>
        <p:nvSpPr>
          <p:cNvPr id="53" name="TextBox 52">
            <a:extLst>
              <a:ext uri="{FF2B5EF4-FFF2-40B4-BE49-F238E27FC236}">
                <a16:creationId xmlns:a16="http://schemas.microsoft.com/office/drawing/2014/main" id="{9B108845-34B6-5CC2-CCC0-24E2B578E1E5}"/>
              </a:ext>
            </a:extLst>
          </p:cNvPr>
          <p:cNvSpPr txBox="1"/>
          <p:nvPr/>
        </p:nvSpPr>
        <p:spPr>
          <a:xfrm>
            <a:off x="3138310" y="4408541"/>
            <a:ext cx="570089" cy="230832"/>
          </a:xfrm>
          <a:prstGeom prst="rect">
            <a:avLst/>
          </a:prstGeom>
          <a:noFill/>
        </p:spPr>
        <p:txBody>
          <a:bodyPr wrap="square" rtlCol="0">
            <a:spAutoFit/>
          </a:bodyPr>
          <a:lstStyle/>
          <a:p>
            <a:pPr algn="ctr"/>
            <a:r>
              <a:rPr lang="en-US" sz="900" dirty="0"/>
              <a:t>125</a:t>
            </a:r>
          </a:p>
        </p:txBody>
      </p:sp>
      <p:sp>
        <p:nvSpPr>
          <p:cNvPr id="60" name="TextBox 59">
            <a:extLst>
              <a:ext uri="{FF2B5EF4-FFF2-40B4-BE49-F238E27FC236}">
                <a16:creationId xmlns:a16="http://schemas.microsoft.com/office/drawing/2014/main" id="{862FB8AA-151F-1F15-3C52-BFCAB259F1EC}"/>
              </a:ext>
            </a:extLst>
          </p:cNvPr>
          <p:cNvSpPr txBox="1"/>
          <p:nvPr/>
        </p:nvSpPr>
        <p:spPr>
          <a:xfrm>
            <a:off x="4645378" y="2905709"/>
            <a:ext cx="570089" cy="230832"/>
          </a:xfrm>
          <a:prstGeom prst="rect">
            <a:avLst/>
          </a:prstGeom>
          <a:noFill/>
        </p:spPr>
        <p:txBody>
          <a:bodyPr wrap="square" rtlCol="0">
            <a:spAutoFit/>
          </a:bodyPr>
          <a:lstStyle/>
          <a:p>
            <a:pPr algn="ctr"/>
            <a:r>
              <a:rPr lang="en-US" sz="900" dirty="0"/>
              <a:t>124589</a:t>
            </a:r>
          </a:p>
        </p:txBody>
      </p:sp>
      <p:sp>
        <p:nvSpPr>
          <p:cNvPr id="61" name="TextBox 60">
            <a:extLst>
              <a:ext uri="{FF2B5EF4-FFF2-40B4-BE49-F238E27FC236}">
                <a16:creationId xmlns:a16="http://schemas.microsoft.com/office/drawing/2014/main" id="{DEAD07B5-47A2-611B-779D-2DFABCF9D492}"/>
              </a:ext>
            </a:extLst>
          </p:cNvPr>
          <p:cNvSpPr txBox="1"/>
          <p:nvPr/>
        </p:nvSpPr>
        <p:spPr>
          <a:xfrm>
            <a:off x="5650090" y="2905709"/>
            <a:ext cx="570089" cy="230832"/>
          </a:xfrm>
          <a:prstGeom prst="rect">
            <a:avLst/>
          </a:prstGeom>
          <a:noFill/>
        </p:spPr>
        <p:txBody>
          <a:bodyPr wrap="square" rtlCol="0">
            <a:spAutoFit/>
          </a:bodyPr>
          <a:lstStyle/>
          <a:p>
            <a:pPr algn="ctr"/>
            <a:r>
              <a:rPr lang="en-US" sz="900" dirty="0"/>
              <a:t>14589</a:t>
            </a:r>
          </a:p>
        </p:txBody>
      </p:sp>
      <p:sp>
        <p:nvSpPr>
          <p:cNvPr id="62" name="TextBox 61">
            <a:extLst>
              <a:ext uri="{FF2B5EF4-FFF2-40B4-BE49-F238E27FC236}">
                <a16:creationId xmlns:a16="http://schemas.microsoft.com/office/drawing/2014/main" id="{89ED4560-4012-76D4-C96F-B2446869FE3F}"/>
              </a:ext>
            </a:extLst>
          </p:cNvPr>
          <p:cNvSpPr txBox="1"/>
          <p:nvPr/>
        </p:nvSpPr>
        <p:spPr>
          <a:xfrm>
            <a:off x="6654802" y="2905709"/>
            <a:ext cx="570089" cy="230832"/>
          </a:xfrm>
          <a:prstGeom prst="rect">
            <a:avLst/>
          </a:prstGeom>
          <a:noFill/>
        </p:spPr>
        <p:txBody>
          <a:bodyPr wrap="square" rtlCol="0">
            <a:spAutoFit/>
          </a:bodyPr>
          <a:lstStyle/>
          <a:p>
            <a:pPr algn="ctr"/>
            <a:r>
              <a:rPr lang="en-US" sz="900" dirty="0"/>
              <a:t>189</a:t>
            </a:r>
          </a:p>
        </p:txBody>
      </p:sp>
      <p:sp>
        <p:nvSpPr>
          <p:cNvPr id="63" name="TextBox 62">
            <a:extLst>
              <a:ext uri="{FF2B5EF4-FFF2-40B4-BE49-F238E27FC236}">
                <a16:creationId xmlns:a16="http://schemas.microsoft.com/office/drawing/2014/main" id="{164C4881-553A-10FD-EF3D-1F86B6B0D6D0}"/>
              </a:ext>
            </a:extLst>
          </p:cNvPr>
          <p:cNvSpPr txBox="1"/>
          <p:nvPr/>
        </p:nvSpPr>
        <p:spPr>
          <a:xfrm>
            <a:off x="7157158" y="2905709"/>
            <a:ext cx="570089" cy="230832"/>
          </a:xfrm>
          <a:prstGeom prst="rect">
            <a:avLst/>
          </a:prstGeom>
          <a:noFill/>
        </p:spPr>
        <p:txBody>
          <a:bodyPr wrap="square" rtlCol="0">
            <a:spAutoFit/>
          </a:bodyPr>
          <a:lstStyle/>
          <a:p>
            <a:pPr algn="ctr"/>
            <a:r>
              <a:rPr lang="en-US" sz="900" dirty="0"/>
              <a:t>19</a:t>
            </a:r>
          </a:p>
        </p:txBody>
      </p:sp>
      <p:sp>
        <p:nvSpPr>
          <p:cNvPr id="64" name="TextBox 63">
            <a:extLst>
              <a:ext uri="{FF2B5EF4-FFF2-40B4-BE49-F238E27FC236}">
                <a16:creationId xmlns:a16="http://schemas.microsoft.com/office/drawing/2014/main" id="{840D2FD6-9614-795A-DBFF-A825B15B6AB4}"/>
              </a:ext>
            </a:extLst>
          </p:cNvPr>
          <p:cNvSpPr txBox="1"/>
          <p:nvPr/>
        </p:nvSpPr>
        <p:spPr>
          <a:xfrm>
            <a:off x="6654802" y="3406653"/>
            <a:ext cx="570089" cy="230832"/>
          </a:xfrm>
          <a:prstGeom prst="rect">
            <a:avLst/>
          </a:prstGeom>
          <a:noFill/>
        </p:spPr>
        <p:txBody>
          <a:bodyPr wrap="square" rtlCol="0">
            <a:spAutoFit/>
          </a:bodyPr>
          <a:lstStyle/>
          <a:p>
            <a:pPr algn="ctr"/>
            <a:r>
              <a:rPr lang="en-US" sz="900" dirty="0"/>
              <a:t>1689</a:t>
            </a:r>
          </a:p>
        </p:txBody>
      </p:sp>
      <p:sp>
        <p:nvSpPr>
          <p:cNvPr id="65" name="TextBox 64">
            <a:extLst>
              <a:ext uri="{FF2B5EF4-FFF2-40B4-BE49-F238E27FC236}">
                <a16:creationId xmlns:a16="http://schemas.microsoft.com/office/drawing/2014/main" id="{FCCEF7B1-ACC6-0505-3897-51C273050EFA}"/>
              </a:ext>
            </a:extLst>
          </p:cNvPr>
          <p:cNvSpPr txBox="1"/>
          <p:nvPr/>
        </p:nvSpPr>
        <p:spPr>
          <a:xfrm>
            <a:off x="7157158" y="3406653"/>
            <a:ext cx="570089" cy="230832"/>
          </a:xfrm>
          <a:prstGeom prst="rect">
            <a:avLst/>
          </a:prstGeom>
          <a:noFill/>
        </p:spPr>
        <p:txBody>
          <a:bodyPr wrap="square" rtlCol="0">
            <a:spAutoFit/>
          </a:bodyPr>
          <a:lstStyle/>
          <a:p>
            <a:pPr algn="ctr"/>
            <a:r>
              <a:rPr lang="en-US" sz="900" dirty="0"/>
              <a:t>169</a:t>
            </a:r>
          </a:p>
        </p:txBody>
      </p:sp>
      <p:sp>
        <p:nvSpPr>
          <p:cNvPr id="66" name="TextBox 65">
            <a:extLst>
              <a:ext uri="{FF2B5EF4-FFF2-40B4-BE49-F238E27FC236}">
                <a16:creationId xmlns:a16="http://schemas.microsoft.com/office/drawing/2014/main" id="{47D9D7C7-3B77-6C68-A649-3C334342FD0B}"/>
              </a:ext>
            </a:extLst>
          </p:cNvPr>
          <p:cNvSpPr txBox="1"/>
          <p:nvPr/>
        </p:nvSpPr>
        <p:spPr>
          <a:xfrm>
            <a:off x="5147734" y="2034453"/>
            <a:ext cx="570089" cy="230832"/>
          </a:xfrm>
          <a:prstGeom prst="rect">
            <a:avLst/>
          </a:prstGeom>
          <a:noFill/>
        </p:spPr>
        <p:txBody>
          <a:bodyPr wrap="square" rtlCol="0">
            <a:spAutoFit/>
          </a:bodyPr>
          <a:lstStyle/>
          <a:p>
            <a:pPr algn="ctr"/>
            <a:r>
              <a:rPr lang="en-US" sz="900" dirty="0"/>
              <a:t>89</a:t>
            </a:r>
          </a:p>
        </p:txBody>
      </p:sp>
    </p:spTree>
    <p:extLst>
      <p:ext uri="{BB962C8B-B14F-4D97-AF65-F5344CB8AC3E}">
        <p14:creationId xmlns:p14="http://schemas.microsoft.com/office/powerpoint/2010/main" val="20505228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3C9DAB-8226-EA6A-56CF-1D2C482AF08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357F30C-B0FC-08BD-A405-A1D0CDB9D7CB}"/>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F601816B-7055-7530-AE3C-474E892BEB32}"/>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3561C16E-A986-9F9C-8B21-20BBB6EC8CC7}"/>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4AEA2139-5D3A-5CFE-C1C0-11E4272CA42A}"/>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71A78941-236E-7FF9-F0D6-9B4E5BDDC634}"/>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17667FFE-F588-9BD0-8378-FB27149BD5B0}"/>
              </a:ext>
            </a:extLst>
          </p:cNvPr>
          <p:cNvSpPr txBox="1"/>
          <p:nvPr/>
        </p:nvSpPr>
        <p:spPr>
          <a:xfrm>
            <a:off x="3716867" y="2231221"/>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B119C2DF-A534-01CB-0B63-74F009B27744}"/>
              </a:ext>
            </a:extLst>
          </p:cNvPr>
          <p:cNvSpPr txBox="1"/>
          <p:nvPr/>
        </p:nvSpPr>
        <p:spPr>
          <a:xfrm>
            <a:off x="3217333" y="4747898"/>
            <a:ext cx="462845" cy="584775"/>
          </a:xfrm>
          <a:prstGeom prst="rect">
            <a:avLst/>
          </a:prstGeom>
          <a:noFill/>
        </p:spPr>
        <p:txBody>
          <a:bodyPr wrap="square" rtlCol="0">
            <a:spAutoFit/>
          </a:bodyPr>
          <a:lstStyle/>
          <a:p>
            <a:pPr algn="ctr"/>
            <a:r>
              <a:rPr lang="en-US" sz="3200" dirty="0"/>
              <a:t>6</a:t>
            </a:r>
          </a:p>
        </p:txBody>
      </p:sp>
      <p:sp>
        <p:nvSpPr>
          <p:cNvPr id="11" name="TextBox 10">
            <a:extLst>
              <a:ext uri="{FF2B5EF4-FFF2-40B4-BE49-F238E27FC236}">
                <a16:creationId xmlns:a16="http://schemas.microsoft.com/office/drawing/2014/main" id="{1FC3B836-79B5-116A-F569-6E338CFFDDB7}"/>
              </a:ext>
            </a:extLst>
          </p:cNvPr>
          <p:cNvSpPr txBox="1"/>
          <p:nvPr/>
        </p:nvSpPr>
        <p:spPr>
          <a:xfrm>
            <a:off x="7213604" y="4747898"/>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8C251FAD-16C3-BB95-4717-909A4DF5A546}"/>
              </a:ext>
            </a:extLst>
          </p:cNvPr>
          <p:cNvSpPr txBox="1"/>
          <p:nvPr/>
        </p:nvSpPr>
        <p:spPr>
          <a:xfrm>
            <a:off x="6214537" y="2734556"/>
            <a:ext cx="462845" cy="584775"/>
          </a:xfrm>
          <a:prstGeom prst="rect">
            <a:avLst/>
          </a:prstGeom>
          <a:no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27573412-54D4-E646-CE97-F6F6E543FC3A}"/>
              </a:ext>
            </a:extLst>
          </p:cNvPr>
          <p:cNvSpPr txBox="1"/>
          <p:nvPr/>
        </p:nvSpPr>
        <p:spPr>
          <a:xfrm>
            <a:off x="4143022" y="2274133"/>
            <a:ext cx="570089" cy="230832"/>
          </a:xfrm>
          <a:prstGeom prst="rect">
            <a:avLst/>
          </a:prstGeom>
          <a:noFill/>
        </p:spPr>
        <p:txBody>
          <a:bodyPr wrap="square" rtlCol="0">
            <a:spAutoFit/>
          </a:bodyPr>
          <a:lstStyle/>
          <a:p>
            <a:pPr algn="ctr"/>
            <a:r>
              <a:rPr lang="en-US" sz="900" dirty="0"/>
              <a:t>89</a:t>
            </a:r>
          </a:p>
        </p:txBody>
      </p:sp>
      <p:sp>
        <p:nvSpPr>
          <p:cNvPr id="14" name="TextBox 13">
            <a:extLst>
              <a:ext uri="{FF2B5EF4-FFF2-40B4-BE49-F238E27FC236}">
                <a16:creationId xmlns:a16="http://schemas.microsoft.com/office/drawing/2014/main" id="{7A420CAD-068A-4F4F-C63A-2FA6BE3E595F}"/>
              </a:ext>
            </a:extLst>
          </p:cNvPr>
          <p:cNvSpPr txBox="1"/>
          <p:nvPr/>
        </p:nvSpPr>
        <p:spPr>
          <a:xfrm>
            <a:off x="4645378" y="2274133"/>
            <a:ext cx="570089" cy="230832"/>
          </a:xfrm>
          <a:prstGeom prst="rect">
            <a:avLst/>
          </a:prstGeom>
          <a:noFill/>
        </p:spPr>
        <p:txBody>
          <a:bodyPr wrap="square" rtlCol="0">
            <a:spAutoFit/>
          </a:bodyPr>
          <a:lstStyle/>
          <a:p>
            <a:pPr algn="ctr"/>
            <a:r>
              <a:rPr lang="en-US" sz="900" dirty="0"/>
              <a:t>5789</a:t>
            </a:r>
          </a:p>
        </p:txBody>
      </p:sp>
      <p:sp>
        <p:nvSpPr>
          <p:cNvPr id="16" name="TextBox 15">
            <a:extLst>
              <a:ext uri="{FF2B5EF4-FFF2-40B4-BE49-F238E27FC236}">
                <a16:creationId xmlns:a16="http://schemas.microsoft.com/office/drawing/2014/main" id="{35E23897-D690-1F38-299A-9C331308D15A}"/>
              </a:ext>
            </a:extLst>
          </p:cNvPr>
          <p:cNvSpPr txBox="1"/>
          <p:nvPr/>
        </p:nvSpPr>
        <p:spPr>
          <a:xfrm>
            <a:off x="5650090" y="2274133"/>
            <a:ext cx="570089" cy="230832"/>
          </a:xfrm>
          <a:prstGeom prst="rect">
            <a:avLst/>
          </a:prstGeom>
          <a:noFill/>
        </p:spPr>
        <p:txBody>
          <a:bodyPr wrap="square" rtlCol="0">
            <a:spAutoFit/>
          </a:bodyPr>
          <a:lstStyle/>
          <a:p>
            <a:pPr algn="ctr"/>
            <a:r>
              <a:rPr lang="en-US" sz="900" dirty="0"/>
              <a:t>5789</a:t>
            </a:r>
          </a:p>
        </p:txBody>
      </p:sp>
      <p:sp>
        <p:nvSpPr>
          <p:cNvPr id="17" name="TextBox 16">
            <a:extLst>
              <a:ext uri="{FF2B5EF4-FFF2-40B4-BE49-F238E27FC236}">
                <a16:creationId xmlns:a16="http://schemas.microsoft.com/office/drawing/2014/main" id="{B730E88A-3444-383E-5B50-49668F581327}"/>
              </a:ext>
            </a:extLst>
          </p:cNvPr>
          <p:cNvSpPr txBox="1"/>
          <p:nvPr/>
        </p:nvSpPr>
        <p:spPr>
          <a:xfrm>
            <a:off x="6152446" y="2274133"/>
            <a:ext cx="570089" cy="230832"/>
          </a:xfrm>
          <a:prstGeom prst="rect">
            <a:avLst/>
          </a:prstGeom>
          <a:noFill/>
        </p:spPr>
        <p:txBody>
          <a:bodyPr wrap="square" rtlCol="0">
            <a:spAutoFit/>
          </a:bodyPr>
          <a:lstStyle/>
          <a:p>
            <a:pPr algn="ctr"/>
            <a:r>
              <a:rPr lang="en-US" sz="900" dirty="0"/>
              <a:t>57</a:t>
            </a:r>
          </a:p>
        </p:txBody>
      </p:sp>
      <p:sp>
        <p:nvSpPr>
          <p:cNvPr id="18" name="TextBox 17">
            <a:extLst>
              <a:ext uri="{FF2B5EF4-FFF2-40B4-BE49-F238E27FC236}">
                <a16:creationId xmlns:a16="http://schemas.microsoft.com/office/drawing/2014/main" id="{BCAB59B2-FB50-76F5-9BC7-1D3D86642ABB}"/>
              </a:ext>
            </a:extLst>
          </p:cNvPr>
          <p:cNvSpPr txBox="1"/>
          <p:nvPr/>
        </p:nvSpPr>
        <p:spPr>
          <a:xfrm>
            <a:off x="6654802" y="2404765"/>
            <a:ext cx="570089" cy="230832"/>
          </a:xfrm>
          <a:prstGeom prst="rect">
            <a:avLst/>
          </a:prstGeom>
          <a:noFill/>
        </p:spPr>
        <p:txBody>
          <a:bodyPr wrap="square" rtlCol="0">
            <a:spAutoFit/>
          </a:bodyPr>
          <a:lstStyle/>
          <a:p>
            <a:pPr algn="ctr"/>
            <a:r>
              <a:rPr lang="en-US" sz="900" dirty="0"/>
              <a:t>24</a:t>
            </a:r>
          </a:p>
        </p:txBody>
      </p:sp>
      <p:sp>
        <p:nvSpPr>
          <p:cNvPr id="19" name="TextBox 18">
            <a:extLst>
              <a:ext uri="{FF2B5EF4-FFF2-40B4-BE49-F238E27FC236}">
                <a16:creationId xmlns:a16="http://schemas.microsoft.com/office/drawing/2014/main" id="{C41BB99C-1EA6-CE29-1FA6-CA422FE47EB3}"/>
              </a:ext>
            </a:extLst>
          </p:cNvPr>
          <p:cNvSpPr txBox="1"/>
          <p:nvPr/>
        </p:nvSpPr>
        <p:spPr>
          <a:xfrm>
            <a:off x="7157158" y="2404765"/>
            <a:ext cx="570089" cy="230832"/>
          </a:xfrm>
          <a:prstGeom prst="rect">
            <a:avLst/>
          </a:prstGeom>
          <a:noFill/>
        </p:spPr>
        <p:txBody>
          <a:bodyPr wrap="square" rtlCol="0">
            <a:spAutoFit/>
          </a:bodyPr>
          <a:lstStyle/>
          <a:p>
            <a:pPr algn="ctr"/>
            <a:r>
              <a:rPr lang="en-US" sz="900" dirty="0"/>
              <a:t>42</a:t>
            </a:r>
          </a:p>
        </p:txBody>
      </p:sp>
      <p:sp>
        <p:nvSpPr>
          <p:cNvPr id="20" name="TextBox 19">
            <a:extLst>
              <a:ext uri="{FF2B5EF4-FFF2-40B4-BE49-F238E27FC236}">
                <a16:creationId xmlns:a16="http://schemas.microsoft.com/office/drawing/2014/main" id="{970F1EBE-AE07-B62C-74A4-9FB2CE966DA4}"/>
              </a:ext>
            </a:extLst>
          </p:cNvPr>
          <p:cNvSpPr txBox="1"/>
          <p:nvPr/>
        </p:nvSpPr>
        <p:spPr>
          <a:xfrm>
            <a:off x="4645378" y="1903821"/>
            <a:ext cx="570089" cy="230832"/>
          </a:xfrm>
          <a:prstGeom prst="rect">
            <a:avLst/>
          </a:prstGeom>
          <a:noFill/>
        </p:spPr>
        <p:txBody>
          <a:bodyPr wrap="square" rtlCol="0">
            <a:spAutoFit/>
          </a:bodyPr>
          <a:lstStyle/>
          <a:p>
            <a:pPr algn="ctr"/>
            <a:r>
              <a:rPr lang="en-US" sz="900" dirty="0"/>
              <a:t>45</a:t>
            </a:r>
          </a:p>
        </p:txBody>
      </p:sp>
      <p:sp>
        <p:nvSpPr>
          <p:cNvPr id="23" name="TextBox 22">
            <a:extLst>
              <a:ext uri="{FF2B5EF4-FFF2-40B4-BE49-F238E27FC236}">
                <a16:creationId xmlns:a16="http://schemas.microsoft.com/office/drawing/2014/main" id="{DB64EC53-B485-D986-E61C-164DB785EEB0}"/>
              </a:ext>
            </a:extLst>
          </p:cNvPr>
          <p:cNvSpPr txBox="1"/>
          <p:nvPr/>
        </p:nvSpPr>
        <p:spPr>
          <a:xfrm>
            <a:off x="6214537" y="721216"/>
            <a:ext cx="462845" cy="584775"/>
          </a:xfrm>
          <a:prstGeom prst="rect">
            <a:avLst/>
          </a:prstGeom>
          <a:noFill/>
        </p:spPr>
        <p:txBody>
          <a:bodyPr wrap="square" rtlCol="0">
            <a:spAutoFit/>
          </a:bodyPr>
          <a:lstStyle/>
          <a:p>
            <a:pPr algn="ctr"/>
            <a:r>
              <a:rPr lang="en-US" sz="3200" dirty="0"/>
              <a:t>2</a:t>
            </a:r>
          </a:p>
        </p:txBody>
      </p:sp>
      <p:sp>
        <p:nvSpPr>
          <p:cNvPr id="24" name="TextBox 23">
            <a:extLst>
              <a:ext uri="{FF2B5EF4-FFF2-40B4-BE49-F238E27FC236}">
                <a16:creationId xmlns:a16="http://schemas.microsoft.com/office/drawing/2014/main" id="{B4D1069A-C1BC-D8A0-2B74-37DB2087527F}"/>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51842C4F-4C7B-0266-731B-027BE3CCC0A5}"/>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F627E665-6B0F-D465-1802-03BCC7195A0D}"/>
              </a:ext>
            </a:extLst>
          </p:cNvPr>
          <p:cNvSpPr txBox="1"/>
          <p:nvPr/>
        </p:nvSpPr>
        <p:spPr>
          <a:xfrm>
            <a:off x="6654802" y="771301"/>
            <a:ext cx="570089" cy="230832"/>
          </a:xfrm>
          <a:prstGeom prst="rect">
            <a:avLst/>
          </a:prstGeom>
          <a:noFill/>
        </p:spPr>
        <p:txBody>
          <a:bodyPr wrap="square" rtlCol="0">
            <a:spAutoFit/>
          </a:bodyPr>
          <a:lstStyle/>
          <a:p>
            <a:pPr algn="ctr"/>
            <a:r>
              <a:rPr lang="en-US" sz="900" dirty="0"/>
              <a:t>97</a:t>
            </a:r>
          </a:p>
        </p:txBody>
      </p:sp>
      <p:sp>
        <p:nvSpPr>
          <p:cNvPr id="26" name="TextBox 25">
            <a:extLst>
              <a:ext uri="{FF2B5EF4-FFF2-40B4-BE49-F238E27FC236}">
                <a16:creationId xmlns:a16="http://schemas.microsoft.com/office/drawing/2014/main" id="{93A3CD55-7AC2-00D0-D169-2FDFEA9BB11E}"/>
              </a:ext>
            </a:extLst>
          </p:cNvPr>
          <p:cNvSpPr txBox="1"/>
          <p:nvPr/>
        </p:nvSpPr>
        <p:spPr>
          <a:xfrm>
            <a:off x="6654802" y="1402877"/>
            <a:ext cx="570089" cy="230832"/>
          </a:xfrm>
          <a:prstGeom prst="rect">
            <a:avLst/>
          </a:prstGeom>
          <a:noFill/>
        </p:spPr>
        <p:txBody>
          <a:bodyPr wrap="square" rtlCol="0">
            <a:spAutoFit/>
          </a:bodyPr>
          <a:lstStyle/>
          <a:p>
            <a:pPr algn="ctr"/>
            <a:r>
              <a:rPr lang="en-US" sz="900" dirty="0"/>
              <a:t>34579</a:t>
            </a:r>
          </a:p>
        </p:txBody>
      </p:sp>
      <p:sp>
        <p:nvSpPr>
          <p:cNvPr id="27" name="TextBox 26">
            <a:extLst>
              <a:ext uri="{FF2B5EF4-FFF2-40B4-BE49-F238E27FC236}">
                <a16:creationId xmlns:a16="http://schemas.microsoft.com/office/drawing/2014/main" id="{313DE31D-583D-CC41-6713-0F867EE1E8AF}"/>
              </a:ext>
            </a:extLst>
          </p:cNvPr>
          <p:cNvSpPr txBox="1"/>
          <p:nvPr/>
        </p:nvSpPr>
        <p:spPr>
          <a:xfrm>
            <a:off x="7157158" y="1402877"/>
            <a:ext cx="570089" cy="230832"/>
          </a:xfrm>
          <a:prstGeom prst="rect">
            <a:avLst/>
          </a:prstGeom>
          <a:noFill/>
        </p:spPr>
        <p:txBody>
          <a:bodyPr wrap="square" rtlCol="0">
            <a:spAutoFit/>
          </a:bodyPr>
          <a:lstStyle/>
          <a:p>
            <a:pPr algn="ctr"/>
            <a:r>
              <a:rPr lang="en-US" sz="900" dirty="0"/>
              <a:t>4579</a:t>
            </a:r>
          </a:p>
        </p:txBody>
      </p:sp>
      <p:sp>
        <p:nvSpPr>
          <p:cNvPr id="28" name="TextBox 27">
            <a:extLst>
              <a:ext uri="{FF2B5EF4-FFF2-40B4-BE49-F238E27FC236}">
                <a16:creationId xmlns:a16="http://schemas.microsoft.com/office/drawing/2014/main" id="{806FA334-74CD-BF59-5A44-68228062327C}"/>
              </a:ext>
            </a:extLst>
          </p:cNvPr>
          <p:cNvSpPr txBox="1"/>
          <p:nvPr/>
        </p:nvSpPr>
        <p:spPr>
          <a:xfrm>
            <a:off x="6654802" y="2034453"/>
            <a:ext cx="570089" cy="230832"/>
          </a:xfrm>
          <a:prstGeom prst="rect">
            <a:avLst/>
          </a:prstGeom>
          <a:noFill/>
        </p:spPr>
        <p:txBody>
          <a:bodyPr wrap="square" rtlCol="0">
            <a:spAutoFit/>
          </a:bodyPr>
          <a:lstStyle/>
          <a:p>
            <a:pPr algn="ctr"/>
            <a:r>
              <a:rPr lang="en-US" sz="900" dirty="0"/>
              <a:t>345</a:t>
            </a:r>
          </a:p>
        </p:txBody>
      </p:sp>
      <p:sp>
        <p:nvSpPr>
          <p:cNvPr id="29" name="TextBox 28">
            <a:extLst>
              <a:ext uri="{FF2B5EF4-FFF2-40B4-BE49-F238E27FC236}">
                <a16:creationId xmlns:a16="http://schemas.microsoft.com/office/drawing/2014/main" id="{153109A5-0114-4A7F-0406-4014316CDE62}"/>
              </a:ext>
            </a:extLst>
          </p:cNvPr>
          <p:cNvSpPr txBox="1"/>
          <p:nvPr/>
        </p:nvSpPr>
        <p:spPr>
          <a:xfrm>
            <a:off x="7157158" y="2034453"/>
            <a:ext cx="570089" cy="230832"/>
          </a:xfrm>
          <a:prstGeom prst="rect">
            <a:avLst/>
          </a:prstGeom>
          <a:noFill/>
        </p:spPr>
        <p:txBody>
          <a:bodyPr wrap="square" rtlCol="0">
            <a:spAutoFit/>
          </a:bodyPr>
          <a:lstStyle/>
          <a:p>
            <a:pPr algn="ctr"/>
            <a:r>
              <a:rPr lang="en-US" sz="900" dirty="0"/>
              <a:t>45</a:t>
            </a:r>
          </a:p>
        </p:txBody>
      </p:sp>
      <p:sp>
        <p:nvSpPr>
          <p:cNvPr id="30" name="TextBox 29">
            <a:extLst>
              <a:ext uri="{FF2B5EF4-FFF2-40B4-BE49-F238E27FC236}">
                <a16:creationId xmlns:a16="http://schemas.microsoft.com/office/drawing/2014/main" id="{01E52845-9C06-7778-61DA-AB585EEA9235}"/>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465BE36C-C4A7-4D97-F686-F44A04323F62}"/>
              </a:ext>
            </a:extLst>
          </p:cNvPr>
          <p:cNvSpPr txBox="1"/>
          <p:nvPr/>
        </p:nvSpPr>
        <p:spPr>
          <a:xfrm>
            <a:off x="3217333" y="721216"/>
            <a:ext cx="462845" cy="584775"/>
          </a:xfrm>
          <a:prstGeom prst="rect">
            <a:avLst/>
          </a:prstGeom>
          <a:noFill/>
        </p:spPr>
        <p:txBody>
          <a:bodyPr wrap="square" rtlCol="0">
            <a:spAutoFit/>
          </a:bodyPr>
          <a:lstStyle/>
          <a:p>
            <a:pPr algn="ctr"/>
            <a:r>
              <a:rPr lang="en-US" sz="3200" dirty="0"/>
              <a:t>4</a:t>
            </a:r>
          </a:p>
        </p:txBody>
      </p:sp>
      <p:sp>
        <p:nvSpPr>
          <p:cNvPr id="32" name="TextBox 31">
            <a:extLst>
              <a:ext uri="{FF2B5EF4-FFF2-40B4-BE49-F238E27FC236}">
                <a16:creationId xmlns:a16="http://schemas.microsoft.com/office/drawing/2014/main" id="{AEBE4C5F-0CB8-DA06-70DA-64FC837A1368}"/>
              </a:ext>
            </a:extLst>
          </p:cNvPr>
          <p:cNvSpPr txBox="1"/>
          <p:nvPr/>
        </p:nvSpPr>
        <p:spPr>
          <a:xfrm>
            <a:off x="3138310" y="1402877"/>
            <a:ext cx="570089" cy="230832"/>
          </a:xfrm>
          <a:prstGeom prst="rect">
            <a:avLst/>
          </a:prstGeom>
          <a:noFill/>
        </p:spPr>
        <p:txBody>
          <a:bodyPr wrap="square" rtlCol="0">
            <a:spAutoFit/>
          </a:bodyPr>
          <a:lstStyle/>
          <a:p>
            <a:pPr algn="ctr"/>
            <a:r>
              <a:rPr lang="en-US" sz="900" dirty="0"/>
              <a:t>89</a:t>
            </a:r>
          </a:p>
        </p:txBody>
      </p:sp>
      <p:sp>
        <p:nvSpPr>
          <p:cNvPr id="34" name="TextBox 33">
            <a:extLst>
              <a:ext uri="{FF2B5EF4-FFF2-40B4-BE49-F238E27FC236}">
                <a16:creationId xmlns:a16="http://schemas.microsoft.com/office/drawing/2014/main" id="{04E83373-73F8-2E57-C963-9DBE9283678D}"/>
              </a:ext>
            </a:extLst>
          </p:cNvPr>
          <p:cNvSpPr txBox="1"/>
          <p:nvPr/>
        </p:nvSpPr>
        <p:spPr>
          <a:xfrm>
            <a:off x="3138310" y="2034453"/>
            <a:ext cx="570089" cy="230832"/>
          </a:xfrm>
          <a:prstGeom prst="rect">
            <a:avLst/>
          </a:prstGeom>
          <a:noFill/>
        </p:spPr>
        <p:txBody>
          <a:bodyPr wrap="square" rtlCol="0">
            <a:spAutoFit/>
          </a:bodyPr>
          <a:lstStyle/>
          <a:p>
            <a:pPr algn="ctr"/>
            <a:r>
              <a:rPr lang="en-US" sz="900" dirty="0"/>
              <a:t>98</a:t>
            </a:r>
          </a:p>
        </p:txBody>
      </p:sp>
      <p:sp>
        <p:nvSpPr>
          <p:cNvPr id="35" name="TextBox 34">
            <a:extLst>
              <a:ext uri="{FF2B5EF4-FFF2-40B4-BE49-F238E27FC236}">
                <a16:creationId xmlns:a16="http://schemas.microsoft.com/office/drawing/2014/main" id="{205F8432-86A6-6A9C-2917-FBCD31528B38}"/>
              </a:ext>
            </a:extLst>
          </p:cNvPr>
          <p:cNvSpPr txBox="1"/>
          <p:nvPr/>
        </p:nvSpPr>
        <p:spPr>
          <a:xfrm>
            <a:off x="4216401" y="1224551"/>
            <a:ext cx="462845" cy="584775"/>
          </a:xfrm>
          <a:prstGeom prst="rect">
            <a:avLst/>
          </a:prstGeom>
          <a:noFill/>
        </p:spPr>
        <p:txBody>
          <a:bodyPr wrap="square" rtlCol="0">
            <a:spAutoFit/>
          </a:bodyPr>
          <a:lstStyle/>
          <a:p>
            <a:pPr algn="ctr"/>
            <a:r>
              <a:rPr lang="en-US" sz="3200" dirty="0"/>
              <a:t>1</a:t>
            </a:r>
          </a:p>
        </p:txBody>
      </p:sp>
      <p:sp>
        <p:nvSpPr>
          <p:cNvPr id="36" name="TextBox 35">
            <a:extLst>
              <a:ext uri="{FF2B5EF4-FFF2-40B4-BE49-F238E27FC236}">
                <a16:creationId xmlns:a16="http://schemas.microsoft.com/office/drawing/2014/main" id="{17020170-D19D-091D-9D88-8A7744238560}"/>
              </a:ext>
            </a:extLst>
          </p:cNvPr>
          <p:cNvSpPr txBox="1"/>
          <p:nvPr/>
        </p:nvSpPr>
        <p:spPr>
          <a:xfrm>
            <a:off x="5215469" y="721216"/>
            <a:ext cx="462845" cy="584775"/>
          </a:xfrm>
          <a:prstGeom prst="rect">
            <a:avLst/>
          </a:prstGeom>
          <a:noFill/>
        </p:spPr>
        <p:txBody>
          <a:bodyPr wrap="square" rtlCol="0">
            <a:spAutoFit/>
          </a:bodyPr>
          <a:lstStyle/>
          <a:p>
            <a:pPr algn="ctr"/>
            <a:r>
              <a:rPr lang="en-US" sz="3200" dirty="0"/>
              <a:t>1</a:t>
            </a:r>
          </a:p>
        </p:txBody>
      </p:sp>
      <p:sp>
        <p:nvSpPr>
          <p:cNvPr id="37" name="TextBox 36">
            <a:extLst>
              <a:ext uri="{FF2B5EF4-FFF2-40B4-BE49-F238E27FC236}">
                <a16:creationId xmlns:a16="http://schemas.microsoft.com/office/drawing/2014/main" id="{91829F81-7A2E-CE2B-1DAE-2CE7A6B325AE}"/>
              </a:ext>
            </a:extLst>
          </p:cNvPr>
          <p:cNvSpPr txBox="1"/>
          <p:nvPr/>
        </p:nvSpPr>
        <p:spPr>
          <a:xfrm>
            <a:off x="3640666" y="901933"/>
            <a:ext cx="570089" cy="230832"/>
          </a:xfrm>
          <a:prstGeom prst="rect">
            <a:avLst/>
          </a:prstGeom>
          <a:noFill/>
        </p:spPr>
        <p:txBody>
          <a:bodyPr wrap="square" rtlCol="0">
            <a:spAutoFit/>
          </a:bodyPr>
          <a:lstStyle/>
          <a:p>
            <a:pPr algn="ctr"/>
            <a:r>
              <a:rPr lang="en-US" sz="900" dirty="0"/>
              <a:t>35</a:t>
            </a:r>
          </a:p>
        </p:txBody>
      </p:sp>
      <p:sp>
        <p:nvSpPr>
          <p:cNvPr id="39" name="TextBox 38">
            <a:extLst>
              <a:ext uri="{FF2B5EF4-FFF2-40B4-BE49-F238E27FC236}">
                <a16:creationId xmlns:a16="http://schemas.microsoft.com/office/drawing/2014/main" id="{A26E334B-A8F5-7B07-560B-EBA2B45CFB88}"/>
              </a:ext>
            </a:extLst>
          </p:cNvPr>
          <p:cNvSpPr txBox="1"/>
          <p:nvPr/>
        </p:nvSpPr>
        <p:spPr>
          <a:xfrm>
            <a:off x="3640666" y="1402877"/>
            <a:ext cx="570089" cy="230832"/>
          </a:xfrm>
          <a:prstGeom prst="rect">
            <a:avLst/>
          </a:prstGeom>
          <a:noFill/>
        </p:spPr>
        <p:txBody>
          <a:bodyPr wrap="square" rtlCol="0">
            <a:spAutoFit/>
          </a:bodyPr>
          <a:lstStyle/>
          <a:p>
            <a:pPr algn="ctr"/>
            <a:r>
              <a:rPr lang="en-US" sz="900" dirty="0"/>
              <a:t>53</a:t>
            </a:r>
          </a:p>
        </p:txBody>
      </p:sp>
      <p:sp>
        <p:nvSpPr>
          <p:cNvPr id="40" name="TextBox 39">
            <a:extLst>
              <a:ext uri="{FF2B5EF4-FFF2-40B4-BE49-F238E27FC236}">
                <a16:creationId xmlns:a16="http://schemas.microsoft.com/office/drawing/2014/main" id="{C9C02CB6-2A41-4B64-2DAF-F426E12E6048}"/>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41" name="TextBox 40">
            <a:extLst>
              <a:ext uri="{FF2B5EF4-FFF2-40B4-BE49-F238E27FC236}">
                <a16:creationId xmlns:a16="http://schemas.microsoft.com/office/drawing/2014/main" id="{F9B83BB4-098C-F90A-A713-EA661EE0C68E}"/>
              </a:ext>
            </a:extLst>
          </p:cNvPr>
          <p:cNvSpPr txBox="1"/>
          <p:nvPr/>
        </p:nvSpPr>
        <p:spPr>
          <a:xfrm>
            <a:off x="4645378" y="771301"/>
            <a:ext cx="570089" cy="230832"/>
          </a:xfrm>
          <a:prstGeom prst="rect">
            <a:avLst/>
          </a:prstGeom>
          <a:noFill/>
        </p:spPr>
        <p:txBody>
          <a:bodyPr wrap="square" rtlCol="0">
            <a:spAutoFit/>
          </a:bodyPr>
          <a:lstStyle/>
          <a:p>
            <a:pPr algn="ctr"/>
            <a:r>
              <a:rPr lang="en-US" sz="900" dirty="0"/>
              <a:t>79</a:t>
            </a:r>
          </a:p>
        </p:txBody>
      </p:sp>
      <p:sp>
        <p:nvSpPr>
          <p:cNvPr id="38" name="TextBox 37">
            <a:extLst>
              <a:ext uri="{FF2B5EF4-FFF2-40B4-BE49-F238E27FC236}">
                <a16:creationId xmlns:a16="http://schemas.microsoft.com/office/drawing/2014/main" id="{2A1C0CC3-2CC6-B98F-C41C-83EAD01C89A3}"/>
              </a:ext>
            </a:extLst>
          </p:cNvPr>
          <p:cNvSpPr txBox="1"/>
          <p:nvPr/>
        </p:nvSpPr>
        <p:spPr>
          <a:xfrm>
            <a:off x="5650090" y="901933"/>
            <a:ext cx="570089" cy="230832"/>
          </a:xfrm>
          <a:prstGeom prst="rect">
            <a:avLst/>
          </a:prstGeom>
          <a:noFill/>
        </p:spPr>
        <p:txBody>
          <a:bodyPr wrap="square" rtlCol="0">
            <a:spAutoFit/>
          </a:bodyPr>
          <a:lstStyle/>
          <a:p>
            <a:pPr algn="ctr"/>
            <a:r>
              <a:rPr lang="en-US" sz="900" dirty="0"/>
              <a:t>53</a:t>
            </a:r>
          </a:p>
        </p:txBody>
      </p:sp>
      <p:sp>
        <p:nvSpPr>
          <p:cNvPr id="42" name="TextBox 41">
            <a:extLst>
              <a:ext uri="{FF2B5EF4-FFF2-40B4-BE49-F238E27FC236}">
                <a16:creationId xmlns:a16="http://schemas.microsoft.com/office/drawing/2014/main" id="{A53B6173-5071-DF10-3C40-7BCCD1D4313D}"/>
              </a:ext>
            </a:extLst>
          </p:cNvPr>
          <p:cNvSpPr txBox="1"/>
          <p:nvPr/>
        </p:nvSpPr>
        <p:spPr>
          <a:xfrm>
            <a:off x="5715003" y="1224551"/>
            <a:ext cx="462845" cy="584775"/>
          </a:xfrm>
          <a:prstGeom prst="rect">
            <a:avLst/>
          </a:prstGeom>
          <a:noFill/>
        </p:spPr>
        <p:txBody>
          <a:bodyPr wrap="square" rtlCol="0">
            <a:spAutoFit/>
          </a:bodyPr>
          <a:lstStyle/>
          <a:p>
            <a:pPr algn="ctr"/>
            <a:r>
              <a:rPr lang="en-US" sz="3200" dirty="0"/>
              <a:t>2</a:t>
            </a:r>
          </a:p>
        </p:txBody>
      </p:sp>
      <p:sp>
        <p:nvSpPr>
          <p:cNvPr id="43" name="TextBox 42">
            <a:extLst>
              <a:ext uri="{FF2B5EF4-FFF2-40B4-BE49-F238E27FC236}">
                <a16:creationId xmlns:a16="http://schemas.microsoft.com/office/drawing/2014/main" id="{DDACFEA8-7C29-1FF8-AFB1-74C2316664A1}"/>
              </a:ext>
            </a:extLst>
          </p:cNvPr>
          <p:cNvSpPr txBox="1"/>
          <p:nvPr/>
        </p:nvSpPr>
        <p:spPr>
          <a:xfrm>
            <a:off x="4645378" y="1533509"/>
            <a:ext cx="570089" cy="230832"/>
          </a:xfrm>
          <a:prstGeom prst="rect">
            <a:avLst/>
          </a:prstGeom>
          <a:noFill/>
        </p:spPr>
        <p:txBody>
          <a:bodyPr wrap="square" rtlCol="0">
            <a:spAutoFit/>
          </a:bodyPr>
          <a:lstStyle/>
          <a:p>
            <a:pPr algn="ctr"/>
            <a:r>
              <a:rPr lang="en-US" sz="900" dirty="0"/>
              <a:t>345789</a:t>
            </a:r>
          </a:p>
        </p:txBody>
      </p:sp>
      <p:sp>
        <p:nvSpPr>
          <p:cNvPr id="44" name="TextBox 43">
            <a:extLst>
              <a:ext uri="{FF2B5EF4-FFF2-40B4-BE49-F238E27FC236}">
                <a16:creationId xmlns:a16="http://schemas.microsoft.com/office/drawing/2014/main" id="{E611ABA2-5546-89FC-C67E-F7E2CF70016C}"/>
              </a:ext>
            </a:extLst>
          </p:cNvPr>
          <p:cNvSpPr txBox="1"/>
          <p:nvPr/>
        </p:nvSpPr>
        <p:spPr>
          <a:xfrm>
            <a:off x="5147734" y="1533509"/>
            <a:ext cx="570089" cy="230832"/>
          </a:xfrm>
          <a:prstGeom prst="rect">
            <a:avLst/>
          </a:prstGeom>
          <a:noFill/>
        </p:spPr>
        <p:txBody>
          <a:bodyPr wrap="square" rtlCol="0">
            <a:spAutoFit/>
          </a:bodyPr>
          <a:lstStyle/>
          <a:p>
            <a:pPr algn="ctr"/>
            <a:r>
              <a:rPr lang="en-US" sz="900" dirty="0"/>
              <a:t>987543</a:t>
            </a:r>
          </a:p>
        </p:txBody>
      </p:sp>
      <p:sp>
        <p:nvSpPr>
          <p:cNvPr id="45" name="TextBox 44">
            <a:extLst>
              <a:ext uri="{FF2B5EF4-FFF2-40B4-BE49-F238E27FC236}">
                <a16:creationId xmlns:a16="http://schemas.microsoft.com/office/drawing/2014/main" id="{1FB98A7F-5962-394F-FE07-DE31358F1BA2}"/>
              </a:ext>
            </a:extLst>
          </p:cNvPr>
          <p:cNvSpPr txBox="1"/>
          <p:nvPr/>
        </p:nvSpPr>
        <p:spPr>
          <a:xfrm>
            <a:off x="5147734" y="2905709"/>
            <a:ext cx="570089" cy="230832"/>
          </a:xfrm>
          <a:prstGeom prst="rect">
            <a:avLst/>
          </a:prstGeom>
          <a:noFill/>
        </p:spPr>
        <p:txBody>
          <a:bodyPr wrap="square" rtlCol="0">
            <a:spAutoFit/>
          </a:bodyPr>
          <a:lstStyle/>
          <a:p>
            <a:pPr algn="ctr"/>
            <a:r>
              <a:rPr lang="en-US" sz="900" dirty="0"/>
              <a:t>24</a:t>
            </a:r>
          </a:p>
        </p:txBody>
      </p:sp>
      <p:sp>
        <p:nvSpPr>
          <p:cNvPr id="47" name="TextBox 46">
            <a:extLst>
              <a:ext uri="{FF2B5EF4-FFF2-40B4-BE49-F238E27FC236}">
                <a16:creationId xmlns:a16="http://schemas.microsoft.com/office/drawing/2014/main" id="{80879A7D-3904-96B9-A8AD-9F12550B5219}"/>
              </a:ext>
            </a:extLst>
          </p:cNvPr>
          <p:cNvSpPr txBox="1"/>
          <p:nvPr/>
        </p:nvSpPr>
        <p:spPr>
          <a:xfrm>
            <a:off x="4143022" y="3537285"/>
            <a:ext cx="570089" cy="230832"/>
          </a:xfrm>
          <a:prstGeom prst="rect">
            <a:avLst/>
          </a:prstGeom>
          <a:noFill/>
        </p:spPr>
        <p:txBody>
          <a:bodyPr wrap="square" rtlCol="0">
            <a:spAutoFit/>
          </a:bodyPr>
          <a:lstStyle/>
          <a:p>
            <a:pPr algn="ctr"/>
            <a:r>
              <a:rPr lang="en-US" sz="900" dirty="0"/>
              <a:t>98</a:t>
            </a:r>
          </a:p>
        </p:txBody>
      </p:sp>
      <p:sp>
        <p:nvSpPr>
          <p:cNvPr id="48" name="TextBox 47">
            <a:extLst>
              <a:ext uri="{FF2B5EF4-FFF2-40B4-BE49-F238E27FC236}">
                <a16:creationId xmlns:a16="http://schemas.microsoft.com/office/drawing/2014/main" id="{481857B1-CC0D-0BE4-2E2D-DE2D16D40E8C}"/>
              </a:ext>
            </a:extLst>
          </p:cNvPr>
          <p:cNvSpPr txBox="1"/>
          <p:nvPr/>
        </p:nvSpPr>
        <p:spPr>
          <a:xfrm>
            <a:off x="4645378" y="3537285"/>
            <a:ext cx="570089" cy="230832"/>
          </a:xfrm>
          <a:prstGeom prst="rect">
            <a:avLst/>
          </a:prstGeom>
          <a:noFill/>
        </p:spPr>
        <p:txBody>
          <a:bodyPr wrap="square" rtlCol="0">
            <a:spAutoFit/>
          </a:bodyPr>
          <a:lstStyle/>
          <a:p>
            <a:pPr algn="ctr"/>
            <a:r>
              <a:rPr lang="en-US" sz="900" dirty="0"/>
              <a:t>5789</a:t>
            </a:r>
          </a:p>
        </p:txBody>
      </p:sp>
      <p:sp>
        <p:nvSpPr>
          <p:cNvPr id="49" name="TextBox 48">
            <a:extLst>
              <a:ext uri="{FF2B5EF4-FFF2-40B4-BE49-F238E27FC236}">
                <a16:creationId xmlns:a16="http://schemas.microsoft.com/office/drawing/2014/main" id="{EE345811-3A35-382C-373A-41DECB01140D}"/>
              </a:ext>
            </a:extLst>
          </p:cNvPr>
          <p:cNvSpPr txBox="1"/>
          <p:nvPr/>
        </p:nvSpPr>
        <p:spPr>
          <a:xfrm>
            <a:off x="5147734" y="3537285"/>
            <a:ext cx="570089" cy="230832"/>
          </a:xfrm>
          <a:prstGeom prst="rect">
            <a:avLst/>
          </a:prstGeom>
          <a:noFill/>
        </p:spPr>
        <p:txBody>
          <a:bodyPr wrap="square" rtlCol="0">
            <a:spAutoFit/>
          </a:bodyPr>
          <a:lstStyle/>
          <a:p>
            <a:pPr algn="ctr"/>
            <a:r>
              <a:rPr lang="en-US" sz="900" dirty="0"/>
              <a:t>5789</a:t>
            </a:r>
          </a:p>
        </p:txBody>
      </p:sp>
      <p:sp>
        <p:nvSpPr>
          <p:cNvPr id="51" name="TextBox 50">
            <a:extLst>
              <a:ext uri="{FF2B5EF4-FFF2-40B4-BE49-F238E27FC236}">
                <a16:creationId xmlns:a16="http://schemas.microsoft.com/office/drawing/2014/main" id="{C81F7302-1638-2B07-8FFA-B673D6ED859B}"/>
              </a:ext>
            </a:extLst>
          </p:cNvPr>
          <p:cNvSpPr txBox="1"/>
          <p:nvPr/>
        </p:nvSpPr>
        <p:spPr>
          <a:xfrm>
            <a:off x="5215469" y="2231221"/>
            <a:ext cx="462845" cy="584775"/>
          </a:xfrm>
          <a:prstGeom prst="rect">
            <a:avLst/>
          </a:prstGeom>
          <a:noFill/>
        </p:spPr>
        <p:txBody>
          <a:bodyPr wrap="square" rtlCol="0">
            <a:spAutoFit/>
          </a:bodyPr>
          <a:lstStyle/>
          <a:p>
            <a:pPr algn="ctr"/>
            <a:r>
              <a:rPr lang="en-US" sz="3200" dirty="0"/>
              <a:t>6</a:t>
            </a:r>
          </a:p>
        </p:txBody>
      </p:sp>
      <p:sp>
        <p:nvSpPr>
          <p:cNvPr id="15" name="TextBox 14">
            <a:extLst>
              <a:ext uri="{FF2B5EF4-FFF2-40B4-BE49-F238E27FC236}">
                <a16:creationId xmlns:a16="http://schemas.microsoft.com/office/drawing/2014/main" id="{66BD31B3-A8CD-768A-719E-BF2CC3ADFA82}"/>
              </a:ext>
            </a:extLst>
          </p:cNvPr>
          <p:cNvSpPr txBox="1"/>
          <p:nvPr/>
        </p:nvSpPr>
        <p:spPr>
          <a:xfrm>
            <a:off x="3217333" y="2734556"/>
            <a:ext cx="462845" cy="584775"/>
          </a:xfrm>
          <a:prstGeom prst="rect">
            <a:avLst/>
          </a:prstGeom>
          <a:noFill/>
        </p:spPr>
        <p:txBody>
          <a:bodyPr wrap="square" rtlCol="0">
            <a:spAutoFit/>
          </a:bodyPr>
          <a:lstStyle/>
          <a:p>
            <a:pPr algn="ctr"/>
            <a:r>
              <a:rPr lang="en-US" sz="3200" dirty="0"/>
              <a:t>7</a:t>
            </a:r>
          </a:p>
        </p:txBody>
      </p:sp>
      <p:sp>
        <p:nvSpPr>
          <p:cNvPr id="52" name="TextBox 51">
            <a:extLst>
              <a:ext uri="{FF2B5EF4-FFF2-40B4-BE49-F238E27FC236}">
                <a16:creationId xmlns:a16="http://schemas.microsoft.com/office/drawing/2014/main" id="{1DB6151B-DF7C-9CEB-8D14-768A281DFF85}"/>
              </a:ext>
            </a:extLst>
          </p:cNvPr>
          <p:cNvSpPr txBox="1"/>
          <p:nvPr/>
        </p:nvSpPr>
        <p:spPr>
          <a:xfrm>
            <a:off x="3716867" y="2734556"/>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2483CC4D-0E61-1ADF-6143-D1D49F3AD293}"/>
              </a:ext>
            </a:extLst>
          </p:cNvPr>
          <p:cNvSpPr txBox="1"/>
          <p:nvPr/>
        </p:nvSpPr>
        <p:spPr>
          <a:xfrm>
            <a:off x="3716867" y="1727886"/>
            <a:ext cx="462845" cy="584775"/>
          </a:xfrm>
          <a:prstGeom prst="rect">
            <a:avLst/>
          </a:prstGeom>
          <a:noFill/>
        </p:spPr>
        <p:txBody>
          <a:bodyPr wrap="square" rtlCol="0">
            <a:spAutoFit/>
          </a:bodyPr>
          <a:lstStyle/>
          <a:p>
            <a:pPr algn="ctr"/>
            <a:r>
              <a:rPr lang="en-US" sz="3200" dirty="0"/>
              <a:t>7</a:t>
            </a:r>
          </a:p>
        </p:txBody>
      </p:sp>
      <p:sp>
        <p:nvSpPr>
          <p:cNvPr id="33" name="TextBox 32">
            <a:extLst>
              <a:ext uri="{FF2B5EF4-FFF2-40B4-BE49-F238E27FC236}">
                <a16:creationId xmlns:a16="http://schemas.microsoft.com/office/drawing/2014/main" id="{F78F1079-3D18-E4AE-CB3B-65A91912E966}"/>
              </a:ext>
            </a:extLst>
          </p:cNvPr>
          <p:cNvSpPr txBox="1"/>
          <p:nvPr/>
        </p:nvSpPr>
        <p:spPr>
          <a:xfrm>
            <a:off x="3138310" y="3907597"/>
            <a:ext cx="570089" cy="230832"/>
          </a:xfrm>
          <a:prstGeom prst="rect">
            <a:avLst/>
          </a:prstGeom>
          <a:noFill/>
        </p:spPr>
        <p:txBody>
          <a:bodyPr wrap="square" rtlCol="0">
            <a:spAutoFit/>
          </a:bodyPr>
          <a:lstStyle/>
          <a:p>
            <a:pPr algn="ctr"/>
            <a:r>
              <a:rPr lang="en-US" sz="900" dirty="0"/>
              <a:t>125</a:t>
            </a:r>
          </a:p>
        </p:txBody>
      </p:sp>
      <p:sp>
        <p:nvSpPr>
          <p:cNvPr id="53" name="TextBox 52">
            <a:extLst>
              <a:ext uri="{FF2B5EF4-FFF2-40B4-BE49-F238E27FC236}">
                <a16:creationId xmlns:a16="http://schemas.microsoft.com/office/drawing/2014/main" id="{2CE6C453-32B9-7B35-34A0-588D87F2ADDF}"/>
              </a:ext>
            </a:extLst>
          </p:cNvPr>
          <p:cNvSpPr txBox="1"/>
          <p:nvPr/>
        </p:nvSpPr>
        <p:spPr>
          <a:xfrm>
            <a:off x="3138310" y="4408541"/>
            <a:ext cx="570089" cy="230832"/>
          </a:xfrm>
          <a:prstGeom prst="rect">
            <a:avLst/>
          </a:prstGeom>
          <a:noFill/>
        </p:spPr>
        <p:txBody>
          <a:bodyPr wrap="square" rtlCol="0">
            <a:spAutoFit/>
          </a:bodyPr>
          <a:lstStyle/>
          <a:p>
            <a:pPr algn="ctr"/>
            <a:r>
              <a:rPr lang="en-US" sz="900" dirty="0"/>
              <a:t>125</a:t>
            </a:r>
          </a:p>
        </p:txBody>
      </p:sp>
      <p:sp>
        <p:nvSpPr>
          <p:cNvPr id="60" name="TextBox 59">
            <a:extLst>
              <a:ext uri="{FF2B5EF4-FFF2-40B4-BE49-F238E27FC236}">
                <a16:creationId xmlns:a16="http://schemas.microsoft.com/office/drawing/2014/main" id="{C44BFB40-FB81-9D6E-2975-5A24B234F361}"/>
              </a:ext>
            </a:extLst>
          </p:cNvPr>
          <p:cNvSpPr txBox="1"/>
          <p:nvPr/>
        </p:nvSpPr>
        <p:spPr>
          <a:xfrm>
            <a:off x="4645378" y="2905709"/>
            <a:ext cx="570089" cy="230832"/>
          </a:xfrm>
          <a:prstGeom prst="rect">
            <a:avLst/>
          </a:prstGeom>
          <a:noFill/>
        </p:spPr>
        <p:txBody>
          <a:bodyPr wrap="square" rtlCol="0">
            <a:spAutoFit/>
          </a:bodyPr>
          <a:lstStyle/>
          <a:p>
            <a:pPr algn="ctr"/>
            <a:r>
              <a:rPr lang="en-US" sz="900" dirty="0"/>
              <a:t>124589</a:t>
            </a:r>
          </a:p>
        </p:txBody>
      </p:sp>
      <p:sp>
        <p:nvSpPr>
          <p:cNvPr id="61" name="TextBox 60">
            <a:extLst>
              <a:ext uri="{FF2B5EF4-FFF2-40B4-BE49-F238E27FC236}">
                <a16:creationId xmlns:a16="http://schemas.microsoft.com/office/drawing/2014/main" id="{CDADA938-7709-36CB-C5EB-E63233138A70}"/>
              </a:ext>
            </a:extLst>
          </p:cNvPr>
          <p:cNvSpPr txBox="1"/>
          <p:nvPr/>
        </p:nvSpPr>
        <p:spPr>
          <a:xfrm>
            <a:off x="5650090" y="2905709"/>
            <a:ext cx="570089" cy="230832"/>
          </a:xfrm>
          <a:prstGeom prst="rect">
            <a:avLst/>
          </a:prstGeom>
          <a:noFill/>
        </p:spPr>
        <p:txBody>
          <a:bodyPr wrap="square" rtlCol="0">
            <a:spAutoFit/>
          </a:bodyPr>
          <a:lstStyle/>
          <a:p>
            <a:pPr algn="ctr"/>
            <a:r>
              <a:rPr lang="en-US" sz="900" dirty="0"/>
              <a:t>14589</a:t>
            </a:r>
          </a:p>
        </p:txBody>
      </p:sp>
      <p:sp>
        <p:nvSpPr>
          <p:cNvPr id="62" name="TextBox 61">
            <a:extLst>
              <a:ext uri="{FF2B5EF4-FFF2-40B4-BE49-F238E27FC236}">
                <a16:creationId xmlns:a16="http://schemas.microsoft.com/office/drawing/2014/main" id="{15E01DB9-C070-133E-3C42-44BC574D4A1D}"/>
              </a:ext>
            </a:extLst>
          </p:cNvPr>
          <p:cNvSpPr txBox="1"/>
          <p:nvPr/>
        </p:nvSpPr>
        <p:spPr>
          <a:xfrm>
            <a:off x="6654802" y="2905709"/>
            <a:ext cx="570089" cy="230832"/>
          </a:xfrm>
          <a:prstGeom prst="rect">
            <a:avLst/>
          </a:prstGeom>
          <a:noFill/>
        </p:spPr>
        <p:txBody>
          <a:bodyPr wrap="square" rtlCol="0">
            <a:spAutoFit/>
          </a:bodyPr>
          <a:lstStyle/>
          <a:p>
            <a:pPr algn="ctr"/>
            <a:r>
              <a:rPr lang="en-US" sz="900" dirty="0"/>
              <a:t>189</a:t>
            </a:r>
          </a:p>
        </p:txBody>
      </p:sp>
      <p:sp>
        <p:nvSpPr>
          <p:cNvPr id="63" name="TextBox 62">
            <a:extLst>
              <a:ext uri="{FF2B5EF4-FFF2-40B4-BE49-F238E27FC236}">
                <a16:creationId xmlns:a16="http://schemas.microsoft.com/office/drawing/2014/main" id="{EBCD88EB-B27B-F411-19B8-60783BAA9445}"/>
              </a:ext>
            </a:extLst>
          </p:cNvPr>
          <p:cNvSpPr txBox="1"/>
          <p:nvPr/>
        </p:nvSpPr>
        <p:spPr>
          <a:xfrm>
            <a:off x="7157158" y="2905709"/>
            <a:ext cx="570089" cy="230832"/>
          </a:xfrm>
          <a:prstGeom prst="rect">
            <a:avLst/>
          </a:prstGeom>
          <a:noFill/>
        </p:spPr>
        <p:txBody>
          <a:bodyPr wrap="square" rtlCol="0">
            <a:spAutoFit/>
          </a:bodyPr>
          <a:lstStyle/>
          <a:p>
            <a:pPr algn="ctr"/>
            <a:r>
              <a:rPr lang="en-US" sz="900" dirty="0"/>
              <a:t>19</a:t>
            </a:r>
          </a:p>
        </p:txBody>
      </p:sp>
      <p:sp>
        <p:nvSpPr>
          <p:cNvPr id="64" name="TextBox 63">
            <a:extLst>
              <a:ext uri="{FF2B5EF4-FFF2-40B4-BE49-F238E27FC236}">
                <a16:creationId xmlns:a16="http://schemas.microsoft.com/office/drawing/2014/main" id="{C87A939F-AEEC-4B28-3CC0-A30FD35392B9}"/>
              </a:ext>
            </a:extLst>
          </p:cNvPr>
          <p:cNvSpPr txBox="1"/>
          <p:nvPr/>
        </p:nvSpPr>
        <p:spPr>
          <a:xfrm>
            <a:off x="6654802" y="3406653"/>
            <a:ext cx="570089" cy="230832"/>
          </a:xfrm>
          <a:prstGeom prst="rect">
            <a:avLst/>
          </a:prstGeom>
          <a:noFill/>
        </p:spPr>
        <p:txBody>
          <a:bodyPr wrap="square" rtlCol="0">
            <a:spAutoFit/>
          </a:bodyPr>
          <a:lstStyle/>
          <a:p>
            <a:pPr algn="ctr"/>
            <a:r>
              <a:rPr lang="en-US" sz="900" dirty="0"/>
              <a:t>1689</a:t>
            </a:r>
          </a:p>
        </p:txBody>
      </p:sp>
      <p:sp>
        <p:nvSpPr>
          <p:cNvPr id="65" name="TextBox 64">
            <a:extLst>
              <a:ext uri="{FF2B5EF4-FFF2-40B4-BE49-F238E27FC236}">
                <a16:creationId xmlns:a16="http://schemas.microsoft.com/office/drawing/2014/main" id="{A8CAF7B0-BFF2-54AF-6FC1-77D9E5EAD0D0}"/>
              </a:ext>
            </a:extLst>
          </p:cNvPr>
          <p:cNvSpPr txBox="1"/>
          <p:nvPr/>
        </p:nvSpPr>
        <p:spPr>
          <a:xfrm>
            <a:off x="7157158" y="3406653"/>
            <a:ext cx="570089" cy="230832"/>
          </a:xfrm>
          <a:prstGeom prst="rect">
            <a:avLst/>
          </a:prstGeom>
          <a:noFill/>
        </p:spPr>
        <p:txBody>
          <a:bodyPr wrap="square" rtlCol="0">
            <a:spAutoFit/>
          </a:bodyPr>
          <a:lstStyle/>
          <a:p>
            <a:pPr algn="ctr"/>
            <a:r>
              <a:rPr lang="en-US" sz="900" dirty="0"/>
              <a:t>169</a:t>
            </a:r>
          </a:p>
        </p:txBody>
      </p:sp>
      <p:sp>
        <p:nvSpPr>
          <p:cNvPr id="66" name="TextBox 65">
            <a:extLst>
              <a:ext uri="{FF2B5EF4-FFF2-40B4-BE49-F238E27FC236}">
                <a16:creationId xmlns:a16="http://schemas.microsoft.com/office/drawing/2014/main" id="{7566247D-B9D8-56EF-023B-4DDE766FBD6A}"/>
              </a:ext>
            </a:extLst>
          </p:cNvPr>
          <p:cNvSpPr txBox="1"/>
          <p:nvPr/>
        </p:nvSpPr>
        <p:spPr>
          <a:xfrm>
            <a:off x="4216401" y="2734556"/>
            <a:ext cx="462845" cy="584775"/>
          </a:xfrm>
          <a:prstGeom prst="rect">
            <a:avLst/>
          </a:prstGeom>
          <a:noFill/>
        </p:spPr>
        <p:txBody>
          <a:bodyPr wrap="square" rtlCol="0">
            <a:spAutoFit/>
          </a:bodyPr>
          <a:lstStyle/>
          <a:p>
            <a:pPr algn="ctr"/>
            <a:r>
              <a:rPr lang="en-US" sz="3200" dirty="0"/>
              <a:t>5</a:t>
            </a:r>
          </a:p>
        </p:txBody>
      </p:sp>
      <p:sp>
        <p:nvSpPr>
          <p:cNvPr id="67" name="TextBox 66">
            <a:extLst>
              <a:ext uri="{FF2B5EF4-FFF2-40B4-BE49-F238E27FC236}">
                <a16:creationId xmlns:a16="http://schemas.microsoft.com/office/drawing/2014/main" id="{F73C5CA5-8011-EF25-827E-F64CA8719B7E}"/>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68" name="TextBox 67">
            <a:extLst>
              <a:ext uri="{FF2B5EF4-FFF2-40B4-BE49-F238E27FC236}">
                <a16:creationId xmlns:a16="http://schemas.microsoft.com/office/drawing/2014/main" id="{8B868C70-06D9-A8CD-A327-B36FFBA0DB95}"/>
              </a:ext>
            </a:extLst>
          </p:cNvPr>
          <p:cNvSpPr txBox="1"/>
          <p:nvPr/>
        </p:nvSpPr>
        <p:spPr>
          <a:xfrm>
            <a:off x="3716867" y="3237891"/>
            <a:ext cx="462845" cy="584775"/>
          </a:xfrm>
          <a:prstGeom prst="rect">
            <a:avLst/>
          </a:prstGeom>
          <a:noFill/>
        </p:spPr>
        <p:txBody>
          <a:bodyPr wrap="square" rtlCol="0">
            <a:spAutoFit/>
          </a:bodyPr>
          <a:lstStyle/>
          <a:p>
            <a:pPr algn="ctr"/>
            <a:r>
              <a:rPr lang="en-US" sz="3200" dirty="0"/>
              <a:t>4</a:t>
            </a:r>
          </a:p>
        </p:txBody>
      </p:sp>
      <p:sp>
        <p:nvSpPr>
          <p:cNvPr id="69" name="TextBox 68">
            <a:extLst>
              <a:ext uri="{FF2B5EF4-FFF2-40B4-BE49-F238E27FC236}">
                <a16:creationId xmlns:a16="http://schemas.microsoft.com/office/drawing/2014/main" id="{C1076EBD-30B0-68C1-DC0A-7B3B8CBC539C}"/>
              </a:ext>
            </a:extLst>
          </p:cNvPr>
          <p:cNvSpPr txBox="1"/>
          <p:nvPr/>
        </p:nvSpPr>
        <p:spPr>
          <a:xfrm>
            <a:off x="5147734" y="2034453"/>
            <a:ext cx="570089" cy="230832"/>
          </a:xfrm>
          <a:prstGeom prst="rect">
            <a:avLst/>
          </a:prstGeom>
          <a:noFill/>
        </p:spPr>
        <p:txBody>
          <a:bodyPr wrap="square" rtlCol="0">
            <a:spAutoFit/>
          </a:bodyPr>
          <a:lstStyle/>
          <a:p>
            <a:pPr algn="ctr"/>
            <a:r>
              <a:rPr lang="en-US" sz="900" dirty="0"/>
              <a:t>89</a:t>
            </a:r>
          </a:p>
        </p:txBody>
      </p:sp>
    </p:spTree>
    <p:extLst>
      <p:ext uri="{BB962C8B-B14F-4D97-AF65-F5344CB8AC3E}">
        <p14:creationId xmlns:p14="http://schemas.microsoft.com/office/powerpoint/2010/main" val="40094514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606145-DA03-333B-057E-74C6EEA6E12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D5C8DA2-46FD-FFC7-E0FF-1C4E5EE254EA}"/>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DA829293-B687-4934-F5AD-589599F3A810}"/>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0ADAC235-2088-53BF-7949-D91C4877A921}"/>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3CE8295E-E7D4-FD86-AFAC-336F6AABC986}"/>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19706C9D-7AF7-B83E-9F8D-50E79086E2B5}"/>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61C48D35-E760-420E-E69F-DC6677DE5031}"/>
              </a:ext>
            </a:extLst>
          </p:cNvPr>
          <p:cNvSpPr txBox="1"/>
          <p:nvPr/>
        </p:nvSpPr>
        <p:spPr>
          <a:xfrm>
            <a:off x="3716867" y="2231221"/>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AF3B682D-379B-9F39-7C36-0B1CB85DAC68}"/>
              </a:ext>
            </a:extLst>
          </p:cNvPr>
          <p:cNvSpPr txBox="1"/>
          <p:nvPr/>
        </p:nvSpPr>
        <p:spPr>
          <a:xfrm>
            <a:off x="3217333" y="4747898"/>
            <a:ext cx="462845" cy="584775"/>
          </a:xfrm>
          <a:prstGeom prst="rect">
            <a:avLst/>
          </a:prstGeom>
          <a:noFill/>
        </p:spPr>
        <p:txBody>
          <a:bodyPr wrap="square" rtlCol="0">
            <a:spAutoFit/>
          </a:bodyPr>
          <a:lstStyle/>
          <a:p>
            <a:pPr algn="ctr"/>
            <a:r>
              <a:rPr lang="en-US" sz="3200" dirty="0"/>
              <a:t>6</a:t>
            </a:r>
          </a:p>
        </p:txBody>
      </p:sp>
      <p:sp>
        <p:nvSpPr>
          <p:cNvPr id="11" name="TextBox 10">
            <a:extLst>
              <a:ext uri="{FF2B5EF4-FFF2-40B4-BE49-F238E27FC236}">
                <a16:creationId xmlns:a16="http://schemas.microsoft.com/office/drawing/2014/main" id="{9031C15F-B8B9-1219-578D-64D20E8C46A9}"/>
              </a:ext>
            </a:extLst>
          </p:cNvPr>
          <p:cNvSpPr txBox="1"/>
          <p:nvPr/>
        </p:nvSpPr>
        <p:spPr>
          <a:xfrm>
            <a:off x="7213604" y="4747898"/>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DAF9FF1A-538C-8FEF-9116-0D3DE5739263}"/>
              </a:ext>
            </a:extLst>
          </p:cNvPr>
          <p:cNvSpPr txBox="1"/>
          <p:nvPr/>
        </p:nvSpPr>
        <p:spPr>
          <a:xfrm>
            <a:off x="6214537" y="2734556"/>
            <a:ext cx="462845" cy="584775"/>
          </a:xfrm>
          <a:prstGeom prst="rect">
            <a:avLst/>
          </a:prstGeom>
          <a:no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3CDF0E72-98C2-278E-875F-507252EB22BF}"/>
              </a:ext>
            </a:extLst>
          </p:cNvPr>
          <p:cNvSpPr txBox="1"/>
          <p:nvPr/>
        </p:nvSpPr>
        <p:spPr>
          <a:xfrm>
            <a:off x="4143022" y="2274133"/>
            <a:ext cx="570089" cy="230832"/>
          </a:xfrm>
          <a:prstGeom prst="rect">
            <a:avLst/>
          </a:prstGeom>
          <a:noFill/>
        </p:spPr>
        <p:txBody>
          <a:bodyPr wrap="square" rtlCol="0">
            <a:spAutoFit/>
          </a:bodyPr>
          <a:lstStyle/>
          <a:p>
            <a:pPr algn="ctr"/>
            <a:r>
              <a:rPr lang="en-US" sz="900" dirty="0"/>
              <a:t>89</a:t>
            </a:r>
          </a:p>
        </p:txBody>
      </p:sp>
      <p:sp>
        <p:nvSpPr>
          <p:cNvPr id="14" name="TextBox 13">
            <a:extLst>
              <a:ext uri="{FF2B5EF4-FFF2-40B4-BE49-F238E27FC236}">
                <a16:creationId xmlns:a16="http://schemas.microsoft.com/office/drawing/2014/main" id="{F2ECCEF0-009E-B938-4764-956F40DDC860}"/>
              </a:ext>
            </a:extLst>
          </p:cNvPr>
          <p:cNvSpPr txBox="1"/>
          <p:nvPr/>
        </p:nvSpPr>
        <p:spPr>
          <a:xfrm>
            <a:off x="4645378" y="2274133"/>
            <a:ext cx="570089" cy="230832"/>
          </a:xfrm>
          <a:prstGeom prst="rect">
            <a:avLst/>
          </a:prstGeom>
          <a:noFill/>
        </p:spPr>
        <p:txBody>
          <a:bodyPr wrap="square" rtlCol="0">
            <a:spAutoFit/>
          </a:bodyPr>
          <a:lstStyle/>
          <a:p>
            <a:pPr algn="ctr"/>
            <a:r>
              <a:rPr lang="en-US" sz="900" dirty="0"/>
              <a:t>5789</a:t>
            </a:r>
          </a:p>
        </p:txBody>
      </p:sp>
      <p:sp>
        <p:nvSpPr>
          <p:cNvPr id="16" name="TextBox 15">
            <a:extLst>
              <a:ext uri="{FF2B5EF4-FFF2-40B4-BE49-F238E27FC236}">
                <a16:creationId xmlns:a16="http://schemas.microsoft.com/office/drawing/2014/main" id="{C7E53BC5-A46E-DD74-EAB1-9C2B9D019DB7}"/>
              </a:ext>
            </a:extLst>
          </p:cNvPr>
          <p:cNvSpPr txBox="1"/>
          <p:nvPr/>
        </p:nvSpPr>
        <p:spPr>
          <a:xfrm>
            <a:off x="5650090" y="2274133"/>
            <a:ext cx="570089" cy="230832"/>
          </a:xfrm>
          <a:prstGeom prst="rect">
            <a:avLst/>
          </a:prstGeom>
          <a:noFill/>
        </p:spPr>
        <p:txBody>
          <a:bodyPr wrap="square" rtlCol="0">
            <a:spAutoFit/>
          </a:bodyPr>
          <a:lstStyle/>
          <a:p>
            <a:pPr algn="ctr"/>
            <a:r>
              <a:rPr lang="en-US" sz="900" dirty="0"/>
              <a:t>5789</a:t>
            </a:r>
          </a:p>
        </p:txBody>
      </p:sp>
      <p:sp>
        <p:nvSpPr>
          <p:cNvPr id="17" name="TextBox 16">
            <a:extLst>
              <a:ext uri="{FF2B5EF4-FFF2-40B4-BE49-F238E27FC236}">
                <a16:creationId xmlns:a16="http://schemas.microsoft.com/office/drawing/2014/main" id="{A3BAA279-B719-E063-AABF-616B50A1A917}"/>
              </a:ext>
            </a:extLst>
          </p:cNvPr>
          <p:cNvSpPr txBox="1"/>
          <p:nvPr/>
        </p:nvSpPr>
        <p:spPr>
          <a:xfrm>
            <a:off x="6152446" y="2274133"/>
            <a:ext cx="570089" cy="230832"/>
          </a:xfrm>
          <a:prstGeom prst="rect">
            <a:avLst/>
          </a:prstGeom>
          <a:noFill/>
        </p:spPr>
        <p:txBody>
          <a:bodyPr wrap="square" rtlCol="0">
            <a:spAutoFit/>
          </a:bodyPr>
          <a:lstStyle/>
          <a:p>
            <a:pPr algn="ctr"/>
            <a:r>
              <a:rPr lang="en-US" sz="900" dirty="0"/>
              <a:t>57</a:t>
            </a:r>
          </a:p>
        </p:txBody>
      </p:sp>
      <p:sp>
        <p:nvSpPr>
          <p:cNvPr id="18" name="TextBox 17">
            <a:extLst>
              <a:ext uri="{FF2B5EF4-FFF2-40B4-BE49-F238E27FC236}">
                <a16:creationId xmlns:a16="http://schemas.microsoft.com/office/drawing/2014/main" id="{04948C81-8B18-5A10-A552-FAF5B73D2F31}"/>
              </a:ext>
            </a:extLst>
          </p:cNvPr>
          <p:cNvSpPr txBox="1"/>
          <p:nvPr/>
        </p:nvSpPr>
        <p:spPr>
          <a:xfrm>
            <a:off x="6654802" y="2404765"/>
            <a:ext cx="570089" cy="230832"/>
          </a:xfrm>
          <a:prstGeom prst="rect">
            <a:avLst/>
          </a:prstGeom>
          <a:noFill/>
        </p:spPr>
        <p:txBody>
          <a:bodyPr wrap="square" rtlCol="0">
            <a:spAutoFit/>
          </a:bodyPr>
          <a:lstStyle/>
          <a:p>
            <a:pPr algn="ctr"/>
            <a:r>
              <a:rPr lang="en-US" sz="900" dirty="0"/>
              <a:t>24</a:t>
            </a:r>
          </a:p>
        </p:txBody>
      </p:sp>
      <p:sp>
        <p:nvSpPr>
          <p:cNvPr id="19" name="TextBox 18">
            <a:extLst>
              <a:ext uri="{FF2B5EF4-FFF2-40B4-BE49-F238E27FC236}">
                <a16:creationId xmlns:a16="http://schemas.microsoft.com/office/drawing/2014/main" id="{2D46B370-5247-32DC-0627-662EE56AC493}"/>
              </a:ext>
            </a:extLst>
          </p:cNvPr>
          <p:cNvSpPr txBox="1"/>
          <p:nvPr/>
        </p:nvSpPr>
        <p:spPr>
          <a:xfrm>
            <a:off x="7157158" y="2404765"/>
            <a:ext cx="570089" cy="230832"/>
          </a:xfrm>
          <a:prstGeom prst="rect">
            <a:avLst/>
          </a:prstGeom>
          <a:noFill/>
        </p:spPr>
        <p:txBody>
          <a:bodyPr wrap="square" rtlCol="0">
            <a:spAutoFit/>
          </a:bodyPr>
          <a:lstStyle/>
          <a:p>
            <a:pPr algn="ctr"/>
            <a:r>
              <a:rPr lang="en-US" sz="900" dirty="0"/>
              <a:t>42</a:t>
            </a:r>
          </a:p>
        </p:txBody>
      </p:sp>
      <p:sp>
        <p:nvSpPr>
          <p:cNvPr id="20" name="TextBox 19">
            <a:extLst>
              <a:ext uri="{FF2B5EF4-FFF2-40B4-BE49-F238E27FC236}">
                <a16:creationId xmlns:a16="http://schemas.microsoft.com/office/drawing/2014/main" id="{6E58326C-CF50-DC48-7570-3991F262FA4E}"/>
              </a:ext>
            </a:extLst>
          </p:cNvPr>
          <p:cNvSpPr txBox="1"/>
          <p:nvPr/>
        </p:nvSpPr>
        <p:spPr>
          <a:xfrm>
            <a:off x="4645378" y="1903821"/>
            <a:ext cx="570089" cy="230832"/>
          </a:xfrm>
          <a:prstGeom prst="rect">
            <a:avLst/>
          </a:prstGeom>
          <a:noFill/>
        </p:spPr>
        <p:txBody>
          <a:bodyPr wrap="square" rtlCol="0">
            <a:spAutoFit/>
          </a:bodyPr>
          <a:lstStyle/>
          <a:p>
            <a:pPr algn="ctr"/>
            <a:r>
              <a:rPr lang="en-US" sz="900" dirty="0"/>
              <a:t>45</a:t>
            </a:r>
          </a:p>
        </p:txBody>
      </p:sp>
      <p:sp>
        <p:nvSpPr>
          <p:cNvPr id="23" name="TextBox 22">
            <a:extLst>
              <a:ext uri="{FF2B5EF4-FFF2-40B4-BE49-F238E27FC236}">
                <a16:creationId xmlns:a16="http://schemas.microsoft.com/office/drawing/2014/main" id="{AFC2F769-9B16-D467-5D77-289CA8F8D047}"/>
              </a:ext>
            </a:extLst>
          </p:cNvPr>
          <p:cNvSpPr txBox="1"/>
          <p:nvPr/>
        </p:nvSpPr>
        <p:spPr>
          <a:xfrm>
            <a:off x="6214537" y="721216"/>
            <a:ext cx="462845" cy="584775"/>
          </a:xfrm>
          <a:prstGeom prst="rect">
            <a:avLst/>
          </a:prstGeom>
          <a:noFill/>
        </p:spPr>
        <p:txBody>
          <a:bodyPr wrap="square" rtlCol="0">
            <a:spAutoFit/>
          </a:bodyPr>
          <a:lstStyle/>
          <a:p>
            <a:pPr algn="ctr"/>
            <a:r>
              <a:rPr lang="en-US" sz="3200" dirty="0"/>
              <a:t>2</a:t>
            </a:r>
          </a:p>
        </p:txBody>
      </p:sp>
      <p:sp>
        <p:nvSpPr>
          <p:cNvPr id="24" name="TextBox 23">
            <a:extLst>
              <a:ext uri="{FF2B5EF4-FFF2-40B4-BE49-F238E27FC236}">
                <a16:creationId xmlns:a16="http://schemas.microsoft.com/office/drawing/2014/main" id="{0E5E4333-63E2-2B53-9DAE-E2DE3BA930AC}"/>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F16589F7-DA38-D73D-90DA-496578877694}"/>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0BE16E3D-41E8-80D8-FB40-AF53AFAC1339}"/>
              </a:ext>
            </a:extLst>
          </p:cNvPr>
          <p:cNvSpPr txBox="1"/>
          <p:nvPr/>
        </p:nvSpPr>
        <p:spPr>
          <a:xfrm>
            <a:off x="6654802" y="771301"/>
            <a:ext cx="570089" cy="230832"/>
          </a:xfrm>
          <a:prstGeom prst="rect">
            <a:avLst/>
          </a:prstGeom>
          <a:noFill/>
        </p:spPr>
        <p:txBody>
          <a:bodyPr wrap="square" rtlCol="0">
            <a:spAutoFit/>
          </a:bodyPr>
          <a:lstStyle/>
          <a:p>
            <a:pPr algn="ctr"/>
            <a:r>
              <a:rPr lang="en-US" sz="900" dirty="0"/>
              <a:t>97</a:t>
            </a:r>
          </a:p>
        </p:txBody>
      </p:sp>
      <p:sp>
        <p:nvSpPr>
          <p:cNvPr id="26" name="TextBox 25">
            <a:extLst>
              <a:ext uri="{FF2B5EF4-FFF2-40B4-BE49-F238E27FC236}">
                <a16:creationId xmlns:a16="http://schemas.microsoft.com/office/drawing/2014/main" id="{54B73428-AC1F-FAF4-8C9F-6B143ACEEAB9}"/>
              </a:ext>
            </a:extLst>
          </p:cNvPr>
          <p:cNvSpPr txBox="1"/>
          <p:nvPr/>
        </p:nvSpPr>
        <p:spPr>
          <a:xfrm>
            <a:off x="6654802" y="1402877"/>
            <a:ext cx="570089" cy="230832"/>
          </a:xfrm>
          <a:prstGeom prst="rect">
            <a:avLst/>
          </a:prstGeom>
          <a:noFill/>
        </p:spPr>
        <p:txBody>
          <a:bodyPr wrap="square" rtlCol="0">
            <a:spAutoFit/>
          </a:bodyPr>
          <a:lstStyle/>
          <a:p>
            <a:pPr algn="ctr"/>
            <a:r>
              <a:rPr lang="en-US" sz="900" dirty="0"/>
              <a:t>34579</a:t>
            </a:r>
          </a:p>
        </p:txBody>
      </p:sp>
      <p:sp>
        <p:nvSpPr>
          <p:cNvPr id="27" name="TextBox 26">
            <a:extLst>
              <a:ext uri="{FF2B5EF4-FFF2-40B4-BE49-F238E27FC236}">
                <a16:creationId xmlns:a16="http://schemas.microsoft.com/office/drawing/2014/main" id="{496639A0-A136-BDFA-9BA0-2D8056616660}"/>
              </a:ext>
            </a:extLst>
          </p:cNvPr>
          <p:cNvSpPr txBox="1"/>
          <p:nvPr/>
        </p:nvSpPr>
        <p:spPr>
          <a:xfrm>
            <a:off x="7157158" y="1402877"/>
            <a:ext cx="570089" cy="230832"/>
          </a:xfrm>
          <a:prstGeom prst="rect">
            <a:avLst/>
          </a:prstGeom>
          <a:noFill/>
        </p:spPr>
        <p:txBody>
          <a:bodyPr wrap="square" rtlCol="0">
            <a:spAutoFit/>
          </a:bodyPr>
          <a:lstStyle/>
          <a:p>
            <a:pPr algn="ctr"/>
            <a:r>
              <a:rPr lang="en-US" sz="900" dirty="0"/>
              <a:t>4579</a:t>
            </a:r>
          </a:p>
        </p:txBody>
      </p:sp>
      <p:sp>
        <p:nvSpPr>
          <p:cNvPr id="28" name="TextBox 27">
            <a:extLst>
              <a:ext uri="{FF2B5EF4-FFF2-40B4-BE49-F238E27FC236}">
                <a16:creationId xmlns:a16="http://schemas.microsoft.com/office/drawing/2014/main" id="{8ACBC7FC-0BDB-E07A-2A5F-B455C233D5CD}"/>
              </a:ext>
            </a:extLst>
          </p:cNvPr>
          <p:cNvSpPr txBox="1"/>
          <p:nvPr/>
        </p:nvSpPr>
        <p:spPr>
          <a:xfrm>
            <a:off x="6654802" y="2034453"/>
            <a:ext cx="570089" cy="230832"/>
          </a:xfrm>
          <a:prstGeom prst="rect">
            <a:avLst/>
          </a:prstGeom>
          <a:noFill/>
        </p:spPr>
        <p:txBody>
          <a:bodyPr wrap="square" rtlCol="0">
            <a:spAutoFit/>
          </a:bodyPr>
          <a:lstStyle/>
          <a:p>
            <a:pPr algn="ctr"/>
            <a:r>
              <a:rPr lang="en-US" sz="900" dirty="0"/>
              <a:t>345</a:t>
            </a:r>
          </a:p>
        </p:txBody>
      </p:sp>
      <p:sp>
        <p:nvSpPr>
          <p:cNvPr id="29" name="TextBox 28">
            <a:extLst>
              <a:ext uri="{FF2B5EF4-FFF2-40B4-BE49-F238E27FC236}">
                <a16:creationId xmlns:a16="http://schemas.microsoft.com/office/drawing/2014/main" id="{845BB5EA-3D93-A565-BD82-F5576731DE90}"/>
              </a:ext>
            </a:extLst>
          </p:cNvPr>
          <p:cNvSpPr txBox="1"/>
          <p:nvPr/>
        </p:nvSpPr>
        <p:spPr>
          <a:xfrm>
            <a:off x="7157158" y="2034453"/>
            <a:ext cx="570089" cy="230832"/>
          </a:xfrm>
          <a:prstGeom prst="rect">
            <a:avLst/>
          </a:prstGeom>
          <a:noFill/>
        </p:spPr>
        <p:txBody>
          <a:bodyPr wrap="square" rtlCol="0">
            <a:spAutoFit/>
          </a:bodyPr>
          <a:lstStyle/>
          <a:p>
            <a:pPr algn="ctr"/>
            <a:r>
              <a:rPr lang="en-US" sz="900" dirty="0"/>
              <a:t>45</a:t>
            </a:r>
          </a:p>
        </p:txBody>
      </p:sp>
      <p:sp>
        <p:nvSpPr>
          <p:cNvPr id="30" name="TextBox 29">
            <a:extLst>
              <a:ext uri="{FF2B5EF4-FFF2-40B4-BE49-F238E27FC236}">
                <a16:creationId xmlns:a16="http://schemas.microsoft.com/office/drawing/2014/main" id="{9D14EE00-9C05-37D5-45CB-EBDCF303B7A8}"/>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DA89506D-ACE3-9A01-9932-BAEC0274E598}"/>
              </a:ext>
            </a:extLst>
          </p:cNvPr>
          <p:cNvSpPr txBox="1"/>
          <p:nvPr/>
        </p:nvSpPr>
        <p:spPr>
          <a:xfrm>
            <a:off x="3217333" y="721216"/>
            <a:ext cx="462845" cy="584775"/>
          </a:xfrm>
          <a:prstGeom prst="rect">
            <a:avLst/>
          </a:prstGeom>
          <a:noFill/>
        </p:spPr>
        <p:txBody>
          <a:bodyPr wrap="square" rtlCol="0">
            <a:spAutoFit/>
          </a:bodyPr>
          <a:lstStyle/>
          <a:p>
            <a:pPr algn="ctr"/>
            <a:r>
              <a:rPr lang="en-US" sz="3200" dirty="0"/>
              <a:t>4</a:t>
            </a:r>
          </a:p>
        </p:txBody>
      </p:sp>
      <p:sp>
        <p:nvSpPr>
          <p:cNvPr id="32" name="TextBox 31">
            <a:extLst>
              <a:ext uri="{FF2B5EF4-FFF2-40B4-BE49-F238E27FC236}">
                <a16:creationId xmlns:a16="http://schemas.microsoft.com/office/drawing/2014/main" id="{CE24D11B-F33E-3ADC-363D-9954DE2F6E26}"/>
              </a:ext>
            </a:extLst>
          </p:cNvPr>
          <p:cNvSpPr txBox="1"/>
          <p:nvPr/>
        </p:nvSpPr>
        <p:spPr>
          <a:xfrm>
            <a:off x="3138310" y="1402877"/>
            <a:ext cx="570089" cy="230832"/>
          </a:xfrm>
          <a:prstGeom prst="rect">
            <a:avLst/>
          </a:prstGeom>
          <a:noFill/>
        </p:spPr>
        <p:txBody>
          <a:bodyPr wrap="square" rtlCol="0">
            <a:spAutoFit/>
          </a:bodyPr>
          <a:lstStyle/>
          <a:p>
            <a:pPr algn="ctr"/>
            <a:r>
              <a:rPr lang="en-US" sz="900" dirty="0"/>
              <a:t>89</a:t>
            </a:r>
          </a:p>
        </p:txBody>
      </p:sp>
      <p:sp>
        <p:nvSpPr>
          <p:cNvPr id="34" name="TextBox 33">
            <a:extLst>
              <a:ext uri="{FF2B5EF4-FFF2-40B4-BE49-F238E27FC236}">
                <a16:creationId xmlns:a16="http://schemas.microsoft.com/office/drawing/2014/main" id="{29167037-5D90-B393-F24D-9094D50F8FA7}"/>
              </a:ext>
            </a:extLst>
          </p:cNvPr>
          <p:cNvSpPr txBox="1"/>
          <p:nvPr/>
        </p:nvSpPr>
        <p:spPr>
          <a:xfrm>
            <a:off x="3138310" y="2034453"/>
            <a:ext cx="570089" cy="230832"/>
          </a:xfrm>
          <a:prstGeom prst="rect">
            <a:avLst/>
          </a:prstGeom>
          <a:noFill/>
        </p:spPr>
        <p:txBody>
          <a:bodyPr wrap="square" rtlCol="0">
            <a:spAutoFit/>
          </a:bodyPr>
          <a:lstStyle/>
          <a:p>
            <a:pPr algn="ctr"/>
            <a:r>
              <a:rPr lang="en-US" sz="900" dirty="0"/>
              <a:t>98</a:t>
            </a:r>
          </a:p>
        </p:txBody>
      </p:sp>
      <p:sp>
        <p:nvSpPr>
          <p:cNvPr id="35" name="TextBox 34">
            <a:extLst>
              <a:ext uri="{FF2B5EF4-FFF2-40B4-BE49-F238E27FC236}">
                <a16:creationId xmlns:a16="http://schemas.microsoft.com/office/drawing/2014/main" id="{00B4C4B1-39C4-0BD2-03AD-F007E4C0FBC7}"/>
              </a:ext>
            </a:extLst>
          </p:cNvPr>
          <p:cNvSpPr txBox="1"/>
          <p:nvPr/>
        </p:nvSpPr>
        <p:spPr>
          <a:xfrm>
            <a:off x="4216401" y="1224551"/>
            <a:ext cx="462845" cy="584775"/>
          </a:xfrm>
          <a:prstGeom prst="rect">
            <a:avLst/>
          </a:prstGeom>
          <a:noFill/>
        </p:spPr>
        <p:txBody>
          <a:bodyPr wrap="square" rtlCol="0">
            <a:spAutoFit/>
          </a:bodyPr>
          <a:lstStyle/>
          <a:p>
            <a:pPr algn="ctr"/>
            <a:r>
              <a:rPr lang="en-US" sz="3200" dirty="0"/>
              <a:t>1</a:t>
            </a:r>
          </a:p>
        </p:txBody>
      </p:sp>
      <p:sp>
        <p:nvSpPr>
          <p:cNvPr id="36" name="TextBox 35">
            <a:extLst>
              <a:ext uri="{FF2B5EF4-FFF2-40B4-BE49-F238E27FC236}">
                <a16:creationId xmlns:a16="http://schemas.microsoft.com/office/drawing/2014/main" id="{AE44ED05-C1EC-21D4-0907-315E86A47E8D}"/>
              </a:ext>
            </a:extLst>
          </p:cNvPr>
          <p:cNvSpPr txBox="1"/>
          <p:nvPr/>
        </p:nvSpPr>
        <p:spPr>
          <a:xfrm>
            <a:off x="5215469" y="721216"/>
            <a:ext cx="462845" cy="584775"/>
          </a:xfrm>
          <a:prstGeom prst="rect">
            <a:avLst/>
          </a:prstGeom>
          <a:noFill/>
        </p:spPr>
        <p:txBody>
          <a:bodyPr wrap="square" rtlCol="0">
            <a:spAutoFit/>
          </a:bodyPr>
          <a:lstStyle/>
          <a:p>
            <a:pPr algn="ctr"/>
            <a:r>
              <a:rPr lang="en-US" sz="3200" dirty="0"/>
              <a:t>1</a:t>
            </a:r>
          </a:p>
        </p:txBody>
      </p:sp>
      <p:sp>
        <p:nvSpPr>
          <p:cNvPr id="37" name="TextBox 36">
            <a:extLst>
              <a:ext uri="{FF2B5EF4-FFF2-40B4-BE49-F238E27FC236}">
                <a16:creationId xmlns:a16="http://schemas.microsoft.com/office/drawing/2014/main" id="{AB2201CE-AA3C-0622-9945-7D9C38F8B8B4}"/>
              </a:ext>
            </a:extLst>
          </p:cNvPr>
          <p:cNvSpPr txBox="1"/>
          <p:nvPr/>
        </p:nvSpPr>
        <p:spPr>
          <a:xfrm>
            <a:off x="3640666" y="901933"/>
            <a:ext cx="570089" cy="230832"/>
          </a:xfrm>
          <a:prstGeom prst="rect">
            <a:avLst/>
          </a:prstGeom>
          <a:noFill/>
        </p:spPr>
        <p:txBody>
          <a:bodyPr wrap="square" rtlCol="0">
            <a:spAutoFit/>
          </a:bodyPr>
          <a:lstStyle/>
          <a:p>
            <a:pPr algn="ctr"/>
            <a:r>
              <a:rPr lang="en-US" sz="900" dirty="0"/>
              <a:t>35</a:t>
            </a:r>
          </a:p>
        </p:txBody>
      </p:sp>
      <p:sp>
        <p:nvSpPr>
          <p:cNvPr id="39" name="TextBox 38">
            <a:extLst>
              <a:ext uri="{FF2B5EF4-FFF2-40B4-BE49-F238E27FC236}">
                <a16:creationId xmlns:a16="http://schemas.microsoft.com/office/drawing/2014/main" id="{C52B405D-9B9D-FF09-B340-2A6B9CAE1175}"/>
              </a:ext>
            </a:extLst>
          </p:cNvPr>
          <p:cNvSpPr txBox="1"/>
          <p:nvPr/>
        </p:nvSpPr>
        <p:spPr>
          <a:xfrm>
            <a:off x="3640666" y="1402877"/>
            <a:ext cx="570089" cy="230832"/>
          </a:xfrm>
          <a:prstGeom prst="rect">
            <a:avLst/>
          </a:prstGeom>
          <a:noFill/>
        </p:spPr>
        <p:txBody>
          <a:bodyPr wrap="square" rtlCol="0">
            <a:spAutoFit/>
          </a:bodyPr>
          <a:lstStyle/>
          <a:p>
            <a:pPr algn="ctr"/>
            <a:r>
              <a:rPr lang="en-US" sz="900" dirty="0"/>
              <a:t>53</a:t>
            </a:r>
          </a:p>
        </p:txBody>
      </p:sp>
      <p:sp>
        <p:nvSpPr>
          <p:cNvPr id="40" name="TextBox 39">
            <a:extLst>
              <a:ext uri="{FF2B5EF4-FFF2-40B4-BE49-F238E27FC236}">
                <a16:creationId xmlns:a16="http://schemas.microsoft.com/office/drawing/2014/main" id="{4926B569-E30A-AE08-E138-EA40A1E30AAE}"/>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41" name="TextBox 40">
            <a:extLst>
              <a:ext uri="{FF2B5EF4-FFF2-40B4-BE49-F238E27FC236}">
                <a16:creationId xmlns:a16="http://schemas.microsoft.com/office/drawing/2014/main" id="{C8379B03-DE39-D72F-A96E-998E876369A4}"/>
              </a:ext>
            </a:extLst>
          </p:cNvPr>
          <p:cNvSpPr txBox="1"/>
          <p:nvPr/>
        </p:nvSpPr>
        <p:spPr>
          <a:xfrm>
            <a:off x="4645378" y="771301"/>
            <a:ext cx="570089" cy="230832"/>
          </a:xfrm>
          <a:prstGeom prst="rect">
            <a:avLst/>
          </a:prstGeom>
          <a:noFill/>
        </p:spPr>
        <p:txBody>
          <a:bodyPr wrap="square" rtlCol="0">
            <a:spAutoFit/>
          </a:bodyPr>
          <a:lstStyle/>
          <a:p>
            <a:pPr algn="ctr"/>
            <a:r>
              <a:rPr lang="en-US" sz="900" dirty="0"/>
              <a:t>79</a:t>
            </a:r>
          </a:p>
        </p:txBody>
      </p:sp>
      <p:sp>
        <p:nvSpPr>
          <p:cNvPr id="38" name="TextBox 37">
            <a:extLst>
              <a:ext uri="{FF2B5EF4-FFF2-40B4-BE49-F238E27FC236}">
                <a16:creationId xmlns:a16="http://schemas.microsoft.com/office/drawing/2014/main" id="{0363C3E9-66CE-2B15-5F6E-AAD66B1EE965}"/>
              </a:ext>
            </a:extLst>
          </p:cNvPr>
          <p:cNvSpPr txBox="1"/>
          <p:nvPr/>
        </p:nvSpPr>
        <p:spPr>
          <a:xfrm>
            <a:off x="5650090" y="901933"/>
            <a:ext cx="570089" cy="230832"/>
          </a:xfrm>
          <a:prstGeom prst="rect">
            <a:avLst/>
          </a:prstGeom>
          <a:noFill/>
        </p:spPr>
        <p:txBody>
          <a:bodyPr wrap="square" rtlCol="0">
            <a:spAutoFit/>
          </a:bodyPr>
          <a:lstStyle/>
          <a:p>
            <a:pPr algn="ctr"/>
            <a:r>
              <a:rPr lang="en-US" sz="900" dirty="0"/>
              <a:t>53</a:t>
            </a:r>
          </a:p>
        </p:txBody>
      </p:sp>
      <p:sp>
        <p:nvSpPr>
          <p:cNvPr id="42" name="TextBox 41">
            <a:extLst>
              <a:ext uri="{FF2B5EF4-FFF2-40B4-BE49-F238E27FC236}">
                <a16:creationId xmlns:a16="http://schemas.microsoft.com/office/drawing/2014/main" id="{ED946126-8CF2-4A46-F88A-56206414876B}"/>
              </a:ext>
            </a:extLst>
          </p:cNvPr>
          <p:cNvSpPr txBox="1"/>
          <p:nvPr/>
        </p:nvSpPr>
        <p:spPr>
          <a:xfrm>
            <a:off x="5715003" y="1224551"/>
            <a:ext cx="462845" cy="584775"/>
          </a:xfrm>
          <a:prstGeom prst="rect">
            <a:avLst/>
          </a:prstGeom>
          <a:noFill/>
        </p:spPr>
        <p:txBody>
          <a:bodyPr wrap="square" rtlCol="0">
            <a:spAutoFit/>
          </a:bodyPr>
          <a:lstStyle/>
          <a:p>
            <a:pPr algn="ctr"/>
            <a:r>
              <a:rPr lang="en-US" sz="3200" dirty="0"/>
              <a:t>2</a:t>
            </a:r>
          </a:p>
        </p:txBody>
      </p:sp>
      <p:sp>
        <p:nvSpPr>
          <p:cNvPr id="43" name="TextBox 42">
            <a:extLst>
              <a:ext uri="{FF2B5EF4-FFF2-40B4-BE49-F238E27FC236}">
                <a16:creationId xmlns:a16="http://schemas.microsoft.com/office/drawing/2014/main" id="{879E755A-B9CB-AFF4-BD4D-A1E1709F1049}"/>
              </a:ext>
            </a:extLst>
          </p:cNvPr>
          <p:cNvSpPr txBox="1"/>
          <p:nvPr/>
        </p:nvSpPr>
        <p:spPr>
          <a:xfrm>
            <a:off x="4645378" y="1533509"/>
            <a:ext cx="570089" cy="230832"/>
          </a:xfrm>
          <a:prstGeom prst="rect">
            <a:avLst/>
          </a:prstGeom>
          <a:noFill/>
        </p:spPr>
        <p:txBody>
          <a:bodyPr wrap="square" rtlCol="0">
            <a:spAutoFit/>
          </a:bodyPr>
          <a:lstStyle/>
          <a:p>
            <a:pPr algn="ctr"/>
            <a:r>
              <a:rPr lang="en-US" sz="900" dirty="0"/>
              <a:t>345789</a:t>
            </a:r>
          </a:p>
        </p:txBody>
      </p:sp>
      <p:sp>
        <p:nvSpPr>
          <p:cNvPr id="44" name="TextBox 43">
            <a:extLst>
              <a:ext uri="{FF2B5EF4-FFF2-40B4-BE49-F238E27FC236}">
                <a16:creationId xmlns:a16="http://schemas.microsoft.com/office/drawing/2014/main" id="{FD7A6954-EEEC-9EC7-55F8-AA48C8D470DA}"/>
              </a:ext>
            </a:extLst>
          </p:cNvPr>
          <p:cNvSpPr txBox="1"/>
          <p:nvPr/>
        </p:nvSpPr>
        <p:spPr>
          <a:xfrm>
            <a:off x="5147734" y="1533509"/>
            <a:ext cx="570089" cy="230832"/>
          </a:xfrm>
          <a:prstGeom prst="rect">
            <a:avLst/>
          </a:prstGeom>
          <a:noFill/>
        </p:spPr>
        <p:txBody>
          <a:bodyPr wrap="square" rtlCol="0">
            <a:spAutoFit/>
          </a:bodyPr>
          <a:lstStyle/>
          <a:p>
            <a:pPr algn="ctr"/>
            <a:r>
              <a:rPr lang="en-US" sz="900" dirty="0"/>
              <a:t>987543</a:t>
            </a:r>
          </a:p>
        </p:txBody>
      </p:sp>
      <p:sp>
        <p:nvSpPr>
          <p:cNvPr id="47" name="TextBox 46">
            <a:extLst>
              <a:ext uri="{FF2B5EF4-FFF2-40B4-BE49-F238E27FC236}">
                <a16:creationId xmlns:a16="http://schemas.microsoft.com/office/drawing/2014/main" id="{D3E9B71D-6773-E026-ADDB-B3B08D62E0AD}"/>
              </a:ext>
            </a:extLst>
          </p:cNvPr>
          <p:cNvSpPr txBox="1"/>
          <p:nvPr/>
        </p:nvSpPr>
        <p:spPr>
          <a:xfrm>
            <a:off x="4143022" y="3537285"/>
            <a:ext cx="570089" cy="230832"/>
          </a:xfrm>
          <a:prstGeom prst="rect">
            <a:avLst/>
          </a:prstGeom>
          <a:noFill/>
        </p:spPr>
        <p:txBody>
          <a:bodyPr wrap="square" rtlCol="0">
            <a:spAutoFit/>
          </a:bodyPr>
          <a:lstStyle/>
          <a:p>
            <a:pPr algn="ctr"/>
            <a:r>
              <a:rPr lang="en-US" sz="900" dirty="0"/>
              <a:t>98</a:t>
            </a:r>
          </a:p>
        </p:txBody>
      </p:sp>
      <p:sp>
        <p:nvSpPr>
          <p:cNvPr id="48" name="TextBox 47">
            <a:extLst>
              <a:ext uri="{FF2B5EF4-FFF2-40B4-BE49-F238E27FC236}">
                <a16:creationId xmlns:a16="http://schemas.microsoft.com/office/drawing/2014/main" id="{70454AF3-E07E-6732-17E3-FA65A118198D}"/>
              </a:ext>
            </a:extLst>
          </p:cNvPr>
          <p:cNvSpPr txBox="1"/>
          <p:nvPr/>
        </p:nvSpPr>
        <p:spPr>
          <a:xfrm>
            <a:off x="4645378" y="3537285"/>
            <a:ext cx="570089" cy="230832"/>
          </a:xfrm>
          <a:prstGeom prst="rect">
            <a:avLst/>
          </a:prstGeom>
          <a:noFill/>
        </p:spPr>
        <p:txBody>
          <a:bodyPr wrap="square" rtlCol="0">
            <a:spAutoFit/>
          </a:bodyPr>
          <a:lstStyle/>
          <a:p>
            <a:pPr algn="ctr"/>
            <a:r>
              <a:rPr lang="en-US" sz="900" dirty="0"/>
              <a:t>789</a:t>
            </a:r>
          </a:p>
        </p:txBody>
      </p:sp>
      <p:sp>
        <p:nvSpPr>
          <p:cNvPr id="49" name="TextBox 48">
            <a:extLst>
              <a:ext uri="{FF2B5EF4-FFF2-40B4-BE49-F238E27FC236}">
                <a16:creationId xmlns:a16="http://schemas.microsoft.com/office/drawing/2014/main" id="{B8EBFD92-0F24-B6A8-8AAF-59411CB30594}"/>
              </a:ext>
            </a:extLst>
          </p:cNvPr>
          <p:cNvSpPr txBox="1"/>
          <p:nvPr/>
        </p:nvSpPr>
        <p:spPr>
          <a:xfrm>
            <a:off x="5147734" y="3537285"/>
            <a:ext cx="570089" cy="230832"/>
          </a:xfrm>
          <a:prstGeom prst="rect">
            <a:avLst/>
          </a:prstGeom>
          <a:noFill/>
        </p:spPr>
        <p:txBody>
          <a:bodyPr wrap="square" rtlCol="0">
            <a:spAutoFit/>
          </a:bodyPr>
          <a:lstStyle/>
          <a:p>
            <a:pPr algn="ctr"/>
            <a:r>
              <a:rPr lang="en-US" sz="900" dirty="0"/>
              <a:t>789</a:t>
            </a:r>
          </a:p>
        </p:txBody>
      </p:sp>
      <p:sp>
        <p:nvSpPr>
          <p:cNvPr id="51" name="TextBox 50">
            <a:extLst>
              <a:ext uri="{FF2B5EF4-FFF2-40B4-BE49-F238E27FC236}">
                <a16:creationId xmlns:a16="http://schemas.microsoft.com/office/drawing/2014/main" id="{4ABD1025-F14F-C44D-9EBE-730A565E6F02}"/>
              </a:ext>
            </a:extLst>
          </p:cNvPr>
          <p:cNvSpPr txBox="1"/>
          <p:nvPr/>
        </p:nvSpPr>
        <p:spPr>
          <a:xfrm>
            <a:off x="5215469" y="2231221"/>
            <a:ext cx="462845" cy="584775"/>
          </a:xfrm>
          <a:prstGeom prst="rect">
            <a:avLst/>
          </a:prstGeom>
          <a:noFill/>
        </p:spPr>
        <p:txBody>
          <a:bodyPr wrap="square" rtlCol="0">
            <a:spAutoFit/>
          </a:bodyPr>
          <a:lstStyle/>
          <a:p>
            <a:pPr algn="ctr"/>
            <a:r>
              <a:rPr lang="en-US" sz="3200" dirty="0"/>
              <a:t>6</a:t>
            </a:r>
          </a:p>
        </p:txBody>
      </p:sp>
      <p:sp>
        <p:nvSpPr>
          <p:cNvPr id="15" name="TextBox 14">
            <a:extLst>
              <a:ext uri="{FF2B5EF4-FFF2-40B4-BE49-F238E27FC236}">
                <a16:creationId xmlns:a16="http://schemas.microsoft.com/office/drawing/2014/main" id="{6003EC62-8AC7-D06A-00D7-E638C26F0D1B}"/>
              </a:ext>
            </a:extLst>
          </p:cNvPr>
          <p:cNvSpPr txBox="1"/>
          <p:nvPr/>
        </p:nvSpPr>
        <p:spPr>
          <a:xfrm>
            <a:off x="3217333" y="2734556"/>
            <a:ext cx="462845" cy="584775"/>
          </a:xfrm>
          <a:prstGeom prst="rect">
            <a:avLst/>
          </a:prstGeom>
          <a:noFill/>
        </p:spPr>
        <p:txBody>
          <a:bodyPr wrap="square" rtlCol="0">
            <a:spAutoFit/>
          </a:bodyPr>
          <a:lstStyle/>
          <a:p>
            <a:pPr algn="ctr"/>
            <a:r>
              <a:rPr lang="en-US" sz="3200" dirty="0"/>
              <a:t>7</a:t>
            </a:r>
          </a:p>
        </p:txBody>
      </p:sp>
      <p:sp>
        <p:nvSpPr>
          <p:cNvPr id="52" name="TextBox 51">
            <a:extLst>
              <a:ext uri="{FF2B5EF4-FFF2-40B4-BE49-F238E27FC236}">
                <a16:creationId xmlns:a16="http://schemas.microsoft.com/office/drawing/2014/main" id="{4DB32620-356F-7CDC-E8BA-2532DBDD9C7B}"/>
              </a:ext>
            </a:extLst>
          </p:cNvPr>
          <p:cNvSpPr txBox="1"/>
          <p:nvPr/>
        </p:nvSpPr>
        <p:spPr>
          <a:xfrm>
            <a:off x="3716867" y="2734556"/>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E2D4CA9C-83C3-7C73-511D-11ED6C45C5DE}"/>
              </a:ext>
            </a:extLst>
          </p:cNvPr>
          <p:cNvSpPr txBox="1"/>
          <p:nvPr/>
        </p:nvSpPr>
        <p:spPr>
          <a:xfrm>
            <a:off x="3716867" y="1727886"/>
            <a:ext cx="462845" cy="584775"/>
          </a:xfrm>
          <a:prstGeom prst="rect">
            <a:avLst/>
          </a:prstGeom>
          <a:noFill/>
        </p:spPr>
        <p:txBody>
          <a:bodyPr wrap="square" rtlCol="0">
            <a:spAutoFit/>
          </a:bodyPr>
          <a:lstStyle/>
          <a:p>
            <a:pPr algn="ctr"/>
            <a:r>
              <a:rPr lang="en-US" sz="3200" dirty="0"/>
              <a:t>7</a:t>
            </a:r>
          </a:p>
        </p:txBody>
      </p:sp>
      <p:sp>
        <p:nvSpPr>
          <p:cNvPr id="33" name="TextBox 32">
            <a:extLst>
              <a:ext uri="{FF2B5EF4-FFF2-40B4-BE49-F238E27FC236}">
                <a16:creationId xmlns:a16="http://schemas.microsoft.com/office/drawing/2014/main" id="{CBC228E3-7AB3-E9DB-A9C5-1533857D7D94}"/>
              </a:ext>
            </a:extLst>
          </p:cNvPr>
          <p:cNvSpPr txBox="1"/>
          <p:nvPr/>
        </p:nvSpPr>
        <p:spPr>
          <a:xfrm>
            <a:off x="3138310" y="3907597"/>
            <a:ext cx="570089" cy="230832"/>
          </a:xfrm>
          <a:prstGeom prst="rect">
            <a:avLst/>
          </a:prstGeom>
          <a:noFill/>
        </p:spPr>
        <p:txBody>
          <a:bodyPr wrap="square" rtlCol="0">
            <a:spAutoFit/>
          </a:bodyPr>
          <a:lstStyle/>
          <a:p>
            <a:pPr algn="ctr"/>
            <a:r>
              <a:rPr lang="en-US" sz="900" dirty="0"/>
              <a:t>15</a:t>
            </a:r>
          </a:p>
        </p:txBody>
      </p:sp>
      <p:sp>
        <p:nvSpPr>
          <p:cNvPr id="53" name="TextBox 52">
            <a:extLst>
              <a:ext uri="{FF2B5EF4-FFF2-40B4-BE49-F238E27FC236}">
                <a16:creationId xmlns:a16="http://schemas.microsoft.com/office/drawing/2014/main" id="{68C737B7-1BCA-2DE7-9762-B98945A5DE58}"/>
              </a:ext>
            </a:extLst>
          </p:cNvPr>
          <p:cNvSpPr txBox="1"/>
          <p:nvPr/>
        </p:nvSpPr>
        <p:spPr>
          <a:xfrm>
            <a:off x="3138310" y="4408541"/>
            <a:ext cx="570089" cy="230832"/>
          </a:xfrm>
          <a:prstGeom prst="rect">
            <a:avLst/>
          </a:prstGeom>
          <a:noFill/>
        </p:spPr>
        <p:txBody>
          <a:bodyPr wrap="square" rtlCol="0">
            <a:spAutoFit/>
          </a:bodyPr>
          <a:lstStyle/>
          <a:p>
            <a:pPr algn="ctr"/>
            <a:r>
              <a:rPr lang="en-US" sz="900" dirty="0"/>
              <a:t>51</a:t>
            </a:r>
          </a:p>
        </p:txBody>
      </p:sp>
      <p:sp>
        <p:nvSpPr>
          <p:cNvPr id="60" name="TextBox 59">
            <a:extLst>
              <a:ext uri="{FF2B5EF4-FFF2-40B4-BE49-F238E27FC236}">
                <a16:creationId xmlns:a16="http://schemas.microsoft.com/office/drawing/2014/main" id="{C6E15942-1249-4A92-C0FE-143F013B4093}"/>
              </a:ext>
            </a:extLst>
          </p:cNvPr>
          <p:cNvSpPr txBox="1"/>
          <p:nvPr/>
        </p:nvSpPr>
        <p:spPr>
          <a:xfrm>
            <a:off x="4645378" y="2905709"/>
            <a:ext cx="570089" cy="230832"/>
          </a:xfrm>
          <a:prstGeom prst="rect">
            <a:avLst/>
          </a:prstGeom>
          <a:noFill/>
        </p:spPr>
        <p:txBody>
          <a:bodyPr wrap="square" rtlCol="0">
            <a:spAutoFit/>
          </a:bodyPr>
          <a:lstStyle/>
          <a:p>
            <a:pPr algn="ctr"/>
            <a:r>
              <a:rPr lang="en-US" sz="900" dirty="0"/>
              <a:t>12489</a:t>
            </a:r>
          </a:p>
        </p:txBody>
      </p:sp>
      <p:sp>
        <p:nvSpPr>
          <p:cNvPr id="61" name="TextBox 60">
            <a:extLst>
              <a:ext uri="{FF2B5EF4-FFF2-40B4-BE49-F238E27FC236}">
                <a16:creationId xmlns:a16="http://schemas.microsoft.com/office/drawing/2014/main" id="{BDEC1A3D-5646-C0D2-170B-A6697410BE92}"/>
              </a:ext>
            </a:extLst>
          </p:cNvPr>
          <p:cNvSpPr txBox="1"/>
          <p:nvPr/>
        </p:nvSpPr>
        <p:spPr>
          <a:xfrm>
            <a:off x="5650090" y="2905709"/>
            <a:ext cx="570089" cy="230832"/>
          </a:xfrm>
          <a:prstGeom prst="rect">
            <a:avLst/>
          </a:prstGeom>
          <a:noFill/>
        </p:spPr>
        <p:txBody>
          <a:bodyPr wrap="square" rtlCol="0">
            <a:spAutoFit/>
          </a:bodyPr>
          <a:lstStyle/>
          <a:p>
            <a:pPr algn="ctr"/>
            <a:r>
              <a:rPr lang="en-US" sz="900" dirty="0"/>
              <a:t>1489</a:t>
            </a:r>
          </a:p>
        </p:txBody>
      </p:sp>
      <p:sp>
        <p:nvSpPr>
          <p:cNvPr id="62" name="TextBox 61">
            <a:extLst>
              <a:ext uri="{FF2B5EF4-FFF2-40B4-BE49-F238E27FC236}">
                <a16:creationId xmlns:a16="http://schemas.microsoft.com/office/drawing/2014/main" id="{305A34B9-2224-7D44-CDCC-246E69ACE9CC}"/>
              </a:ext>
            </a:extLst>
          </p:cNvPr>
          <p:cNvSpPr txBox="1"/>
          <p:nvPr/>
        </p:nvSpPr>
        <p:spPr>
          <a:xfrm>
            <a:off x="6654802" y="2905709"/>
            <a:ext cx="570089" cy="230832"/>
          </a:xfrm>
          <a:prstGeom prst="rect">
            <a:avLst/>
          </a:prstGeom>
          <a:noFill/>
        </p:spPr>
        <p:txBody>
          <a:bodyPr wrap="square" rtlCol="0">
            <a:spAutoFit/>
          </a:bodyPr>
          <a:lstStyle/>
          <a:p>
            <a:pPr algn="ctr"/>
            <a:r>
              <a:rPr lang="en-US" sz="900" dirty="0"/>
              <a:t>189</a:t>
            </a:r>
          </a:p>
        </p:txBody>
      </p:sp>
      <p:sp>
        <p:nvSpPr>
          <p:cNvPr id="63" name="TextBox 62">
            <a:extLst>
              <a:ext uri="{FF2B5EF4-FFF2-40B4-BE49-F238E27FC236}">
                <a16:creationId xmlns:a16="http://schemas.microsoft.com/office/drawing/2014/main" id="{1A117338-71EE-6A17-F618-BDC138F320D6}"/>
              </a:ext>
            </a:extLst>
          </p:cNvPr>
          <p:cNvSpPr txBox="1"/>
          <p:nvPr/>
        </p:nvSpPr>
        <p:spPr>
          <a:xfrm>
            <a:off x="7157158" y="2905709"/>
            <a:ext cx="570089" cy="230832"/>
          </a:xfrm>
          <a:prstGeom prst="rect">
            <a:avLst/>
          </a:prstGeom>
          <a:noFill/>
        </p:spPr>
        <p:txBody>
          <a:bodyPr wrap="square" rtlCol="0">
            <a:spAutoFit/>
          </a:bodyPr>
          <a:lstStyle/>
          <a:p>
            <a:pPr algn="ctr"/>
            <a:r>
              <a:rPr lang="en-US" sz="900" dirty="0"/>
              <a:t>19</a:t>
            </a:r>
          </a:p>
        </p:txBody>
      </p:sp>
      <p:sp>
        <p:nvSpPr>
          <p:cNvPr id="64" name="TextBox 63">
            <a:extLst>
              <a:ext uri="{FF2B5EF4-FFF2-40B4-BE49-F238E27FC236}">
                <a16:creationId xmlns:a16="http://schemas.microsoft.com/office/drawing/2014/main" id="{571AA365-7D58-A9FF-14D1-465B6CB89E47}"/>
              </a:ext>
            </a:extLst>
          </p:cNvPr>
          <p:cNvSpPr txBox="1"/>
          <p:nvPr/>
        </p:nvSpPr>
        <p:spPr>
          <a:xfrm>
            <a:off x="6654802" y="3406653"/>
            <a:ext cx="570089" cy="230832"/>
          </a:xfrm>
          <a:prstGeom prst="rect">
            <a:avLst/>
          </a:prstGeom>
          <a:noFill/>
        </p:spPr>
        <p:txBody>
          <a:bodyPr wrap="square" rtlCol="0">
            <a:spAutoFit/>
          </a:bodyPr>
          <a:lstStyle/>
          <a:p>
            <a:pPr algn="ctr"/>
            <a:r>
              <a:rPr lang="en-US" sz="900" dirty="0"/>
              <a:t>1689</a:t>
            </a:r>
          </a:p>
        </p:txBody>
      </p:sp>
      <p:sp>
        <p:nvSpPr>
          <p:cNvPr id="65" name="TextBox 64">
            <a:extLst>
              <a:ext uri="{FF2B5EF4-FFF2-40B4-BE49-F238E27FC236}">
                <a16:creationId xmlns:a16="http://schemas.microsoft.com/office/drawing/2014/main" id="{7E2C5CD1-C9CC-C897-E944-8ECA67A351B5}"/>
              </a:ext>
            </a:extLst>
          </p:cNvPr>
          <p:cNvSpPr txBox="1"/>
          <p:nvPr/>
        </p:nvSpPr>
        <p:spPr>
          <a:xfrm>
            <a:off x="7157158" y="3406653"/>
            <a:ext cx="570089" cy="230832"/>
          </a:xfrm>
          <a:prstGeom prst="rect">
            <a:avLst/>
          </a:prstGeom>
          <a:noFill/>
        </p:spPr>
        <p:txBody>
          <a:bodyPr wrap="square" rtlCol="0">
            <a:spAutoFit/>
          </a:bodyPr>
          <a:lstStyle/>
          <a:p>
            <a:pPr algn="ctr"/>
            <a:r>
              <a:rPr lang="en-US" sz="900" dirty="0"/>
              <a:t>169</a:t>
            </a:r>
          </a:p>
        </p:txBody>
      </p:sp>
      <p:sp>
        <p:nvSpPr>
          <p:cNvPr id="66" name="TextBox 65">
            <a:extLst>
              <a:ext uri="{FF2B5EF4-FFF2-40B4-BE49-F238E27FC236}">
                <a16:creationId xmlns:a16="http://schemas.microsoft.com/office/drawing/2014/main" id="{FB8F9D81-4ECD-A8CE-DEF3-44EC7BAC8879}"/>
              </a:ext>
            </a:extLst>
          </p:cNvPr>
          <p:cNvSpPr txBox="1"/>
          <p:nvPr/>
        </p:nvSpPr>
        <p:spPr>
          <a:xfrm>
            <a:off x="4216401" y="2734556"/>
            <a:ext cx="462845" cy="584775"/>
          </a:xfrm>
          <a:prstGeom prst="rect">
            <a:avLst/>
          </a:prstGeom>
          <a:noFill/>
        </p:spPr>
        <p:txBody>
          <a:bodyPr wrap="square" rtlCol="0">
            <a:spAutoFit/>
          </a:bodyPr>
          <a:lstStyle/>
          <a:p>
            <a:pPr algn="ctr"/>
            <a:r>
              <a:rPr lang="en-US" sz="3200" dirty="0"/>
              <a:t>5</a:t>
            </a:r>
          </a:p>
        </p:txBody>
      </p:sp>
      <p:sp>
        <p:nvSpPr>
          <p:cNvPr id="67" name="TextBox 66">
            <a:extLst>
              <a:ext uri="{FF2B5EF4-FFF2-40B4-BE49-F238E27FC236}">
                <a16:creationId xmlns:a16="http://schemas.microsoft.com/office/drawing/2014/main" id="{68C60EF1-0883-4E6F-FAA9-163FF2EED3A1}"/>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68" name="TextBox 67">
            <a:extLst>
              <a:ext uri="{FF2B5EF4-FFF2-40B4-BE49-F238E27FC236}">
                <a16:creationId xmlns:a16="http://schemas.microsoft.com/office/drawing/2014/main" id="{99EB7908-0AAB-37C2-AB76-B6C7F046A7BB}"/>
              </a:ext>
            </a:extLst>
          </p:cNvPr>
          <p:cNvSpPr txBox="1"/>
          <p:nvPr/>
        </p:nvSpPr>
        <p:spPr>
          <a:xfrm>
            <a:off x="3716867" y="3237891"/>
            <a:ext cx="462845" cy="584775"/>
          </a:xfrm>
          <a:prstGeom prst="rect">
            <a:avLst/>
          </a:prstGeom>
          <a:noFill/>
        </p:spPr>
        <p:txBody>
          <a:bodyPr wrap="square" rtlCol="0">
            <a:spAutoFit/>
          </a:bodyPr>
          <a:lstStyle/>
          <a:p>
            <a:pPr algn="ctr"/>
            <a:r>
              <a:rPr lang="en-US" sz="3200" dirty="0"/>
              <a:t>4</a:t>
            </a:r>
          </a:p>
        </p:txBody>
      </p:sp>
      <p:sp>
        <p:nvSpPr>
          <p:cNvPr id="9" name="TextBox 8">
            <a:extLst>
              <a:ext uri="{FF2B5EF4-FFF2-40B4-BE49-F238E27FC236}">
                <a16:creationId xmlns:a16="http://schemas.microsoft.com/office/drawing/2014/main" id="{E0E92926-05C2-5369-8D93-E55F16A6D134}"/>
              </a:ext>
            </a:extLst>
          </p:cNvPr>
          <p:cNvSpPr txBox="1"/>
          <p:nvPr/>
        </p:nvSpPr>
        <p:spPr>
          <a:xfrm>
            <a:off x="5215469" y="2734556"/>
            <a:ext cx="462845" cy="584775"/>
          </a:xfrm>
          <a:prstGeom prst="rect">
            <a:avLst/>
          </a:prstGeom>
          <a:noFill/>
        </p:spPr>
        <p:txBody>
          <a:bodyPr wrap="square" rtlCol="0">
            <a:spAutoFit/>
          </a:bodyPr>
          <a:lstStyle/>
          <a:p>
            <a:pPr algn="ctr"/>
            <a:r>
              <a:rPr lang="en-US" sz="3200" dirty="0"/>
              <a:t>2</a:t>
            </a:r>
          </a:p>
        </p:txBody>
      </p:sp>
      <p:sp>
        <p:nvSpPr>
          <p:cNvPr id="46" name="TextBox 45">
            <a:extLst>
              <a:ext uri="{FF2B5EF4-FFF2-40B4-BE49-F238E27FC236}">
                <a16:creationId xmlns:a16="http://schemas.microsoft.com/office/drawing/2014/main" id="{A25BDA33-4078-1E83-CE5C-4C75D4F20643}"/>
              </a:ext>
            </a:extLst>
          </p:cNvPr>
          <p:cNvSpPr txBox="1"/>
          <p:nvPr/>
        </p:nvSpPr>
        <p:spPr>
          <a:xfrm>
            <a:off x="5147734" y="2034453"/>
            <a:ext cx="570089" cy="230832"/>
          </a:xfrm>
          <a:prstGeom prst="rect">
            <a:avLst/>
          </a:prstGeom>
          <a:noFill/>
        </p:spPr>
        <p:txBody>
          <a:bodyPr wrap="square" rtlCol="0">
            <a:spAutoFit/>
          </a:bodyPr>
          <a:lstStyle/>
          <a:p>
            <a:pPr algn="ctr"/>
            <a:r>
              <a:rPr lang="en-US" sz="900" dirty="0"/>
              <a:t>89</a:t>
            </a:r>
          </a:p>
        </p:txBody>
      </p:sp>
    </p:spTree>
    <p:extLst>
      <p:ext uri="{BB962C8B-B14F-4D97-AF65-F5344CB8AC3E}">
        <p14:creationId xmlns:p14="http://schemas.microsoft.com/office/powerpoint/2010/main" val="7986172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BBE875-1864-2EE0-EF17-1D53AF5953A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1975FB7-C648-1428-FBF0-7106F17643FF}"/>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B1D066CD-C5EC-3AF9-A3F8-F4536997C4B5}"/>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7E0DECD7-6A15-DE86-A0C8-EBFF8CB8B15C}"/>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5091CDC6-96CC-5720-64B5-C4C39DA8D01C}"/>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A835AC52-FC4C-C02A-AB8D-2040610BED5E}"/>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B2AEA827-71C4-822D-43B6-3EACA2B7BAAB}"/>
              </a:ext>
            </a:extLst>
          </p:cNvPr>
          <p:cNvSpPr txBox="1"/>
          <p:nvPr/>
        </p:nvSpPr>
        <p:spPr>
          <a:xfrm>
            <a:off x="3716867" y="2231221"/>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E5089D3F-5052-D2E9-D184-36A30CA8660D}"/>
              </a:ext>
            </a:extLst>
          </p:cNvPr>
          <p:cNvSpPr txBox="1"/>
          <p:nvPr/>
        </p:nvSpPr>
        <p:spPr>
          <a:xfrm>
            <a:off x="3217333" y="4747898"/>
            <a:ext cx="462845" cy="584775"/>
          </a:xfrm>
          <a:prstGeom prst="rect">
            <a:avLst/>
          </a:prstGeom>
          <a:noFill/>
        </p:spPr>
        <p:txBody>
          <a:bodyPr wrap="square" rtlCol="0">
            <a:spAutoFit/>
          </a:bodyPr>
          <a:lstStyle/>
          <a:p>
            <a:pPr algn="ctr"/>
            <a:r>
              <a:rPr lang="en-US" sz="3200" dirty="0"/>
              <a:t>6</a:t>
            </a:r>
          </a:p>
        </p:txBody>
      </p:sp>
      <p:sp>
        <p:nvSpPr>
          <p:cNvPr id="11" name="TextBox 10">
            <a:extLst>
              <a:ext uri="{FF2B5EF4-FFF2-40B4-BE49-F238E27FC236}">
                <a16:creationId xmlns:a16="http://schemas.microsoft.com/office/drawing/2014/main" id="{D3F748F7-5742-B717-6CF9-29CDC342CBEE}"/>
              </a:ext>
            </a:extLst>
          </p:cNvPr>
          <p:cNvSpPr txBox="1"/>
          <p:nvPr/>
        </p:nvSpPr>
        <p:spPr>
          <a:xfrm>
            <a:off x="7213604" y="4747898"/>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9AFCA0E5-36AE-A80C-9703-31495A8622B8}"/>
              </a:ext>
            </a:extLst>
          </p:cNvPr>
          <p:cNvSpPr txBox="1"/>
          <p:nvPr/>
        </p:nvSpPr>
        <p:spPr>
          <a:xfrm>
            <a:off x="6214537" y="2734556"/>
            <a:ext cx="462845" cy="584775"/>
          </a:xfrm>
          <a:prstGeom prst="rect">
            <a:avLst/>
          </a:prstGeom>
          <a:no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96FED003-0445-D34F-D2B7-8444F5205975}"/>
              </a:ext>
            </a:extLst>
          </p:cNvPr>
          <p:cNvSpPr txBox="1"/>
          <p:nvPr/>
        </p:nvSpPr>
        <p:spPr>
          <a:xfrm>
            <a:off x="4143022" y="2274133"/>
            <a:ext cx="570089" cy="230832"/>
          </a:xfrm>
          <a:prstGeom prst="rect">
            <a:avLst/>
          </a:prstGeom>
          <a:noFill/>
        </p:spPr>
        <p:txBody>
          <a:bodyPr wrap="square" rtlCol="0">
            <a:spAutoFit/>
          </a:bodyPr>
          <a:lstStyle/>
          <a:p>
            <a:pPr algn="ctr"/>
            <a:r>
              <a:rPr lang="en-US" sz="900" dirty="0"/>
              <a:t>89</a:t>
            </a:r>
          </a:p>
        </p:txBody>
      </p:sp>
      <p:sp>
        <p:nvSpPr>
          <p:cNvPr id="14" name="TextBox 13">
            <a:extLst>
              <a:ext uri="{FF2B5EF4-FFF2-40B4-BE49-F238E27FC236}">
                <a16:creationId xmlns:a16="http://schemas.microsoft.com/office/drawing/2014/main" id="{9DAA8424-BE59-36A9-8B51-3D1A2483ABCC}"/>
              </a:ext>
            </a:extLst>
          </p:cNvPr>
          <p:cNvSpPr txBox="1"/>
          <p:nvPr/>
        </p:nvSpPr>
        <p:spPr>
          <a:xfrm>
            <a:off x="4645378" y="2274133"/>
            <a:ext cx="570089" cy="230832"/>
          </a:xfrm>
          <a:prstGeom prst="rect">
            <a:avLst/>
          </a:prstGeom>
          <a:noFill/>
        </p:spPr>
        <p:txBody>
          <a:bodyPr wrap="square" rtlCol="0">
            <a:spAutoFit/>
          </a:bodyPr>
          <a:lstStyle/>
          <a:p>
            <a:pPr algn="ctr"/>
            <a:r>
              <a:rPr lang="en-US" sz="900" dirty="0"/>
              <a:t>589</a:t>
            </a:r>
          </a:p>
        </p:txBody>
      </p:sp>
      <p:sp>
        <p:nvSpPr>
          <p:cNvPr id="16" name="TextBox 15">
            <a:extLst>
              <a:ext uri="{FF2B5EF4-FFF2-40B4-BE49-F238E27FC236}">
                <a16:creationId xmlns:a16="http://schemas.microsoft.com/office/drawing/2014/main" id="{188D551D-1574-8E7B-5D3E-28316B89D641}"/>
              </a:ext>
            </a:extLst>
          </p:cNvPr>
          <p:cNvSpPr txBox="1"/>
          <p:nvPr/>
        </p:nvSpPr>
        <p:spPr>
          <a:xfrm>
            <a:off x="5650090" y="2274133"/>
            <a:ext cx="570089" cy="230832"/>
          </a:xfrm>
          <a:prstGeom prst="rect">
            <a:avLst/>
          </a:prstGeom>
          <a:noFill/>
        </p:spPr>
        <p:txBody>
          <a:bodyPr wrap="square" rtlCol="0">
            <a:spAutoFit/>
          </a:bodyPr>
          <a:lstStyle/>
          <a:p>
            <a:pPr algn="ctr"/>
            <a:r>
              <a:rPr lang="en-US" sz="900" dirty="0"/>
              <a:t>589</a:t>
            </a:r>
          </a:p>
        </p:txBody>
      </p:sp>
      <p:sp>
        <p:nvSpPr>
          <p:cNvPr id="17" name="TextBox 16">
            <a:extLst>
              <a:ext uri="{FF2B5EF4-FFF2-40B4-BE49-F238E27FC236}">
                <a16:creationId xmlns:a16="http://schemas.microsoft.com/office/drawing/2014/main" id="{6CC76841-2A8B-CDAF-FEF4-DCC912DA9CD7}"/>
              </a:ext>
            </a:extLst>
          </p:cNvPr>
          <p:cNvSpPr txBox="1"/>
          <p:nvPr/>
        </p:nvSpPr>
        <p:spPr>
          <a:xfrm>
            <a:off x="6152446" y="2274133"/>
            <a:ext cx="570089" cy="230832"/>
          </a:xfrm>
          <a:prstGeom prst="rect">
            <a:avLst/>
          </a:prstGeom>
          <a:noFill/>
        </p:spPr>
        <p:txBody>
          <a:bodyPr wrap="square" rtlCol="0">
            <a:spAutoFit/>
          </a:bodyPr>
          <a:lstStyle/>
          <a:p>
            <a:pPr algn="ctr"/>
            <a:r>
              <a:rPr lang="en-US" sz="900" dirty="0"/>
              <a:t>57</a:t>
            </a:r>
          </a:p>
        </p:txBody>
      </p:sp>
      <p:sp>
        <p:nvSpPr>
          <p:cNvPr id="18" name="TextBox 17">
            <a:extLst>
              <a:ext uri="{FF2B5EF4-FFF2-40B4-BE49-F238E27FC236}">
                <a16:creationId xmlns:a16="http://schemas.microsoft.com/office/drawing/2014/main" id="{BA5FA7EB-5B6A-8D2A-51FA-43F492F7D634}"/>
              </a:ext>
            </a:extLst>
          </p:cNvPr>
          <p:cNvSpPr txBox="1"/>
          <p:nvPr/>
        </p:nvSpPr>
        <p:spPr>
          <a:xfrm>
            <a:off x="6654802" y="2404765"/>
            <a:ext cx="570089" cy="230832"/>
          </a:xfrm>
          <a:prstGeom prst="rect">
            <a:avLst/>
          </a:prstGeom>
          <a:noFill/>
        </p:spPr>
        <p:txBody>
          <a:bodyPr wrap="square" rtlCol="0">
            <a:spAutoFit/>
          </a:bodyPr>
          <a:lstStyle/>
          <a:p>
            <a:pPr algn="ctr"/>
            <a:r>
              <a:rPr lang="en-US" sz="900" dirty="0"/>
              <a:t>24</a:t>
            </a:r>
          </a:p>
        </p:txBody>
      </p:sp>
      <p:sp>
        <p:nvSpPr>
          <p:cNvPr id="19" name="TextBox 18">
            <a:extLst>
              <a:ext uri="{FF2B5EF4-FFF2-40B4-BE49-F238E27FC236}">
                <a16:creationId xmlns:a16="http://schemas.microsoft.com/office/drawing/2014/main" id="{A16F95D7-87AE-C1CC-54AC-C7FD65F0484C}"/>
              </a:ext>
            </a:extLst>
          </p:cNvPr>
          <p:cNvSpPr txBox="1"/>
          <p:nvPr/>
        </p:nvSpPr>
        <p:spPr>
          <a:xfrm>
            <a:off x="7157158" y="2404765"/>
            <a:ext cx="570089" cy="230832"/>
          </a:xfrm>
          <a:prstGeom prst="rect">
            <a:avLst/>
          </a:prstGeom>
          <a:noFill/>
        </p:spPr>
        <p:txBody>
          <a:bodyPr wrap="square" rtlCol="0">
            <a:spAutoFit/>
          </a:bodyPr>
          <a:lstStyle/>
          <a:p>
            <a:pPr algn="ctr"/>
            <a:r>
              <a:rPr lang="en-US" sz="900" dirty="0"/>
              <a:t>42</a:t>
            </a:r>
          </a:p>
        </p:txBody>
      </p:sp>
      <p:sp>
        <p:nvSpPr>
          <p:cNvPr id="20" name="TextBox 19">
            <a:extLst>
              <a:ext uri="{FF2B5EF4-FFF2-40B4-BE49-F238E27FC236}">
                <a16:creationId xmlns:a16="http://schemas.microsoft.com/office/drawing/2014/main" id="{9830289A-01B6-6B97-8877-1B02BC764121}"/>
              </a:ext>
            </a:extLst>
          </p:cNvPr>
          <p:cNvSpPr txBox="1"/>
          <p:nvPr/>
        </p:nvSpPr>
        <p:spPr>
          <a:xfrm>
            <a:off x="4645378" y="1903821"/>
            <a:ext cx="570089" cy="230832"/>
          </a:xfrm>
          <a:prstGeom prst="rect">
            <a:avLst/>
          </a:prstGeom>
          <a:noFill/>
        </p:spPr>
        <p:txBody>
          <a:bodyPr wrap="square" rtlCol="0">
            <a:spAutoFit/>
          </a:bodyPr>
          <a:lstStyle/>
          <a:p>
            <a:pPr algn="ctr"/>
            <a:r>
              <a:rPr lang="en-US" sz="900" dirty="0"/>
              <a:t>45</a:t>
            </a:r>
          </a:p>
        </p:txBody>
      </p:sp>
      <p:sp>
        <p:nvSpPr>
          <p:cNvPr id="23" name="TextBox 22">
            <a:extLst>
              <a:ext uri="{FF2B5EF4-FFF2-40B4-BE49-F238E27FC236}">
                <a16:creationId xmlns:a16="http://schemas.microsoft.com/office/drawing/2014/main" id="{50F2646A-B250-94D1-B705-8B77E06851B7}"/>
              </a:ext>
            </a:extLst>
          </p:cNvPr>
          <p:cNvSpPr txBox="1"/>
          <p:nvPr/>
        </p:nvSpPr>
        <p:spPr>
          <a:xfrm>
            <a:off x="6214537" y="721216"/>
            <a:ext cx="462845" cy="584775"/>
          </a:xfrm>
          <a:prstGeom prst="rect">
            <a:avLst/>
          </a:prstGeom>
          <a:noFill/>
        </p:spPr>
        <p:txBody>
          <a:bodyPr wrap="square" rtlCol="0">
            <a:spAutoFit/>
          </a:bodyPr>
          <a:lstStyle/>
          <a:p>
            <a:pPr algn="ctr"/>
            <a:r>
              <a:rPr lang="en-US" sz="3200" dirty="0"/>
              <a:t>2</a:t>
            </a:r>
          </a:p>
        </p:txBody>
      </p:sp>
      <p:sp>
        <p:nvSpPr>
          <p:cNvPr id="24" name="TextBox 23">
            <a:extLst>
              <a:ext uri="{FF2B5EF4-FFF2-40B4-BE49-F238E27FC236}">
                <a16:creationId xmlns:a16="http://schemas.microsoft.com/office/drawing/2014/main" id="{292FEA4F-4364-42C8-E6DE-63E1BF952ECF}"/>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CCF05564-844A-FD54-47AC-912BB4C21380}"/>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343186C2-6F7E-C8B5-D194-DB9297AE4F7F}"/>
              </a:ext>
            </a:extLst>
          </p:cNvPr>
          <p:cNvSpPr txBox="1"/>
          <p:nvPr/>
        </p:nvSpPr>
        <p:spPr>
          <a:xfrm>
            <a:off x="6654802" y="771301"/>
            <a:ext cx="570089" cy="230832"/>
          </a:xfrm>
          <a:prstGeom prst="rect">
            <a:avLst/>
          </a:prstGeom>
          <a:noFill/>
        </p:spPr>
        <p:txBody>
          <a:bodyPr wrap="square" rtlCol="0">
            <a:spAutoFit/>
          </a:bodyPr>
          <a:lstStyle/>
          <a:p>
            <a:pPr algn="ctr"/>
            <a:r>
              <a:rPr lang="en-US" sz="900" dirty="0"/>
              <a:t>97</a:t>
            </a:r>
          </a:p>
        </p:txBody>
      </p:sp>
      <p:sp>
        <p:nvSpPr>
          <p:cNvPr id="26" name="TextBox 25">
            <a:extLst>
              <a:ext uri="{FF2B5EF4-FFF2-40B4-BE49-F238E27FC236}">
                <a16:creationId xmlns:a16="http://schemas.microsoft.com/office/drawing/2014/main" id="{419F87CA-814B-E246-0533-94D4E0915F8A}"/>
              </a:ext>
            </a:extLst>
          </p:cNvPr>
          <p:cNvSpPr txBox="1"/>
          <p:nvPr/>
        </p:nvSpPr>
        <p:spPr>
          <a:xfrm>
            <a:off x="6654802" y="1402877"/>
            <a:ext cx="570089" cy="230832"/>
          </a:xfrm>
          <a:prstGeom prst="rect">
            <a:avLst/>
          </a:prstGeom>
          <a:noFill/>
        </p:spPr>
        <p:txBody>
          <a:bodyPr wrap="square" rtlCol="0">
            <a:spAutoFit/>
          </a:bodyPr>
          <a:lstStyle/>
          <a:p>
            <a:pPr algn="ctr"/>
            <a:r>
              <a:rPr lang="en-US" sz="900" dirty="0"/>
              <a:t>34579</a:t>
            </a:r>
          </a:p>
        </p:txBody>
      </p:sp>
      <p:sp>
        <p:nvSpPr>
          <p:cNvPr id="27" name="TextBox 26">
            <a:extLst>
              <a:ext uri="{FF2B5EF4-FFF2-40B4-BE49-F238E27FC236}">
                <a16:creationId xmlns:a16="http://schemas.microsoft.com/office/drawing/2014/main" id="{05848049-0F80-5B04-3C67-BFD9333C1FFE}"/>
              </a:ext>
            </a:extLst>
          </p:cNvPr>
          <p:cNvSpPr txBox="1"/>
          <p:nvPr/>
        </p:nvSpPr>
        <p:spPr>
          <a:xfrm>
            <a:off x="7157158" y="1402877"/>
            <a:ext cx="570089" cy="230832"/>
          </a:xfrm>
          <a:prstGeom prst="rect">
            <a:avLst/>
          </a:prstGeom>
          <a:noFill/>
        </p:spPr>
        <p:txBody>
          <a:bodyPr wrap="square" rtlCol="0">
            <a:spAutoFit/>
          </a:bodyPr>
          <a:lstStyle/>
          <a:p>
            <a:pPr algn="ctr"/>
            <a:r>
              <a:rPr lang="en-US" sz="900" dirty="0"/>
              <a:t>4579</a:t>
            </a:r>
          </a:p>
        </p:txBody>
      </p:sp>
      <p:sp>
        <p:nvSpPr>
          <p:cNvPr id="28" name="TextBox 27">
            <a:extLst>
              <a:ext uri="{FF2B5EF4-FFF2-40B4-BE49-F238E27FC236}">
                <a16:creationId xmlns:a16="http://schemas.microsoft.com/office/drawing/2014/main" id="{114DC767-84B9-81D2-89A0-43C55EEB070C}"/>
              </a:ext>
            </a:extLst>
          </p:cNvPr>
          <p:cNvSpPr txBox="1"/>
          <p:nvPr/>
        </p:nvSpPr>
        <p:spPr>
          <a:xfrm>
            <a:off x="6654802" y="2034453"/>
            <a:ext cx="570089" cy="230832"/>
          </a:xfrm>
          <a:prstGeom prst="rect">
            <a:avLst/>
          </a:prstGeom>
          <a:noFill/>
        </p:spPr>
        <p:txBody>
          <a:bodyPr wrap="square" rtlCol="0">
            <a:spAutoFit/>
          </a:bodyPr>
          <a:lstStyle/>
          <a:p>
            <a:pPr algn="ctr"/>
            <a:r>
              <a:rPr lang="en-US" sz="900" dirty="0"/>
              <a:t>345</a:t>
            </a:r>
          </a:p>
        </p:txBody>
      </p:sp>
      <p:sp>
        <p:nvSpPr>
          <p:cNvPr id="29" name="TextBox 28">
            <a:extLst>
              <a:ext uri="{FF2B5EF4-FFF2-40B4-BE49-F238E27FC236}">
                <a16:creationId xmlns:a16="http://schemas.microsoft.com/office/drawing/2014/main" id="{D6D335F9-65BD-6681-F0A8-F8DA92C0F657}"/>
              </a:ext>
            </a:extLst>
          </p:cNvPr>
          <p:cNvSpPr txBox="1"/>
          <p:nvPr/>
        </p:nvSpPr>
        <p:spPr>
          <a:xfrm>
            <a:off x="7157158" y="2034453"/>
            <a:ext cx="570089" cy="230832"/>
          </a:xfrm>
          <a:prstGeom prst="rect">
            <a:avLst/>
          </a:prstGeom>
          <a:noFill/>
        </p:spPr>
        <p:txBody>
          <a:bodyPr wrap="square" rtlCol="0">
            <a:spAutoFit/>
          </a:bodyPr>
          <a:lstStyle/>
          <a:p>
            <a:pPr algn="ctr"/>
            <a:r>
              <a:rPr lang="en-US" sz="900" dirty="0"/>
              <a:t>45</a:t>
            </a:r>
          </a:p>
        </p:txBody>
      </p:sp>
      <p:sp>
        <p:nvSpPr>
          <p:cNvPr id="30" name="TextBox 29">
            <a:extLst>
              <a:ext uri="{FF2B5EF4-FFF2-40B4-BE49-F238E27FC236}">
                <a16:creationId xmlns:a16="http://schemas.microsoft.com/office/drawing/2014/main" id="{269DF85B-C4C6-3F67-FDE0-89E38E5EF07D}"/>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6F01A3DC-7816-EB6A-D8B6-32A9DABD7A47}"/>
              </a:ext>
            </a:extLst>
          </p:cNvPr>
          <p:cNvSpPr txBox="1"/>
          <p:nvPr/>
        </p:nvSpPr>
        <p:spPr>
          <a:xfrm>
            <a:off x="3217333" y="721216"/>
            <a:ext cx="462845" cy="584775"/>
          </a:xfrm>
          <a:prstGeom prst="rect">
            <a:avLst/>
          </a:prstGeom>
          <a:noFill/>
        </p:spPr>
        <p:txBody>
          <a:bodyPr wrap="square" rtlCol="0">
            <a:spAutoFit/>
          </a:bodyPr>
          <a:lstStyle/>
          <a:p>
            <a:pPr algn="ctr"/>
            <a:r>
              <a:rPr lang="en-US" sz="3200" dirty="0"/>
              <a:t>4</a:t>
            </a:r>
          </a:p>
        </p:txBody>
      </p:sp>
      <p:sp>
        <p:nvSpPr>
          <p:cNvPr id="32" name="TextBox 31">
            <a:extLst>
              <a:ext uri="{FF2B5EF4-FFF2-40B4-BE49-F238E27FC236}">
                <a16:creationId xmlns:a16="http://schemas.microsoft.com/office/drawing/2014/main" id="{F00588CD-8126-259F-D58A-603DDB22A0AF}"/>
              </a:ext>
            </a:extLst>
          </p:cNvPr>
          <p:cNvSpPr txBox="1"/>
          <p:nvPr/>
        </p:nvSpPr>
        <p:spPr>
          <a:xfrm>
            <a:off x="3138310" y="1402877"/>
            <a:ext cx="570089" cy="230832"/>
          </a:xfrm>
          <a:prstGeom prst="rect">
            <a:avLst/>
          </a:prstGeom>
          <a:noFill/>
        </p:spPr>
        <p:txBody>
          <a:bodyPr wrap="square" rtlCol="0">
            <a:spAutoFit/>
          </a:bodyPr>
          <a:lstStyle/>
          <a:p>
            <a:pPr algn="ctr"/>
            <a:r>
              <a:rPr lang="en-US" sz="900" dirty="0"/>
              <a:t>89</a:t>
            </a:r>
          </a:p>
        </p:txBody>
      </p:sp>
      <p:sp>
        <p:nvSpPr>
          <p:cNvPr id="34" name="TextBox 33">
            <a:extLst>
              <a:ext uri="{FF2B5EF4-FFF2-40B4-BE49-F238E27FC236}">
                <a16:creationId xmlns:a16="http://schemas.microsoft.com/office/drawing/2014/main" id="{A56E6A55-FD52-F924-5D4C-F5B85AE7A702}"/>
              </a:ext>
            </a:extLst>
          </p:cNvPr>
          <p:cNvSpPr txBox="1"/>
          <p:nvPr/>
        </p:nvSpPr>
        <p:spPr>
          <a:xfrm>
            <a:off x="3138310" y="2034453"/>
            <a:ext cx="570089" cy="230832"/>
          </a:xfrm>
          <a:prstGeom prst="rect">
            <a:avLst/>
          </a:prstGeom>
          <a:noFill/>
        </p:spPr>
        <p:txBody>
          <a:bodyPr wrap="square" rtlCol="0">
            <a:spAutoFit/>
          </a:bodyPr>
          <a:lstStyle/>
          <a:p>
            <a:pPr algn="ctr"/>
            <a:r>
              <a:rPr lang="en-US" sz="900" dirty="0"/>
              <a:t>98</a:t>
            </a:r>
          </a:p>
        </p:txBody>
      </p:sp>
      <p:sp>
        <p:nvSpPr>
          <p:cNvPr id="35" name="TextBox 34">
            <a:extLst>
              <a:ext uri="{FF2B5EF4-FFF2-40B4-BE49-F238E27FC236}">
                <a16:creationId xmlns:a16="http://schemas.microsoft.com/office/drawing/2014/main" id="{EE7A48E8-107D-50DC-C8D8-69B37F025CFD}"/>
              </a:ext>
            </a:extLst>
          </p:cNvPr>
          <p:cNvSpPr txBox="1"/>
          <p:nvPr/>
        </p:nvSpPr>
        <p:spPr>
          <a:xfrm>
            <a:off x="4216401" y="1224551"/>
            <a:ext cx="462845" cy="584775"/>
          </a:xfrm>
          <a:prstGeom prst="rect">
            <a:avLst/>
          </a:prstGeom>
          <a:noFill/>
        </p:spPr>
        <p:txBody>
          <a:bodyPr wrap="square" rtlCol="0">
            <a:spAutoFit/>
          </a:bodyPr>
          <a:lstStyle/>
          <a:p>
            <a:pPr algn="ctr"/>
            <a:r>
              <a:rPr lang="en-US" sz="3200" dirty="0"/>
              <a:t>1</a:t>
            </a:r>
          </a:p>
        </p:txBody>
      </p:sp>
      <p:sp>
        <p:nvSpPr>
          <p:cNvPr id="36" name="TextBox 35">
            <a:extLst>
              <a:ext uri="{FF2B5EF4-FFF2-40B4-BE49-F238E27FC236}">
                <a16:creationId xmlns:a16="http://schemas.microsoft.com/office/drawing/2014/main" id="{4D3AA367-5CCF-5315-80B3-84BBE28CB542}"/>
              </a:ext>
            </a:extLst>
          </p:cNvPr>
          <p:cNvSpPr txBox="1"/>
          <p:nvPr/>
        </p:nvSpPr>
        <p:spPr>
          <a:xfrm>
            <a:off x="5215469" y="721216"/>
            <a:ext cx="462845" cy="584775"/>
          </a:xfrm>
          <a:prstGeom prst="rect">
            <a:avLst/>
          </a:prstGeom>
          <a:noFill/>
        </p:spPr>
        <p:txBody>
          <a:bodyPr wrap="square" rtlCol="0">
            <a:spAutoFit/>
          </a:bodyPr>
          <a:lstStyle/>
          <a:p>
            <a:pPr algn="ctr"/>
            <a:r>
              <a:rPr lang="en-US" sz="3200" dirty="0"/>
              <a:t>1</a:t>
            </a:r>
          </a:p>
        </p:txBody>
      </p:sp>
      <p:sp>
        <p:nvSpPr>
          <p:cNvPr id="37" name="TextBox 36">
            <a:extLst>
              <a:ext uri="{FF2B5EF4-FFF2-40B4-BE49-F238E27FC236}">
                <a16:creationId xmlns:a16="http://schemas.microsoft.com/office/drawing/2014/main" id="{85AC0943-9BA5-0BA6-3DF8-3B552A2E963F}"/>
              </a:ext>
            </a:extLst>
          </p:cNvPr>
          <p:cNvSpPr txBox="1"/>
          <p:nvPr/>
        </p:nvSpPr>
        <p:spPr>
          <a:xfrm>
            <a:off x="3640666" y="901933"/>
            <a:ext cx="570089" cy="230832"/>
          </a:xfrm>
          <a:prstGeom prst="rect">
            <a:avLst/>
          </a:prstGeom>
          <a:noFill/>
        </p:spPr>
        <p:txBody>
          <a:bodyPr wrap="square" rtlCol="0">
            <a:spAutoFit/>
          </a:bodyPr>
          <a:lstStyle/>
          <a:p>
            <a:pPr algn="ctr"/>
            <a:r>
              <a:rPr lang="en-US" sz="900" dirty="0"/>
              <a:t>35</a:t>
            </a:r>
          </a:p>
        </p:txBody>
      </p:sp>
      <p:sp>
        <p:nvSpPr>
          <p:cNvPr id="39" name="TextBox 38">
            <a:extLst>
              <a:ext uri="{FF2B5EF4-FFF2-40B4-BE49-F238E27FC236}">
                <a16:creationId xmlns:a16="http://schemas.microsoft.com/office/drawing/2014/main" id="{A9B6C03B-2274-2EF9-4035-E103794DA54D}"/>
              </a:ext>
            </a:extLst>
          </p:cNvPr>
          <p:cNvSpPr txBox="1"/>
          <p:nvPr/>
        </p:nvSpPr>
        <p:spPr>
          <a:xfrm>
            <a:off x="3640666" y="1402877"/>
            <a:ext cx="570089" cy="230832"/>
          </a:xfrm>
          <a:prstGeom prst="rect">
            <a:avLst/>
          </a:prstGeom>
          <a:noFill/>
        </p:spPr>
        <p:txBody>
          <a:bodyPr wrap="square" rtlCol="0">
            <a:spAutoFit/>
          </a:bodyPr>
          <a:lstStyle/>
          <a:p>
            <a:pPr algn="ctr"/>
            <a:r>
              <a:rPr lang="en-US" sz="900" dirty="0"/>
              <a:t>53</a:t>
            </a:r>
          </a:p>
        </p:txBody>
      </p:sp>
      <p:sp>
        <p:nvSpPr>
          <p:cNvPr id="40" name="TextBox 39">
            <a:extLst>
              <a:ext uri="{FF2B5EF4-FFF2-40B4-BE49-F238E27FC236}">
                <a16:creationId xmlns:a16="http://schemas.microsoft.com/office/drawing/2014/main" id="{6C860314-79C2-374E-EE28-5A0BDA0699A5}"/>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41" name="TextBox 40">
            <a:extLst>
              <a:ext uri="{FF2B5EF4-FFF2-40B4-BE49-F238E27FC236}">
                <a16:creationId xmlns:a16="http://schemas.microsoft.com/office/drawing/2014/main" id="{11FE1018-C694-CB2F-F358-129F94D136F1}"/>
              </a:ext>
            </a:extLst>
          </p:cNvPr>
          <p:cNvSpPr txBox="1"/>
          <p:nvPr/>
        </p:nvSpPr>
        <p:spPr>
          <a:xfrm>
            <a:off x="4645378" y="771301"/>
            <a:ext cx="570089" cy="230832"/>
          </a:xfrm>
          <a:prstGeom prst="rect">
            <a:avLst/>
          </a:prstGeom>
          <a:noFill/>
        </p:spPr>
        <p:txBody>
          <a:bodyPr wrap="square" rtlCol="0">
            <a:spAutoFit/>
          </a:bodyPr>
          <a:lstStyle/>
          <a:p>
            <a:pPr algn="ctr"/>
            <a:r>
              <a:rPr lang="en-US" sz="900" dirty="0"/>
              <a:t>79</a:t>
            </a:r>
          </a:p>
        </p:txBody>
      </p:sp>
      <p:sp>
        <p:nvSpPr>
          <p:cNvPr id="38" name="TextBox 37">
            <a:extLst>
              <a:ext uri="{FF2B5EF4-FFF2-40B4-BE49-F238E27FC236}">
                <a16:creationId xmlns:a16="http://schemas.microsoft.com/office/drawing/2014/main" id="{C0B5DBB1-EFB6-C594-A581-8BF2AF842071}"/>
              </a:ext>
            </a:extLst>
          </p:cNvPr>
          <p:cNvSpPr txBox="1"/>
          <p:nvPr/>
        </p:nvSpPr>
        <p:spPr>
          <a:xfrm>
            <a:off x="5650090" y="901933"/>
            <a:ext cx="570089" cy="230832"/>
          </a:xfrm>
          <a:prstGeom prst="rect">
            <a:avLst/>
          </a:prstGeom>
          <a:noFill/>
        </p:spPr>
        <p:txBody>
          <a:bodyPr wrap="square" rtlCol="0">
            <a:spAutoFit/>
          </a:bodyPr>
          <a:lstStyle/>
          <a:p>
            <a:pPr algn="ctr"/>
            <a:r>
              <a:rPr lang="en-US" sz="900" dirty="0"/>
              <a:t>53</a:t>
            </a:r>
          </a:p>
        </p:txBody>
      </p:sp>
      <p:sp>
        <p:nvSpPr>
          <p:cNvPr id="42" name="TextBox 41">
            <a:extLst>
              <a:ext uri="{FF2B5EF4-FFF2-40B4-BE49-F238E27FC236}">
                <a16:creationId xmlns:a16="http://schemas.microsoft.com/office/drawing/2014/main" id="{A915D6C9-02D5-4D0F-1065-E7FCEF4A05BE}"/>
              </a:ext>
            </a:extLst>
          </p:cNvPr>
          <p:cNvSpPr txBox="1"/>
          <p:nvPr/>
        </p:nvSpPr>
        <p:spPr>
          <a:xfrm>
            <a:off x="5715003" y="1224551"/>
            <a:ext cx="462845" cy="584775"/>
          </a:xfrm>
          <a:prstGeom prst="rect">
            <a:avLst/>
          </a:prstGeom>
          <a:noFill/>
        </p:spPr>
        <p:txBody>
          <a:bodyPr wrap="square" rtlCol="0">
            <a:spAutoFit/>
          </a:bodyPr>
          <a:lstStyle/>
          <a:p>
            <a:pPr algn="ctr"/>
            <a:r>
              <a:rPr lang="en-US" sz="3200" dirty="0"/>
              <a:t>2</a:t>
            </a:r>
          </a:p>
        </p:txBody>
      </p:sp>
      <p:sp>
        <p:nvSpPr>
          <p:cNvPr id="43" name="TextBox 42">
            <a:extLst>
              <a:ext uri="{FF2B5EF4-FFF2-40B4-BE49-F238E27FC236}">
                <a16:creationId xmlns:a16="http://schemas.microsoft.com/office/drawing/2014/main" id="{1C0E214E-EB98-DCE4-1C4F-4A73E7C00068}"/>
              </a:ext>
            </a:extLst>
          </p:cNvPr>
          <p:cNvSpPr txBox="1"/>
          <p:nvPr/>
        </p:nvSpPr>
        <p:spPr>
          <a:xfrm>
            <a:off x="4645378" y="1533509"/>
            <a:ext cx="570089" cy="230832"/>
          </a:xfrm>
          <a:prstGeom prst="rect">
            <a:avLst/>
          </a:prstGeom>
          <a:noFill/>
        </p:spPr>
        <p:txBody>
          <a:bodyPr wrap="square" rtlCol="0">
            <a:spAutoFit/>
          </a:bodyPr>
          <a:lstStyle/>
          <a:p>
            <a:pPr algn="ctr"/>
            <a:r>
              <a:rPr lang="en-US" sz="900" dirty="0"/>
              <a:t>345789</a:t>
            </a:r>
          </a:p>
        </p:txBody>
      </p:sp>
      <p:sp>
        <p:nvSpPr>
          <p:cNvPr id="44" name="TextBox 43">
            <a:extLst>
              <a:ext uri="{FF2B5EF4-FFF2-40B4-BE49-F238E27FC236}">
                <a16:creationId xmlns:a16="http://schemas.microsoft.com/office/drawing/2014/main" id="{4DBD4ED7-2E1D-AE82-3F90-03B4A4E8F3B4}"/>
              </a:ext>
            </a:extLst>
          </p:cNvPr>
          <p:cNvSpPr txBox="1"/>
          <p:nvPr/>
        </p:nvSpPr>
        <p:spPr>
          <a:xfrm>
            <a:off x="5147734" y="1533509"/>
            <a:ext cx="570089" cy="230832"/>
          </a:xfrm>
          <a:prstGeom prst="rect">
            <a:avLst/>
          </a:prstGeom>
          <a:noFill/>
        </p:spPr>
        <p:txBody>
          <a:bodyPr wrap="square" rtlCol="0">
            <a:spAutoFit/>
          </a:bodyPr>
          <a:lstStyle/>
          <a:p>
            <a:pPr algn="ctr"/>
            <a:r>
              <a:rPr lang="en-US" sz="900" dirty="0"/>
              <a:t>987543</a:t>
            </a:r>
          </a:p>
        </p:txBody>
      </p:sp>
      <p:sp>
        <p:nvSpPr>
          <p:cNvPr id="47" name="TextBox 46">
            <a:extLst>
              <a:ext uri="{FF2B5EF4-FFF2-40B4-BE49-F238E27FC236}">
                <a16:creationId xmlns:a16="http://schemas.microsoft.com/office/drawing/2014/main" id="{7482DDE1-1D1D-FC05-419C-EA2A6DF2C61D}"/>
              </a:ext>
            </a:extLst>
          </p:cNvPr>
          <p:cNvSpPr txBox="1"/>
          <p:nvPr/>
        </p:nvSpPr>
        <p:spPr>
          <a:xfrm>
            <a:off x="4143022" y="3537285"/>
            <a:ext cx="570089" cy="230832"/>
          </a:xfrm>
          <a:prstGeom prst="rect">
            <a:avLst/>
          </a:prstGeom>
          <a:noFill/>
        </p:spPr>
        <p:txBody>
          <a:bodyPr wrap="square" rtlCol="0">
            <a:spAutoFit/>
          </a:bodyPr>
          <a:lstStyle/>
          <a:p>
            <a:pPr algn="ctr"/>
            <a:r>
              <a:rPr lang="en-US" sz="900" dirty="0"/>
              <a:t>98</a:t>
            </a:r>
          </a:p>
        </p:txBody>
      </p:sp>
      <p:sp>
        <p:nvSpPr>
          <p:cNvPr id="48" name="TextBox 47">
            <a:extLst>
              <a:ext uri="{FF2B5EF4-FFF2-40B4-BE49-F238E27FC236}">
                <a16:creationId xmlns:a16="http://schemas.microsoft.com/office/drawing/2014/main" id="{103098D3-59F0-4974-7F89-A293C046B24E}"/>
              </a:ext>
            </a:extLst>
          </p:cNvPr>
          <p:cNvSpPr txBox="1"/>
          <p:nvPr/>
        </p:nvSpPr>
        <p:spPr>
          <a:xfrm>
            <a:off x="4645378" y="3537285"/>
            <a:ext cx="570089" cy="230832"/>
          </a:xfrm>
          <a:prstGeom prst="rect">
            <a:avLst/>
          </a:prstGeom>
          <a:noFill/>
        </p:spPr>
        <p:txBody>
          <a:bodyPr wrap="square" rtlCol="0">
            <a:spAutoFit/>
          </a:bodyPr>
          <a:lstStyle/>
          <a:p>
            <a:pPr algn="ctr"/>
            <a:r>
              <a:rPr lang="en-US" sz="900" dirty="0"/>
              <a:t>789</a:t>
            </a:r>
          </a:p>
        </p:txBody>
      </p:sp>
      <p:sp>
        <p:nvSpPr>
          <p:cNvPr id="49" name="TextBox 48">
            <a:extLst>
              <a:ext uri="{FF2B5EF4-FFF2-40B4-BE49-F238E27FC236}">
                <a16:creationId xmlns:a16="http://schemas.microsoft.com/office/drawing/2014/main" id="{D0020EB9-580F-2B05-26AE-74A95CB471A4}"/>
              </a:ext>
            </a:extLst>
          </p:cNvPr>
          <p:cNvSpPr txBox="1"/>
          <p:nvPr/>
        </p:nvSpPr>
        <p:spPr>
          <a:xfrm>
            <a:off x="5147734" y="3537285"/>
            <a:ext cx="570089" cy="230832"/>
          </a:xfrm>
          <a:prstGeom prst="rect">
            <a:avLst/>
          </a:prstGeom>
          <a:noFill/>
        </p:spPr>
        <p:txBody>
          <a:bodyPr wrap="square" rtlCol="0">
            <a:spAutoFit/>
          </a:bodyPr>
          <a:lstStyle/>
          <a:p>
            <a:pPr algn="ctr"/>
            <a:r>
              <a:rPr lang="en-US" sz="900" dirty="0"/>
              <a:t>789</a:t>
            </a:r>
          </a:p>
        </p:txBody>
      </p:sp>
      <p:sp>
        <p:nvSpPr>
          <p:cNvPr id="51" name="TextBox 50">
            <a:extLst>
              <a:ext uri="{FF2B5EF4-FFF2-40B4-BE49-F238E27FC236}">
                <a16:creationId xmlns:a16="http://schemas.microsoft.com/office/drawing/2014/main" id="{56AF330A-8150-EAD2-8A3C-7D5505D1AC19}"/>
              </a:ext>
            </a:extLst>
          </p:cNvPr>
          <p:cNvSpPr txBox="1"/>
          <p:nvPr/>
        </p:nvSpPr>
        <p:spPr>
          <a:xfrm>
            <a:off x="5215469" y="2231221"/>
            <a:ext cx="462845" cy="584775"/>
          </a:xfrm>
          <a:prstGeom prst="rect">
            <a:avLst/>
          </a:prstGeom>
          <a:noFill/>
        </p:spPr>
        <p:txBody>
          <a:bodyPr wrap="square" rtlCol="0">
            <a:spAutoFit/>
          </a:bodyPr>
          <a:lstStyle/>
          <a:p>
            <a:pPr algn="ctr"/>
            <a:r>
              <a:rPr lang="en-US" sz="3200" dirty="0"/>
              <a:t>6</a:t>
            </a:r>
          </a:p>
        </p:txBody>
      </p:sp>
      <p:sp>
        <p:nvSpPr>
          <p:cNvPr id="15" name="TextBox 14">
            <a:extLst>
              <a:ext uri="{FF2B5EF4-FFF2-40B4-BE49-F238E27FC236}">
                <a16:creationId xmlns:a16="http://schemas.microsoft.com/office/drawing/2014/main" id="{E53CE4F0-AAED-26B0-CDBE-461E32258323}"/>
              </a:ext>
            </a:extLst>
          </p:cNvPr>
          <p:cNvSpPr txBox="1"/>
          <p:nvPr/>
        </p:nvSpPr>
        <p:spPr>
          <a:xfrm>
            <a:off x="3217333" y="2734556"/>
            <a:ext cx="462845" cy="584775"/>
          </a:xfrm>
          <a:prstGeom prst="rect">
            <a:avLst/>
          </a:prstGeom>
          <a:noFill/>
        </p:spPr>
        <p:txBody>
          <a:bodyPr wrap="square" rtlCol="0">
            <a:spAutoFit/>
          </a:bodyPr>
          <a:lstStyle/>
          <a:p>
            <a:pPr algn="ctr"/>
            <a:r>
              <a:rPr lang="en-US" sz="3200" dirty="0"/>
              <a:t>7</a:t>
            </a:r>
          </a:p>
        </p:txBody>
      </p:sp>
      <p:sp>
        <p:nvSpPr>
          <p:cNvPr id="52" name="TextBox 51">
            <a:extLst>
              <a:ext uri="{FF2B5EF4-FFF2-40B4-BE49-F238E27FC236}">
                <a16:creationId xmlns:a16="http://schemas.microsoft.com/office/drawing/2014/main" id="{2C482DB2-E79E-3108-CAC7-D13F5C37C34B}"/>
              </a:ext>
            </a:extLst>
          </p:cNvPr>
          <p:cNvSpPr txBox="1"/>
          <p:nvPr/>
        </p:nvSpPr>
        <p:spPr>
          <a:xfrm>
            <a:off x="3716867" y="2734556"/>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7AFDC815-6EA5-FD68-203C-AB66F4DFB39A}"/>
              </a:ext>
            </a:extLst>
          </p:cNvPr>
          <p:cNvSpPr txBox="1"/>
          <p:nvPr/>
        </p:nvSpPr>
        <p:spPr>
          <a:xfrm>
            <a:off x="3716867" y="1727886"/>
            <a:ext cx="462845" cy="584775"/>
          </a:xfrm>
          <a:prstGeom prst="rect">
            <a:avLst/>
          </a:prstGeom>
          <a:noFill/>
        </p:spPr>
        <p:txBody>
          <a:bodyPr wrap="square" rtlCol="0">
            <a:spAutoFit/>
          </a:bodyPr>
          <a:lstStyle/>
          <a:p>
            <a:pPr algn="ctr"/>
            <a:r>
              <a:rPr lang="en-US" sz="3200" dirty="0"/>
              <a:t>7</a:t>
            </a:r>
          </a:p>
        </p:txBody>
      </p:sp>
      <p:sp>
        <p:nvSpPr>
          <p:cNvPr id="33" name="TextBox 32">
            <a:extLst>
              <a:ext uri="{FF2B5EF4-FFF2-40B4-BE49-F238E27FC236}">
                <a16:creationId xmlns:a16="http://schemas.microsoft.com/office/drawing/2014/main" id="{C48BA658-AF43-A801-20DC-9D268675CB37}"/>
              </a:ext>
            </a:extLst>
          </p:cNvPr>
          <p:cNvSpPr txBox="1"/>
          <p:nvPr/>
        </p:nvSpPr>
        <p:spPr>
          <a:xfrm>
            <a:off x="3138310" y="3907597"/>
            <a:ext cx="570089" cy="230832"/>
          </a:xfrm>
          <a:prstGeom prst="rect">
            <a:avLst/>
          </a:prstGeom>
          <a:noFill/>
        </p:spPr>
        <p:txBody>
          <a:bodyPr wrap="square" rtlCol="0">
            <a:spAutoFit/>
          </a:bodyPr>
          <a:lstStyle/>
          <a:p>
            <a:pPr algn="ctr"/>
            <a:r>
              <a:rPr lang="en-US" sz="900" dirty="0"/>
              <a:t>15</a:t>
            </a:r>
          </a:p>
        </p:txBody>
      </p:sp>
      <p:sp>
        <p:nvSpPr>
          <p:cNvPr id="53" name="TextBox 52">
            <a:extLst>
              <a:ext uri="{FF2B5EF4-FFF2-40B4-BE49-F238E27FC236}">
                <a16:creationId xmlns:a16="http://schemas.microsoft.com/office/drawing/2014/main" id="{B3569E42-BBD3-263A-445A-1AD34AD7B67D}"/>
              </a:ext>
            </a:extLst>
          </p:cNvPr>
          <p:cNvSpPr txBox="1"/>
          <p:nvPr/>
        </p:nvSpPr>
        <p:spPr>
          <a:xfrm>
            <a:off x="3138310" y="4408541"/>
            <a:ext cx="570089" cy="230832"/>
          </a:xfrm>
          <a:prstGeom prst="rect">
            <a:avLst/>
          </a:prstGeom>
          <a:noFill/>
        </p:spPr>
        <p:txBody>
          <a:bodyPr wrap="square" rtlCol="0">
            <a:spAutoFit/>
          </a:bodyPr>
          <a:lstStyle/>
          <a:p>
            <a:pPr algn="ctr"/>
            <a:r>
              <a:rPr lang="en-US" sz="900" dirty="0"/>
              <a:t>51</a:t>
            </a:r>
          </a:p>
        </p:txBody>
      </p:sp>
      <p:sp>
        <p:nvSpPr>
          <p:cNvPr id="60" name="TextBox 59">
            <a:extLst>
              <a:ext uri="{FF2B5EF4-FFF2-40B4-BE49-F238E27FC236}">
                <a16:creationId xmlns:a16="http://schemas.microsoft.com/office/drawing/2014/main" id="{0673913A-9779-4F85-322D-7FEA685ABFD4}"/>
              </a:ext>
            </a:extLst>
          </p:cNvPr>
          <p:cNvSpPr txBox="1"/>
          <p:nvPr/>
        </p:nvSpPr>
        <p:spPr>
          <a:xfrm>
            <a:off x="4645378" y="2905709"/>
            <a:ext cx="570089" cy="230832"/>
          </a:xfrm>
          <a:prstGeom prst="rect">
            <a:avLst/>
          </a:prstGeom>
          <a:noFill/>
        </p:spPr>
        <p:txBody>
          <a:bodyPr wrap="square" rtlCol="0">
            <a:spAutoFit/>
          </a:bodyPr>
          <a:lstStyle/>
          <a:p>
            <a:pPr algn="ctr"/>
            <a:r>
              <a:rPr lang="en-US" sz="900" dirty="0"/>
              <a:t>1489</a:t>
            </a:r>
          </a:p>
        </p:txBody>
      </p:sp>
      <p:sp>
        <p:nvSpPr>
          <p:cNvPr id="61" name="TextBox 60">
            <a:extLst>
              <a:ext uri="{FF2B5EF4-FFF2-40B4-BE49-F238E27FC236}">
                <a16:creationId xmlns:a16="http://schemas.microsoft.com/office/drawing/2014/main" id="{2B2C6F8E-5337-F94E-D5B2-E4A4E9F1666E}"/>
              </a:ext>
            </a:extLst>
          </p:cNvPr>
          <p:cNvSpPr txBox="1"/>
          <p:nvPr/>
        </p:nvSpPr>
        <p:spPr>
          <a:xfrm>
            <a:off x="5650090" y="2905709"/>
            <a:ext cx="570089" cy="230832"/>
          </a:xfrm>
          <a:prstGeom prst="rect">
            <a:avLst/>
          </a:prstGeom>
          <a:noFill/>
        </p:spPr>
        <p:txBody>
          <a:bodyPr wrap="square" rtlCol="0">
            <a:spAutoFit/>
          </a:bodyPr>
          <a:lstStyle/>
          <a:p>
            <a:pPr algn="ctr"/>
            <a:r>
              <a:rPr lang="en-US" sz="900" dirty="0"/>
              <a:t>1489</a:t>
            </a:r>
          </a:p>
        </p:txBody>
      </p:sp>
      <p:sp>
        <p:nvSpPr>
          <p:cNvPr id="62" name="TextBox 61">
            <a:extLst>
              <a:ext uri="{FF2B5EF4-FFF2-40B4-BE49-F238E27FC236}">
                <a16:creationId xmlns:a16="http://schemas.microsoft.com/office/drawing/2014/main" id="{70DC6381-6294-9DC2-6265-276FE06BD5C0}"/>
              </a:ext>
            </a:extLst>
          </p:cNvPr>
          <p:cNvSpPr txBox="1"/>
          <p:nvPr/>
        </p:nvSpPr>
        <p:spPr>
          <a:xfrm>
            <a:off x="6654802" y="2905709"/>
            <a:ext cx="570089" cy="230832"/>
          </a:xfrm>
          <a:prstGeom prst="rect">
            <a:avLst/>
          </a:prstGeom>
          <a:noFill/>
        </p:spPr>
        <p:txBody>
          <a:bodyPr wrap="square" rtlCol="0">
            <a:spAutoFit/>
          </a:bodyPr>
          <a:lstStyle/>
          <a:p>
            <a:pPr algn="ctr"/>
            <a:r>
              <a:rPr lang="en-US" sz="900" dirty="0"/>
              <a:t>189</a:t>
            </a:r>
          </a:p>
        </p:txBody>
      </p:sp>
      <p:sp>
        <p:nvSpPr>
          <p:cNvPr id="63" name="TextBox 62">
            <a:extLst>
              <a:ext uri="{FF2B5EF4-FFF2-40B4-BE49-F238E27FC236}">
                <a16:creationId xmlns:a16="http://schemas.microsoft.com/office/drawing/2014/main" id="{ACAE44C2-8E94-B46E-56E6-E00DE52FB369}"/>
              </a:ext>
            </a:extLst>
          </p:cNvPr>
          <p:cNvSpPr txBox="1"/>
          <p:nvPr/>
        </p:nvSpPr>
        <p:spPr>
          <a:xfrm>
            <a:off x="7157158" y="2905709"/>
            <a:ext cx="570089" cy="230832"/>
          </a:xfrm>
          <a:prstGeom prst="rect">
            <a:avLst/>
          </a:prstGeom>
          <a:noFill/>
        </p:spPr>
        <p:txBody>
          <a:bodyPr wrap="square" rtlCol="0">
            <a:spAutoFit/>
          </a:bodyPr>
          <a:lstStyle/>
          <a:p>
            <a:pPr algn="ctr"/>
            <a:r>
              <a:rPr lang="en-US" sz="900" dirty="0"/>
              <a:t>19</a:t>
            </a:r>
          </a:p>
        </p:txBody>
      </p:sp>
      <p:sp>
        <p:nvSpPr>
          <p:cNvPr id="64" name="TextBox 63">
            <a:extLst>
              <a:ext uri="{FF2B5EF4-FFF2-40B4-BE49-F238E27FC236}">
                <a16:creationId xmlns:a16="http://schemas.microsoft.com/office/drawing/2014/main" id="{5D153A57-0FD4-1DEC-D789-49A572506950}"/>
              </a:ext>
            </a:extLst>
          </p:cNvPr>
          <p:cNvSpPr txBox="1"/>
          <p:nvPr/>
        </p:nvSpPr>
        <p:spPr>
          <a:xfrm>
            <a:off x="6654802" y="3406653"/>
            <a:ext cx="570089" cy="230832"/>
          </a:xfrm>
          <a:prstGeom prst="rect">
            <a:avLst/>
          </a:prstGeom>
          <a:noFill/>
        </p:spPr>
        <p:txBody>
          <a:bodyPr wrap="square" rtlCol="0">
            <a:spAutoFit/>
          </a:bodyPr>
          <a:lstStyle/>
          <a:p>
            <a:pPr algn="ctr"/>
            <a:r>
              <a:rPr lang="en-US" sz="900" dirty="0"/>
              <a:t>16</a:t>
            </a:r>
          </a:p>
        </p:txBody>
      </p:sp>
      <p:sp>
        <p:nvSpPr>
          <p:cNvPr id="65" name="TextBox 64">
            <a:extLst>
              <a:ext uri="{FF2B5EF4-FFF2-40B4-BE49-F238E27FC236}">
                <a16:creationId xmlns:a16="http://schemas.microsoft.com/office/drawing/2014/main" id="{F91089FE-18C8-4DC6-A59F-9D811A53074F}"/>
              </a:ext>
            </a:extLst>
          </p:cNvPr>
          <p:cNvSpPr txBox="1"/>
          <p:nvPr/>
        </p:nvSpPr>
        <p:spPr>
          <a:xfrm>
            <a:off x="7157158" y="3406653"/>
            <a:ext cx="570089" cy="230832"/>
          </a:xfrm>
          <a:prstGeom prst="rect">
            <a:avLst/>
          </a:prstGeom>
          <a:noFill/>
        </p:spPr>
        <p:txBody>
          <a:bodyPr wrap="square" rtlCol="0">
            <a:spAutoFit/>
          </a:bodyPr>
          <a:lstStyle/>
          <a:p>
            <a:pPr algn="ctr"/>
            <a:r>
              <a:rPr lang="en-US" sz="900" dirty="0"/>
              <a:t>61</a:t>
            </a:r>
          </a:p>
        </p:txBody>
      </p:sp>
      <p:sp>
        <p:nvSpPr>
          <p:cNvPr id="66" name="TextBox 65">
            <a:extLst>
              <a:ext uri="{FF2B5EF4-FFF2-40B4-BE49-F238E27FC236}">
                <a16:creationId xmlns:a16="http://schemas.microsoft.com/office/drawing/2014/main" id="{FAB19F9F-3874-D0D1-1AB5-27A1B1147286}"/>
              </a:ext>
            </a:extLst>
          </p:cNvPr>
          <p:cNvSpPr txBox="1"/>
          <p:nvPr/>
        </p:nvSpPr>
        <p:spPr>
          <a:xfrm>
            <a:off x="4216401" y="2734556"/>
            <a:ext cx="462845" cy="584775"/>
          </a:xfrm>
          <a:prstGeom prst="rect">
            <a:avLst/>
          </a:prstGeom>
          <a:noFill/>
        </p:spPr>
        <p:txBody>
          <a:bodyPr wrap="square" rtlCol="0">
            <a:spAutoFit/>
          </a:bodyPr>
          <a:lstStyle/>
          <a:p>
            <a:pPr algn="ctr"/>
            <a:r>
              <a:rPr lang="en-US" sz="3200" dirty="0"/>
              <a:t>5</a:t>
            </a:r>
          </a:p>
        </p:txBody>
      </p:sp>
      <p:sp>
        <p:nvSpPr>
          <p:cNvPr id="67" name="TextBox 66">
            <a:extLst>
              <a:ext uri="{FF2B5EF4-FFF2-40B4-BE49-F238E27FC236}">
                <a16:creationId xmlns:a16="http://schemas.microsoft.com/office/drawing/2014/main" id="{E8AC0125-558B-0B37-6D18-FF284928DDEF}"/>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68" name="TextBox 67">
            <a:extLst>
              <a:ext uri="{FF2B5EF4-FFF2-40B4-BE49-F238E27FC236}">
                <a16:creationId xmlns:a16="http://schemas.microsoft.com/office/drawing/2014/main" id="{50DE421F-949E-12A1-3B34-160B808570A0}"/>
              </a:ext>
            </a:extLst>
          </p:cNvPr>
          <p:cNvSpPr txBox="1"/>
          <p:nvPr/>
        </p:nvSpPr>
        <p:spPr>
          <a:xfrm>
            <a:off x="3716867" y="3237891"/>
            <a:ext cx="462845" cy="584775"/>
          </a:xfrm>
          <a:prstGeom prst="rect">
            <a:avLst/>
          </a:prstGeom>
          <a:noFill/>
        </p:spPr>
        <p:txBody>
          <a:bodyPr wrap="square" rtlCol="0">
            <a:spAutoFit/>
          </a:bodyPr>
          <a:lstStyle/>
          <a:p>
            <a:pPr algn="ctr"/>
            <a:r>
              <a:rPr lang="en-US" sz="3200" dirty="0"/>
              <a:t>4</a:t>
            </a:r>
          </a:p>
        </p:txBody>
      </p:sp>
      <p:sp>
        <p:nvSpPr>
          <p:cNvPr id="9" name="TextBox 8">
            <a:extLst>
              <a:ext uri="{FF2B5EF4-FFF2-40B4-BE49-F238E27FC236}">
                <a16:creationId xmlns:a16="http://schemas.microsoft.com/office/drawing/2014/main" id="{D8BEC18C-F843-5E66-897D-CB7D6684CD6A}"/>
              </a:ext>
            </a:extLst>
          </p:cNvPr>
          <p:cNvSpPr txBox="1"/>
          <p:nvPr/>
        </p:nvSpPr>
        <p:spPr>
          <a:xfrm>
            <a:off x="5215469" y="2734556"/>
            <a:ext cx="462845" cy="584775"/>
          </a:xfrm>
          <a:prstGeom prst="rect">
            <a:avLst/>
          </a:prstGeom>
          <a:noFill/>
        </p:spPr>
        <p:txBody>
          <a:bodyPr wrap="square" rtlCol="0">
            <a:spAutoFit/>
          </a:bodyPr>
          <a:lstStyle/>
          <a:p>
            <a:pPr algn="ctr"/>
            <a:r>
              <a:rPr lang="en-US" sz="3200" dirty="0"/>
              <a:t>2</a:t>
            </a:r>
          </a:p>
        </p:txBody>
      </p:sp>
      <p:sp>
        <p:nvSpPr>
          <p:cNvPr id="45" name="TextBox 44">
            <a:extLst>
              <a:ext uri="{FF2B5EF4-FFF2-40B4-BE49-F238E27FC236}">
                <a16:creationId xmlns:a16="http://schemas.microsoft.com/office/drawing/2014/main" id="{9F75A192-8185-FB37-C51C-CEDD087F039F}"/>
              </a:ext>
            </a:extLst>
          </p:cNvPr>
          <p:cNvSpPr txBox="1"/>
          <p:nvPr/>
        </p:nvSpPr>
        <p:spPr>
          <a:xfrm>
            <a:off x="5147734" y="2034453"/>
            <a:ext cx="570089" cy="230832"/>
          </a:xfrm>
          <a:prstGeom prst="rect">
            <a:avLst/>
          </a:prstGeom>
          <a:noFill/>
        </p:spPr>
        <p:txBody>
          <a:bodyPr wrap="square" rtlCol="0">
            <a:spAutoFit/>
          </a:bodyPr>
          <a:lstStyle/>
          <a:p>
            <a:pPr algn="ctr"/>
            <a:r>
              <a:rPr lang="en-US" sz="900" dirty="0"/>
              <a:t>89</a:t>
            </a:r>
          </a:p>
        </p:txBody>
      </p:sp>
    </p:spTree>
    <p:extLst>
      <p:ext uri="{BB962C8B-B14F-4D97-AF65-F5344CB8AC3E}">
        <p14:creationId xmlns:p14="http://schemas.microsoft.com/office/powerpoint/2010/main" val="20869223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D8891D-561A-B951-F8B3-6F4C89A260F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523A6C9-CA77-80B1-EA1B-2CE9C8AAF728}"/>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F089E29B-7427-F05E-CCC1-3D966BDDA54E}"/>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748BB2DD-3248-0115-87B3-79E5D2A710D1}"/>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2228F037-0DAA-10A7-B238-206FFAC8F69D}"/>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97C66F6F-B3A7-C5AA-184F-E4135B7CC160}"/>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7D554082-536F-C443-23E6-3FB2B1C20D58}"/>
              </a:ext>
            </a:extLst>
          </p:cNvPr>
          <p:cNvSpPr txBox="1"/>
          <p:nvPr/>
        </p:nvSpPr>
        <p:spPr>
          <a:xfrm>
            <a:off x="3716867" y="2231221"/>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09EDAE50-C994-05D7-097C-AA41A6B8D5EA}"/>
              </a:ext>
            </a:extLst>
          </p:cNvPr>
          <p:cNvSpPr txBox="1"/>
          <p:nvPr/>
        </p:nvSpPr>
        <p:spPr>
          <a:xfrm>
            <a:off x="3217333" y="4747898"/>
            <a:ext cx="462845" cy="584775"/>
          </a:xfrm>
          <a:prstGeom prst="rect">
            <a:avLst/>
          </a:prstGeom>
          <a:noFill/>
        </p:spPr>
        <p:txBody>
          <a:bodyPr wrap="square" rtlCol="0">
            <a:spAutoFit/>
          </a:bodyPr>
          <a:lstStyle/>
          <a:p>
            <a:pPr algn="ctr"/>
            <a:r>
              <a:rPr lang="en-US" sz="3200" dirty="0"/>
              <a:t>6</a:t>
            </a:r>
          </a:p>
        </p:txBody>
      </p:sp>
      <p:sp>
        <p:nvSpPr>
          <p:cNvPr id="11" name="TextBox 10">
            <a:extLst>
              <a:ext uri="{FF2B5EF4-FFF2-40B4-BE49-F238E27FC236}">
                <a16:creationId xmlns:a16="http://schemas.microsoft.com/office/drawing/2014/main" id="{2F72744A-43F4-836D-E681-F1778D4C9B91}"/>
              </a:ext>
            </a:extLst>
          </p:cNvPr>
          <p:cNvSpPr txBox="1"/>
          <p:nvPr/>
        </p:nvSpPr>
        <p:spPr>
          <a:xfrm>
            <a:off x="7213604" y="4747898"/>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346D94C4-6D27-4AE0-513E-F2316D9420B2}"/>
              </a:ext>
            </a:extLst>
          </p:cNvPr>
          <p:cNvSpPr txBox="1"/>
          <p:nvPr/>
        </p:nvSpPr>
        <p:spPr>
          <a:xfrm>
            <a:off x="6214537" y="2734556"/>
            <a:ext cx="462845" cy="584775"/>
          </a:xfrm>
          <a:prstGeom prst="rect">
            <a:avLst/>
          </a:prstGeom>
          <a:no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1ECBBFD5-287C-BBE7-2430-EFCE1A4513FC}"/>
              </a:ext>
            </a:extLst>
          </p:cNvPr>
          <p:cNvSpPr txBox="1"/>
          <p:nvPr/>
        </p:nvSpPr>
        <p:spPr>
          <a:xfrm>
            <a:off x="4143022" y="2274133"/>
            <a:ext cx="570089" cy="230832"/>
          </a:xfrm>
          <a:prstGeom prst="rect">
            <a:avLst/>
          </a:prstGeom>
          <a:noFill/>
        </p:spPr>
        <p:txBody>
          <a:bodyPr wrap="square" rtlCol="0">
            <a:spAutoFit/>
          </a:bodyPr>
          <a:lstStyle/>
          <a:p>
            <a:pPr algn="ctr"/>
            <a:r>
              <a:rPr lang="en-US" sz="900" dirty="0"/>
              <a:t>89</a:t>
            </a:r>
          </a:p>
        </p:txBody>
      </p:sp>
      <p:sp>
        <p:nvSpPr>
          <p:cNvPr id="14" name="TextBox 13">
            <a:extLst>
              <a:ext uri="{FF2B5EF4-FFF2-40B4-BE49-F238E27FC236}">
                <a16:creationId xmlns:a16="http://schemas.microsoft.com/office/drawing/2014/main" id="{56BB6C03-3E3B-EBAB-DDDB-03AE7247446D}"/>
              </a:ext>
            </a:extLst>
          </p:cNvPr>
          <p:cNvSpPr txBox="1"/>
          <p:nvPr/>
        </p:nvSpPr>
        <p:spPr>
          <a:xfrm>
            <a:off x="4645378" y="2274133"/>
            <a:ext cx="570089" cy="230832"/>
          </a:xfrm>
          <a:prstGeom prst="rect">
            <a:avLst/>
          </a:prstGeom>
          <a:noFill/>
        </p:spPr>
        <p:txBody>
          <a:bodyPr wrap="square" rtlCol="0">
            <a:spAutoFit/>
          </a:bodyPr>
          <a:lstStyle/>
          <a:p>
            <a:pPr algn="ctr"/>
            <a:r>
              <a:rPr lang="en-US" sz="900" dirty="0"/>
              <a:t>589</a:t>
            </a:r>
          </a:p>
        </p:txBody>
      </p:sp>
      <p:sp>
        <p:nvSpPr>
          <p:cNvPr id="16" name="TextBox 15">
            <a:extLst>
              <a:ext uri="{FF2B5EF4-FFF2-40B4-BE49-F238E27FC236}">
                <a16:creationId xmlns:a16="http://schemas.microsoft.com/office/drawing/2014/main" id="{82219ACE-14B5-092D-AC9B-010185A30A67}"/>
              </a:ext>
            </a:extLst>
          </p:cNvPr>
          <p:cNvSpPr txBox="1"/>
          <p:nvPr/>
        </p:nvSpPr>
        <p:spPr>
          <a:xfrm>
            <a:off x="5650090" y="2274133"/>
            <a:ext cx="570089" cy="230832"/>
          </a:xfrm>
          <a:prstGeom prst="rect">
            <a:avLst/>
          </a:prstGeom>
          <a:noFill/>
        </p:spPr>
        <p:txBody>
          <a:bodyPr wrap="square" rtlCol="0">
            <a:spAutoFit/>
          </a:bodyPr>
          <a:lstStyle/>
          <a:p>
            <a:pPr algn="ctr"/>
            <a:r>
              <a:rPr lang="en-US" sz="900" dirty="0"/>
              <a:t>589</a:t>
            </a:r>
          </a:p>
        </p:txBody>
      </p:sp>
      <p:sp>
        <p:nvSpPr>
          <p:cNvPr id="18" name="TextBox 17">
            <a:extLst>
              <a:ext uri="{FF2B5EF4-FFF2-40B4-BE49-F238E27FC236}">
                <a16:creationId xmlns:a16="http://schemas.microsoft.com/office/drawing/2014/main" id="{87C0694F-A9A6-8B36-7C37-ECE2D857CD60}"/>
              </a:ext>
            </a:extLst>
          </p:cNvPr>
          <p:cNvSpPr txBox="1"/>
          <p:nvPr/>
        </p:nvSpPr>
        <p:spPr>
          <a:xfrm>
            <a:off x="6654802" y="2404765"/>
            <a:ext cx="570089" cy="230832"/>
          </a:xfrm>
          <a:prstGeom prst="rect">
            <a:avLst/>
          </a:prstGeom>
          <a:noFill/>
        </p:spPr>
        <p:txBody>
          <a:bodyPr wrap="square" rtlCol="0">
            <a:spAutoFit/>
          </a:bodyPr>
          <a:lstStyle/>
          <a:p>
            <a:pPr algn="ctr"/>
            <a:r>
              <a:rPr lang="en-US" sz="900" dirty="0"/>
              <a:t>24</a:t>
            </a:r>
          </a:p>
        </p:txBody>
      </p:sp>
      <p:sp>
        <p:nvSpPr>
          <p:cNvPr id="19" name="TextBox 18">
            <a:extLst>
              <a:ext uri="{FF2B5EF4-FFF2-40B4-BE49-F238E27FC236}">
                <a16:creationId xmlns:a16="http://schemas.microsoft.com/office/drawing/2014/main" id="{19398DBF-FAA7-A4B3-A027-98B85A0B61B7}"/>
              </a:ext>
            </a:extLst>
          </p:cNvPr>
          <p:cNvSpPr txBox="1"/>
          <p:nvPr/>
        </p:nvSpPr>
        <p:spPr>
          <a:xfrm>
            <a:off x="7157158" y="2404765"/>
            <a:ext cx="570089" cy="230832"/>
          </a:xfrm>
          <a:prstGeom prst="rect">
            <a:avLst/>
          </a:prstGeom>
          <a:noFill/>
        </p:spPr>
        <p:txBody>
          <a:bodyPr wrap="square" rtlCol="0">
            <a:spAutoFit/>
          </a:bodyPr>
          <a:lstStyle/>
          <a:p>
            <a:pPr algn="ctr"/>
            <a:r>
              <a:rPr lang="en-US" sz="900" dirty="0"/>
              <a:t>42</a:t>
            </a:r>
          </a:p>
        </p:txBody>
      </p:sp>
      <p:sp>
        <p:nvSpPr>
          <p:cNvPr id="20" name="TextBox 19">
            <a:extLst>
              <a:ext uri="{FF2B5EF4-FFF2-40B4-BE49-F238E27FC236}">
                <a16:creationId xmlns:a16="http://schemas.microsoft.com/office/drawing/2014/main" id="{EC7D3846-1A26-8183-94E4-C8CE2DABF873}"/>
              </a:ext>
            </a:extLst>
          </p:cNvPr>
          <p:cNvSpPr txBox="1"/>
          <p:nvPr/>
        </p:nvSpPr>
        <p:spPr>
          <a:xfrm>
            <a:off x="4645378" y="1903821"/>
            <a:ext cx="570089" cy="230832"/>
          </a:xfrm>
          <a:prstGeom prst="rect">
            <a:avLst/>
          </a:prstGeom>
          <a:noFill/>
        </p:spPr>
        <p:txBody>
          <a:bodyPr wrap="square" rtlCol="0">
            <a:spAutoFit/>
          </a:bodyPr>
          <a:lstStyle/>
          <a:p>
            <a:pPr algn="ctr"/>
            <a:r>
              <a:rPr lang="en-US" sz="900" dirty="0"/>
              <a:t>45</a:t>
            </a:r>
          </a:p>
        </p:txBody>
      </p:sp>
      <p:sp>
        <p:nvSpPr>
          <p:cNvPr id="23" name="TextBox 22">
            <a:extLst>
              <a:ext uri="{FF2B5EF4-FFF2-40B4-BE49-F238E27FC236}">
                <a16:creationId xmlns:a16="http://schemas.microsoft.com/office/drawing/2014/main" id="{B9DA7546-886C-8672-A989-FF938EAB35E4}"/>
              </a:ext>
            </a:extLst>
          </p:cNvPr>
          <p:cNvSpPr txBox="1"/>
          <p:nvPr/>
        </p:nvSpPr>
        <p:spPr>
          <a:xfrm>
            <a:off x="6214537" y="721216"/>
            <a:ext cx="462845" cy="584775"/>
          </a:xfrm>
          <a:prstGeom prst="rect">
            <a:avLst/>
          </a:prstGeom>
          <a:noFill/>
        </p:spPr>
        <p:txBody>
          <a:bodyPr wrap="square" rtlCol="0">
            <a:spAutoFit/>
          </a:bodyPr>
          <a:lstStyle/>
          <a:p>
            <a:pPr algn="ctr"/>
            <a:r>
              <a:rPr lang="en-US" sz="3200" dirty="0"/>
              <a:t>2</a:t>
            </a:r>
          </a:p>
        </p:txBody>
      </p:sp>
      <p:sp>
        <p:nvSpPr>
          <p:cNvPr id="24" name="TextBox 23">
            <a:extLst>
              <a:ext uri="{FF2B5EF4-FFF2-40B4-BE49-F238E27FC236}">
                <a16:creationId xmlns:a16="http://schemas.microsoft.com/office/drawing/2014/main" id="{8A17F3B7-2F2F-A248-C5D6-57A3B89349EC}"/>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C8B192E1-A5ED-3FDE-AC74-D6A59C4D041B}"/>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F62B28EC-5FB7-A45A-D953-99A84DA3D8A6}"/>
              </a:ext>
            </a:extLst>
          </p:cNvPr>
          <p:cNvSpPr txBox="1"/>
          <p:nvPr/>
        </p:nvSpPr>
        <p:spPr>
          <a:xfrm>
            <a:off x="6654802" y="771301"/>
            <a:ext cx="570089" cy="230832"/>
          </a:xfrm>
          <a:prstGeom prst="rect">
            <a:avLst/>
          </a:prstGeom>
          <a:noFill/>
        </p:spPr>
        <p:txBody>
          <a:bodyPr wrap="square" rtlCol="0">
            <a:spAutoFit/>
          </a:bodyPr>
          <a:lstStyle/>
          <a:p>
            <a:pPr algn="ctr"/>
            <a:r>
              <a:rPr lang="en-US" sz="900" dirty="0"/>
              <a:t>97</a:t>
            </a:r>
          </a:p>
        </p:txBody>
      </p:sp>
      <p:sp>
        <p:nvSpPr>
          <p:cNvPr id="26" name="TextBox 25">
            <a:extLst>
              <a:ext uri="{FF2B5EF4-FFF2-40B4-BE49-F238E27FC236}">
                <a16:creationId xmlns:a16="http://schemas.microsoft.com/office/drawing/2014/main" id="{D3B2CAB9-31FF-C9BA-F0B7-3F20B6275EC4}"/>
              </a:ext>
            </a:extLst>
          </p:cNvPr>
          <p:cNvSpPr txBox="1"/>
          <p:nvPr/>
        </p:nvSpPr>
        <p:spPr>
          <a:xfrm>
            <a:off x="6654802" y="1402877"/>
            <a:ext cx="570089" cy="230832"/>
          </a:xfrm>
          <a:prstGeom prst="rect">
            <a:avLst/>
          </a:prstGeom>
          <a:noFill/>
        </p:spPr>
        <p:txBody>
          <a:bodyPr wrap="square" rtlCol="0">
            <a:spAutoFit/>
          </a:bodyPr>
          <a:lstStyle/>
          <a:p>
            <a:pPr algn="ctr"/>
            <a:r>
              <a:rPr lang="en-US" sz="900" dirty="0"/>
              <a:t>34579</a:t>
            </a:r>
          </a:p>
        </p:txBody>
      </p:sp>
      <p:sp>
        <p:nvSpPr>
          <p:cNvPr id="27" name="TextBox 26">
            <a:extLst>
              <a:ext uri="{FF2B5EF4-FFF2-40B4-BE49-F238E27FC236}">
                <a16:creationId xmlns:a16="http://schemas.microsoft.com/office/drawing/2014/main" id="{A631D832-EC0B-569E-9804-68D083070582}"/>
              </a:ext>
            </a:extLst>
          </p:cNvPr>
          <p:cNvSpPr txBox="1"/>
          <p:nvPr/>
        </p:nvSpPr>
        <p:spPr>
          <a:xfrm>
            <a:off x="7157158" y="1402877"/>
            <a:ext cx="570089" cy="230832"/>
          </a:xfrm>
          <a:prstGeom prst="rect">
            <a:avLst/>
          </a:prstGeom>
          <a:noFill/>
        </p:spPr>
        <p:txBody>
          <a:bodyPr wrap="square" rtlCol="0">
            <a:spAutoFit/>
          </a:bodyPr>
          <a:lstStyle/>
          <a:p>
            <a:pPr algn="ctr"/>
            <a:r>
              <a:rPr lang="en-US" sz="900" dirty="0"/>
              <a:t>4579</a:t>
            </a:r>
          </a:p>
        </p:txBody>
      </p:sp>
      <p:sp>
        <p:nvSpPr>
          <p:cNvPr id="28" name="TextBox 27">
            <a:extLst>
              <a:ext uri="{FF2B5EF4-FFF2-40B4-BE49-F238E27FC236}">
                <a16:creationId xmlns:a16="http://schemas.microsoft.com/office/drawing/2014/main" id="{36EF5A9F-8979-8D0C-502D-5DD86E3CC67A}"/>
              </a:ext>
            </a:extLst>
          </p:cNvPr>
          <p:cNvSpPr txBox="1"/>
          <p:nvPr/>
        </p:nvSpPr>
        <p:spPr>
          <a:xfrm>
            <a:off x="6654802" y="2034453"/>
            <a:ext cx="570089" cy="230832"/>
          </a:xfrm>
          <a:prstGeom prst="rect">
            <a:avLst/>
          </a:prstGeom>
          <a:noFill/>
        </p:spPr>
        <p:txBody>
          <a:bodyPr wrap="square" rtlCol="0">
            <a:spAutoFit/>
          </a:bodyPr>
          <a:lstStyle/>
          <a:p>
            <a:pPr algn="ctr"/>
            <a:r>
              <a:rPr lang="en-US" sz="900" dirty="0"/>
              <a:t>345</a:t>
            </a:r>
          </a:p>
        </p:txBody>
      </p:sp>
      <p:sp>
        <p:nvSpPr>
          <p:cNvPr id="29" name="TextBox 28">
            <a:extLst>
              <a:ext uri="{FF2B5EF4-FFF2-40B4-BE49-F238E27FC236}">
                <a16:creationId xmlns:a16="http://schemas.microsoft.com/office/drawing/2014/main" id="{7876ABC7-81F8-10CA-08CC-F8EC845C85C7}"/>
              </a:ext>
            </a:extLst>
          </p:cNvPr>
          <p:cNvSpPr txBox="1"/>
          <p:nvPr/>
        </p:nvSpPr>
        <p:spPr>
          <a:xfrm>
            <a:off x="7157158" y="2034453"/>
            <a:ext cx="570089" cy="230832"/>
          </a:xfrm>
          <a:prstGeom prst="rect">
            <a:avLst/>
          </a:prstGeom>
          <a:noFill/>
        </p:spPr>
        <p:txBody>
          <a:bodyPr wrap="square" rtlCol="0">
            <a:spAutoFit/>
          </a:bodyPr>
          <a:lstStyle/>
          <a:p>
            <a:pPr algn="ctr"/>
            <a:r>
              <a:rPr lang="en-US" sz="900" dirty="0"/>
              <a:t>45</a:t>
            </a:r>
          </a:p>
        </p:txBody>
      </p:sp>
      <p:sp>
        <p:nvSpPr>
          <p:cNvPr id="30" name="TextBox 29">
            <a:extLst>
              <a:ext uri="{FF2B5EF4-FFF2-40B4-BE49-F238E27FC236}">
                <a16:creationId xmlns:a16="http://schemas.microsoft.com/office/drawing/2014/main" id="{3D584AB8-B75E-1B3B-69BD-F0286A8A6516}"/>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1CD8E8AC-A1D0-C378-8259-2EDC5D5EDDFA}"/>
              </a:ext>
            </a:extLst>
          </p:cNvPr>
          <p:cNvSpPr txBox="1"/>
          <p:nvPr/>
        </p:nvSpPr>
        <p:spPr>
          <a:xfrm>
            <a:off x="3217333" y="721216"/>
            <a:ext cx="462845" cy="584775"/>
          </a:xfrm>
          <a:prstGeom prst="rect">
            <a:avLst/>
          </a:prstGeom>
          <a:noFill/>
        </p:spPr>
        <p:txBody>
          <a:bodyPr wrap="square" rtlCol="0">
            <a:spAutoFit/>
          </a:bodyPr>
          <a:lstStyle/>
          <a:p>
            <a:pPr algn="ctr"/>
            <a:r>
              <a:rPr lang="en-US" sz="3200" dirty="0"/>
              <a:t>4</a:t>
            </a:r>
          </a:p>
        </p:txBody>
      </p:sp>
      <p:sp>
        <p:nvSpPr>
          <p:cNvPr id="32" name="TextBox 31">
            <a:extLst>
              <a:ext uri="{FF2B5EF4-FFF2-40B4-BE49-F238E27FC236}">
                <a16:creationId xmlns:a16="http://schemas.microsoft.com/office/drawing/2014/main" id="{1A0AC06E-3206-2110-DAE7-AC759A9D1681}"/>
              </a:ext>
            </a:extLst>
          </p:cNvPr>
          <p:cNvSpPr txBox="1"/>
          <p:nvPr/>
        </p:nvSpPr>
        <p:spPr>
          <a:xfrm>
            <a:off x="3138310" y="1402877"/>
            <a:ext cx="570089" cy="230832"/>
          </a:xfrm>
          <a:prstGeom prst="rect">
            <a:avLst/>
          </a:prstGeom>
          <a:noFill/>
        </p:spPr>
        <p:txBody>
          <a:bodyPr wrap="square" rtlCol="0">
            <a:spAutoFit/>
          </a:bodyPr>
          <a:lstStyle/>
          <a:p>
            <a:pPr algn="ctr"/>
            <a:r>
              <a:rPr lang="en-US" sz="900" dirty="0"/>
              <a:t>89</a:t>
            </a:r>
          </a:p>
        </p:txBody>
      </p:sp>
      <p:sp>
        <p:nvSpPr>
          <p:cNvPr id="34" name="TextBox 33">
            <a:extLst>
              <a:ext uri="{FF2B5EF4-FFF2-40B4-BE49-F238E27FC236}">
                <a16:creationId xmlns:a16="http://schemas.microsoft.com/office/drawing/2014/main" id="{277C9B7F-46CC-5095-2AB1-B4EA10DDF1C0}"/>
              </a:ext>
            </a:extLst>
          </p:cNvPr>
          <p:cNvSpPr txBox="1"/>
          <p:nvPr/>
        </p:nvSpPr>
        <p:spPr>
          <a:xfrm>
            <a:off x="3138310" y="2034453"/>
            <a:ext cx="570089" cy="230832"/>
          </a:xfrm>
          <a:prstGeom prst="rect">
            <a:avLst/>
          </a:prstGeom>
          <a:noFill/>
        </p:spPr>
        <p:txBody>
          <a:bodyPr wrap="square" rtlCol="0">
            <a:spAutoFit/>
          </a:bodyPr>
          <a:lstStyle/>
          <a:p>
            <a:pPr algn="ctr"/>
            <a:r>
              <a:rPr lang="en-US" sz="900" dirty="0"/>
              <a:t>98</a:t>
            </a:r>
          </a:p>
        </p:txBody>
      </p:sp>
      <p:sp>
        <p:nvSpPr>
          <p:cNvPr id="35" name="TextBox 34">
            <a:extLst>
              <a:ext uri="{FF2B5EF4-FFF2-40B4-BE49-F238E27FC236}">
                <a16:creationId xmlns:a16="http://schemas.microsoft.com/office/drawing/2014/main" id="{195552DA-EE9B-44EE-B2EF-F3C93398C437}"/>
              </a:ext>
            </a:extLst>
          </p:cNvPr>
          <p:cNvSpPr txBox="1"/>
          <p:nvPr/>
        </p:nvSpPr>
        <p:spPr>
          <a:xfrm>
            <a:off x="4216401" y="1224551"/>
            <a:ext cx="462845" cy="584775"/>
          </a:xfrm>
          <a:prstGeom prst="rect">
            <a:avLst/>
          </a:prstGeom>
          <a:noFill/>
        </p:spPr>
        <p:txBody>
          <a:bodyPr wrap="square" rtlCol="0">
            <a:spAutoFit/>
          </a:bodyPr>
          <a:lstStyle/>
          <a:p>
            <a:pPr algn="ctr"/>
            <a:r>
              <a:rPr lang="en-US" sz="3200" dirty="0"/>
              <a:t>1</a:t>
            </a:r>
          </a:p>
        </p:txBody>
      </p:sp>
      <p:sp>
        <p:nvSpPr>
          <p:cNvPr id="36" name="TextBox 35">
            <a:extLst>
              <a:ext uri="{FF2B5EF4-FFF2-40B4-BE49-F238E27FC236}">
                <a16:creationId xmlns:a16="http://schemas.microsoft.com/office/drawing/2014/main" id="{A160C048-8AF4-355C-9CCE-7380DAA460ED}"/>
              </a:ext>
            </a:extLst>
          </p:cNvPr>
          <p:cNvSpPr txBox="1"/>
          <p:nvPr/>
        </p:nvSpPr>
        <p:spPr>
          <a:xfrm>
            <a:off x="5215469" y="721216"/>
            <a:ext cx="462845" cy="584775"/>
          </a:xfrm>
          <a:prstGeom prst="rect">
            <a:avLst/>
          </a:prstGeom>
          <a:noFill/>
        </p:spPr>
        <p:txBody>
          <a:bodyPr wrap="square" rtlCol="0">
            <a:spAutoFit/>
          </a:bodyPr>
          <a:lstStyle/>
          <a:p>
            <a:pPr algn="ctr"/>
            <a:r>
              <a:rPr lang="en-US" sz="3200" dirty="0"/>
              <a:t>1</a:t>
            </a:r>
          </a:p>
        </p:txBody>
      </p:sp>
      <p:sp>
        <p:nvSpPr>
          <p:cNvPr id="37" name="TextBox 36">
            <a:extLst>
              <a:ext uri="{FF2B5EF4-FFF2-40B4-BE49-F238E27FC236}">
                <a16:creationId xmlns:a16="http://schemas.microsoft.com/office/drawing/2014/main" id="{A36999B7-90DA-27B8-8A56-4190A70A4DED}"/>
              </a:ext>
            </a:extLst>
          </p:cNvPr>
          <p:cNvSpPr txBox="1"/>
          <p:nvPr/>
        </p:nvSpPr>
        <p:spPr>
          <a:xfrm>
            <a:off x="3640666" y="901933"/>
            <a:ext cx="570089" cy="230832"/>
          </a:xfrm>
          <a:prstGeom prst="rect">
            <a:avLst/>
          </a:prstGeom>
          <a:noFill/>
        </p:spPr>
        <p:txBody>
          <a:bodyPr wrap="square" rtlCol="0">
            <a:spAutoFit/>
          </a:bodyPr>
          <a:lstStyle/>
          <a:p>
            <a:pPr algn="ctr"/>
            <a:r>
              <a:rPr lang="en-US" sz="900" dirty="0"/>
              <a:t>35</a:t>
            </a:r>
          </a:p>
        </p:txBody>
      </p:sp>
      <p:sp>
        <p:nvSpPr>
          <p:cNvPr id="39" name="TextBox 38">
            <a:extLst>
              <a:ext uri="{FF2B5EF4-FFF2-40B4-BE49-F238E27FC236}">
                <a16:creationId xmlns:a16="http://schemas.microsoft.com/office/drawing/2014/main" id="{6846B906-9D8E-3CAE-F3FB-2212DAA0D6D0}"/>
              </a:ext>
            </a:extLst>
          </p:cNvPr>
          <p:cNvSpPr txBox="1"/>
          <p:nvPr/>
        </p:nvSpPr>
        <p:spPr>
          <a:xfrm>
            <a:off x="3640666" y="1402877"/>
            <a:ext cx="570089" cy="230832"/>
          </a:xfrm>
          <a:prstGeom prst="rect">
            <a:avLst/>
          </a:prstGeom>
          <a:noFill/>
        </p:spPr>
        <p:txBody>
          <a:bodyPr wrap="square" rtlCol="0">
            <a:spAutoFit/>
          </a:bodyPr>
          <a:lstStyle/>
          <a:p>
            <a:pPr algn="ctr"/>
            <a:r>
              <a:rPr lang="en-US" sz="900" dirty="0"/>
              <a:t>53</a:t>
            </a:r>
          </a:p>
        </p:txBody>
      </p:sp>
      <p:sp>
        <p:nvSpPr>
          <p:cNvPr id="40" name="TextBox 39">
            <a:extLst>
              <a:ext uri="{FF2B5EF4-FFF2-40B4-BE49-F238E27FC236}">
                <a16:creationId xmlns:a16="http://schemas.microsoft.com/office/drawing/2014/main" id="{3FE773FD-87BB-95D9-933E-C03E747BD068}"/>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41" name="TextBox 40">
            <a:extLst>
              <a:ext uri="{FF2B5EF4-FFF2-40B4-BE49-F238E27FC236}">
                <a16:creationId xmlns:a16="http://schemas.microsoft.com/office/drawing/2014/main" id="{AF28DA31-7772-418F-E4DF-F644E2A73D42}"/>
              </a:ext>
            </a:extLst>
          </p:cNvPr>
          <p:cNvSpPr txBox="1"/>
          <p:nvPr/>
        </p:nvSpPr>
        <p:spPr>
          <a:xfrm>
            <a:off x="4645378" y="771301"/>
            <a:ext cx="570089" cy="230832"/>
          </a:xfrm>
          <a:prstGeom prst="rect">
            <a:avLst/>
          </a:prstGeom>
          <a:noFill/>
        </p:spPr>
        <p:txBody>
          <a:bodyPr wrap="square" rtlCol="0">
            <a:spAutoFit/>
          </a:bodyPr>
          <a:lstStyle/>
          <a:p>
            <a:pPr algn="ctr"/>
            <a:r>
              <a:rPr lang="en-US" sz="900" dirty="0"/>
              <a:t>79</a:t>
            </a:r>
          </a:p>
        </p:txBody>
      </p:sp>
      <p:sp>
        <p:nvSpPr>
          <p:cNvPr id="38" name="TextBox 37">
            <a:extLst>
              <a:ext uri="{FF2B5EF4-FFF2-40B4-BE49-F238E27FC236}">
                <a16:creationId xmlns:a16="http://schemas.microsoft.com/office/drawing/2014/main" id="{A4B3BD89-EE0B-189C-BFC8-CE9BB717E616}"/>
              </a:ext>
            </a:extLst>
          </p:cNvPr>
          <p:cNvSpPr txBox="1"/>
          <p:nvPr/>
        </p:nvSpPr>
        <p:spPr>
          <a:xfrm>
            <a:off x="5650090" y="901933"/>
            <a:ext cx="570089" cy="230832"/>
          </a:xfrm>
          <a:prstGeom prst="rect">
            <a:avLst/>
          </a:prstGeom>
          <a:noFill/>
        </p:spPr>
        <p:txBody>
          <a:bodyPr wrap="square" rtlCol="0">
            <a:spAutoFit/>
          </a:bodyPr>
          <a:lstStyle/>
          <a:p>
            <a:pPr algn="ctr"/>
            <a:r>
              <a:rPr lang="en-US" sz="900" dirty="0"/>
              <a:t>53</a:t>
            </a:r>
          </a:p>
        </p:txBody>
      </p:sp>
      <p:sp>
        <p:nvSpPr>
          <p:cNvPr id="42" name="TextBox 41">
            <a:extLst>
              <a:ext uri="{FF2B5EF4-FFF2-40B4-BE49-F238E27FC236}">
                <a16:creationId xmlns:a16="http://schemas.microsoft.com/office/drawing/2014/main" id="{DF4419E0-64AF-F908-B210-05348F3180FF}"/>
              </a:ext>
            </a:extLst>
          </p:cNvPr>
          <p:cNvSpPr txBox="1"/>
          <p:nvPr/>
        </p:nvSpPr>
        <p:spPr>
          <a:xfrm>
            <a:off x="5715003" y="1224551"/>
            <a:ext cx="462845" cy="584775"/>
          </a:xfrm>
          <a:prstGeom prst="rect">
            <a:avLst/>
          </a:prstGeom>
          <a:noFill/>
        </p:spPr>
        <p:txBody>
          <a:bodyPr wrap="square" rtlCol="0">
            <a:spAutoFit/>
          </a:bodyPr>
          <a:lstStyle/>
          <a:p>
            <a:pPr algn="ctr"/>
            <a:r>
              <a:rPr lang="en-US" sz="3200" dirty="0"/>
              <a:t>2</a:t>
            </a:r>
          </a:p>
        </p:txBody>
      </p:sp>
      <p:sp>
        <p:nvSpPr>
          <p:cNvPr id="43" name="TextBox 42">
            <a:extLst>
              <a:ext uri="{FF2B5EF4-FFF2-40B4-BE49-F238E27FC236}">
                <a16:creationId xmlns:a16="http://schemas.microsoft.com/office/drawing/2014/main" id="{E7CCEBC6-C5E2-8030-5A88-501F6198B3EB}"/>
              </a:ext>
            </a:extLst>
          </p:cNvPr>
          <p:cNvSpPr txBox="1"/>
          <p:nvPr/>
        </p:nvSpPr>
        <p:spPr>
          <a:xfrm>
            <a:off x="4645378" y="1533509"/>
            <a:ext cx="570089" cy="230832"/>
          </a:xfrm>
          <a:prstGeom prst="rect">
            <a:avLst/>
          </a:prstGeom>
          <a:noFill/>
        </p:spPr>
        <p:txBody>
          <a:bodyPr wrap="square" rtlCol="0">
            <a:spAutoFit/>
          </a:bodyPr>
          <a:lstStyle/>
          <a:p>
            <a:pPr algn="ctr"/>
            <a:r>
              <a:rPr lang="en-US" sz="900" dirty="0"/>
              <a:t>345789</a:t>
            </a:r>
          </a:p>
        </p:txBody>
      </p:sp>
      <p:sp>
        <p:nvSpPr>
          <p:cNvPr id="44" name="TextBox 43">
            <a:extLst>
              <a:ext uri="{FF2B5EF4-FFF2-40B4-BE49-F238E27FC236}">
                <a16:creationId xmlns:a16="http://schemas.microsoft.com/office/drawing/2014/main" id="{CC897765-5E7B-4433-E6AE-5D98D630C69B}"/>
              </a:ext>
            </a:extLst>
          </p:cNvPr>
          <p:cNvSpPr txBox="1"/>
          <p:nvPr/>
        </p:nvSpPr>
        <p:spPr>
          <a:xfrm>
            <a:off x="5147734" y="1533509"/>
            <a:ext cx="570089" cy="230832"/>
          </a:xfrm>
          <a:prstGeom prst="rect">
            <a:avLst/>
          </a:prstGeom>
          <a:noFill/>
        </p:spPr>
        <p:txBody>
          <a:bodyPr wrap="square" rtlCol="0">
            <a:spAutoFit/>
          </a:bodyPr>
          <a:lstStyle/>
          <a:p>
            <a:pPr algn="ctr"/>
            <a:r>
              <a:rPr lang="en-US" sz="900" dirty="0"/>
              <a:t>987543</a:t>
            </a:r>
          </a:p>
        </p:txBody>
      </p:sp>
      <p:sp>
        <p:nvSpPr>
          <p:cNvPr id="47" name="TextBox 46">
            <a:extLst>
              <a:ext uri="{FF2B5EF4-FFF2-40B4-BE49-F238E27FC236}">
                <a16:creationId xmlns:a16="http://schemas.microsoft.com/office/drawing/2014/main" id="{8E9BA2BE-5711-0C4A-AF25-CDC3A097A67D}"/>
              </a:ext>
            </a:extLst>
          </p:cNvPr>
          <p:cNvSpPr txBox="1"/>
          <p:nvPr/>
        </p:nvSpPr>
        <p:spPr>
          <a:xfrm>
            <a:off x="4143022" y="3537285"/>
            <a:ext cx="570089" cy="230832"/>
          </a:xfrm>
          <a:prstGeom prst="rect">
            <a:avLst/>
          </a:prstGeom>
          <a:noFill/>
        </p:spPr>
        <p:txBody>
          <a:bodyPr wrap="square" rtlCol="0">
            <a:spAutoFit/>
          </a:bodyPr>
          <a:lstStyle/>
          <a:p>
            <a:pPr algn="ctr"/>
            <a:r>
              <a:rPr lang="en-US" sz="900" dirty="0"/>
              <a:t>98</a:t>
            </a:r>
          </a:p>
        </p:txBody>
      </p:sp>
      <p:sp>
        <p:nvSpPr>
          <p:cNvPr id="48" name="TextBox 47">
            <a:extLst>
              <a:ext uri="{FF2B5EF4-FFF2-40B4-BE49-F238E27FC236}">
                <a16:creationId xmlns:a16="http://schemas.microsoft.com/office/drawing/2014/main" id="{FCF85E4D-3A52-EDB9-4D89-6C88E479F267}"/>
              </a:ext>
            </a:extLst>
          </p:cNvPr>
          <p:cNvSpPr txBox="1"/>
          <p:nvPr/>
        </p:nvSpPr>
        <p:spPr>
          <a:xfrm>
            <a:off x="4645378" y="3537285"/>
            <a:ext cx="570089" cy="230832"/>
          </a:xfrm>
          <a:prstGeom prst="rect">
            <a:avLst/>
          </a:prstGeom>
          <a:noFill/>
        </p:spPr>
        <p:txBody>
          <a:bodyPr wrap="square" rtlCol="0">
            <a:spAutoFit/>
          </a:bodyPr>
          <a:lstStyle/>
          <a:p>
            <a:pPr algn="ctr"/>
            <a:r>
              <a:rPr lang="en-US" sz="900" dirty="0"/>
              <a:t>789</a:t>
            </a:r>
          </a:p>
        </p:txBody>
      </p:sp>
      <p:sp>
        <p:nvSpPr>
          <p:cNvPr id="49" name="TextBox 48">
            <a:extLst>
              <a:ext uri="{FF2B5EF4-FFF2-40B4-BE49-F238E27FC236}">
                <a16:creationId xmlns:a16="http://schemas.microsoft.com/office/drawing/2014/main" id="{14E353F4-EA62-5B78-45C5-425EDFA2EC0A}"/>
              </a:ext>
            </a:extLst>
          </p:cNvPr>
          <p:cNvSpPr txBox="1"/>
          <p:nvPr/>
        </p:nvSpPr>
        <p:spPr>
          <a:xfrm>
            <a:off x="5147734" y="3537285"/>
            <a:ext cx="570089" cy="230832"/>
          </a:xfrm>
          <a:prstGeom prst="rect">
            <a:avLst/>
          </a:prstGeom>
          <a:noFill/>
        </p:spPr>
        <p:txBody>
          <a:bodyPr wrap="square" rtlCol="0">
            <a:spAutoFit/>
          </a:bodyPr>
          <a:lstStyle/>
          <a:p>
            <a:pPr algn="ctr"/>
            <a:r>
              <a:rPr lang="en-US" sz="900" dirty="0"/>
              <a:t>789</a:t>
            </a:r>
          </a:p>
        </p:txBody>
      </p:sp>
      <p:sp>
        <p:nvSpPr>
          <p:cNvPr id="51" name="TextBox 50">
            <a:extLst>
              <a:ext uri="{FF2B5EF4-FFF2-40B4-BE49-F238E27FC236}">
                <a16:creationId xmlns:a16="http://schemas.microsoft.com/office/drawing/2014/main" id="{91F50EA5-BF86-4FF0-43A0-75D0BDC0EF8F}"/>
              </a:ext>
            </a:extLst>
          </p:cNvPr>
          <p:cNvSpPr txBox="1"/>
          <p:nvPr/>
        </p:nvSpPr>
        <p:spPr>
          <a:xfrm>
            <a:off x="5215469" y="2231221"/>
            <a:ext cx="462845" cy="584775"/>
          </a:xfrm>
          <a:prstGeom prst="rect">
            <a:avLst/>
          </a:prstGeom>
          <a:noFill/>
        </p:spPr>
        <p:txBody>
          <a:bodyPr wrap="square" rtlCol="0">
            <a:spAutoFit/>
          </a:bodyPr>
          <a:lstStyle/>
          <a:p>
            <a:pPr algn="ctr"/>
            <a:r>
              <a:rPr lang="en-US" sz="3200" dirty="0"/>
              <a:t>6</a:t>
            </a:r>
          </a:p>
        </p:txBody>
      </p:sp>
      <p:sp>
        <p:nvSpPr>
          <p:cNvPr id="15" name="TextBox 14">
            <a:extLst>
              <a:ext uri="{FF2B5EF4-FFF2-40B4-BE49-F238E27FC236}">
                <a16:creationId xmlns:a16="http://schemas.microsoft.com/office/drawing/2014/main" id="{B30AC29F-3B7B-DF45-0732-98DA25A17FA0}"/>
              </a:ext>
            </a:extLst>
          </p:cNvPr>
          <p:cNvSpPr txBox="1"/>
          <p:nvPr/>
        </p:nvSpPr>
        <p:spPr>
          <a:xfrm>
            <a:off x="3217333" y="2734556"/>
            <a:ext cx="462845" cy="584775"/>
          </a:xfrm>
          <a:prstGeom prst="rect">
            <a:avLst/>
          </a:prstGeom>
          <a:noFill/>
        </p:spPr>
        <p:txBody>
          <a:bodyPr wrap="square" rtlCol="0">
            <a:spAutoFit/>
          </a:bodyPr>
          <a:lstStyle/>
          <a:p>
            <a:pPr algn="ctr"/>
            <a:r>
              <a:rPr lang="en-US" sz="3200" dirty="0"/>
              <a:t>7</a:t>
            </a:r>
          </a:p>
        </p:txBody>
      </p:sp>
      <p:sp>
        <p:nvSpPr>
          <p:cNvPr id="52" name="TextBox 51">
            <a:extLst>
              <a:ext uri="{FF2B5EF4-FFF2-40B4-BE49-F238E27FC236}">
                <a16:creationId xmlns:a16="http://schemas.microsoft.com/office/drawing/2014/main" id="{097FB7EC-9A89-4627-CAA5-D51034484582}"/>
              </a:ext>
            </a:extLst>
          </p:cNvPr>
          <p:cNvSpPr txBox="1"/>
          <p:nvPr/>
        </p:nvSpPr>
        <p:spPr>
          <a:xfrm>
            <a:off x="3716867" y="2734556"/>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27E64D77-6A81-1AF0-3BD6-29868801CE6C}"/>
              </a:ext>
            </a:extLst>
          </p:cNvPr>
          <p:cNvSpPr txBox="1"/>
          <p:nvPr/>
        </p:nvSpPr>
        <p:spPr>
          <a:xfrm>
            <a:off x="3716867" y="1727886"/>
            <a:ext cx="462845" cy="584775"/>
          </a:xfrm>
          <a:prstGeom prst="rect">
            <a:avLst/>
          </a:prstGeom>
          <a:noFill/>
        </p:spPr>
        <p:txBody>
          <a:bodyPr wrap="square" rtlCol="0">
            <a:spAutoFit/>
          </a:bodyPr>
          <a:lstStyle/>
          <a:p>
            <a:pPr algn="ctr"/>
            <a:r>
              <a:rPr lang="en-US" sz="3200" dirty="0"/>
              <a:t>7</a:t>
            </a:r>
          </a:p>
        </p:txBody>
      </p:sp>
      <p:sp>
        <p:nvSpPr>
          <p:cNvPr id="33" name="TextBox 32">
            <a:extLst>
              <a:ext uri="{FF2B5EF4-FFF2-40B4-BE49-F238E27FC236}">
                <a16:creationId xmlns:a16="http://schemas.microsoft.com/office/drawing/2014/main" id="{7AE2FB5D-B209-9E5A-C0E9-44BB385DFA88}"/>
              </a:ext>
            </a:extLst>
          </p:cNvPr>
          <p:cNvSpPr txBox="1"/>
          <p:nvPr/>
        </p:nvSpPr>
        <p:spPr>
          <a:xfrm>
            <a:off x="3138310" y="3907597"/>
            <a:ext cx="570089" cy="230832"/>
          </a:xfrm>
          <a:prstGeom prst="rect">
            <a:avLst/>
          </a:prstGeom>
          <a:noFill/>
        </p:spPr>
        <p:txBody>
          <a:bodyPr wrap="square" rtlCol="0">
            <a:spAutoFit/>
          </a:bodyPr>
          <a:lstStyle/>
          <a:p>
            <a:pPr algn="ctr"/>
            <a:r>
              <a:rPr lang="en-US" sz="900" dirty="0"/>
              <a:t>15</a:t>
            </a:r>
          </a:p>
        </p:txBody>
      </p:sp>
      <p:sp>
        <p:nvSpPr>
          <p:cNvPr id="53" name="TextBox 52">
            <a:extLst>
              <a:ext uri="{FF2B5EF4-FFF2-40B4-BE49-F238E27FC236}">
                <a16:creationId xmlns:a16="http://schemas.microsoft.com/office/drawing/2014/main" id="{C61E43AB-E153-37B9-FA29-AD359839098C}"/>
              </a:ext>
            </a:extLst>
          </p:cNvPr>
          <p:cNvSpPr txBox="1"/>
          <p:nvPr/>
        </p:nvSpPr>
        <p:spPr>
          <a:xfrm>
            <a:off x="3138310" y="4408541"/>
            <a:ext cx="570089" cy="230832"/>
          </a:xfrm>
          <a:prstGeom prst="rect">
            <a:avLst/>
          </a:prstGeom>
          <a:noFill/>
        </p:spPr>
        <p:txBody>
          <a:bodyPr wrap="square" rtlCol="0">
            <a:spAutoFit/>
          </a:bodyPr>
          <a:lstStyle/>
          <a:p>
            <a:pPr algn="ctr"/>
            <a:r>
              <a:rPr lang="en-US" sz="900" dirty="0"/>
              <a:t>51</a:t>
            </a:r>
          </a:p>
        </p:txBody>
      </p:sp>
      <p:sp>
        <p:nvSpPr>
          <p:cNvPr id="60" name="TextBox 59">
            <a:extLst>
              <a:ext uri="{FF2B5EF4-FFF2-40B4-BE49-F238E27FC236}">
                <a16:creationId xmlns:a16="http://schemas.microsoft.com/office/drawing/2014/main" id="{21E154FE-C918-5F09-79A4-266C13BABFB1}"/>
              </a:ext>
            </a:extLst>
          </p:cNvPr>
          <p:cNvSpPr txBox="1"/>
          <p:nvPr/>
        </p:nvSpPr>
        <p:spPr>
          <a:xfrm>
            <a:off x="4645378" y="2905709"/>
            <a:ext cx="570089" cy="230832"/>
          </a:xfrm>
          <a:prstGeom prst="rect">
            <a:avLst/>
          </a:prstGeom>
          <a:noFill/>
        </p:spPr>
        <p:txBody>
          <a:bodyPr wrap="square" rtlCol="0">
            <a:spAutoFit/>
          </a:bodyPr>
          <a:lstStyle/>
          <a:p>
            <a:pPr algn="ctr"/>
            <a:r>
              <a:rPr lang="en-US" sz="900" dirty="0"/>
              <a:t>1489</a:t>
            </a:r>
          </a:p>
        </p:txBody>
      </p:sp>
      <p:sp>
        <p:nvSpPr>
          <p:cNvPr id="61" name="TextBox 60">
            <a:extLst>
              <a:ext uri="{FF2B5EF4-FFF2-40B4-BE49-F238E27FC236}">
                <a16:creationId xmlns:a16="http://schemas.microsoft.com/office/drawing/2014/main" id="{64FE0E84-1295-DF04-4965-3AB6B814504C}"/>
              </a:ext>
            </a:extLst>
          </p:cNvPr>
          <p:cNvSpPr txBox="1"/>
          <p:nvPr/>
        </p:nvSpPr>
        <p:spPr>
          <a:xfrm>
            <a:off x="5650090" y="2905709"/>
            <a:ext cx="570089" cy="230832"/>
          </a:xfrm>
          <a:prstGeom prst="rect">
            <a:avLst/>
          </a:prstGeom>
          <a:noFill/>
        </p:spPr>
        <p:txBody>
          <a:bodyPr wrap="square" rtlCol="0">
            <a:spAutoFit/>
          </a:bodyPr>
          <a:lstStyle/>
          <a:p>
            <a:pPr algn="ctr"/>
            <a:r>
              <a:rPr lang="en-US" sz="900" dirty="0"/>
              <a:t>1489</a:t>
            </a:r>
          </a:p>
        </p:txBody>
      </p:sp>
      <p:sp>
        <p:nvSpPr>
          <p:cNvPr id="62" name="TextBox 61">
            <a:extLst>
              <a:ext uri="{FF2B5EF4-FFF2-40B4-BE49-F238E27FC236}">
                <a16:creationId xmlns:a16="http://schemas.microsoft.com/office/drawing/2014/main" id="{BEE0F8CC-9234-EFEE-FBCB-87546E20A75E}"/>
              </a:ext>
            </a:extLst>
          </p:cNvPr>
          <p:cNvSpPr txBox="1"/>
          <p:nvPr/>
        </p:nvSpPr>
        <p:spPr>
          <a:xfrm>
            <a:off x="6654802" y="2905709"/>
            <a:ext cx="570089" cy="230832"/>
          </a:xfrm>
          <a:prstGeom prst="rect">
            <a:avLst/>
          </a:prstGeom>
          <a:noFill/>
        </p:spPr>
        <p:txBody>
          <a:bodyPr wrap="square" rtlCol="0">
            <a:spAutoFit/>
          </a:bodyPr>
          <a:lstStyle/>
          <a:p>
            <a:pPr algn="ctr"/>
            <a:r>
              <a:rPr lang="en-US" sz="900" dirty="0"/>
              <a:t>89</a:t>
            </a:r>
          </a:p>
        </p:txBody>
      </p:sp>
      <p:sp>
        <p:nvSpPr>
          <p:cNvPr id="64" name="TextBox 63">
            <a:extLst>
              <a:ext uri="{FF2B5EF4-FFF2-40B4-BE49-F238E27FC236}">
                <a16:creationId xmlns:a16="http://schemas.microsoft.com/office/drawing/2014/main" id="{E262FCA3-B12F-3B96-26A1-D8B9FC7FEA4F}"/>
              </a:ext>
            </a:extLst>
          </p:cNvPr>
          <p:cNvSpPr txBox="1"/>
          <p:nvPr/>
        </p:nvSpPr>
        <p:spPr>
          <a:xfrm>
            <a:off x="6654802" y="3406653"/>
            <a:ext cx="570089" cy="230832"/>
          </a:xfrm>
          <a:prstGeom prst="rect">
            <a:avLst/>
          </a:prstGeom>
          <a:noFill/>
        </p:spPr>
        <p:txBody>
          <a:bodyPr wrap="square" rtlCol="0">
            <a:spAutoFit/>
          </a:bodyPr>
          <a:lstStyle/>
          <a:p>
            <a:pPr algn="ctr"/>
            <a:r>
              <a:rPr lang="en-US" sz="900" dirty="0"/>
              <a:t>16</a:t>
            </a:r>
          </a:p>
        </p:txBody>
      </p:sp>
      <p:sp>
        <p:nvSpPr>
          <p:cNvPr id="65" name="TextBox 64">
            <a:extLst>
              <a:ext uri="{FF2B5EF4-FFF2-40B4-BE49-F238E27FC236}">
                <a16:creationId xmlns:a16="http://schemas.microsoft.com/office/drawing/2014/main" id="{503A7174-D379-1858-B557-742711297F1A}"/>
              </a:ext>
            </a:extLst>
          </p:cNvPr>
          <p:cNvSpPr txBox="1"/>
          <p:nvPr/>
        </p:nvSpPr>
        <p:spPr>
          <a:xfrm>
            <a:off x="7157158" y="3406653"/>
            <a:ext cx="570089" cy="230832"/>
          </a:xfrm>
          <a:prstGeom prst="rect">
            <a:avLst/>
          </a:prstGeom>
          <a:noFill/>
        </p:spPr>
        <p:txBody>
          <a:bodyPr wrap="square" rtlCol="0">
            <a:spAutoFit/>
          </a:bodyPr>
          <a:lstStyle/>
          <a:p>
            <a:pPr algn="ctr"/>
            <a:r>
              <a:rPr lang="en-US" sz="900" dirty="0"/>
              <a:t>61</a:t>
            </a:r>
          </a:p>
        </p:txBody>
      </p:sp>
      <p:sp>
        <p:nvSpPr>
          <p:cNvPr id="66" name="TextBox 65">
            <a:extLst>
              <a:ext uri="{FF2B5EF4-FFF2-40B4-BE49-F238E27FC236}">
                <a16:creationId xmlns:a16="http://schemas.microsoft.com/office/drawing/2014/main" id="{24CA5587-8E55-CB58-2CAC-2FB8DC930760}"/>
              </a:ext>
            </a:extLst>
          </p:cNvPr>
          <p:cNvSpPr txBox="1"/>
          <p:nvPr/>
        </p:nvSpPr>
        <p:spPr>
          <a:xfrm>
            <a:off x="4216401" y="2734556"/>
            <a:ext cx="462845" cy="584775"/>
          </a:xfrm>
          <a:prstGeom prst="rect">
            <a:avLst/>
          </a:prstGeom>
          <a:noFill/>
        </p:spPr>
        <p:txBody>
          <a:bodyPr wrap="square" rtlCol="0">
            <a:spAutoFit/>
          </a:bodyPr>
          <a:lstStyle/>
          <a:p>
            <a:pPr algn="ctr"/>
            <a:r>
              <a:rPr lang="en-US" sz="3200" dirty="0"/>
              <a:t>5</a:t>
            </a:r>
          </a:p>
        </p:txBody>
      </p:sp>
      <p:sp>
        <p:nvSpPr>
          <p:cNvPr id="67" name="TextBox 66">
            <a:extLst>
              <a:ext uri="{FF2B5EF4-FFF2-40B4-BE49-F238E27FC236}">
                <a16:creationId xmlns:a16="http://schemas.microsoft.com/office/drawing/2014/main" id="{EBDFD6A9-7D7B-2FDF-1FCC-CD4DFFD86C5F}"/>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68" name="TextBox 67">
            <a:extLst>
              <a:ext uri="{FF2B5EF4-FFF2-40B4-BE49-F238E27FC236}">
                <a16:creationId xmlns:a16="http://schemas.microsoft.com/office/drawing/2014/main" id="{2287EAC1-2915-57D4-2481-06DF2F67740D}"/>
              </a:ext>
            </a:extLst>
          </p:cNvPr>
          <p:cNvSpPr txBox="1"/>
          <p:nvPr/>
        </p:nvSpPr>
        <p:spPr>
          <a:xfrm>
            <a:off x="3716867" y="3237891"/>
            <a:ext cx="462845" cy="584775"/>
          </a:xfrm>
          <a:prstGeom prst="rect">
            <a:avLst/>
          </a:prstGeom>
          <a:noFill/>
        </p:spPr>
        <p:txBody>
          <a:bodyPr wrap="square" rtlCol="0">
            <a:spAutoFit/>
          </a:bodyPr>
          <a:lstStyle/>
          <a:p>
            <a:pPr algn="ctr"/>
            <a:r>
              <a:rPr lang="en-US" sz="3200" dirty="0"/>
              <a:t>4</a:t>
            </a:r>
          </a:p>
        </p:txBody>
      </p:sp>
      <p:sp>
        <p:nvSpPr>
          <p:cNvPr id="9" name="TextBox 8">
            <a:extLst>
              <a:ext uri="{FF2B5EF4-FFF2-40B4-BE49-F238E27FC236}">
                <a16:creationId xmlns:a16="http://schemas.microsoft.com/office/drawing/2014/main" id="{CC87F577-9FF2-26AE-3A5D-35ADBC77B0DC}"/>
              </a:ext>
            </a:extLst>
          </p:cNvPr>
          <p:cNvSpPr txBox="1"/>
          <p:nvPr/>
        </p:nvSpPr>
        <p:spPr>
          <a:xfrm>
            <a:off x="5215469" y="2734556"/>
            <a:ext cx="462845" cy="584775"/>
          </a:xfrm>
          <a:prstGeom prst="rect">
            <a:avLst/>
          </a:prstGeom>
          <a:noFill/>
        </p:spPr>
        <p:txBody>
          <a:bodyPr wrap="square" rtlCol="0">
            <a:spAutoFit/>
          </a:bodyPr>
          <a:lstStyle/>
          <a:p>
            <a:pPr algn="ctr"/>
            <a:r>
              <a:rPr lang="en-US" sz="3200" dirty="0"/>
              <a:t>2</a:t>
            </a:r>
          </a:p>
        </p:txBody>
      </p:sp>
      <p:sp>
        <p:nvSpPr>
          <p:cNvPr id="45" name="TextBox 44">
            <a:extLst>
              <a:ext uri="{FF2B5EF4-FFF2-40B4-BE49-F238E27FC236}">
                <a16:creationId xmlns:a16="http://schemas.microsoft.com/office/drawing/2014/main" id="{0D2B023C-1071-4F8A-A624-3F884A6A44F2}"/>
              </a:ext>
            </a:extLst>
          </p:cNvPr>
          <p:cNvSpPr txBox="1"/>
          <p:nvPr/>
        </p:nvSpPr>
        <p:spPr>
          <a:xfrm>
            <a:off x="7213604" y="2734556"/>
            <a:ext cx="462845" cy="584775"/>
          </a:xfrm>
          <a:prstGeom prst="rect">
            <a:avLst/>
          </a:prstGeom>
          <a:noFill/>
        </p:spPr>
        <p:txBody>
          <a:bodyPr wrap="square" rtlCol="0">
            <a:spAutoFit/>
          </a:bodyPr>
          <a:lstStyle/>
          <a:p>
            <a:pPr algn="ctr"/>
            <a:r>
              <a:rPr lang="en-US" sz="3200" dirty="0"/>
              <a:t>9</a:t>
            </a:r>
          </a:p>
        </p:txBody>
      </p:sp>
      <p:sp>
        <p:nvSpPr>
          <p:cNvPr id="46" name="TextBox 45">
            <a:extLst>
              <a:ext uri="{FF2B5EF4-FFF2-40B4-BE49-F238E27FC236}">
                <a16:creationId xmlns:a16="http://schemas.microsoft.com/office/drawing/2014/main" id="{359D4FE4-4A71-F0C2-FB43-5354B1DEBCEF}"/>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50" name="TextBox 49">
            <a:extLst>
              <a:ext uri="{FF2B5EF4-FFF2-40B4-BE49-F238E27FC236}">
                <a16:creationId xmlns:a16="http://schemas.microsoft.com/office/drawing/2014/main" id="{0326B78F-424A-A957-B065-0B773DEE077C}"/>
              </a:ext>
            </a:extLst>
          </p:cNvPr>
          <p:cNvSpPr txBox="1"/>
          <p:nvPr/>
        </p:nvSpPr>
        <p:spPr>
          <a:xfrm>
            <a:off x="5147734" y="2034453"/>
            <a:ext cx="570089" cy="230832"/>
          </a:xfrm>
          <a:prstGeom prst="rect">
            <a:avLst/>
          </a:prstGeom>
          <a:noFill/>
        </p:spPr>
        <p:txBody>
          <a:bodyPr wrap="square" rtlCol="0">
            <a:spAutoFit/>
          </a:bodyPr>
          <a:lstStyle/>
          <a:p>
            <a:pPr algn="ctr"/>
            <a:r>
              <a:rPr lang="en-US" sz="900" dirty="0"/>
              <a:t>89</a:t>
            </a:r>
          </a:p>
        </p:txBody>
      </p:sp>
    </p:spTree>
    <p:extLst>
      <p:ext uri="{BB962C8B-B14F-4D97-AF65-F5344CB8AC3E}">
        <p14:creationId xmlns:p14="http://schemas.microsoft.com/office/powerpoint/2010/main" val="370944568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41747C-4ACA-D3D9-1206-7376611C276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C325C08-A5E7-441D-F325-359477E3D2E4}"/>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580DF43E-5055-CD9A-77D6-E10C88C6518D}"/>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E1B15C8A-035C-30EA-2248-BDB8D54D605A}"/>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F16A3832-654F-BEEC-9402-1F146F9E2CEB}"/>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7614AAD5-BA23-B591-B006-F149AF815C11}"/>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7D92AD6B-4541-0E55-E566-B451E673CE95}"/>
              </a:ext>
            </a:extLst>
          </p:cNvPr>
          <p:cNvSpPr txBox="1"/>
          <p:nvPr/>
        </p:nvSpPr>
        <p:spPr>
          <a:xfrm>
            <a:off x="3716867" y="2231221"/>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547C7697-D418-72EE-C4FD-4DDECA19CEC6}"/>
              </a:ext>
            </a:extLst>
          </p:cNvPr>
          <p:cNvSpPr txBox="1"/>
          <p:nvPr/>
        </p:nvSpPr>
        <p:spPr>
          <a:xfrm>
            <a:off x="3217333" y="4747898"/>
            <a:ext cx="462845" cy="584775"/>
          </a:xfrm>
          <a:prstGeom prst="rect">
            <a:avLst/>
          </a:prstGeom>
          <a:noFill/>
        </p:spPr>
        <p:txBody>
          <a:bodyPr wrap="square" rtlCol="0">
            <a:spAutoFit/>
          </a:bodyPr>
          <a:lstStyle/>
          <a:p>
            <a:pPr algn="ctr"/>
            <a:r>
              <a:rPr lang="en-US" sz="3200" dirty="0"/>
              <a:t>6</a:t>
            </a:r>
          </a:p>
        </p:txBody>
      </p:sp>
      <p:sp>
        <p:nvSpPr>
          <p:cNvPr id="11" name="TextBox 10">
            <a:extLst>
              <a:ext uri="{FF2B5EF4-FFF2-40B4-BE49-F238E27FC236}">
                <a16:creationId xmlns:a16="http://schemas.microsoft.com/office/drawing/2014/main" id="{958D7938-6A7D-5998-F4EB-713AD8926059}"/>
              </a:ext>
            </a:extLst>
          </p:cNvPr>
          <p:cNvSpPr txBox="1"/>
          <p:nvPr/>
        </p:nvSpPr>
        <p:spPr>
          <a:xfrm>
            <a:off x="7213604" y="4747898"/>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8BDE7394-7D03-6A30-34B0-FB8DF023B260}"/>
              </a:ext>
            </a:extLst>
          </p:cNvPr>
          <p:cNvSpPr txBox="1"/>
          <p:nvPr/>
        </p:nvSpPr>
        <p:spPr>
          <a:xfrm>
            <a:off x="6214537" y="2734556"/>
            <a:ext cx="462845" cy="584775"/>
          </a:xfrm>
          <a:prstGeom prst="rect">
            <a:avLst/>
          </a:prstGeom>
          <a:no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77FC5E19-6C74-5EDC-6F1B-43A43A57DB8B}"/>
              </a:ext>
            </a:extLst>
          </p:cNvPr>
          <p:cNvSpPr txBox="1"/>
          <p:nvPr/>
        </p:nvSpPr>
        <p:spPr>
          <a:xfrm>
            <a:off x="4143022" y="2274133"/>
            <a:ext cx="570089" cy="230832"/>
          </a:xfrm>
          <a:prstGeom prst="rect">
            <a:avLst/>
          </a:prstGeom>
          <a:noFill/>
        </p:spPr>
        <p:txBody>
          <a:bodyPr wrap="square" rtlCol="0">
            <a:spAutoFit/>
          </a:bodyPr>
          <a:lstStyle/>
          <a:p>
            <a:pPr algn="ctr"/>
            <a:r>
              <a:rPr lang="en-US" sz="900" dirty="0"/>
              <a:t>89</a:t>
            </a:r>
          </a:p>
        </p:txBody>
      </p:sp>
      <p:sp>
        <p:nvSpPr>
          <p:cNvPr id="14" name="TextBox 13">
            <a:extLst>
              <a:ext uri="{FF2B5EF4-FFF2-40B4-BE49-F238E27FC236}">
                <a16:creationId xmlns:a16="http://schemas.microsoft.com/office/drawing/2014/main" id="{F63E28E8-7352-5714-36CE-5B481A6BAA62}"/>
              </a:ext>
            </a:extLst>
          </p:cNvPr>
          <p:cNvSpPr txBox="1"/>
          <p:nvPr/>
        </p:nvSpPr>
        <p:spPr>
          <a:xfrm>
            <a:off x="4645378" y="2274133"/>
            <a:ext cx="570089" cy="230832"/>
          </a:xfrm>
          <a:prstGeom prst="rect">
            <a:avLst/>
          </a:prstGeom>
          <a:noFill/>
        </p:spPr>
        <p:txBody>
          <a:bodyPr wrap="square" rtlCol="0">
            <a:spAutoFit/>
          </a:bodyPr>
          <a:lstStyle/>
          <a:p>
            <a:pPr algn="ctr"/>
            <a:r>
              <a:rPr lang="en-US" sz="900" dirty="0"/>
              <a:t>589</a:t>
            </a:r>
          </a:p>
        </p:txBody>
      </p:sp>
      <p:sp>
        <p:nvSpPr>
          <p:cNvPr id="16" name="TextBox 15">
            <a:extLst>
              <a:ext uri="{FF2B5EF4-FFF2-40B4-BE49-F238E27FC236}">
                <a16:creationId xmlns:a16="http://schemas.microsoft.com/office/drawing/2014/main" id="{5496F149-85FE-8125-0256-901BF3ADD139}"/>
              </a:ext>
            </a:extLst>
          </p:cNvPr>
          <p:cNvSpPr txBox="1"/>
          <p:nvPr/>
        </p:nvSpPr>
        <p:spPr>
          <a:xfrm>
            <a:off x="5650090" y="2274133"/>
            <a:ext cx="570089" cy="230832"/>
          </a:xfrm>
          <a:prstGeom prst="rect">
            <a:avLst/>
          </a:prstGeom>
          <a:noFill/>
        </p:spPr>
        <p:txBody>
          <a:bodyPr wrap="square" rtlCol="0">
            <a:spAutoFit/>
          </a:bodyPr>
          <a:lstStyle/>
          <a:p>
            <a:pPr algn="ctr"/>
            <a:r>
              <a:rPr lang="en-US" sz="900" dirty="0"/>
              <a:t>589</a:t>
            </a:r>
          </a:p>
        </p:txBody>
      </p:sp>
      <p:sp>
        <p:nvSpPr>
          <p:cNvPr id="18" name="TextBox 17">
            <a:extLst>
              <a:ext uri="{FF2B5EF4-FFF2-40B4-BE49-F238E27FC236}">
                <a16:creationId xmlns:a16="http://schemas.microsoft.com/office/drawing/2014/main" id="{4E4C5EF7-EB7F-142B-9CB9-6ED591AA6EDD}"/>
              </a:ext>
            </a:extLst>
          </p:cNvPr>
          <p:cNvSpPr txBox="1"/>
          <p:nvPr/>
        </p:nvSpPr>
        <p:spPr>
          <a:xfrm>
            <a:off x="6654802" y="2404765"/>
            <a:ext cx="570089" cy="230832"/>
          </a:xfrm>
          <a:prstGeom prst="rect">
            <a:avLst/>
          </a:prstGeom>
          <a:noFill/>
        </p:spPr>
        <p:txBody>
          <a:bodyPr wrap="square" rtlCol="0">
            <a:spAutoFit/>
          </a:bodyPr>
          <a:lstStyle/>
          <a:p>
            <a:pPr algn="ctr"/>
            <a:r>
              <a:rPr lang="en-US" sz="900" dirty="0"/>
              <a:t>24</a:t>
            </a:r>
          </a:p>
        </p:txBody>
      </p:sp>
      <p:sp>
        <p:nvSpPr>
          <p:cNvPr id="19" name="TextBox 18">
            <a:extLst>
              <a:ext uri="{FF2B5EF4-FFF2-40B4-BE49-F238E27FC236}">
                <a16:creationId xmlns:a16="http://schemas.microsoft.com/office/drawing/2014/main" id="{5C25EC4A-2AC4-A3C6-C894-7044FB2331B2}"/>
              </a:ext>
            </a:extLst>
          </p:cNvPr>
          <p:cNvSpPr txBox="1"/>
          <p:nvPr/>
        </p:nvSpPr>
        <p:spPr>
          <a:xfrm>
            <a:off x="7157158" y="2404765"/>
            <a:ext cx="570089" cy="230832"/>
          </a:xfrm>
          <a:prstGeom prst="rect">
            <a:avLst/>
          </a:prstGeom>
          <a:noFill/>
        </p:spPr>
        <p:txBody>
          <a:bodyPr wrap="square" rtlCol="0">
            <a:spAutoFit/>
          </a:bodyPr>
          <a:lstStyle/>
          <a:p>
            <a:pPr algn="ctr"/>
            <a:r>
              <a:rPr lang="en-US" sz="900" dirty="0"/>
              <a:t>42</a:t>
            </a:r>
          </a:p>
        </p:txBody>
      </p:sp>
      <p:sp>
        <p:nvSpPr>
          <p:cNvPr id="20" name="TextBox 19">
            <a:extLst>
              <a:ext uri="{FF2B5EF4-FFF2-40B4-BE49-F238E27FC236}">
                <a16:creationId xmlns:a16="http://schemas.microsoft.com/office/drawing/2014/main" id="{DD63499B-4344-EF07-3CB8-183A12EC5382}"/>
              </a:ext>
            </a:extLst>
          </p:cNvPr>
          <p:cNvSpPr txBox="1"/>
          <p:nvPr/>
        </p:nvSpPr>
        <p:spPr>
          <a:xfrm>
            <a:off x="4645378" y="1903821"/>
            <a:ext cx="570089" cy="230832"/>
          </a:xfrm>
          <a:prstGeom prst="rect">
            <a:avLst/>
          </a:prstGeom>
          <a:noFill/>
        </p:spPr>
        <p:txBody>
          <a:bodyPr wrap="square" rtlCol="0">
            <a:spAutoFit/>
          </a:bodyPr>
          <a:lstStyle/>
          <a:p>
            <a:pPr algn="ctr"/>
            <a:r>
              <a:rPr lang="en-US" sz="900" dirty="0"/>
              <a:t>45</a:t>
            </a:r>
          </a:p>
        </p:txBody>
      </p:sp>
      <p:sp>
        <p:nvSpPr>
          <p:cNvPr id="23" name="TextBox 22">
            <a:extLst>
              <a:ext uri="{FF2B5EF4-FFF2-40B4-BE49-F238E27FC236}">
                <a16:creationId xmlns:a16="http://schemas.microsoft.com/office/drawing/2014/main" id="{12768AAC-0545-B4CF-A317-B2E6C62EDDB2}"/>
              </a:ext>
            </a:extLst>
          </p:cNvPr>
          <p:cNvSpPr txBox="1"/>
          <p:nvPr/>
        </p:nvSpPr>
        <p:spPr>
          <a:xfrm>
            <a:off x="6214537" y="721216"/>
            <a:ext cx="462845" cy="584775"/>
          </a:xfrm>
          <a:prstGeom prst="rect">
            <a:avLst/>
          </a:prstGeom>
          <a:noFill/>
        </p:spPr>
        <p:txBody>
          <a:bodyPr wrap="square" rtlCol="0">
            <a:spAutoFit/>
          </a:bodyPr>
          <a:lstStyle/>
          <a:p>
            <a:pPr algn="ctr"/>
            <a:r>
              <a:rPr lang="en-US" sz="3200" dirty="0"/>
              <a:t>2</a:t>
            </a:r>
          </a:p>
        </p:txBody>
      </p:sp>
      <p:sp>
        <p:nvSpPr>
          <p:cNvPr id="24" name="TextBox 23">
            <a:extLst>
              <a:ext uri="{FF2B5EF4-FFF2-40B4-BE49-F238E27FC236}">
                <a16:creationId xmlns:a16="http://schemas.microsoft.com/office/drawing/2014/main" id="{2A7676A4-5872-F512-5164-2D8348096CA4}"/>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337B355C-5906-E79D-1F21-7FE33F455834}"/>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B119ED83-66C5-F457-96AA-6078DF45897E}"/>
              </a:ext>
            </a:extLst>
          </p:cNvPr>
          <p:cNvSpPr txBox="1"/>
          <p:nvPr/>
        </p:nvSpPr>
        <p:spPr>
          <a:xfrm>
            <a:off x="6654802" y="771301"/>
            <a:ext cx="570089" cy="230832"/>
          </a:xfrm>
          <a:prstGeom prst="rect">
            <a:avLst/>
          </a:prstGeom>
          <a:noFill/>
        </p:spPr>
        <p:txBody>
          <a:bodyPr wrap="square" rtlCol="0">
            <a:spAutoFit/>
          </a:bodyPr>
          <a:lstStyle/>
          <a:p>
            <a:pPr algn="ctr"/>
            <a:r>
              <a:rPr lang="en-US" sz="900" dirty="0"/>
              <a:t>97</a:t>
            </a:r>
          </a:p>
        </p:txBody>
      </p:sp>
      <p:sp>
        <p:nvSpPr>
          <p:cNvPr id="26" name="TextBox 25">
            <a:extLst>
              <a:ext uri="{FF2B5EF4-FFF2-40B4-BE49-F238E27FC236}">
                <a16:creationId xmlns:a16="http://schemas.microsoft.com/office/drawing/2014/main" id="{AB3629FD-DF1C-208C-3D5B-AC5D288A13AC}"/>
              </a:ext>
            </a:extLst>
          </p:cNvPr>
          <p:cNvSpPr txBox="1"/>
          <p:nvPr/>
        </p:nvSpPr>
        <p:spPr>
          <a:xfrm>
            <a:off x="6654802" y="1402877"/>
            <a:ext cx="570089" cy="230832"/>
          </a:xfrm>
          <a:prstGeom prst="rect">
            <a:avLst/>
          </a:prstGeom>
          <a:noFill/>
        </p:spPr>
        <p:txBody>
          <a:bodyPr wrap="square" rtlCol="0">
            <a:spAutoFit/>
          </a:bodyPr>
          <a:lstStyle/>
          <a:p>
            <a:pPr algn="ctr"/>
            <a:r>
              <a:rPr lang="en-US" sz="900" dirty="0"/>
              <a:t>34579</a:t>
            </a:r>
          </a:p>
        </p:txBody>
      </p:sp>
      <p:sp>
        <p:nvSpPr>
          <p:cNvPr id="27" name="TextBox 26">
            <a:extLst>
              <a:ext uri="{FF2B5EF4-FFF2-40B4-BE49-F238E27FC236}">
                <a16:creationId xmlns:a16="http://schemas.microsoft.com/office/drawing/2014/main" id="{4220FE86-D8C4-BBAE-9705-5F828CE529FB}"/>
              </a:ext>
            </a:extLst>
          </p:cNvPr>
          <p:cNvSpPr txBox="1"/>
          <p:nvPr/>
        </p:nvSpPr>
        <p:spPr>
          <a:xfrm>
            <a:off x="7157158" y="1402877"/>
            <a:ext cx="570089" cy="230832"/>
          </a:xfrm>
          <a:prstGeom prst="rect">
            <a:avLst/>
          </a:prstGeom>
          <a:noFill/>
        </p:spPr>
        <p:txBody>
          <a:bodyPr wrap="square" rtlCol="0">
            <a:spAutoFit/>
          </a:bodyPr>
          <a:lstStyle/>
          <a:p>
            <a:pPr algn="ctr"/>
            <a:r>
              <a:rPr lang="en-US" sz="900" dirty="0"/>
              <a:t>457</a:t>
            </a:r>
          </a:p>
        </p:txBody>
      </p:sp>
      <p:sp>
        <p:nvSpPr>
          <p:cNvPr id="28" name="TextBox 27">
            <a:extLst>
              <a:ext uri="{FF2B5EF4-FFF2-40B4-BE49-F238E27FC236}">
                <a16:creationId xmlns:a16="http://schemas.microsoft.com/office/drawing/2014/main" id="{C5DC96CA-A5E0-F87C-A88C-373AC2D20BDC}"/>
              </a:ext>
            </a:extLst>
          </p:cNvPr>
          <p:cNvSpPr txBox="1"/>
          <p:nvPr/>
        </p:nvSpPr>
        <p:spPr>
          <a:xfrm>
            <a:off x="6654802" y="2034453"/>
            <a:ext cx="570089" cy="230832"/>
          </a:xfrm>
          <a:prstGeom prst="rect">
            <a:avLst/>
          </a:prstGeom>
          <a:noFill/>
        </p:spPr>
        <p:txBody>
          <a:bodyPr wrap="square" rtlCol="0">
            <a:spAutoFit/>
          </a:bodyPr>
          <a:lstStyle/>
          <a:p>
            <a:pPr algn="ctr"/>
            <a:r>
              <a:rPr lang="en-US" sz="900" dirty="0"/>
              <a:t>345</a:t>
            </a:r>
          </a:p>
        </p:txBody>
      </p:sp>
      <p:sp>
        <p:nvSpPr>
          <p:cNvPr id="29" name="TextBox 28">
            <a:extLst>
              <a:ext uri="{FF2B5EF4-FFF2-40B4-BE49-F238E27FC236}">
                <a16:creationId xmlns:a16="http://schemas.microsoft.com/office/drawing/2014/main" id="{C4988C33-C7AD-79D8-5154-AFED4A9B5F3D}"/>
              </a:ext>
            </a:extLst>
          </p:cNvPr>
          <p:cNvSpPr txBox="1"/>
          <p:nvPr/>
        </p:nvSpPr>
        <p:spPr>
          <a:xfrm>
            <a:off x="7157158" y="2034453"/>
            <a:ext cx="570089" cy="230832"/>
          </a:xfrm>
          <a:prstGeom prst="rect">
            <a:avLst/>
          </a:prstGeom>
          <a:noFill/>
        </p:spPr>
        <p:txBody>
          <a:bodyPr wrap="square" rtlCol="0">
            <a:spAutoFit/>
          </a:bodyPr>
          <a:lstStyle/>
          <a:p>
            <a:pPr algn="ctr"/>
            <a:r>
              <a:rPr lang="en-US" sz="900" dirty="0"/>
              <a:t>45</a:t>
            </a:r>
          </a:p>
        </p:txBody>
      </p:sp>
      <p:sp>
        <p:nvSpPr>
          <p:cNvPr id="30" name="TextBox 29">
            <a:extLst>
              <a:ext uri="{FF2B5EF4-FFF2-40B4-BE49-F238E27FC236}">
                <a16:creationId xmlns:a16="http://schemas.microsoft.com/office/drawing/2014/main" id="{6005A1EE-3EA0-9A70-626A-1DF78C2036B8}"/>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97C1E879-29F2-F408-D90E-4C2458AB5019}"/>
              </a:ext>
            </a:extLst>
          </p:cNvPr>
          <p:cNvSpPr txBox="1"/>
          <p:nvPr/>
        </p:nvSpPr>
        <p:spPr>
          <a:xfrm>
            <a:off x="3217333" y="721216"/>
            <a:ext cx="462845" cy="584775"/>
          </a:xfrm>
          <a:prstGeom prst="rect">
            <a:avLst/>
          </a:prstGeom>
          <a:noFill/>
        </p:spPr>
        <p:txBody>
          <a:bodyPr wrap="square" rtlCol="0">
            <a:spAutoFit/>
          </a:bodyPr>
          <a:lstStyle/>
          <a:p>
            <a:pPr algn="ctr"/>
            <a:r>
              <a:rPr lang="en-US" sz="3200" dirty="0"/>
              <a:t>4</a:t>
            </a:r>
          </a:p>
        </p:txBody>
      </p:sp>
      <p:sp>
        <p:nvSpPr>
          <p:cNvPr id="32" name="TextBox 31">
            <a:extLst>
              <a:ext uri="{FF2B5EF4-FFF2-40B4-BE49-F238E27FC236}">
                <a16:creationId xmlns:a16="http://schemas.microsoft.com/office/drawing/2014/main" id="{BD367860-3E32-D54F-2E8F-ED209182B158}"/>
              </a:ext>
            </a:extLst>
          </p:cNvPr>
          <p:cNvSpPr txBox="1"/>
          <p:nvPr/>
        </p:nvSpPr>
        <p:spPr>
          <a:xfrm>
            <a:off x="3138310" y="1402877"/>
            <a:ext cx="570089" cy="230832"/>
          </a:xfrm>
          <a:prstGeom prst="rect">
            <a:avLst/>
          </a:prstGeom>
          <a:noFill/>
        </p:spPr>
        <p:txBody>
          <a:bodyPr wrap="square" rtlCol="0">
            <a:spAutoFit/>
          </a:bodyPr>
          <a:lstStyle/>
          <a:p>
            <a:pPr algn="ctr"/>
            <a:r>
              <a:rPr lang="en-US" sz="900" dirty="0"/>
              <a:t>89</a:t>
            </a:r>
          </a:p>
        </p:txBody>
      </p:sp>
      <p:sp>
        <p:nvSpPr>
          <p:cNvPr id="34" name="TextBox 33">
            <a:extLst>
              <a:ext uri="{FF2B5EF4-FFF2-40B4-BE49-F238E27FC236}">
                <a16:creationId xmlns:a16="http://schemas.microsoft.com/office/drawing/2014/main" id="{31A55EE1-1D1A-9E23-0435-7BFF8367BF1C}"/>
              </a:ext>
            </a:extLst>
          </p:cNvPr>
          <p:cNvSpPr txBox="1"/>
          <p:nvPr/>
        </p:nvSpPr>
        <p:spPr>
          <a:xfrm>
            <a:off x="3138310" y="2034453"/>
            <a:ext cx="570089" cy="230832"/>
          </a:xfrm>
          <a:prstGeom prst="rect">
            <a:avLst/>
          </a:prstGeom>
          <a:noFill/>
        </p:spPr>
        <p:txBody>
          <a:bodyPr wrap="square" rtlCol="0">
            <a:spAutoFit/>
          </a:bodyPr>
          <a:lstStyle/>
          <a:p>
            <a:pPr algn="ctr"/>
            <a:r>
              <a:rPr lang="en-US" sz="900" dirty="0"/>
              <a:t>98</a:t>
            </a:r>
          </a:p>
        </p:txBody>
      </p:sp>
      <p:sp>
        <p:nvSpPr>
          <p:cNvPr id="35" name="TextBox 34">
            <a:extLst>
              <a:ext uri="{FF2B5EF4-FFF2-40B4-BE49-F238E27FC236}">
                <a16:creationId xmlns:a16="http://schemas.microsoft.com/office/drawing/2014/main" id="{32C33976-1A30-79E9-0A23-9799C886055C}"/>
              </a:ext>
            </a:extLst>
          </p:cNvPr>
          <p:cNvSpPr txBox="1"/>
          <p:nvPr/>
        </p:nvSpPr>
        <p:spPr>
          <a:xfrm>
            <a:off x="4216401" y="1224551"/>
            <a:ext cx="462845" cy="584775"/>
          </a:xfrm>
          <a:prstGeom prst="rect">
            <a:avLst/>
          </a:prstGeom>
          <a:noFill/>
        </p:spPr>
        <p:txBody>
          <a:bodyPr wrap="square" rtlCol="0">
            <a:spAutoFit/>
          </a:bodyPr>
          <a:lstStyle/>
          <a:p>
            <a:pPr algn="ctr"/>
            <a:r>
              <a:rPr lang="en-US" sz="3200" dirty="0"/>
              <a:t>1</a:t>
            </a:r>
          </a:p>
        </p:txBody>
      </p:sp>
      <p:sp>
        <p:nvSpPr>
          <p:cNvPr id="36" name="TextBox 35">
            <a:extLst>
              <a:ext uri="{FF2B5EF4-FFF2-40B4-BE49-F238E27FC236}">
                <a16:creationId xmlns:a16="http://schemas.microsoft.com/office/drawing/2014/main" id="{4E717B7B-B06B-12E8-EA01-F383213B469E}"/>
              </a:ext>
            </a:extLst>
          </p:cNvPr>
          <p:cNvSpPr txBox="1"/>
          <p:nvPr/>
        </p:nvSpPr>
        <p:spPr>
          <a:xfrm>
            <a:off x="5215469" y="721216"/>
            <a:ext cx="462845" cy="584775"/>
          </a:xfrm>
          <a:prstGeom prst="rect">
            <a:avLst/>
          </a:prstGeom>
          <a:noFill/>
        </p:spPr>
        <p:txBody>
          <a:bodyPr wrap="square" rtlCol="0">
            <a:spAutoFit/>
          </a:bodyPr>
          <a:lstStyle/>
          <a:p>
            <a:pPr algn="ctr"/>
            <a:r>
              <a:rPr lang="en-US" sz="3200" dirty="0"/>
              <a:t>1</a:t>
            </a:r>
          </a:p>
        </p:txBody>
      </p:sp>
      <p:sp>
        <p:nvSpPr>
          <p:cNvPr id="37" name="TextBox 36">
            <a:extLst>
              <a:ext uri="{FF2B5EF4-FFF2-40B4-BE49-F238E27FC236}">
                <a16:creationId xmlns:a16="http://schemas.microsoft.com/office/drawing/2014/main" id="{EC21FE87-B180-0A69-F619-05D83CA1A66A}"/>
              </a:ext>
            </a:extLst>
          </p:cNvPr>
          <p:cNvSpPr txBox="1"/>
          <p:nvPr/>
        </p:nvSpPr>
        <p:spPr>
          <a:xfrm>
            <a:off x="3640666" y="901933"/>
            <a:ext cx="570089" cy="230832"/>
          </a:xfrm>
          <a:prstGeom prst="rect">
            <a:avLst/>
          </a:prstGeom>
          <a:noFill/>
        </p:spPr>
        <p:txBody>
          <a:bodyPr wrap="square" rtlCol="0">
            <a:spAutoFit/>
          </a:bodyPr>
          <a:lstStyle/>
          <a:p>
            <a:pPr algn="ctr"/>
            <a:r>
              <a:rPr lang="en-US" sz="900" dirty="0"/>
              <a:t>35</a:t>
            </a:r>
          </a:p>
        </p:txBody>
      </p:sp>
      <p:sp>
        <p:nvSpPr>
          <p:cNvPr id="39" name="TextBox 38">
            <a:extLst>
              <a:ext uri="{FF2B5EF4-FFF2-40B4-BE49-F238E27FC236}">
                <a16:creationId xmlns:a16="http://schemas.microsoft.com/office/drawing/2014/main" id="{D848C31C-2D82-6415-174B-650E1A8C42FD}"/>
              </a:ext>
            </a:extLst>
          </p:cNvPr>
          <p:cNvSpPr txBox="1"/>
          <p:nvPr/>
        </p:nvSpPr>
        <p:spPr>
          <a:xfrm>
            <a:off x="3640666" y="1402877"/>
            <a:ext cx="570089" cy="230832"/>
          </a:xfrm>
          <a:prstGeom prst="rect">
            <a:avLst/>
          </a:prstGeom>
          <a:noFill/>
        </p:spPr>
        <p:txBody>
          <a:bodyPr wrap="square" rtlCol="0">
            <a:spAutoFit/>
          </a:bodyPr>
          <a:lstStyle/>
          <a:p>
            <a:pPr algn="ctr"/>
            <a:r>
              <a:rPr lang="en-US" sz="900" dirty="0"/>
              <a:t>53</a:t>
            </a:r>
          </a:p>
        </p:txBody>
      </p:sp>
      <p:sp>
        <p:nvSpPr>
          <p:cNvPr id="40" name="TextBox 39">
            <a:extLst>
              <a:ext uri="{FF2B5EF4-FFF2-40B4-BE49-F238E27FC236}">
                <a16:creationId xmlns:a16="http://schemas.microsoft.com/office/drawing/2014/main" id="{914E38DE-83E5-0B90-814F-C74AECACB965}"/>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41" name="TextBox 40">
            <a:extLst>
              <a:ext uri="{FF2B5EF4-FFF2-40B4-BE49-F238E27FC236}">
                <a16:creationId xmlns:a16="http://schemas.microsoft.com/office/drawing/2014/main" id="{AEF3F8A2-85FF-8B70-DD29-F510578B8272}"/>
              </a:ext>
            </a:extLst>
          </p:cNvPr>
          <p:cNvSpPr txBox="1"/>
          <p:nvPr/>
        </p:nvSpPr>
        <p:spPr>
          <a:xfrm>
            <a:off x="4645378" y="771301"/>
            <a:ext cx="570089" cy="230832"/>
          </a:xfrm>
          <a:prstGeom prst="rect">
            <a:avLst/>
          </a:prstGeom>
          <a:noFill/>
        </p:spPr>
        <p:txBody>
          <a:bodyPr wrap="square" rtlCol="0">
            <a:spAutoFit/>
          </a:bodyPr>
          <a:lstStyle/>
          <a:p>
            <a:pPr algn="ctr"/>
            <a:r>
              <a:rPr lang="en-US" sz="900" dirty="0"/>
              <a:t>79</a:t>
            </a:r>
          </a:p>
        </p:txBody>
      </p:sp>
      <p:sp>
        <p:nvSpPr>
          <p:cNvPr id="38" name="TextBox 37">
            <a:extLst>
              <a:ext uri="{FF2B5EF4-FFF2-40B4-BE49-F238E27FC236}">
                <a16:creationId xmlns:a16="http://schemas.microsoft.com/office/drawing/2014/main" id="{D08B0CEA-7A9B-1CD4-998C-E371475534F5}"/>
              </a:ext>
            </a:extLst>
          </p:cNvPr>
          <p:cNvSpPr txBox="1"/>
          <p:nvPr/>
        </p:nvSpPr>
        <p:spPr>
          <a:xfrm>
            <a:off x="5650090" y="901933"/>
            <a:ext cx="570089" cy="230832"/>
          </a:xfrm>
          <a:prstGeom prst="rect">
            <a:avLst/>
          </a:prstGeom>
          <a:noFill/>
        </p:spPr>
        <p:txBody>
          <a:bodyPr wrap="square" rtlCol="0">
            <a:spAutoFit/>
          </a:bodyPr>
          <a:lstStyle/>
          <a:p>
            <a:pPr algn="ctr"/>
            <a:r>
              <a:rPr lang="en-US" sz="900" dirty="0"/>
              <a:t>53</a:t>
            </a:r>
          </a:p>
        </p:txBody>
      </p:sp>
      <p:sp>
        <p:nvSpPr>
          <p:cNvPr id="42" name="TextBox 41">
            <a:extLst>
              <a:ext uri="{FF2B5EF4-FFF2-40B4-BE49-F238E27FC236}">
                <a16:creationId xmlns:a16="http://schemas.microsoft.com/office/drawing/2014/main" id="{377CC4C0-AE0D-7BDB-747E-09BB0A20987D}"/>
              </a:ext>
            </a:extLst>
          </p:cNvPr>
          <p:cNvSpPr txBox="1"/>
          <p:nvPr/>
        </p:nvSpPr>
        <p:spPr>
          <a:xfrm>
            <a:off x="5715003" y="1224551"/>
            <a:ext cx="462845" cy="584775"/>
          </a:xfrm>
          <a:prstGeom prst="rect">
            <a:avLst/>
          </a:prstGeom>
          <a:noFill/>
        </p:spPr>
        <p:txBody>
          <a:bodyPr wrap="square" rtlCol="0">
            <a:spAutoFit/>
          </a:bodyPr>
          <a:lstStyle/>
          <a:p>
            <a:pPr algn="ctr"/>
            <a:r>
              <a:rPr lang="en-US" sz="3200" dirty="0"/>
              <a:t>2</a:t>
            </a:r>
          </a:p>
        </p:txBody>
      </p:sp>
      <p:sp>
        <p:nvSpPr>
          <p:cNvPr id="43" name="TextBox 42">
            <a:extLst>
              <a:ext uri="{FF2B5EF4-FFF2-40B4-BE49-F238E27FC236}">
                <a16:creationId xmlns:a16="http://schemas.microsoft.com/office/drawing/2014/main" id="{DD0A4ED9-9293-9CD0-DD83-0F71AF259204}"/>
              </a:ext>
            </a:extLst>
          </p:cNvPr>
          <p:cNvSpPr txBox="1"/>
          <p:nvPr/>
        </p:nvSpPr>
        <p:spPr>
          <a:xfrm>
            <a:off x="4645378" y="1533509"/>
            <a:ext cx="570089" cy="230832"/>
          </a:xfrm>
          <a:prstGeom prst="rect">
            <a:avLst/>
          </a:prstGeom>
          <a:noFill/>
        </p:spPr>
        <p:txBody>
          <a:bodyPr wrap="square" rtlCol="0">
            <a:spAutoFit/>
          </a:bodyPr>
          <a:lstStyle/>
          <a:p>
            <a:pPr algn="ctr"/>
            <a:r>
              <a:rPr lang="en-US" sz="900" dirty="0"/>
              <a:t>345789</a:t>
            </a:r>
          </a:p>
        </p:txBody>
      </p:sp>
      <p:sp>
        <p:nvSpPr>
          <p:cNvPr id="44" name="TextBox 43">
            <a:extLst>
              <a:ext uri="{FF2B5EF4-FFF2-40B4-BE49-F238E27FC236}">
                <a16:creationId xmlns:a16="http://schemas.microsoft.com/office/drawing/2014/main" id="{11FAC94A-4547-49B8-D2A2-06CC29656286}"/>
              </a:ext>
            </a:extLst>
          </p:cNvPr>
          <p:cNvSpPr txBox="1"/>
          <p:nvPr/>
        </p:nvSpPr>
        <p:spPr>
          <a:xfrm>
            <a:off x="5147734" y="1533509"/>
            <a:ext cx="570089" cy="230832"/>
          </a:xfrm>
          <a:prstGeom prst="rect">
            <a:avLst/>
          </a:prstGeom>
          <a:noFill/>
        </p:spPr>
        <p:txBody>
          <a:bodyPr wrap="square" rtlCol="0">
            <a:spAutoFit/>
          </a:bodyPr>
          <a:lstStyle/>
          <a:p>
            <a:pPr algn="ctr"/>
            <a:r>
              <a:rPr lang="en-US" sz="900" dirty="0"/>
              <a:t>987543</a:t>
            </a:r>
          </a:p>
        </p:txBody>
      </p:sp>
      <p:sp>
        <p:nvSpPr>
          <p:cNvPr id="47" name="TextBox 46">
            <a:extLst>
              <a:ext uri="{FF2B5EF4-FFF2-40B4-BE49-F238E27FC236}">
                <a16:creationId xmlns:a16="http://schemas.microsoft.com/office/drawing/2014/main" id="{584E4D98-E7D4-5C18-F1E9-D28226BB3861}"/>
              </a:ext>
            </a:extLst>
          </p:cNvPr>
          <p:cNvSpPr txBox="1"/>
          <p:nvPr/>
        </p:nvSpPr>
        <p:spPr>
          <a:xfrm>
            <a:off x="4143022" y="3537285"/>
            <a:ext cx="570089" cy="230832"/>
          </a:xfrm>
          <a:prstGeom prst="rect">
            <a:avLst/>
          </a:prstGeom>
          <a:noFill/>
        </p:spPr>
        <p:txBody>
          <a:bodyPr wrap="square" rtlCol="0">
            <a:spAutoFit/>
          </a:bodyPr>
          <a:lstStyle/>
          <a:p>
            <a:pPr algn="ctr"/>
            <a:r>
              <a:rPr lang="en-US" sz="900" dirty="0"/>
              <a:t>98</a:t>
            </a:r>
          </a:p>
        </p:txBody>
      </p:sp>
      <p:sp>
        <p:nvSpPr>
          <p:cNvPr id="48" name="TextBox 47">
            <a:extLst>
              <a:ext uri="{FF2B5EF4-FFF2-40B4-BE49-F238E27FC236}">
                <a16:creationId xmlns:a16="http://schemas.microsoft.com/office/drawing/2014/main" id="{E381BB00-0A0C-DE0B-2A93-EE7C5F540DEE}"/>
              </a:ext>
            </a:extLst>
          </p:cNvPr>
          <p:cNvSpPr txBox="1"/>
          <p:nvPr/>
        </p:nvSpPr>
        <p:spPr>
          <a:xfrm>
            <a:off x="4645378" y="3537285"/>
            <a:ext cx="570089" cy="230832"/>
          </a:xfrm>
          <a:prstGeom prst="rect">
            <a:avLst/>
          </a:prstGeom>
          <a:noFill/>
        </p:spPr>
        <p:txBody>
          <a:bodyPr wrap="square" rtlCol="0">
            <a:spAutoFit/>
          </a:bodyPr>
          <a:lstStyle/>
          <a:p>
            <a:pPr algn="ctr"/>
            <a:r>
              <a:rPr lang="en-US" sz="900" dirty="0"/>
              <a:t>789</a:t>
            </a:r>
          </a:p>
        </p:txBody>
      </p:sp>
      <p:sp>
        <p:nvSpPr>
          <p:cNvPr id="49" name="TextBox 48">
            <a:extLst>
              <a:ext uri="{FF2B5EF4-FFF2-40B4-BE49-F238E27FC236}">
                <a16:creationId xmlns:a16="http://schemas.microsoft.com/office/drawing/2014/main" id="{5E05B541-B412-6C91-5A56-4DFEA2FD97FE}"/>
              </a:ext>
            </a:extLst>
          </p:cNvPr>
          <p:cNvSpPr txBox="1"/>
          <p:nvPr/>
        </p:nvSpPr>
        <p:spPr>
          <a:xfrm>
            <a:off x="5147734" y="3537285"/>
            <a:ext cx="570089" cy="230832"/>
          </a:xfrm>
          <a:prstGeom prst="rect">
            <a:avLst/>
          </a:prstGeom>
          <a:noFill/>
        </p:spPr>
        <p:txBody>
          <a:bodyPr wrap="square" rtlCol="0">
            <a:spAutoFit/>
          </a:bodyPr>
          <a:lstStyle/>
          <a:p>
            <a:pPr algn="ctr"/>
            <a:r>
              <a:rPr lang="en-US" sz="900" dirty="0"/>
              <a:t>789</a:t>
            </a:r>
          </a:p>
        </p:txBody>
      </p:sp>
      <p:sp>
        <p:nvSpPr>
          <p:cNvPr id="51" name="TextBox 50">
            <a:extLst>
              <a:ext uri="{FF2B5EF4-FFF2-40B4-BE49-F238E27FC236}">
                <a16:creationId xmlns:a16="http://schemas.microsoft.com/office/drawing/2014/main" id="{2F4BD8F8-BC90-DB46-9E4D-668D19923EE5}"/>
              </a:ext>
            </a:extLst>
          </p:cNvPr>
          <p:cNvSpPr txBox="1"/>
          <p:nvPr/>
        </p:nvSpPr>
        <p:spPr>
          <a:xfrm>
            <a:off x="5215469" y="2231221"/>
            <a:ext cx="462845" cy="584775"/>
          </a:xfrm>
          <a:prstGeom prst="rect">
            <a:avLst/>
          </a:prstGeom>
          <a:noFill/>
        </p:spPr>
        <p:txBody>
          <a:bodyPr wrap="square" rtlCol="0">
            <a:spAutoFit/>
          </a:bodyPr>
          <a:lstStyle/>
          <a:p>
            <a:pPr algn="ctr"/>
            <a:r>
              <a:rPr lang="en-US" sz="3200" dirty="0"/>
              <a:t>6</a:t>
            </a:r>
          </a:p>
        </p:txBody>
      </p:sp>
      <p:sp>
        <p:nvSpPr>
          <p:cNvPr id="15" name="TextBox 14">
            <a:extLst>
              <a:ext uri="{FF2B5EF4-FFF2-40B4-BE49-F238E27FC236}">
                <a16:creationId xmlns:a16="http://schemas.microsoft.com/office/drawing/2014/main" id="{DE269C93-B746-C4CC-1E60-6B3ABBD71AED}"/>
              </a:ext>
            </a:extLst>
          </p:cNvPr>
          <p:cNvSpPr txBox="1"/>
          <p:nvPr/>
        </p:nvSpPr>
        <p:spPr>
          <a:xfrm>
            <a:off x="3217333" y="2734556"/>
            <a:ext cx="462845" cy="584775"/>
          </a:xfrm>
          <a:prstGeom prst="rect">
            <a:avLst/>
          </a:prstGeom>
          <a:noFill/>
        </p:spPr>
        <p:txBody>
          <a:bodyPr wrap="square" rtlCol="0">
            <a:spAutoFit/>
          </a:bodyPr>
          <a:lstStyle/>
          <a:p>
            <a:pPr algn="ctr"/>
            <a:r>
              <a:rPr lang="en-US" sz="3200" dirty="0"/>
              <a:t>7</a:t>
            </a:r>
          </a:p>
        </p:txBody>
      </p:sp>
      <p:sp>
        <p:nvSpPr>
          <p:cNvPr id="52" name="TextBox 51">
            <a:extLst>
              <a:ext uri="{FF2B5EF4-FFF2-40B4-BE49-F238E27FC236}">
                <a16:creationId xmlns:a16="http://schemas.microsoft.com/office/drawing/2014/main" id="{D776388E-16A1-1CCA-62FA-45DB82058F3A}"/>
              </a:ext>
            </a:extLst>
          </p:cNvPr>
          <p:cNvSpPr txBox="1"/>
          <p:nvPr/>
        </p:nvSpPr>
        <p:spPr>
          <a:xfrm>
            <a:off x="3716867" y="2734556"/>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1A789168-E630-0615-64ED-3A8E115AEB11}"/>
              </a:ext>
            </a:extLst>
          </p:cNvPr>
          <p:cNvSpPr txBox="1"/>
          <p:nvPr/>
        </p:nvSpPr>
        <p:spPr>
          <a:xfrm>
            <a:off x="3716867" y="1727886"/>
            <a:ext cx="462845" cy="584775"/>
          </a:xfrm>
          <a:prstGeom prst="rect">
            <a:avLst/>
          </a:prstGeom>
          <a:noFill/>
        </p:spPr>
        <p:txBody>
          <a:bodyPr wrap="square" rtlCol="0">
            <a:spAutoFit/>
          </a:bodyPr>
          <a:lstStyle/>
          <a:p>
            <a:pPr algn="ctr"/>
            <a:r>
              <a:rPr lang="en-US" sz="3200" dirty="0"/>
              <a:t>7</a:t>
            </a:r>
          </a:p>
        </p:txBody>
      </p:sp>
      <p:sp>
        <p:nvSpPr>
          <p:cNvPr id="33" name="TextBox 32">
            <a:extLst>
              <a:ext uri="{FF2B5EF4-FFF2-40B4-BE49-F238E27FC236}">
                <a16:creationId xmlns:a16="http://schemas.microsoft.com/office/drawing/2014/main" id="{043AD2CE-A7BA-F038-AE53-A89ADEA3844D}"/>
              </a:ext>
            </a:extLst>
          </p:cNvPr>
          <p:cNvSpPr txBox="1"/>
          <p:nvPr/>
        </p:nvSpPr>
        <p:spPr>
          <a:xfrm>
            <a:off x="3138310" y="3907597"/>
            <a:ext cx="570089" cy="230832"/>
          </a:xfrm>
          <a:prstGeom prst="rect">
            <a:avLst/>
          </a:prstGeom>
          <a:noFill/>
        </p:spPr>
        <p:txBody>
          <a:bodyPr wrap="square" rtlCol="0">
            <a:spAutoFit/>
          </a:bodyPr>
          <a:lstStyle/>
          <a:p>
            <a:pPr algn="ctr"/>
            <a:r>
              <a:rPr lang="en-US" sz="900" dirty="0"/>
              <a:t>15</a:t>
            </a:r>
          </a:p>
        </p:txBody>
      </p:sp>
      <p:sp>
        <p:nvSpPr>
          <p:cNvPr id="53" name="TextBox 52">
            <a:extLst>
              <a:ext uri="{FF2B5EF4-FFF2-40B4-BE49-F238E27FC236}">
                <a16:creationId xmlns:a16="http://schemas.microsoft.com/office/drawing/2014/main" id="{A4A217DA-FCA0-AA96-98A4-5DD2B60FC8A7}"/>
              </a:ext>
            </a:extLst>
          </p:cNvPr>
          <p:cNvSpPr txBox="1"/>
          <p:nvPr/>
        </p:nvSpPr>
        <p:spPr>
          <a:xfrm>
            <a:off x="3138310" y="4408541"/>
            <a:ext cx="570089" cy="230832"/>
          </a:xfrm>
          <a:prstGeom prst="rect">
            <a:avLst/>
          </a:prstGeom>
          <a:noFill/>
        </p:spPr>
        <p:txBody>
          <a:bodyPr wrap="square" rtlCol="0">
            <a:spAutoFit/>
          </a:bodyPr>
          <a:lstStyle/>
          <a:p>
            <a:pPr algn="ctr"/>
            <a:r>
              <a:rPr lang="en-US" sz="900" dirty="0"/>
              <a:t>51</a:t>
            </a:r>
          </a:p>
        </p:txBody>
      </p:sp>
      <p:sp>
        <p:nvSpPr>
          <p:cNvPr id="60" name="TextBox 59">
            <a:extLst>
              <a:ext uri="{FF2B5EF4-FFF2-40B4-BE49-F238E27FC236}">
                <a16:creationId xmlns:a16="http://schemas.microsoft.com/office/drawing/2014/main" id="{581AEB0D-88F7-B9A5-59B7-F54B58B37221}"/>
              </a:ext>
            </a:extLst>
          </p:cNvPr>
          <p:cNvSpPr txBox="1"/>
          <p:nvPr/>
        </p:nvSpPr>
        <p:spPr>
          <a:xfrm>
            <a:off x="4645378" y="2905709"/>
            <a:ext cx="570089" cy="230832"/>
          </a:xfrm>
          <a:prstGeom prst="rect">
            <a:avLst/>
          </a:prstGeom>
          <a:noFill/>
        </p:spPr>
        <p:txBody>
          <a:bodyPr wrap="square" rtlCol="0">
            <a:spAutoFit/>
          </a:bodyPr>
          <a:lstStyle/>
          <a:p>
            <a:pPr algn="ctr"/>
            <a:r>
              <a:rPr lang="en-US" sz="900" dirty="0"/>
              <a:t>148</a:t>
            </a:r>
          </a:p>
        </p:txBody>
      </p:sp>
      <p:sp>
        <p:nvSpPr>
          <p:cNvPr id="61" name="TextBox 60">
            <a:extLst>
              <a:ext uri="{FF2B5EF4-FFF2-40B4-BE49-F238E27FC236}">
                <a16:creationId xmlns:a16="http://schemas.microsoft.com/office/drawing/2014/main" id="{EA70A9FA-3388-7906-9D34-972C5C5D15F3}"/>
              </a:ext>
            </a:extLst>
          </p:cNvPr>
          <p:cNvSpPr txBox="1"/>
          <p:nvPr/>
        </p:nvSpPr>
        <p:spPr>
          <a:xfrm>
            <a:off x="5650090" y="2905709"/>
            <a:ext cx="570089" cy="230832"/>
          </a:xfrm>
          <a:prstGeom prst="rect">
            <a:avLst/>
          </a:prstGeom>
          <a:noFill/>
        </p:spPr>
        <p:txBody>
          <a:bodyPr wrap="square" rtlCol="0">
            <a:spAutoFit/>
          </a:bodyPr>
          <a:lstStyle/>
          <a:p>
            <a:pPr algn="ctr"/>
            <a:r>
              <a:rPr lang="en-US" sz="900" dirty="0"/>
              <a:t>148</a:t>
            </a:r>
          </a:p>
        </p:txBody>
      </p:sp>
      <p:sp>
        <p:nvSpPr>
          <p:cNvPr id="64" name="TextBox 63">
            <a:extLst>
              <a:ext uri="{FF2B5EF4-FFF2-40B4-BE49-F238E27FC236}">
                <a16:creationId xmlns:a16="http://schemas.microsoft.com/office/drawing/2014/main" id="{A9CD21EA-8C07-761F-5072-5991D1BFC4BA}"/>
              </a:ext>
            </a:extLst>
          </p:cNvPr>
          <p:cNvSpPr txBox="1"/>
          <p:nvPr/>
        </p:nvSpPr>
        <p:spPr>
          <a:xfrm>
            <a:off x="6654802" y="3406653"/>
            <a:ext cx="570089" cy="230832"/>
          </a:xfrm>
          <a:prstGeom prst="rect">
            <a:avLst/>
          </a:prstGeom>
          <a:noFill/>
        </p:spPr>
        <p:txBody>
          <a:bodyPr wrap="square" rtlCol="0">
            <a:spAutoFit/>
          </a:bodyPr>
          <a:lstStyle/>
          <a:p>
            <a:pPr algn="ctr"/>
            <a:r>
              <a:rPr lang="en-US" sz="900" dirty="0"/>
              <a:t>16</a:t>
            </a:r>
          </a:p>
        </p:txBody>
      </p:sp>
      <p:sp>
        <p:nvSpPr>
          <p:cNvPr id="65" name="TextBox 64">
            <a:extLst>
              <a:ext uri="{FF2B5EF4-FFF2-40B4-BE49-F238E27FC236}">
                <a16:creationId xmlns:a16="http://schemas.microsoft.com/office/drawing/2014/main" id="{0BD54254-FED7-7DFB-1094-9989D538271D}"/>
              </a:ext>
            </a:extLst>
          </p:cNvPr>
          <p:cNvSpPr txBox="1"/>
          <p:nvPr/>
        </p:nvSpPr>
        <p:spPr>
          <a:xfrm>
            <a:off x="7157158" y="3406653"/>
            <a:ext cx="570089" cy="230832"/>
          </a:xfrm>
          <a:prstGeom prst="rect">
            <a:avLst/>
          </a:prstGeom>
          <a:noFill/>
        </p:spPr>
        <p:txBody>
          <a:bodyPr wrap="square" rtlCol="0">
            <a:spAutoFit/>
          </a:bodyPr>
          <a:lstStyle/>
          <a:p>
            <a:pPr algn="ctr"/>
            <a:r>
              <a:rPr lang="en-US" sz="900" dirty="0"/>
              <a:t>61</a:t>
            </a:r>
          </a:p>
        </p:txBody>
      </p:sp>
      <p:sp>
        <p:nvSpPr>
          <p:cNvPr id="66" name="TextBox 65">
            <a:extLst>
              <a:ext uri="{FF2B5EF4-FFF2-40B4-BE49-F238E27FC236}">
                <a16:creationId xmlns:a16="http://schemas.microsoft.com/office/drawing/2014/main" id="{7A6301B9-81CC-02AB-EF97-B7CB97E90265}"/>
              </a:ext>
            </a:extLst>
          </p:cNvPr>
          <p:cNvSpPr txBox="1"/>
          <p:nvPr/>
        </p:nvSpPr>
        <p:spPr>
          <a:xfrm>
            <a:off x="4216401" y="2734556"/>
            <a:ext cx="462845" cy="584775"/>
          </a:xfrm>
          <a:prstGeom prst="rect">
            <a:avLst/>
          </a:prstGeom>
          <a:noFill/>
        </p:spPr>
        <p:txBody>
          <a:bodyPr wrap="square" rtlCol="0">
            <a:spAutoFit/>
          </a:bodyPr>
          <a:lstStyle/>
          <a:p>
            <a:pPr algn="ctr"/>
            <a:r>
              <a:rPr lang="en-US" sz="3200" dirty="0"/>
              <a:t>5</a:t>
            </a:r>
          </a:p>
        </p:txBody>
      </p:sp>
      <p:sp>
        <p:nvSpPr>
          <p:cNvPr id="67" name="TextBox 66">
            <a:extLst>
              <a:ext uri="{FF2B5EF4-FFF2-40B4-BE49-F238E27FC236}">
                <a16:creationId xmlns:a16="http://schemas.microsoft.com/office/drawing/2014/main" id="{F142F76A-7359-D439-B19E-C10C3B024D01}"/>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68" name="TextBox 67">
            <a:extLst>
              <a:ext uri="{FF2B5EF4-FFF2-40B4-BE49-F238E27FC236}">
                <a16:creationId xmlns:a16="http://schemas.microsoft.com/office/drawing/2014/main" id="{465B9411-4F71-0106-D422-C5502344E44D}"/>
              </a:ext>
            </a:extLst>
          </p:cNvPr>
          <p:cNvSpPr txBox="1"/>
          <p:nvPr/>
        </p:nvSpPr>
        <p:spPr>
          <a:xfrm>
            <a:off x="3716867" y="3237891"/>
            <a:ext cx="462845" cy="584775"/>
          </a:xfrm>
          <a:prstGeom prst="rect">
            <a:avLst/>
          </a:prstGeom>
          <a:noFill/>
        </p:spPr>
        <p:txBody>
          <a:bodyPr wrap="square" rtlCol="0">
            <a:spAutoFit/>
          </a:bodyPr>
          <a:lstStyle/>
          <a:p>
            <a:pPr algn="ctr"/>
            <a:r>
              <a:rPr lang="en-US" sz="3200" dirty="0"/>
              <a:t>4</a:t>
            </a:r>
          </a:p>
        </p:txBody>
      </p:sp>
      <p:sp>
        <p:nvSpPr>
          <p:cNvPr id="9" name="TextBox 8">
            <a:extLst>
              <a:ext uri="{FF2B5EF4-FFF2-40B4-BE49-F238E27FC236}">
                <a16:creationId xmlns:a16="http://schemas.microsoft.com/office/drawing/2014/main" id="{F0BD4D39-457E-19B6-8E3F-027BC0494737}"/>
              </a:ext>
            </a:extLst>
          </p:cNvPr>
          <p:cNvSpPr txBox="1"/>
          <p:nvPr/>
        </p:nvSpPr>
        <p:spPr>
          <a:xfrm>
            <a:off x="5215469" y="2734556"/>
            <a:ext cx="462845" cy="584775"/>
          </a:xfrm>
          <a:prstGeom prst="rect">
            <a:avLst/>
          </a:prstGeom>
          <a:noFill/>
        </p:spPr>
        <p:txBody>
          <a:bodyPr wrap="square" rtlCol="0">
            <a:spAutoFit/>
          </a:bodyPr>
          <a:lstStyle/>
          <a:p>
            <a:pPr algn="ctr"/>
            <a:r>
              <a:rPr lang="en-US" sz="3200" dirty="0"/>
              <a:t>2</a:t>
            </a:r>
          </a:p>
        </p:txBody>
      </p:sp>
      <p:sp>
        <p:nvSpPr>
          <p:cNvPr id="45" name="TextBox 44">
            <a:extLst>
              <a:ext uri="{FF2B5EF4-FFF2-40B4-BE49-F238E27FC236}">
                <a16:creationId xmlns:a16="http://schemas.microsoft.com/office/drawing/2014/main" id="{494174AA-B0AA-A123-E674-6D7A97873EB2}"/>
              </a:ext>
            </a:extLst>
          </p:cNvPr>
          <p:cNvSpPr txBox="1"/>
          <p:nvPr/>
        </p:nvSpPr>
        <p:spPr>
          <a:xfrm>
            <a:off x="7213604" y="2734556"/>
            <a:ext cx="462845" cy="584775"/>
          </a:xfrm>
          <a:prstGeom prst="rect">
            <a:avLst/>
          </a:prstGeom>
          <a:noFill/>
        </p:spPr>
        <p:txBody>
          <a:bodyPr wrap="square" rtlCol="0">
            <a:spAutoFit/>
          </a:bodyPr>
          <a:lstStyle/>
          <a:p>
            <a:pPr algn="ctr"/>
            <a:r>
              <a:rPr lang="en-US" sz="3200" dirty="0"/>
              <a:t>9</a:t>
            </a:r>
          </a:p>
        </p:txBody>
      </p:sp>
      <p:sp>
        <p:nvSpPr>
          <p:cNvPr id="46" name="TextBox 45">
            <a:extLst>
              <a:ext uri="{FF2B5EF4-FFF2-40B4-BE49-F238E27FC236}">
                <a16:creationId xmlns:a16="http://schemas.microsoft.com/office/drawing/2014/main" id="{0B752E19-0BA8-F70D-5D46-AC92939642E3}"/>
              </a:ext>
            </a:extLst>
          </p:cNvPr>
          <p:cNvSpPr txBox="1"/>
          <p:nvPr/>
        </p:nvSpPr>
        <p:spPr>
          <a:xfrm>
            <a:off x="6714071" y="2734556"/>
            <a:ext cx="462845" cy="584775"/>
          </a:xfrm>
          <a:prstGeom prst="rect">
            <a:avLst/>
          </a:prstGeom>
          <a:noFill/>
        </p:spPr>
        <p:txBody>
          <a:bodyPr wrap="square" rtlCol="0">
            <a:spAutoFit/>
          </a:bodyPr>
          <a:lstStyle/>
          <a:p>
            <a:pPr algn="ctr"/>
            <a:r>
              <a:rPr lang="en-US" sz="3200" dirty="0"/>
              <a:t>8</a:t>
            </a:r>
          </a:p>
        </p:txBody>
      </p:sp>
      <p:sp>
        <p:nvSpPr>
          <p:cNvPr id="50" name="TextBox 49">
            <a:extLst>
              <a:ext uri="{FF2B5EF4-FFF2-40B4-BE49-F238E27FC236}">
                <a16:creationId xmlns:a16="http://schemas.microsoft.com/office/drawing/2014/main" id="{55F48587-837C-1647-03A7-80BD9EAB9FFE}"/>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54" name="TextBox 53">
            <a:extLst>
              <a:ext uri="{FF2B5EF4-FFF2-40B4-BE49-F238E27FC236}">
                <a16:creationId xmlns:a16="http://schemas.microsoft.com/office/drawing/2014/main" id="{FFD60DE0-6FF7-15A8-E0B3-83BC141178BC}"/>
              </a:ext>
            </a:extLst>
          </p:cNvPr>
          <p:cNvSpPr txBox="1"/>
          <p:nvPr/>
        </p:nvSpPr>
        <p:spPr>
          <a:xfrm>
            <a:off x="5147734" y="2034453"/>
            <a:ext cx="570089" cy="230832"/>
          </a:xfrm>
          <a:prstGeom prst="rect">
            <a:avLst/>
          </a:prstGeom>
          <a:noFill/>
        </p:spPr>
        <p:txBody>
          <a:bodyPr wrap="square" rtlCol="0">
            <a:spAutoFit/>
          </a:bodyPr>
          <a:lstStyle/>
          <a:p>
            <a:pPr algn="ctr"/>
            <a:r>
              <a:rPr lang="en-US" sz="900" dirty="0"/>
              <a:t>89</a:t>
            </a:r>
          </a:p>
        </p:txBody>
      </p:sp>
    </p:spTree>
    <p:extLst>
      <p:ext uri="{BB962C8B-B14F-4D97-AF65-F5344CB8AC3E}">
        <p14:creationId xmlns:p14="http://schemas.microsoft.com/office/powerpoint/2010/main" val="417471768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58496-34D8-02A1-6564-02A4CD1A50C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18679B6-8BD3-329D-A241-1EFF3A825B6C}"/>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A69073D9-4181-6075-447E-80622085BBE4}"/>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55578919-AF0C-BF18-3C60-12A0C791B6AB}"/>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5424E672-AB6E-BFB7-C597-68CF16D2871F}"/>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3797FF6D-4DB3-208D-D6B0-A8233BE0F936}"/>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7D655AC5-843A-BFED-3FAD-99997F7BADCA}"/>
              </a:ext>
            </a:extLst>
          </p:cNvPr>
          <p:cNvSpPr txBox="1"/>
          <p:nvPr/>
        </p:nvSpPr>
        <p:spPr>
          <a:xfrm>
            <a:off x="3716867" y="2231221"/>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3971C119-185D-806A-A83F-A500960ADBB9}"/>
              </a:ext>
            </a:extLst>
          </p:cNvPr>
          <p:cNvSpPr txBox="1"/>
          <p:nvPr/>
        </p:nvSpPr>
        <p:spPr>
          <a:xfrm>
            <a:off x="3217333" y="4747898"/>
            <a:ext cx="462845" cy="584775"/>
          </a:xfrm>
          <a:prstGeom prst="rect">
            <a:avLst/>
          </a:prstGeom>
          <a:noFill/>
        </p:spPr>
        <p:txBody>
          <a:bodyPr wrap="square" rtlCol="0">
            <a:spAutoFit/>
          </a:bodyPr>
          <a:lstStyle/>
          <a:p>
            <a:pPr algn="ctr"/>
            <a:r>
              <a:rPr lang="en-US" sz="3200" dirty="0"/>
              <a:t>6</a:t>
            </a:r>
          </a:p>
        </p:txBody>
      </p:sp>
      <p:sp>
        <p:nvSpPr>
          <p:cNvPr id="11" name="TextBox 10">
            <a:extLst>
              <a:ext uri="{FF2B5EF4-FFF2-40B4-BE49-F238E27FC236}">
                <a16:creationId xmlns:a16="http://schemas.microsoft.com/office/drawing/2014/main" id="{926C0645-910C-703C-AF4A-567213A5CDE9}"/>
              </a:ext>
            </a:extLst>
          </p:cNvPr>
          <p:cNvSpPr txBox="1"/>
          <p:nvPr/>
        </p:nvSpPr>
        <p:spPr>
          <a:xfrm>
            <a:off x="7213604" y="4747898"/>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BF818E1A-A99C-0E11-997F-5DADF787A54D}"/>
              </a:ext>
            </a:extLst>
          </p:cNvPr>
          <p:cNvSpPr txBox="1"/>
          <p:nvPr/>
        </p:nvSpPr>
        <p:spPr>
          <a:xfrm>
            <a:off x="6214537" y="2734556"/>
            <a:ext cx="462845" cy="584775"/>
          </a:xfrm>
          <a:prstGeom prst="rect">
            <a:avLst/>
          </a:prstGeom>
          <a:no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9469106C-503B-02C4-BBBB-42330E1C6BFB}"/>
              </a:ext>
            </a:extLst>
          </p:cNvPr>
          <p:cNvSpPr txBox="1"/>
          <p:nvPr/>
        </p:nvSpPr>
        <p:spPr>
          <a:xfrm>
            <a:off x="4143022" y="2274133"/>
            <a:ext cx="570089" cy="230832"/>
          </a:xfrm>
          <a:prstGeom prst="rect">
            <a:avLst/>
          </a:prstGeom>
          <a:noFill/>
        </p:spPr>
        <p:txBody>
          <a:bodyPr wrap="square" rtlCol="0">
            <a:spAutoFit/>
          </a:bodyPr>
          <a:lstStyle/>
          <a:p>
            <a:pPr algn="ctr"/>
            <a:r>
              <a:rPr lang="en-US" sz="900" dirty="0"/>
              <a:t>89</a:t>
            </a:r>
          </a:p>
        </p:txBody>
      </p:sp>
      <p:sp>
        <p:nvSpPr>
          <p:cNvPr id="14" name="TextBox 13">
            <a:extLst>
              <a:ext uri="{FF2B5EF4-FFF2-40B4-BE49-F238E27FC236}">
                <a16:creationId xmlns:a16="http://schemas.microsoft.com/office/drawing/2014/main" id="{9912527E-44A9-A560-711D-329EE20A21F8}"/>
              </a:ext>
            </a:extLst>
          </p:cNvPr>
          <p:cNvSpPr txBox="1"/>
          <p:nvPr/>
        </p:nvSpPr>
        <p:spPr>
          <a:xfrm>
            <a:off x="4645378" y="2274133"/>
            <a:ext cx="570089" cy="230832"/>
          </a:xfrm>
          <a:prstGeom prst="rect">
            <a:avLst/>
          </a:prstGeom>
          <a:noFill/>
        </p:spPr>
        <p:txBody>
          <a:bodyPr wrap="square" rtlCol="0">
            <a:spAutoFit/>
          </a:bodyPr>
          <a:lstStyle/>
          <a:p>
            <a:pPr algn="ctr"/>
            <a:r>
              <a:rPr lang="en-US" sz="900" dirty="0"/>
              <a:t>589</a:t>
            </a:r>
          </a:p>
        </p:txBody>
      </p:sp>
      <p:sp>
        <p:nvSpPr>
          <p:cNvPr id="16" name="TextBox 15">
            <a:extLst>
              <a:ext uri="{FF2B5EF4-FFF2-40B4-BE49-F238E27FC236}">
                <a16:creationId xmlns:a16="http://schemas.microsoft.com/office/drawing/2014/main" id="{7B784212-40DC-6DAE-2F95-70301BE380A4}"/>
              </a:ext>
            </a:extLst>
          </p:cNvPr>
          <p:cNvSpPr txBox="1"/>
          <p:nvPr/>
        </p:nvSpPr>
        <p:spPr>
          <a:xfrm>
            <a:off x="5650090" y="2274133"/>
            <a:ext cx="570089" cy="230832"/>
          </a:xfrm>
          <a:prstGeom prst="rect">
            <a:avLst/>
          </a:prstGeom>
          <a:noFill/>
        </p:spPr>
        <p:txBody>
          <a:bodyPr wrap="square" rtlCol="0">
            <a:spAutoFit/>
          </a:bodyPr>
          <a:lstStyle/>
          <a:p>
            <a:pPr algn="ctr"/>
            <a:r>
              <a:rPr lang="en-US" sz="900" dirty="0"/>
              <a:t>589</a:t>
            </a:r>
          </a:p>
        </p:txBody>
      </p:sp>
      <p:sp>
        <p:nvSpPr>
          <p:cNvPr id="18" name="TextBox 17">
            <a:extLst>
              <a:ext uri="{FF2B5EF4-FFF2-40B4-BE49-F238E27FC236}">
                <a16:creationId xmlns:a16="http://schemas.microsoft.com/office/drawing/2014/main" id="{A06F628D-8281-97F8-7127-62D920D47891}"/>
              </a:ext>
            </a:extLst>
          </p:cNvPr>
          <p:cNvSpPr txBox="1"/>
          <p:nvPr/>
        </p:nvSpPr>
        <p:spPr>
          <a:xfrm>
            <a:off x="6654802" y="2404765"/>
            <a:ext cx="570089" cy="230832"/>
          </a:xfrm>
          <a:prstGeom prst="rect">
            <a:avLst/>
          </a:prstGeom>
          <a:noFill/>
        </p:spPr>
        <p:txBody>
          <a:bodyPr wrap="square" rtlCol="0">
            <a:spAutoFit/>
          </a:bodyPr>
          <a:lstStyle/>
          <a:p>
            <a:pPr algn="ctr"/>
            <a:r>
              <a:rPr lang="en-US" sz="900" dirty="0"/>
              <a:t>24</a:t>
            </a:r>
          </a:p>
        </p:txBody>
      </p:sp>
      <p:sp>
        <p:nvSpPr>
          <p:cNvPr id="19" name="TextBox 18">
            <a:extLst>
              <a:ext uri="{FF2B5EF4-FFF2-40B4-BE49-F238E27FC236}">
                <a16:creationId xmlns:a16="http://schemas.microsoft.com/office/drawing/2014/main" id="{B6C42E49-4C77-EDF4-B6EF-15A3927E52A7}"/>
              </a:ext>
            </a:extLst>
          </p:cNvPr>
          <p:cNvSpPr txBox="1"/>
          <p:nvPr/>
        </p:nvSpPr>
        <p:spPr>
          <a:xfrm>
            <a:off x="7157158" y="2404765"/>
            <a:ext cx="570089" cy="230832"/>
          </a:xfrm>
          <a:prstGeom prst="rect">
            <a:avLst/>
          </a:prstGeom>
          <a:noFill/>
        </p:spPr>
        <p:txBody>
          <a:bodyPr wrap="square" rtlCol="0">
            <a:spAutoFit/>
          </a:bodyPr>
          <a:lstStyle/>
          <a:p>
            <a:pPr algn="ctr"/>
            <a:r>
              <a:rPr lang="en-US" sz="900" dirty="0"/>
              <a:t>42</a:t>
            </a:r>
          </a:p>
        </p:txBody>
      </p:sp>
      <p:sp>
        <p:nvSpPr>
          <p:cNvPr id="20" name="TextBox 19">
            <a:extLst>
              <a:ext uri="{FF2B5EF4-FFF2-40B4-BE49-F238E27FC236}">
                <a16:creationId xmlns:a16="http://schemas.microsoft.com/office/drawing/2014/main" id="{C0B6B482-C2D9-587B-7239-31AC7A2B9F11}"/>
              </a:ext>
            </a:extLst>
          </p:cNvPr>
          <p:cNvSpPr txBox="1"/>
          <p:nvPr/>
        </p:nvSpPr>
        <p:spPr>
          <a:xfrm>
            <a:off x="4645378" y="1903821"/>
            <a:ext cx="570089" cy="230832"/>
          </a:xfrm>
          <a:prstGeom prst="rect">
            <a:avLst/>
          </a:prstGeom>
          <a:noFill/>
        </p:spPr>
        <p:txBody>
          <a:bodyPr wrap="square" rtlCol="0">
            <a:spAutoFit/>
          </a:bodyPr>
          <a:lstStyle/>
          <a:p>
            <a:pPr algn="ctr"/>
            <a:r>
              <a:rPr lang="en-US" sz="900" dirty="0"/>
              <a:t>45</a:t>
            </a:r>
          </a:p>
        </p:txBody>
      </p:sp>
      <p:sp>
        <p:nvSpPr>
          <p:cNvPr id="23" name="TextBox 22">
            <a:extLst>
              <a:ext uri="{FF2B5EF4-FFF2-40B4-BE49-F238E27FC236}">
                <a16:creationId xmlns:a16="http://schemas.microsoft.com/office/drawing/2014/main" id="{C7659436-F173-DBE6-618A-731B513B9E5B}"/>
              </a:ext>
            </a:extLst>
          </p:cNvPr>
          <p:cNvSpPr txBox="1"/>
          <p:nvPr/>
        </p:nvSpPr>
        <p:spPr>
          <a:xfrm>
            <a:off x="6214537" y="721216"/>
            <a:ext cx="462845" cy="584775"/>
          </a:xfrm>
          <a:prstGeom prst="rect">
            <a:avLst/>
          </a:prstGeom>
          <a:noFill/>
        </p:spPr>
        <p:txBody>
          <a:bodyPr wrap="square" rtlCol="0">
            <a:spAutoFit/>
          </a:bodyPr>
          <a:lstStyle/>
          <a:p>
            <a:pPr algn="ctr"/>
            <a:r>
              <a:rPr lang="en-US" sz="3200" dirty="0"/>
              <a:t>2</a:t>
            </a:r>
          </a:p>
        </p:txBody>
      </p:sp>
      <p:sp>
        <p:nvSpPr>
          <p:cNvPr id="24" name="TextBox 23">
            <a:extLst>
              <a:ext uri="{FF2B5EF4-FFF2-40B4-BE49-F238E27FC236}">
                <a16:creationId xmlns:a16="http://schemas.microsoft.com/office/drawing/2014/main" id="{E9719186-D4A9-7199-D30A-AF667859D688}"/>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5C01E97E-4582-4C76-348B-73DBA5F08077}"/>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10017BC8-360B-EDFA-E48C-24AE1D0276C3}"/>
              </a:ext>
            </a:extLst>
          </p:cNvPr>
          <p:cNvSpPr txBox="1"/>
          <p:nvPr/>
        </p:nvSpPr>
        <p:spPr>
          <a:xfrm>
            <a:off x="6654802" y="771301"/>
            <a:ext cx="570089" cy="230832"/>
          </a:xfrm>
          <a:prstGeom prst="rect">
            <a:avLst/>
          </a:prstGeom>
          <a:noFill/>
        </p:spPr>
        <p:txBody>
          <a:bodyPr wrap="square" rtlCol="0">
            <a:spAutoFit/>
          </a:bodyPr>
          <a:lstStyle/>
          <a:p>
            <a:pPr algn="ctr"/>
            <a:r>
              <a:rPr lang="en-US" sz="900" dirty="0"/>
              <a:t>97</a:t>
            </a:r>
          </a:p>
        </p:txBody>
      </p:sp>
      <p:sp>
        <p:nvSpPr>
          <p:cNvPr id="26" name="TextBox 25">
            <a:extLst>
              <a:ext uri="{FF2B5EF4-FFF2-40B4-BE49-F238E27FC236}">
                <a16:creationId xmlns:a16="http://schemas.microsoft.com/office/drawing/2014/main" id="{260E8196-2C25-29E6-9117-E719EA73D937}"/>
              </a:ext>
            </a:extLst>
          </p:cNvPr>
          <p:cNvSpPr txBox="1"/>
          <p:nvPr/>
        </p:nvSpPr>
        <p:spPr>
          <a:xfrm>
            <a:off x="6654802" y="1402877"/>
            <a:ext cx="570089" cy="230832"/>
          </a:xfrm>
          <a:prstGeom prst="rect">
            <a:avLst/>
          </a:prstGeom>
          <a:noFill/>
        </p:spPr>
        <p:txBody>
          <a:bodyPr wrap="square" rtlCol="0">
            <a:spAutoFit/>
          </a:bodyPr>
          <a:lstStyle/>
          <a:p>
            <a:pPr algn="ctr"/>
            <a:r>
              <a:rPr lang="en-US" sz="900" dirty="0"/>
              <a:t>34579</a:t>
            </a:r>
          </a:p>
        </p:txBody>
      </p:sp>
      <p:sp>
        <p:nvSpPr>
          <p:cNvPr id="27" name="TextBox 26">
            <a:extLst>
              <a:ext uri="{FF2B5EF4-FFF2-40B4-BE49-F238E27FC236}">
                <a16:creationId xmlns:a16="http://schemas.microsoft.com/office/drawing/2014/main" id="{9E819EE8-7F9F-966C-D589-319639E5122D}"/>
              </a:ext>
            </a:extLst>
          </p:cNvPr>
          <p:cNvSpPr txBox="1"/>
          <p:nvPr/>
        </p:nvSpPr>
        <p:spPr>
          <a:xfrm>
            <a:off x="7157158" y="1402877"/>
            <a:ext cx="570089" cy="230832"/>
          </a:xfrm>
          <a:prstGeom prst="rect">
            <a:avLst/>
          </a:prstGeom>
          <a:noFill/>
        </p:spPr>
        <p:txBody>
          <a:bodyPr wrap="square" rtlCol="0">
            <a:spAutoFit/>
          </a:bodyPr>
          <a:lstStyle/>
          <a:p>
            <a:pPr algn="ctr"/>
            <a:r>
              <a:rPr lang="en-US" sz="900" dirty="0"/>
              <a:t>457</a:t>
            </a:r>
          </a:p>
        </p:txBody>
      </p:sp>
      <p:sp>
        <p:nvSpPr>
          <p:cNvPr id="28" name="TextBox 27">
            <a:extLst>
              <a:ext uri="{FF2B5EF4-FFF2-40B4-BE49-F238E27FC236}">
                <a16:creationId xmlns:a16="http://schemas.microsoft.com/office/drawing/2014/main" id="{624F9826-17C9-D158-3540-F1AA819C9CB9}"/>
              </a:ext>
            </a:extLst>
          </p:cNvPr>
          <p:cNvSpPr txBox="1"/>
          <p:nvPr/>
        </p:nvSpPr>
        <p:spPr>
          <a:xfrm>
            <a:off x="6654802" y="2034453"/>
            <a:ext cx="570089" cy="230832"/>
          </a:xfrm>
          <a:prstGeom prst="rect">
            <a:avLst/>
          </a:prstGeom>
          <a:noFill/>
        </p:spPr>
        <p:txBody>
          <a:bodyPr wrap="square" rtlCol="0">
            <a:spAutoFit/>
          </a:bodyPr>
          <a:lstStyle/>
          <a:p>
            <a:pPr algn="ctr"/>
            <a:r>
              <a:rPr lang="en-US" sz="900" dirty="0"/>
              <a:t>345</a:t>
            </a:r>
          </a:p>
        </p:txBody>
      </p:sp>
      <p:sp>
        <p:nvSpPr>
          <p:cNvPr id="29" name="TextBox 28">
            <a:extLst>
              <a:ext uri="{FF2B5EF4-FFF2-40B4-BE49-F238E27FC236}">
                <a16:creationId xmlns:a16="http://schemas.microsoft.com/office/drawing/2014/main" id="{513EE78D-454B-C91A-38A2-01FCC5C6F04E}"/>
              </a:ext>
            </a:extLst>
          </p:cNvPr>
          <p:cNvSpPr txBox="1"/>
          <p:nvPr/>
        </p:nvSpPr>
        <p:spPr>
          <a:xfrm>
            <a:off x="7157158" y="2034453"/>
            <a:ext cx="570089" cy="230832"/>
          </a:xfrm>
          <a:prstGeom prst="rect">
            <a:avLst/>
          </a:prstGeom>
          <a:noFill/>
        </p:spPr>
        <p:txBody>
          <a:bodyPr wrap="square" rtlCol="0">
            <a:spAutoFit/>
          </a:bodyPr>
          <a:lstStyle/>
          <a:p>
            <a:pPr algn="ctr"/>
            <a:r>
              <a:rPr lang="en-US" sz="900" dirty="0"/>
              <a:t>45</a:t>
            </a:r>
          </a:p>
        </p:txBody>
      </p:sp>
      <p:sp>
        <p:nvSpPr>
          <p:cNvPr id="30" name="TextBox 29">
            <a:extLst>
              <a:ext uri="{FF2B5EF4-FFF2-40B4-BE49-F238E27FC236}">
                <a16:creationId xmlns:a16="http://schemas.microsoft.com/office/drawing/2014/main" id="{372DFEEA-F86B-035F-54E3-D312F4260BFC}"/>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EE76DEA2-F61B-E9EF-AA7B-53AC90360D72}"/>
              </a:ext>
            </a:extLst>
          </p:cNvPr>
          <p:cNvSpPr txBox="1"/>
          <p:nvPr/>
        </p:nvSpPr>
        <p:spPr>
          <a:xfrm>
            <a:off x="3217333" y="721216"/>
            <a:ext cx="462845" cy="584775"/>
          </a:xfrm>
          <a:prstGeom prst="rect">
            <a:avLst/>
          </a:prstGeom>
          <a:noFill/>
        </p:spPr>
        <p:txBody>
          <a:bodyPr wrap="square" rtlCol="0">
            <a:spAutoFit/>
          </a:bodyPr>
          <a:lstStyle/>
          <a:p>
            <a:pPr algn="ctr"/>
            <a:r>
              <a:rPr lang="en-US" sz="3200" dirty="0"/>
              <a:t>4</a:t>
            </a:r>
          </a:p>
        </p:txBody>
      </p:sp>
      <p:sp>
        <p:nvSpPr>
          <p:cNvPr id="32" name="TextBox 31">
            <a:extLst>
              <a:ext uri="{FF2B5EF4-FFF2-40B4-BE49-F238E27FC236}">
                <a16:creationId xmlns:a16="http://schemas.microsoft.com/office/drawing/2014/main" id="{AF500451-5318-EFF3-5F77-30D764E7CCDA}"/>
              </a:ext>
            </a:extLst>
          </p:cNvPr>
          <p:cNvSpPr txBox="1"/>
          <p:nvPr/>
        </p:nvSpPr>
        <p:spPr>
          <a:xfrm>
            <a:off x="3138310" y="1402877"/>
            <a:ext cx="570089" cy="230832"/>
          </a:xfrm>
          <a:prstGeom prst="rect">
            <a:avLst/>
          </a:prstGeom>
          <a:noFill/>
        </p:spPr>
        <p:txBody>
          <a:bodyPr wrap="square" rtlCol="0">
            <a:spAutoFit/>
          </a:bodyPr>
          <a:lstStyle/>
          <a:p>
            <a:pPr algn="ctr"/>
            <a:r>
              <a:rPr lang="en-US" sz="900" dirty="0"/>
              <a:t>89</a:t>
            </a:r>
          </a:p>
        </p:txBody>
      </p:sp>
      <p:sp>
        <p:nvSpPr>
          <p:cNvPr id="34" name="TextBox 33">
            <a:extLst>
              <a:ext uri="{FF2B5EF4-FFF2-40B4-BE49-F238E27FC236}">
                <a16:creationId xmlns:a16="http://schemas.microsoft.com/office/drawing/2014/main" id="{3C261E7D-59BD-7345-6C6E-644310D1CB10}"/>
              </a:ext>
            </a:extLst>
          </p:cNvPr>
          <p:cNvSpPr txBox="1"/>
          <p:nvPr/>
        </p:nvSpPr>
        <p:spPr>
          <a:xfrm>
            <a:off x="3138310" y="2034453"/>
            <a:ext cx="570089" cy="230832"/>
          </a:xfrm>
          <a:prstGeom prst="rect">
            <a:avLst/>
          </a:prstGeom>
          <a:noFill/>
        </p:spPr>
        <p:txBody>
          <a:bodyPr wrap="square" rtlCol="0">
            <a:spAutoFit/>
          </a:bodyPr>
          <a:lstStyle/>
          <a:p>
            <a:pPr algn="ctr"/>
            <a:r>
              <a:rPr lang="en-US" sz="900" dirty="0"/>
              <a:t>98</a:t>
            </a:r>
          </a:p>
        </p:txBody>
      </p:sp>
      <p:sp>
        <p:nvSpPr>
          <p:cNvPr id="35" name="TextBox 34">
            <a:extLst>
              <a:ext uri="{FF2B5EF4-FFF2-40B4-BE49-F238E27FC236}">
                <a16:creationId xmlns:a16="http://schemas.microsoft.com/office/drawing/2014/main" id="{50C02BAA-E7BD-C22E-AC65-F900F700814E}"/>
              </a:ext>
            </a:extLst>
          </p:cNvPr>
          <p:cNvSpPr txBox="1"/>
          <p:nvPr/>
        </p:nvSpPr>
        <p:spPr>
          <a:xfrm>
            <a:off x="4216401" y="1224551"/>
            <a:ext cx="462845" cy="584775"/>
          </a:xfrm>
          <a:prstGeom prst="rect">
            <a:avLst/>
          </a:prstGeom>
          <a:noFill/>
        </p:spPr>
        <p:txBody>
          <a:bodyPr wrap="square" rtlCol="0">
            <a:spAutoFit/>
          </a:bodyPr>
          <a:lstStyle/>
          <a:p>
            <a:pPr algn="ctr"/>
            <a:r>
              <a:rPr lang="en-US" sz="3200" dirty="0"/>
              <a:t>1</a:t>
            </a:r>
          </a:p>
        </p:txBody>
      </p:sp>
      <p:sp>
        <p:nvSpPr>
          <p:cNvPr id="36" name="TextBox 35">
            <a:extLst>
              <a:ext uri="{FF2B5EF4-FFF2-40B4-BE49-F238E27FC236}">
                <a16:creationId xmlns:a16="http://schemas.microsoft.com/office/drawing/2014/main" id="{A32ED25C-A8CA-C777-5628-CA8907E12D7B}"/>
              </a:ext>
            </a:extLst>
          </p:cNvPr>
          <p:cNvSpPr txBox="1"/>
          <p:nvPr/>
        </p:nvSpPr>
        <p:spPr>
          <a:xfrm>
            <a:off x="5215469" y="721216"/>
            <a:ext cx="462845" cy="584775"/>
          </a:xfrm>
          <a:prstGeom prst="rect">
            <a:avLst/>
          </a:prstGeom>
          <a:noFill/>
        </p:spPr>
        <p:txBody>
          <a:bodyPr wrap="square" rtlCol="0">
            <a:spAutoFit/>
          </a:bodyPr>
          <a:lstStyle/>
          <a:p>
            <a:pPr algn="ctr"/>
            <a:r>
              <a:rPr lang="en-US" sz="3200" dirty="0"/>
              <a:t>1</a:t>
            </a:r>
          </a:p>
        </p:txBody>
      </p:sp>
      <p:sp>
        <p:nvSpPr>
          <p:cNvPr id="37" name="TextBox 36">
            <a:extLst>
              <a:ext uri="{FF2B5EF4-FFF2-40B4-BE49-F238E27FC236}">
                <a16:creationId xmlns:a16="http://schemas.microsoft.com/office/drawing/2014/main" id="{F8824291-5EF8-D8A6-0A4B-E93AB91A5506}"/>
              </a:ext>
            </a:extLst>
          </p:cNvPr>
          <p:cNvSpPr txBox="1"/>
          <p:nvPr/>
        </p:nvSpPr>
        <p:spPr>
          <a:xfrm>
            <a:off x="3640666" y="901933"/>
            <a:ext cx="570089" cy="230832"/>
          </a:xfrm>
          <a:prstGeom prst="rect">
            <a:avLst/>
          </a:prstGeom>
          <a:noFill/>
        </p:spPr>
        <p:txBody>
          <a:bodyPr wrap="square" rtlCol="0">
            <a:spAutoFit/>
          </a:bodyPr>
          <a:lstStyle/>
          <a:p>
            <a:pPr algn="ctr"/>
            <a:r>
              <a:rPr lang="en-US" sz="900" dirty="0"/>
              <a:t>35</a:t>
            </a:r>
          </a:p>
        </p:txBody>
      </p:sp>
      <p:sp>
        <p:nvSpPr>
          <p:cNvPr id="39" name="TextBox 38">
            <a:extLst>
              <a:ext uri="{FF2B5EF4-FFF2-40B4-BE49-F238E27FC236}">
                <a16:creationId xmlns:a16="http://schemas.microsoft.com/office/drawing/2014/main" id="{DB05A395-94A4-2C3B-DEBD-0C816D63FD11}"/>
              </a:ext>
            </a:extLst>
          </p:cNvPr>
          <p:cNvSpPr txBox="1"/>
          <p:nvPr/>
        </p:nvSpPr>
        <p:spPr>
          <a:xfrm>
            <a:off x="3640666" y="1402877"/>
            <a:ext cx="570089" cy="230832"/>
          </a:xfrm>
          <a:prstGeom prst="rect">
            <a:avLst/>
          </a:prstGeom>
          <a:noFill/>
        </p:spPr>
        <p:txBody>
          <a:bodyPr wrap="square" rtlCol="0">
            <a:spAutoFit/>
          </a:bodyPr>
          <a:lstStyle/>
          <a:p>
            <a:pPr algn="ctr"/>
            <a:r>
              <a:rPr lang="en-US" sz="900" dirty="0"/>
              <a:t>53</a:t>
            </a:r>
          </a:p>
        </p:txBody>
      </p:sp>
      <p:sp>
        <p:nvSpPr>
          <p:cNvPr id="40" name="TextBox 39">
            <a:extLst>
              <a:ext uri="{FF2B5EF4-FFF2-40B4-BE49-F238E27FC236}">
                <a16:creationId xmlns:a16="http://schemas.microsoft.com/office/drawing/2014/main" id="{41229DA9-EACF-2C28-D656-FA969D1F4F36}"/>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41" name="TextBox 40">
            <a:extLst>
              <a:ext uri="{FF2B5EF4-FFF2-40B4-BE49-F238E27FC236}">
                <a16:creationId xmlns:a16="http://schemas.microsoft.com/office/drawing/2014/main" id="{6FE4724A-A96A-6930-81B3-F4A6E47CACCE}"/>
              </a:ext>
            </a:extLst>
          </p:cNvPr>
          <p:cNvSpPr txBox="1"/>
          <p:nvPr/>
        </p:nvSpPr>
        <p:spPr>
          <a:xfrm>
            <a:off x="4645378" y="771301"/>
            <a:ext cx="570089" cy="230832"/>
          </a:xfrm>
          <a:prstGeom prst="rect">
            <a:avLst/>
          </a:prstGeom>
          <a:noFill/>
        </p:spPr>
        <p:txBody>
          <a:bodyPr wrap="square" rtlCol="0">
            <a:spAutoFit/>
          </a:bodyPr>
          <a:lstStyle/>
          <a:p>
            <a:pPr algn="ctr"/>
            <a:r>
              <a:rPr lang="en-US" sz="900" dirty="0"/>
              <a:t>79</a:t>
            </a:r>
          </a:p>
        </p:txBody>
      </p:sp>
      <p:sp>
        <p:nvSpPr>
          <p:cNvPr id="38" name="TextBox 37">
            <a:extLst>
              <a:ext uri="{FF2B5EF4-FFF2-40B4-BE49-F238E27FC236}">
                <a16:creationId xmlns:a16="http://schemas.microsoft.com/office/drawing/2014/main" id="{E0F89A75-3152-D510-7493-39461AC3B9A3}"/>
              </a:ext>
            </a:extLst>
          </p:cNvPr>
          <p:cNvSpPr txBox="1"/>
          <p:nvPr/>
        </p:nvSpPr>
        <p:spPr>
          <a:xfrm>
            <a:off x="5650090" y="901933"/>
            <a:ext cx="570089" cy="230832"/>
          </a:xfrm>
          <a:prstGeom prst="rect">
            <a:avLst/>
          </a:prstGeom>
          <a:noFill/>
        </p:spPr>
        <p:txBody>
          <a:bodyPr wrap="square" rtlCol="0">
            <a:spAutoFit/>
          </a:bodyPr>
          <a:lstStyle/>
          <a:p>
            <a:pPr algn="ctr"/>
            <a:r>
              <a:rPr lang="en-US" sz="900" dirty="0"/>
              <a:t>53</a:t>
            </a:r>
          </a:p>
        </p:txBody>
      </p:sp>
      <p:sp>
        <p:nvSpPr>
          <p:cNvPr id="42" name="TextBox 41">
            <a:extLst>
              <a:ext uri="{FF2B5EF4-FFF2-40B4-BE49-F238E27FC236}">
                <a16:creationId xmlns:a16="http://schemas.microsoft.com/office/drawing/2014/main" id="{722FAA51-777D-EB4F-02B2-D22278661A51}"/>
              </a:ext>
            </a:extLst>
          </p:cNvPr>
          <p:cNvSpPr txBox="1"/>
          <p:nvPr/>
        </p:nvSpPr>
        <p:spPr>
          <a:xfrm>
            <a:off x="5715003" y="1224551"/>
            <a:ext cx="462845" cy="584775"/>
          </a:xfrm>
          <a:prstGeom prst="rect">
            <a:avLst/>
          </a:prstGeom>
          <a:noFill/>
        </p:spPr>
        <p:txBody>
          <a:bodyPr wrap="square" rtlCol="0">
            <a:spAutoFit/>
          </a:bodyPr>
          <a:lstStyle/>
          <a:p>
            <a:pPr algn="ctr"/>
            <a:r>
              <a:rPr lang="en-US" sz="3200" dirty="0"/>
              <a:t>2</a:t>
            </a:r>
          </a:p>
        </p:txBody>
      </p:sp>
      <p:sp>
        <p:nvSpPr>
          <p:cNvPr id="43" name="TextBox 42">
            <a:extLst>
              <a:ext uri="{FF2B5EF4-FFF2-40B4-BE49-F238E27FC236}">
                <a16:creationId xmlns:a16="http://schemas.microsoft.com/office/drawing/2014/main" id="{136D6EC4-0181-B8CA-5A0B-C4F89501BAB0}"/>
              </a:ext>
            </a:extLst>
          </p:cNvPr>
          <p:cNvSpPr txBox="1"/>
          <p:nvPr/>
        </p:nvSpPr>
        <p:spPr>
          <a:xfrm>
            <a:off x="4645378" y="1533509"/>
            <a:ext cx="570089" cy="230832"/>
          </a:xfrm>
          <a:prstGeom prst="rect">
            <a:avLst/>
          </a:prstGeom>
          <a:noFill/>
        </p:spPr>
        <p:txBody>
          <a:bodyPr wrap="square" rtlCol="0">
            <a:spAutoFit/>
          </a:bodyPr>
          <a:lstStyle/>
          <a:p>
            <a:pPr algn="ctr"/>
            <a:r>
              <a:rPr lang="en-US" sz="900" dirty="0"/>
              <a:t>345789</a:t>
            </a:r>
          </a:p>
        </p:txBody>
      </p:sp>
      <p:sp>
        <p:nvSpPr>
          <p:cNvPr id="44" name="TextBox 43">
            <a:extLst>
              <a:ext uri="{FF2B5EF4-FFF2-40B4-BE49-F238E27FC236}">
                <a16:creationId xmlns:a16="http://schemas.microsoft.com/office/drawing/2014/main" id="{043E4BA2-0A48-AD6A-47C9-AC61A75CB489}"/>
              </a:ext>
            </a:extLst>
          </p:cNvPr>
          <p:cNvSpPr txBox="1"/>
          <p:nvPr/>
        </p:nvSpPr>
        <p:spPr>
          <a:xfrm>
            <a:off x="5147734" y="1533509"/>
            <a:ext cx="570089" cy="230832"/>
          </a:xfrm>
          <a:prstGeom prst="rect">
            <a:avLst/>
          </a:prstGeom>
          <a:noFill/>
        </p:spPr>
        <p:txBody>
          <a:bodyPr wrap="square" rtlCol="0">
            <a:spAutoFit/>
          </a:bodyPr>
          <a:lstStyle/>
          <a:p>
            <a:pPr algn="ctr"/>
            <a:r>
              <a:rPr lang="en-US" sz="900" dirty="0"/>
              <a:t>987543</a:t>
            </a:r>
          </a:p>
        </p:txBody>
      </p:sp>
      <p:sp>
        <p:nvSpPr>
          <p:cNvPr id="47" name="TextBox 46">
            <a:extLst>
              <a:ext uri="{FF2B5EF4-FFF2-40B4-BE49-F238E27FC236}">
                <a16:creationId xmlns:a16="http://schemas.microsoft.com/office/drawing/2014/main" id="{7FF54E83-CD1C-52D3-4960-0C4714DF954E}"/>
              </a:ext>
            </a:extLst>
          </p:cNvPr>
          <p:cNvSpPr txBox="1"/>
          <p:nvPr/>
        </p:nvSpPr>
        <p:spPr>
          <a:xfrm>
            <a:off x="4143022" y="3537285"/>
            <a:ext cx="570089" cy="230832"/>
          </a:xfrm>
          <a:prstGeom prst="rect">
            <a:avLst/>
          </a:prstGeom>
          <a:noFill/>
        </p:spPr>
        <p:txBody>
          <a:bodyPr wrap="square" rtlCol="0">
            <a:spAutoFit/>
          </a:bodyPr>
          <a:lstStyle/>
          <a:p>
            <a:pPr algn="ctr"/>
            <a:r>
              <a:rPr lang="en-US" sz="900" dirty="0"/>
              <a:t>98</a:t>
            </a:r>
          </a:p>
        </p:txBody>
      </p:sp>
      <p:sp>
        <p:nvSpPr>
          <p:cNvPr id="48" name="TextBox 47">
            <a:extLst>
              <a:ext uri="{FF2B5EF4-FFF2-40B4-BE49-F238E27FC236}">
                <a16:creationId xmlns:a16="http://schemas.microsoft.com/office/drawing/2014/main" id="{10DBDC18-6FC3-9282-9C81-6780DF11FC0E}"/>
              </a:ext>
            </a:extLst>
          </p:cNvPr>
          <p:cNvSpPr txBox="1"/>
          <p:nvPr/>
        </p:nvSpPr>
        <p:spPr>
          <a:xfrm>
            <a:off x="4645378" y="3537285"/>
            <a:ext cx="570089" cy="230832"/>
          </a:xfrm>
          <a:prstGeom prst="rect">
            <a:avLst/>
          </a:prstGeom>
          <a:noFill/>
        </p:spPr>
        <p:txBody>
          <a:bodyPr wrap="square" rtlCol="0">
            <a:spAutoFit/>
          </a:bodyPr>
          <a:lstStyle/>
          <a:p>
            <a:pPr algn="ctr"/>
            <a:r>
              <a:rPr lang="en-US" sz="900" dirty="0"/>
              <a:t>789</a:t>
            </a:r>
          </a:p>
        </p:txBody>
      </p:sp>
      <p:sp>
        <p:nvSpPr>
          <p:cNvPr id="49" name="TextBox 48">
            <a:extLst>
              <a:ext uri="{FF2B5EF4-FFF2-40B4-BE49-F238E27FC236}">
                <a16:creationId xmlns:a16="http://schemas.microsoft.com/office/drawing/2014/main" id="{6E1913E8-2598-5FF8-6E12-2662CDBB3819}"/>
              </a:ext>
            </a:extLst>
          </p:cNvPr>
          <p:cNvSpPr txBox="1"/>
          <p:nvPr/>
        </p:nvSpPr>
        <p:spPr>
          <a:xfrm>
            <a:off x="5147734" y="3537285"/>
            <a:ext cx="570089" cy="230832"/>
          </a:xfrm>
          <a:prstGeom prst="rect">
            <a:avLst/>
          </a:prstGeom>
          <a:noFill/>
        </p:spPr>
        <p:txBody>
          <a:bodyPr wrap="square" rtlCol="0">
            <a:spAutoFit/>
          </a:bodyPr>
          <a:lstStyle/>
          <a:p>
            <a:pPr algn="ctr"/>
            <a:r>
              <a:rPr lang="en-US" sz="900" dirty="0"/>
              <a:t>789</a:t>
            </a:r>
          </a:p>
        </p:txBody>
      </p:sp>
      <p:sp>
        <p:nvSpPr>
          <p:cNvPr id="51" name="TextBox 50">
            <a:extLst>
              <a:ext uri="{FF2B5EF4-FFF2-40B4-BE49-F238E27FC236}">
                <a16:creationId xmlns:a16="http://schemas.microsoft.com/office/drawing/2014/main" id="{9C55DE00-D2C1-5A18-39E3-4C3686CA3E73}"/>
              </a:ext>
            </a:extLst>
          </p:cNvPr>
          <p:cNvSpPr txBox="1"/>
          <p:nvPr/>
        </p:nvSpPr>
        <p:spPr>
          <a:xfrm>
            <a:off x="5215469" y="2231221"/>
            <a:ext cx="462845" cy="584775"/>
          </a:xfrm>
          <a:prstGeom prst="rect">
            <a:avLst/>
          </a:prstGeom>
          <a:noFill/>
        </p:spPr>
        <p:txBody>
          <a:bodyPr wrap="square" rtlCol="0">
            <a:spAutoFit/>
          </a:bodyPr>
          <a:lstStyle/>
          <a:p>
            <a:pPr algn="ctr"/>
            <a:r>
              <a:rPr lang="en-US" sz="3200" dirty="0"/>
              <a:t>6</a:t>
            </a:r>
          </a:p>
        </p:txBody>
      </p:sp>
      <p:sp>
        <p:nvSpPr>
          <p:cNvPr id="15" name="TextBox 14">
            <a:extLst>
              <a:ext uri="{FF2B5EF4-FFF2-40B4-BE49-F238E27FC236}">
                <a16:creationId xmlns:a16="http://schemas.microsoft.com/office/drawing/2014/main" id="{3DDEC20F-42E3-BC6A-3D37-43DD2CCBF16B}"/>
              </a:ext>
            </a:extLst>
          </p:cNvPr>
          <p:cNvSpPr txBox="1"/>
          <p:nvPr/>
        </p:nvSpPr>
        <p:spPr>
          <a:xfrm>
            <a:off x="3217333" y="2734556"/>
            <a:ext cx="462845" cy="584775"/>
          </a:xfrm>
          <a:prstGeom prst="rect">
            <a:avLst/>
          </a:prstGeom>
          <a:noFill/>
        </p:spPr>
        <p:txBody>
          <a:bodyPr wrap="square" rtlCol="0">
            <a:spAutoFit/>
          </a:bodyPr>
          <a:lstStyle/>
          <a:p>
            <a:pPr algn="ctr"/>
            <a:r>
              <a:rPr lang="en-US" sz="3200" dirty="0"/>
              <a:t>7</a:t>
            </a:r>
          </a:p>
        </p:txBody>
      </p:sp>
      <p:sp>
        <p:nvSpPr>
          <p:cNvPr id="52" name="TextBox 51">
            <a:extLst>
              <a:ext uri="{FF2B5EF4-FFF2-40B4-BE49-F238E27FC236}">
                <a16:creationId xmlns:a16="http://schemas.microsoft.com/office/drawing/2014/main" id="{BABEDD8A-8224-F98C-8612-8BCC9170D7F2}"/>
              </a:ext>
            </a:extLst>
          </p:cNvPr>
          <p:cNvSpPr txBox="1"/>
          <p:nvPr/>
        </p:nvSpPr>
        <p:spPr>
          <a:xfrm>
            <a:off x="3716867" y="2734556"/>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51AE1F9F-F521-BD26-E1CC-6A5F280B2F7F}"/>
              </a:ext>
            </a:extLst>
          </p:cNvPr>
          <p:cNvSpPr txBox="1"/>
          <p:nvPr/>
        </p:nvSpPr>
        <p:spPr>
          <a:xfrm>
            <a:off x="3716867" y="1727886"/>
            <a:ext cx="462845" cy="584775"/>
          </a:xfrm>
          <a:prstGeom prst="rect">
            <a:avLst/>
          </a:prstGeom>
          <a:noFill/>
        </p:spPr>
        <p:txBody>
          <a:bodyPr wrap="square" rtlCol="0">
            <a:spAutoFit/>
          </a:bodyPr>
          <a:lstStyle/>
          <a:p>
            <a:pPr algn="ctr"/>
            <a:r>
              <a:rPr lang="en-US" sz="3200" dirty="0"/>
              <a:t>7</a:t>
            </a:r>
          </a:p>
        </p:txBody>
      </p:sp>
      <p:sp>
        <p:nvSpPr>
          <p:cNvPr id="33" name="TextBox 32">
            <a:extLst>
              <a:ext uri="{FF2B5EF4-FFF2-40B4-BE49-F238E27FC236}">
                <a16:creationId xmlns:a16="http://schemas.microsoft.com/office/drawing/2014/main" id="{A5119F65-E672-B2AB-3812-82007416B88A}"/>
              </a:ext>
            </a:extLst>
          </p:cNvPr>
          <p:cNvSpPr txBox="1"/>
          <p:nvPr/>
        </p:nvSpPr>
        <p:spPr>
          <a:xfrm>
            <a:off x="3138310" y="3907597"/>
            <a:ext cx="570089" cy="230832"/>
          </a:xfrm>
          <a:prstGeom prst="rect">
            <a:avLst/>
          </a:prstGeom>
          <a:noFill/>
        </p:spPr>
        <p:txBody>
          <a:bodyPr wrap="square" rtlCol="0">
            <a:spAutoFit/>
          </a:bodyPr>
          <a:lstStyle/>
          <a:p>
            <a:pPr algn="ctr"/>
            <a:r>
              <a:rPr lang="en-US" sz="900" dirty="0"/>
              <a:t>15</a:t>
            </a:r>
          </a:p>
        </p:txBody>
      </p:sp>
      <p:sp>
        <p:nvSpPr>
          <p:cNvPr id="53" name="TextBox 52">
            <a:extLst>
              <a:ext uri="{FF2B5EF4-FFF2-40B4-BE49-F238E27FC236}">
                <a16:creationId xmlns:a16="http://schemas.microsoft.com/office/drawing/2014/main" id="{D2A80744-9470-3714-5EF9-DDD8DB2233DB}"/>
              </a:ext>
            </a:extLst>
          </p:cNvPr>
          <p:cNvSpPr txBox="1"/>
          <p:nvPr/>
        </p:nvSpPr>
        <p:spPr>
          <a:xfrm>
            <a:off x="3138310" y="4408541"/>
            <a:ext cx="570089" cy="230832"/>
          </a:xfrm>
          <a:prstGeom prst="rect">
            <a:avLst/>
          </a:prstGeom>
          <a:noFill/>
        </p:spPr>
        <p:txBody>
          <a:bodyPr wrap="square" rtlCol="0">
            <a:spAutoFit/>
          </a:bodyPr>
          <a:lstStyle/>
          <a:p>
            <a:pPr algn="ctr"/>
            <a:r>
              <a:rPr lang="en-US" sz="900" dirty="0"/>
              <a:t>51</a:t>
            </a:r>
          </a:p>
        </p:txBody>
      </p:sp>
      <p:sp>
        <p:nvSpPr>
          <p:cNvPr id="60" name="TextBox 59">
            <a:extLst>
              <a:ext uri="{FF2B5EF4-FFF2-40B4-BE49-F238E27FC236}">
                <a16:creationId xmlns:a16="http://schemas.microsoft.com/office/drawing/2014/main" id="{34B12C1F-7656-EE34-646F-30D7DE9018E7}"/>
              </a:ext>
            </a:extLst>
          </p:cNvPr>
          <p:cNvSpPr txBox="1"/>
          <p:nvPr/>
        </p:nvSpPr>
        <p:spPr>
          <a:xfrm>
            <a:off x="4645378" y="2905709"/>
            <a:ext cx="570089" cy="230832"/>
          </a:xfrm>
          <a:prstGeom prst="rect">
            <a:avLst/>
          </a:prstGeom>
          <a:noFill/>
        </p:spPr>
        <p:txBody>
          <a:bodyPr wrap="square" rtlCol="0">
            <a:spAutoFit/>
          </a:bodyPr>
          <a:lstStyle/>
          <a:p>
            <a:pPr algn="ctr"/>
            <a:r>
              <a:rPr lang="en-US" sz="900" dirty="0"/>
              <a:t>14</a:t>
            </a:r>
          </a:p>
        </p:txBody>
      </p:sp>
      <p:sp>
        <p:nvSpPr>
          <p:cNvPr id="61" name="TextBox 60">
            <a:extLst>
              <a:ext uri="{FF2B5EF4-FFF2-40B4-BE49-F238E27FC236}">
                <a16:creationId xmlns:a16="http://schemas.microsoft.com/office/drawing/2014/main" id="{A626CBC3-B8D9-684F-1916-DAB0221F1146}"/>
              </a:ext>
            </a:extLst>
          </p:cNvPr>
          <p:cNvSpPr txBox="1"/>
          <p:nvPr/>
        </p:nvSpPr>
        <p:spPr>
          <a:xfrm>
            <a:off x="5650090" y="2905709"/>
            <a:ext cx="570089" cy="230832"/>
          </a:xfrm>
          <a:prstGeom prst="rect">
            <a:avLst/>
          </a:prstGeom>
          <a:noFill/>
        </p:spPr>
        <p:txBody>
          <a:bodyPr wrap="square" rtlCol="0">
            <a:spAutoFit/>
          </a:bodyPr>
          <a:lstStyle/>
          <a:p>
            <a:pPr algn="ctr"/>
            <a:r>
              <a:rPr lang="en-US" sz="900" dirty="0"/>
              <a:t>41</a:t>
            </a:r>
          </a:p>
        </p:txBody>
      </p:sp>
      <p:sp>
        <p:nvSpPr>
          <p:cNvPr id="64" name="TextBox 63">
            <a:extLst>
              <a:ext uri="{FF2B5EF4-FFF2-40B4-BE49-F238E27FC236}">
                <a16:creationId xmlns:a16="http://schemas.microsoft.com/office/drawing/2014/main" id="{FE0DF166-3951-9AFC-5A82-F9C1A7A0CF50}"/>
              </a:ext>
            </a:extLst>
          </p:cNvPr>
          <p:cNvSpPr txBox="1"/>
          <p:nvPr/>
        </p:nvSpPr>
        <p:spPr>
          <a:xfrm>
            <a:off x="6654802" y="3406653"/>
            <a:ext cx="570089" cy="230832"/>
          </a:xfrm>
          <a:prstGeom prst="rect">
            <a:avLst/>
          </a:prstGeom>
          <a:noFill/>
        </p:spPr>
        <p:txBody>
          <a:bodyPr wrap="square" rtlCol="0">
            <a:spAutoFit/>
          </a:bodyPr>
          <a:lstStyle/>
          <a:p>
            <a:pPr algn="ctr"/>
            <a:r>
              <a:rPr lang="en-US" sz="900" dirty="0"/>
              <a:t>16</a:t>
            </a:r>
          </a:p>
        </p:txBody>
      </p:sp>
      <p:sp>
        <p:nvSpPr>
          <p:cNvPr id="65" name="TextBox 64">
            <a:extLst>
              <a:ext uri="{FF2B5EF4-FFF2-40B4-BE49-F238E27FC236}">
                <a16:creationId xmlns:a16="http://schemas.microsoft.com/office/drawing/2014/main" id="{0B5456BC-0767-5E0B-1CF4-1E2BFAD53F0F}"/>
              </a:ext>
            </a:extLst>
          </p:cNvPr>
          <p:cNvSpPr txBox="1"/>
          <p:nvPr/>
        </p:nvSpPr>
        <p:spPr>
          <a:xfrm>
            <a:off x="7157158" y="3406653"/>
            <a:ext cx="570089" cy="230832"/>
          </a:xfrm>
          <a:prstGeom prst="rect">
            <a:avLst/>
          </a:prstGeom>
          <a:noFill/>
        </p:spPr>
        <p:txBody>
          <a:bodyPr wrap="square" rtlCol="0">
            <a:spAutoFit/>
          </a:bodyPr>
          <a:lstStyle/>
          <a:p>
            <a:pPr algn="ctr"/>
            <a:r>
              <a:rPr lang="en-US" sz="900" dirty="0"/>
              <a:t>61</a:t>
            </a:r>
          </a:p>
        </p:txBody>
      </p:sp>
      <p:sp>
        <p:nvSpPr>
          <p:cNvPr id="66" name="TextBox 65">
            <a:extLst>
              <a:ext uri="{FF2B5EF4-FFF2-40B4-BE49-F238E27FC236}">
                <a16:creationId xmlns:a16="http://schemas.microsoft.com/office/drawing/2014/main" id="{4F71C469-D201-C985-56E8-A967F53730D3}"/>
              </a:ext>
            </a:extLst>
          </p:cNvPr>
          <p:cNvSpPr txBox="1"/>
          <p:nvPr/>
        </p:nvSpPr>
        <p:spPr>
          <a:xfrm>
            <a:off x="4216401" y="2734556"/>
            <a:ext cx="462845" cy="584775"/>
          </a:xfrm>
          <a:prstGeom prst="rect">
            <a:avLst/>
          </a:prstGeom>
          <a:noFill/>
        </p:spPr>
        <p:txBody>
          <a:bodyPr wrap="square" rtlCol="0">
            <a:spAutoFit/>
          </a:bodyPr>
          <a:lstStyle/>
          <a:p>
            <a:pPr algn="ctr"/>
            <a:r>
              <a:rPr lang="en-US" sz="3200" dirty="0"/>
              <a:t>5</a:t>
            </a:r>
          </a:p>
        </p:txBody>
      </p:sp>
      <p:sp>
        <p:nvSpPr>
          <p:cNvPr id="67" name="TextBox 66">
            <a:extLst>
              <a:ext uri="{FF2B5EF4-FFF2-40B4-BE49-F238E27FC236}">
                <a16:creationId xmlns:a16="http://schemas.microsoft.com/office/drawing/2014/main" id="{673AEEC4-3A31-3779-AC1C-8D51412F06FC}"/>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68" name="TextBox 67">
            <a:extLst>
              <a:ext uri="{FF2B5EF4-FFF2-40B4-BE49-F238E27FC236}">
                <a16:creationId xmlns:a16="http://schemas.microsoft.com/office/drawing/2014/main" id="{3B7623F6-6804-3E80-F6D7-8D9AF940CC8D}"/>
              </a:ext>
            </a:extLst>
          </p:cNvPr>
          <p:cNvSpPr txBox="1"/>
          <p:nvPr/>
        </p:nvSpPr>
        <p:spPr>
          <a:xfrm>
            <a:off x="3716867" y="3237891"/>
            <a:ext cx="462845" cy="584775"/>
          </a:xfrm>
          <a:prstGeom prst="rect">
            <a:avLst/>
          </a:prstGeom>
          <a:noFill/>
        </p:spPr>
        <p:txBody>
          <a:bodyPr wrap="square" rtlCol="0">
            <a:spAutoFit/>
          </a:bodyPr>
          <a:lstStyle/>
          <a:p>
            <a:pPr algn="ctr"/>
            <a:r>
              <a:rPr lang="en-US" sz="3200" dirty="0"/>
              <a:t>4</a:t>
            </a:r>
          </a:p>
        </p:txBody>
      </p:sp>
      <p:sp>
        <p:nvSpPr>
          <p:cNvPr id="9" name="TextBox 8">
            <a:extLst>
              <a:ext uri="{FF2B5EF4-FFF2-40B4-BE49-F238E27FC236}">
                <a16:creationId xmlns:a16="http://schemas.microsoft.com/office/drawing/2014/main" id="{508D9F33-D06F-EE92-F771-070D8B672EF0}"/>
              </a:ext>
            </a:extLst>
          </p:cNvPr>
          <p:cNvSpPr txBox="1"/>
          <p:nvPr/>
        </p:nvSpPr>
        <p:spPr>
          <a:xfrm>
            <a:off x="5215469" y="2734556"/>
            <a:ext cx="462845" cy="584775"/>
          </a:xfrm>
          <a:prstGeom prst="rect">
            <a:avLst/>
          </a:prstGeom>
          <a:noFill/>
        </p:spPr>
        <p:txBody>
          <a:bodyPr wrap="square" rtlCol="0">
            <a:spAutoFit/>
          </a:bodyPr>
          <a:lstStyle/>
          <a:p>
            <a:pPr algn="ctr"/>
            <a:r>
              <a:rPr lang="en-US" sz="3200" dirty="0"/>
              <a:t>2</a:t>
            </a:r>
          </a:p>
        </p:txBody>
      </p:sp>
      <p:sp>
        <p:nvSpPr>
          <p:cNvPr id="45" name="TextBox 44">
            <a:extLst>
              <a:ext uri="{FF2B5EF4-FFF2-40B4-BE49-F238E27FC236}">
                <a16:creationId xmlns:a16="http://schemas.microsoft.com/office/drawing/2014/main" id="{CE881F2D-8F56-4383-44B8-5487C58F6741}"/>
              </a:ext>
            </a:extLst>
          </p:cNvPr>
          <p:cNvSpPr txBox="1"/>
          <p:nvPr/>
        </p:nvSpPr>
        <p:spPr>
          <a:xfrm>
            <a:off x="7213604" y="2734556"/>
            <a:ext cx="462845" cy="584775"/>
          </a:xfrm>
          <a:prstGeom prst="rect">
            <a:avLst/>
          </a:prstGeom>
          <a:noFill/>
        </p:spPr>
        <p:txBody>
          <a:bodyPr wrap="square" rtlCol="0">
            <a:spAutoFit/>
          </a:bodyPr>
          <a:lstStyle/>
          <a:p>
            <a:pPr algn="ctr"/>
            <a:r>
              <a:rPr lang="en-US" sz="3200" dirty="0"/>
              <a:t>9</a:t>
            </a:r>
          </a:p>
        </p:txBody>
      </p:sp>
      <p:sp>
        <p:nvSpPr>
          <p:cNvPr id="46" name="TextBox 45">
            <a:extLst>
              <a:ext uri="{FF2B5EF4-FFF2-40B4-BE49-F238E27FC236}">
                <a16:creationId xmlns:a16="http://schemas.microsoft.com/office/drawing/2014/main" id="{56C8EA3D-20DE-0E7C-CF0D-2D02354CC201}"/>
              </a:ext>
            </a:extLst>
          </p:cNvPr>
          <p:cNvSpPr txBox="1"/>
          <p:nvPr/>
        </p:nvSpPr>
        <p:spPr>
          <a:xfrm>
            <a:off x="6714071" y="2734556"/>
            <a:ext cx="462845" cy="584775"/>
          </a:xfrm>
          <a:prstGeom prst="rect">
            <a:avLst/>
          </a:prstGeom>
          <a:noFill/>
        </p:spPr>
        <p:txBody>
          <a:bodyPr wrap="square" rtlCol="0">
            <a:spAutoFit/>
          </a:bodyPr>
          <a:lstStyle/>
          <a:p>
            <a:pPr algn="ctr"/>
            <a:r>
              <a:rPr lang="en-US" sz="3200" dirty="0"/>
              <a:t>8</a:t>
            </a:r>
          </a:p>
        </p:txBody>
      </p:sp>
      <p:sp>
        <p:nvSpPr>
          <p:cNvPr id="50" name="TextBox 49">
            <a:extLst>
              <a:ext uri="{FF2B5EF4-FFF2-40B4-BE49-F238E27FC236}">
                <a16:creationId xmlns:a16="http://schemas.microsoft.com/office/drawing/2014/main" id="{D43D58EA-665B-4F21-815A-8AAC4336954E}"/>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54" name="TextBox 53">
            <a:extLst>
              <a:ext uri="{FF2B5EF4-FFF2-40B4-BE49-F238E27FC236}">
                <a16:creationId xmlns:a16="http://schemas.microsoft.com/office/drawing/2014/main" id="{98D30441-F6C7-0D44-080B-ECCB3F78420D}"/>
              </a:ext>
            </a:extLst>
          </p:cNvPr>
          <p:cNvSpPr txBox="1"/>
          <p:nvPr/>
        </p:nvSpPr>
        <p:spPr>
          <a:xfrm>
            <a:off x="5147734" y="2034453"/>
            <a:ext cx="570089" cy="230832"/>
          </a:xfrm>
          <a:prstGeom prst="rect">
            <a:avLst/>
          </a:prstGeom>
          <a:noFill/>
        </p:spPr>
        <p:txBody>
          <a:bodyPr wrap="square" rtlCol="0">
            <a:spAutoFit/>
          </a:bodyPr>
          <a:lstStyle/>
          <a:p>
            <a:pPr algn="ctr"/>
            <a:r>
              <a:rPr lang="en-US" sz="900" dirty="0"/>
              <a:t>89</a:t>
            </a:r>
          </a:p>
        </p:txBody>
      </p:sp>
    </p:spTree>
    <p:extLst>
      <p:ext uri="{BB962C8B-B14F-4D97-AF65-F5344CB8AC3E}">
        <p14:creationId xmlns:p14="http://schemas.microsoft.com/office/powerpoint/2010/main" val="269097277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F32226-11A4-54AA-28E7-675872EA469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A97C72C-5E71-36AB-7554-3F1CDCD83D37}"/>
              </a:ext>
            </a:extLst>
          </p:cNvPr>
          <p:cNvSpPr>
            <a:spLocks noGrp="1"/>
          </p:cNvSpPr>
          <p:nvPr>
            <p:ph sz="half" idx="1"/>
          </p:nvPr>
        </p:nvSpPr>
        <p:spPr/>
        <p:txBody>
          <a:bodyPr>
            <a:normAutofit/>
          </a:bodyPr>
          <a:lstStyle/>
          <a:p>
            <a:r>
              <a:rPr lang="en-US" dirty="0"/>
              <a:t>Complete center block.</a:t>
            </a:r>
          </a:p>
        </p:txBody>
      </p:sp>
      <p:pic>
        <p:nvPicPr>
          <p:cNvPr id="4" name="Picture 3" descr="A grid of sudoku puzzle&#10;&#10;Description automatically generated">
            <a:extLst>
              <a:ext uri="{FF2B5EF4-FFF2-40B4-BE49-F238E27FC236}">
                <a16:creationId xmlns:a16="http://schemas.microsoft.com/office/drawing/2014/main" id="{33DEE0A8-D897-88AA-3A34-B81164B194D4}"/>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C142AE00-2BF0-6B47-9E8A-97F2D92B817E}"/>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B96CD173-291C-54DF-7418-1D74A4594E42}"/>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8016967B-8CCF-9FF4-3308-1658C48894C0}"/>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1FAAEED7-93CA-9E21-36FD-1D03D8D22739}"/>
              </a:ext>
            </a:extLst>
          </p:cNvPr>
          <p:cNvSpPr txBox="1"/>
          <p:nvPr/>
        </p:nvSpPr>
        <p:spPr>
          <a:xfrm>
            <a:off x="3716867" y="2231221"/>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863737DB-A221-8B87-B48F-DB93BB5B8BFA}"/>
              </a:ext>
            </a:extLst>
          </p:cNvPr>
          <p:cNvSpPr txBox="1"/>
          <p:nvPr/>
        </p:nvSpPr>
        <p:spPr>
          <a:xfrm>
            <a:off x="3217333" y="4747898"/>
            <a:ext cx="462845" cy="584775"/>
          </a:xfrm>
          <a:prstGeom prst="rect">
            <a:avLst/>
          </a:prstGeom>
          <a:noFill/>
        </p:spPr>
        <p:txBody>
          <a:bodyPr wrap="square" rtlCol="0">
            <a:spAutoFit/>
          </a:bodyPr>
          <a:lstStyle/>
          <a:p>
            <a:pPr algn="ctr"/>
            <a:r>
              <a:rPr lang="en-US" sz="3200" dirty="0"/>
              <a:t>6</a:t>
            </a:r>
          </a:p>
        </p:txBody>
      </p:sp>
      <p:sp>
        <p:nvSpPr>
          <p:cNvPr id="11" name="TextBox 10">
            <a:extLst>
              <a:ext uri="{FF2B5EF4-FFF2-40B4-BE49-F238E27FC236}">
                <a16:creationId xmlns:a16="http://schemas.microsoft.com/office/drawing/2014/main" id="{F41DE31B-01FB-FE88-0F22-4D55AED4EDA7}"/>
              </a:ext>
            </a:extLst>
          </p:cNvPr>
          <p:cNvSpPr txBox="1"/>
          <p:nvPr/>
        </p:nvSpPr>
        <p:spPr>
          <a:xfrm>
            <a:off x="7213604" y="4747898"/>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E5F4CFB2-8889-06EF-E061-C069DC9444FC}"/>
              </a:ext>
            </a:extLst>
          </p:cNvPr>
          <p:cNvSpPr txBox="1"/>
          <p:nvPr/>
        </p:nvSpPr>
        <p:spPr>
          <a:xfrm>
            <a:off x="6214537" y="2734556"/>
            <a:ext cx="462845" cy="584775"/>
          </a:xfrm>
          <a:prstGeom prst="rect">
            <a:avLst/>
          </a:prstGeom>
          <a:no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0ADD49EF-9229-B1AD-9966-FB4977F61009}"/>
              </a:ext>
            </a:extLst>
          </p:cNvPr>
          <p:cNvSpPr txBox="1"/>
          <p:nvPr/>
        </p:nvSpPr>
        <p:spPr>
          <a:xfrm>
            <a:off x="4143022" y="2274133"/>
            <a:ext cx="570089" cy="230832"/>
          </a:xfrm>
          <a:prstGeom prst="rect">
            <a:avLst/>
          </a:prstGeom>
          <a:noFill/>
        </p:spPr>
        <p:txBody>
          <a:bodyPr wrap="square" rtlCol="0">
            <a:spAutoFit/>
          </a:bodyPr>
          <a:lstStyle/>
          <a:p>
            <a:pPr algn="ctr"/>
            <a:r>
              <a:rPr lang="en-US" sz="900" dirty="0"/>
              <a:t>89</a:t>
            </a:r>
          </a:p>
        </p:txBody>
      </p:sp>
      <p:sp>
        <p:nvSpPr>
          <p:cNvPr id="14" name="TextBox 13">
            <a:extLst>
              <a:ext uri="{FF2B5EF4-FFF2-40B4-BE49-F238E27FC236}">
                <a16:creationId xmlns:a16="http://schemas.microsoft.com/office/drawing/2014/main" id="{5D0C15A0-42BD-606A-129F-7F78562F2FEA}"/>
              </a:ext>
            </a:extLst>
          </p:cNvPr>
          <p:cNvSpPr txBox="1"/>
          <p:nvPr/>
        </p:nvSpPr>
        <p:spPr>
          <a:xfrm>
            <a:off x="4645378" y="2274133"/>
            <a:ext cx="570089" cy="230832"/>
          </a:xfrm>
          <a:prstGeom prst="rect">
            <a:avLst/>
          </a:prstGeom>
          <a:noFill/>
        </p:spPr>
        <p:txBody>
          <a:bodyPr wrap="square" rtlCol="0">
            <a:spAutoFit/>
          </a:bodyPr>
          <a:lstStyle/>
          <a:p>
            <a:pPr algn="ctr"/>
            <a:r>
              <a:rPr lang="en-US" sz="900" dirty="0"/>
              <a:t>589</a:t>
            </a:r>
          </a:p>
        </p:txBody>
      </p:sp>
      <p:sp>
        <p:nvSpPr>
          <p:cNvPr id="16" name="TextBox 15">
            <a:extLst>
              <a:ext uri="{FF2B5EF4-FFF2-40B4-BE49-F238E27FC236}">
                <a16:creationId xmlns:a16="http://schemas.microsoft.com/office/drawing/2014/main" id="{327CD7AE-7B0F-2336-93A9-0623178E0D86}"/>
              </a:ext>
            </a:extLst>
          </p:cNvPr>
          <p:cNvSpPr txBox="1"/>
          <p:nvPr/>
        </p:nvSpPr>
        <p:spPr>
          <a:xfrm>
            <a:off x="5650090" y="2274133"/>
            <a:ext cx="570089" cy="230832"/>
          </a:xfrm>
          <a:prstGeom prst="rect">
            <a:avLst/>
          </a:prstGeom>
          <a:noFill/>
        </p:spPr>
        <p:txBody>
          <a:bodyPr wrap="square" rtlCol="0">
            <a:spAutoFit/>
          </a:bodyPr>
          <a:lstStyle/>
          <a:p>
            <a:pPr algn="ctr"/>
            <a:r>
              <a:rPr lang="en-US" sz="900" dirty="0"/>
              <a:t>589</a:t>
            </a:r>
          </a:p>
        </p:txBody>
      </p:sp>
      <p:sp>
        <p:nvSpPr>
          <p:cNvPr id="18" name="TextBox 17">
            <a:extLst>
              <a:ext uri="{FF2B5EF4-FFF2-40B4-BE49-F238E27FC236}">
                <a16:creationId xmlns:a16="http://schemas.microsoft.com/office/drawing/2014/main" id="{BB24ED4D-41BD-2E1F-BDE2-9B4E51D7F17F}"/>
              </a:ext>
            </a:extLst>
          </p:cNvPr>
          <p:cNvSpPr txBox="1"/>
          <p:nvPr/>
        </p:nvSpPr>
        <p:spPr>
          <a:xfrm>
            <a:off x="6654802" y="2404765"/>
            <a:ext cx="570089" cy="230832"/>
          </a:xfrm>
          <a:prstGeom prst="rect">
            <a:avLst/>
          </a:prstGeom>
          <a:noFill/>
        </p:spPr>
        <p:txBody>
          <a:bodyPr wrap="square" rtlCol="0">
            <a:spAutoFit/>
          </a:bodyPr>
          <a:lstStyle/>
          <a:p>
            <a:pPr algn="ctr"/>
            <a:r>
              <a:rPr lang="en-US" sz="900" dirty="0"/>
              <a:t>24</a:t>
            </a:r>
          </a:p>
        </p:txBody>
      </p:sp>
      <p:sp>
        <p:nvSpPr>
          <p:cNvPr id="19" name="TextBox 18">
            <a:extLst>
              <a:ext uri="{FF2B5EF4-FFF2-40B4-BE49-F238E27FC236}">
                <a16:creationId xmlns:a16="http://schemas.microsoft.com/office/drawing/2014/main" id="{AA12DC43-1A40-6033-ADE0-3B19AD91B6C5}"/>
              </a:ext>
            </a:extLst>
          </p:cNvPr>
          <p:cNvSpPr txBox="1"/>
          <p:nvPr/>
        </p:nvSpPr>
        <p:spPr>
          <a:xfrm>
            <a:off x="7157158" y="2404765"/>
            <a:ext cx="570089" cy="230832"/>
          </a:xfrm>
          <a:prstGeom prst="rect">
            <a:avLst/>
          </a:prstGeom>
          <a:noFill/>
        </p:spPr>
        <p:txBody>
          <a:bodyPr wrap="square" rtlCol="0">
            <a:spAutoFit/>
          </a:bodyPr>
          <a:lstStyle/>
          <a:p>
            <a:pPr algn="ctr"/>
            <a:r>
              <a:rPr lang="en-US" sz="900" dirty="0"/>
              <a:t>42</a:t>
            </a:r>
          </a:p>
        </p:txBody>
      </p:sp>
      <p:sp>
        <p:nvSpPr>
          <p:cNvPr id="20" name="TextBox 19">
            <a:extLst>
              <a:ext uri="{FF2B5EF4-FFF2-40B4-BE49-F238E27FC236}">
                <a16:creationId xmlns:a16="http://schemas.microsoft.com/office/drawing/2014/main" id="{E54FB88B-3FAF-3308-5E52-5709F2CCC3CF}"/>
              </a:ext>
            </a:extLst>
          </p:cNvPr>
          <p:cNvSpPr txBox="1"/>
          <p:nvPr/>
        </p:nvSpPr>
        <p:spPr>
          <a:xfrm>
            <a:off x="4645378" y="1903821"/>
            <a:ext cx="570089" cy="230832"/>
          </a:xfrm>
          <a:prstGeom prst="rect">
            <a:avLst/>
          </a:prstGeom>
          <a:noFill/>
        </p:spPr>
        <p:txBody>
          <a:bodyPr wrap="square" rtlCol="0">
            <a:spAutoFit/>
          </a:bodyPr>
          <a:lstStyle/>
          <a:p>
            <a:pPr algn="ctr"/>
            <a:r>
              <a:rPr lang="en-US" sz="900" dirty="0"/>
              <a:t>45</a:t>
            </a:r>
          </a:p>
        </p:txBody>
      </p:sp>
      <p:sp>
        <p:nvSpPr>
          <p:cNvPr id="23" name="TextBox 22">
            <a:extLst>
              <a:ext uri="{FF2B5EF4-FFF2-40B4-BE49-F238E27FC236}">
                <a16:creationId xmlns:a16="http://schemas.microsoft.com/office/drawing/2014/main" id="{06B12E51-D4DD-9224-E571-17DCB1B38226}"/>
              </a:ext>
            </a:extLst>
          </p:cNvPr>
          <p:cNvSpPr txBox="1"/>
          <p:nvPr/>
        </p:nvSpPr>
        <p:spPr>
          <a:xfrm>
            <a:off x="6214537" y="721216"/>
            <a:ext cx="462845" cy="584775"/>
          </a:xfrm>
          <a:prstGeom prst="rect">
            <a:avLst/>
          </a:prstGeom>
          <a:noFill/>
        </p:spPr>
        <p:txBody>
          <a:bodyPr wrap="square" rtlCol="0">
            <a:spAutoFit/>
          </a:bodyPr>
          <a:lstStyle/>
          <a:p>
            <a:pPr algn="ctr"/>
            <a:r>
              <a:rPr lang="en-US" sz="3200" dirty="0"/>
              <a:t>2</a:t>
            </a:r>
          </a:p>
        </p:txBody>
      </p:sp>
      <p:sp>
        <p:nvSpPr>
          <p:cNvPr id="24" name="TextBox 23">
            <a:extLst>
              <a:ext uri="{FF2B5EF4-FFF2-40B4-BE49-F238E27FC236}">
                <a16:creationId xmlns:a16="http://schemas.microsoft.com/office/drawing/2014/main" id="{3E2F7C25-E032-FB3B-5B9D-14F2A9F7FA44}"/>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C83D27C0-B7EE-5990-475D-2773F154C3F3}"/>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FCFE9DFA-FE72-9B0F-E796-C08EF60C3E29}"/>
              </a:ext>
            </a:extLst>
          </p:cNvPr>
          <p:cNvSpPr txBox="1"/>
          <p:nvPr/>
        </p:nvSpPr>
        <p:spPr>
          <a:xfrm>
            <a:off x="6654802" y="771301"/>
            <a:ext cx="570089" cy="230832"/>
          </a:xfrm>
          <a:prstGeom prst="rect">
            <a:avLst/>
          </a:prstGeom>
          <a:noFill/>
        </p:spPr>
        <p:txBody>
          <a:bodyPr wrap="square" rtlCol="0">
            <a:spAutoFit/>
          </a:bodyPr>
          <a:lstStyle/>
          <a:p>
            <a:pPr algn="ctr"/>
            <a:r>
              <a:rPr lang="en-US" sz="900" dirty="0"/>
              <a:t>97</a:t>
            </a:r>
          </a:p>
        </p:txBody>
      </p:sp>
      <p:sp>
        <p:nvSpPr>
          <p:cNvPr id="26" name="TextBox 25">
            <a:extLst>
              <a:ext uri="{FF2B5EF4-FFF2-40B4-BE49-F238E27FC236}">
                <a16:creationId xmlns:a16="http://schemas.microsoft.com/office/drawing/2014/main" id="{A42E0D4D-133F-B965-5423-B8DE44744B5D}"/>
              </a:ext>
            </a:extLst>
          </p:cNvPr>
          <p:cNvSpPr txBox="1"/>
          <p:nvPr/>
        </p:nvSpPr>
        <p:spPr>
          <a:xfrm>
            <a:off x="6654802" y="1402877"/>
            <a:ext cx="570089" cy="230832"/>
          </a:xfrm>
          <a:prstGeom prst="rect">
            <a:avLst/>
          </a:prstGeom>
          <a:noFill/>
        </p:spPr>
        <p:txBody>
          <a:bodyPr wrap="square" rtlCol="0">
            <a:spAutoFit/>
          </a:bodyPr>
          <a:lstStyle/>
          <a:p>
            <a:pPr algn="ctr"/>
            <a:r>
              <a:rPr lang="en-US" sz="900" dirty="0"/>
              <a:t>34579</a:t>
            </a:r>
          </a:p>
        </p:txBody>
      </p:sp>
      <p:sp>
        <p:nvSpPr>
          <p:cNvPr id="27" name="TextBox 26">
            <a:extLst>
              <a:ext uri="{FF2B5EF4-FFF2-40B4-BE49-F238E27FC236}">
                <a16:creationId xmlns:a16="http://schemas.microsoft.com/office/drawing/2014/main" id="{8C8685C6-EA3F-B3EF-0A74-8FCBC7C788EB}"/>
              </a:ext>
            </a:extLst>
          </p:cNvPr>
          <p:cNvSpPr txBox="1"/>
          <p:nvPr/>
        </p:nvSpPr>
        <p:spPr>
          <a:xfrm>
            <a:off x="7157158" y="1402877"/>
            <a:ext cx="570089" cy="230832"/>
          </a:xfrm>
          <a:prstGeom prst="rect">
            <a:avLst/>
          </a:prstGeom>
          <a:noFill/>
        </p:spPr>
        <p:txBody>
          <a:bodyPr wrap="square" rtlCol="0">
            <a:spAutoFit/>
          </a:bodyPr>
          <a:lstStyle/>
          <a:p>
            <a:pPr algn="ctr"/>
            <a:r>
              <a:rPr lang="en-US" sz="900" dirty="0"/>
              <a:t>457</a:t>
            </a:r>
          </a:p>
        </p:txBody>
      </p:sp>
      <p:sp>
        <p:nvSpPr>
          <p:cNvPr id="28" name="TextBox 27">
            <a:extLst>
              <a:ext uri="{FF2B5EF4-FFF2-40B4-BE49-F238E27FC236}">
                <a16:creationId xmlns:a16="http://schemas.microsoft.com/office/drawing/2014/main" id="{72F163C2-EC6E-A785-DD31-0879F5981E7F}"/>
              </a:ext>
            </a:extLst>
          </p:cNvPr>
          <p:cNvSpPr txBox="1"/>
          <p:nvPr/>
        </p:nvSpPr>
        <p:spPr>
          <a:xfrm>
            <a:off x="6654802" y="2034453"/>
            <a:ext cx="570089" cy="230832"/>
          </a:xfrm>
          <a:prstGeom prst="rect">
            <a:avLst/>
          </a:prstGeom>
          <a:noFill/>
        </p:spPr>
        <p:txBody>
          <a:bodyPr wrap="square" rtlCol="0">
            <a:spAutoFit/>
          </a:bodyPr>
          <a:lstStyle/>
          <a:p>
            <a:pPr algn="ctr"/>
            <a:r>
              <a:rPr lang="en-US" sz="900" dirty="0"/>
              <a:t>345</a:t>
            </a:r>
          </a:p>
        </p:txBody>
      </p:sp>
      <p:sp>
        <p:nvSpPr>
          <p:cNvPr id="29" name="TextBox 28">
            <a:extLst>
              <a:ext uri="{FF2B5EF4-FFF2-40B4-BE49-F238E27FC236}">
                <a16:creationId xmlns:a16="http://schemas.microsoft.com/office/drawing/2014/main" id="{D0786FAD-AAB7-5D87-C130-2BDCA9B54EBE}"/>
              </a:ext>
            </a:extLst>
          </p:cNvPr>
          <p:cNvSpPr txBox="1"/>
          <p:nvPr/>
        </p:nvSpPr>
        <p:spPr>
          <a:xfrm>
            <a:off x="7157158" y="2034453"/>
            <a:ext cx="570089" cy="230832"/>
          </a:xfrm>
          <a:prstGeom prst="rect">
            <a:avLst/>
          </a:prstGeom>
          <a:noFill/>
        </p:spPr>
        <p:txBody>
          <a:bodyPr wrap="square" rtlCol="0">
            <a:spAutoFit/>
          </a:bodyPr>
          <a:lstStyle/>
          <a:p>
            <a:pPr algn="ctr"/>
            <a:r>
              <a:rPr lang="en-US" sz="900" dirty="0"/>
              <a:t>45</a:t>
            </a:r>
          </a:p>
        </p:txBody>
      </p:sp>
      <p:sp>
        <p:nvSpPr>
          <p:cNvPr id="30" name="TextBox 29">
            <a:extLst>
              <a:ext uri="{FF2B5EF4-FFF2-40B4-BE49-F238E27FC236}">
                <a16:creationId xmlns:a16="http://schemas.microsoft.com/office/drawing/2014/main" id="{E50BCCC0-0F22-3BBE-13A9-28BD688F7664}"/>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EEB1E78A-5CD9-4505-90CA-227A56AE588D}"/>
              </a:ext>
            </a:extLst>
          </p:cNvPr>
          <p:cNvSpPr txBox="1"/>
          <p:nvPr/>
        </p:nvSpPr>
        <p:spPr>
          <a:xfrm>
            <a:off x="3217333" y="721216"/>
            <a:ext cx="462845" cy="584775"/>
          </a:xfrm>
          <a:prstGeom prst="rect">
            <a:avLst/>
          </a:prstGeom>
          <a:noFill/>
        </p:spPr>
        <p:txBody>
          <a:bodyPr wrap="square" rtlCol="0">
            <a:spAutoFit/>
          </a:bodyPr>
          <a:lstStyle/>
          <a:p>
            <a:pPr algn="ctr"/>
            <a:r>
              <a:rPr lang="en-US" sz="3200" dirty="0"/>
              <a:t>4</a:t>
            </a:r>
          </a:p>
        </p:txBody>
      </p:sp>
      <p:sp>
        <p:nvSpPr>
          <p:cNvPr id="32" name="TextBox 31">
            <a:extLst>
              <a:ext uri="{FF2B5EF4-FFF2-40B4-BE49-F238E27FC236}">
                <a16:creationId xmlns:a16="http://schemas.microsoft.com/office/drawing/2014/main" id="{2CADB7F7-B207-6A53-7CED-6FB380990F22}"/>
              </a:ext>
            </a:extLst>
          </p:cNvPr>
          <p:cNvSpPr txBox="1"/>
          <p:nvPr/>
        </p:nvSpPr>
        <p:spPr>
          <a:xfrm>
            <a:off x="3138310" y="1402877"/>
            <a:ext cx="570089" cy="230832"/>
          </a:xfrm>
          <a:prstGeom prst="rect">
            <a:avLst/>
          </a:prstGeom>
          <a:noFill/>
        </p:spPr>
        <p:txBody>
          <a:bodyPr wrap="square" rtlCol="0">
            <a:spAutoFit/>
          </a:bodyPr>
          <a:lstStyle/>
          <a:p>
            <a:pPr algn="ctr"/>
            <a:r>
              <a:rPr lang="en-US" sz="900" dirty="0"/>
              <a:t>89</a:t>
            </a:r>
          </a:p>
        </p:txBody>
      </p:sp>
      <p:sp>
        <p:nvSpPr>
          <p:cNvPr id="34" name="TextBox 33">
            <a:extLst>
              <a:ext uri="{FF2B5EF4-FFF2-40B4-BE49-F238E27FC236}">
                <a16:creationId xmlns:a16="http://schemas.microsoft.com/office/drawing/2014/main" id="{CE81CA71-2288-8A82-550A-460F269E3BAD}"/>
              </a:ext>
            </a:extLst>
          </p:cNvPr>
          <p:cNvSpPr txBox="1"/>
          <p:nvPr/>
        </p:nvSpPr>
        <p:spPr>
          <a:xfrm>
            <a:off x="3138310" y="2034453"/>
            <a:ext cx="570089" cy="230832"/>
          </a:xfrm>
          <a:prstGeom prst="rect">
            <a:avLst/>
          </a:prstGeom>
          <a:noFill/>
        </p:spPr>
        <p:txBody>
          <a:bodyPr wrap="square" rtlCol="0">
            <a:spAutoFit/>
          </a:bodyPr>
          <a:lstStyle/>
          <a:p>
            <a:pPr algn="ctr"/>
            <a:r>
              <a:rPr lang="en-US" sz="900" dirty="0"/>
              <a:t>98</a:t>
            </a:r>
          </a:p>
        </p:txBody>
      </p:sp>
      <p:sp>
        <p:nvSpPr>
          <p:cNvPr id="35" name="TextBox 34">
            <a:extLst>
              <a:ext uri="{FF2B5EF4-FFF2-40B4-BE49-F238E27FC236}">
                <a16:creationId xmlns:a16="http://schemas.microsoft.com/office/drawing/2014/main" id="{90CFE179-190F-4042-E2EE-711BF13FC445}"/>
              </a:ext>
            </a:extLst>
          </p:cNvPr>
          <p:cNvSpPr txBox="1"/>
          <p:nvPr/>
        </p:nvSpPr>
        <p:spPr>
          <a:xfrm>
            <a:off x="4216401" y="1224551"/>
            <a:ext cx="462845" cy="584775"/>
          </a:xfrm>
          <a:prstGeom prst="rect">
            <a:avLst/>
          </a:prstGeom>
          <a:noFill/>
        </p:spPr>
        <p:txBody>
          <a:bodyPr wrap="square" rtlCol="0">
            <a:spAutoFit/>
          </a:bodyPr>
          <a:lstStyle/>
          <a:p>
            <a:pPr algn="ctr"/>
            <a:r>
              <a:rPr lang="en-US" sz="3200" dirty="0"/>
              <a:t>1</a:t>
            </a:r>
          </a:p>
        </p:txBody>
      </p:sp>
      <p:sp>
        <p:nvSpPr>
          <p:cNvPr id="36" name="TextBox 35">
            <a:extLst>
              <a:ext uri="{FF2B5EF4-FFF2-40B4-BE49-F238E27FC236}">
                <a16:creationId xmlns:a16="http://schemas.microsoft.com/office/drawing/2014/main" id="{4B332F65-684B-C855-9790-C8DB93EE7EC4}"/>
              </a:ext>
            </a:extLst>
          </p:cNvPr>
          <p:cNvSpPr txBox="1"/>
          <p:nvPr/>
        </p:nvSpPr>
        <p:spPr>
          <a:xfrm>
            <a:off x="5215469" y="721216"/>
            <a:ext cx="462845" cy="584775"/>
          </a:xfrm>
          <a:prstGeom prst="rect">
            <a:avLst/>
          </a:prstGeom>
          <a:noFill/>
        </p:spPr>
        <p:txBody>
          <a:bodyPr wrap="square" rtlCol="0">
            <a:spAutoFit/>
          </a:bodyPr>
          <a:lstStyle/>
          <a:p>
            <a:pPr algn="ctr"/>
            <a:r>
              <a:rPr lang="en-US" sz="3200" dirty="0"/>
              <a:t>1</a:t>
            </a:r>
          </a:p>
        </p:txBody>
      </p:sp>
      <p:sp>
        <p:nvSpPr>
          <p:cNvPr id="37" name="TextBox 36">
            <a:extLst>
              <a:ext uri="{FF2B5EF4-FFF2-40B4-BE49-F238E27FC236}">
                <a16:creationId xmlns:a16="http://schemas.microsoft.com/office/drawing/2014/main" id="{47A165F7-90EA-32DE-661E-5D01C42E3DB7}"/>
              </a:ext>
            </a:extLst>
          </p:cNvPr>
          <p:cNvSpPr txBox="1"/>
          <p:nvPr/>
        </p:nvSpPr>
        <p:spPr>
          <a:xfrm>
            <a:off x="3640666" y="901933"/>
            <a:ext cx="570089" cy="230832"/>
          </a:xfrm>
          <a:prstGeom prst="rect">
            <a:avLst/>
          </a:prstGeom>
          <a:noFill/>
        </p:spPr>
        <p:txBody>
          <a:bodyPr wrap="square" rtlCol="0">
            <a:spAutoFit/>
          </a:bodyPr>
          <a:lstStyle/>
          <a:p>
            <a:pPr algn="ctr"/>
            <a:r>
              <a:rPr lang="en-US" sz="900" dirty="0"/>
              <a:t>35</a:t>
            </a:r>
          </a:p>
        </p:txBody>
      </p:sp>
      <p:sp>
        <p:nvSpPr>
          <p:cNvPr id="39" name="TextBox 38">
            <a:extLst>
              <a:ext uri="{FF2B5EF4-FFF2-40B4-BE49-F238E27FC236}">
                <a16:creationId xmlns:a16="http://schemas.microsoft.com/office/drawing/2014/main" id="{03F883EF-6301-314F-284F-3F119C001AA7}"/>
              </a:ext>
            </a:extLst>
          </p:cNvPr>
          <p:cNvSpPr txBox="1"/>
          <p:nvPr/>
        </p:nvSpPr>
        <p:spPr>
          <a:xfrm>
            <a:off x="3640666" y="1402877"/>
            <a:ext cx="570089" cy="230832"/>
          </a:xfrm>
          <a:prstGeom prst="rect">
            <a:avLst/>
          </a:prstGeom>
          <a:noFill/>
        </p:spPr>
        <p:txBody>
          <a:bodyPr wrap="square" rtlCol="0">
            <a:spAutoFit/>
          </a:bodyPr>
          <a:lstStyle/>
          <a:p>
            <a:pPr algn="ctr"/>
            <a:r>
              <a:rPr lang="en-US" sz="900" dirty="0"/>
              <a:t>53</a:t>
            </a:r>
          </a:p>
        </p:txBody>
      </p:sp>
      <p:sp>
        <p:nvSpPr>
          <p:cNvPr id="40" name="TextBox 39">
            <a:extLst>
              <a:ext uri="{FF2B5EF4-FFF2-40B4-BE49-F238E27FC236}">
                <a16:creationId xmlns:a16="http://schemas.microsoft.com/office/drawing/2014/main" id="{097186CF-392E-541D-5045-701EABCB120F}"/>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41" name="TextBox 40">
            <a:extLst>
              <a:ext uri="{FF2B5EF4-FFF2-40B4-BE49-F238E27FC236}">
                <a16:creationId xmlns:a16="http://schemas.microsoft.com/office/drawing/2014/main" id="{732E488E-9FF9-49CF-F6DD-F7DC0FC6953C}"/>
              </a:ext>
            </a:extLst>
          </p:cNvPr>
          <p:cNvSpPr txBox="1"/>
          <p:nvPr/>
        </p:nvSpPr>
        <p:spPr>
          <a:xfrm>
            <a:off x="4645378" y="771301"/>
            <a:ext cx="570089" cy="230832"/>
          </a:xfrm>
          <a:prstGeom prst="rect">
            <a:avLst/>
          </a:prstGeom>
          <a:noFill/>
        </p:spPr>
        <p:txBody>
          <a:bodyPr wrap="square" rtlCol="0">
            <a:spAutoFit/>
          </a:bodyPr>
          <a:lstStyle/>
          <a:p>
            <a:pPr algn="ctr"/>
            <a:r>
              <a:rPr lang="en-US" sz="900" dirty="0"/>
              <a:t>79</a:t>
            </a:r>
          </a:p>
        </p:txBody>
      </p:sp>
      <p:sp>
        <p:nvSpPr>
          <p:cNvPr id="38" name="TextBox 37">
            <a:extLst>
              <a:ext uri="{FF2B5EF4-FFF2-40B4-BE49-F238E27FC236}">
                <a16:creationId xmlns:a16="http://schemas.microsoft.com/office/drawing/2014/main" id="{90675E0D-5F92-056B-CCE3-B38C98575E32}"/>
              </a:ext>
            </a:extLst>
          </p:cNvPr>
          <p:cNvSpPr txBox="1"/>
          <p:nvPr/>
        </p:nvSpPr>
        <p:spPr>
          <a:xfrm>
            <a:off x="5650090" y="901933"/>
            <a:ext cx="570089" cy="230832"/>
          </a:xfrm>
          <a:prstGeom prst="rect">
            <a:avLst/>
          </a:prstGeom>
          <a:noFill/>
        </p:spPr>
        <p:txBody>
          <a:bodyPr wrap="square" rtlCol="0">
            <a:spAutoFit/>
          </a:bodyPr>
          <a:lstStyle/>
          <a:p>
            <a:pPr algn="ctr"/>
            <a:r>
              <a:rPr lang="en-US" sz="900" dirty="0"/>
              <a:t>53</a:t>
            </a:r>
          </a:p>
        </p:txBody>
      </p:sp>
      <p:sp>
        <p:nvSpPr>
          <p:cNvPr id="42" name="TextBox 41">
            <a:extLst>
              <a:ext uri="{FF2B5EF4-FFF2-40B4-BE49-F238E27FC236}">
                <a16:creationId xmlns:a16="http://schemas.microsoft.com/office/drawing/2014/main" id="{16061FA0-2256-633E-4EE7-FCBBE926CB79}"/>
              </a:ext>
            </a:extLst>
          </p:cNvPr>
          <p:cNvSpPr txBox="1"/>
          <p:nvPr/>
        </p:nvSpPr>
        <p:spPr>
          <a:xfrm>
            <a:off x="5715003" y="1224551"/>
            <a:ext cx="462845" cy="584775"/>
          </a:xfrm>
          <a:prstGeom prst="rect">
            <a:avLst/>
          </a:prstGeom>
          <a:noFill/>
        </p:spPr>
        <p:txBody>
          <a:bodyPr wrap="square" rtlCol="0">
            <a:spAutoFit/>
          </a:bodyPr>
          <a:lstStyle/>
          <a:p>
            <a:pPr algn="ctr"/>
            <a:r>
              <a:rPr lang="en-US" sz="3200" dirty="0"/>
              <a:t>2</a:t>
            </a:r>
          </a:p>
        </p:txBody>
      </p:sp>
      <p:sp>
        <p:nvSpPr>
          <p:cNvPr id="43" name="TextBox 42">
            <a:extLst>
              <a:ext uri="{FF2B5EF4-FFF2-40B4-BE49-F238E27FC236}">
                <a16:creationId xmlns:a16="http://schemas.microsoft.com/office/drawing/2014/main" id="{DCFDAF95-8B27-8616-5962-E7F2BDE5DD8C}"/>
              </a:ext>
            </a:extLst>
          </p:cNvPr>
          <p:cNvSpPr txBox="1"/>
          <p:nvPr/>
        </p:nvSpPr>
        <p:spPr>
          <a:xfrm>
            <a:off x="4645378" y="1533509"/>
            <a:ext cx="570089" cy="230832"/>
          </a:xfrm>
          <a:prstGeom prst="rect">
            <a:avLst/>
          </a:prstGeom>
          <a:noFill/>
        </p:spPr>
        <p:txBody>
          <a:bodyPr wrap="square" rtlCol="0">
            <a:spAutoFit/>
          </a:bodyPr>
          <a:lstStyle/>
          <a:p>
            <a:pPr algn="ctr"/>
            <a:r>
              <a:rPr lang="en-US" sz="900" dirty="0"/>
              <a:t>345789</a:t>
            </a:r>
          </a:p>
        </p:txBody>
      </p:sp>
      <p:sp>
        <p:nvSpPr>
          <p:cNvPr id="44" name="TextBox 43">
            <a:extLst>
              <a:ext uri="{FF2B5EF4-FFF2-40B4-BE49-F238E27FC236}">
                <a16:creationId xmlns:a16="http://schemas.microsoft.com/office/drawing/2014/main" id="{AE928491-1338-1B34-CC7A-19BAC2CE9EDA}"/>
              </a:ext>
            </a:extLst>
          </p:cNvPr>
          <p:cNvSpPr txBox="1"/>
          <p:nvPr/>
        </p:nvSpPr>
        <p:spPr>
          <a:xfrm>
            <a:off x="5147734" y="1533509"/>
            <a:ext cx="570089" cy="230832"/>
          </a:xfrm>
          <a:prstGeom prst="rect">
            <a:avLst/>
          </a:prstGeom>
          <a:noFill/>
        </p:spPr>
        <p:txBody>
          <a:bodyPr wrap="square" rtlCol="0">
            <a:spAutoFit/>
          </a:bodyPr>
          <a:lstStyle/>
          <a:p>
            <a:pPr algn="ctr"/>
            <a:r>
              <a:rPr lang="en-US" sz="900" dirty="0"/>
              <a:t>987543</a:t>
            </a:r>
          </a:p>
        </p:txBody>
      </p:sp>
      <p:sp>
        <p:nvSpPr>
          <p:cNvPr id="47" name="TextBox 46">
            <a:extLst>
              <a:ext uri="{FF2B5EF4-FFF2-40B4-BE49-F238E27FC236}">
                <a16:creationId xmlns:a16="http://schemas.microsoft.com/office/drawing/2014/main" id="{699BA31E-BDEE-A885-15FE-C9C79E3132CB}"/>
              </a:ext>
            </a:extLst>
          </p:cNvPr>
          <p:cNvSpPr txBox="1"/>
          <p:nvPr/>
        </p:nvSpPr>
        <p:spPr>
          <a:xfrm>
            <a:off x="4143022" y="3537285"/>
            <a:ext cx="570089" cy="230832"/>
          </a:xfrm>
          <a:prstGeom prst="rect">
            <a:avLst/>
          </a:prstGeom>
          <a:noFill/>
        </p:spPr>
        <p:txBody>
          <a:bodyPr wrap="square" rtlCol="0">
            <a:spAutoFit/>
          </a:bodyPr>
          <a:lstStyle/>
          <a:p>
            <a:pPr algn="ctr"/>
            <a:r>
              <a:rPr lang="en-US" sz="900" dirty="0"/>
              <a:t>98</a:t>
            </a:r>
          </a:p>
        </p:txBody>
      </p:sp>
      <p:sp>
        <p:nvSpPr>
          <p:cNvPr id="48" name="TextBox 47">
            <a:extLst>
              <a:ext uri="{FF2B5EF4-FFF2-40B4-BE49-F238E27FC236}">
                <a16:creationId xmlns:a16="http://schemas.microsoft.com/office/drawing/2014/main" id="{1D84D2FA-42EE-1044-E4D1-89F5FA5F2CB2}"/>
              </a:ext>
            </a:extLst>
          </p:cNvPr>
          <p:cNvSpPr txBox="1"/>
          <p:nvPr/>
        </p:nvSpPr>
        <p:spPr>
          <a:xfrm>
            <a:off x="4645378" y="3537285"/>
            <a:ext cx="570089" cy="230832"/>
          </a:xfrm>
          <a:prstGeom prst="rect">
            <a:avLst/>
          </a:prstGeom>
          <a:noFill/>
        </p:spPr>
        <p:txBody>
          <a:bodyPr wrap="square" rtlCol="0">
            <a:spAutoFit/>
          </a:bodyPr>
          <a:lstStyle/>
          <a:p>
            <a:pPr algn="ctr"/>
            <a:r>
              <a:rPr lang="en-US" sz="900" dirty="0"/>
              <a:t>789</a:t>
            </a:r>
          </a:p>
        </p:txBody>
      </p:sp>
      <p:sp>
        <p:nvSpPr>
          <p:cNvPr id="49" name="TextBox 48">
            <a:extLst>
              <a:ext uri="{FF2B5EF4-FFF2-40B4-BE49-F238E27FC236}">
                <a16:creationId xmlns:a16="http://schemas.microsoft.com/office/drawing/2014/main" id="{DC3FA802-DF19-6988-3DE6-72F0846774AF}"/>
              </a:ext>
            </a:extLst>
          </p:cNvPr>
          <p:cNvSpPr txBox="1"/>
          <p:nvPr/>
        </p:nvSpPr>
        <p:spPr>
          <a:xfrm>
            <a:off x="5147734" y="3537285"/>
            <a:ext cx="570089" cy="230832"/>
          </a:xfrm>
          <a:prstGeom prst="rect">
            <a:avLst/>
          </a:prstGeom>
          <a:noFill/>
        </p:spPr>
        <p:txBody>
          <a:bodyPr wrap="square" rtlCol="0">
            <a:spAutoFit/>
          </a:bodyPr>
          <a:lstStyle/>
          <a:p>
            <a:pPr algn="ctr"/>
            <a:r>
              <a:rPr lang="en-US" sz="900" dirty="0"/>
              <a:t>789</a:t>
            </a:r>
          </a:p>
        </p:txBody>
      </p:sp>
      <p:sp>
        <p:nvSpPr>
          <p:cNvPr id="51" name="TextBox 50">
            <a:extLst>
              <a:ext uri="{FF2B5EF4-FFF2-40B4-BE49-F238E27FC236}">
                <a16:creationId xmlns:a16="http://schemas.microsoft.com/office/drawing/2014/main" id="{92600B00-53A3-216E-91C0-631CD2EC2850}"/>
              </a:ext>
            </a:extLst>
          </p:cNvPr>
          <p:cNvSpPr txBox="1"/>
          <p:nvPr/>
        </p:nvSpPr>
        <p:spPr>
          <a:xfrm>
            <a:off x="5215469" y="2231221"/>
            <a:ext cx="462845" cy="584775"/>
          </a:xfrm>
          <a:prstGeom prst="rect">
            <a:avLst/>
          </a:prstGeom>
          <a:noFill/>
        </p:spPr>
        <p:txBody>
          <a:bodyPr wrap="square" rtlCol="0">
            <a:spAutoFit/>
          </a:bodyPr>
          <a:lstStyle/>
          <a:p>
            <a:pPr algn="ctr"/>
            <a:r>
              <a:rPr lang="en-US" sz="3200" dirty="0"/>
              <a:t>6</a:t>
            </a:r>
          </a:p>
        </p:txBody>
      </p:sp>
      <p:sp>
        <p:nvSpPr>
          <p:cNvPr id="15" name="TextBox 14">
            <a:extLst>
              <a:ext uri="{FF2B5EF4-FFF2-40B4-BE49-F238E27FC236}">
                <a16:creationId xmlns:a16="http://schemas.microsoft.com/office/drawing/2014/main" id="{5136EFB7-D395-43AB-D28F-507D563B42C9}"/>
              </a:ext>
            </a:extLst>
          </p:cNvPr>
          <p:cNvSpPr txBox="1"/>
          <p:nvPr/>
        </p:nvSpPr>
        <p:spPr>
          <a:xfrm>
            <a:off x="3217333" y="2734556"/>
            <a:ext cx="462845" cy="584775"/>
          </a:xfrm>
          <a:prstGeom prst="rect">
            <a:avLst/>
          </a:prstGeom>
          <a:noFill/>
        </p:spPr>
        <p:txBody>
          <a:bodyPr wrap="square" rtlCol="0">
            <a:spAutoFit/>
          </a:bodyPr>
          <a:lstStyle/>
          <a:p>
            <a:pPr algn="ctr"/>
            <a:r>
              <a:rPr lang="en-US" sz="3200" dirty="0"/>
              <a:t>7</a:t>
            </a:r>
          </a:p>
        </p:txBody>
      </p:sp>
      <p:sp>
        <p:nvSpPr>
          <p:cNvPr id="52" name="TextBox 51">
            <a:extLst>
              <a:ext uri="{FF2B5EF4-FFF2-40B4-BE49-F238E27FC236}">
                <a16:creationId xmlns:a16="http://schemas.microsoft.com/office/drawing/2014/main" id="{F9AA9BFE-776F-BAEB-D0CF-DAE2EBA07552}"/>
              </a:ext>
            </a:extLst>
          </p:cNvPr>
          <p:cNvSpPr txBox="1"/>
          <p:nvPr/>
        </p:nvSpPr>
        <p:spPr>
          <a:xfrm>
            <a:off x="3716867" y="2734556"/>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0132F7F3-BE4C-DBAE-7F56-5FC13512E0D3}"/>
              </a:ext>
            </a:extLst>
          </p:cNvPr>
          <p:cNvSpPr txBox="1"/>
          <p:nvPr/>
        </p:nvSpPr>
        <p:spPr>
          <a:xfrm>
            <a:off x="3716867" y="1727886"/>
            <a:ext cx="462845" cy="584775"/>
          </a:xfrm>
          <a:prstGeom prst="rect">
            <a:avLst/>
          </a:prstGeom>
          <a:noFill/>
        </p:spPr>
        <p:txBody>
          <a:bodyPr wrap="square" rtlCol="0">
            <a:spAutoFit/>
          </a:bodyPr>
          <a:lstStyle/>
          <a:p>
            <a:pPr algn="ctr"/>
            <a:r>
              <a:rPr lang="en-US" sz="3200" dirty="0"/>
              <a:t>7</a:t>
            </a:r>
          </a:p>
        </p:txBody>
      </p:sp>
      <p:sp>
        <p:nvSpPr>
          <p:cNvPr id="33" name="TextBox 32">
            <a:extLst>
              <a:ext uri="{FF2B5EF4-FFF2-40B4-BE49-F238E27FC236}">
                <a16:creationId xmlns:a16="http://schemas.microsoft.com/office/drawing/2014/main" id="{0CB382ED-1887-2A44-AC8A-D46083B0114F}"/>
              </a:ext>
            </a:extLst>
          </p:cNvPr>
          <p:cNvSpPr txBox="1"/>
          <p:nvPr/>
        </p:nvSpPr>
        <p:spPr>
          <a:xfrm>
            <a:off x="3138310" y="3907597"/>
            <a:ext cx="570089" cy="230832"/>
          </a:xfrm>
          <a:prstGeom prst="rect">
            <a:avLst/>
          </a:prstGeom>
          <a:noFill/>
        </p:spPr>
        <p:txBody>
          <a:bodyPr wrap="square" rtlCol="0">
            <a:spAutoFit/>
          </a:bodyPr>
          <a:lstStyle/>
          <a:p>
            <a:pPr algn="ctr"/>
            <a:r>
              <a:rPr lang="en-US" sz="900" dirty="0"/>
              <a:t>15</a:t>
            </a:r>
          </a:p>
        </p:txBody>
      </p:sp>
      <p:sp>
        <p:nvSpPr>
          <p:cNvPr id="53" name="TextBox 52">
            <a:extLst>
              <a:ext uri="{FF2B5EF4-FFF2-40B4-BE49-F238E27FC236}">
                <a16:creationId xmlns:a16="http://schemas.microsoft.com/office/drawing/2014/main" id="{1EEF4EA1-33F6-EF63-32E5-588FEECD579F}"/>
              </a:ext>
            </a:extLst>
          </p:cNvPr>
          <p:cNvSpPr txBox="1"/>
          <p:nvPr/>
        </p:nvSpPr>
        <p:spPr>
          <a:xfrm>
            <a:off x="3138310" y="4408541"/>
            <a:ext cx="570089" cy="230832"/>
          </a:xfrm>
          <a:prstGeom prst="rect">
            <a:avLst/>
          </a:prstGeom>
          <a:noFill/>
        </p:spPr>
        <p:txBody>
          <a:bodyPr wrap="square" rtlCol="0">
            <a:spAutoFit/>
          </a:bodyPr>
          <a:lstStyle/>
          <a:p>
            <a:pPr algn="ctr"/>
            <a:r>
              <a:rPr lang="en-US" sz="900" dirty="0"/>
              <a:t>51</a:t>
            </a:r>
          </a:p>
        </p:txBody>
      </p:sp>
      <p:sp>
        <p:nvSpPr>
          <p:cNvPr id="60" name="TextBox 59">
            <a:extLst>
              <a:ext uri="{FF2B5EF4-FFF2-40B4-BE49-F238E27FC236}">
                <a16:creationId xmlns:a16="http://schemas.microsoft.com/office/drawing/2014/main" id="{C74668B0-8892-2645-FC36-930A8A8563FA}"/>
              </a:ext>
            </a:extLst>
          </p:cNvPr>
          <p:cNvSpPr txBox="1"/>
          <p:nvPr/>
        </p:nvSpPr>
        <p:spPr>
          <a:xfrm>
            <a:off x="4645378" y="2905709"/>
            <a:ext cx="570089" cy="230832"/>
          </a:xfrm>
          <a:prstGeom prst="rect">
            <a:avLst/>
          </a:prstGeom>
          <a:noFill/>
        </p:spPr>
        <p:txBody>
          <a:bodyPr wrap="square" rtlCol="0">
            <a:spAutoFit/>
          </a:bodyPr>
          <a:lstStyle/>
          <a:p>
            <a:pPr algn="ctr"/>
            <a:r>
              <a:rPr lang="en-US" sz="900" dirty="0"/>
              <a:t>14</a:t>
            </a:r>
          </a:p>
        </p:txBody>
      </p:sp>
      <p:sp>
        <p:nvSpPr>
          <p:cNvPr id="61" name="TextBox 60">
            <a:extLst>
              <a:ext uri="{FF2B5EF4-FFF2-40B4-BE49-F238E27FC236}">
                <a16:creationId xmlns:a16="http://schemas.microsoft.com/office/drawing/2014/main" id="{41034682-899B-A7CB-9241-7AB12FD65331}"/>
              </a:ext>
            </a:extLst>
          </p:cNvPr>
          <p:cNvSpPr txBox="1"/>
          <p:nvPr/>
        </p:nvSpPr>
        <p:spPr>
          <a:xfrm>
            <a:off x="5650090" y="2905709"/>
            <a:ext cx="570089" cy="230832"/>
          </a:xfrm>
          <a:prstGeom prst="rect">
            <a:avLst/>
          </a:prstGeom>
          <a:noFill/>
        </p:spPr>
        <p:txBody>
          <a:bodyPr wrap="square" rtlCol="0">
            <a:spAutoFit/>
          </a:bodyPr>
          <a:lstStyle/>
          <a:p>
            <a:pPr algn="ctr"/>
            <a:r>
              <a:rPr lang="en-US" sz="900" dirty="0"/>
              <a:t>41</a:t>
            </a:r>
          </a:p>
        </p:txBody>
      </p:sp>
      <p:sp>
        <p:nvSpPr>
          <p:cNvPr id="64" name="TextBox 63">
            <a:extLst>
              <a:ext uri="{FF2B5EF4-FFF2-40B4-BE49-F238E27FC236}">
                <a16:creationId xmlns:a16="http://schemas.microsoft.com/office/drawing/2014/main" id="{7A21C967-D2C7-FF50-DD59-55CC39127B37}"/>
              </a:ext>
            </a:extLst>
          </p:cNvPr>
          <p:cNvSpPr txBox="1"/>
          <p:nvPr/>
        </p:nvSpPr>
        <p:spPr>
          <a:xfrm>
            <a:off x="6654802" y="3406653"/>
            <a:ext cx="570089" cy="230832"/>
          </a:xfrm>
          <a:prstGeom prst="rect">
            <a:avLst/>
          </a:prstGeom>
          <a:noFill/>
        </p:spPr>
        <p:txBody>
          <a:bodyPr wrap="square" rtlCol="0">
            <a:spAutoFit/>
          </a:bodyPr>
          <a:lstStyle/>
          <a:p>
            <a:pPr algn="ctr"/>
            <a:r>
              <a:rPr lang="en-US" sz="900" dirty="0"/>
              <a:t>16</a:t>
            </a:r>
          </a:p>
        </p:txBody>
      </p:sp>
      <p:sp>
        <p:nvSpPr>
          <p:cNvPr id="65" name="TextBox 64">
            <a:extLst>
              <a:ext uri="{FF2B5EF4-FFF2-40B4-BE49-F238E27FC236}">
                <a16:creationId xmlns:a16="http://schemas.microsoft.com/office/drawing/2014/main" id="{B0769E78-F022-C2F0-97A5-AE1D7B174704}"/>
              </a:ext>
            </a:extLst>
          </p:cNvPr>
          <p:cNvSpPr txBox="1"/>
          <p:nvPr/>
        </p:nvSpPr>
        <p:spPr>
          <a:xfrm>
            <a:off x="7157158" y="3406653"/>
            <a:ext cx="570089" cy="230832"/>
          </a:xfrm>
          <a:prstGeom prst="rect">
            <a:avLst/>
          </a:prstGeom>
          <a:noFill/>
        </p:spPr>
        <p:txBody>
          <a:bodyPr wrap="square" rtlCol="0">
            <a:spAutoFit/>
          </a:bodyPr>
          <a:lstStyle/>
          <a:p>
            <a:pPr algn="ctr"/>
            <a:r>
              <a:rPr lang="en-US" sz="900" dirty="0"/>
              <a:t>61</a:t>
            </a:r>
          </a:p>
        </p:txBody>
      </p:sp>
      <p:sp>
        <p:nvSpPr>
          <p:cNvPr id="66" name="TextBox 65">
            <a:extLst>
              <a:ext uri="{FF2B5EF4-FFF2-40B4-BE49-F238E27FC236}">
                <a16:creationId xmlns:a16="http://schemas.microsoft.com/office/drawing/2014/main" id="{2993A92A-8A60-5F66-BB53-966AE5CBBDFC}"/>
              </a:ext>
            </a:extLst>
          </p:cNvPr>
          <p:cNvSpPr txBox="1"/>
          <p:nvPr/>
        </p:nvSpPr>
        <p:spPr>
          <a:xfrm>
            <a:off x="4216401" y="2734556"/>
            <a:ext cx="462845" cy="584775"/>
          </a:xfrm>
          <a:prstGeom prst="rect">
            <a:avLst/>
          </a:prstGeom>
          <a:noFill/>
        </p:spPr>
        <p:txBody>
          <a:bodyPr wrap="square" rtlCol="0">
            <a:spAutoFit/>
          </a:bodyPr>
          <a:lstStyle/>
          <a:p>
            <a:pPr algn="ctr"/>
            <a:r>
              <a:rPr lang="en-US" sz="3200" dirty="0"/>
              <a:t>5</a:t>
            </a:r>
          </a:p>
        </p:txBody>
      </p:sp>
      <p:sp>
        <p:nvSpPr>
          <p:cNvPr id="67" name="TextBox 66">
            <a:extLst>
              <a:ext uri="{FF2B5EF4-FFF2-40B4-BE49-F238E27FC236}">
                <a16:creationId xmlns:a16="http://schemas.microsoft.com/office/drawing/2014/main" id="{95999070-0447-3741-DA91-5888C3620913}"/>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68" name="TextBox 67">
            <a:extLst>
              <a:ext uri="{FF2B5EF4-FFF2-40B4-BE49-F238E27FC236}">
                <a16:creationId xmlns:a16="http://schemas.microsoft.com/office/drawing/2014/main" id="{102B6EC8-166C-D64D-9C9E-BEFDCDF7B660}"/>
              </a:ext>
            </a:extLst>
          </p:cNvPr>
          <p:cNvSpPr txBox="1"/>
          <p:nvPr/>
        </p:nvSpPr>
        <p:spPr>
          <a:xfrm>
            <a:off x="3716867" y="3237891"/>
            <a:ext cx="462845" cy="584775"/>
          </a:xfrm>
          <a:prstGeom prst="rect">
            <a:avLst/>
          </a:prstGeom>
          <a:noFill/>
        </p:spPr>
        <p:txBody>
          <a:bodyPr wrap="square" rtlCol="0">
            <a:spAutoFit/>
          </a:bodyPr>
          <a:lstStyle/>
          <a:p>
            <a:pPr algn="ctr"/>
            <a:r>
              <a:rPr lang="en-US" sz="3200" dirty="0"/>
              <a:t>4</a:t>
            </a:r>
          </a:p>
        </p:txBody>
      </p:sp>
      <p:sp>
        <p:nvSpPr>
          <p:cNvPr id="9" name="TextBox 8">
            <a:extLst>
              <a:ext uri="{FF2B5EF4-FFF2-40B4-BE49-F238E27FC236}">
                <a16:creationId xmlns:a16="http://schemas.microsoft.com/office/drawing/2014/main" id="{5E59CBFC-AB5D-5D83-F038-557A35C46975}"/>
              </a:ext>
            </a:extLst>
          </p:cNvPr>
          <p:cNvSpPr txBox="1"/>
          <p:nvPr/>
        </p:nvSpPr>
        <p:spPr>
          <a:xfrm>
            <a:off x="5215469" y="2734556"/>
            <a:ext cx="462845" cy="584775"/>
          </a:xfrm>
          <a:prstGeom prst="rect">
            <a:avLst/>
          </a:prstGeom>
          <a:noFill/>
        </p:spPr>
        <p:txBody>
          <a:bodyPr wrap="square" rtlCol="0">
            <a:spAutoFit/>
          </a:bodyPr>
          <a:lstStyle/>
          <a:p>
            <a:pPr algn="ctr"/>
            <a:r>
              <a:rPr lang="en-US" sz="3200" dirty="0"/>
              <a:t>2</a:t>
            </a:r>
          </a:p>
        </p:txBody>
      </p:sp>
      <p:sp>
        <p:nvSpPr>
          <p:cNvPr id="45" name="TextBox 44">
            <a:extLst>
              <a:ext uri="{FF2B5EF4-FFF2-40B4-BE49-F238E27FC236}">
                <a16:creationId xmlns:a16="http://schemas.microsoft.com/office/drawing/2014/main" id="{D55C69A6-FEA9-EE72-E37D-3C4AF8E40722}"/>
              </a:ext>
            </a:extLst>
          </p:cNvPr>
          <p:cNvSpPr txBox="1"/>
          <p:nvPr/>
        </p:nvSpPr>
        <p:spPr>
          <a:xfrm>
            <a:off x="7213604" y="2734556"/>
            <a:ext cx="462845" cy="584775"/>
          </a:xfrm>
          <a:prstGeom prst="rect">
            <a:avLst/>
          </a:prstGeom>
          <a:noFill/>
        </p:spPr>
        <p:txBody>
          <a:bodyPr wrap="square" rtlCol="0">
            <a:spAutoFit/>
          </a:bodyPr>
          <a:lstStyle/>
          <a:p>
            <a:pPr algn="ctr"/>
            <a:r>
              <a:rPr lang="en-US" sz="3200" dirty="0"/>
              <a:t>9</a:t>
            </a:r>
          </a:p>
        </p:txBody>
      </p:sp>
      <p:sp>
        <p:nvSpPr>
          <p:cNvPr id="46" name="TextBox 45">
            <a:extLst>
              <a:ext uri="{FF2B5EF4-FFF2-40B4-BE49-F238E27FC236}">
                <a16:creationId xmlns:a16="http://schemas.microsoft.com/office/drawing/2014/main" id="{43F4D3F6-55FF-24F0-943B-C494440AD990}"/>
              </a:ext>
            </a:extLst>
          </p:cNvPr>
          <p:cNvSpPr txBox="1"/>
          <p:nvPr/>
        </p:nvSpPr>
        <p:spPr>
          <a:xfrm>
            <a:off x="6714071" y="2734556"/>
            <a:ext cx="462845" cy="584775"/>
          </a:xfrm>
          <a:prstGeom prst="rect">
            <a:avLst/>
          </a:prstGeom>
          <a:noFill/>
        </p:spPr>
        <p:txBody>
          <a:bodyPr wrap="square" rtlCol="0">
            <a:spAutoFit/>
          </a:bodyPr>
          <a:lstStyle/>
          <a:p>
            <a:pPr algn="ctr"/>
            <a:r>
              <a:rPr lang="en-US" sz="3200" dirty="0"/>
              <a:t>8</a:t>
            </a:r>
          </a:p>
        </p:txBody>
      </p:sp>
      <p:sp>
        <p:nvSpPr>
          <p:cNvPr id="50" name="TextBox 49">
            <a:extLst>
              <a:ext uri="{FF2B5EF4-FFF2-40B4-BE49-F238E27FC236}">
                <a16:creationId xmlns:a16="http://schemas.microsoft.com/office/drawing/2014/main" id="{9A732F01-7959-2AF7-779D-7CC210EC32AD}"/>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54" name="TextBox 53">
            <a:extLst>
              <a:ext uri="{FF2B5EF4-FFF2-40B4-BE49-F238E27FC236}">
                <a16:creationId xmlns:a16="http://schemas.microsoft.com/office/drawing/2014/main" id="{BAD8F6A5-0CCD-6BC7-F1B1-5E74E28EB099}"/>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55" name="TextBox 54">
            <a:extLst>
              <a:ext uri="{FF2B5EF4-FFF2-40B4-BE49-F238E27FC236}">
                <a16:creationId xmlns:a16="http://schemas.microsoft.com/office/drawing/2014/main" id="{ED174F3D-058B-2E6D-30A2-892AE89C869F}"/>
              </a:ext>
            </a:extLst>
          </p:cNvPr>
          <p:cNvSpPr txBox="1"/>
          <p:nvPr/>
        </p:nvSpPr>
        <p:spPr>
          <a:xfrm>
            <a:off x="5147734" y="2034453"/>
            <a:ext cx="570089" cy="230832"/>
          </a:xfrm>
          <a:prstGeom prst="rect">
            <a:avLst/>
          </a:prstGeom>
          <a:noFill/>
        </p:spPr>
        <p:txBody>
          <a:bodyPr wrap="square" rtlCol="0">
            <a:spAutoFit/>
          </a:bodyPr>
          <a:lstStyle/>
          <a:p>
            <a:pPr algn="ctr"/>
            <a:r>
              <a:rPr lang="en-US" sz="900" dirty="0"/>
              <a:t>89</a:t>
            </a:r>
          </a:p>
        </p:txBody>
      </p:sp>
    </p:spTree>
    <p:extLst>
      <p:ext uri="{BB962C8B-B14F-4D97-AF65-F5344CB8AC3E}">
        <p14:creationId xmlns:p14="http://schemas.microsoft.com/office/powerpoint/2010/main" val="274134591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806E6C-D3FB-EA8D-F18C-8A314D2C4F5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BC97A8B-689A-BB73-0985-F8D1255785DB}"/>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8C50D420-9867-8790-FD50-A88D4ABB5446}"/>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92223C86-083E-650F-576B-6D2CD497A518}"/>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F5790134-2D54-D16C-E607-305B6042194C}"/>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A4AD50DC-9D1B-AFC8-6FC4-5108A732A9AD}"/>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F29DFD6F-876B-9D3C-9FD6-48A38F4AE0B2}"/>
              </a:ext>
            </a:extLst>
          </p:cNvPr>
          <p:cNvSpPr txBox="1"/>
          <p:nvPr/>
        </p:nvSpPr>
        <p:spPr>
          <a:xfrm>
            <a:off x="3716867" y="2231221"/>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42ACED87-44B3-BABC-C8AF-2A3E9BD5AFF0}"/>
              </a:ext>
            </a:extLst>
          </p:cNvPr>
          <p:cNvSpPr txBox="1"/>
          <p:nvPr/>
        </p:nvSpPr>
        <p:spPr>
          <a:xfrm>
            <a:off x="3217333" y="4747898"/>
            <a:ext cx="462845" cy="584775"/>
          </a:xfrm>
          <a:prstGeom prst="rect">
            <a:avLst/>
          </a:prstGeom>
          <a:noFill/>
        </p:spPr>
        <p:txBody>
          <a:bodyPr wrap="square" rtlCol="0">
            <a:spAutoFit/>
          </a:bodyPr>
          <a:lstStyle/>
          <a:p>
            <a:pPr algn="ctr"/>
            <a:r>
              <a:rPr lang="en-US" sz="3200" dirty="0"/>
              <a:t>6</a:t>
            </a:r>
          </a:p>
        </p:txBody>
      </p:sp>
      <p:sp>
        <p:nvSpPr>
          <p:cNvPr id="11" name="TextBox 10">
            <a:extLst>
              <a:ext uri="{FF2B5EF4-FFF2-40B4-BE49-F238E27FC236}">
                <a16:creationId xmlns:a16="http://schemas.microsoft.com/office/drawing/2014/main" id="{74F4ECF2-7172-C022-FADF-3F6B1A55D247}"/>
              </a:ext>
            </a:extLst>
          </p:cNvPr>
          <p:cNvSpPr txBox="1"/>
          <p:nvPr/>
        </p:nvSpPr>
        <p:spPr>
          <a:xfrm>
            <a:off x="7213604" y="4747898"/>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363E8C3C-BB1C-8EE6-2410-F002A8A93315}"/>
              </a:ext>
            </a:extLst>
          </p:cNvPr>
          <p:cNvSpPr txBox="1"/>
          <p:nvPr/>
        </p:nvSpPr>
        <p:spPr>
          <a:xfrm>
            <a:off x="6214537" y="2734556"/>
            <a:ext cx="462845" cy="584775"/>
          </a:xfrm>
          <a:prstGeom prst="rect">
            <a:avLst/>
          </a:prstGeom>
          <a:no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F526EFE9-4C07-A241-9657-8976ACB7F938}"/>
              </a:ext>
            </a:extLst>
          </p:cNvPr>
          <p:cNvSpPr txBox="1"/>
          <p:nvPr/>
        </p:nvSpPr>
        <p:spPr>
          <a:xfrm>
            <a:off x="4143022" y="2274133"/>
            <a:ext cx="570089" cy="230832"/>
          </a:xfrm>
          <a:prstGeom prst="rect">
            <a:avLst/>
          </a:prstGeom>
          <a:noFill/>
        </p:spPr>
        <p:txBody>
          <a:bodyPr wrap="square" rtlCol="0">
            <a:spAutoFit/>
          </a:bodyPr>
          <a:lstStyle/>
          <a:p>
            <a:pPr algn="ctr"/>
            <a:r>
              <a:rPr lang="en-US" sz="900" dirty="0"/>
              <a:t>89</a:t>
            </a:r>
          </a:p>
        </p:txBody>
      </p:sp>
      <p:sp>
        <p:nvSpPr>
          <p:cNvPr id="14" name="TextBox 13">
            <a:extLst>
              <a:ext uri="{FF2B5EF4-FFF2-40B4-BE49-F238E27FC236}">
                <a16:creationId xmlns:a16="http://schemas.microsoft.com/office/drawing/2014/main" id="{51E9AF10-5A24-101A-CB0E-5561827BEF00}"/>
              </a:ext>
            </a:extLst>
          </p:cNvPr>
          <p:cNvSpPr txBox="1"/>
          <p:nvPr/>
        </p:nvSpPr>
        <p:spPr>
          <a:xfrm>
            <a:off x="4645378" y="2274133"/>
            <a:ext cx="570089" cy="230832"/>
          </a:xfrm>
          <a:prstGeom prst="rect">
            <a:avLst/>
          </a:prstGeom>
          <a:noFill/>
        </p:spPr>
        <p:txBody>
          <a:bodyPr wrap="square" rtlCol="0">
            <a:spAutoFit/>
          </a:bodyPr>
          <a:lstStyle/>
          <a:p>
            <a:pPr algn="ctr"/>
            <a:r>
              <a:rPr lang="en-US" sz="900" dirty="0"/>
              <a:t>589</a:t>
            </a:r>
          </a:p>
        </p:txBody>
      </p:sp>
      <p:sp>
        <p:nvSpPr>
          <p:cNvPr id="16" name="TextBox 15">
            <a:extLst>
              <a:ext uri="{FF2B5EF4-FFF2-40B4-BE49-F238E27FC236}">
                <a16:creationId xmlns:a16="http://schemas.microsoft.com/office/drawing/2014/main" id="{FF5FA2EE-FB6B-AD9A-8522-0048B24D8BB3}"/>
              </a:ext>
            </a:extLst>
          </p:cNvPr>
          <p:cNvSpPr txBox="1"/>
          <p:nvPr/>
        </p:nvSpPr>
        <p:spPr>
          <a:xfrm>
            <a:off x="5650090" y="2274133"/>
            <a:ext cx="570089" cy="230832"/>
          </a:xfrm>
          <a:prstGeom prst="rect">
            <a:avLst/>
          </a:prstGeom>
          <a:noFill/>
        </p:spPr>
        <p:txBody>
          <a:bodyPr wrap="square" rtlCol="0">
            <a:spAutoFit/>
          </a:bodyPr>
          <a:lstStyle/>
          <a:p>
            <a:pPr algn="ctr"/>
            <a:r>
              <a:rPr lang="en-US" sz="900" dirty="0"/>
              <a:t>589</a:t>
            </a:r>
          </a:p>
        </p:txBody>
      </p:sp>
      <p:sp>
        <p:nvSpPr>
          <p:cNvPr id="18" name="TextBox 17">
            <a:extLst>
              <a:ext uri="{FF2B5EF4-FFF2-40B4-BE49-F238E27FC236}">
                <a16:creationId xmlns:a16="http://schemas.microsoft.com/office/drawing/2014/main" id="{FB298091-588F-8B1C-14C5-0F4F3F47C14F}"/>
              </a:ext>
            </a:extLst>
          </p:cNvPr>
          <p:cNvSpPr txBox="1"/>
          <p:nvPr/>
        </p:nvSpPr>
        <p:spPr>
          <a:xfrm>
            <a:off x="6654802" y="2404765"/>
            <a:ext cx="570089" cy="230832"/>
          </a:xfrm>
          <a:prstGeom prst="rect">
            <a:avLst/>
          </a:prstGeom>
          <a:noFill/>
        </p:spPr>
        <p:txBody>
          <a:bodyPr wrap="square" rtlCol="0">
            <a:spAutoFit/>
          </a:bodyPr>
          <a:lstStyle/>
          <a:p>
            <a:pPr algn="ctr"/>
            <a:r>
              <a:rPr lang="en-US" sz="900" dirty="0"/>
              <a:t>24</a:t>
            </a:r>
          </a:p>
        </p:txBody>
      </p:sp>
      <p:sp>
        <p:nvSpPr>
          <p:cNvPr id="19" name="TextBox 18">
            <a:extLst>
              <a:ext uri="{FF2B5EF4-FFF2-40B4-BE49-F238E27FC236}">
                <a16:creationId xmlns:a16="http://schemas.microsoft.com/office/drawing/2014/main" id="{0B585EC2-45D5-ECF8-E2B7-D27F9AEAA952}"/>
              </a:ext>
            </a:extLst>
          </p:cNvPr>
          <p:cNvSpPr txBox="1"/>
          <p:nvPr/>
        </p:nvSpPr>
        <p:spPr>
          <a:xfrm>
            <a:off x="7157158" y="2404765"/>
            <a:ext cx="570089" cy="230832"/>
          </a:xfrm>
          <a:prstGeom prst="rect">
            <a:avLst/>
          </a:prstGeom>
          <a:noFill/>
        </p:spPr>
        <p:txBody>
          <a:bodyPr wrap="square" rtlCol="0">
            <a:spAutoFit/>
          </a:bodyPr>
          <a:lstStyle/>
          <a:p>
            <a:pPr algn="ctr"/>
            <a:r>
              <a:rPr lang="en-US" sz="900" dirty="0"/>
              <a:t>42</a:t>
            </a:r>
          </a:p>
        </p:txBody>
      </p:sp>
      <p:sp>
        <p:nvSpPr>
          <p:cNvPr id="20" name="TextBox 19">
            <a:extLst>
              <a:ext uri="{FF2B5EF4-FFF2-40B4-BE49-F238E27FC236}">
                <a16:creationId xmlns:a16="http://schemas.microsoft.com/office/drawing/2014/main" id="{A4241A5A-E4DA-9EA6-4869-4D9ED6E0C2CD}"/>
              </a:ext>
            </a:extLst>
          </p:cNvPr>
          <p:cNvSpPr txBox="1"/>
          <p:nvPr/>
        </p:nvSpPr>
        <p:spPr>
          <a:xfrm>
            <a:off x="4645378" y="1903821"/>
            <a:ext cx="570089" cy="230832"/>
          </a:xfrm>
          <a:prstGeom prst="rect">
            <a:avLst/>
          </a:prstGeom>
          <a:noFill/>
        </p:spPr>
        <p:txBody>
          <a:bodyPr wrap="square" rtlCol="0">
            <a:spAutoFit/>
          </a:bodyPr>
          <a:lstStyle/>
          <a:p>
            <a:pPr algn="ctr"/>
            <a:r>
              <a:rPr lang="en-US" sz="900" dirty="0"/>
              <a:t>45</a:t>
            </a:r>
          </a:p>
        </p:txBody>
      </p:sp>
      <p:sp>
        <p:nvSpPr>
          <p:cNvPr id="23" name="TextBox 22">
            <a:extLst>
              <a:ext uri="{FF2B5EF4-FFF2-40B4-BE49-F238E27FC236}">
                <a16:creationId xmlns:a16="http://schemas.microsoft.com/office/drawing/2014/main" id="{E14787E6-F821-E330-CDF0-974E33ED0D1C}"/>
              </a:ext>
            </a:extLst>
          </p:cNvPr>
          <p:cNvSpPr txBox="1"/>
          <p:nvPr/>
        </p:nvSpPr>
        <p:spPr>
          <a:xfrm>
            <a:off x="6214537" y="721216"/>
            <a:ext cx="462845" cy="584775"/>
          </a:xfrm>
          <a:prstGeom prst="rect">
            <a:avLst/>
          </a:prstGeom>
          <a:noFill/>
        </p:spPr>
        <p:txBody>
          <a:bodyPr wrap="square" rtlCol="0">
            <a:spAutoFit/>
          </a:bodyPr>
          <a:lstStyle/>
          <a:p>
            <a:pPr algn="ctr"/>
            <a:r>
              <a:rPr lang="en-US" sz="3200" dirty="0"/>
              <a:t>2</a:t>
            </a:r>
          </a:p>
        </p:txBody>
      </p:sp>
      <p:sp>
        <p:nvSpPr>
          <p:cNvPr id="24" name="TextBox 23">
            <a:extLst>
              <a:ext uri="{FF2B5EF4-FFF2-40B4-BE49-F238E27FC236}">
                <a16:creationId xmlns:a16="http://schemas.microsoft.com/office/drawing/2014/main" id="{6ADEC352-F064-6782-2AAA-76630B4C0A10}"/>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F5E383C1-3C67-CBEB-5630-21B3C5EDC6B9}"/>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25" name="TextBox 24">
            <a:extLst>
              <a:ext uri="{FF2B5EF4-FFF2-40B4-BE49-F238E27FC236}">
                <a16:creationId xmlns:a16="http://schemas.microsoft.com/office/drawing/2014/main" id="{43B2D393-9C73-1ACA-0FE5-BB03FB915EBC}"/>
              </a:ext>
            </a:extLst>
          </p:cNvPr>
          <p:cNvSpPr txBox="1"/>
          <p:nvPr/>
        </p:nvSpPr>
        <p:spPr>
          <a:xfrm>
            <a:off x="6654802" y="771301"/>
            <a:ext cx="570089" cy="230832"/>
          </a:xfrm>
          <a:prstGeom prst="rect">
            <a:avLst/>
          </a:prstGeom>
          <a:noFill/>
        </p:spPr>
        <p:txBody>
          <a:bodyPr wrap="square" rtlCol="0">
            <a:spAutoFit/>
          </a:bodyPr>
          <a:lstStyle/>
          <a:p>
            <a:pPr algn="ctr"/>
            <a:r>
              <a:rPr lang="en-US" sz="900" dirty="0"/>
              <a:t>97</a:t>
            </a:r>
          </a:p>
        </p:txBody>
      </p:sp>
      <p:sp>
        <p:nvSpPr>
          <p:cNvPr id="26" name="TextBox 25">
            <a:extLst>
              <a:ext uri="{FF2B5EF4-FFF2-40B4-BE49-F238E27FC236}">
                <a16:creationId xmlns:a16="http://schemas.microsoft.com/office/drawing/2014/main" id="{2B6ECAD4-12E4-05F2-A502-AE0C8D9EED2E}"/>
              </a:ext>
            </a:extLst>
          </p:cNvPr>
          <p:cNvSpPr txBox="1"/>
          <p:nvPr/>
        </p:nvSpPr>
        <p:spPr>
          <a:xfrm>
            <a:off x="6654802" y="1402877"/>
            <a:ext cx="570089" cy="230832"/>
          </a:xfrm>
          <a:prstGeom prst="rect">
            <a:avLst/>
          </a:prstGeom>
          <a:noFill/>
        </p:spPr>
        <p:txBody>
          <a:bodyPr wrap="square" rtlCol="0">
            <a:spAutoFit/>
          </a:bodyPr>
          <a:lstStyle/>
          <a:p>
            <a:pPr algn="ctr"/>
            <a:r>
              <a:rPr lang="en-US" sz="900" dirty="0"/>
              <a:t>34579</a:t>
            </a:r>
          </a:p>
        </p:txBody>
      </p:sp>
      <p:sp>
        <p:nvSpPr>
          <p:cNvPr id="27" name="TextBox 26">
            <a:extLst>
              <a:ext uri="{FF2B5EF4-FFF2-40B4-BE49-F238E27FC236}">
                <a16:creationId xmlns:a16="http://schemas.microsoft.com/office/drawing/2014/main" id="{AC0CD3D9-9106-AC80-397A-8437F4C6923B}"/>
              </a:ext>
            </a:extLst>
          </p:cNvPr>
          <p:cNvSpPr txBox="1"/>
          <p:nvPr/>
        </p:nvSpPr>
        <p:spPr>
          <a:xfrm>
            <a:off x="7157158" y="1402877"/>
            <a:ext cx="570089" cy="230832"/>
          </a:xfrm>
          <a:prstGeom prst="rect">
            <a:avLst/>
          </a:prstGeom>
          <a:noFill/>
        </p:spPr>
        <p:txBody>
          <a:bodyPr wrap="square" rtlCol="0">
            <a:spAutoFit/>
          </a:bodyPr>
          <a:lstStyle/>
          <a:p>
            <a:pPr algn="ctr"/>
            <a:r>
              <a:rPr lang="en-US" sz="900" dirty="0"/>
              <a:t>457</a:t>
            </a:r>
          </a:p>
        </p:txBody>
      </p:sp>
      <p:sp>
        <p:nvSpPr>
          <p:cNvPr id="28" name="TextBox 27">
            <a:extLst>
              <a:ext uri="{FF2B5EF4-FFF2-40B4-BE49-F238E27FC236}">
                <a16:creationId xmlns:a16="http://schemas.microsoft.com/office/drawing/2014/main" id="{FFDA1E31-B691-95CD-9E06-3E57654836DC}"/>
              </a:ext>
            </a:extLst>
          </p:cNvPr>
          <p:cNvSpPr txBox="1"/>
          <p:nvPr/>
        </p:nvSpPr>
        <p:spPr>
          <a:xfrm>
            <a:off x="6654802" y="2034453"/>
            <a:ext cx="570089" cy="230832"/>
          </a:xfrm>
          <a:prstGeom prst="rect">
            <a:avLst/>
          </a:prstGeom>
          <a:noFill/>
        </p:spPr>
        <p:txBody>
          <a:bodyPr wrap="square" rtlCol="0">
            <a:spAutoFit/>
          </a:bodyPr>
          <a:lstStyle/>
          <a:p>
            <a:pPr algn="ctr"/>
            <a:r>
              <a:rPr lang="en-US" sz="900" dirty="0"/>
              <a:t>345</a:t>
            </a:r>
          </a:p>
        </p:txBody>
      </p:sp>
      <p:sp>
        <p:nvSpPr>
          <p:cNvPr id="29" name="TextBox 28">
            <a:extLst>
              <a:ext uri="{FF2B5EF4-FFF2-40B4-BE49-F238E27FC236}">
                <a16:creationId xmlns:a16="http://schemas.microsoft.com/office/drawing/2014/main" id="{8E155AFF-F6C6-E63D-3C89-780F502D228F}"/>
              </a:ext>
            </a:extLst>
          </p:cNvPr>
          <p:cNvSpPr txBox="1"/>
          <p:nvPr/>
        </p:nvSpPr>
        <p:spPr>
          <a:xfrm>
            <a:off x="7157158" y="2034453"/>
            <a:ext cx="570089" cy="230832"/>
          </a:xfrm>
          <a:prstGeom prst="rect">
            <a:avLst/>
          </a:prstGeom>
          <a:noFill/>
        </p:spPr>
        <p:txBody>
          <a:bodyPr wrap="square" rtlCol="0">
            <a:spAutoFit/>
          </a:bodyPr>
          <a:lstStyle/>
          <a:p>
            <a:pPr algn="ctr"/>
            <a:r>
              <a:rPr lang="en-US" sz="900" dirty="0"/>
              <a:t>45</a:t>
            </a:r>
          </a:p>
        </p:txBody>
      </p:sp>
      <p:sp>
        <p:nvSpPr>
          <p:cNvPr id="30" name="TextBox 29">
            <a:extLst>
              <a:ext uri="{FF2B5EF4-FFF2-40B4-BE49-F238E27FC236}">
                <a16:creationId xmlns:a16="http://schemas.microsoft.com/office/drawing/2014/main" id="{B367FA0A-2753-05D1-8E67-99AC1AB170B3}"/>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2FF1A0B3-28DF-7EBF-FDC5-6B037CFBF6C6}"/>
              </a:ext>
            </a:extLst>
          </p:cNvPr>
          <p:cNvSpPr txBox="1"/>
          <p:nvPr/>
        </p:nvSpPr>
        <p:spPr>
          <a:xfrm>
            <a:off x="3217333" y="721216"/>
            <a:ext cx="462845" cy="584775"/>
          </a:xfrm>
          <a:prstGeom prst="rect">
            <a:avLst/>
          </a:prstGeom>
          <a:noFill/>
        </p:spPr>
        <p:txBody>
          <a:bodyPr wrap="square" rtlCol="0">
            <a:spAutoFit/>
          </a:bodyPr>
          <a:lstStyle/>
          <a:p>
            <a:pPr algn="ctr"/>
            <a:r>
              <a:rPr lang="en-US" sz="3200" dirty="0"/>
              <a:t>4</a:t>
            </a:r>
          </a:p>
        </p:txBody>
      </p:sp>
      <p:sp>
        <p:nvSpPr>
          <p:cNvPr id="32" name="TextBox 31">
            <a:extLst>
              <a:ext uri="{FF2B5EF4-FFF2-40B4-BE49-F238E27FC236}">
                <a16:creationId xmlns:a16="http://schemas.microsoft.com/office/drawing/2014/main" id="{F2D671BF-480C-CC6B-5D94-634A7B943A63}"/>
              </a:ext>
            </a:extLst>
          </p:cNvPr>
          <p:cNvSpPr txBox="1"/>
          <p:nvPr/>
        </p:nvSpPr>
        <p:spPr>
          <a:xfrm>
            <a:off x="3138310" y="1402877"/>
            <a:ext cx="570089" cy="230832"/>
          </a:xfrm>
          <a:prstGeom prst="rect">
            <a:avLst/>
          </a:prstGeom>
          <a:noFill/>
        </p:spPr>
        <p:txBody>
          <a:bodyPr wrap="square" rtlCol="0">
            <a:spAutoFit/>
          </a:bodyPr>
          <a:lstStyle/>
          <a:p>
            <a:pPr algn="ctr"/>
            <a:r>
              <a:rPr lang="en-US" sz="900" dirty="0"/>
              <a:t>89</a:t>
            </a:r>
          </a:p>
        </p:txBody>
      </p:sp>
      <p:sp>
        <p:nvSpPr>
          <p:cNvPr id="34" name="TextBox 33">
            <a:extLst>
              <a:ext uri="{FF2B5EF4-FFF2-40B4-BE49-F238E27FC236}">
                <a16:creationId xmlns:a16="http://schemas.microsoft.com/office/drawing/2014/main" id="{1E68DAD5-125E-BCD9-E205-CCE7F00A20A7}"/>
              </a:ext>
            </a:extLst>
          </p:cNvPr>
          <p:cNvSpPr txBox="1"/>
          <p:nvPr/>
        </p:nvSpPr>
        <p:spPr>
          <a:xfrm>
            <a:off x="3138310" y="2034453"/>
            <a:ext cx="570089" cy="230832"/>
          </a:xfrm>
          <a:prstGeom prst="rect">
            <a:avLst/>
          </a:prstGeom>
          <a:noFill/>
        </p:spPr>
        <p:txBody>
          <a:bodyPr wrap="square" rtlCol="0">
            <a:spAutoFit/>
          </a:bodyPr>
          <a:lstStyle/>
          <a:p>
            <a:pPr algn="ctr"/>
            <a:r>
              <a:rPr lang="en-US" sz="900" dirty="0"/>
              <a:t>98</a:t>
            </a:r>
          </a:p>
        </p:txBody>
      </p:sp>
      <p:sp>
        <p:nvSpPr>
          <p:cNvPr id="35" name="TextBox 34">
            <a:extLst>
              <a:ext uri="{FF2B5EF4-FFF2-40B4-BE49-F238E27FC236}">
                <a16:creationId xmlns:a16="http://schemas.microsoft.com/office/drawing/2014/main" id="{1BB0AED7-981D-AD2F-8C6E-03691DB764EA}"/>
              </a:ext>
            </a:extLst>
          </p:cNvPr>
          <p:cNvSpPr txBox="1"/>
          <p:nvPr/>
        </p:nvSpPr>
        <p:spPr>
          <a:xfrm>
            <a:off x="4216401" y="1224551"/>
            <a:ext cx="462845" cy="584775"/>
          </a:xfrm>
          <a:prstGeom prst="rect">
            <a:avLst/>
          </a:prstGeom>
          <a:noFill/>
        </p:spPr>
        <p:txBody>
          <a:bodyPr wrap="square" rtlCol="0">
            <a:spAutoFit/>
          </a:bodyPr>
          <a:lstStyle/>
          <a:p>
            <a:pPr algn="ctr"/>
            <a:r>
              <a:rPr lang="en-US" sz="3200" dirty="0"/>
              <a:t>1</a:t>
            </a:r>
          </a:p>
        </p:txBody>
      </p:sp>
      <p:sp>
        <p:nvSpPr>
          <p:cNvPr id="36" name="TextBox 35">
            <a:extLst>
              <a:ext uri="{FF2B5EF4-FFF2-40B4-BE49-F238E27FC236}">
                <a16:creationId xmlns:a16="http://schemas.microsoft.com/office/drawing/2014/main" id="{A0C3E973-13F4-A2BC-FEEE-4436E0D665FE}"/>
              </a:ext>
            </a:extLst>
          </p:cNvPr>
          <p:cNvSpPr txBox="1"/>
          <p:nvPr/>
        </p:nvSpPr>
        <p:spPr>
          <a:xfrm>
            <a:off x="5215469" y="721216"/>
            <a:ext cx="462845" cy="584775"/>
          </a:xfrm>
          <a:prstGeom prst="rect">
            <a:avLst/>
          </a:prstGeom>
          <a:noFill/>
        </p:spPr>
        <p:txBody>
          <a:bodyPr wrap="square" rtlCol="0">
            <a:spAutoFit/>
          </a:bodyPr>
          <a:lstStyle/>
          <a:p>
            <a:pPr algn="ctr"/>
            <a:r>
              <a:rPr lang="en-US" sz="3200" dirty="0"/>
              <a:t>1</a:t>
            </a:r>
          </a:p>
        </p:txBody>
      </p:sp>
      <p:sp>
        <p:nvSpPr>
          <p:cNvPr id="39" name="TextBox 38">
            <a:extLst>
              <a:ext uri="{FF2B5EF4-FFF2-40B4-BE49-F238E27FC236}">
                <a16:creationId xmlns:a16="http://schemas.microsoft.com/office/drawing/2014/main" id="{BA380E0D-F35C-8319-6FE6-8E51487E739C}"/>
              </a:ext>
            </a:extLst>
          </p:cNvPr>
          <p:cNvSpPr txBox="1"/>
          <p:nvPr/>
        </p:nvSpPr>
        <p:spPr>
          <a:xfrm>
            <a:off x="3640666" y="1402877"/>
            <a:ext cx="570089" cy="230832"/>
          </a:xfrm>
          <a:prstGeom prst="rect">
            <a:avLst/>
          </a:prstGeom>
          <a:noFill/>
        </p:spPr>
        <p:txBody>
          <a:bodyPr wrap="square" rtlCol="0">
            <a:spAutoFit/>
          </a:bodyPr>
          <a:lstStyle/>
          <a:p>
            <a:pPr algn="ctr"/>
            <a:r>
              <a:rPr lang="en-US" sz="900" dirty="0"/>
              <a:t>53</a:t>
            </a:r>
          </a:p>
        </p:txBody>
      </p:sp>
      <p:sp>
        <p:nvSpPr>
          <p:cNvPr id="40" name="TextBox 39">
            <a:extLst>
              <a:ext uri="{FF2B5EF4-FFF2-40B4-BE49-F238E27FC236}">
                <a16:creationId xmlns:a16="http://schemas.microsoft.com/office/drawing/2014/main" id="{08DA276B-AAC9-4959-ABE1-44C3016B3E13}"/>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41" name="TextBox 40">
            <a:extLst>
              <a:ext uri="{FF2B5EF4-FFF2-40B4-BE49-F238E27FC236}">
                <a16:creationId xmlns:a16="http://schemas.microsoft.com/office/drawing/2014/main" id="{1D55EC78-AD18-880A-A6F8-E87D7E348C16}"/>
              </a:ext>
            </a:extLst>
          </p:cNvPr>
          <p:cNvSpPr txBox="1"/>
          <p:nvPr/>
        </p:nvSpPr>
        <p:spPr>
          <a:xfrm>
            <a:off x="4645378" y="771301"/>
            <a:ext cx="570089" cy="230832"/>
          </a:xfrm>
          <a:prstGeom prst="rect">
            <a:avLst/>
          </a:prstGeom>
          <a:noFill/>
        </p:spPr>
        <p:txBody>
          <a:bodyPr wrap="square" rtlCol="0">
            <a:spAutoFit/>
          </a:bodyPr>
          <a:lstStyle/>
          <a:p>
            <a:pPr algn="ctr"/>
            <a:r>
              <a:rPr lang="en-US" sz="900" dirty="0"/>
              <a:t>79</a:t>
            </a:r>
          </a:p>
        </p:txBody>
      </p:sp>
      <p:sp>
        <p:nvSpPr>
          <p:cNvPr id="42" name="TextBox 41">
            <a:extLst>
              <a:ext uri="{FF2B5EF4-FFF2-40B4-BE49-F238E27FC236}">
                <a16:creationId xmlns:a16="http://schemas.microsoft.com/office/drawing/2014/main" id="{2BB4C5CA-3F97-E298-2F62-6CEAEBBAC641}"/>
              </a:ext>
            </a:extLst>
          </p:cNvPr>
          <p:cNvSpPr txBox="1"/>
          <p:nvPr/>
        </p:nvSpPr>
        <p:spPr>
          <a:xfrm>
            <a:off x="5715003" y="1224551"/>
            <a:ext cx="462845" cy="584775"/>
          </a:xfrm>
          <a:prstGeom prst="rect">
            <a:avLst/>
          </a:prstGeom>
          <a:noFill/>
        </p:spPr>
        <p:txBody>
          <a:bodyPr wrap="square" rtlCol="0">
            <a:spAutoFit/>
          </a:bodyPr>
          <a:lstStyle/>
          <a:p>
            <a:pPr algn="ctr"/>
            <a:r>
              <a:rPr lang="en-US" sz="3200" dirty="0"/>
              <a:t>2</a:t>
            </a:r>
          </a:p>
        </p:txBody>
      </p:sp>
      <p:sp>
        <p:nvSpPr>
          <p:cNvPr id="43" name="TextBox 42">
            <a:extLst>
              <a:ext uri="{FF2B5EF4-FFF2-40B4-BE49-F238E27FC236}">
                <a16:creationId xmlns:a16="http://schemas.microsoft.com/office/drawing/2014/main" id="{A8BBD7A5-8972-C6D7-C000-684BBCF6E5EE}"/>
              </a:ext>
            </a:extLst>
          </p:cNvPr>
          <p:cNvSpPr txBox="1"/>
          <p:nvPr/>
        </p:nvSpPr>
        <p:spPr>
          <a:xfrm>
            <a:off x="4645378" y="1533509"/>
            <a:ext cx="570089" cy="230832"/>
          </a:xfrm>
          <a:prstGeom prst="rect">
            <a:avLst/>
          </a:prstGeom>
          <a:noFill/>
        </p:spPr>
        <p:txBody>
          <a:bodyPr wrap="square" rtlCol="0">
            <a:spAutoFit/>
          </a:bodyPr>
          <a:lstStyle/>
          <a:p>
            <a:pPr algn="ctr"/>
            <a:r>
              <a:rPr lang="en-US" sz="900" dirty="0"/>
              <a:t>345789</a:t>
            </a:r>
          </a:p>
        </p:txBody>
      </p:sp>
      <p:sp>
        <p:nvSpPr>
          <p:cNvPr id="44" name="TextBox 43">
            <a:extLst>
              <a:ext uri="{FF2B5EF4-FFF2-40B4-BE49-F238E27FC236}">
                <a16:creationId xmlns:a16="http://schemas.microsoft.com/office/drawing/2014/main" id="{0201CF34-5F95-DD32-4DBD-6A9763D8E6DE}"/>
              </a:ext>
            </a:extLst>
          </p:cNvPr>
          <p:cNvSpPr txBox="1"/>
          <p:nvPr/>
        </p:nvSpPr>
        <p:spPr>
          <a:xfrm>
            <a:off x="5147734" y="1533509"/>
            <a:ext cx="570089" cy="230832"/>
          </a:xfrm>
          <a:prstGeom prst="rect">
            <a:avLst/>
          </a:prstGeom>
          <a:noFill/>
        </p:spPr>
        <p:txBody>
          <a:bodyPr wrap="square" rtlCol="0">
            <a:spAutoFit/>
          </a:bodyPr>
          <a:lstStyle/>
          <a:p>
            <a:pPr algn="ctr"/>
            <a:r>
              <a:rPr lang="en-US" sz="900" dirty="0"/>
              <a:t>987543</a:t>
            </a:r>
          </a:p>
        </p:txBody>
      </p:sp>
      <p:sp>
        <p:nvSpPr>
          <p:cNvPr id="47" name="TextBox 46">
            <a:extLst>
              <a:ext uri="{FF2B5EF4-FFF2-40B4-BE49-F238E27FC236}">
                <a16:creationId xmlns:a16="http://schemas.microsoft.com/office/drawing/2014/main" id="{1B1844A4-DDDB-CA0D-5F1A-7D2B66638883}"/>
              </a:ext>
            </a:extLst>
          </p:cNvPr>
          <p:cNvSpPr txBox="1"/>
          <p:nvPr/>
        </p:nvSpPr>
        <p:spPr>
          <a:xfrm>
            <a:off x="4143022" y="3537285"/>
            <a:ext cx="570089" cy="230832"/>
          </a:xfrm>
          <a:prstGeom prst="rect">
            <a:avLst/>
          </a:prstGeom>
          <a:noFill/>
        </p:spPr>
        <p:txBody>
          <a:bodyPr wrap="square" rtlCol="0">
            <a:spAutoFit/>
          </a:bodyPr>
          <a:lstStyle/>
          <a:p>
            <a:pPr algn="ctr"/>
            <a:r>
              <a:rPr lang="en-US" sz="900" dirty="0"/>
              <a:t>98</a:t>
            </a:r>
          </a:p>
        </p:txBody>
      </p:sp>
      <p:sp>
        <p:nvSpPr>
          <p:cNvPr id="48" name="TextBox 47">
            <a:extLst>
              <a:ext uri="{FF2B5EF4-FFF2-40B4-BE49-F238E27FC236}">
                <a16:creationId xmlns:a16="http://schemas.microsoft.com/office/drawing/2014/main" id="{9A7642E3-0AE5-C938-9101-561FEC25C517}"/>
              </a:ext>
            </a:extLst>
          </p:cNvPr>
          <p:cNvSpPr txBox="1"/>
          <p:nvPr/>
        </p:nvSpPr>
        <p:spPr>
          <a:xfrm>
            <a:off x="4645378" y="3537285"/>
            <a:ext cx="570089" cy="230832"/>
          </a:xfrm>
          <a:prstGeom prst="rect">
            <a:avLst/>
          </a:prstGeom>
          <a:noFill/>
        </p:spPr>
        <p:txBody>
          <a:bodyPr wrap="square" rtlCol="0">
            <a:spAutoFit/>
          </a:bodyPr>
          <a:lstStyle/>
          <a:p>
            <a:pPr algn="ctr"/>
            <a:r>
              <a:rPr lang="en-US" sz="900" dirty="0"/>
              <a:t>789</a:t>
            </a:r>
          </a:p>
        </p:txBody>
      </p:sp>
      <p:sp>
        <p:nvSpPr>
          <p:cNvPr id="49" name="TextBox 48">
            <a:extLst>
              <a:ext uri="{FF2B5EF4-FFF2-40B4-BE49-F238E27FC236}">
                <a16:creationId xmlns:a16="http://schemas.microsoft.com/office/drawing/2014/main" id="{C09756F0-18B9-7E7B-6E79-571E478AC294}"/>
              </a:ext>
            </a:extLst>
          </p:cNvPr>
          <p:cNvSpPr txBox="1"/>
          <p:nvPr/>
        </p:nvSpPr>
        <p:spPr>
          <a:xfrm>
            <a:off x="5147734" y="3537285"/>
            <a:ext cx="570089" cy="230832"/>
          </a:xfrm>
          <a:prstGeom prst="rect">
            <a:avLst/>
          </a:prstGeom>
          <a:noFill/>
        </p:spPr>
        <p:txBody>
          <a:bodyPr wrap="square" rtlCol="0">
            <a:spAutoFit/>
          </a:bodyPr>
          <a:lstStyle/>
          <a:p>
            <a:pPr algn="ctr"/>
            <a:r>
              <a:rPr lang="en-US" sz="900" dirty="0"/>
              <a:t>789</a:t>
            </a:r>
          </a:p>
        </p:txBody>
      </p:sp>
      <p:sp>
        <p:nvSpPr>
          <p:cNvPr id="51" name="TextBox 50">
            <a:extLst>
              <a:ext uri="{FF2B5EF4-FFF2-40B4-BE49-F238E27FC236}">
                <a16:creationId xmlns:a16="http://schemas.microsoft.com/office/drawing/2014/main" id="{0A5E9560-FE73-8A49-2513-BCB87F6ECA8A}"/>
              </a:ext>
            </a:extLst>
          </p:cNvPr>
          <p:cNvSpPr txBox="1"/>
          <p:nvPr/>
        </p:nvSpPr>
        <p:spPr>
          <a:xfrm>
            <a:off x="5215469" y="2231221"/>
            <a:ext cx="462845" cy="584775"/>
          </a:xfrm>
          <a:prstGeom prst="rect">
            <a:avLst/>
          </a:prstGeom>
          <a:noFill/>
        </p:spPr>
        <p:txBody>
          <a:bodyPr wrap="square" rtlCol="0">
            <a:spAutoFit/>
          </a:bodyPr>
          <a:lstStyle/>
          <a:p>
            <a:pPr algn="ctr"/>
            <a:r>
              <a:rPr lang="en-US" sz="3200" dirty="0"/>
              <a:t>6</a:t>
            </a:r>
          </a:p>
        </p:txBody>
      </p:sp>
      <p:sp>
        <p:nvSpPr>
          <p:cNvPr id="15" name="TextBox 14">
            <a:extLst>
              <a:ext uri="{FF2B5EF4-FFF2-40B4-BE49-F238E27FC236}">
                <a16:creationId xmlns:a16="http://schemas.microsoft.com/office/drawing/2014/main" id="{A4B4E39F-412A-8A11-66CE-F7B72FE8AF22}"/>
              </a:ext>
            </a:extLst>
          </p:cNvPr>
          <p:cNvSpPr txBox="1"/>
          <p:nvPr/>
        </p:nvSpPr>
        <p:spPr>
          <a:xfrm>
            <a:off x="3217333" y="2734556"/>
            <a:ext cx="462845" cy="584775"/>
          </a:xfrm>
          <a:prstGeom prst="rect">
            <a:avLst/>
          </a:prstGeom>
          <a:noFill/>
        </p:spPr>
        <p:txBody>
          <a:bodyPr wrap="square" rtlCol="0">
            <a:spAutoFit/>
          </a:bodyPr>
          <a:lstStyle/>
          <a:p>
            <a:pPr algn="ctr"/>
            <a:r>
              <a:rPr lang="en-US" sz="3200" dirty="0"/>
              <a:t>7</a:t>
            </a:r>
          </a:p>
        </p:txBody>
      </p:sp>
      <p:sp>
        <p:nvSpPr>
          <p:cNvPr id="52" name="TextBox 51">
            <a:extLst>
              <a:ext uri="{FF2B5EF4-FFF2-40B4-BE49-F238E27FC236}">
                <a16:creationId xmlns:a16="http://schemas.microsoft.com/office/drawing/2014/main" id="{2AD52D07-E921-CCBE-E32C-39A2D7550C84}"/>
              </a:ext>
            </a:extLst>
          </p:cNvPr>
          <p:cNvSpPr txBox="1"/>
          <p:nvPr/>
        </p:nvSpPr>
        <p:spPr>
          <a:xfrm>
            <a:off x="3716867" y="2734556"/>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8B5BBF2B-BFB4-B625-9432-56FBEF4EA613}"/>
              </a:ext>
            </a:extLst>
          </p:cNvPr>
          <p:cNvSpPr txBox="1"/>
          <p:nvPr/>
        </p:nvSpPr>
        <p:spPr>
          <a:xfrm>
            <a:off x="3716867" y="1727886"/>
            <a:ext cx="462845" cy="584775"/>
          </a:xfrm>
          <a:prstGeom prst="rect">
            <a:avLst/>
          </a:prstGeom>
          <a:noFill/>
        </p:spPr>
        <p:txBody>
          <a:bodyPr wrap="square" rtlCol="0">
            <a:spAutoFit/>
          </a:bodyPr>
          <a:lstStyle/>
          <a:p>
            <a:pPr algn="ctr"/>
            <a:r>
              <a:rPr lang="en-US" sz="3200" dirty="0"/>
              <a:t>7</a:t>
            </a:r>
          </a:p>
        </p:txBody>
      </p:sp>
      <p:sp>
        <p:nvSpPr>
          <p:cNvPr id="33" name="TextBox 32">
            <a:extLst>
              <a:ext uri="{FF2B5EF4-FFF2-40B4-BE49-F238E27FC236}">
                <a16:creationId xmlns:a16="http://schemas.microsoft.com/office/drawing/2014/main" id="{51575C40-D59C-7ECE-8445-7B09C3ABA747}"/>
              </a:ext>
            </a:extLst>
          </p:cNvPr>
          <p:cNvSpPr txBox="1"/>
          <p:nvPr/>
        </p:nvSpPr>
        <p:spPr>
          <a:xfrm>
            <a:off x="3138310" y="3907597"/>
            <a:ext cx="570089" cy="230832"/>
          </a:xfrm>
          <a:prstGeom prst="rect">
            <a:avLst/>
          </a:prstGeom>
          <a:noFill/>
        </p:spPr>
        <p:txBody>
          <a:bodyPr wrap="square" rtlCol="0">
            <a:spAutoFit/>
          </a:bodyPr>
          <a:lstStyle/>
          <a:p>
            <a:pPr algn="ctr"/>
            <a:r>
              <a:rPr lang="en-US" sz="900" dirty="0"/>
              <a:t>15</a:t>
            </a:r>
          </a:p>
        </p:txBody>
      </p:sp>
      <p:sp>
        <p:nvSpPr>
          <p:cNvPr id="53" name="TextBox 52">
            <a:extLst>
              <a:ext uri="{FF2B5EF4-FFF2-40B4-BE49-F238E27FC236}">
                <a16:creationId xmlns:a16="http://schemas.microsoft.com/office/drawing/2014/main" id="{0E553E20-3965-2205-706A-AB51C8BCD311}"/>
              </a:ext>
            </a:extLst>
          </p:cNvPr>
          <p:cNvSpPr txBox="1"/>
          <p:nvPr/>
        </p:nvSpPr>
        <p:spPr>
          <a:xfrm>
            <a:off x="3138310" y="4408541"/>
            <a:ext cx="570089" cy="230832"/>
          </a:xfrm>
          <a:prstGeom prst="rect">
            <a:avLst/>
          </a:prstGeom>
          <a:noFill/>
        </p:spPr>
        <p:txBody>
          <a:bodyPr wrap="square" rtlCol="0">
            <a:spAutoFit/>
          </a:bodyPr>
          <a:lstStyle/>
          <a:p>
            <a:pPr algn="ctr"/>
            <a:r>
              <a:rPr lang="en-US" sz="900" dirty="0"/>
              <a:t>51</a:t>
            </a:r>
          </a:p>
        </p:txBody>
      </p:sp>
      <p:sp>
        <p:nvSpPr>
          <p:cNvPr id="60" name="TextBox 59">
            <a:extLst>
              <a:ext uri="{FF2B5EF4-FFF2-40B4-BE49-F238E27FC236}">
                <a16:creationId xmlns:a16="http://schemas.microsoft.com/office/drawing/2014/main" id="{64C88C1C-48D2-1EC3-20C4-D1D83BD51C9F}"/>
              </a:ext>
            </a:extLst>
          </p:cNvPr>
          <p:cNvSpPr txBox="1"/>
          <p:nvPr/>
        </p:nvSpPr>
        <p:spPr>
          <a:xfrm>
            <a:off x="4645378" y="2905709"/>
            <a:ext cx="570089" cy="230832"/>
          </a:xfrm>
          <a:prstGeom prst="rect">
            <a:avLst/>
          </a:prstGeom>
          <a:noFill/>
        </p:spPr>
        <p:txBody>
          <a:bodyPr wrap="square" rtlCol="0">
            <a:spAutoFit/>
          </a:bodyPr>
          <a:lstStyle/>
          <a:p>
            <a:pPr algn="ctr"/>
            <a:r>
              <a:rPr lang="en-US" sz="900" dirty="0"/>
              <a:t>14</a:t>
            </a:r>
          </a:p>
        </p:txBody>
      </p:sp>
      <p:sp>
        <p:nvSpPr>
          <p:cNvPr id="61" name="TextBox 60">
            <a:extLst>
              <a:ext uri="{FF2B5EF4-FFF2-40B4-BE49-F238E27FC236}">
                <a16:creationId xmlns:a16="http://schemas.microsoft.com/office/drawing/2014/main" id="{559DF785-A573-2988-8C4B-CDB892A9EBC0}"/>
              </a:ext>
            </a:extLst>
          </p:cNvPr>
          <p:cNvSpPr txBox="1"/>
          <p:nvPr/>
        </p:nvSpPr>
        <p:spPr>
          <a:xfrm>
            <a:off x="5650090" y="2905709"/>
            <a:ext cx="570089" cy="230832"/>
          </a:xfrm>
          <a:prstGeom prst="rect">
            <a:avLst/>
          </a:prstGeom>
          <a:noFill/>
        </p:spPr>
        <p:txBody>
          <a:bodyPr wrap="square" rtlCol="0">
            <a:spAutoFit/>
          </a:bodyPr>
          <a:lstStyle/>
          <a:p>
            <a:pPr algn="ctr"/>
            <a:r>
              <a:rPr lang="en-US" sz="900" dirty="0"/>
              <a:t>41</a:t>
            </a:r>
          </a:p>
        </p:txBody>
      </p:sp>
      <p:sp>
        <p:nvSpPr>
          <p:cNvPr id="64" name="TextBox 63">
            <a:extLst>
              <a:ext uri="{FF2B5EF4-FFF2-40B4-BE49-F238E27FC236}">
                <a16:creationId xmlns:a16="http://schemas.microsoft.com/office/drawing/2014/main" id="{93EBFE7D-89D0-5F25-E5E9-6C3C7C8A4EE0}"/>
              </a:ext>
            </a:extLst>
          </p:cNvPr>
          <p:cNvSpPr txBox="1"/>
          <p:nvPr/>
        </p:nvSpPr>
        <p:spPr>
          <a:xfrm>
            <a:off x="6654802" y="3406653"/>
            <a:ext cx="570089" cy="230832"/>
          </a:xfrm>
          <a:prstGeom prst="rect">
            <a:avLst/>
          </a:prstGeom>
          <a:noFill/>
        </p:spPr>
        <p:txBody>
          <a:bodyPr wrap="square" rtlCol="0">
            <a:spAutoFit/>
          </a:bodyPr>
          <a:lstStyle/>
          <a:p>
            <a:pPr algn="ctr"/>
            <a:r>
              <a:rPr lang="en-US" sz="900" dirty="0"/>
              <a:t>16</a:t>
            </a:r>
          </a:p>
        </p:txBody>
      </p:sp>
      <p:sp>
        <p:nvSpPr>
          <p:cNvPr id="65" name="TextBox 64">
            <a:extLst>
              <a:ext uri="{FF2B5EF4-FFF2-40B4-BE49-F238E27FC236}">
                <a16:creationId xmlns:a16="http://schemas.microsoft.com/office/drawing/2014/main" id="{2F0A26E1-37B3-9B75-8905-F055C263557F}"/>
              </a:ext>
            </a:extLst>
          </p:cNvPr>
          <p:cNvSpPr txBox="1"/>
          <p:nvPr/>
        </p:nvSpPr>
        <p:spPr>
          <a:xfrm>
            <a:off x="7157158" y="3406653"/>
            <a:ext cx="570089" cy="230832"/>
          </a:xfrm>
          <a:prstGeom prst="rect">
            <a:avLst/>
          </a:prstGeom>
          <a:noFill/>
        </p:spPr>
        <p:txBody>
          <a:bodyPr wrap="square" rtlCol="0">
            <a:spAutoFit/>
          </a:bodyPr>
          <a:lstStyle/>
          <a:p>
            <a:pPr algn="ctr"/>
            <a:r>
              <a:rPr lang="en-US" sz="900" dirty="0"/>
              <a:t>61</a:t>
            </a:r>
          </a:p>
        </p:txBody>
      </p:sp>
      <p:sp>
        <p:nvSpPr>
          <p:cNvPr id="66" name="TextBox 65">
            <a:extLst>
              <a:ext uri="{FF2B5EF4-FFF2-40B4-BE49-F238E27FC236}">
                <a16:creationId xmlns:a16="http://schemas.microsoft.com/office/drawing/2014/main" id="{A9AC7BC7-9EB4-5241-12F5-02EA1D375788}"/>
              </a:ext>
            </a:extLst>
          </p:cNvPr>
          <p:cNvSpPr txBox="1"/>
          <p:nvPr/>
        </p:nvSpPr>
        <p:spPr>
          <a:xfrm>
            <a:off x="4216401" y="2734556"/>
            <a:ext cx="462845" cy="584775"/>
          </a:xfrm>
          <a:prstGeom prst="rect">
            <a:avLst/>
          </a:prstGeom>
          <a:noFill/>
        </p:spPr>
        <p:txBody>
          <a:bodyPr wrap="square" rtlCol="0">
            <a:spAutoFit/>
          </a:bodyPr>
          <a:lstStyle/>
          <a:p>
            <a:pPr algn="ctr"/>
            <a:r>
              <a:rPr lang="en-US" sz="3200" dirty="0"/>
              <a:t>5</a:t>
            </a:r>
          </a:p>
        </p:txBody>
      </p:sp>
      <p:sp>
        <p:nvSpPr>
          <p:cNvPr id="67" name="TextBox 66">
            <a:extLst>
              <a:ext uri="{FF2B5EF4-FFF2-40B4-BE49-F238E27FC236}">
                <a16:creationId xmlns:a16="http://schemas.microsoft.com/office/drawing/2014/main" id="{B9CCD55D-B723-260B-E536-341C004556D8}"/>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68" name="TextBox 67">
            <a:extLst>
              <a:ext uri="{FF2B5EF4-FFF2-40B4-BE49-F238E27FC236}">
                <a16:creationId xmlns:a16="http://schemas.microsoft.com/office/drawing/2014/main" id="{C692E0CE-6B5C-B51C-FE50-AFA562F72A4B}"/>
              </a:ext>
            </a:extLst>
          </p:cNvPr>
          <p:cNvSpPr txBox="1"/>
          <p:nvPr/>
        </p:nvSpPr>
        <p:spPr>
          <a:xfrm>
            <a:off x="3716867" y="3237891"/>
            <a:ext cx="462845" cy="584775"/>
          </a:xfrm>
          <a:prstGeom prst="rect">
            <a:avLst/>
          </a:prstGeom>
          <a:noFill/>
        </p:spPr>
        <p:txBody>
          <a:bodyPr wrap="square" rtlCol="0">
            <a:spAutoFit/>
          </a:bodyPr>
          <a:lstStyle/>
          <a:p>
            <a:pPr algn="ctr"/>
            <a:r>
              <a:rPr lang="en-US" sz="3200" dirty="0"/>
              <a:t>4</a:t>
            </a:r>
          </a:p>
        </p:txBody>
      </p:sp>
      <p:sp>
        <p:nvSpPr>
          <p:cNvPr id="9" name="TextBox 8">
            <a:extLst>
              <a:ext uri="{FF2B5EF4-FFF2-40B4-BE49-F238E27FC236}">
                <a16:creationId xmlns:a16="http://schemas.microsoft.com/office/drawing/2014/main" id="{29C65BBE-6736-D7AF-C754-2259A0B9349C}"/>
              </a:ext>
            </a:extLst>
          </p:cNvPr>
          <p:cNvSpPr txBox="1"/>
          <p:nvPr/>
        </p:nvSpPr>
        <p:spPr>
          <a:xfrm>
            <a:off x="5215469" y="2734556"/>
            <a:ext cx="462845" cy="584775"/>
          </a:xfrm>
          <a:prstGeom prst="rect">
            <a:avLst/>
          </a:prstGeom>
          <a:noFill/>
        </p:spPr>
        <p:txBody>
          <a:bodyPr wrap="square" rtlCol="0">
            <a:spAutoFit/>
          </a:bodyPr>
          <a:lstStyle/>
          <a:p>
            <a:pPr algn="ctr"/>
            <a:r>
              <a:rPr lang="en-US" sz="3200" dirty="0"/>
              <a:t>2</a:t>
            </a:r>
          </a:p>
        </p:txBody>
      </p:sp>
      <p:sp>
        <p:nvSpPr>
          <p:cNvPr id="45" name="TextBox 44">
            <a:extLst>
              <a:ext uri="{FF2B5EF4-FFF2-40B4-BE49-F238E27FC236}">
                <a16:creationId xmlns:a16="http://schemas.microsoft.com/office/drawing/2014/main" id="{8F1FF4DC-D279-1CC6-FC33-453E2698BC78}"/>
              </a:ext>
            </a:extLst>
          </p:cNvPr>
          <p:cNvSpPr txBox="1"/>
          <p:nvPr/>
        </p:nvSpPr>
        <p:spPr>
          <a:xfrm>
            <a:off x="7213604" y="2734556"/>
            <a:ext cx="462845" cy="584775"/>
          </a:xfrm>
          <a:prstGeom prst="rect">
            <a:avLst/>
          </a:prstGeom>
          <a:noFill/>
        </p:spPr>
        <p:txBody>
          <a:bodyPr wrap="square" rtlCol="0">
            <a:spAutoFit/>
          </a:bodyPr>
          <a:lstStyle/>
          <a:p>
            <a:pPr algn="ctr"/>
            <a:r>
              <a:rPr lang="en-US" sz="3200" dirty="0"/>
              <a:t>9</a:t>
            </a:r>
          </a:p>
        </p:txBody>
      </p:sp>
      <p:sp>
        <p:nvSpPr>
          <p:cNvPr id="46" name="TextBox 45">
            <a:extLst>
              <a:ext uri="{FF2B5EF4-FFF2-40B4-BE49-F238E27FC236}">
                <a16:creationId xmlns:a16="http://schemas.microsoft.com/office/drawing/2014/main" id="{D9C166B0-5F17-0D17-7579-51EAB25BCE4E}"/>
              </a:ext>
            </a:extLst>
          </p:cNvPr>
          <p:cNvSpPr txBox="1"/>
          <p:nvPr/>
        </p:nvSpPr>
        <p:spPr>
          <a:xfrm>
            <a:off x="6714071" y="2734556"/>
            <a:ext cx="462845" cy="584775"/>
          </a:xfrm>
          <a:prstGeom prst="rect">
            <a:avLst/>
          </a:prstGeom>
          <a:noFill/>
        </p:spPr>
        <p:txBody>
          <a:bodyPr wrap="square" rtlCol="0">
            <a:spAutoFit/>
          </a:bodyPr>
          <a:lstStyle/>
          <a:p>
            <a:pPr algn="ctr"/>
            <a:r>
              <a:rPr lang="en-US" sz="3200" dirty="0"/>
              <a:t>8</a:t>
            </a:r>
          </a:p>
        </p:txBody>
      </p:sp>
      <p:sp>
        <p:nvSpPr>
          <p:cNvPr id="50" name="TextBox 49">
            <a:extLst>
              <a:ext uri="{FF2B5EF4-FFF2-40B4-BE49-F238E27FC236}">
                <a16:creationId xmlns:a16="http://schemas.microsoft.com/office/drawing/2014/main" id="{50E3B5B8-A83C-A18B-238A-1809C96A5679}"/>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54" name="TextBox 53">
            <a:extLst>
              <a:ext uri="{FF2B5EF4-FFF2-40B4-BE49-F238E27FC236}">
                <a16:creationId xmlns:a16="http://schemas.microsoft.com/office/drawing/2014/main" id="{E60376B6-C19A-9E97-D26E-7391A4AEB10A}"/>
              </a:ext>
            </a:extLst>
          </p:cNvPr>
          <p:cNvSpPr txBox="1"/>
          <p:nvPr/>
        </p:nvSpPr>
        <p:spPr>
          <a:xfrm>
            <a:off x="3716867" y="721216"/>
            <a:ext cx="462845" cy="584775"/>
          </a:xfrm>
          <a:prstGeom prst="rect">
            <a:avLst/>
          </a:prstGeom>
          <a:noFill/>
        </p:spPr>
        <p:txBody>
          <a:bodyPr wrap="square" rtlCol="0">
            <a:spAutoFit/>
          </a:bodyPr>
          <a:lstStyle/>
          <a:p>
            <a:pPr algn="ctr"/>
            <a:r>
              <a:rPr lang="en-US" sz="3200" dirty="0"/>
              <a:t>3</a:t>
            </a:r>
          </a:p>
        </p:txBody>
      </p:sp>
      <p:sp>
        <p:nvSpPr>
          <p:cNvPr id="55" name="TextBox 54">
            <a:extLst>
              <a:ext uri="{FF2B5EF4-FFF2-40B4-BE49-F238E27FC236}">
                <a16:creationId xmlns:a16="http://schemas.microsoft.com/office/drawing/2014/main" id="{8C536AED-CA51-79AA-EECB-26AFEEB03A16}"/>
              </a:ext>
            </a:extLst>
          </p:cNvPr>
          <p:cNvSpPr txBox="1"/>
          <p:nvPr/>
        </p:nvSpPr>
        <p:spPr>
          <a:xfrm>
            <a:off x="5715003" y="721216"/>
            <a:ext cx="462845" cy="584775"/>
          </a:xfrm>
          <a:prstGeom prst="rect">
            <a:avLst/>
          </a:prstGeom>
          <a:noFill/>
        </p:spPr>
        <p:txBody>
          <a:bodyPr wrap="square" rtlCol="0">
            <a:spAutoFit/>
          </a:bodyPr>
          <a:lstStyle/>
          <a:p>
            <a:pPr algn="ctr"/>
            <a:r>
              <a:rPr lang="en-US" sz="3200" dirty="0"/>
              <a:t>5</a:t>
            </a:r>
          </a:p>
        </p:txBody>
      </p:sp>
      <p:sp>
        <p:nvSpPr>
          <p:cNvPr id="56" name="TextBox 55">
            <a:extLst>
              <a:ext uri="{FF2B5EF4-FFF2-40B4-BE49-F238E27FC236}">
                <a16:creationId xmlns:a16="http://schemas.microsoft.com/office/drawing/2014/main" id="{AA0C08A3-6922-A6C7-9229-983785D2C987}"/>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57" name="TextBox 56">
            <a:extLst>
              <a:ext uri="{FF2B5EF4-FFF2-40B4-BE49-F238E27FC236}">
                <a16:creationId xmlns:a16="http://schemas.microsoft.com/office/drawing/2014/main" id="{06DB684D-27C7-50EC-F1C3-3A777236DA19}"/>
              </a:ext>
            </a:extLst>
          </p:cNvPr>
          <p:cNvSpPr txBox="1"/>
          <p:nvPr/>
        </p:nvSpPr>
        <p:spPr>
          <a:xfrm>
            <a:off x="5147734" y="2034453"/>
            <a:ext cx="570089" cy="230832"/>
          </a:xfrm>
          <a:prstGeom prst="rect">
            <a:avLst/>
          </a:prstGeom>
          <a:noFill/>
        </p:spPr>
        <p:txBody>
          <a:bodyPr wrap="square" rtlCol="0">
            <a:spAutoFit/>
          </a:bodyPr>
          <a:lstStyle/>
          <a:p>
            <a:pPr algn="ctr"/>
            <a:r>
              <a:rPr lang="en-US" sz="900" dirty="0"/>
              <a:t>89</a:t>
            </a:r>
          </a:p>
        </p:txBody>
      </p:sp>
    </p:spTree>
    <p:extLst>
      <p:ext uri="{BB962C8B-B14F-4D97-AF65-F5344CB8AC3E}">
        <p14:creationId xmlns:p14="http://schemas.microsoft.com/office/powerpoint/2010/main" val="42473712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99D6F2-AA60-848C-E729-FE4BE0035BA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A23D785-1018-A213-0622-E0980210AD8A}"/>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BAF57AFD-8BAF-4730-A5EF-B421BF0FFDDC}"/>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E6B78E9E-65B1-9E9E-747B-680FD90615A7}"/>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A4CE2363-7636-9F1E-4E3A-D6FCFFB0CAAB}"/>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CD7E62AC-72BD-95F8-DABB-96EB4501C4F2}"/>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491E2413-918A-2245-2D02-AAC245DC203C}"/>
              </a:ext>
            </a:extLst>
          </p:cNvPr>
          <p:cNvSpPr txBox="1"/>
          <p:nvPr/>
        </p:nvSpPr>
        <p:spPr>
          <a:xfrm>
            <a:off x="3716867" y="2231221"/>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E7DECD20-D118-6FCF-7FA2-D6B85731D123}"/>
              </a:ext>
            </a:extLst>
          </p:cNvPr>
          <p:cNvSpPr txBox="1"/>
          <p:nvPr/>
        </p:nvSpPr>
        <p:spPr>
          <a:xfrm>
            <a:off x="3217333" y="4747898"/>
            <a:ext cx="462845" cy="584775"/>
          </a:xfrm>
          <a:prstGeom prst="rect">
            <a:avLst/>
          </a:prstGeom>
          <a:noFill/>
        </p:spPr>
        <p:txBody>
          <a:bodyPr wrap="square" rtlCol="0">
            <a:spAutoFit/>
          </a:bodyPr>
          <a:lstStyle/>
          <a:p>
            <a:pPr algn="ctr"/>
            <a:r>
              <a:rPr lang="en-US" sz="3200" dirty="0"/>
              <a:t>6</a:t>
            </a:r>
          </a:p>
        </p:txBody>
      </p:sp>
      <p:sp>
        <p:nvSpPr>
          <p:cNvPr id="11" name="TextBox 10">
            <a:extLst>
              <a:ext uri="{FF2B5EF4-FFF2-40B4-BE49-F238E27FC236}">
                <a16:creationId xmlns:a16="http://schemas.microsoft.com/office/drawing/2014/main" id="{A7A0701B-EAE5-C9E4-67ED-96F4E3B28152}"/>
              </a:ext>
            </a:extLst>
          </p:cNvPr>
          <p:cNvSpPr txBox="1"/>
          <p:nvPr/>
        </p:nvSpPr>
        <p:spPr>
          <a:xfrm>
            <a:off x="7213604" y="4747898"/>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87AE0B5B-0AF6-B752-86CF-E9D53280DDD8}"/>
              </a:ext>
            </a:extLst>
          </p:cNvPr>
          <p:cNvSpPr txBox="1"/>
          <p:nvPr/>
        </p:nvSpPr>
        <p:spPr>
          <a:xfrm>
            <a:off x="6214537" y="2734556"/>
            <a:ext cx="462845" cy="584775"/>
          </a:xfrm>
          <a:prstGeom prst="rect">
            <a:avLst/>
          </a:prstGeom>
          <a:no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68EB02FB-EC5B-EBFB-81CF-653BF96EBA34}"/>
              </a:ext>
            </a:extLst>
          </p:cNvPr>
          <p:cNvSpPr txBox="1"/>
          <p:nvPr/>
        </p:nvSpPr>
        <p:spPr>
          <a:xfrm>
            <a:off x="4143022" y="2274133"/>
            <a:ext cx="570089" cy="230832"/>
          </a:xfrm>
          <a:prstGeom prst="rect">
            <a:avLst/>
          </a:prstGeom>
          <a:noFill/>
        </p:spPr>
        <p:txBody>
          <a:bodyPr wrap="square" rtlCol="0">
            <a:spAutoFit/>
          </a:bodyPr>
          <a:lstStyle/>
          <a:p>
            <a:pPr algn="ctr"/>
            <a:r>
              <a:rPr lang="en-US" sz="900" dirty="0"/>
              <a:t>89</a:t>
            </a:r>
          </a:p>
        </p:txBody>
      </p:sp>
      <p:sp>
        <p:nvSpPr>
          <p:cNvPr id="14" name="TextBox 13">
            <a:extLst>
              <a:ext uri="{FF2B5EF4-FFF2-40B4-BE49-F238E27FC236}">
                <a16:creationId xmlns:a16="http://schemas.microsoft.com/office/drawing/2014/main" id="{4552CE7F-DDCF-3F98-83D6-5503F42DD786}"/>
              </a:ext>
            </a:extLst>
          </p:cNvPr>
          <p:cNvSpPr txBox="1"/>
          <p:nvPr/>
        </p:nvSpPr>
        <p:spPr>
          <a:xfrm>
            <a:off x="4645378" y="2274133"/>
            <a:ext cx="570089" cy="230832"/>
          </a:xfrm>
          <a:prstGeom prst="rect">
            <a:avLst/>
          </a:prstGeom>
          <a:noFill/>
        </p:spPr>
        <p:txBody>
          <a:bodyPr wrap="square" rtlCol="0">
            <a:spAutoFit/>
          </a:bodyPr>
          <a:lstStyle/>
          <a:p>
            <a:pPr algn="ctr"/>
            <a:r>
              <a:rPr lang="en-US" sz="900" dirty="0"/>
              <a:t>589</a:t>
            </a:r>
          </a:p>
        </p:txBody>
      </p:sp>
      <p:sp>
        <p:nvSpPr>
          <p:cNvPr id="16" name="TextBox 15">
            <a:extLst>
              <a:ext uri="{FF2B5EF4-FFF2-40B4-BE49-F238E27FC236}">
                <a16:creationId xmlns:a16="http://schemas.microsoft.com/office/drawing/2014/main" id="{D97E8658-8FD2-2082-695F-2A83A8E6F98A}"/>
              </a:ext>
            </a:extLst>
          </p:cNvPr>
          <p:cNvSpPr txBox="1"/>
          <p:nvPr/>
        </p:nvSpPr>
        <p:spPr>
          <a:xfrm>
            <a:off x="5650090" y="2274133"/>
            <a:ext cx="570089" cy="230832"/>
          </a:xfrm>
          <a:prstGeom prst="rect">
            <a:avLst/>
          </a:prstGeom>
          <a:noFill/>
        </p:spPr>
        <p:txBody>
          <a:bodyPr wrap="square" rtlCol="0">
            <a:spAutoFit/>
          </a:bodyPr>
          <a:lstStyle/>
          <a:p>
            <a:pPr algn="ctr"/>
            <a:r>
              <a:rPr lang="en-US" sz="900" dirty="0"/>
              <a:t>98</a:t>
            </a:r>
          </a:p>
        </p:txBody>
      </p:sp>
      <p:sp>
        <p:nvSpPr>
          <p:cNvPr id="18" name="TextBox 17">
            <a:extLst>
              <a:ext uri="{FF2B5EF4-FFF2-40B4-BE49-F238E27FC236}">
                <a16:creationId xmlns:a16="http://schemas.microsoft.com/office/drawing/2014/main" id="{7E1375E7-87C9-2639-0BB1-0B1186900EA1}"/>
              </a:ext>
            </a:extLst>
          </p:cNvPr>
          <p:cNvSpPr txBox="1"/>
          <p:nvPr/>
        </p:nvSpPr>
        <p:spPr>
          <a:xfrm>
            <a:off x="6654802" y="2404765"/>
            <a:ext cx="570089" cy="230832"/>
          </a:xfrm>
          <a:prstGeom prst="rect">
            <a:avLst/>
          </a:prstGeom>
          <a:noFill/>
        </p:spPr>
        <p:txBody>
          <a:bodyPr wrap="square" rtlCol="0">
            <a:spAutoFit/>
          </a:bodyPr>
          <a:lstStyle/>
          <a:p>
            <a:pPr algn="ctr"/>
            <a:r>
              <a:rPr lang="en-US" sz="900" dirty="0"/>
              <a:t>24</a:t>
            </a:r>
          </a:p>
        </p:txBody>
      </p:sp>
      <p:sp>
        <p:nvSpPr>
          <p:cNvPr id="19" name="TextBox 18">
            <a:extLst>
              <a:ext uri="{FF2B5EF4-FFF2-40B4-BE49-F238E27FC236}">
                <a16:creationId xmlns:a16="http://schemas.microsoft.com/office/drawing/2014/main" id="{9C4A55FB-A340-F61A-EF1F-29DD6DCFA154}"/>
              </a:ext>
            </a:extLst>
          </p:cNvPr>
          <p:cNvSpPr txBox="1"/>
          <p:nvPr/>
        </p:nvSpPr>
        <p:spPr>
          <a:xfrm>
            <a:off x="7157158" y="2404765"/>
            <a:ext cx="570089" cy="230832"/>
          </a:xfrm>
          <a:prstGeom prst="rect">
            <a:avLst/>
          </a:prstGeom>
          <a:noFill/>
        </p:spPr>
        <p:txBody>
          <a:bodyPr wrap="square" rtlCol="0">
            <a:spAutoFit/>
          </a:bodyPr>
          <a:lstStyle/>
          <a:p>
            <a:pPr algn="ctr"/>
            <a:r>
              <a:rPr lang="en-US" sz="900" dirty="0"/>
              <a:t>42</a:t>
            </a:r>
          </a:p>
        </p:txBody>
      </p:sp>
      <p:sp>
        <p:nvSpPr>
          <p:cNvPr id="23" name="TextBox 22">
            <a:extLst>
              <a:ext uri="{FF2B5EF4-FFF2-40B4-BE49-F238E27FC236}">
                <a16:creationId xmlns:a16="http://schemas.microsoft.com/office/drawing/2014/main" id="{A11D0608-9132-BD17-BCA7-03D18909517D}"/>
              </a:ext>
            </a:extLst>
          </p:cNvPr>
          <p:cNvSpPr txBox="1"/>
          <p:nvPr/>
        </p:nvSpPr>
        <p:spPr>
          <a:xfrm>
            <a:off x="6214537" y="721216"/>
            <a:ext cx="462845" cy="584775"/>
          </a:xfrm>
          <a:prstGeom prst="rect">
            <a:avLst/>
          </a:prstGeom>
          <a:noFill/>
        </p:spPr>
        <p:txBody>
          <a:bodyPr wrap="square" rtlCol="0">
            <a:spAutoFit/>
          </a:bodyPr>
          <a:lstStyle/>
          <a:p>
            <a:pPr algn="ctr"/>
            <a:r>
              <a:rPr lang="en-US" sz="3200" dirty="0"/>
              <a:t>2</a:t>
            </a:r>
          </a:p>
        </p:txBody>
      </p:sp>
      <p:sp>
        <p:nvSpPr>
          <p:cNvPr id="24" name="TextBox 23">
            <a:extLst>
              <a:ext uri="{FF2B5EF4-FFF2-40B4-BE49-F238E27FC236}">
                <a16:creationId xmlns:a16="http://schemas.microsoft.com/office/drawing/2014/main" id="{B839A6FF-5C8B-C7E9-809E-6DF1C369D0D6}"/>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19F5552A-039A-673B-3074-E640A079F314}"/>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26" name="TextBox 25">
            <a:extLst>
              <a:ext uri="{FF2B5EF4-FFF2-40B4-BE49-F238E27FC236}">
                <a16:creationId xmlns:a16="http://schemas.microsoft.com/office/drawing/2014/main" id="{1AD279ED-6473-DB4B-142A-19F8A4250081}"/>
              </a:ext>
            </a:extLst>
          </p:cNvPr>
          <p:cNvSpPr txBox="1"/>
          <p:nvPr/>
        </p:nvSpPr>
        <p:spPr>
          <a:xfrm>
            <a:off x="6654802" y="1402877"/>
            <a:ext cx="570089" cy="230832"/>
          </a:xfrm>
          <a:prstGeom prst="rect">
            <a:avLst/>
          </a:prstGeom>
          <a:noFill/>
        </p:spPr>
        <p:txBody>
          <a:bodyPr wrap="square" rtlCol="0">
            <a:spAutoFit/>
          </a:bodyPr>
          <a:lstStyle/>
          <a:p>
            <a:pPr algn="ctr"/>
            <a:r>
              <a:rPr lang="en-US" sz="900" dirty="0"/>
              <a:t>34579</a:t>
            </a:r>
          </a:p>
        </p:txBody>
      </p:sp>
      <p:sp>
        <p:nvSpPr>
          <p:cNvPr id="27" name="TextBox 26">
            <a:extLst>
              <a:ext uri="{FF2B5EF4-FFF2-40B4-BE49-F238E27FC236}">
                <a16:creationId xmlns:a16="http://schemas.microsoft.com/office/drawing/2014/main" id="{BEE9470C-2387-6290-EC77-4DD374163867}"/>
              </a:ext>
            </a:extLst>
          </p:cNvPr>
          <p:cNvSpPr txBox="1"/>
          <p:nvPr/>
        </p:nvSpPr>
        <p:spPr>
          <a:xfrm>
            <a:off x="7157158" y="1402877"/>
            <a:ext cx="570089" cy="230832"/>
          </a:xfrm>
          <a:prstGeom prst="rect">
            <a:avLst/>
          </a:prstGeom>
          <a:noFill/>
        </p:spPr>
        <p:txBody>
          <a:bodyPr wrap="square" rtlCol="0">
            <a:spAutoFit/>
          </a:bodyPr>
          <a:lstStyle/>
          <a:p>
            <a:pPr algn="ctr"/>
            <a:r>
              <a:rPr lang="en-US" sz="900" dirty="0"/>
              <a:t>457</a:t>
            </a:r>
          </a:p>
        </p:txBody>
      </p:sp>
      <p:sp>
        <p:nvSpPr>
          <p:cNvPr id="28" name="TextBox 27">
            <a:extLst>
              <a:ext uri="{FF2B5EF4-FFF2-40B4-BE49-F238E27FC236}">
                <a16:creationId xmlns:a16="http://schemas.microsoft.com/office/drawing/2014/main" id="{729D4A77-2A0F-5BEC-65A9-9F0BD0DC724B}"/>
              </a:ext>
            </a:extLst>
          </p:cNvPr>
          <p:cNvSpPr txBox="1"/>
          <p:nvPr/>
        </p:nvSpPr>
        <p:spPr>
          <a:xfrm>
            <a:off x="6654802" y="2034453"/>
            <a:ext cx="570089" cy="230832"/>
          </a:xfrm>
          <a:prstGeom prst="rect">
            <a:avLst/>
          </a:prstGeom>
          <a:noFill/>
        </p:spPr>
        <p:txBody>
          <a:bodyPr wrap="square" rtlCol="0">
            <a:spAutoFit/>
          </a:bodyPr>
          <a:lstStyle/>
          <a:p>
            <a:pPr algn="ctr"/>
            <a:r>
              <a:rPr lang="en-US" sz="900" dirty="0"/>
              <a:t>345</a:t>
            </a:r>
          </a:p>
        </p:txBody>
      </p:sp>
      <p:sp>
        <p:nvSpPr>
          <p:cNvPr id="29" name="TextBox 28">
            <a:extLst>
              <a:ext uri="{FF2B5EF4-FFF2-40B4-BE49-F238E27FC236}">
                <a16:creationId xmlns:a16="http://schemas.microsoft.com/office/drawing/2014/main" id="{8B9BA932-9586-9CFA-B331-E9B23B533D41}"/>
              </a:ext>
            </a:extLst>
          </p:cNvPr>
          <p:cNvSpPr txBox="1"/>
          <p:nvPr/>
        </p:nvSpPr>
        <p:spPr>
          <a:xfrm>
            <a:off x="7157158" y="2034453"/>
            <a:ext cx="570089" cy="230832"/>
          </a:xfrm>
          <a:prstGeom prst="rect">
            <a:avLst/>
          </a:prstGeom>
          <a:noFill/>
        </p:spPr>
        <p:txBody>
          <a:bodyPr wrap="square" rtlCol="0">
            <a:spAutoFit/>
          </a:bodyPr>
          <a:lstStyle/>
          <a:p>
            <a:pPr algn="ctr"/>
            <a:r>
              <a:rPr lang="en-US" sz="900" dirty="0"/>
              <a:t>45</a:t>
            </a:r>
          </a:p>
        </p:txBody>
      </p:sp>
      <p:sp>
        <p:nvSpPr>
          <p:cNvPr id="30" name="TextBox 29">
            <a:extLst>
              <a:ext uri="{FF2B5EF4-FFF2-40B4-BE49-F238E27FC236}">
                <a16:creationId xmlns:a16="http://schemas.microsoft.com/office/drawing/2014/main" id="{9E30FCEE-3943-49D0-45E2-1703917B189B}"/>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15539935-F7F8-5E69-652E-8CF47D558E4E}"/>
              </a:ext>
            </a:extLst>
          </p:cNvPr>
          <p:cNvSpPr txBox="1"/>
          <p:nvPr/>
        </p:nvSpPr>
        <p:spPr>
          <a:xfrm>
            <a:off x="3217333" y="721216"/>
            <a:ext cx="462845" cy="584775"/>
          </a:xfrm>
          <a:prstGeom prst="rect">
            <a:avLst/>
          </a:prstGeom>
          <a:noFill/>
        </p:spPr>
        <p:txBody>
          <a:bodyPr wrap="square" rtlCol="0">
            <a:spAutoFit/>
          </a:bodyPr>
          <a:lstStyle/>
          <a:p>
            <a:pPr algn="ctr"/>
            <a:r>
              <a:rPr lang="en-US" sz="3200" dirty="0"/>
              <a:t>4</a:t>
            </a:r>
          </a:p>
        </p:txBody>
      </p:sp>
      <p:sp>
        <p:nvSpPr>
          <p:cNvPr id="32" name="TextBox 31">
            <a:extLst>
              <a:ext uri="{FF2B5EF4-FFF2-40B4-BE49-F238E27FC236}">
                <a16:creationId xmlns:a16="http://schemas.microsoft.com/office/drawing/2014/main" id="{4F2CDA5D-ED72-9AA1-2077-11DC0F2DC995}"/>
              </a:ext>
            </a:extLst>
          </p:cNvPr>
          <p:cNvSpPr txBox="1"/>
          <p:nvPr/>
        </p:nvSpPr>
        <p:spPr>
          <a:xfrm>
            <a:off x="3138310" y="1402877"/>
            <a:ext cx="570089" cy="230832"/>
          </a:xfrm>
          <a:prstGeom prst="rect">
            <a:avLst/>
          </a:prstGeom>
          <a:noFill/>
        </p:spPr>
        <p:txBody>
          <a:bodyPr wrap="square" rtlCol="0">
            <a:spAutoFit/>
          </a:bodyPr>
          <a:lstStyle/>
          <a:p>
            <a:pPr algn="ctr"/>
            <a:r>
              <a:rPr lang="en-US" sz="900" dirty="0"/>
              <a:t>89</a:t>
            </a:r>
          </a:p>
        </p:txBody>
      </p:sp>
      <p:sp>
        <p:nvSpPr>
          <p:cNvPr id="34" name="TextBox 33">
            <a:extLst>
              <a:ext uri="{FF2B5EF4-FFF2-40B4-BE49-F238E27FC236}">
                <a16:creationId xmlns:a16="http://schemas.microsoft.com/office/drawing/2014/main" id="{7864FAF3-46F9-2162-53EA-36EE8C3BF2DC}"/>
              </a:ext>
            </a:extLst>
          </p:cNvPr>
          <p:cNvSpPr txBox="1"/>
          <p:nvPr/>
        </p:nvSpPr>
        <p:spPr>
          <a:xfrm>
            <a:off x="3138310" y="2034453"/>
            <a:ext cx="570089" cy="230832"/>
          </a:xfrm>
          <a:prstGeom prst="rect">
            <a:avLst/>
          </a:prstGeom>
          <a:noFill/>
        </p:spPr>
        <p:txBody>
          <a:bodyPr wrap="square" rtlCol="0">
            <a:spAutoFit/>
          </a:bodyPr>
          <a:lstStyle/>
          <a:p>
            <a:pPr algn="ctr"/>
            <a:r>
              <a:rPr lang="en-US" sz="900" dirty="0"/>
              <a:t>98</a:t>
            </a:r>
          </a:p>
        </p:txBody>
      </p:sp>
      <p:sp>
        <p:nvSpPr>
          <p:cNvPr id="35" name="TextBox 34">
            <a:extLst>
              <a:ext uri="{FF2B5EF4-FFF2-40B4-BE49-F238E27FC236}">
                <a16:creationId xmlns:a16="http://schemas.microsoft.com/office/drawing/2014/main" id="{360C5FF2-42B5-4A43-562A-6FBEFF8743F7}"/>
              </a:ext>
            </a:extLst>
          </p:cNvPr>
          <p:cNvSpPr txBox="1"/>
          <p:nvPr/>
        </p:nvSpPr>
        <p:spPr>
          <a:xfrm>
            <a:off x="4216401" y="1224551"/>
            <a:ext cx="462845" cy="584775"/>
          </a:xfrm>
          <a:prstGeom prst="rect">
            <a:avLst/>
          </a:prstGeom>
          <a:noFill/>
        </p:spPr>
        <p:txBody>
          <a:bodyPr wrap="square" rtlCol="0">
            <a:spAutoFit/>
          </a:bodyPr>
          <a:lstStyle/>
          <a:p>
            <a:pPr algn="ctr"/>
            <a:r>
              <a:rPr lang="en-US" sz="3200" dirty="0"/>
              <a:t>1</a:t>
            </a:r>
          </a:p>
        </p:txBody>
      </p:sp>
      <p:sp>
        <p:nvSpPr>
          <p:cNvPr id="36" name="TextBox 35">
            <a:extLst>
              <a:ext uri="{FF2B5EF4-FFF2-40B4-BE49-F238E27FC236}">
                <a16:creationId xmlns:a16="http://schemas.microsoft.com/office/drawing/2014/main" id="{7464873E-20C3-AE7A-D1A1-C4D7E5EF21E8}"/>
              </a:ext>
            </a:extLst>
          </p:cNvPr>
          <p:cNvSpPr txBox="1"/>
          <p:nvPr/>
        </p:nvSpPr>
        <p:spPr>
          <a:xfrm>
            <a:off x="5215469" y="721216"/>
            <a:ext cx="462845" cy="584775"/>
          </a:xfrm>
          <a:prstGeom prst="rect">
            <a:avLst/>
          </a:prstGeom>
          <a:noFill/>
        </p:spPr>
        <p:txBody>
          <a:bodyPr wrap="square" rtlCol="0">
            <a:spAutoFit/>
          </a:bodyPr>
          <a:lstStyle/>
          <a:p>
            <a:pPr algn="ctr"/>
            <a:r>
              <a:rPr lang="en-US" sz="3200" dirty="0"/>
              <a:t>1</a:t>
            </a:r>
          </a:p>
        </p:txBody>
      </p:sp>
      <p:sp>
        <p:nvSpPr>
          <p:cNvPr id="40" name="TextBox 39">
            <a:extLst>
              <a:ext uri="{FF2B5EF4-FFF2-40B4-BE49-F238E27FC236}">
                <a16:creationId xmlns:a16="http://schemas.microsoft.com/office/drawing/2014/main" id="{70CB0125-6A01-2CEC-392B-86189BF80F20}"/>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42" name="TextBox 41">
            <a:extLst>
              <a:ext uri="{FF2B5EF4-FFF2-40B4-BE49-F238E27FC236}">
                <a16:creationId xmlns:a16="http://schemas.microsoft.com/office/drawing/2014/main" id="{CD851B11-4D9B-E4F1-4E8D-F05971EE1AC6}"/>
              </a:ext>
            </a:extLst>
          </p:cNvPr>
          <p:cNvSpPr txBox="1"/>
          <p:nvPr/>
        </p:nvSpPr>
        <p:spPr>
          <a:xfrm>
            <a:off x="5715003" y="1224551"/>
            <a:ext cx="462845" cy="584775"/>
          </a:xfrm>
          <a:prstGeom prst="rect">
            <a:avLst/>
          </a:prstGeom>
          <a:noFill/>
        </p:spPr>
        <p:txBody>
          <a:bodyPr wrap="square" rtlCol="0">
            <a:spAutoFit/>
          </a:bodyPr>
          <a:lstStyle/>
          <a:p>
            <a:pPr algn="ctr"/>
            <a:r>
              <a:rPr lang="en-US" sz="3200" dirty="0"/>
              <a:t>2</a:t>
            </a:r>
          </a:p>
        </p:txBody>
      </p:sp>
      <p:sp>
        <p:nvSpPr>
          <p:cNvPr id="43" name="TextBox 42">
            <a:extLst>
              <a:ext uri="{FF2B5EF4-FFF2-40B4-BE49-F238E27FC236}">
                <a16:creationId xmlns:a16="http://schemas.microsoft.com/office/drawing/2014/main" id="{8D26DAE5-F73B-D55E-1050-1889EA069F6A}"/>
              </a:ext>
            </a:extLst>
          </p:cNvPr>
          <p:cNvSpPr txBox="1"/>
          <p:nvPr/>
        </p:nvSpPr>
        <p:spPr>
          <a:xfrm>
            <a:off x="4645378" y="1533509"/>
            <a:ext cx="570089" cy="230832"/>
          </a:xfrm>
          <a:prstGeom prst="rect">
            <a:avLst/>
          </a:prstGeom>
          <a:noFill/>
        </p:spPr>
        <p:txBody>
          <a:bodyPr wrap="square" rtlCol="0">
            <a:spAutoFit/>
          </a:bodyPr>
          <a:lstStyle/>
          <a:p>
            <a:pPr algn="ctr"/>
            <a:r>
              <a:rPr lang="en-US" sz="900" dirty="0"/>
              <a:t>3489</a:t>
            </a:r>
          </a:p>
        </p:txBody>
      </p:sp>
      <p:sp>
        <p:nvSpPr>
          <p:cNvPr id="44" name="TextBox 43">
            <a:extLst>
              <a:ext uri="{FF2B5EF4-FFF2-40B4-BE49-F238E27FC236}">
                <a16:creationId xmlns:a16="http://schemas.microsoft.com/office/drawing/2014/main" id="{A7631EB5-3644-A79D-3075-65EB41AA7815}"/>
              </a:ext>
            </a:extLst>
          </p:cNvPr>
          <p:cNvSpPr txBox="1"/>
          <p:nvPr/>
        </p:nvSpPr>
        <p:spPr>
          <a:xfrm>
            <a:off x="5147734" y="1533509"/>
            <a:ext cx="570089" cy="230832"/>
          </a:xfrm>
          <a:prstGeom prst="rect">
            <a:avLst/>
          </a:prstGeom>
          <a:noFill/>
        </p:spPr>
        <p:txBody>
          <a:bodyPr wrap="square" rtlCol="0">
            <a:spAutoFit/>
          </a:bodyPr>
          <a:lstStyle/>
          <a:p>
            <a:pPr algn="ctr"/>
            <a:r>
              <a:rPr lang="en-US" sz="900" dirty="0"/>
              <a:t>9843</a:t>
            </a:r>
          </a:p>
        </p:txBody>
      </p:sp>
      <p:sp>
        <p:nvSpPr>
          <p:cNvPr id="47" name="TextBox 46">
            <a:extLst>
              <a:ext uri="{FF2B5EF4-FFF2-40B4-BE49-F238E27FC236}">
                <a16:creationId xmlns:a16="http://schemas.microsoft.com/office/drawing/2014/main" id="{20E4C17E-9729-D6A7-38F0-A1446ED76681}"/>
              </a:ext>
            </a:extLst>
          </p:cNvPr>
          <p:cNvSpPr txBox="1"/>
          <p:nvPr/>
        </p:nvSpPr>
        <p:spPr>
          <a:xfrm>
            <a:off x="4143022" y="3537285"/>
            <a:ext cx="570089" cy="230832"/>
          </a:xfrm>
          <a:prstGeom prst="rect">
            <a:avLst/>
          </a:prstGeom>
          <a:noFill/>
        </p:spPr>
        <p:txBody>
          <a:bodyPr wrap="square" rtlCol="0">
            <a:spAutoFit/>
          </a:bodyPr>
          <a:lstStyle/>
          <a:p>
            <a:pPr algn="ctr"/>
            <a:r>
              <a:rPr lang="en-US" sz="900" dirty="0"/>
              <a:t>98</a:t>
            </a:r>
          </a:p>
        </p:txBody>
      </p:sp>
      <p:sp>
        <p:nvSpPr>
          <p:cNvPr id="48" name="TextBox 47">
            <a:extLst>
              <a:ext uri="{FF2B5EF4-FFF2-40B4-BE49-F238E27FC236}">
                <a16:creationId xmlns:a16="http://schemas.microsoft.com/office/drawing/2014/main" id="{413581DD-26E8-9D3A-4EF0-A4B8F0C12BD7}"/>
              </a:ext>
            </a:extLst>
          </p:cNvPr>
          <p:cNvSpPr txBox="1"/>
          <p:nvPr/>
        </p:nvSpPr>
        <p:spPr>
          <a:xfrm>
            <a:off x="4645378" y="3537285"/>
            <a:ext cx="570089" cy="230832"/>
          </a:xfrm>
          <a:prstGeom prst="rect">
            <a:avLst/>
          </a:prstGeom>
          <a:noFill/>
        </p:spPr>
        <p:txBody>
          <a:bodyPr wrap="square" rtlCol="0">
            <a:spAutoFit/>
          </a:bodyPr>
          <a:lstStyle/>
          <a:p>
            <a:pPr algn="ctr"/>
            <a:r>
              <a:rPr lang="en-US" sz="900" dirty="0"/>
              <a:t>789</a:t>
            </a:r>
          </a:p>
        </p:txBody>
      </p:sp>
      <p:sp>
        <p:nvSpPr>
          <p:cNvPr id="49" name="TextBox 48">
            <a:extLst>
              <a:ext uri="{FF2B5EF4-FFF2-40B4-BE49-F238E27FC236}">
                <a16:creationId xmlns:a16="http://schemas.microsoft.com/office/drawing/2014/main" id="{3ECB4B1D-4599-1AD5-1ED9-868007A56F74}"/>
              </a:ext>
            </a:extLst>
          </p:cNvPr>
          <p:cNvSpPr txBox="1"/>
          <p:nvPr/>
        </p:nvSpPr>
        <p:spPr>
          <a:xfrm>
            <a:off x="5147734" y="3537285"/>
            <a:ext cx="570089" cy="230832"/>
          </a:xfrm>
          <a:prstGeom prst="rect">
            <a:avLst/>
          </a:prstGeom>
          <a:noFill/>
        </p:spPr>
        <p:txBody>
          <a:bodyPr wrap="square" rtlCol="0">
            <a:spAutoFit/>
          </a:bodyPr>
          <a:lstStyle/>
          <a:p>
            <a:pPr algn="ctr"/>
            <a:r>
              <a:rPr lang="en-US" sz="900" dirty="0"/>
              <a:t>789</a:t>
            </a:r>
          </a:p>
        </p:txBody>
      </p:sp>
      <p:sp>
        <p:nvSpPr>
          <p:cNvPr id="51" name="TextBox 50">
            <a:extLst>
              <a:ext uri="{FF2B5EF4-FFF2-40B4-BE49-F238E27FC236}">
                <a16:creationId xmlns:a16="http://schemas.microsoft.com/office/drawing/2014/main" id="{1B6C3332-8FF5-8237-83BF-B07CB2720653}"/>
              </a:ext>
            </a:extLst>
          </p:cNvPr>
          <p:cNvSpPr txBox="1"/>
          <p:nvPr/>
        </p:nvSpPr>
        <p:spPr>
          <a:xfrm>
            <a:off x="5215469" y="2231221"/>
            <a:ext cx="462845" cy="584775"/>
          </a:xfrm>
          <a:prstGeom prst="rect">
            <a:avLst/>
          </a:prstGeom>
          <a:noFill/>
        </p:spPr>
        <p:txBody>
          <a:bodyPr wrap="square" rtlCol="0">
            <a:spAutoFit/>
          </a:bodyPr>
          <a:lstStyle/>
          <a:p>
            <a:pPr algn="ctr"/>
            <a:r>
              <a:rPr lang="en-US" sz="3200" dirty="0"/>
              <a:t>6</a:t>
            </a:r>
          </a:p>
        </p:txBody>
      </p:sp>
      <p:sp>
        <p:nvSpPr>
          <p:cNvPr id="15" name="TextBox 14">
            <a:extLst>
              <a:ext uri="{FF2B5EF4-FFF2-40B4-BE49-F238E27FC236}">
                <a16:creationId xmlns:a16="http://schemas.microsoft.com/office/drawing/2014/main" id="{9F47219B-95A6-8129-BD0B-F6982DD52A3E}"/>
              </a:ext>
            </a:extLst>
          </p:cNvPr>
          <p:cNvSpPr txBox="1"/>
          <p:nvPr/>
        </p:nvSpPr>
        <p:spPr>
          <a:xfrm>
            <a:off x="3217333" y="2734556"/>
            <a:ext cx="462845" cy="584775"/>
          </a:xfrm>
          <a:prstGeom prst="rect">
            <a:avLst/>
          </a:prstGeom>
          <a:noFill/>
        </p:spPr>
        <p:txBody>
          <a:bodyPr wrap="square" rtlCol="0">
            <a:spAutoFit/>
          </a:bodyPr>
          <a:lstStyle/>
          <a:p>
            <a:pPr algn="ctr"/>
            <a:r>
              <a:rPr lang="en-US" sz="3200" dirty="0"/>
              <a:t>7</a:t>
            </a:r>
          </a:p>
        </p:txBody>
      </p:sp>
      <p:sp>
        <p:nvSpPr>
          <p:cNvPr id="52" name="TextBox 51">
            <a:extLst>
              <a:ext uri="{FF2B5EF4-FFF2-40B4-BE49-F238E27FC236}">
                <a16:creationId xmlns:a16="http://schemas.microsoft.com/office/drawing/2014/main" id="{41011EAB-300D-3911-A1CF-9017BABE161D}"/>
              </a:ext>
            </a:extLst>
          </p:cNvPr>
          <p:cNvSpPr txBox="1"/>
          <p:nvPr/>
        </p:nvSpPr>
        <p:spPr>
          <a:xfrm>
            <a:off x="3716867" y="2734556"/>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861E36DC-880C-10F3-94DD-92FD5E7B8D44}"/>
              </a:ext>
            </a:extLst>
          </p:cNvPr>
          <p:cNvSpPr txBox="1"/>
          <p:nvPr/>
        </p:nvSpPr>
        <p:spPr>
          <a:xfrm>
            <a:off x="3716867" y="1727886"/>
            <a:ext cx="462845" cy="584775"/>
          </a:xfrm>
          <a:prstGeom prst="rect">
            <a:avLst/>
          </a:prstGeom>
          <a:noFill/>
        </p:spPr>
        <p:txBody>
          <a:bodyPr wrap="square" rtlCol="0">
            <a:spAutoFit/>
          </a:bodyPr>
          <a:lstStyle/>
          <a:p>
            <a:pPr algn="ctr"/>
            <a:r>
              <a:rPr lang="en-US" sz="3200" dirty="0"/>
              <a:t>7</a:t>
            </a:r>
          </a:p>
        </p:txBody>
      </p:sp>
      <p:sp>
        <p:nvSpPr>
          <p:cNvPr id="33" name="TextBox 32">
            <a:extLst>
              <a:ext uri="{FF2B5EF4-FFF2-40B4-BE49-F238E27FC236}">
                <a16:creationId xmlns:a16="http://schemas.microsoft.com/office/drawing/2014/main" id="{7A09CF5C-77EC-354D-FB9A-0D63DE7D9F12}"/>
              </a:ext>
            </a:extLst>
          </p:cNvPr>
          <p:cNvSpPr txBox="1"/>
          <p:nvPr/>
        </p:nvSpPr>
        <p:spPr>
          <a:xfrm>
            <a:off x="3138310" y="3907597"/>
            <a:ext cx="570089" cy="230832"/>
          </a:xfrm>
          <a:prstGeom prst="rect">
            <a:avLst/>
          </a:prstGeom>
          <a:noFill/>
        </p:spPr>
        <p:txBody>
          <a:bodyPr wrap="square" rtlCol="0">
            <a:spAutoFit/>
          </a:bodyPr>
          <a:lstStyle/>
          <a:p>
            <a:pPr algn="ctr"/>
            <a:r>
              <a:rPr lang="en-US" sz="900" dirty="0"/>
              <a:t>15</a:t>
            </a:r>
          </a:p>
        </p:txBody>
      </p:sp>
      <p:sp>
        <p:nvSpPr>
          <p:cNvPr id="53" name="TextBox 52">
            <a:extLst>
              <a:ext uri="{FF2B5EF4-FFF2-40B4-BE49-F238E27FC236}">
                <a16:creationId xmlns:a16="http://schemas.microsoft.com/office/drawing/2014/main" id="{6823658B-3C34-C454-2DFB-69C8E9AAD60A}"/>
              </a:ext>
            </a:extLst>
          </p:cNvPr>
          <p:cNvSpPr txBox="1"/>
          <p:nvPr/>
        </p:nvSpPr>
        <p:spPr>
          <a:xfrm>
            <a:off x="3138310" y="4408541"/>
            <a:ext cx="570089" cy="230832"/>
          </a:xfrm>
          <a:prstGeom prst="rect">
            <a:avLst/>
          </a:prstGeom>
          <a:noFill/>
        </p:spPr>
        <p:txBody>
          <a:bodyPr wrap="square" rtlCol="0">
            <a:spAutoFit/>
          </a:bodyPr>
          <a:lstStyle/>
          <a:p>
            <a:pPr algn="ctr"/>
            <a:r>
              <a:rPr lang="en-US" sz="900" dirty="0"/>
              <a:t>51</a:t>
            </a:r>
          </a:p>
        </p:txBody>
      </p:sp>
      <p:sp>
        <p:nvSpPr>
          <p:cNvPr id="60" name="TextBox 59">
            <a:extLst>
              <a:ext uri="{FF2B5EF4-FFF2-40B4-BE49-F238E27FC236}">
                <a16:creationId xmlns:a16="http://schemas.microsoft.com/office/drawing/2014/main" id="{ADBBC855-8947-B345-9426-74685F31DE13}"/>
              </a:ext>
            </a:extLst>
          </p:cNvPr>
          <p:cNvSpPr txBox="1"/>
          <p:nvPr/>
        </p:nvSpPr>
        <p:spPr>
          <a:xfrm>
            <a:off x="4645378" y="2905709"/>
            <a:ext cx="570089" cy="230832"/>
          </a:xfrm>
          <a:prstGeom prst="rect">
            <a:avLst/>
          </a:prstGeom>
          <a:noFill/>
        </p:spPr>
        <p:txBody>
          <a:bodyPr wrap="square" rtlCol="0">
            <a:spAutoFit/>
          </a:bodyPr>
          <a:lstStyle/>
          <a:p>
            <a:pPr algn="ctr"/>
            <a:r>
              <a:rPr lang="en-US" sz="900" dirty="0"/>
              <a:t>14</a:t>
            </a:r>
          </a:p>
        </p:txBody>
      </p:sp>
      <p:sp>
        <p:nvSpPr>
          <p:cNvPr id="61" name="TextBox 60">
            <a:extLst>
              <a:ext uri="{FF2B5EF4-FFF2-40B4-BE49-F238E27FC236}">
                <a16:creationId xmlns:a16="http://schemas.microsoft.com/office/drawing/2014/main" id="{4AC6FDD2-91F8-6332-A0FD-76AAC89AD8D6}"/>
              </a:ext>
            </a:extLst>
          </p:cNvPr>
          <p:cNvSpPr txBox="1"/>
          <p:nvPr/>
        </p:nvSpPr>
        <p:spPr>
          <a:xfrm>
            <a:off x="5650090" y="2905709"/>
            <a:ext cx="570089" cy="230832"/>
          </a:xfrm>
          <a:prstGeom prst="rect">
            <a:avLst/>
          </a:prstGeom>
          <a:noFill/>
        </p:spPr>
        <p:txBody>
          <a:bodyPr wrap="square" rtlCol="0">
            <a:spAutoFit/>
          </a:bodyPr>
          <a:lstStyle/>
          <a:p>
            <a:pPr algn="ctr"/>
            <a:r>
              <a:rPr lang="en-US" sz="900" dirty="0"/>
              <a:t>41</a:t>
            </a:r>
          </a:p>
        </p:txBody>
      </p:sp>
      <p:sp>
        <p:nvSpPr>
          <p:cNvPr id="64" name="TextBox 63">
            <a:extLst>
              <a:ext uri="{FF2B5EF4-FFF2-40B4-BE49-F238E27FC236}">
                <a16:creationId xmlns:a16="http://schemas.microsoft.com/office/drawing/2014/main" id="{C877F34B-841A-5F99-7F51-E431003FD3A1}"/>
              </a:ext>
            </a:extLst>
          </p:cNvPr>
          <p:cNvSpPr txBox="1"/>
          <p:nvPr/>
        </p:nvSpPr>
        <p:spPr>
          <a:xfrm>
            <a:off x="6654802" y="3406653"/>
            <a:ext cx="570089" cy="230832"/>
          </a:xfrm>
          <a:prstGeom prst="rect">
            <a:avLst/>
          </a:prstGeom>
          <a:noFill/>
        </p:spPr>
        <p:txBody>
          <a:bodyPr wrap="square" rtlCol="0">
            <a:spAutoFit/>
          </a:bodyPr>
          <a:lstStyle/>
          <a:p>
            <a:pPr algn="ctr"/>
            <a:r>
              <a:rPr lang="en-US" sz="900" dirty="0"/>
              <a:t>16</a:t>
            </a:r>
          </a:p>
        </p:txBody>
      </p:sp>
      <p:sp>
        <p:nvSpPr>
          <p:cNvPr id="65" name="TextBox 64">
            <a:extLst>
              <a:ext uri="{FF2B5EF4-FFF2-40B4-BE49-F238E27FC236}">
                <a16:creationId xmlns:a16="http://schemas.microsoft.com/office/drawing/2014/main" id="{4E348EE5-159C-F0CB-A9F5-38631F0F7076}"/>
              </a:ext>
            </a:extLst>
          </p:cNvPr>
          <p:cNvSpPr txBox="1"/>
          <p:nvPr/>
        </p:nvSpPr>
        <p:spPr>
          <a:xfrm>
            <a:off x="7157158" y="3406653"/>
            <a:ext cx="570089" cy="230832"/>
          </a:xfrm>
          <a:prstGeom prst="rect">
            <a:avLst/>
          </a:prstGeom>
          <a:noFill/>
        </p:spPr>
        <p:txBody>
          <a:bodyPr wrap="square" rtlCol="0">
            <a:spAutoFit/>
          </a:bodyPr>
          <a:lstStyle/>
          <a:p>
            <a:pPr algn="ctr"/>
            <a:r>
              <a:rPr lang="en-US" sz="900" dirty="0"/>
              <a:t>61</a:t>
            </a:r>
          </a:p>
        </p:txBody>
      </p:sp>
      <p:sp>
        <p:nvSpPr>
          <p:cNvPr id="66" name="TextBox 65">
            <a:extLst>
              <a:ext uri="{FF2B5EF4-FFF2-40B4-BE49-F238E27FC236}">
                <a16:creationId xmlns:a16="http://schemas.microsoft.com/office/drawing/2014/main" id="{5DB179CB-D365-7ABD-4651-1615DEC32149}"/>
              </a:ext>
            </a:extLst>
          </p:cNvPr>
          <p:cNvSpPr txBox="1"/>
          <p:nvPr/>
        </p:nvSpPr>
        <p:spPr>
          <a:xfrm>
            <a:off x="4216401" y="2734556"/>
            <a:ext cx="462845" cy="584775"/>
          </a:xfrm>
          <a:prstGeom prst="rect">
            <a:avLst/>
          </a:prstGeom>
          <a:noFill/>
        </p:spPr>
        <p:txBody>
          <a:bodyPr wrap="square" rtlCol="0">
            <a:spAutoFit/>
          </a:bodyPr>
          <a:lstStyle/>
          <a:p>
            <a:pPr algn="ctr"/>
            <a:r>
              <a:rPr lang="en-US" sz="3200" dirty="0"/>
              <a:t>5</a:t>
            </a:r>
          </a:p>
        </p:txBody>
      </p:sp>
      <p:sp>
        <p:nvSpPr>
          <p:cNvPr id="67" name="TextBox 66">
            <a:extLst>
              <a:ext uri="{FF2B5EF4-FFF2-40B4-BE49-F238E27FC236}">
                <a16:creationId xmlns:a16="http://schemas.microsoft.com/office/drawing/2014/main" id="{23A683A1-67D8-7A5A-F22F-1DAA04C447D4}"/>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68" name="TextBox 67">
            <a:extLst>
              <a:ext uri="{FF2B5EF4-FFF2-40B4-BE49-F238E27FC236}">
                <a16:creationId xmlns:a16="http://schemas.microsoft.com/office/drawing/2014/main" id="{D6DED6FC-B44A-FB07-16D1-26CC4DCE1392}"/>
              </a:ext>
            </a:extLst>
          </p:cNvPr>
          <p:cNvSpPr txBox="1"/>
          <p:nvPr/>
        </p:nvSpPr>
        <p:spPr>
          <a:xfrm>
            <a:off x="3716867" y="3237891"/>
            <a:ext cx="462845" cy="584775"/>
          </a:xfrm>
          <a:prstGeom prst="rect">
            <a:avLst/>
          </a:prstGeom>
          <a:noFill/>
        </p:spPr>
        <p:txBody>
          <a:bodyPr wrap="square" rtlCol="0">
            <a:spAutoFit/>
          </a:bodyPr>
          <a:lstStyle/>
          <a:p>
            <a:pPr algn="ctr"/>
            <a:r>
              <a:rPr lang="en-US" sz="3200" dirty="0"/>
              <a:t>4</a:t>
            </a:r>
          </a:p>
        </p:txBody>
      </p:sp>
      <p:sp>
        <p:nvSpPr>
          <p:cNvPr id="9" name="TextBox 8">
            <a:extLst>
              <a:ext uri="{FF2B5EF4-FFF2-40B4-BE49-F238E27FC236}">
                <a16:creationId xmlns:a16="http://schemas.microsoft.com/office/drawing/2014/main" id="{6659E1AC-1F7E-B76F-D7EA-F933E7995405}"/>
              </a:ext>
            </a:extLst>
          </p:cNvPr>
          <p:cNvSpPr txBox="1"/>
          <p:nvPr/>
        </p:nvSpPr>
        <p:spPr>
          <a:xfrm>
            <a:off x="5215469" y="2734556"/>
            <a:ext cx="462845" cy="584775"/>
          </a:xfrm>
          <a:prstGeom prst="rect">
            <a:avLst/>
          </a:prstGeom>
          <a:noFill/>
        </p:spPr>
        <p:txBody>
          <a:bodyPr wrap="square" rtlCol="0">
            <a:spAutoFit/>
          </a:bodyPr>
          <a:lstStyle/>
          <a:p>
            <a:pPr algn="ctr"/>
            <a:r>
              <a:rPr lang="en-US" sz="3200" dirty="0"/>
              <a:t>2</a:t>
            </a:r>
          </a:p>
        </p:txBody>
      </p:sp>
      <p:sp>
        <p:nvSpPr>
          <p:cNvPr id="45" name="TextBox 44">
            <a:extLst>
              <a:ext uri="{FF2B5EF4-FFF2-40B4-BE49-F238E27FC236}">
                <a16:creationId xmlns:a16="http://schemas.microsoft.com/office/drawing/2014/main" id="{68465B1C-607A-31AE-0DCB-4D91614AEA19}"/>
              </a:ext>
            </a:extLst>
          </p:cNvPr>
          <p:cNvSpPr txBox="1"/>
          <p:nvPr/>
        </p:nvSpPr>
        <p:spPr>
          <a:xfrm>
            <a:off x="7213604" y="2734556"/>
            <a:ext cx="462845" cy="584775"/>
          </a:xfrm>
          <a:prstGeom prst="rect">
            <a:avLst/>
          </a:prstGeom>
          <a:noFill/>
        </p:spPr>
        <p:txBody>
          <a:bodyPr wrap="square" rtlCol="0">
            <a:spAutoFit/>
          </a:bodyPr>
          <a:lstStyle/>
          <a:p>
            <a:pPr algn="ctr"/>
            <a:r>
              <a:rPr lang="en-US" sz="3200" dirty="0"/>
              <a:t>9</a:t>
            </a:r>
          </a:p>
        </p:txBody>
      </p:sp>
      <p:sp>
        <p:nvSpPr>
          <p:cNvPr id="46" name="TextBox 45">
            <a:extLst>
              <a:ext uri="{FF2B5EF4-FFF2-40B4-BE49-F238E27FC236}">
                <a16:creationId xmlns:a16="http://schemas.microsoft.com/office/drawing/2014/main" id="{BBD54EDA-77EA-EC99-B2C7-ED9F88CE8F2B}"/>
              </a:ext>
            </a:extLst>
          </p:cNvPr>
          <p:cNvSpPr txBox="1"/>
          <p:nvPr/>
        </p:nvSpPr>
        <p:spPr>
          <a:xfrm>
            <a:off x="6714071" y="2734556"/>
            <a:ext cx="462845" cy="584775"/>
          </a:xfrm>
          <a:prstGeom prst="rect">
            <a:avLst/>
          </a:prstGeom>
          <a:noFill/>
        </p:spPr>
        <p:txBody>
          <a:bodyPr wrap="square" rtlCol="0">
            <a:spAutoFit/>
          </a:bodyPr>
          <a:lstStyle/>
          <a:p>
            <a:pPr algn="ctr"/>
            <a:r>
              <a:rPr lang="en-US" sz="3200" dirty="0"/>
              <a:t>8</a:t>
            </a:r>
          </a:p>
        </p:txBody>
      </p:sp>
      <p:sp>
        <p:nvSpPr>
          <p:cNvPr id="50" name="TextBox 49">
            <a:extLst>
              <a:ext uri="{FF2B5EF4-FFF2-40B4-BE49-F238E27FC236}">
                <a16:creationId xmlns:a16="http://schemas.microsoft.com/office/drawing/2014/main" id="{8C6F8CAF-1D23-33CE-165B-9866E28C3606}"/>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54" name="TextBox 53">
            <a:extLst>
              <a:ext uri="{FF2B5EF4-FFF2-40B4-BE49-F238E27FC236}">
                <a16:creationId xmlns:a16="http://schemas.microsoft.com/office/drawing/2014/main" id="{BDD36231-A3AB-D422-88F5-2EA81ABF450B}"/>
              </a:ext>
            </a:extLst>
          </p:cNvPr>
          <p:cNvSpPr txBox="1"/>
          <p:nvPr/>
        </p:nvSpPr>
        <p:spPr>
          <a:xfrm>
            <a:off x="3716867" y="721216"/>
            <a:ext cx="462845" cy="584775"/>
          </a:xfrm>
          <a:prstGeom prst="rect">
            <a:avLst/>
          </a:prstGeom>
          <a:noFill/>
        </p:spPr>
        <p:txBody>
          <a:bodyPr wrap="square" rtlCol="0">
            <a:spAutoFit/>
          </a:bodyPr>
          <a:lstStyle/>
          <a:p>
            <a:pPr algn="ctr"/>
            <a:r>
              <a:rPr lang="en-US" sz="3200" dirty="0"/>
              <a:t>3</a:t>
            </a:r>
          </a:p>
        </p:txBody>
      </p:sp>
      <p:sp>
        <p:nvSpPr>
          <p:cNvPr id="55" name="TextBox 54">
            <a:extLst>
              <a:ext uri="{FF2B5EF4-FFF2-40B4-BE49-F238E27FC236}">
                <a16:creationId xmlns:a16="http://schemas.microsoft.com/office/drawing/2014/main" id="{A4E7CB32-8260-9DD0-DC96-38E6C4993C9E}"/>
              </a:ext>
            </a:extLst>
          </p:cNvPr>
          <p:cNvSpPr txBox="1"/>
          <p:nvPr/>
        </p:nvSpPr>
        <p:spPr>
          <a:xfrm>
            <a:off x="5715003" y="721216"/>
            <a:ext cx="462845" cy="584775"/>
          </a:xfrm>
          <a:prstGeom prst="rect">
            <a:avLst/>
          </a:prstGeom>
          <a:noFill/>
        </p:spPr>
        <p:txBody>
          <a:bodyPr wrap="square" rtlCol="0">
            <a:spAutoFit/>
          </a:bodyPr>
          <a:lstStyle/>
          <a:p>
            <a:pPr algn="ctr"/>
            <a:r>
              <a:rPr lang="en-US" sz="3200" dirty="0"/>
              <a:t>5</a:t>
            </a:r>
          </a:p>
        </p:txBody>
      </p:sp>
      <p:sp>
        <p:nvSpPr>
          <p:cNvPr id="37" name="TextBox 36">
            <a:extLst>
              <a:ext uri="{FF2B5EF4-FFF2-40B4-BE49-F238E27FC236}">
                <a16:creationId xmlns:a16="http://schemas.microsoft.com/office/drawing/2014/main" id="{59BDAB4D-686B-3E77-A3F3-404BCD49F630}"/>
              </a:ext>
            </a:extLst>
          </p:cNvPr>
          <p:cNvSpPr txBox="1"/>
          <p:nvPr/>
        </p:nvSpPr>
        <p:spPr>
          <a:xfrm>
            <a:off x="3716867" y="1224551"/>
            <a:ext cx="462845" cy="584775"/>
          </a:xfrm>
          <a:prstGeom prst="rect">
            <a:avLst/>
          </a:prstGeom>
          <a:noFill/>
        </p:spPr>
        <p:txBody>
          <a:bodyPr wrap="square" rtlCol="0">
            <a:spAutoFit/>
          </a:bodyPr>
          <a:lstStyle/>
          <a:p>
            <a:pPr algn="ctr"/>
            <a:r>
              <a:rPr lang="en-US" sz="3200" dirty="0"/>
              <a:t>5</a:t>
            </a:r>
          </a:p>
        </p:txBody>
      </p:sp>
      <p:sp>
        <p:nvSpPr>
          <p:cNvPr id="38" name="TextBox 37">
            <a:extLst>
              <a:ext uri="{FF2B5EF4-FFF2-40B4-BE49-F238E27FC236}">
                <a16:creationId xmlns:a16="http://schemas.microsoft.com/office/drawing/2014/main" id="{B7BF8547-E2E5-EF9A-F249-0A92395E9716}"/>
              </a:ext>
            </a:extLst>
          </p:cNvPr>
          <p:cNvSpPr txBox="1"/>
          <p:nvPr/>
        </p:nvSpPr>
        <p:spPr>
          <a:xfrm>
            <a:off x="4715935" y="721216"/>
            <a:ext cx="462845" cy="584775"/>
          </a:xfrm>
          <a:prstGeom prst="rect">
            <a:avLst/>
          </a:prstGeom>
          <a:noFill/>
        </p:spPr>
        <p:txBody>
          <a:bodyPr wrap="square" rtlCol="0">
            <a:spAutoFit/>
          </a:bodyPr>
          <a:lstStyle/>
          <a:p>
            <a:pPr algn="ctr"/>
            <a:r>
              <a:rPr lang="en-US" sz="3200" dirty="0"/>
              <a:t>7</a:t>
            </a:r>
          </a:p>
        </p:txBody>
      </p:sp>
      <p:sp>
        <p:nvSpPr>
          <p:cNvPr id="56" name="TextBox 55">
            <a:extLst>
              <a:ext uri="{FF2B5EF4-FFF2-40B4-BE49-F238E27FC236}">
                <a16:creationId xmlns:a16="http://schemas.microsoft.com/office/drawing/2014/main" id="{58F7EE81-0809-BFB9-534C-8F2C6A077C57}"/>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01F46CE9-5710-0173-4055-FD75D1E6CF05}"/>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59" name="TextBox 58">
            <a:extLst>
              <a:ext uri="{FF2B5EF4-FFF2-40B4-BE49-F238E27FC236}">
                <a16:creationId xmlns:a16="http://schemas.microsoft.com/office/drawing/2014/main" id="{5834307C-27F1-E4FB-35A0-713189E5ECFC}"/>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62" name="TextBox 61">
            <a:extLst>
              <a:ext uri="{FF2B5EF4-FFF2-40B4-BE49-F238E27FC236}">
                <a16:creationId xmlns:a16="http://schemas.microsoft.com/office/drawing/2014/main" id="{F3C4D57D-E2C9-A3D5-3E6C-8B2D96E9A82D}"/>
              </a:ext>
            </a:extLst>
          </p:cNvPr>
          <p:cNvSpPr txBox="1"/>
          <p:nvPr/>
        </p:nvSpPr>
        <p:spPr>
          <a:xfrm>
            <a:off x="5215469" y="1727886"/>
            <a:ext cx="462845" cy="584775"/>
          </a:xfrm>
          <a:prstGeom prst="rect">
            <a:avLst/>
          </a:prstGeom>
          <a:noFill/>
        </p:spPr>
        <p:txBody>
          <a:bodyPr wrap="square" rtlCol="0">
            <a:spAutoFit/>
          </a:bodyPr>
          <a:lstStyle/>
          <a:p>
            <a:pPr algn="ctr"/>
            <a:r>
              <a:rPr lang="en-US" sz="3200" dirty="0"/>
              <a:t>8</a:t>
            </a:r>
          </a:p>
        </p:txBody>
      </p:sp>
    </p:spTree>
    <p:extLst>
      <p:ext uri="{BB962C8B-B14F-4D97-AF65-F5344CB8AC3E}">
        <p14:creationId xmlns:p14="http://schemas.microsoft.com/office/powerpoint/2010/main" val="71941165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832739-4AD5-3279-19B8-CBE6BFBCE91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C0429AB-E7C0-8D3C-3972-CDECC86EAFF8}"/>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6AE3344A-5185-454D-C050-F594E333CE73}"/>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80325631-CA19-9F71-7E27-7F658E184EAD}"/>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FC49290F-9962-AE19-BDFF-0C9846D32D7C}"/>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6AFD1BA6-BC3E-7353-94D7-B2AA209AC128}"/>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AED339DB-88BB-9368-382A-B49D06E5D8A9}"/>
              </a:ext>
            </a:extLst>
          </p:cNvPr>
          <p:cNvSpPr txBox="1"/>
          <p:nvPr/>
        </p:nvSpPr>
        <p:spPr>
          <a:xfrm>
            <a:off x="3716867" y="2231221"/>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757B643D-A97D-903F-6782-3208155A5778}"/>
              </a:ext>
            </a:extLst>
          </p:cNvPr>
          <p:cNvSpPr txBox="1"/>
          <p:nvPr/>
        </p:nvSpPr>
        <p:spPr>
          <a:xfrm>
            <a:off x="3217333" y="4747898"/>
            <a:ext cx="462845" cy="584775"/>
          </a:xfrm>
          <a:prstGeom prst="rect">
            <a:avLst/>
          </a:prstGeom>
          <a:noFill/>
        </p:spPr>
        <p:txBody>
          <a:bodyPr wrap="square" rtlCol="0">
            <a:spAutoFit/>
          </a:bodyPr>
          <a:lstStyle/>
          <a:p>
            <a:pPr algn="ctr"/>
            <a:r>
              <a:rPr lang="en-US" sz="3200" dirty="0"/>
              <a:t>6</a:t>
            </a:r>
          </a:p>
        </p:txBody>
      </p:sp>
      <p:sp>
        <p:nvSpPr>
          <p:cNvPr id="11" name="TextBox 10">
            <a:extLst>
              <a:ext uri="{FF2B5EF4-FFF2-40B4-BE49-F238E27FC236}">
                <a16:creationId xmlns:a16="http://schemas.microsoft.com/office/drawing/2014/main" id="{89102876-EE03-7DE1-8551-49F0711664BD}"/>
              </a:ext>
            </a:extLst>
          </p:cNvPr>
          <p:cNvSpPr txBox="1"/>
          <p:nvPr/>
        </p:nvSpPr>
        <p:spPr>
          <a:xfrm>
            <a:off x="7213604" y="4747898"/>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FEC1F9A0-0F08-1459-B95C-40FDB8F7CD6E}"/>
              </a:ext>
            </a:extLst>
          </p:cNvPr>
          <p:cNvSpPr txBox="1"/>
          <p:nvPr/>
        </p:nvSpPr>
        <p:spPr>
          <a:xfrm>
            <a:off x="6214537" y="2734556"/>
            <a:ext cx="462845" cy="584775"/>
          </a:xfrm>
          <a:prstGeom prst="rect">
            <a:avLst/>
          </a:prstGeom>
          <a:no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789D6E2C-B752-B2D3-E7F6-B2CCD834A263}"/>
              </a:ext>
            </a:extLst>
          </p:cNvPr>
          <p:cNvSpPr txBox="1"/>
          <p:nvPr/>
        </p:nvSpPr>
        <p:spPr>
          <a:xfrm>
            <a:off x="4143022" y="2274133"/>
            <a:ext cx="570089" cy="230832"/>
          </a:xfrm>
          <a:prstGeom prst="rect">
            <a:avLst/>
          </a:prstGeom>
          <a:noFill/>
        </p:spPr>
        <p:txBody>
          <a:bodyPr wrap="square" rtlCol="0">
            <a:spAutoFit/>
          </a:bodyPr>
          <a:lstStyle/>
          <a:p>
            <a:pPr algn="ctr"/>
            <a:r>
              <a:rPr lang="en-US" sz="900" dirty="0"/>
              <a:t>89</a:t>
            </a:r>
          </a:p>
        </p:txBody>
      </p:sp>
      <p:sp>
        <p:nvSpPr>
          <p:cNvPr id="16" name="TextBox 15">
            <a:extLst>
              <a:ext uri="{FF2B5EF4-FFF2-40B4-BE49-F238E27FC236}">
                <a16:creationId xmlns:a16="http://schemas.microsoft.com/office/drawing/2014/main" id="{0D4F75DA-4A65-6ACB-F65A-7D71290A9586}"/>
              </a:ext>
            </a:extLst>
          </p:cNvPr>
          <p:cNvSpPr txBox="1"/>
          <p:nvPr/>
        </p:nvSpPr>
        <p:spPr>
          <a:xfrm>
            <a:off x="5650090" y="2274133"/>
            <a:ext cx="570089" cy="230832"/>
          </a:xfrm>
          <a:prstGeom prst="rect">
            <a:avLst/>
          </a:prstGeom>
          <a:noFill/>
        </p:spPr>
        <p:txBody>
          <a:bodyPr wrap="square" rtlCol="0">
            <a:spAutoFit/>
          </a:bodyPr>
          <a:lstStyle/>
          <a:p>
            <a:pPr algn="ctr"/>
            <a:r>
              <a:rPr lang="en-US" sz="900" dirty="0"/>
              <a:t>98</a:t>
            </a:r>
          </a:p>
        </p:txBody>
      </p:sp>
      <p:sp>
        <p:nvSpPr>
          <p:cNvPr id="18" name="TextBox 17">
            <a:extLst>
              <a:ext uri="{FF2B5EF4-FFF2-40B4-BE49-F238E27FC236}">
                <a16:creationId xmlns:a16="http://schemas.microsoft.com/office/drawing/2014/main" id="{EB149A9F-DF49-46D5-2C23-006BD2714728}"/>
              </a:ext>
            </a:extLst>
          </p:cNvPr>
          <p:cNvSpPr txBox="1"/>
          <p:nvPr/>
        </p:nvSpPr>
        <p:spPr>
          <a:xfrm>
            <a:off x="6654802" y="2404765"/>
            <a:ext cx="570089" cy="230832"/>
          </a:xfrm>
          <a:prstGeom prst="rect">
            <a:avLst/>
          </a:prstGeom>
          <a:noFill/>
        </p:spPr>
        <p:txBody>
          <a:bodyPr wrap="square" rtlCol="0">
            <a:spAutoFit/>
          </a:bodyPr>
          <a:lstStyle/>
          <a:p>
            <a:pPr algn="ctr"/>
            <a:r>
              <a:rPr lang="en-US" sz="900" dirty="0"/>
              <a:t>24</a:t>
            </a:r>
          </a:p>
        </p:txBody>
      </p:sp>
      <p:sp>
        <p:nvSpPr>
          <p:cNvPr id="19" name="TextBox 18">
            <a:extLst>
              <a:ext uri="{FF2B5EF4-FFF2-40B4-BE49-F238E27FC236}">
                <a16:creationId xmlns:a16="http://schemas.microsoft.com/office/drawing/2014/main" id="{DAC65733-86AE-BC71-C84A-FA0ABE952956}"/>
              </a:ext>
            </a:extLst>
          </p:cNvPr>
          <p:cNvSpPr txBox="1"/>
          <p:nvPr/>
        </p:nvSpPr>
        <p:spPr>
          <a:xfrm>
            <a:off x="7157158" y="2404765"/>
            <a:ext cx="570089" cy="230832"/>
          </a:xfrm>
          <a:prstGeom prst="rect">
            <a:avLst/>
          </a:prstGeom>
          <a:noFill/>
        </p:spPr>
        <p:txBody>
          <a:bodyPr wrap="square" rtlCol="0">
            <a:spAutoFit/>
          </a:bodyPr>
          <a:lstStyle/>
          <a:p>
            <a:pPr algn="ctr"/>
            <a:r>
              <a:rPr lang="en-US" sz="900" dirty="0"/>
              <a:t>42</a:t>
            </a:r>
          </a:p>
        </p:txBody>
      </p:sp>
      <p:sp>
        <p:nvSpPr>
          <p:cNvPr id="23" name="TextBox 22">
            <a:extLst>
              <a:ext uri="{FF2B5EF4-FFF2-40B4-BE49-F238E27FC236}">
                <a16:creationId xmlns:a16="http://schemas.microsoft.com/office/drawing/2014/main" id="{58305153-3DA1-74E2-EC6F-D3EB529A3D81}"/>
              </a:ext>
            </a:extLst>
          </p:cNvPr>
          <p:cNvSpPr txBox="1"/>
          <p:nvPr/>
        </p:nvSpPr>
        <p:spPr>
          <a:xfrm>
            <a:off x="6214537" y="721216"/>
            <a:ext cx="462845" cy="584775"/>
          </a:xfrm>
          <a:prstGeom prst="rect">
            <a:avLst/>
          </a:prstGeom>
          <a:noFill/>
        </p:spPr>
        <p:txBody>
          <a:bodyPr wrap="square" rtlCol="0">
            <a:spAutoFit/>
          </a:bodyPr>
          <a:lstStyle/>
          <a:p>
            <a:pPr algn="ctr"/>
            <a:r>
              <a:rPr lang="en-US" sz="3200" dirty="0"/>
              <a:t>2</a:t>
            </a:r>
          </a:p>
        </p:txBody>
      </p:sp>
      <p:sp>
        <p:nvSpPr>
          <p:cNvPr id="24" name="TextBox 23">
            <a:extLst>
              <a:ext uri="{FF2B5EF4-FFF2-40B4-BE49-F238E27FC236}">
                <a16:creationId xmlns:a16="http://schemas.microsoft.com/office/drawing/2014/main" id="{897659EC-7C80-1224-3883-F0920C9C64D2}"/>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54F973B5-32BC-508B-CB64-FA95934584D6}"/>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26" name="TextBox 25">
            <a:extLst>
              <a:ext uri="{FF2B5EF4-FFF2-40B4-BE49-F238E27FC236}">
                <a16:creationId xmlns:a16="http://schemas.microsoft.com/office/drawing/2014/main" id="{E76A27FE-93F5-39C4-8AB7-B4095B0ADA08}"/>
              </a:ext>
            </a:extLst>
          </p:cNvPr>
          <p:cNvSpPr txBox="1"/>
          <p:nvPr/>
        </p:nvSpPr>
        <p:spPr>
          <a:xfrm>
            <a:off x="6654802" y="1402877"/>
            <a:ext cx="570089" cy="230832"/>
          </a:xfrm>
          <a:prstGeom prst="rect">
            <a:avLst/>
          </a:prstGeom>
          <a:noFill/>
        </p:spPr>
        <p:txBody>
          <a:bodyPr wrap="square" rtlCol="0">
            <a:spAutoFit/>
          </a:bodyPr>
          <a:lstStyle/>
          <a:p>
            <a:pPr algn="ctr"/>
            <a:r>
              <a:rPr lang="en-US" sz="900" dirty="0"/>
              <a:t>347</a:t>
            </a:r>
          </a:p>
        </p:txBody>
      </p:sp>
      <p:sp>
        <p:nvSpPr>
          <p:cNvPr id="27" name="TextBox 26">
            <a:extLst>
              <a:ext uri="{FF2B5EF4-FFF2-40B4-BE49-F238E27FC236}">
                <a16:creationId xmlns:a16="http://schemas.microsoft.com/office/drawing/2014/main" id="{FEF7ACA5-E80E-A25B-2355-8EC7CE55E884}"/>
              </a:ext>
            </a:extLst>
          </p:cNvPr>
          <p:cNvSpPr txBox="1"/>
          <p:nvPr/>
        </p:nvSpPr>
        <p:spPr>
          <a:xfrm>
            <a:off x="7157158" y="1402877"/>
            <a:ext cx="570089" cy="230832"/>
          </a:xfrm>
          <a:prstGeom prst="rect">
            <a:avLst/>
          </a:prstGeom>
          <a:noFill/>
        </p:spPr>
        <p:txBody>
          <a:bodyPr wrap="square" rtlCol="0">
            <a:spAutoFit/>
          </a:bodyPr>
          <a:lstStyle/>
          <a:p>
            <a:pPr algn="ctr"/>
            <a:r>
              <a:rPr lang="en-US" sz="900" dirty="0"/>
              <a:t>47</a:t>
            </a:r>
          </a:p>
        </p:txBody>
      </p:sp>
      <p:sp>
        <p:nvSpPr>
          <p:cNvPr id="28" name="TextBox 27">
            <a:extLst>
              <a:ext uri="{FF2B5EF4-FFF2-40B4-BE49-F238E27FC236}">
                <a16:creationId xmlns:a16="http://schemas.microsoft.com/office/drawing/2014/main" id="{5D11529F-FC12-766C-FA8B-085A001AE222}"/>
              </a:ext>
            </a:extLst>
          </p:cNvPr>
          <p:cNvSpPr txBox="1"/>
          <p:nvPr/>
        </p:nvSpPr>
        <p:spPr>
          <a:xfrm>
            <a:off x="6654802" y="2034453"/>
            <a:ext cx="570089" cy="230832"/>
          </a:xfrm>
          <a:prstGeom prst="rect">
            <a:avLst/>
          </a:prstGeom>
          <a:noFill/>
        </p:spPr>
        <p:txBody>
          <a:bodyPr wrap="square" rtlCol="0">
            <a:spAutoFit/>
          </a:bodyPr>
          <a:lstStyle/>
          <a:p>
            <a:pPr algn="ctr"/>
            <a:r>
              <a:rPr lang="en-US" sz="900" dirty="0"/>
              <a:t>35</a:t>
            </a:r>
          </a:p>
        </p:txBody>
      </p:sp>
      <p:sp>
        <p:nvSpPr>
          <p:cNvPr id="30" name="TextBox 29">
            <a:extLst>
              <a:ext uri="{FF2B5EF4-FFF2-40B4-BE49-F238E27FC236}">
                <a16:creationId xmlns:a16="http://schemas.microsoft.com/office/drawing/2014/main" id="{763AA6CE-3D2D-E773-0EC0-FF32CF04EC59}"/>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1775E3A5-32BC-23D1-B257-426E41FBE274}"/>
              </a:ext>
            </a:extLst>
          </p:cNvPr>
          <p:cNvSpPr txBox="1"/>
          <p:nvPr/>
        </p:nvSpPr>
        <p:spPr>
          <a:xfrm>
            <a:off x="3217333" y="721216"/>
            <a:ext cx="462845" cy="584775"/>
          </a:xfrm>
          <a:prstGeom prst="rect">
            <a:avLst/>
          </a:prstGeom>
          <a:noFill/>
        </p:spPr>
        <p:txBody>
          <a:bodyPr wrap="square" rtlCol="0">
            <a:spAutoFit/>
          </a:bodyPr>
          <a:lstStyle/>
          <a:p>
            <a:pPr algn="ctr"/>
            <a:r>
              <a:rPr lang="en-US" sz="3200" dirty="0"/>
              <a:t>4</a:t>
            </a:r>
          </a:p>
        </p:txBody>
      </p:sp>
      <p:sp>
        <p:nvSpPr>
          <p:cNvPr id="35" name="TextBox 34">
            <a:extLst>
              <a:ext uri="{FF2B5EF4-FFF2-40B4-BE49-F238E27FC236}">
                <a16:creationId xmlns:a16="http://schemas.microsoft.com/office/drawing/2014/main" id="{FDAA7BA5-BBF9-BB37-2EA7-9F0D6FC4F779}"/>
              </a:ext>
            </a:extLst>
          </p:cNvPr>
          <p:cNvSpPr txBox="1"/>
          <p:nvPr/>
        </p:nvSpPr>
        <p:spPr>
          <a:xfrm>
            <a:off x="4216401" y="1224551"/>
            <a:ext cx="462845" cy="584775"/>
          </a:xfrm>
          <a:prstGeom prst="rect">
            <a:avLst/>
          </a:prstGeom>
          <a:noFill/>
        </p:spPr>
        <p:txBody>
          <a:bodyPr wrap="square" rtlCol="0">
            <a:spAutoFit/>
          </a:bodyPr>
          <a:lstStyle/>
          <a:p>
            <a:pPr algn="ctr"/>
            <a:r>
              <a:rPr lang="en-US" sz="3200" dirty="0"/>
              <a:t>1</a:t>
            </a:r>
          </a:p>
        </p:txBody>
      </p:sp>
      <p:sp>
        <p:nvSpPr>
          <p:cNvPr id="36" name="TextBox 35">
            <a:extLst>
              <a:ext uri="{FF2B5EF4-FFF2-40B4-BE49-F238E27FC236}">
                <a16:creationId xmlns:a16="http://schemas.microsoft.com/office/drawing/2014/main" id="{7B419DB2-3D55-E29A-53CD-A9906C7CDCF3}"/>
              </a:ext>
            </a:extLst>
          </p:cNvPr>
          <p:cNvSpPr txBox="1"/>
          <p:nvPr/>
        </p:nvSpPr>
        <p:spPr>
          <a:xfrm>
            <a:off x="5215469" y="721216"/>
            <a:ext cx="462845" cy="584775"/>
          </a:xfrm>
          <a:prstGeom prst="rect">
            <a:avLst/>
          </a:prstGeom>
          <a:noFill/>
        </p:spPr>
        <p:txBody>
          <a:bodyPr wrap="square" rtlCol="0">
            <a:spAutoFit/>
          </a:bodyPr>
          <a:lstStyle/>
          <a:p>
            <a:pPr algn="ctr"/>
            <a:r>
              <a:rPr lang="en-US" sz="3200" dirty="0"/>
              <a:t>1</a:t>
            </a:r>
          </a:p>
        </p:txBody>
      </p:sp>
      <p:sp>
        <p:nvSpPr>
          <p:cNvPr id="40" name="TextBox 39">
            <a:extLst>
              <a:ext uri="{FF2B5EF4-FFF2-40B4-BE49-F238E27FC236}">
                <a16:creationId xmlns:a16="http://schemas.microsoft.com/office/drawing/2014/main" id="{1F8B2257-DFF4-22EA-5388-DB1DDFFEDCA4}"/>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42" name="TextBox 41">
            <a:extLst>
              <a:ext uri="{FF2B5EF4-FFF2-40B4-BE49-F238E27FC236}">
                <a16:creationId xmlns:a16="http://schemas.microsoft.com/office/drawing/2014/main" id="{C39BF061-331B-1EA9-9960-9A5CA7A091AD}"/>
              </a:ext>
            </a:extLst>
          </p:cNvPr>
          <p:cNvSpPr txBox="1"/>
          <p:nvPr/>
        </p:nvSpPr>
        <p:spPr>
          <a:xfrm>
            <a:off x="5715003" y="1224551"/>
            <a:ext cx="462845" cy="584775"/>
          </a:xfrm>
          <a:prstGeom prst="rect">
            <a:avLst/>
          </a:prstGeom>
          <a:noFill/>
        </p:spPr>
        <p:txBody>
          <a:bodyPr wrap="square" rtlCol="0">
            <a:spAutoFit/>
          </a:bodyPr>
          <a:lstStyle/>
          <a:p>
            <a:pPr algn="ctr"/>
            <a:r>
              <a:rPr lang="en-US" sz="3200" dirty="0"/>
              <a:t>2</a:t>
            </a:r>
          </a:p>
        </p:txBody>
      </p:sp>
      <p:sp>
        <p:nvSpPr>
          <p:cNvPr id="43" name="TextBox 42">
            <a:extLst>
              <a:ext uri="{FF2B5EF4-FFF2-40B4-BE49-F238E27FC236}">
                <a16:creationId xmlns:a16="http://schemas.microsoft.com/office/drawing/2014/main" id="{11397720-E6DD-8AD4-59F5-757E387D3CE7}"/>
              </a:ext>
            </a:extLst>
          </p:cNvPr>
          <p:cNvSpPr txBox="1"/>
          <p:nvPr/>
        </p:nvSpPr>
        <p:spPr>
          <a:xfrm>
            <a:off x="4645378" y="1533509"/>
            <a:ext cx="570089" cy="230832"/>
          </a:xfrm>
          <a:prstGeom prst="rect">
            <a:avLst/>
          </a:prstGeom>
          <a:noFill/>
        </p:spPr>
        <p:txBody>
          <a:bodyPr wrap="square" rtlCol="0">
            <a:spAutoFit/>
          </a:bodyPr>
          <a:lstStyle/>
          <a:p>
            <a:pPr algn="ctr"/>
            <a:r>
              <a:rPr lang="en-US" sz="900" dirty="0"/>
              <a:t>39</a:t>
            </a:r>
          </a:p>
        </p:txBody>
      </p:sp>
      <p:sp>
        <p:nvSpPr>
          <p:cNvPr id="44" name="TextBox 43">
            <a:extLst>
              <a:ext uri="{FF2B5EF4-FFF2-40B4-BE49-F238E27FC236}">
                <a16:creationId xmlns:a16="http://schemas.microsoft.com/office/drawing/2014/main" id="{FB92A8EA-3269-7EA5-6BA1-0AE54F3F2B54}"/>
              </a:ext>
            </a:extLst>
          </p:cNvPr>
          <p:cNvSpPr txBox="1"/>
          <p:nvPr/>
        </p:nvSpPr>
        <p:spPr>
          <a:xfrm>
            <a:off x="5147734" y="1533509"/>
            <a:ext cx="570089" cy="230832"/>
          </a:xfrm>
          <a:prstGeom prst="rect">
            <a:avLst/>
          </a:prstGeom>
          <a:noFill/>
        </p:spPr>
        <p:txBody>
          <a:bodyPr wrap="square" rtlCol="0">
            <a:spAutoFit/>
          </a:bodyPr>
          <a:lstStyle/>
          <a:p>
            <a:pPr algn="ctr"/>
            <a:r>
              <a:rPr lang="en-US" sz="900" dirty="0"/>
              <a:t>93</a:t>
            </a:r>
          </a:p>
        </p:txBody>
      </p:sp>
      <p:sp>
        <p:nvSpPr>
          <p:cNvPr id="47" name="TextBox 46">
            <a:extLst>
              <a:ext uri="{FF2B5EF4-FFF2-40B4-BE49-F238E27FC236}">
                <a16:creationId xmlns:a16="http://schemas.microsoft.com/office/drawing/2014/main" id="{23CF8875-19BD-2850-1F5F-FA2E4647E146}"/>
              </a:ext>
            </a:extLst>
          </p:cNvPr>
          <p:cNvSpPr txBox="1"/>
          <p:nvPr/>
        </p:nvSpPr>
        <p:spPr>
          <a:xfrm>
            <a:off x="4143022" y="3537285"/>
            <a:ext cx="570089" cy="230832"/>
          </a:xfrm>
          <a:prstGeom prst="rect">
            <a:avLst/>
          </a:prstGeom>
          <a:noFill/>
        </p:spPr>
        <p:txBody>
          <a:bodyPr wrap="square" rtlCol="0">
            <a:spAutoFit/>
          </a:bodyPr>
          <a:lstStyle/>
          <a:p>
            <a:pPr algn="ctr"/>
            <a:r>
              <a:rPr lang="en-US" sz="900" dirty="0"/>
              <a:t>98</a:t>
            </a:r>
          </a:p>
        </p:txBody>
      </p:sp>
      <p:sp>
        <p:nvSpPr>
          <p:cNvPr id="48" name="TextBox 47">
            <a:extLst>
              <a:ext uri="{FF2B5EF4-FFF2-40B4-BE49-F238E27FC236}">
                <a16:creationId xmlns:a16="http://schemas.microsoft.com/office/drawing/2014/main" id="{04FF2E2A-65CC-A06D-7FF6-4AE398F35BB4}"/>
              </a:ext>
            </a:extLst>
          </p:cNvPr>
          <p:cNvSpPr txBox="1"/>
          <p:nvPr/>
        </p:nvSpPr>
        <p:spPr>
          <a:xfrm>
            <a:off x="4645378" y="3537285"/>
            <a:ext cx="570089" cy="230832"/>
          </a:xfrm>
          <a:prstGeom prst="rect">
            <a:avLst/>
          </a:prstGeom>
          <a:noFill/>
        </p:spPr>
        <p:txBody>
          <a:bodyPr wrap="square" rtlCol="0">
            <a:spAutoFit/>
          </a:bodyPr>
          <a:lstStyle/>
          <a:p>
            <a:pPr algn="ctr"/>
            <a:r>
              <a:rPr lang="en-US" sz="900" dirty="0"/>
              <a:t>89</a:t>
            </a:r>
          </a:p>
        </p:txBody>
      </p:sp>
      <p:sp>
        <p:nvSpPr>
          <p:cNvPr id="49" name="TextBox 48">
            <a:extLst>
              <a:ext uri="{FF2B5EF4-FFF2-40B4-BE49-F238E27FC236}">
                <a16:creationId xmlns:a16="http://schemas.microsoft.com/office/drawing/2014/main" id="{707B05E0-0402-054A-0EEB-180F0B4994AD}"/>
              </a:ext>
            </a:extLst>
          </p:cNvPr>
          <p:cNvSpPr txBox="1"/>
          <p:nvPr/>
        </p:nvSpPr>
        <p:spPr>
          <a:xfrm>
            <a:off x="5147734" y="3537285"/>
            <a:ext cx="570089" cy="230832"/>
          </a:xfrm>
          <a:prstGeom prst="rect">
            <a:avLst/>
          </a:prstGeom>
          <a:noFill/>
        </p:spPr>
        <p:txBody>
          <a:bodyPr wrap="square" rtlCol="0">
            <a:spAutoFit/>
          </a:bodyPr>
          <a:lstStyle/>
          <a:p>
            <a:pPr algn="ctr"/>
            <a:r>
              <a:rPr lang="en-US" sz="900" dirty="0"/>
              <a:t>789</a:t>
            </a:r>
          </a:p>
        </p:txBody>
      </p:sp>
      <p:sp>
        <p:nvSpPr>
          <p:cNvPr id="51" name="TextBox 50">
            <a:extLst>
              <a:ext uri="{FF2B5EF4-FFF2-40B4-BE49-F238E27FC236}">
                <a16:creationId xmlns:a16="http://schemas.microsoft.com/office/drawing/2014/main" id="{1581C729-C924-2FD5-41EC-13D4F30C4CCA}"/>
              </a:ext>
            </a:extLst>
          </p:cNvPr>
          <p:cNvSpPr txBox="1"/>
          <p:nvPr/>
        </p:nvSpPr>
        <p:spPr>
          <a:xfrm>
            <a:off x="5215469" y="2231221"/>
            <a:ext cx="462845" cy="584775"/>
          </a:xfrm>
          <a:prstGeom prst="rect">
            <a:avLst/>
          </a:prstGeom>
          <a:noFill/>
        </p:spPr>
        <p:txBody>
          <a:bodyPr wrap="square" rtlCol="0">
            <a:spAutoFit/>
          </a:bodyPr>
          <a:lstStyle/>
          <a:p>
            <a:pPr algn="ctr"/>
            <a:r>
              <a:rPr lang="en-US" sz="3200" dirty="0"/>
              <a:t>6</a:t>
            </a:r>
          </a:p>
        </p:txBody>
      </p:sp>
      <p:sp>
        <p:nvSpPr>
          <p:cNvPr id="15" name="TextBox 14">
            <a:extLst>
              <a:ext uri="{FF2B5EF4-FFF2-40B4-BE49-F238E27FC236}">
                <a16:creationId xmlns:a16="http://schemas.microsoft.com/office/drawing/2014/main" id="{E33F781B-713C-6466-E319-156A0FF2B24F}"/>
              </a:ext>
            </a:extLst>
          </p:cNvPr>
          <p:cNvSpPr txBox="1"/>
          <p:nvPr/>
        </p:nvSpPr>
        <p:spPr>
          <a:xfrm>
            <a:off x="3217333" y="2734556"/>
            <a:ext cx="462845" cy="584775"/>
          </a:xfrm>
          <a:prstGeom prst="rect">
            <a:avLst/>
          </a:prstGeom>
          <a:noFill/>
        </p:spPr>
        <p:txBody>
          <a:bodyPr wrap="square" rtlCol="0">
            <a:spAutoFit/>
          </a:bodyPr>
          <a:lstStyle/>
          <a:p>
            <a:pPr algn="ctr"/>
            <a:r>
              <a:rPr lang="en-US" sz="3200" dirty="0"/>
              <a:t>7</a:t>
            </a:r>
          </a:p>
        </p:txBody>
      </p:sp>
      <p:sp>
        <p:nvSpPr>
          <p:cNvPr id="52" name="TextBox 51">
            <a:extLst>
              <a:ext uri="{FF2B5EF4-FFF2-40B4-BE49-F238E27FC236}">
                <a16:creationId xmlns:a16="http://schemas.microsoft.com/office/drawing/2014/main" id="{C364ECDD-BF9B-A442-F892-CD355934190D}"/>
              </a:ext>
            </a:extLst>
          </p:cNvPr>
          <p:cNvSpPr txBox="1"/>
          <p:nvPr/>
        </p:nvSpPr>
        <p:spPr>
          <a:xfrm>
            <a:off x="3716867" y="2734556"/>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4A7B894B-D0DE-A690-028E-1A1A369C9BA6}"/>
              </a:ext>
            </a:extLst>
          </p:cNvPr>
          <p:cNvSpPr txBox="1"/>
          <p:nvPr/>
        </p:nvSpPr>
        <p:spPr>
          <a:xfrm>
            <a:off x="3716867" y="1727886"/>
            <a:ext cx="462845" cy="584775"/>
          </a:xfrm>
          <a:prstGeom prst="rect">
            <a:avLst/>
          </a:prstGeom>
          <a:noFill/>
        </p:spPr>
        <p:txBody>
          <a:bodyPr wrap="square" rtlCol="0">
            <a:spAutoFit/>
          </a:bodyPr>
          <a:lstStyle/>
          <a:p>
            <a:pPr algn="ctr"/>
            <a:r>
              <a:rPr lang="en-US" sz="3200" dirty="0"/>
              <a:t>7</a:t>
            </a:r>
          </a:p>
        </p:txBody>
      </p:sp>
      <p:sp>
        <p:nvSpPr>
          <p:cNvPr id="33" name="TextBox 32">
            <a:extLst>
              <a:ext uri="{FF2B5EF4-FFF2-40B4-BE49-F238E27FC236}">
                <a16:creationId xmlns:a16="http://schemas.microsoft.com/office/drawing/2014/main" id="{8B7ED76B-AD0B-2E39-06A3-2AAAC11F9ABB}"/>
              </a:ext>
            </a:extLst>
          </p:cNvPr>
          <p:cNvSpPr txBox="1"/>
          <p:nvPr/>
        </p:nvSpPr>
        <p:spPr>
          <a:xfrm>
            <a:off x="3138310" y="3907597"/>
            <a:ext cx="570089" cy="230832"/>
          </a:xfrm>
          <a:prstGeom prst="rect">
            <a:avLst/>
          </a:prstGeom>
          <a:noFill/>
        </p:spPr>
        <p:txBody>
          <a:bodyPr wrap="square" rtlCol="0">
            <a:spAutoFit/>
          </a:bodyPr>
          <a:lstStyle/>
          <a:p>
            <a:pPr algn="ctr"/>
            <a:r>
              <a:rPr lang="en-US" sz="900" dirty="0"/>
              <a:t>15</a:t>
            </a:r>
          </a:p>
        </p:txBody>
      </p:sp>
      <p:sp>
        <p:nvSpPr>
          <p:cNvPr id="53" name="TextBox 52">
            <a:extLst>
              <a:ext uri="{FF2B5EF4-FFF2-40B4-BE49-F238E27FC236}">
                <a16:creationId xmlns:a16="http://schemas.microsoft.com/office/drawing/2014/main" id="{25BDCD4F-452E-4949-FF08-110103703B99}"/>
              </a:ext>
            </a:extLst>
          </p:cNvPr>
          <p:cNvSpPr txBox="1"/>
          <p:nvPr/>
        </p:nvSpPr>
        <p:spPr>
          <a:xfrm>
            <a:off x="3138310" y="4408541"/>
            <a:ext cx="570089" cy="230832"/>
          </a:xfrm>
          <a:prstGeom prst="rect">
            <a:avLst/>
          </a:prstGeom>
          <a:noFill/>
        </p:spPr>
        <p:txBody>
          <a:bodyPr wrap="square" rtlCol="0">
            <a:spAutoFit/>
          </a:bodyPr>
          <a:lstStyle/>
          <a:p>
            <a:pPr algn="ctr"/>
            <a:r>
              <a:rPr lang="en-US" sz="900" dirty="0"/>
              <a:t>51</a:t>
            </a:r>
          </a:p>
        </p:txBody>
      </p:sp>
      <p:sp>
        <p:nvSpPr>
          <p:cNvPr id="64" name="TextBox 63">
            <a:extLst>
              <a:ext uri="{FF2B5EF4-FFF2-40B4-BE49-F238E27FC236}">
                <a16:creationId xmlns:a16="http://schemas.microsoft.com/office/drawing/2014/main" id="{6ACFFFA7-6290-4453-38AE-7B8736761BEB}"/>
              </a:ext>
            </a:extLst>
          </p:cNvPr>
          <p:cNvSpPr txBox="1"/>
          <p:nvPr/>
        </p:nvSpPr>
        <p:spPr>
          <a:xfrm>
            <a:off x="6654802" y="3406653"/>
            <a:ext cx="570089" cy="230832"/>
          </a:xfrm>
          <a:prstGeom prst="rect">
            <a:avLst/>
          </a:prstGeom>
          <a:noFill/>
        </p:spPr>
        <p:txBody>
          <a:bodyPr wrap="square" rtlCol="0">
            <a:spAutoFit/>
          </a:bodyPr>
          <a:lstStyle/>
          <a:p>
            <a:pPr algn="ctr"/>
            <a:r>
              <a:rPr lang="en-US" sz="900" dirty="0"/>
              <a:t>16</a:t>
            </a:r>
          </a:p>
        </p:txBody>
      </p:sp>
      <p:sp>
        <p:nvSpPr>
          <p:cNvPr id="65" name="TextBox 64">
            <a:extLst>
              <a:ext uri="{FF2B5EF4-FFF2-40B4-BE49-F238E27FC236}">
                <a16:creationId xmlns:a16="http://schemas.microsoft.com/office/drawing/2014/main" id="{6E797B17-34E5-9460-DBC3-B39109D33CDB}"/>
              </a:ext>
            </a:extLst>
          </p:cNvPr>
          <p:cNvSpPr txBox="1"/>
          <p:nvPr/>
        </p:nvSpPr>
        <p:spPr>
          <a:xfrm>
            <a:off x="7157158" y="3406653"/>
            <a:ext cx="570089" cy="230832"/>
          </a:xfrm>
          <a:prstGeom prst="rect">
            <a:avLst/>
          </a:prstGeom>
          <a:noFill/>
        </p:spPr>
        <p:txBody>
          <a:bodyPr wrap="square" rtlCol="0">
            <a:spAutoFit/>
          </a:bodyPr>
          <a:lstStyle/>
          <a:p>
            <a:pPr algn="ctr"/>
            <a:r>
              <a:rPr lang="en-US" sz="900" dirty="0"/>
              <a:t>61</a:t>
            </a:r>
          </a:p>
        </p:txBody>
      </p:sp>
      <p:sp>
        <p:nvSpPr>
          <p:cNvPr id="66" name="TextBox 65">
            <a:extLst>
              <a:ext uri="{FF2B5EF4-FFF2-40B4-BE49-F238E27FC236}">
                <a16:creationId xmlns:a16="http://schemas.microsoft.com/office/drawing/2014/main" id="{31A024D2-8162-0EBB-E937-B0B108DFA741}"/>
              </a:ext>
            </a:extLst>
          </p:cNvPr>
          <p:cNvSpPr txBox="1"/>
          <p:nvPr/>
        </p:nvSpPr>
        <p:spPr>
          <a:xfrm>
            <a:off x="4216401" y="2734556"/>
            <a:ext cx="462845" cy="584775"/>
          </a:xfrm>
          <a:prstGeom prst="rect">
            <a:avLst/>
          </a:prstGeom>
          <a:noFill/>
        </p:spPr>
        <p:txBody>
          <a:bodyPr wrap="square" rtlCol="0">
            <a:spAutoFit/>
          </a:bodyPr>
          <a:lstStyle/>
          <a:p>
            <a:pPr algn="ctr"/>
            <a:r>
              <a:rPr lang="en-US" sz="3200" dirty="0"/>
              <a:t>5</a:t>
            </a:r>
          </a:p>
        </p:txBody>
      </p:sp>
      <p:sp>
        <p:nvSpPr>
          <p:cNvPr id="67" name="TextBox 66">
            <a:extLst>
              <a:ext uri="{FF2B5EF4-FFF2-40B4-BE49-F238E27FC236}">
                <a16:creationId xmlns:a16="http://schemas.microsoft.com/office/drawing/2014/main" id="{A19C23FB-FD32-19B2-6F1E-38008A580D30}"/>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68" name="TextBox 67">
            <a:extLst>
              <a:ext uri="{FF2B5EF4-FFF2-40B4-BE49-F238E27FC236}">
                <a16:creationId xmlns:a16="http://schemas.microsoft.com/office/drawing/2014/main" id="{4B0361DE-3681-F25E-CD6B-224201741314}"/>
              </a:ext>
            </a:extLst>
          </p:cNvPr>
          <p:cNvSpPr txBox="1"/>
          <p:nvPr/>
        </p:nvSpPr>
        <p:spPr>
          <a:xfrm>
            <a:off x="3716867" y="3237891"/>
            <a:ext cx="462845" cy="584775"/>
          </a:xfrm>
          <a:prstGeom prst="rect">
            <a:avLst/>
          </a:prstGeom>
          <a:noFill/>
        </p:spPr>
        <p:txBody>
          <a:bodyPr wrap="square" rtlCol="0">
            <a:spAutoFit/>
          </a:bodyPr>
          <a:lstStyle/>
          <a:p>
            <a:pPr algn="ctr"/>
            <a:r>
              <a:rPr lang="en-US" sz="3200" dirty="0"/>
              <a:t>4</a:t>
            </a:r>
          </a:p>
        </p:txBody>
      </p:sp>
      <p:sp>
        <p:nvSpPr>
          <p:cNvPr id="9" name="TextBox 8">
            <a:extLst>
              <a:ext uri="{FF2B5EF4-FFF2-40B4-BE49-F238E27FC236}">
                <a16:creationId xmlns:a16="http://schemas.microsoft.com/office/drawing/2014/main" id="{8E81205F-6EE2-0B9E-F958-434E9860CE9B}"/>
              </a:ext>
            </a:extLst>
          </p:cNvPr>
          <p:cNvSpPr txBox="1"/>
          <p:nvPr/>
        </p:nvSpPr>
        <p:spPr>
          <a:xfrm>
            <a:off x="5215469" y="2734556"/>
            <a:ext cx="462845" cy="584775"/>
          </a:xfrm>
          <a:prstGeom prst="rect">
            <a:avLst/>
          </a:prstGeom>
          <a:noFill/>
        </p:spPr>
        <p:txBody>
          <a:bodyPr wrap="square" rtlCol="0">
            <a:spAutoFit/>
          </a:bodyPr>
          <a:lstStyle/>
          <a:p>
            <a:pPr algn="ctr"/>
            <a:r>
              <a:rPr lang="en-US" sz="3200" dirty="0"/>
              <a:t>2</a:t>
            </a:r>
          </a:p>
        </p:txBody>
      </p:sp>
      <p:sp>
        <p:nvSpPr>
          <p:cNvPr id="45" name="TextBox 44">
            <a:extLst>
              <a:ext uri="{FF2B5EF4-FFF2-40B4-BE49-F238E27FC236}">
                <a16:creationId xmlns:a16="http://schemas.microsoft.com/office/drawing/2014/main" id="{4FA1335D-C7F3-9C82-B8DA-FDDC213648EB}"/>
              </a:ext>
            </a:extLst>
          </p:cNvPr>
          <p:cNvSpPr txBox="1"/>
          <p:nvPr/>
        </p:nvSpPr>
        <p:spPr>
          <a:xfrm>
            <a:off x="7213604" y="2734556"/>
            <a:ext cx="462845" cy="584775"/>
          </a:xfrm>
          <a:prstGeom prst="rect">
            <a:avLst/>
          </a:prstGeom>
          <a:noFill/>
        </p:spPr>
        <p:txBody>
          <a:bodyPr wrap="square" rtlCol="0">
            <a:spAutoFit/>
          </a:bodyPr>
          <a:lstStyle/>
          <a:p>
            <a:pPr algn="ctr"/>
            <a:r>
              <a:rPr lang="en-US" sz="3200" dirty="0"/>
              <a:t>9</a:t>
            </a:r>
          </a:p>
        </p:txBody>
      </p:sp>
      <p:sp>
        <p:nvSpPr>
          <p:cNvPr id="46" name="TextBox 45">
            <a:extLst>
              <a:ext uri="{FF2B5EF4-FFF2-40B4-BE49-F238E27FC236}">
                <a16:creationId xmlns:a16="http://schemas.microsoft.com/office/drawing/2014/main" id="{01DBC0C0-7581-45C5-A7A4-9A9195B1C4BB}"/>
              </a:ext>
            </a:extLst>
          </p:cNvPr>
          <p:cNvSpPr txBox="1"/>
          <p:nvPr/>
        </p:nvSpPr>
        <p:spPr>
          <a:xfrm>
            <a:off x="6714071" y="2734556"/>
            <a:ext cx="462845" cy="584775"/>
          </a:xfrm>
          <a:prstGeom prst="rect">
            <a:avLst/>
          </a:prstGeom>
          <a:noFill/>
        </p:spPr>
        <p:txBody>
          <a:bodyPr wrap="square" rtlCol="0">
            <a:spAutoFit/>
          </a:bodyPr>
          <a:lstStyle/>
          <a:p>
            <a:pPr algn="ctr"/>
            <a:r>
              <a:rPr lang="en-US" sz="3200" dirty="0"/>
              <a:t>8</a:t>
            </a:r>
          </a:p>
        </p:txBody>
      </p:sp>
      <p:sp>
        <p:nvSpPr>
          <p:cNvPr id="50" name="TextBox 49">
            <a:extLst>
              <a:ext uri="{FF2B5EF4-FFF2-40B4-BE49-F238E27FC236}">
                <a16:creationId xmlns:a16="http://schemas.microsoft.com/office/drawing/2014/main" id="{63B32DB0-35EE-22AC-5B4E-CD66F2D035EF}"/>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54" name="TextBox 53">
            <a:extLst>
              <a:ext uri="{FF2B5EF4-FFF2-40B4-BE49-F238E27FC236}">
                <a16:creationId xmlns:a16="http://schemas.microsoft.com/office/drawing/2014/main" id="{322BCAF5-9C1B-5CC2-DA95-8C7766DCE512}"/>
              </a:ext>
            </a:extLst>
          </p:cNvPr>
          <p:cNvSpPr txBox="1"/>
          <p:nvPr/>
        </p:nvSpPr>
        <p:spPr>
          <a:xfrm>
            <a:off x="3716867" y="721216"/>
            <a:ext cx="462845" cy="584775"/>
          </a:xfrm>
          <a:prstGeom prst="rect">
            <a:avLst/>
          </a:prstGeom>
          <a:noFill/>
        </p:spPr>
        <p:txBody>
          <a:bodyPr wrap="square" rtlCol="0">
            <a:spAutoFit/>
          </a:bodyPr>
          <a:lstStyle/>
          <a:p>
            <a:pPr algn="ctr"/>
            <a:r>
              <a:rPr lang="en-US" sz="3200" dirty="0"/>
              <a:t>3</a:t>
            </a:r>
          </a:p>
        </p:txBody>
      </p:sp>
      <p:sp>
        <p:nvSpPr>
          <p:cNvPr id="55" name="TextBox 54">
            <a:extLst>
              <a:ext uri="{FF2B5EF4-FFF2-40B4-BE49-F238E27FC236}">
                <a16:creationId xmlns:a16="http://schemas.microsoft.com/office/drawing/2014/main" id="{AE5B2D62-9FEE-90BA-7C8A-E40833DE569D}"/>
              </a:ext>
            </a:extLst>
          </p:cNvPr>
          <p:cNvSpPr txBox="1"/>
          <p:nvPr/>
        </p:nvSpPr>
        <p:spPr>
          <a:xfrm>
            <a:off x="5715003" y="721216"/>
            <a:ext cx="462845" cy="584775"/>
          </a:xfrm>
          <a:prstGeom prst="rect">
            <a:avLst/>
          </a:prstGeom>
          <a:noFill/>
        </p:spPr>
        <p:txBody>
          <a:bodyPr wrap="square" rtlCol="0">
            <a:spAutoFit/>
          </a:bodyPr>
          <a:lstStyle/>
          <a:p>
            <a:pPr algn="ctr"/>
            <a:r>
              <a:rPr lang="en-US" sz="3200" dirty="0"/>
              <a:t>5</a:t>
            </a:r>
          </a:p>
        </p:txBody>
      </p:sp>
      <p:sp>
        <p:nvSpPr>
          <p:cNvPr id="37" name="TextBox 36">
            <a:extLst>
              <a:ext uri="{FF2B5EF4-FFF2-40B4-BE49-F238E27FC236}">
                <a16:creationId xmlns:a16="http://schemas.microsoft.com/office/drawing/2014/main" id="{4B07045E-6E67-79D7-F9DB-6EEF5FBF9F43}"/>
              </a:ext>
            </a:extLst>
          </p:cNvPr>
          <p:cNvSpPr txBox="1"/>
          <p:nvPr/>
        </p:nvSpPr>
        <p:spPr>
          <a:xfrm>
            <a:off x="3716867" y="1224551"/>
            <a:ext cx="462845" cy="584775"/>
          </a:xfrm>
          <a:prstGeom prst="rect">
            <a:avLst/>
          </a:prstGeom>
          <a:noFill/>
        </p:spPr>
        <p:txBody>
          <a:bodyPr wrap="square" rtlCol="0">
            <a:spAutoFit/>
          </a:bodyPr>
          <a:lstStyle/>
          <a:p>
            <a:pPr algn="ctr"/>
            <a:r>
              <a:rPr lang="en-US" sz="3200" dirty="0"/>
              <a:t>5</a:t>
            </a:r>
          </a:p>
        </p:txBody>
      </p:sp>
      <p:sp>
        <p:nvSpPr>
          <p:cNvPr id="38" name="TextBox 37">
            <a:extLst>
              <a:ext uri="{FF2B5EF4-FFF2-40B4-BE49-F238E27FC236}">
                <a16:creationId xmlns:a16="http://schemas.microsoft.com/office/drawing/2014/main" id="{563BAA64-CBC1-275E-F669-6545A7ECED77}"/>
              </a:ext>
            </a:extLst>
          </p:cNvPr>
          <p:cNvSpPr txBox="1"/>
          <p:nvPr/>
        </p:nvSpPr>
        <p:spPr>
          <a:xfrm>
            <a:off x="4715935" y="721216"/>
            <a:ext cx="462845" cy="584775"/>
          </a:xfrm>
          <a:prstGeom prst="rect">
            <a:avLst/>
          </a:prstGeom>
          <a:noFill/>
        </p:spPr>
        <p:txBody>
          <a:bodyPr wrap="square" rtlCol="0">
            <a:spAutoFit/>
          </a:bodyPr>
          <a:lstStyle/>
          <a:p>
            <a:pPr algn="ctr"/>
            <a:r>
              <a:rPr lang="en-US" sz="3200" dirty="0"/>
              <a:t>7</a:t>
            </a:r>
          </a:p>
        </p:txBody>
      </p:sp>
      <p:sp>
        <p:nvSpPr>
          <p:cNvPr id="56" name="TextBox 55">
            <a:extLst>
              <a:ext uri="{FF2B5EF4-FFF2-40B4-BE49-F238E27FC236}">
                <a16:creationId xmlns:a16="http://schemas.microsoft.com/office/drawing/2014/main" id="{24209A94-BF14-C518-36D6-174C766D6330}"/>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
        <p:nvSpPr>
          <p:cNvPr id="25" name="TextBox 24">
            <a:extLst>
              <a:ext uri="{FF2B5EF4-FFF2-40B4-BE49-F238E27FC236}">
                <a16:creationId xmlns:a16="http://schemas.microsoft.com/office/drawing/2014/main" id="{DDD8D829-4466-36DB-1335-158BB37B6835}"/>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39" name="TextBox 38">
            <a:extLst>
              <a:ext uri="{FF2B5EF4-FFF2-40B4-BE49-F238E27FC236}">
                <a16:creationId xmlns:a16="http://schemas.microsoft.com/office/drawing/2014/main" id="{6C6C7A15-B70E-CD68-A88D-C1BC84093958}"/>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57" name="TextBox 56">
            <a:extLst>
              <a:ext uri="{FF2B5EF4-FFF2-40B4-BE49-F238E27FC236}">
                <a16:creationId xmlns:a16="http://schemas.microsoft.com/office/drawing/2014/main" id="{A6ECB6D2-D838-D88F-FD89-AC01792CA792}"/>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58" name="TextBox 57">
            <a:extLst>
              <a:ext uri="{FF2B5EF4-FFF2-40B4-BE49-F238E27FC236}">
                <a16:creationId xmlns:a16="http://schemas.microsoft.com/office/drawing/2014/main" id="{AB7C6FCD-EA31-90E6-2E6A-A64ADDA7AAFD}"/>
              </a:ext>
            </a:extLst>
          </p:cNvPr>
          <p:cNvSpPr txBox="1"/>
          <p:nvPr/>
        </p:nvSpPr>
        <p:spPr>
          <a:xfrm>
            <a:off x="5215469" y="1727886"/>
            <a:ext cx="462845" cy="584775"/>
          </a:xfrm>
          <a:prstGeom prst="rect">
            <a:avLst/>
          </a:prstGeom>
          <a:noFill/>
        </p:spPr>
        <p:txBody>
          <a:bodyPr wrap="square" rtlCol="0">
            <a:spAutoFit/>
          </a:bodyPr>
          <a:lstStyle/>
          <a:p>
            <a:pPr algn="ctr"/>
            <a:r>
              <a:rPr lang="en-US" sz="3200" dirty="0"/>
              <a:t>8</a:t>
            </a:r>
          </a:p>
        </p:txBody>
      </p:sp>
      <p:sp>
        <p:nvSpPr>
          <p:cNvPr id="59" name="TextBox 58">
            <a:extLst>
              <a:ext uri="{FF2B5EF4-FFF2-40B4-BE49-F238E27FC236}">
                <a16:creationId xmlns:a16="http://schemas.microsoft.com/office/drawing/2014/main" id="{33D3F561-B4B5-B5EC-7D72-254D754D2A71}"/>
              </a:ext>
            </a:extLst>
          </p:cNvPr>
          <p:cNvSpPr txBox="1"/>
          <p:nvPr/>
        </p:nvSpPr>
        <p:spPr>
          <a:xfrm>
            <a:off x="3217333" y="1224551"/>
            <a:ext cx="462845" cy="584775"/>
          </a:xfrm>
          <a:prstGeom prst="rect">
            <a:avLst/>
          </a:prstGeom>
          <a:noFill/>
        </p:spPr>
        <p:txBody>
          <a:bodyPr wrap="square" rtlCol="0">
            <a:spAutoFit/>
          </a:bodyPr>
          <a:lstStyle/>
          <a:p>
            <a:pPr algn="ctr"/>
            <a:r>
              <a:rPr lang="en-US" sz="3200" dirty="0"/>
              <a:t>8</a:t>
            </a:r>
          </a:p>
        </p:txBody>
      </p:sp>
      <p:sp>
        <p:nvSpPr>
          <p:cNvPr id="62" name="TextBox 61">
            <a:extLst>
              <a:ext uri="{FF2B5EF4-FFF2-40B4-BE49-F238E27FC236}">
                <a16:creationId xmlns:a16="http://schemas.microsoft.com/office/drawing/2014/main" id="{EFE1B74A-DF25-02AD-BE89-077CFE41F818}"/>
              </a:ext>
            </a:extLst>
          </p:cNvPr>
          <p:cNvSpPr txBox="1"/>
          <p:nvPr/>
        </p:nvSpPr>
        <p:spPr>
          <a:xfrm>
            <a:off x="3217333" y="1727886"/>
            <a:ext cx="462845" cy="584775"/>
          </a:xfrm>
          <a:prstGeom prst="rect">
            <a:avLst/>
          </a:prstGeom>
          <a:noFill/>
        </p:spPr>
        <p:txBody>
          <a:bodyPr wrap="square" rtlCol="0">
            <a:spAutoFit/>
          </a:bodyPr>
          <a:lstStyle/>
          <a:p>
            <a:pPr algn="ctr"/>
            <a:r>
              <a:rPr lang="en-US" sz="3200" dirty="0"/>
              <a:t>9</a:t>
            </a:r>
          </a:p>
        </p:txBody>
      </p:sp>
      <p:sp>
        <p:nvSpPr>
          <p:cNvPr id="63" name="TextBox 62">
            <a:extLst>
              <a:ext uri="{FF2B5EF4-FFF2-40B4-BE49-F238E27FC236}">
                <a16:creationId xmlns:a16="http://schemas.microsoft.com/office/drawing/2014/main" id="{25FC14CE-E087-6163-2355-A2359672D61C}"/>
              </a:ext>
            </a:extLst>
          </p:cNvPr>
          <p:cNvSpPr txBox="1"/>
          <p:nvPr/>
        </p:nvSpPr>
        <p:spPr>
          <a:xfrm>
            <a:off x="7213604" y="1727886"/>
            <a:ext cx="462845" cy="584775"/>
          </a:xfrm>
          <a:prstGeom prst="rect">
            <a:avLst/>
          </a:prstGeom>
          <a:noFill/>
        </p:spPr>
        <p:txBody>
          <a:bodyPr wrap="square" rtlCol="0">
            <a:spAutoFit/>
          </a:bodyPr>
          <a:lstStyle/>
          <a:p>
            <a:pPr algn="ctr"/>
            <a:r>
              <a:rPr lang="en-US" sz="3200" dirty="0"/>
              <a:t>5</a:t>
            </a:r>
          </a:p>
        </p:txBody>
      </p:sp>
      <p:sp>
        <p:nvSpPr>
          <p:cNvPr id="69" name="TextBox 68">
            <a:extLst>
              <a:ext uri="{FF2B5EF4-FFF2-40B4-BE49-F238E27FC236}">
                <a16:creationId xmlns:a16="http://schemas.microsoft.com/office/drawing/2014/main" id="{29DDB825-F776-B999-4DF1-036F98EA4764}"/>
              </a:ext>
            </a:extLst>
          </p:cNvPr>
          <p:cNvSpPr txBox="1"/>
          <p:nvPr/>
        </p:nvSpPr>
        <p:spPr>
          <a:xfrm>
            <a:off x="4715935" y="2734556"/>
            <a:ext cx="462845" cy="584775"/>
          </a:xfrm>
          <a:prstGeom prst="rect">
            <a:avLst/>
          </a:prstGeom>
          <a:noFill/>
        </p:spPr>
        <p:txBody>
          <a:bodyPr wrap="square" rtlCol="0">
            <a:spAutoFit/>
          </a:bodyPr>
          <a:lstStyle/>
          <a:p>
            <a:pPr algn="ctr"/>
            <a:r>
              <a:rPr lang="en-US" sz="3200" dirty="0"/>
              <a:t>1</a:t>
            </a:r>
          </a:p>
        </p:txBody>
      </p:sp>
      <p:sp>
        <p:nvSpPr>
          <p:cNvPr id="70" name="TextBox 69">
            <a:extLst>
              <a:ext uri="{FF2B5EF4-FFF2-40B4-BE49-F238E27FC236}">
                <a16:creationId xmlns:a16="http://schemas.microsoft.com/office/drawing/2014/main" id="{2F61E344-EAF1-3F9C-AD1C-A968F7AC5141}"/>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Tree>
    <p:extLst>
      <p:ext uri="{BB962C8B-B14F-4D97-AF65-F5344CB8AC3E}">
        <p14:creationId xmlns:p14="http://schemas.microsoft.com/office/powerpoint/2010/main" val="284709939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6402E4-2062-1FAF-994E-82FEF0E71FF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3282551-F617-AB66-735D-806BDBDA79D5}"/>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45FE975F-2D6A-0DA5-DD2B-F8E3F9DEE9B4}"/>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64EDC63E-A94F-0042-6B72-73496699E983}"/>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89030531-640B-AD52-9CCF-481DE9469F1B}"/>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0F446F7A-5B60-AB33-2FEA-DC73925BA5CC}"/>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F18B4C0E-9437-1E0F-6F06-8929FA3DBB9D}"/>
              </a:ext>
            </a:extLst>
          </p:cNvPr>
          <p:cNvSpPr txBox="1"/>
          <p:nvPr/>
        </p:nvSpPr>
        <p:spPr>
          <a:xfrm>
            <a:off x="3716867" y="2231221"/>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C22D5CC0-847B-194B-34BB-57BAE2973B4B}"/>
              </a:ext>
            </a:extLst>
          </p:cNvPr>
          <p:cNvSpPr txBox="1"/>
          <p:nvPr/>
        </p:nvSpPr>
        <p:spPr>
          <a:xfrm>
            <a:off x="3217333" y="4747898"/>
            <a:ext cx="462845" cy="584775"/>
          </a:xfrm>
          <a:prstGeom prst="rect">
            <a:avLst/>
          </a:prstGeom>
          <a:noFill/>
        </p:spPr>
        <p:txBody>
          <a:bodyPr wrap="square" rtlCol="0">
            <a:spAutoFit/>
          </a:bodyPr>
          <a:lstStyle/>
          <a:p>
            <a:pPr algn="ctr"/>
            <a:r>
              <a:rPr lang="en-US" sz="3200" dirty="0"/>
              <a:t>6</a:t>
            </a:r>
          </a:p>
        </p:txBody>
      </p:sp>
      <p:sp>
        <p:nvSpPr>
          <p:cNvPr id="11" name="TextBox 10">
            <a:extLst>
              <a:ext uri="{FF2B5EF4-FFF2-40B4-BE49-F238E27FC236}">
                <a16:creationId xmlns:a16="http://schemas.microsoft.com/office/drawing/2014/main" id="{6B3EF7B9-D998-D483-9962-37156E93497D}"/>
              </a:ext>
            </a:extLst>
          </p:cNvPr>
          <p:cNvSpPr txBox="1"/>
          <p:nvPr/>
        </p:nvSpPr>
        <p:spPr>
          <a:xfrm>
            <a:off x="7213604" y="4747898"/>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D1333BC0-E750-CA05-60E2-2BBB4650537D}"/>
              </a:ext>
            </a:extLst>
          </p:cNvPr>
          <p:cNvSpPr txBox="1"/>
          <p:nvPr/>
        </p:nvSpPr>
        <p:spPr>
          <a:xfrm>
            <a:off x="6214537" y="2734556"/>
            <a:ext cx="462845" cy="584775"/>
          </a:xfrm>
          <a:prstGeom prst="rect">
            <a:avLst/>
          </a:prstGeom>
          <a:no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8F473862-DD0D-92C9-496B-94A1F579E6A5}"/>
              </a:ext>
            </a:extLst>
          </p:cNvPr>
          <p:cNvSpPr txBox="1"/>
          <p:nvPr/>
        </p:nvSpPr>
        <p:spPr>
          <a:xfrm>
            <a:off x="4143022" y="2274133"/>
            <a:ext cx="570089" cy="230832"/>
          </a:xfrm>
          <a:prstGeom prst="rect">
            <a:avLst/>
          </a:prstGeom>
          <a:noFill/>
        </p:spPr>
        <p:txBody>
          <a:bodyPr wrap="square" rtlCol="0">
            <a:spAutoFit/>
          </a:bodyPr>
          <a:lstStyle/>
          <a:p>
            <a:pPr algn="ctr"/>
            <a:r>
              <a:rPr lang="en-US" sz="900" dirty="0"/>
              <a:t>89</a:t>
            </a:r>
          </a:p>
        </p:txBody>
      </p:sp>
      <p:sp>
        <p:nvSpPr>
          <p:cNvPr id="16" name="TextBox 15">
            <a:extLst>
              <a:ext uri="{FF2B5EF4-FFF2-40B4-BE49-F238E27FC236}">
                <a16:creationId xmlns:a16="http://schemas.microsoft.com/office/drawing/2014/main" id="{12DDB2E8-908B-D88E-C61E-45B73BCC15BB}"/>
              </a:ext>
            </a:extLst>
          </p:cNvPr>
          <p:cNvSpPr txBox="1"/>
          <p:nvPr/>
        </p:nvSpPr>
        <p:spPr>
          <a:xfrm>
            <a:off x="5650090" y="2274133"/>
            <a:ext cx="570089" cy="230832"/>
          </a:xfrm>
          <a:prstGeom prst="rect">
            <a:avLst/>
          </a:prstGeom>
          <a:noFill/>
        </p:spPr>
        <p:txBody>
          <a:bodyPr wrap="square" rtlCol="0">
            <a:spAutoFit/>
          </a:bodyPr>
          <a:lstStyle/>
          <a:p>
            <a:pPr algn="ctr"/>
            <a:r>
              <a:rPr lang="en-US" sz="900" dirty="0"/>
              <a:t>98</a:t>
            </a:r>
          </a:p>
        </p:txBody>
      </p:sp>
      <p:sp>
        <p:nvSpPr>
          <p:cNvPr id="18" name="TextBox 17">
            <a:extLst>
              <a:ext uri="{FF2B5EF4-FFF2-40B4-BE49-F238E27FC236}">
                <a16:creationId xmlns:a16="http://schemas.microsoft.com/office/drawing/2014/main" id="{5028AEB8-84BE-2B08-4FC1-BBF93D14DCB3}"/>
              </a:ext>
            </a:extLst>
          </p:cNvPr>
          <p:cNvSpPr txBox="1"/>
          <p:nvPr/>
        </p:nvSpPr>
        <p:spPr>
          <a:xfrm>
            <a:off x="6654802" y="2404765"/>
            <a:ext cx="570089" cy="230832"/>
          </a:xfrm>
          <a:prstGeom prst="rect">
            <a:avLst/>
          </a:prstGeom>
          <a:noFill/>
        </p:spPr>
        <p:txBody>
          <a:bodyPr wrap="square" rtlCol="0">
            <a:spAutoFit/>
          </a:bodyPr>
          <a:lstStyle/>
          <a:p>
            <a:pPr algn="ctr"/>
            <a:r>
              <a:rPr lang="en-US" sz="900" dirty="0"/>
              <a:t>24</a:t>
            </a:r>
          </a:p>
        </p:txBody>
      </p:sp>
      <p:sp>
        <p:nvSpPr>
          <p:cNvPr id="19" name="TextBox 18">
            <a:extLst>
              <a:ext uri="{FF2B5EF4-FFF2-40B4-BE49-F238E27FC236}">
                <a16:creationId xmlns:a16="http://schemas.microsoft.com/office/drawing/2014/main" id="{2CE1B70E-95B8-991B-7ACD-057B595CEEDC}"/>
              </a:ext>
            </a:extLst>
          </p:cNvPr>
          <p:cNvSpPr txBox="1"/>
          <p:nvPr/>
        </p:nvSpPr>
        <p:spPr>
          <a:xfrm>
            <a:off x="7157158" y="2404765"/>
            <a:ext cx="570089" cy="230832"/>
          </a:xfrm>
          <a:prstGeom prst="rect">
            <a:avLst/>
          </a:prstGeom>
          <a:noFill/>
        </p:spPr>
        <p:txBody>
          <a:bodyPr wrap="square" rtlCol="0">
            <a:spAutoFit/>
          </a:bodyPr>
          <a:lstStyle/>
          <a:p>
            <a:pPr algn="ctr"/>
            <a:r>
              <a:rPr lang="en-US" sz="900" dirty="0"/>
              <a:t>42</a:t>
            </a:r>
          </a:p>
        </p:txBody>
      </p:sp>
      <p:sp>
        <p:nvSpPr>
          <p:cNvPr id="23" name="TextBox 22">
            <a:extLst>
              <a:ext uri="{FF2B5EF4-FFF2-40B4-BE49-F238E27FC236}">
                <a16:creationId xmlns:a16="http://schemas.microsoft.com/office/drawing/2014/main" id="{B0FA5E8C-2A37-FB13-A718-F409E785BA2A}"/>
              </a:ext>
            </a:extLst>
          </p:cNvPr>
          <p:cNvSpPr txBox="1"/>
          <p:nvPr/>
        </p:nvSpPr>
        <p:spPr>
          <a:xfrm>
            <a:off x="6214537" y="721216"/>
            <a:ext cx="462845" cy="584775"/>
          </a:xfrm>
          <a:prstGeom prst="rect">
            <a:avLst/>
          </a:prstGeom>
          <a:noFill/>
        </p:spPr>
        <p:txBody>
          <a:bodyPr wrap="square" rtlCol="0">
            <a:spAutoFit/>
          </a:bodyPr>
          <a:lstStyle/>
          <a:p>
            <a:pPr algn="ctr"/>
            <a:r>
              <a:rPr lang="en-US" sz="3200" dirty="0"/>
              <a:t>2</a:t>
            </a:r>
          </a:p>
        </p:txBody>
      </p:sp>
      <p:sp>
        <p:nvSpPr>
          <p:cNvPr id="24" name="TextBox 23">
            <a:extLst>
              <a:ext uri="{FF2B5EF4-FFF2-40B4-BE49-F238E27FC236}">
                <a16:creationId xmlns:a16="http://schemas.microsoft.com/office/drawing/2014/main" id="{FD63156F-9648-7507-C398-957CEE0829DD}"/>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2A257CED-D414-9FEB-C5BC-B53D9FECF792}"/>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26" name="TextBox 25">
            <a:extLst>
              <a:ext uri="{FF2B5EF4-FFF2-40B4-BE49-F238E27FC236}">
                <a16:creationId xmlns:a16="http://schemas.microsoft.com/office/drawing/2014/main" id="{3E81F1AD-7D6E-8A7D-2045-75C7351BCA1A}"/>
              </a:ext>
            </a:extLst>
          </p:cNvPr>
          <p:cNvSpPr txBox="1"/>
          <p:nvPr/>
        </p:nvSpPr>
        <p:spPr>
          <a:xfrm>
            <a:off x="6654802" y="1402877"/>
            <a:ext cx="570089" cy="230832"/>
          </a:xfrm>
          <a:prstGeom prst="rect">
            <a:avLst/>
          </a:prstGeom>
          <a:noFill/>
        </p:spPr>
        <p:txBody>
          <a:bodyPr wrap="square" rtlCol="0">
            <a:spAutoFit/>
          </a:bodyPr>
          <a:lstStyle/>
          <a:p>
            <a:pPr algn="ctr"/>
            <a:r>
              <a:rPr lang="en-US" sz="900" dirty="0"/>
              <a:t>347</a:t>
            </a:r>
          </a:p>
        </p:txBody>
      </p:sp>
      <p:sp>
        <p:nvSpPr>
          <p:cNvPr id="27" name="TextBox 26">
            <a:extLst>
              <a:ext uri="{FF2B5EF4-FFF2-40B4-BE49-F238E27FC236}">
                <a16:creationId xmlns:a16="http://schemas.microsoft.com/office/drawing/2014/main" id="{C9455C8D-1A8E-3A48-9849-F2E20AAB0343}"/>
              </a:ext>
            </a:extLst>
          </p:cNvPr>
          <p:cNvSpPr txBox="1"/>
          <p:nvPr/>
        </p:nvSpPr>
        <p:spPr>
          <a:xfrm>
            <a:off x="7157158" y="1402877"/>
            <a:ext cx="570089" cy="230832"/>
          </a:xfrm>
          <a:prstGeom prst="rect">
            <a:avLst/>
          </a:prstGeom>
          <a:noFill/>
        </p:spPr>
        <p:txBody>
          <a:bodyPr wrap="square" rtlCol="0">
            <a:spAutoFit/>
          </a:bodyPr>
          <a:lstStyle/>
          <a:p>
            <a:pPr algn="ctr"/>
            <a:r>
              <a:rPr lang="en-US" sz="900" dirty="0"/>
              <a:t>47</a:t>
            </a:r>
          </a:p>
        </p:txBody>
      </p:sp>
      <p:sp>
        <p:nvSpPr>
          <p:cNvPr id="30" name="TextBox 29">
            <a:extLst>
              <a:ext uri="{FF2B5EF4-FFF2-40B4-BE49-F238E27FC236}">
                <a16:creationId xmlns:a16="http://schemas.microsoft.com/office/drawing/2014/main" id="{C63D4596-69FD-16C4-AE91-DE91969F7831}"/>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1C3490E4-01E5-FD88-3138-977683F1DE34}"/>
              </a:ext>
            </a:extLst>
          </p:cNvPr>
          <p:cNvSpPr txBox="1"/>
          <p:nvPr/>
        </p:nvSpPr>
        <p:spPr>
          <a:xfrm>
            <a:off x="3217333" y="721216"/>
            <a:ext cx="462845" cy="584775"/>
          </a:xfrm>
          <a:prstGeom prst="rect">
            <a:avLst/>
          </a:prstGeom>
          <a:noFill/>
        </p:spPr>
        <p:txBody>
          <a:bodyPr wrap="square" rtlCol="0">
            <a:spAutoFit/>
          </a:bodyPr>
          <a:lstStyle/>
          <a:p>
            <a:pPr algn="ctr"/>
            <a:r>
              <a:rPr lang="en-US" sz="3200" dirty="0"/>
              <a:t>4</a:t>
            </a:r>
          </a:p>
        </p:txBody>
      </p:sp>
      <p:sp>
        <p:nvSpPr>
          <p:cNvPr id="35" name="TextBox 34">
            <a:extLst>
              <a:ext uri="{FF2B5EF4-FFF2-40B4-BE49-F238E27FC236}">
                <a16:creationId xmlns:a16="http://schemas.microsoft.com/office/drawing/2014/main" id="{1BE9497C-6A4F-FD46-3B21-AD3BF9521B6C}"/>
              </a:ext>
            </a:extLst>
          </p:cNvPr>
          <p:cNvSpPr txBox="1"/>
          <p:nvPr/>
        </p:nvSpPr>
        <p:spPr>
          <a:xfrm>
            <a:off x="4216401" y="1224551"/>
            <a:ext cx="462845" cy="584775"/>
          </a:xfrm>
          <a:prstGeom prst="rect">
            <a:avLst/>
          </a:prstGeom>
          <a:noFill/>
        </p:spPr>
        <p:txBody>
          <a:bodyPr wrap="square" rtlCol="0">
            <a:spAutoFit/>
          </a:bodyPr>
          <a:lstStyle/>
          <a:p>
            <a:pPr algn="ctr"/>
            <a:r>
              <a:rPr lang="en-US" sz="3200" dirty="0"/>
              <a:t>1</a:t>
            </a:r>
          </a:p>
        </p:txBody>
      </p:sp>
      <p:sp>
        <p:nvSpPr>
          <p:cNvPr id="36" name="TextBox 35">
            <a:extLst>
              <a:ext uri="{FF2B5EF4-FFF2-40B4-BE49-F238E27FC236}">
                <a16:creationId xmlns:a16="http://schemas.microsoft.com/office/drawing/2014/main" id="{F902A0F4-A9A7-F88D-2A09-FD1CC5579AAF}"/>
              </a:ext>
            </a:extLst>
          </p:cNvPr>
          <p:cNvSpPr txBox="1"/>
          <p:nvPr/>
        </p:nvSpPr>
        <p:spPr>
          <a:xfrm>
            <a:off x="5215469" y="721216"/>
            <a:ext cx="462845" cy="584775"/>
          </a:xfrm>
          <a:prstGeom prst="rect">
            <a:avLst/>
          </a:prstGeom>
          <a:noFill/>
        </p:spPr>
        <p:txBody>
          <a:bodyPr wrap="square" rtlCol="0">
            <a:spAutoFit/>
          </a:bodyPr>
          <a:lstStyle/>
          <a:p>
            <a:pPr algn="ctr"/>
            <a:r>
              <a:rPr lang="en-US" sz="3200" dirty="0"/>
              <a:t>1</a:t>
            </a:r>
          </a:p>
        </p:txBody>
      </p:sp>
      <p:sp>
        <p:nvSpPr>
          <p:cNvPr id="40" name="TextBox 39">
            <a:extLst>
              <a:ext uri="{FF2B5EF4-FFF2-40B4-BE49-F238E27FC236}">
                <a16:creationId xmlns:a16="http://schemas.microsoft.com/office/drawing/2014/main" id="{6473EA28-77FD-D9CF-334B-8D24DEAAFA0A}"/>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42" name="TextBox 41">
            <a:extLst>
              <a:ext uri="{FF2B5EF4-FFF2-40B4-BE49-F238E27FC236}">
                <a16:creationId xmlns:a16="http://schemas.microsoft.com/office/drawing/2014/main" id="{8DD87F2D-D3C2-6924-DF97-2E29EF3F8330}"/>
              </a:ext>
            </a:extLst>
          </p:cNvPr>
          <p:cNvSpPr txBox="1"/>
          <p:nvPr/>
        </p:nvSpPr>
        <p:spPr>
          <a:xfrm>
            <a:off x="5715003" y="1224551"/>
            <a:ext cx="462845" cy="584775"/>
          </a:xfrm>
          <a:prstGeom prst="rect">
            <a:avLst/>
          </a:prstGeom>
          <a:noFill/>
        </p:spPr>
        <p:txBody>
          <a:bodyPr wrap="square" rtlCol="0">
            <a:spAutoFit/>
          </a:bodyPr>
          <a:lstStyle/>
          <a:p>
            <a:pPr algn="ctr"/>
            <a:r>
              <a:rPr lang="en-US" sz="3200" dirty="0"/>
              <a:t>2</a:t>
            </a:r>
          </a:p>
        </p:txBody>
      </p:sp>
      <p:sp>
        <p:nvSpPr>
          <p:cNvPr id="43" name="TextBox 42">
            <a:extLst>
              <a:ext uri="{FF2B5EF4-FFF2-40B4-BE49-F238E27FC236}">
                <a16:creationId xmlns:a16="http://schemas.microsoft.com/office/drawing/2014/main" id="{077EAF36-47AE-57A3-6A83-07849EC61173}"/>
              </a:ext>
            </a:extLst>
          </p:cNvPr>
          <p:cNvSpPr txBox="1"/>
          <p:nvPr/>
        </p:nvSpPr>
        <p:spPr>
          <a:xfrm>
            <a:off x="4645378" y="1533509"/>
            <a:ext cx="570089" cy="230832"/>
          </a:xfrm>
          <a:prstGeom prst="rect">
            <a:avLst/>
          </a:prstGeom>
          <a:noFill/>
        </p:spPr>
        <p:txBody>
          <a:bodyPr wrap="square" rtlCol="0">
            <a:spAutoFit/>
          </a:bodyPr>
          <a:lstStyle/>
          <a:p>
            <a:pPr algn="ctr"/>
            <a:r>
              <a:rPr lang="en-US" sz="900" dirty="0"/>
              <a:t>39</a:t>
            </a:r>
          </a:p>
        </p:txBody>
      </p:sp>
      <p:sp>
        <p:nvSpPr>
          <p:cNvPr id="44" name="TextBox 43">
            <a:extLst>
              <a:ext uri="{FF2B5EF4-FFF2-40B4-BE49-F238E27FC236}">
                <a16:creationId xmlns:a16="http://schemas.microsoft.com/office/drawing/2014/main" id="{267D89D3-1665-E4EE-3DE6-6774A354CD6D}"/>
              </a:ext>
            </a:extLst>
          </p:cNvPr>
          <p:cNvSpPr txBox="1"/>
          <p:nvPr/>
        </p:nvSpPr>
        <p:spPr>
          <a:xfrm>
            <a:off x="5147734" y="1533509"/>
            <a:ext cx="570089" cy="230832"/>
          </a:xfrm>
          <a:prstGeom prst="rect">
            <a:avLst/>
          </a:prstGeom>
          <a:noFill/>
        </p:spPr>
        <p:txBody>
          <a:bodyPr wrap="square" rtlCol="0">
            <a:spAutoFit/>
          </a:bodyPr>
          <a:lstStyle/>
          <a:p>
            <a:pPr algn="ctr"/>
            <a:r>
              <a:rPr lang="en-US" sz="900" dirty="0"/>
              <a:t>93</a:t>
            </a:r>
          </a:p>
        </p:txBody>
      </p:sp>
      <p:sp>
        <p:nvSpPr>
          <p:cNvPr id="47" name="TextBox 46">
            <a:extLst>
              <a:ext uri="{FF2B5EF4-FFF2-40B4-BE49-F238E27FC236}">
                <a16:creationId xmlns:a16="http://schemas.microsoft.com/office/drawing/2014/main" id="{51DA5599-C2FD-3C6E-7A50-C090C3604621}"/>
              </a:ext>
            </a:extLst>
          </p:cNvPr>
          <p:cNvSpPr txBox="1"/>
          <p:nvPr/>
        </p:nvSpPr>
        <p:spPr>
          <a:xfrm>
            <a:off x="4143022" y="3537285"/>
            <a:ext cx="570089" cy="230832"/>
          </a:xfrm>
          <a:prstGeom prst="rect">
            <a:avLst/>
          </a:prstGeom>
          <a:noFill/>
        </p:spPr>
        <p:txBody>
          <a:bodyPr wrap="square" rtlCol="0">
            <a:spAutoFit/>
          </a:bodyPr>
          <a:lstStyle/>
          <a:p>
            <a:pPr algn="ctr"/>
            <a:r>
              <a:rPr lang="en-US" sz="900" dirty="0"/>
              <a:t>98</a:t>
            </a:r>
          </a:p>
        </p:txBody>
      </p:sp>
      <p:sp>
        <p:nvSpPr>
          <p:cNvPr id="48" name="TextBox 47">
            <a:extLst>
              <a:ext uri="{FF2B5EF4-FFF2-40B4-BE49-F238E27FC236}">
                <a16:creationId xmlns:a16="http://schemas.microsoft.com/office/drawing/2014/main" id="{20F6F0E0-5996-18C3-D37C-5C83157F5275}"/>
              </a:ext>
            </a:extLst>
          </p:cNvPr>
          <p:cNvSpPr txBox="1"/>
          <p:nvPr/>
        </p:nvSpPr>
        <p:spPr>
          <a:xfrm>
            <a:off x="4645378" y="3537285"/>
            <a:ext cx="570089" cy="230832"/>
          </a:xfrm>
          <a:prstGeom prst="rect">
            <a:avLst/>
          </a:prstGeom>
          <a:noFill/>
        </p:spPr>
        <p:txBody>
          <a:bodyPr wrap="square" rtlCol="0">
            <a:spAutoFit/>
          </a:bodyPr>
          <a:lstStyle/>
          <a:p>
            <a:pPr algn="ctr"/>
            <a:r>
              <a:rPr lang="en-US" sz="900" dirty="0"/>
              <a:t>89</a:t>
            </a:r>
          </a:p>
        </p:txBody>
      </p:sp>
      <p:sp>
        <p:nvSpPr>
          <p:cNvPr id="51" name="TextBox 50">
            <a:extLst>
              <a:ext uri="{FF2B5EF4-FFF2-40B4-BE49-F238E27FC236}">
                <a16:creationId xmlns:a16="http://schemas.microsoft.com/office/drawing/2014/main" id="{ABC02DCF-299E-C603-6634-164FE66CE527}"/>
              </a:ext>
            </a:extLst>
          </p:cNvPr>
          <p:cNvSpPr txBox="1"/>
          <p:nvPr/>
        </p:nvSpPr>
        <p:spPr>
          <a:xfrm>
            <a:off x="5215469" y="2231221"/>
            <a:ext cx="462845" cy="584775"/>
          </a:xfrm>
          <a:prstGeom prst="rect">
            <a:avLst/>
          </a:prstGeom>
          <a:noFill/>
        </p:spPr>
        <p:txBody>
          <a:bodyPr wrap="square" rtlCol="0">
            <a:spAutoFit/>
          </a:bodyPr>
          <a:lstStyle/>
          <a:p>
            <a:pPr algn="ctr"/>
            <a:r>
              <a:rPr lang="en-US" sz="3200" dirty="0"/>
              <a:t>6</a:t>
            </a:r>
          </a:p>
        </p:txBody>
      </p:sp>
      <p:sp>
        <p:nvSpPr>
          <p:cNvPr id="15" name="TextBox 14">
            <a:extLst>
              <a:ext uri="{FF2B5EF4-FFF2-40B4-BE49-F238E27FC236}">
                <a16:creationId xmlns:a16="http://schemas.microsoft.com/office/drawing/2014/main" id="{9110A0DC-4877-C9C4-3BD9-0694CF4B184C}"/>
              </a:ext>
            </a:extLst>
          </p:cNvPr>
          <p:cNvSpPr txBox="1"/>
          <p:nvPr/>
        </p:nvSpPr>
        <p:spPr>
          <a:xfrm>
            <a:off x="3217333" y="2734556"/>
            <a:ext cx="462845" cy="584775"/>
          </a:xfrm>
          <a:prstGeom prst="rect">
            <a:avLst/>
          </a:prstGeom>
          <a:noFill/>
        </p:spPr>
        <p:txBody>
          <a:bodyPr wrap="square" rtlCol="0">
            <a:spAutoFit/>
          </a:bodyPr>
          <a:lstStyle/>
          <a:p>
            <a:pPr algn="ctr"/>
            <a:r>
              <a:rPr lang="en-US" sz="3200" dirty="0"/>
              <a:t>7</a:t>
            </a:r>
          </a:p>
        </p:txBody>
      </p:sp>
      <p:sp>
        <p:nvSpPr>
          <p:cNvPr id="52" name="TextBox 51">
            <a:extLst>
              <a:ext uri="{FF2B5EF4-FFF2-40B4-BE49-F238E27FC236}">
                <a16:creationId xmlns:a16="http://schemas.microsoft.com/office/drawing/2014/main" id="{42F58871-BC4F-51EC-E81D-E538EC8E030F}"/>
              </a:ext>
            </a:extLst>
          </p:cNvPr>
          <p:cNvSpPr txBox="1"/>
          <p:nvPr/>
        </p:nvSpPr>
        <p:spPr>
          <a:xfrm>
            <a:off x="3716867" y="2734556"/>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18E48482-81D0-D867-4068-4D78DC095F98}"/>
              </a:ext>
            </a:extLst>
          </p:cNvPr>
          <p:cNvSpPr txBox="1"/>
          <p:nvPr/>
        </p:nvSpPr>
        <p:spPr>
          <a:xfrm>
            <a:off x="3716867" y="1727886"/>
            <a:ext cx="462845" cy="584775"/>
          </a:xfrm>
          <a:prstGeom prst="rect">
            <a:avLst/>
          </a:prstGeom>
          <a:noFill/>
        </p:spPr>
        <p:txBody>
          <a:bodyPr wrap="square" rtlCol="0">
            <a:spAutoFit/>
          </a:bodyPr>
          <a:lstStyle/>
          <a:p>
            <a:pPr algn="ctr"/>
            <a:r>
              <a:rPr lang="en-US" sz="3200" dirty="0"/>
              <a:t>7</a:t>
            </a:r>
          </a:p>
        </p:txBody>
      </p:sp>
      <p:sp>
        <p:nvSpPr>
          <p:cNvPr id="33" name="TextBox 32">
            <a:extLst>
              <a:ext uri="{FF2B5EF4-FFF2-40B4-BE49-F238E27FC236}">
                <a16:creationId xmlns:a16="http://schemas.microsoft.com/office/drawing/2014/main" id="{78D13986-DE05-9829-0A30-6293424857F0}"/>
              </a:ext>
            </a:extLst>
          </p:cNvPr>
          <p:cNvSpPr txBox="1"/>
          <p:nvPr/>
        </p:nvSpPr>
        <p:spPr>
          <a:xfrm>
            <a:off x="3138310" y="3907597"/>
            <a:ext cx="570089" cy="230832"/>
          </a:xfrm>
          <a:prstGeom prst="rect">
            <a:avLst/>
          </a:prstGeom>
          <a:noFill/>
        </p:spPr>
        <p:txBody>
          <a:bodyPr wrap="square" rtlCol="0">
            <a:spAutoFit/>
          </a:bodyPr>
          <a:lstStyle/>
          <a:p>
            <a:pPr algn="ctr"/>
            <a:r>
              <a:rPr lang="en-US" sz="900" dirty="0"/>
              <a:t>15</a:t>
            </a:r>
          </a:p>
        </p:txBody>
      </p:sp>
      <p:sp>
        <p:nvSpPr>
          <p:cNvPr id="53" name="TextBox 52">
            <a:extLst>
              <a:ext uri="{FF2B5EF4-FFF2-40B4-BE49-F238E27FC236}">
                <a16:creationId xmlns:a16="http://schemas.microsoft.com/office/drawing/2014/main" id="{8849D2B1-8B49-81CC-57B0-BE5C35B01C29}"/>
              </a:ext>
            </a:extLst>
          </p:cNvPr>
          <p:cNvSpPr txBox="1"/>
          <p:nvPr/>
        </p:nvSpPr>
        <p:spPr>
          <a:xfrm>
            <a:off x="3138310" y="4408541"/>
            <a:ext cx="570089" cy="230832"/>
          </a:xfrm>
          <a:prstGeom prst="rect">
            <a:avLst/>
          </a:prstGeom>
          <a:noFill/>
        </p:spPr>
        <p:txBody>
          <a:bodyPr wrap="square" rtlCol="0">
            <a:spAutoFit/>
          </a:bodyPr>
          <a:lstStyle/>
          <a:p>
            <a:pPr algn="ctr"/>
            <a:r>
              <a:rPr lang="en-US" sz="900" dirty="0"/>
              <a:t>51</a:t>
            </a:r>
          </a:p>
        </p:txBody>
      </p:sp>
      <p:sp>
        <p:nvSpPr>
          <p:cNvPr id="64" name="TextBox 63">
            <a:extLst>
              <a:ext uri="{FF2B5EF4-FFF2-40B4-BE49-F238E27FC236}">
                <a16:creationId xmlns:a16="http://schemas.microsoft.com/office/drawing/2014/main" id="{43172653-B594-4692-1EB2-BF71CB571565}"/>
              </a:ext>
            </a:extLst>
          </p:cNvPr>
          <p:cNvSpPr txBox="1"/>
          <p:nvPr/>
        </p:nvSpPr>
        <p:spPr>
          <a:xfrm>
            <a:off x="6654802" y="3406653"/>
            <a:ext cx="570089" cy="230832"/>
          </a:xfrm>
          <a:prstGeom prst="rect">
            <a:avLst/>
          </a:prstGeom>
          <a:noFill/>
        </p:spPr>
        <p:txBody>
          <a:bodyPr wrap="square" rtlCol="0">
            <a:spAutoFit/>
          </a:bodyPr>
          <a:lstStyle/>
          <a:p>
            <a:pPr algn="ctr"/>
            <a:r>
              <a:rPr lang="en-US" sz="900" dirty="0"/>
              <a:t>16</a:t>
            </a:r>
          </a:p>
        </p:txBody>
      </p:sp>
      <p:sp>
        <p:nvSpPr>
          <p:cNvPr id="65" name="TextBox 64">
            <a:extLst>
              <a:ext uri="{FF2B5EF4-FFF2-40B4-BE49-F238E27FC236}">
                <a16:creationId xmlns:a16="http://schemas.microsoft.com/office/drawing/2014/main" id="{E6CD1E75-513C-6BD9-C778-9068B8EB0635}"/>
              </a:ext>
            </a:extLst>
          </p:cNvPr>
          <p:cNvSpPr txBox="1"/>
          <p:nvPr/>
        </p:nvSpPr>
        <p:spPr>
          <a:xfrm>
            <a:off x="7157158" y="3406653"/>
            <a:ext cx="570089" cy="230832"/>
          </a:xfrm>
          <a:prstGeom prst="rect">
            <a:avLst/>
          </a:prstGeom>
          <a:noFill/>
        </p:spPr>
        <p:txBody>
          <a:bodyPr wrap="square" rtlCol="0">
            <a:spAutoFit/>
          </a:bodyPr>
          <a:lstStyle/>
          <a:p>
            <a:pPr algn="ctr"/>
            <a:r>
              <a:rPr lang="en-US" sz="900" dirty="0"/>
              <a:t>61</a:t>
            </a:r>
          </a:p>
        </p:txBody>
      </p:sp>
      <p:sp>
        <p:nvSpPr>
          <p:cNvPr id="66" name="TextBox 65">
            <a:extLst>
              <a:ext uri="{FF2B5EF4-FFF2-40B4-BE49-F238E27FC236}">
                <a16:creationId xmlns:a16="http://schemas.microsoft.com/office/drawing/2014/main" id="{F7E8D125-E962-3DEF-980A-8EC84C8221F5}"/>
              </a:ext>
            </a:extLst>
          </p:cNvPr>
          <p:cNvSpPr txBox="1"/>
          <p:nvPr/>
        </p:nvSpPr>
        <p:spPr>
          <a:xfrm>
            <a:off x="4216401" y="2734556"/>
            <a:ext cx="462845" cy="584775"/>
          </a:xfrm>
          <a:prstGeom prst="rect">
            <a:avLst/>
          </a:prstGeom>
          <a:noFill/>
        </p:spPr>
        <p:txBody>
          <a:bodyPr wrap="square" rtlCol="0">
            <a:spAutoFit/>
          </a:bodyPr>
          <a:lstStyle/>
          <a:p>
            <a:pPr algn="ctr"/>
            <a:r>
              <a:rPr lang="en-US" sz="3200" dirty="0"/>
              <a:t>5</a:t>
            </a:r>
          </a:p>
        </p:txBody>
      </p:sp>
      <p:sp>
        <p:nvSpPr>
          <p:cNvPr id="67" name="TextBox 66">
            <a:extLst>
              <a:ext uri="{FF2B5EF4-FFF2-40B4-BE49-F238E27FC236}">
                <a16:creationId xmlns:a16="http://schemas.microsoft.com/office/drawing/2014/main" id="{0575895E-E7C0-850A-B098-A64C41B79DE9}"/>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68" name="TextBox 67">
            <a:extLst>
              <a:ext uri="{FF2B5EF4-FFF2-40B4-BE49-F238E27FC236}">
                <a16:creationId xmlns:a16="http://schemas.microsoft.com/office/drawing/2014/main" id="{84740959-7FB5-9528-45B0-A0E490678C7B}"/>
              </a:ext>
            </a:extLst>
          </p:cNvPr>
          <p:cNvSpPr txBox="1"/>
          <p:nvPr/>
        </p:nvSpPr>
        <p:spPr>
          <a:xfrm>
            <a:off x="3716867" y="3237891"/>
            <a:ext cx="462845" cy="584775"/>
          </a:xfrm>
          <a:prstGeom prst="rect">
            <a:avLst/>
          </a:prstGeom>
          <a:noFill/>
        </p:spPr>
        <p:txBody>
          <a:bodyPr wrap="square" rtlCol="0">
            <a:spAutoFit/>
          </a:bodyPr>
          <a:lstStyle/>
          <a:p>
            <a:pPr algn="ctr"/>
            <a:r>
              <a:rPr lang="en-US" sz="3200" dirty="0"/>
              <a:t>4</a:t>
            </a:r>
          </a:p>
        </p:txBody>
      </p:sp>
      <p:sp>
        <p:nvSpPr>
          <p:cNvPr id="9" name="TextBox 8">
            <a:extLst>
              <a:ext uri="{FF2B5EF4-FFF2-40B4-BE49-F238E27FC236}">
                <a16:creationId xmlns:a16="http://schemas.microsoft.com/office/drawing/2014/main" id="{F3D9F9A9-18D1-9196-8461-E3089C0F8070}"/>
              </a:ext>
            </a:extLst>
          </p:cNvPr>
          <p:cNvSpPr txBox="1"/>
          <p:nvPr/>
        </p:nvSpPr>
        <p:spPr>
          <a:xfrm>
            <a:off x="5215469" y="2734556"/>
            <a:ext cx="462845" cy="584775"/>
          </a:xfrm>
          <a:prstGeom prst="rect">
            <a:avLst/>
          </a:prstGeom>
          <a:noFill/>
        </p:spPr>
        <p:txBody>
          <a:bodyPr wrap="square" rtlCol="0">
            <a:spAutoFit/>
          </a:bodyPr>
          <a:lstStyle/>
          <a:p>
            <a:pPr algn="ctr"/>
            <a:r>
              <a:rPr lang="en-US" sz="3200" dirty="0"/>
              <a:t>2</a:t>
            </a:r>
          </a:p>
        </p:txBody>
      </p:sp>
      <p:sp>
        <p:nvSpPr>
          <p:cNvPr id="45" name="TextBox 44">
            <a:extLst>
              <a:ext uri="{FF2B5EF4-FFF2-40B4-BE49-F238E27FC236}">
                <a16:creationId xmlns:a16="http://schemas.microsoft.com/office/drawing/2014/main" id="{6E9F9B61-FC54-F39C-777F-4A563CCF0C8B}"/>
              </a:ext>
            </a:extLst>
          </p:cNvPr>
          <p:cNvSpPr txBox="1"/>
          <p:nvPr/>
        </p:nvSpPr>
        <p:spPr>
          <a:xfrm>
            <a:off x="7213604" y="2734556"/>
            <a:ext cx="462845" cy="584775"/>
          </a:xfrm>
          <a:prstGeom prst="rect">
            <a:avLst/>
          </a:prstGeom>
          <a:noFill/>
        </p:spPr>
        <p:txBody>
          <a:bodyPr wrap="square" rtlCol="0">
            <a:spAutoFit/>
          </a:bodyPr>
          <a:lstStyle/>
          <a:p>
            <a:pPr algn="ctr"/>
            <a:r>
              <a:rPr lang="en-US" sz="3200" dirty="0"/>
              <a:t>9</a:t>
            </a:r>
          </a:p>
        </p:txBody>
      </p:sp>
      <p:sp>
        <p:nvSpPr>
          <p:cNvPr id="46" name="TextBox 45">
            <a:extLst>
              <a:ext uri="{FF2B5EF4-FFF2-40B4-BE49-F238E27FC236}">
                <a16:creationId xmlns:a16="http://schemas.microsoft.com/office/drawing/2014/main" id="{CC33D280-BBF2-D328-A4C1-220CC4854DB7}"/>
              </a:ext>
            </a:extLst>
          </p:cNvPr>
          <p:cNvSpPr txBox="1"/>
          <p:nvPr/>
        </p:nvSpPr>
        <p:spPr>
          <a:xfrm>
            <a:off x="6714071" y="2734556"/>
            <a:ext cx="462845" cy="584775"/>
          </a:xfrm>
          <a:prstGeom prst="rect">
            <a:avLst/>
          </a:prstGeom>
          <a:noFill/>
        </p:spPr>
        <p:txBody>
          <a:bodyPr wrap="square" rtlCol="0">
            <a:spAutoFit/>
          </a:bodyPr>
          <a:lstStyle/>
          <a:p>
            <a:pPr algn="ctr"/>
            <a:r>
              <a:rPr lang="en-US" sz="3200" dirty="0"/>
              <a:t>8</a:t>
            </a:r>
          </a:p>
        </p:txBody>
      </p:sp>
      <p:sp>
        <p:nvSpPr>
          <p:cNvPr id="50" name="TextBox 49">
            <a:extLst>
              <a:ext uri="{FF2B5EF4-FFF2-40B4-BE49-F238E27FC236}">
                <a16:creationId xmlns:a16="http://schemas.microsoft.com/office/drawing/2014/main" id="{FA7C0BF5-552A-4611-78B9-F7A1E61578F9}"/>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54" name="TextBox 53">
            <a:extLst>
              <a:ext uri="{FF2B5EF4-FFF2-40B4-BE49-F238E27FC236}">
                <a16:creationId xmlns:a16="http://schemas.microsoft.com/office/drawing/2014/main" id="{85AB9415-A548-A131-004F-0D63B8DB15A2}"/>
              </a:ext>
            </a:extLst>
          </p:cNvPr>
          <p:cNvSpPr txBox="1"/>
          <p:nvPr/>
        </p:nvSpPr>
        <p:spPr>
          <a:xfrm>
            <a:off x="3716867" y="721216"/>
            <a:ext cx="462845" cy="584775"/>
          </a:xfrm>
          <a:prstGeom prst="rect">
            <a:avLst/>
          </a:prstGeom>
          <a:noFill/>
        </p:spPr>
        <p:txBody>
          <a:bodyPr wrap="square" rtlCol="0">
            <a:spAutoFit/>
          </a:bodyPr>
          <a:lstStyle/>
          <a:p>
            <a:pPr algn="ctr"/>
            <a:r>
              <a:rPr lang="en-US" sz="3200" dirty="0"/>
              <a:t>3</a:t>
            </a:r>
          </a:p>
        </p:txBody>
      </p:sp>
      <p:sp>
        <p:nvSpPr>
          <p:cNvPr id="55" name="TextBox 54">
            <a:extLst>
              <a:ext uri="{FF2B5EF4-FFF2-40B4-BE49-F238E27FC236}">
                <a16:creationId xmlns:a16="http://schemas.microsoft.com/office/drawing/2014/main" id="{0B685156-46C4-D599-82A6-71EEED3BDA71}"/>
              </a:ext>
            </a:extLst>
          </p:cNvPr>
          <p:cNvSpPr txBox="1"/>
          <p:nvPr/>
        </p:nvSpPr>
        <p:spPr>
          <a:xfrm>
            <a:off x="5715003" y="721216"/>
            <a:ext cx="462845" cy="584775"/>
          </a:xfrm>
          <a:prstGeom prst="rect">
            <a:avLst/>
          </a:prstGeom>
          <a:noFill/>
        </p:spPr>
        <p:txBody>
          <a:bodyPr wrap="square" rtlCol="0">
            <a:spAutoFit/>
          </a:bodyPr>
          <a:lstStyle/>
          <a:p>
            <a:pPr algn="ctr"/>
            <a:r>
              <a:rPr lang="en-US" sz="3200" dirty="0"/>
              <a:t>5</a:t>
            </a:r>
          </a:p>
        </p:txBody>
      </p:sp>
      <p:sp>
        <p:nvSpPr>
          <p:cNvPr id="37" name="TextBox 36">
            <a:extLst>
              <a:ext uri="{FF2B5EF4-FFF2-40B4-BE49-F238E27FC236}">
                <a16:creationId xmlns:a16="http://schemas.microsoft.com/office/drawing/2014/main" id="{F26CB6E3-97DF-FCF7-7EC3-99431A179CAF}"/>
              </a:ext>
            </a:extLst>
          </p:cNvPr>
          <p:cNvSpPr txBox="1"/>
          <p:nvPr/>
        </p:nvSpPr>
        <p:spPr>
          <a:xfrm>
            <a:off x="3716867" y="1224551"/>
            <a:ext cx="462845" cy="584775"/>
          </a:xfrm>
          <a:prstGeom prst="rect">
            <a:avLst/>
          </a:prstGeom>
          <a:noFill/>
        </p:spPr>
        <p:txBody>
          <a:bodyPr wrap="square" rtlCol="0">
            <a:spAutoFit/>
          </a:bodyPr>
          <a:lstStyle/>
          <a:p>
            <a:pPr algn="ctr"/>
            <a:r>
              <a:rPr lang="en-US" sz="3200" dirty="0"/>
              <a:t>5</a:t>
            </a:r>
          </a:p>
        </p:txBody>
      </p:sp>
      <p:sp>
        <p:nvSpPr>
          <p:cNvPr id="38" name="TextBox 37">
            <a:extLst>
              <a:ext uri="{FF2B5EF4-FFF2-40B4-BE49-F238E27FC236}">
                <a16:creationId xmlns:a16="http://schemas.microsoft.com/office/drawing/2014/main" id="{4A37A88C-0EC1-782F-5B70-85CC71FDCB77}"/>
              </a:ext>
            </a:extLst>
          </p:cNvPr>
          <p:cNvSpPr txBox="1"/>
          <p:nvPr/>
        </p:nvSpPr>
        <p:spPr>
          <a:xfrm>
            <a:off x="4715935" y="721216"/>
            <a:ext cx="462845" cy="584775"/>
          </a:xfrm>
          <a:prstGeom prst="rect">
            <a:avLst/>
          </a:prstGeom>
          <a:noFill/>
        </p:spPr>
        <p:txBody>
          <a:bodyPr wrap="square" rtlCol="0">
            <a:spAutoFit/>
          </a:bodyPr>
          <a:lstStyle/>
          <a:p>
            <a:pPr algn="ctr"/>
            <a:r>
              <a:rPr lang="en-US" sz="3200" dirty="0"/>
              <a:t>7</a:t>
            </a:r>
          </a:p>
        </p:txBody>
      </p:sp>
      <p:sp>
        <p:nvSpPr>
          <p:cNvPr id="56" name="TextBox 55">
            <a:extLst>
              <a:ext uri="{FF2B5EF4-FFF2-40B4-BE49-F238E27FC236}">
                <a16:creationId xmlns:a16="http://schemas.microsoft.com/office/drawing/2014/main" id="{3B2DF9B5-F21D-DA1E-04C2-4E1B1FE9331A}"/>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
        <p:nvSpPr>
          <p:cNvPr id="25" name="TextBox 24">
            <a:extLst>
              <a:ext uri="{FF2B5EF4-FFF2-40B4-BE49-F238E27FC236}">
                <a16:creationId xmlns:a16="http://schemas.microsoft.com/office/drawing/2014/main" id="{BEB2007F-86AA-69A5-CC11-A51DE8F6D433}"/>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39" name="TextBox 38">
            <a:extLst>
              <a:ext uri="{FF2B5EF4-FFF2-40B4-BE49-F238E27FC236}">
                <a16:creationId xmlns:a16="http://schemas.microsoft.com/office/drawing/2014/main" id="{A8E6E62E-08F1-299C-2D89-70F9BB3984B4}"/>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14" name="TextBox 13">
            <a:extLst>
              <a:ext uri="{FF2B5EF4-FFF2-40B4-BE49-F238E27FC236}">
                <a16:creationId xmlns:a16="http://schemas.microsoft.com/office/drawing/2014/main" id="{09A9A92E-1760-6EE8-741D-4A2509EBFF64}"/>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
        <p:nvSpPr>
          <p:cNvPr id="41" name="TextBox 40">
            <a:extLst>
              <a:ext uri="{FF2B5EF4-FFF2-40B4-BE49-F238E27FC236}">
                <a16:creationId xmlns:a16="http://schemas.microsoft.com/office/drawing/2014/main" id="{54868DCF-71F7-50E0-EFCE-5102DBB1265F}"/>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57" name="TextBox 56">
            <a:extLst>
              <a:ext uri="{FF2B5EF4-FFF2-40B4-BE49-F238E27FC236}">
                <a16:creationId xmlns:a16="http://schemas.microsoft.com/office/drawing/2014/main" id="{DFFFE9D7-6D34-87E1-BE0C-3A3751519581}"/>
              </a:ext>
            </a:extLst>
          </p:cNvPr>
          <p:cNvSpPr txBox="1"/>
          <p:nvPr/>
        </p:nvSpPr>
        <p:spPr>
          <a:xfrm>
            <a:off x="5215469" y="1727886"/>
            <a:ext cx="462845" cy="584775"/>
          </a:xfrm>
          <a:prstGeom prst="rect">
            <a:avLst/>
          </a:prstGeom>
          <a:noFill/>
        </p:spPr>
        <p:txBody>
          <a:bodyPr wrap="square" rtlCol="0">
            <a:spAutoFit/>
          </a:bodyPr>
          <a:lstStyle/>
          <a:p>
            <a:pPr algn="ctr"/>
            <a:r>
              <a:rPr lang="en-US" sz="3200" dirty="0"/>
              <a:t>8</a:t>
            </a:r>
          </a:p>
        </p:txBody>
      </p:sp>
      <p:sp>
        <p:nvSpPr>
          <p:cNvPr id="58" name="TextBox 57">
            <a:extLst>
              <a:ext uri="{FF2B5EF4-FFF2-40B4-BE49-F238E27FC236}">
                <a16:creationId xmlns:a16="http://schemas.microsoft.com/office/drawing/2014/main" id="{790C1C1E-A411-444A-0ED7-ADAB2D903CCB}"/>
              </a:ext>
            </a:extLst>
          </p:cNvPr>
          <p:cNvSpPr txBox="1"/>
          <p:nvPr/>
        </p:nvSpPr>
        <p:spPr>
          <a:xfrm>
            <a:off x="3217333" y="1224551"/>
            <a:ext cx="462845" cy="584775"/>
          </a:xfrm>
          <a:prstGeom prst="rect">
            <a:avLst/>
          </a:prstGeom>
          <a:noFill/>
        </p:spPr>
        <p:txBody>
          <a:bodyPr wrap="square" rtlCol="0">
            <a:spAutoFit/>
          </a:bodyPr>
          <a:lstStyle/>
          <a:p>
            <a:pPr algn="ctr"/>
            <a:r>
              <a:rPr lang="en-US" sz="3200" dirty="0"/>
              <a:t>8</a:t>
            </a:r>
          </a:p>
        </p:txBody>
      </p:sp>
      <p:sp>
        <p:nvSpPr>
          <p:cNvPr id="59" name="TextBox 58">
            <a:extLst>
              <a:ext uri="{FF2B5EF4-FFF2-40B4-BE49-F238E27FC236}">
                <a16:creationId xmlns:a16="http://schemas.microsoft.com/office/drawing/2014/main" id="{1E3F5A68-18CC-9F8B-8C01-05A93E09A1BF}"/>
              </a:ext>
            </a:extLst>
          </p:cNvPr>
          <p:cNvSpPr txBox="1"/>
          <p:nvPr/>
        </p:nvSpPr>
        <p:spPr>
          <a:xfrm>
            <a:off x="3217333" y="1727886"/>
            <a:ext cx="462845" cy="584775"/>
          </a:xfrm>
          <a:prstGeom prst="rect">
            <a:avLst/>
          </a:prstGeom>
          <a:noFill/>
        </p:spPr>
        <p:txBody>
          <a:bodyPr wrap="square" rtlCol="0">
            <a:spAutoFit/>
          </a:bodyPr>
          <a:lstStyle/>
          <a:p>
            <a:pPr algn="ctr"/>
            <a:r>
              <a:rPr lang="en-US" sz="3200" dirty="0"/>
              <a:t>9</a:t>
            </a:r>
          </a:p>
        </p:txBody>
      </p:sp>
      <p:sp>
        <p:nvSpPr>
          <p:cNvPr id="62" name="TextBox 61">
            <a:extLst>
              <a:ext uri="{FF2B5EF4-FFF2-40B4-BE49-F238E27FC236}">
                <a16:creationId xmlns:a16="http://schemas.microsoft.com/office/drawing/2014/main" id="{9FE25699-CD03-A1D0-84CF-2C8D9FB8DE54}"/>
              </a:ext>
            </a:extLst>
          </p:cNvPr>
          <p:cNvSpPr txBox="1"/>
          <p:nvPr/>
        </p:nvSpPr>
        <p:spPr>
          <a:xfrm>
            <a:off x="7213604" y="1727886"/>
            <a:ext cx="462845" cy="584775"/>
          </a:xfrm>
          <a:prstGeom prst="rect">
            <a:avLst/>
          </a:prstGeom>
          <a:noFill/>
        </p:spPr>
        <p:txBody>
          <a:bodyPr wrap="square" rtlCol="0">
            <a:spAutoFit/>
          </a:bodyPr>
          <a:lstStyle/>
          <a:p>
            <a:pPr algn="ctr"/>
            <a:r>
              <a:rPr lang="en-US" sz="3200" dirty="0"/>
              <a:t>5</a:t>
            </a:r>
          </a:p>
        </p:txBody>
      </p:sp>
      <p:sp>
        <p:nvSpPr>
          <p:cNvPr id="63" name="TextBox 62">
            <a:extLst>
              <a:ext uri="{FF2B5EF4-FFF2-40B4-BE49-F238E27FC236}">
                <a16:creationId xmlns:a16="http://schemas.microsoft.com/office/drawing/2014/main" id="{F90772BF-8864-212E-4F75-7A2F222C04D8}"/>
              </a:ext>
            </a:extLst>
          </p:cNvPr>
          <p:cNvSpPr txBox="1"/>
          <p:nvPr/>
        </p:nvSpPr>
        <p:spPr>
          <a:xfrm>
            <a:off x="6714071" y="1727886"/>
            <a:ext cx="462845" cy="584775"/>
          </a:xfrm>
          <a:prstGeom prst="rect">
            <a:avLst/>
          </a:prstGeom>
          <a:noFill/>
        </p:spPr>
        <p:txBody>
          <a:bodyPr wrap="square" rtlCol="0">
            <a:spAutoFit/>
          </a:bodyPr>
          <a:lstStyle/>
          <a:p>
            <a:pPr algn="ctr"/>
            <a:r>
              <a:rPr lang="en-US" sz="3200" dirty="0"/>
              <a:t>3</a:t>
            </a:r>
          </a:p>
        </p:txBody>
      </p:sp>
      <p:sp>
        <p:nvSpPr>
          <p:cNvPr id="69" name="TextBox 68">
            <a:extLst>
              <a:ext uri="{FF2B5EF4-FFF2-40B4-BE49-F238E27FC236}">
                <a16:creationId xmlns:a16="http://schemas.microsoft.com/office/drawing/2014/main" id="{C81847D7-28B7-DE27-4478-7721453CA09E}"/>
              </a:ext>
            </a:extLst>
          </p:cNvPr>
          <p:cNvSpPr txBox="1"/>
          <p:nvPr/>
        </p:nvSpPr>
        <p:spPr>
          <a:xfrm>
            <a:off x="4715935" y="2734556"/>
            <a:ext cx="462845" cy="584775"/>
          </a:xfrm>
          <a:prstGeom prst="rect">
            <a:avLst/>
          </a:prstGeom>
          <a:noFill/>
        </p:spPr>
        <p:txBody>
          <a:bodyPr wrap="square" rtlCol="0">
            <a:spAutoFit/>
          </a:bodyPr>
          <a:lstStyle/>
          <a:p>
            <a:pPr algn="ctr"/>
            <a:r>
              <a:rPr lang="en-US" sz="3200" dirty="0"/>
              <a:t>1</a:t>
            </a:r>
          </a:p>
        </p:txBody>
      </p:sp>
      <p:sp>
        <p:nvSpPr>
          <p:cNvPr id="70" name="TextBox 69">
            <a:extLst>
              <a:ext uri="{FF2B5EF4-FFF2-40B4-BE49-F238E27FC236}">
                <a16:creationId xmlns:a16="http://schemas.microsoft.com/office/drawing/2014/main" id="{2E7031FA-3954-149D-35A6-818E7F3B6D52}"/>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Tree>
    <p:extLst>
      <p:ext uri="{BB962C8B-B14F-4D97-AF65-F5344CB8AC3E}">
        <p14:creationId xmlns:p14="http://schemas.microsoft.com/office/powerpoint/2010/main" val="292325582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4043A4-8B7C-CD83-23B9-95A8796B8E5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AAB8FE9-6765-B728-2CCE-4AB8244C6F38}"/>
              </a:ext>
            </a:extLst>
          </p:cNvPr>
          <p:cNvSpPr>
            <a:spLocks noGrp="1"/>
          </p:cNvSpPr>
          <p:nvPr>
            <p:ph sz="half" idx="1"/>
          </p:nvPr>
        </p:nvSpPr>
        <p:spPr/>
        <p:txBody>
          <a:bodyPr>
            <a:normAutofit/>
          </a:bodyPr>
          <a:lstStyle/>
          <a:p>
            <a:r>
              <a:rPr lang="en-US" dirty="0"/>
              <a:t>Complete Row 6.</a:t>
            </a:r>
          </a:p>
        </p:txBody>
      </p:sp>
      <p:pic>
        <p:nvPicPr>
          <p:cNvPr id="4" name="Picture 3" descr="A grid of sudoku puzzle&#10;&#10;Description automatically generated">
            <a:extLst>
              <a:ext uri="{FF2B5EF4-FFF2-40B4-BE49-F238E27FC236}">
                <a16:creationId xmlns:a16="http://schemas.microsoft.com/office/drawing/2014/main" id="{9E49EEA2-DE7B-4EEE-20D1-E853CFBA0391}"/>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23C3F31C-65FD-60B9-8A65-B75E104DB462}"/>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83DAB628-C404-D108-D5A8-C46A897E9A4C}"/>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B6DA477D-8D03-4D13-47D6-3D061D0F6171}"/>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92192B2A-1DA4-A713-5FDB-E0218905CD20}"/>
              </a:ext>
            </a:extLst>
          </p:cNvPr>
          <p:cNvSpPr txBox="1"/>
          <p:nvPr/>
        </p:nvSpPr>
        <p:spPr>
          <a:xfrm>
            <a:off x="3716867" y="2231221"/>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D778F6F4-99F7-14E2-5811-573F44DA2927}"/>
              </a:ext>
            </a:extLst>
          </p:cNvPr>
          <p:cNvSpPr txBox="1"/>
          <p:nvPr/>
        </p:nvSpPr>
        <p:spPr>
          <a:xfrm>
            <a:off x="3217333" y="4747898"/>
            <a:ext cx="462845" cy="584775"/>
          </a:xfrm>
          <a:prstGeom prst="rect">
            <a:avLst/>
          </a:prstGeom>
          <a:noFill/>
        </p:spPr>
        <p:txBody>
          <a:bodyPr wrap="square" rtlCol="0">
            <a:spAutoFit/>
          </a:bodyPr>
          <a:lstStyle/>
          <a:p>
            <a:pPr algn="ctr"/>
            <a:r>
              <a:rPr lang="en-US" sz="3200" dirty="0"/>
              <a:t>6</a:t>
            </a:r>
          </a:p>
        </p:txBody>
      </p:sp>
      <p:sp>
        <p:nvSpPr>
          <p:cNvPr id="11" name="TextBox 10">
            <a:extLst>
              <a:ext uri="{FF2B5EF4-FFF2-40B4-BE49-F238E27FC236}">
                <a16:creationId xmlns:a16="http://schemas.microsoft.com/office/drawing/2014/main" id="{A021B870-BC44-219B-B8EE-D9CFAFC447B8}"/>
              </a:ext>
            </a:extLst>
          </p:cNvPr>
          <p:cNvSpPr txBox="1"/>
          <p:nvPr/>
        </p:nvSpPr>
        <p:spPr>
          <a:xfrm>
            <a:off x="7213604" y="4747898"/>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FB585F68-419D-791B-993F-004F7CC07C76}"/>
              </a:ext>
            </a:extLst>
          </p:cNvPr>
          <p:cNvSpPr txBox="1"/>
          <p:nvPr/>
        </p:nvSpPr>
        <p:spPr>
          <a:xfrm>
            <a:off x="6214537" y="2734556"/>
            <a:ext cx="462845" cy="584775"/>
          </a:xfrm>
          <a:prstGeom prst="rect">
            <a:avLst/>
          </a:prstGeom>
          <a:no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6CACB200-93C3-C677-7697-E6E182DE434F}"/>
              </a:ext>
            </a:extLst>
          </p:cNvPr>
          <p:cNvSpPr txBox="1"/>
          <p:nvPr/>
        </p:nvSpPr>
        <p:spPr>
          <a:xfrm>
            <a:off x="4143022" y="2274133"/>
            <a:ext cx="570089" cy="230832"/>
          </a:xfrm>
          <a:prstGeom prst="rect">
            <a:avLst/>
          </a:prstGeom>
          <a:noFill/>
        </p:spPr>
        <p:txBody>
          <a:bodyPr wrap="square" rtlCol="0">
            <a:spAutoFit/>
          </a:bodyPr>
          <a:lstStyle/>
          <a:p>
            <a:pPr algn="ctr"/>
            <a:r>
              <a:rPr lang="en-US" sz="900" dirty="0"/>
              <a:t>89</a:t>
            </a:r>
          </a:p>
        </p:txBody>
      </p:sp>
      <p:sp>
        <p:nvSpPr>
          <p:cNvPr id="16" name="TextBox 15">
            <a:extLst>
              <a:ext uri="{FF2B5EF4-FFF2-40B4-BE49-F238E27FC236}">
                <a16:creationId xmlns:a16="http://schemas.microsoft.com/office/drawing/2014/main" id="{58E47EB1-9A44-DFE0-35EA-E3389AAB4F45}"/>
              </a:ext>
            </a:extLst>
          </p:cNvPr>
          <p:cNvSpPr txBox="1"/>
          <p:nvPr/>
        </p:nvSpPr>
        <p:spPr>
          <a:xfrm>
            <a:off x="5650090" y="2274133"/>
            <a:ext cx="570089" cy="230832"/>
          </a:xfrm>
          <a:prstGeom prst="rect">
            <a:avLst/>
          </a:prstGeom>
          <a:noFill/>
        </p:spPr>
        <p:txBody>
          <a:bodyPr wrap="square" rtlCol="0">
            <a:spAutoFit/>
          </a:bodyPr>
          <a:lstStyle/>
          <a:p>
            <a:pPr algn="ctr"/>
            <a:r>
              <a:rPr lang="en-US" sz="900" dirty="0"/>
              <a:t>98</a:t>
            </a:r>
          </a:p>
        </p:txBody>
      </p:sp>
      <p:sp>
        <p:nvSpPr>
          <p:cNvPr id="18" name="TextBox 17">
            <a:extLst>
              <a:ext uri="{FF2B5EF4-FFF2-40B4-BE49-F238E27FC236}">
                <a16:creationId xmlns:a16="http://schemas.microsoft.com/office/drawing/2014/main" id="{36154C84-68DC-614F-1655-40E551776652}"/>
              </a:ext>
            </a:extLst>
          </p:cNvPr>
          <p:cNvSpPr txBox="1"/>
          <p:nvPr/>
        </p:nvSpPr>
        <p:spPr>
          <a:xfrm>
            <a:off x="6654802" y="2404765"/>
            <a:ext cx="570089" cy="230832"/>
          </a:xfrm>
          <a:prstGeom prst="rect">
            <a:avLst/>
          </a:prstGeom>
          <a:noFill/>
        </p:spPr>
        <p:txBody>
          <a:bodyPr wrap="square" rtlCol="0">
            <a:spAutoFit/>
          </a:bodyPr>
          <a:lstStyle/>
          <a:p>
            <a:pPr algn="ctr"/>
            <a:r>
              <a:rPr lang="en-US" sz="900" dirty="0"/>
              <a:t>24</a:t>
            </a:r>
          </a:p>
        </p:txBody>
      </p:sp>
      <p:sp>
        <p:nvSpPr>
          <p:cNvPr id="19" name="TextBox 18">
            <a:extLst>
              <a:ext uri="{FF2B5EF4-FFF2-40B4-BE49-F238E27FC236}">
                <a16:creationId xmlns:a16="http://schemas.microsoft.com/office/drawing/2014/main" id="{1821FE3D-0EBD-697F-465D-E893948B5385}"/>
              </a:ext>
            </a:extLst>
          </p:cNvPr>
          <p:cNvSpPr txBox="1"/>
          <p:nvPr/>
        </p:nvSpPr>
        <p:spPr>
          <a:xfrm>
            <a:off x="7157158" y="2404765"/>
            <a:ext cx="570089" cy="230832"/>
          </a:xfrm>
          <a:prstGeom prst="rect">
            <a:avLst/>
          </a:prstGeom>
          <a:noFill/>
        </p:spPr>
        <p:txBody>
          <a:bodyPr wrap="square" rtlCol="0">
            <a:spAutoFit/>
          </a:bodyPr>
          <a:lstStyle/>
          <a:p>
            <a:pPr algn="ctr"/>
            <a:r>
              <a:rPr lang="en-US" sz="900" dirty="0"/>
              <a:t>42</a:t>
            </a:r>
          </a:p>
        </p:txBody>
      </p:sp>
      <p:sp>
        <p:nvSpPr>
          <p:cNvPr id="23" name="TextBox 22">
            <a:extLst>
              <a:ext uri="{FF2B5EF4-FFF2-40B4-BE49-F238E27FC236}">
                <a16:creationId xmlns:a16="http://schemas.microsoft.com/office/drawing/2014/main" id="{65E281EE-07F1-6344-5607-2166DE873560}"/>
              </a:ext>
            </a:extLst>
          </p:cNvPr>
          <p:cNvSpPr txBox="1"/>
          <p:nvPr/>
        </p:nvSpPr>
        <p:spPr>
          <a:xfrm>
            <a:off x="6214537" y="721216"/>
            <a:ext cx="462845" cy="584775"/>
          </a:xfrm>
          <a:prstGeom prst="rect">
            <a:avLst/>
          </a:prstGeom>
          <a:noFill/>
        </p:spPr>
        <p:txBody>
          <a:bodyPr wrap="square" rtlCol="0">
            <a:spAutoFit/>
          </a:bodyPr>
          <a:lstStyle/>
          <a:p>
            <a:pPr algn="ctr"/>
            <a:r>
              <a:rPr lang="en-US" sz="3200" dirty="0"/>
              <a:t>2</a:t>
            </a:r>
          </a:p>
        </p:txBody>
      </p:sp>
      <p:sp>
        <p:nvSpPr>
          <p:cNvPr id="24" name="TextBox 23">
            <a:extLst>
              <a:ext uri="{FF2B5EF4-FFF2-40B4-BE49-F238E27FC236}">
                <a16:creationId xmlns:a16="http://schemas.microsoft.com/office/drawing/2014/main" id="{EA744971-E127-F8FD-B948-53D5BAA6342D}"/>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14B92B8E-CF74-8475-2C16-7A1CAD2E0B19}"/>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26" name="TextBox 25">
            <a:extLst>
              <a:ext uri="{FF2B5EF4-FFF2-40B4-BE49-F238E27FC236}">
                <a16:creationId xmlns:a16="http://schemas.microsoft.com/office/drawing/2014/main" id="{22994E18-CCC5-2411-8862-5C920C05212F}"/>
              </a:ext>
            </a:extLst>
          </p:cNvPr>
          <p:cNvSpPr txBox="1"/>
          <p:nvPr/>
        </p:nvSpPr>
        <p:spPr>
          <a:xfrm>
            <a:off x="6654802" y="1402877"/>
            <a:ext cx="570089" cy="230832"/>
          </a:xfrm>
          <a:prstGeom prst="rect">
            <a:avLst/>
          </a:prstGeom>
          <a:noFill/>
        </p:spPr>
        <p:txBody>
          <a:bodyPr wrap="square" rtlCol="0">
            <a:spAutoFit/>
          </a:bodyPr>
          <a:lstStyle/>
          <a:p>
            <a:pPr algn="ctr"/>
            <a:r>
              <a:rPr lang="en-US" sz="900" dirty="0"/>
              <a:t>74</a:t>
            </a:r>
          </a:p>
        </p:txBody>
      </p:sp>
      <p:sp>
        <p:nvSpPr>
          <p:cNvPr id="27" name="TextBox 26">
            <a:extLst>
              <a:ext uri="{FF2B5EF4-FFF2-40B4-BE49-F238E27FC236}">
                <a16:creationId xmlns:a16="http://schemas.microsoft.com/office/drawing/2014/main" id="{D57C0B71-03E7-B4F3-A6F8-9CBC6924210D}"/>
              </a:ext>
            </a:extLst>
          </p:cNvPr>
          <p:cNvSpPr txBox="1"/>
          <p:nvPr/>
        </p:nvSpPr>
        <p:spPr>
          <a:xfrm>
            <a:off x="7157158" y="1402877"/>
            <a:ext cx="570089" cy="230832"/>
          </a:xfrm>
          <a:prstGeom prst="rect">
            <a:avLst/>
          </a:prstGeom>
          <a:noFill/>
        </p:spPr>
        <p:txBody>
          <a:bodyPr wrap="square" rtlCol="0">
            <a:spAutoFit/>
          </a:bodyPr>
          <a:lstStyle/>
          <a:p>
            <a:pPr algn="ctr"/>
            <a:r>
              <a:rPr lang="en-US" sz="900" dirty="0"/>
              <a:t>47</a:t>
            </a:r>
          </a:p>
        </p:txBody>
      </p:sp>
      <p:sp>
        <p:nvSpPr>
          <p:cNvPr id="30" name="TextBox 29">
            <a:extLst>
              <a:ext uri="{FF2B5EF4-FFF2-40B4-BE49-F238E27FC236}">
                <a16:creationId xmlns:a16="http://schemas.microsoft.com/office/drawing/2014/main" id="{9C4288F9-91E7-3BA9-A12A-A6DF2CD518DC}"/>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686EA7A5-2912-460A-055B-D07E32B2D069}"/>
              </a:ext>
            </a:extLst>
          </p:cNvPr>
          <p:cNvSpPr txBox="1"/>
          <p:nvPr/>
        </p:nvSpPr>
        <p:spPr>
          <a:xfrm>
            <a:off x="3217333" y="721216"/>
            <a:ext cx="462845" cy="584775"/>
          </a:xfrm>
          <a:prstGeom prst="rect">
            <a:avLst/>
          </a:prstGeom>
          <a:noFill/>
        </p:spPr>
        <p:txBody>
          <a:bodyPr wrap="square" rtlCol="0">
            <a:spAutoFit/>
          </a:bodyPr>
          <a:lstStyle/>
          <a:p>
            <a:pPr algn="ctr"/>
            <a:r>
              <a:rPr lang="en-US" sz="3200" dirty="0"/>
              <a:t>4</a:t>
            </a:r>
          </a:p>
        </p:txBody>
      </p:sp>
      <p:sp>
        <p:nvSpPr>
          <p:cNvPr id="35" name="TextBox 34">
            <a:extLst>
              <a:ext uri="{FF2B5EF4-FFF2-40B4-BE49-F238E27FC236}">
                <a16:creationId xmlns:a16="http://schemas.microsoft.com/office/drawing/2014/main" id="{5C8C8979-56A5-372D-A504-9BF596F47CB0}"/>
              </a:ext>
            </a:extLst>
          </p:cNvPr>
          <p:cNvSpPr txBox="1"/>
          <p:nvPr/>
        </p:nvSpPr>
        <p:spPr>
          <a:xfrm>
            <a:off x="4216401" y="1224551"/>
            <a:ext cx="462845" cy="584775"/>
          </a:xfrm>
          <a:prstGeom prst="rect">
            <a:avLst/>
          </a:prstGeom>
          <a:noFill/>
        </p:spPr>
        <p:txBody>
          <a:bodyPr wrap="square" rtlCol="0">
            <a:spAutoFit/>
          </a:bodyPr>
          <a:lstStyle/>
          <a:p>
            <a:pPr algn="ctr"/>
            <a:r>
              <a:rPr lang="en-US" sz="3200" dirty="0"/>
              <a:t>1</a:t>
            </a:r>
          </a:p>
        </p:txBody>
      </p:sp>
      <p:sp>
        <p:nvSpPr>
          <p:cNvPr id="36" name="TextBox 35">
            <a:extLst>
              <a:ext uri="{FF2B5EF4-FFF2-40B4-BE49-F238E27FC236}">
                <a16:creationId xmlns:a16="http://schemas.microsoft.com/office/drawing/2014/main" id="{6F9B3E8A-66AE-4A42-3AD8-D1DDC9271E88}"/>
              </a:ext>
            </a:extLst>
          </p:cNvPr>
          <p:cNvSpPr txBox="1"/>
          <p:nvPr/>
        </p:nvSpPr>
        <p:spPr>
          <a:xfrm>
            <a:off x="5215469" y="721216"/>
            <a:ext cx="462845" cy="584775"/>
          </a:xfrm>
          <a:prstGeom prst="rect">
            <a:avLst/>
          </a:prstGeom>
          <a:noFill/>
        </p:spPr>
        <p:txBody>
          <a:bodyPr wrap="square" rtlCol="0">
            <a:spAutoFit/>
          </a:bodyPr>
          <a:lstStyle/>
          <a:p>
            <a:pPr algn="ctr"/>
            <a:r>
              <a:rPr lang="en-US" sz="3200" dirty="0"/>
              <a:t>1</a:t>
            </a:r>
          </a:p>
        </p:txBody>
      </p:sp>
      <p:sp>
        <p:nvSpPr>
          <p:cNvPr id="40" name="TextBox 39">
            <a:extLst>
              <a:ext uri="{FF2B5EF4-FFF2-40B4-BE49-F238E27FC236}">
                <a16:creationId xmlns:a16="http://schemas.microsoft.com/office/drawing/2014/main" id="{DFBF1613-40B4-4BC3-7E9E-40701C3A7FBE}"/>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42" name="TextBox 41">
            <a:extLst>
              <a:ext uri="{FF2B5EF4-FFF2-40B4-BE49-F238E27FC236}">
                <a16:creationId xmlns:a16="http://schemas.microsoft.com/office/drawing/2014/main" id="{662425EA-CF15-99EB-43DF-B57166D15E30}"/>
              </a:ext>
            </a:extLst>
          </p:cNvPr>
          <p:cNvSpPr txBox="1"/>
          <p:nvPr/>
        </p:nvSpPr>
        <p:spPr>
          <a:xfrm>
            <a:off x="5715003" y="1224551"/>
            <a:ext cx="462845" cy="584775"/>
          </a:xfrm>
          <a:prstGeom prst="rect">
            <a:avLst/>
          </a:prstGeom>
          <a:noFill/>
        </p:spPr>
        <p:txBody>
          <a:bodyPr wrap="square" rtlCol="0">
            <a:spAutoFit/>
          </a:bodyPr>
          <a:lstStyle/>
          <a:p>
            <a:pPr algn="ctr"/>
            <a:r>
              <a:rPr lang="en-US" sz="3200" dirty="0"/>
              <a:t>2</a:t>
            </a:r>
          </a:p>
        </p:txBody>
      </p:sp>
      <p:sp>
        <p:nvSpPr>
          <p:cNvPr id="43" name="TextBox 42">
            <a:extLst>
              <a:ext uri="{FF2B5EF4-FFF2-40B4-BE49-F238E27FC236}">
                <a16:creationId xmlns:a16="http://schemas.microsoft.com/office/drawing/2014/main" id="{5F763812-B401-FBEC-2DD5-589FD6E20FD5}"/>
              </a:ext>
            </a:extLst>
          </p:cNvPr>
          <p:cNvSpPr txBox="1"/>
          <p:nvPr/>
        </p:nvSpPr>
        <p:spPr>
          <a:xfrm>
            <a:off x="4645378" y="1533509"/>
            <a:ext cx="570089" cy="230832"/>
          </a:xfrm>
          <a:prstGeom prst="rect">
            <a:avLst/>
          </a:prstGeom>
          <a:noFill/>
        </p:spPr>
        <p:txBody>
          <a:bodyPr wrap="square" rtlCol="0">
            <a:spAutoFit/>
          </a:bodyPr>
          <a:lstStyle/>
          <a:p>
            <a:pPr algn="ctr"/>
            <a:r>
              <a:rPr lang="en-US" sz="900" dirty="0"/>
              <a:t>39</a:t>
            </a:r>
          </a:p>
        </p:txBody>
      </p:sp>
      <p:sp>
        <p:nvSpPr>
          <p:cNvPr id="44" name="TextBox 43">
            <a:extLst>
              <a:ext uri="{FF2B5EF4-FFF2-40B4-BE49-F238E27FC236}">
                <a16:creationId xmlns:a16="http://schemas.microsoft.com/office/drawing/2014/main" id="{621FA24E-8338-0A8F-A489-11207190B953}"/>
              </a:ext>
            </a:extLst>
          </p:cNvPr>
          <p:cNvSpPr txBox="1"/>
          <p:nvPr/>
        </p:nvSpPr>
        <p:spPr>
          <a:xfrm>
            <a:off x="5147734" y="1533509"/>
            <a:ext cx="570089" cy="230832"/>
          </a:xfrm>
          <a:prstGeom prst="rect">
            <a:avLst/>
          </a:prstGeom>
          <a:noFill/>
        </p:spPr>
        <p:txBody>
          <a:bodyPr wrap="square" rtlCol="0">
            <a:spAutoFit/>
          </a:bodyPr>
          <a:lstStyle/>
          <a:p>
            <a:pPr algn="ctr"/>
            <a:r>
              <a:rPr lang="en-US" sz="900" dirty="0"/>
              <a:t>93</a:t>
            </a:r>
          </a:p>
        </p:txBody>
      </p:sp>
      <p:sp>
        <p:nvSpPr>
          <p:cNvPr id="47" name="TextBox 46">
            <a:extLst>
              <a:ext uri="{FF2B5EF4-FFF2-40B4-BE49-F238E27FC236}">
                <a16:creationId xmlns:a16="http://schemas.microsoft.com/office/drawing/2014/main" id="{87CDCC9D-74C1-0F6C-B75B-3EF37875789E}"/>
              </a:ext>
            </a:extLst>
          </p:cNvPr>
          <p:cNvSpPr txBox="1"/>
          <p:nvPr/>
        </p:nvSpPr>
        <p:spPr>
          <a:xfrm>
            <a:off x="4143022" y="3537285"/>
            <a:ext cx="570089" cy="230832"/>
          </a:xfrm>
          <a:prstGeom prst="rect">
            <a:avLst/>
          </a:prstGeom>
          <a:noFill/>
        </p:spPr>
        <p:txBody>
          <a:bodyPr wrap="square" rtlCol="0">
            <a:spAutoFit/>
          </a:bodyPr>
          <a:lstStyle/>
          <a:p>
            <a:pPr algn="ctr"/>
            <a:r>
              <a:rPr lang="en-US" sz="900" dirty="0"/>
              <a:t>98</a:t>
            </a:r>
          </a:p>
        </p:txBody>
      </p:sp>
      <p:sp>
        <p:nvSpPr>
          <p:cNvPr id="48" name="TextBox 47">
            <a:extLst>
              <a:ext uri="{FF2B5EF4-FFF2-40B4-BE49-F238E27FC236}">
                <a16:creationId xmlns:a16="http://schemas.microsoft.com/office/drawing/2014/main" id="{4D727798-7418-FEC1-4D66-ED0E3483D931}"/>
              </a:ext>
            </a:extLst>
          </p:cNvPr>
          <p:cNvSpPr txBox="1"/>
          <p:nvPr/>
        </p:nvSpPr>
        <p:spPr>
          <a:xfrm>
            <a:off x="4645378" y="3537285"/>
            <a:ext cx="570089" cy="230832"/>
          </a:xfrm>
          <a:prstGeom prst="rect">
            <a:avLst/>
          </a:prstGeom>
          <a:noFill/>
        </p:spPr>
        <p:txBody>
          <a:bodyPr wrap="square" rtlCol="0">
            <a:spAutoFit/>
          </a:bodyPr>
          <a:lstStyle/>
          <a:p>
            <a:pPr algn="ctr"/>
            <a:r>
              <a:rPr lang="en-US" sz="900" dirty="0"/>
              <a:t>89</a:t>
            </a:r>
          </a:p>
        </p:txBody>
      </p:sp>
      <p:sp>
        <p:nvSpPr>
          <p:cNvPr id="51" name="TextBox 50">
            <a:extLst>
              <a:ext uri="{FF2B5EF4-FFF2-40B4-BE49-F238E27FC236}">
                <a16:creationId xmlns:a16="http://schemas.microsoft.com/office/drawing/2014/main" id="{B0EF6D77-B466-8E4E-1DBB-2B509AF4CE4E}"/>
              </a:ext>
            </a:extLst>
          </p:cNvPr>
          <p:cNvSpPr txBox="1"/>
          <p:nvPr/>
        </p:nvSpPr>
        <p:spPr>
          <a:xfrm>
            <a:off x="5215469" y="2231221"/>
            <a:ext cx="462845" cy="584775"/>
          </a:xfrm>
          <a:prstGeom prst="rect">
            <a:avLst/>
          </a:prstGeom>
          <a:noFill/>
        </p:spPr>
        <p:txBody>
          <a:bodyPr wrap="square" rtlCol="0">
            <a:spAutoFit/>
          </a:bodyPr>
          <a:lstStyle/>
          <a:p>
            <a:pPr algn="ctr"/>
            <a:r>
              <a:rPr lang="en-US" sz="3200" dirty="0"/>
              <a:t>6</a:t>
            </a:r>
          </a:p>
        </p:txBody>
      </p:sp>
      <p:sp>
        <p:nvSpPr>
          <p:cNvPr id="15" name="TextBox 14">
            <a:extLst>
              <a:ext uri="{FF2B5EF4-FFF2-40B4-BE49-F238E27FC236}">
                <a16:creationId xmlns:a16="http://schemas.microsoft.com/office/drawing/2014/main" id="{6A447A9F-CB9F-22C0-A361-31526F55646A}"/>
              </a:ext>
            </a:extLst>
          </p:cNvPr>
          <p:cNvSpPr txBox="1"/>
          <p:nvPr/>
        </p:nvSpPr>
        <p:spPr>
          <a:xfrm>
            <a:off x="3217333" y="2734556"/>
            <a:ext cx="462845" cy="584775"/>
          </a:xfrm>
          <a:prstGeom prst="rect">
            <a:avLst/>
          </a:prstGeom>
          <a:noFill/>
        </p:spPr>
        <p:txBody>
          <a:bodyPr wrap="square" rtlCol="0">
            <a:spAutoFit/>
          </a:bodyPr>
          <a:lstStyle/>
          <a:p>
            <a:pPr algn="ctr"/>
            <a:r>
              <a:rPr lang="en-US" sz="3200" dirty="0"/>
              <a:t>7</a:t>
            </a:r>
          </a:p>
        </p:txBody>
      </p:sp>
      <p:sp>
        <p:nvSpPr>
          <p:cNvPr id="52" name="TextBox 51">
            <a:extLst>
              <a:ext uri="{FF2B5EF4-FFF2-40B4-BE49-F238E27FC236}">
                <a16:creationId xmlns:a16="http://schemas.microsoft.com/office/drawing/2014/main" id="{5ADC15BE-F1B2-8DDB-7C1D-74951A583F6D}"/>
              </a:ext>
            </a:extLst>
          </p:cNvPr>
          <p:cNvSpPr txBox="1"/>
          <p:nvPr/>
        </p:nvSpPr>
        <p:spPr>
          <a:xfrm>
            <a:off x="3716867" y="2734556"/>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8F5C0EF0-6EE8-1BCB-63AC-2DC19C7AA2E9}"/>
              </a:ext>
            </a:extLst>
          </p:cNvPr>
          <p:cNvSpPr txBox="1"/>
          <p:nvPr/>
        </p:nvSpPr>
        <p:spPr>
          <a:xfrm>
            <a:off x="3716867" y="1727886"/>
            <a:ext cx="462845" cy="584775"/>
          </a:xfrm>
          <a:prstGeom prst="rect">
            <a:avLst/>
          </a:prstGeom>
          <a:noFill/>
        </p:spPr>
        <p:txBody>
          <a:bodyPr wrap="square" rtlCol="0">
            <a:spAutoFit/>
          </a:bodyPr>
          <a:lstStyle/>
          <a:p>
            <a:pPr algn="ctr"/>
            <a:r>
              <a:rPr lang="en-US" sz="3200" dirty="0"/>
              <a:t>7</a:t>
            </a:r>
          </a:p>
        </p:txBody>
      </p:sp>
      <p:sp>
        <p:nvSpPr>
          <p:cNvPr id="33" name="TextBox 32">
            <a:extLst>
              <a:ext uri="{FF2B5EF4-FFF2-40B4-BE49-F238E27FC236}">
                <a16:creationId xmlns:a16="http://schemas.microsoft.com/office/drawing/2014/main" id="{2F3043BF-4928-6EFE-0C4F-72F2DC6E8114}"/>
              </a:ext>
            </a:extLst>
          </p:cNvPr>
          <p:cNvSpPr txBox="1"/>
          <p:nvPr/>
        </p:nvSpPr>
        <p:spPr>
          <a:xfrm>
            <a:off x="3138310" y="3907597"/>
            <a:ext cx="570089" cy="230832"/>
          </a:xfrm>
          <a:prstGeom prst="rect">
            <a:avLst/>
          </a:prstGeom>
          <a:noFill/>
        </p:spPr>
        <p:txBody>
          <a:bodyPr wrap="square" rtlCol="0">
            <a:spAutoFit/>
          </a:bodyPr>
          <a:lstStyle/>
          <a:p>
            <a:pPr algn="ctr"/>
            <a:r>
              <a:rPr lang="en-US" sz="900" dirty="0"/>
              <a:t>15</a:t>
            </a:r>
          </a:p>
        </p:txBody>
      </p:sp>
      <p:sp>
        <p:nvSpPr>
          <p:cNvPr id="53" name="TextBox 52">
            <a:extLst>
              <a:ext uri="{FF2B5EF4-FFF2-40B4-BE49-F238E27FC236}">
                <a16:creationId xmlns:a16="http://schemas.microsoft.com/office/drawing/2014/main" id="{193370B2-78D6-F6AE-8817-655EB498CB2E}"/>
              </a:ext>
            </a:extLst>
          </p:cNvPr>
          <p:cNvSpPr txBox="1"/>
          <p:nvPr/>
        </p:nvSpPr>
        <p:spPr>
          <a:xfrm>
            <a:off x="3138310" y="4408541"/>
            <a:ext cx="570089" cy="230832"/>
          </a:xfrm>
          <a:prstGeom prst="rect">
            <a:avLst/>
          </a:prstGeom>
          <a:noFill/>
        </p:spPr>
        <p:txBody>
          <a:bodyPr wrap="square" rtlCol="0">
            <a:spAutoFit/>
          </a:bodyPr>
          <a:lstStyle/>
          <a:p>
            <a:pPr algn="ctr"/>
            <a:r>
              <a:rPr lang="en-US" sz="900" dirty="0"/>
              <a:t>51</a:t>
            </a:r>
          </a:p>
        </p:txBody>
      </p:sp>
      <p:sp>
        <p:nvSpPr>
          <p:cNvPr id="64" name="TextBox 63">
            <a:extLst>
              <a:ext uri="{FF2B5EF4-FFF2-40B4-BE49-F238E27FC236}">
                <a16:creationId xmlns:a16="http://schemas.microsoft.com/office/drawing/2014/main" id="{352CC650-6002-34D7-2228-4CD8298CDCAF}"/>
              </a:ext>
            </a:extLst>
          </p:cNvPr>
          <p:cNvSpPr txBox="1"/>
          <p:nvPr/>
        </p:nvSpPr>
        <p:spPr>
          <a:xfrm>
            <a:off x="6654802" y="3406653"/>
            <a:ext cx="570089" cy="230832"/>
          </a:xfrm>
          <a:prstGeom prst="rect">
            <a:avLst/>
          </a:prstGeom>
          <a:noFill/>
        </p:spPr>
        <p:txBody>
          <a:bodyPr wrap="square" rtlCol="0">
            <a:spAutoFit/>
          </a:bodyPr>
          <a:lstStyle/>
          <a:p>
            <a:pPr algn="ctr"/>
            <a:r>
              <a:rPr lang="en-US" sz="900" dirty="0"/>
              <a:t>16</a:t>
            </a:r>
          </a:p>
        </p:txBody>
      </p:sp>
      <p:sp>
        <p:nvSpPr>
          <p:cNvPr id="65" name="TextBox 64">
            <a:extLst>
              <a:ext uri="{FF2B5EF4-FFF2-40B4-BE49-F238E27FC236}">
                <a16:creationId xmlns:a16="http://schemas.microsoft.com/office/drawing/2014/main" id="{3C929692-4916-B842-A264-C0BD9B0619EA}"/>
              </a:ext>
            </a:extLst>
          </p:cNvPr>
          <p:cNvSpPr txBox="1"/>
          <p:nvPr/>
        </p:nvSpPr>
        <p:spPr>
          <a:xfrm>
            <a:off x="7157158" y="3406653"/>
            <a:ext cx="570089" cy="230832"/>
          </a:xfrm>
          <a:prstGeom prst="rect">
            <a:avLst/>
          </a:prstGeom>
          <a:noFill/>
        </p:spPr>
        <p:txBody>
          <a:bodyPr wrap="square" rtlCol="0">
            <a:spAutoFit/>
          </a:bodyPr>
          <a:lstStyle/>
          <a:p>
            <a:pPr algn="ctr"/>
            <a:r>
              <a:rPr lang="en-US" sz="900" dirty="0"/>
              <a:t>61</a:t>
            </a:r>
          </a:p>
        </p:txBody>
      </p:sp>
      <p:sp>
        <p:nvSpPr>
          <p:cNvPr id="66" name="TextBox 65">
            <a:extLst>
              <a:ext uri="{FF2B5EF4-FFF2-40B4-BE49-F238E27FC236}">
                <a16:creationId xmlns:a16="http://schemas.microsoft.com/office/drawing/2014/main" id="{AE1F5889-3166-CE24-FE53-2D1BD69D537C}"/>
              </a:ext>
            </a:extLst>
          </p:cNvPr>
          <p:cNvSpPr txBox="1"/>
          <p:nvPr/>
        </p:nvSpPr>
        <p:spPr>
          <a:xfrm>
            <a:off x="4216401" y="2734556"/>
            <a:ext cx="462845" cy="584775"/>
          </a:xfrm>
          <a:prstGeom prst="rect">
            <a:avLst/>
          </a:prstGeom>
          <a:noFill/>
        </p:spPr>
        <p:txBody>
          <a:bodyPr wrap="square" rtlCol="0">
            <a:spAutoFit/>
          </a:bodyPr>
          <a:lstStyle/>
          <a:p>
            <a:pPr algn="ctr"/>
            <a:r>
              <a:rPr lang="en-US" sz="3200" dirty="0"/>
              <a:t>5</a:t>
            </a:r>
          </a:p>
        </p:txBody>
      </p:sp>
      <p:sp>
        <p:nvSpPr>
          <p:cNvPr id="67" name="TextBox 66">
            <a:extLst>
              <a:ext uri="{FF2B5EF4-FFF2-40B4-BE49-F238E27FC236}">
                <a16:creationId xmlns:a16="http://schemas.microsoft.com/office/drawing/2014/main" id="{FD824970-58BF-985A-4680-B1BDF828BB48}"/>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68" name="TextBox 67">
            <a:extLst>
              <a:ext uri="{FF2B5EF4-FFF2-40B4-BE49-F238E27FC236}">
                <a16:creationId xmlns:a16="http://schemas.microsoft.com/office/drawing/2014/main" id="{A8F63726-8EAC-5420-3FB8-87777ED34C2F}"/>
              </a:ext>
            </a:extLst>
          </p:cNvPr>
          <p:cNvSpPr txBox="1"/>
          <p:nvPr/>
        </p:nvSpPr>
        <p:spPr>
          <a:xfrm>
            <a:off x="3716867" y="3237891"/>
            <a:ext cx="462845" cy="584775"/>
          </a:xfrm>
          <a:prstGeom prst="rect">
            <a:avLst/>
          </a:prstGeom>
          <a:noFill/>
        </p:spPr>
        <p:txBody>
          <a:bodyPr wrap="square" rtlCol="0">
            <a:spAutoFit/>
          </a:bodyPr>
          <a:lstStyle/>
          <a:p>
            <a:pPr algn="ctr"/>
            <a:r>
              <a:rPr lang="en-US" sz="3200" dirty="0"/>
              <a:t>4</a:t>
            </a:r>
          </a:p>
        </p:txBody>
      </p:sp>
      <p:sp>
        <p:nvSpPr>
          <p:cNvPr id="9" name="TextBox 8">
            <a:extLst>
              <a:ext uri="{FF2B5EF4-FFF2-40B4-BE49-F238E27FC236}">
                <a16:creationId xmlns:a16="http://schemas.microsoft.com/office/drawing/2014/main" id="{4EC2C400-0BB9-23A7-7CBA-7EFFA8E7C9A5}"/>
              </a:ext>
            </a:extLst>
          </p:cNvPr>
          <p:cNvSpPr txBox="1"/>
          <p:nvPr/>
        </p:nvSpPr>
        <p:spPr>
          <a:xfrm>
            <a:off x="5215469" y="2734556"/>
            <a:ext cx="462845" cy="584775"/>
          </a:xfrm>
          <a:prstGeom prst="rect">
            <a:avLst/>
          </a:prstGeom>
          <a:noFill/>
        </p:spPr>
        <p:txBody>
          <a:bodyPr wrap="square" rtlCol="0">
            <a:spAutoFit/>
          </a:bodyPr>
          <a:lstStyle/>
          <a:p>
            <a:pPr algn="ctr"/>
            <a:r>
              <a:rPr lang="en-US" sz="3200" dirty="0"/>
              <a:t>2</a:t>
            </a:r>
          </a:p>
        </p:txBody>
      </p:sp>
      <p:sp>
        <p:nvSpPr>
          <p:cNvPr id="45" name="TextBox 44">
            <a:extLst>
              <a:ext uri="{FF2B5EF4-FFF2-40B4-BE49-F238E27FC236}">
                <a16:creationId xmlns:a16="http://schemas.microsoft.com/office/drawing/2014/main" id="{497197EC-4E1D-1AD9-CF53-73A781294282}"/>
              </a:ext>
            </a:extLst>
          </p:cNvPr>
          <p:cNvSpPr txBox="1"/>
          <p:nvPr/>
        </p:nvSpPr>
        <p:spPr>
          <a:xfrm>
            <a:off x="7213604" y="2734556"/>
            <a:ext cx="462845" cy="584775"/>
          </a:xfrm>
          <a:prstGeom prst="rect">
            <a:avLst/>
          </a:prstGeom>
          <a:noFill/>
        </p:spPr>
        <p:txBody>
          <a:bodyPr wrap="square" rtlCol="0">
            <a:spAutoFit/>
          </a:bodyPr>
          <a:lstStyle/>
          <a:p>
            <a:pPr algn="ctr"/>
            <a:r>
              <a:rPr lang="en-US" sz="3200" dirty="0"/>
              <a:t>9</a:t>
            </a:r>
          </a:p>
        </p:txBody>
      </p:sp>
      <p:sp>
        <p:nvSpPr>
          <p:cNvPr id="46" name="TextBox 45">
            <a:extLst>
              <a:ext uri="{FF2B5EF4-FFF2-40B4-BE49-F238E27FC236}">
                <a16:creationId xmlns:a16="http://schemas.microsoft.com/office/drawing/2014/main" id="{C220D9C5-BD1A-B6A2-8665-3CF621E81B31}"/>
              </a:ext>
            </a:extLst>
          </p:cNvPr>
          <p:cNvSpPr txBox="1"/>
          <p:nvPr/>
        </p:nvSpPr>
        <p:spPr>
          <a:xfrm>
            <a:off x="6714071" y="2734556"/>
            <a:ext cx="462845" cy="584775"/>
          </a:xfrm>
          <a:prstGeom prst="rect">
            <a:avLst/>
          </a:prstGeom>
          <a:noFill/>
        </p:spPr>
        <p:txBody>
          <a:bodyPr wrap="square" rtlCol="0">
            <a:spAutoFit/>
          </a:bodyPr>
          <a:lstStyle/>
          <a:p>
            <a:pPr algn="ctr"/>
            <a:r>
              <a:rPr lang="en-US" sz="3200" dirty="0"/>
              <a:t>8</a:t>
            </a:r>
          </a:p>
        </p:txBody>
      </p:sp>
      <p:sp>
        <p:nvSpPr>
          <p:cNvPr id="50" name="TextBox 49">
            <a:extLst>
              <a:ext uri="{FF2B5EF4-FFF2-40B4-BE49-F238E27FC236}">
                <a16:creationId xmlns:a16="http://schemas.microsoft.com/office/drawing/2014/main" id="{CC7A1281-0D10-3C44-7E33-1B23CB54C456}"/>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54" name="TextBox 53">
            <a:extLst>
              <a:ext uri="{FF2B5EF4-FFF2-40B4-BE49-F238E27FC236}">
                <a16:creationId xmlns:a16="http://schemas.microsoft.com/office/drawing/2014/main" id="{99B1E2D5-48F7-7CB9-7117-678ED26D913D}"/>
              </a:ext>
            </a:extLst>
          </p:cNvPr>
          <p:cNvSpPr txBox="1"/>
          <p:nvPr/>
        </p:nvSpPr>
        <p:spPr>
          <a:xfrm>
            <a:off x="3716867" y="721216"/>
            <a:ext cx="462845" cy="584775"/>
          </a:xfrm>
          <a:prstGeom prst="rect">
            <a:avLst/>
          </a:prstGeom>
          <a:noFill/>
        </p:spPr>
        <p:txBody>
          <a:bodyPr wrap="square" rtlCol="0">
            <a:spAutoFit/>
          </a:bodyPr>
          <a:lstStyle/>
          <a:p>
            <a:pPr algn="ctr"/>
            <a:r>
              <a:rPr lang="en-US" sz="3200" dirty="0"/>
              <a:t>3</a:t>
            </a:r>
          </a:p>
        </p:txBody>
      </p:sp>
      <p:sp>
        <p:nvSpPr>
          <p:cNvPr id="55" name="TextBox 54">
            <a:extLst>
              <a:ext uri="{FF2B5EF4-FFF2-40B4-BE49-F238E27FC236}">
                <a16:creationId xmlns:a16="http://schemas.microsoft.com/office/drawing/2014/main" id="{4A7C7E2D-6BBA-C969-039C-06E3C64D67BA}"/>
              </a:ext>
            </a:extLst>
          </p:cNvPr>
          <p:cNvSpPr txBox="1"/>
          <p:nvPr/>
        </p:nvSpPr>
        <p:spPr>
          <a:xfrm>
            <a:off x="5715003" y="721216"/>
            <a:ext cx="462845" cy="584775"/>
          </a:xfrm>
          <a:prstGeom prst="rect">
            <a:avLst/>
          </a:prstGeom>
          <a:noFill/>
        </p:spPr>
        <p:txBody>
          <a:bodyPr wrap="square" rtlCol="0">
            <a:spAutoFit/>
          </a:bodyPr>
          <a:lstStyle/>
          <a:p>
            <a:pPr algn="ctr"/>
            <a:r>
              <a:rPr lang="en-US" sz="3200" dirty="0"/>
              <a:t>5</a:t>
            </a:r>
          </a:p>
        </p:txBody>
      </p:sp>
      <p:sp>
        <p:nvSpPr>
          <p:cNvPr id="37" name="TextBox 36">
            <a:extLst>
              <a:ext uri="{FF2B5EF4-FFF2-40B4-BE49-F238E27FC236}">
                <a16:creationId xmlns:a16="http://schemas.microsoft.com/office/drawing/2014/main" id="{803C5B4C-E865-585D-85AA-87B790FEE755}"/>
              </a:ext>
            </a:extLst>
          </p:cNvPr>
          <p:cNvSpPr txBox="1"/>
          <p:nvPr/>
        </p:nvSpPr>
        <p:spPr>
          <a:xfrm>
            <a:off x="3716867" y="1224551"/>
            <a:ext cx="462845" cy="584775"/>
          </a:xfrm>
          <a:prstGeom prst="rect">
            <a:avLst/>
          </a:prstGeom>
          <a:noFill/>
        </p:spPr>
        <p:txBody>
          <a:bodyPr wrap="square" rtlCol="0">
            <a:spAutoFit/>
          </a:bodyPr>
          <a:lstStyle/>
          <a:p>
            <a:pPr algn="ctr"/>
            <a:r>
              <a:rPr lang="en-US" sz="3200" dirty="0"/>
              <a:t>5</a:t>
            </a:r>
          </a:p>
        </p:txBody>
      </p:sp>
      <p:sp>
        <p:nvSpPr>
          <p:cNvPr id="38" name="TextBox 37">
            <a:extLst>
              <a:ext uri="{FF2B5EF4-FFF2-40B4-BE49-F238E27FC236}">
                <a16:creationId xmlns:a16="http://schemas.microsoft.com/office/drawing/2014/main" id="{3233EC70-C1FE-D43C-04CF-733B6F8075D0}"/>
              </a:ext>
            </a:extLst>
          </p:cNvPr>
          <p:cNvSpPr txBox="1"/>
          <p:nvPr/>
        </p:nvSpPr>
        <p:spPr>
          <a:xfrm>
            <a:off x="4715935" y="721216"/>
            <a:ext cx="462845" cy="584775"/>
          </a:xfrm>
          <a:prstGeom prst="rect">
            <a:avLst/>
          </a:prstGeom>
          <a:noFill/>
        </p:spPr>
        <p:txBody>
          <a:bodyPr wrap="square" rtlCol="0">
            <a:spAutoFit/>
          </a:bodyPr>
          <a:lstStyle/>
          <a:p>
            <a:pPr algn="ctr"/>
            <a:r>
              <a:rPr lang="en-US" sz="3200" dirty="0"/>
              <a:t>7</a:t>
            </a:r>
          </a:p>
        </p:txBody>
      </p:sp>
      <p:sp>
        <p:nvSpPr>
          <p:cNvPr id="56" name="TextBox 55">
            <a:extLst>
              <a:ext uri="{FF2B5EF4-FFF2-40B4-BE49-F238E27FC236}">
                <a16:creationId xmlns:a16="http://schemas.microsoft.com/office/drawing/2014/main" id="{48364C27-6DBB-8B64-A130-525587049CA6}"/>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
        <p:nvSpPr>
          <p:cNvPr id="25" name="TextBox 24">
            <a:extLst>
              <a:ext uri="{FF2B5EF4-FFF2-40B4-BE49-F238E27FC236}">
                <a16:creationId xmlns:a16="http://schemas.microsoft.com/office/drawing/2014/main" id="{05A2F545-B5F0-68CB-A173-8835107F4672}"/>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39" name="TextBox 38">
            <a:extLst>
              <a:ext uri="{FF2B5EF4-FFF2-40B4-BE49-F238E27FC236}">
                <a16:creationId xmlns:a16="http://schemas.microsoft.com/office/drawing/2014/main" id="{D4478CB2-2A50-1809-D866-BF1F9833D923}"/>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14" name="TextBox 13">
            <a:extLst>
              <a:ext uri="{FF2B5EF4-FFF2-40B4-BE49-F238E27FC236}">
                <a16:creationId xmlns:a16="http://schemas.microsoft.com/office/drawing/2014/main" id="{CE3D153B-B562-274A-E8A6-7A9AF05F6105}"/>
              </a:ext>
            </a:extLst>
          </p:cNvPr>
          <p:cNvSpPr txBox="1"/>
          <p:nvPr/>
        </p:nvSpPr>
        <p:spPr>
          <a:xfrm>
            <a:off x="6214537" y="3237891"/>
            <a:ext cx="462845" cy="584775"/>
          </a:xfrm>
          <a:prstGeom prst="rect">
            <a:avLst/>
          </a:prstGeom>
          <a:noFill/>
        </p:spPr>
        <p:txBody>
          <a:bodyPr wrap="square" rtlCol="0">
            <a:spAutoFit/>
          </a:bodyPr>
          <a:lstStyle/>
          <a:p>
            <a:pPr algn="ctr"/>
            <a:r>
              <a:rPr lang="en-US" sz="3200" dirty="0"/>
              <a:t>5</a:t>
            </a:r>
          </a:p>
        </p:txBody>
      </p:sp>
      <p:sp>
        <p:nvSpPr>
          <p:cNvPr id="17" name="TextBox 16">
            <a:extLst>
              <a:ext uri="{FF2B5EF4-FFF2-40B4-BE49-F238E27FC236}">
                <a16:creationId xmlns:a16="http://schemas.microsoft.com/office/drawing/2014/main" id="{F04378D9-CFD6-EB61-3714-FBEFD3FEA329}"/>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
        <p:nvSpPr>
          <p:cNvPr id="57" name="TextBox 56">
            <a:extLst>
              <a:ext uri="{FF2B5EF4-FFF2-40B4-BE49-F238E27FC236}">
                <a16:creationId xmlns:a16="http://schemas.microsoft.com/office/drawing/2014/main" id="{C6459C78-D5BE-2398-2971-6F0A4E2543ED}"/>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58" name="TextBox 57">
            <a:extLst>
              <a:ext uri="{FF2B5EF4-FFF2-40B4-BE49-F238E27FC236}">
                <a16:creationId xmlns:a16="http://schemas.microsoft.com/office/drawing/2014/main" id="{6C3765B0-39BB-05AC-5387-1886A48D2E37}"/>
              </a:ext>
            </a:extLst>
          </p:cNvPr>
          <p:cNvSpPr txBox="1"/>
          <p:nvPr/>
        </p:nvSpPr>
        <p:spPr>
          <a:xfrm>
            <a:off x="5215469" y="1727886"/>
            <a:ext cx="462845" cy="584775"/>
          </a:xfrm>
          <a:prstGeom prst="rect">
            <a:avLst/>
          </a:prstGeom>
          <a:noFill/>
        </p:spPr>
        <p:txBody>
          <a:bodyPr wrap="square" rtlCol="0">
            <a:spAutoFit/>
          </a:bodyPr>
          <a:lstStyle/>
          <a:p>
            <a:pPr algn="ctr"/>
            <a:r>
              <a:rPr lang="en-US" sz="3200" dirty="0"/>
              <a:t>8</a:t>
            </a:r>
          </a:p>
        </p:txBody>
      </p:sp>
      <p:sp>
        <p:nvSpPr>
          <p:cNvPr id="59" name="TextBox 58">
            <a:extLst>
              <a:ext uri="{FF2B5EF4-FFF2-40B4-BE49-F238E27FC236}">
                <a16:creationId xmlns:a16="http://schemas.microsoft.com/office/drawing/2014/main" id="{252B3490-BB12-5C6F-8CAD-5D9386CE5CFD}"/>
              </a:ext>
            </a:extLst>
          </p:cNvPr>
          <p:cNvSpPr txBox="1"/>
          <p:nvPr/>
        </p:nvSpPr>
        <p:spPr>
          <a:xfrm>
            <a:off x="3217333" y="1224551"/>
            <a:ext cx="462845" cy="584775"/>
          </a:xfrm>
          <a:prstGeom prst="rect">
            <a:avLst/>
          </a:prstGeom>
          <a:noFill/>
        </p:spPr>
        <p:txBody>
          <a:bodyPr wrap="square" rtlCol="0">
            <a:spAutoFit/>
          </a:bodyPr>
          <a:lstStyle/>
          <a:p>
            <a:pPr algn="ctr"/>
            <a:r>
              <a:rPr lang="en-US" sz="3200" dirty="0"/>
              <a:t>8</a:t>
            </a:r>
          </a:p>
        </p:txBody>
      </p:sp>
      <p:sp>
        <p:nvSpPr>
          <p:cNvPr id="62" name="TextBox 61">
            <a:extLst>
              <a:ext uri="{FF2B5EF4-FFF2-40B4-BE49-F238E27FC236}">
                <a16:creationId xmlns:a16="http://schemas.microsoft.com/office/drawing/2014/main" id="{73CFB2D6-69D4-9B5A-0899-7CB339058DD3}"/>
              </a:ext>
            </a:extLst>
          </p:cNvPr>
          <p:cNvSpPr txBox="1"/>
          <p:nvPr/>
        </p:nvSpPr>
        <p:spPr>
          <a:xfrm>
            <a:off x="3217333" y="1727886"/>
            <a:ext cx="462845" cy="584775"/>
          </a:xfrm>
          <a:prstGeom prst="rect">
            <a:avLst/>
          </a:prstGeom>
          <a:noFill/>
        </p:spPr>
        <p:txBody>
          <a:bodyPr wrap="square" rtlCol="0">
            <a:spAutoFit/>
          </a:bodyPr>
          <a:lstStyle/>
          <a:p>
            <a:pPr algn="ctr"/>
            <a:r>
              <a:rPr lang="en-US" sz="3200" dirty="0"/>
              <a:t>9</a:t>
            </a:r>
          </a:p>
        </p:txBody>
      </p:sp>
      <p:sp>
        <p:nvSpPr>
          <p:cNvPr id="63" name="TextBox 62">
            <a:extLst>
              <a:ext uri="{FF2B5EF4-FFF2-40B4-BE49-F238E27FC236}">
                <a16:creationId xmlns:a16="http://schemas.microsoft.com/office/drawing/2014/main" id="{D3F0198A-8AA9-E648-EDBF-432F54E57C39}"/>
              </a:ext>
            </a:extLst>
          </p:cNvPr>
          <p:cNvSpPr txBox="1"/>
          <p:nvPr/>
        </p:nvSpPr>
        <p:spPr>
          <a:xfrm>
            <a:off x="7213604" y="1727886"/>
            <a:ext cx="462845" cy="584775"/>
          </a:xfrm>
          <a:prstGeom prst="rect">
            <a:avLst/>
          </a:prstGeom>
          <a:noFill/>
        </p:spPr>
        <p:txBody>
          <a:bodyPr wrap="square" rtlCol="0">
            <a:spAutoFit/>
          </a:bodyPr>
          <a:lstStyle/>
          <a:p>
            <a:pPr algn="ctr"/>
            <a:r>
              <a:rPr lang="en-US" sz="3200" dirty="0"/>
              <a:t>5</a:t>
            </a:r>
          </a:p>
        </p:txBody>
      </p:sp>
      <p:sp>
        <p:nvSpPr>
          <p:cNvPr id="69" name="TextBox 68">
            <a:extLst>
              <a:ext uri="{FF2B5EF4-FFF2-40B4-BE49-F238E27FC236}">
                <a16:creationId xmlns:a16="http://schemas.microsoft.com/office/drawing/2014/main" id="{5266ADDE-3916-FC6C-46A4-6262750C1EA2}"/>
              </a:ext>
            </a:extLst>
          </p:cNvPr>
          <p:cNvSpPr txBox="1"/>
          <p:nvPr/>
        </p:nvSpPr>
        <p:spPr>
          <a:xfrm>
            <a:off x="6714071" y="1727886"/>
            <a:ext cx="462845" cy="584775"/>
          </a:xfrm>
          <a:prstGeom prst="rect">
            <a:avLst/>
          </a:prstGeom>
          <a:noFill/>
        </p:spPr>
        <p:txBody>
          <a:bodyPr wrap="square" rtlCol="0">
            <a:spAutoFit/>
          </a:bodyPr>
          <a:lstStyle/>
          <a:p>
            <a:pPr algn="ctr"/>
            <a:r>
              <a:rPr lang="en-US" sz="3200" dirty="0"/>
              <a:t>3</a:t>
            </a:r>
          </a:p>
        </p:txBody>
      </p:sp>
      <p:sp>
        <p:nvSpPr>
          <p:cNvPr id="70" name="TextBox 69">
            <a:extLst>
              <a:ext uri="{FF2B5EF4-FFF2-40B4-BE49-F238E27FC236}">
                <a16:creationId xmlns:a16="http://schemas.microsoft.com/office/drawing/2014/main" id="{9343E672-432B-651D-290C-D3D664B28D7C}"/>
              </a:ext>
            </a:extLst>
          </p:cNvPr>
          <p:cNvSpPr txBox="1"/>
          <p:nvPr/>
        </p:nvSpPr>
        <p:spPr>
          <a:xfrm>
            <a:off x="4715935" y="2734556"/>
            <a:ext cx="462845" cy="584775"/>
          </a:xfrm>
          <a:prstGeom prst="rect">
            <a:avLst/>
          </a:prstGeom>
          <a:noFill/>
        </p:spPr>
        <p:txBody>
          <a:bodyPr wrap="square" rtlCol="0">
            <a:spAutoFit/>
          </a:bodyPr>
          <a:lstStyle/>
          <a:p>
            <a:pPr algn="ctr"/>
            <a:r>
              <a:rPr lang="en-US" sz="3200" dirty="0"/>
              <a:t>1</a:t>
            </a:r>
          </a:p>
        </p:txBody>
      </p:sp>
      <p:sp>
        <p:nvSpPr>
          <p:cNvPr id="71" name="TextBox 70">
            <a:extLst>
              <a:ext uri="{FF2B5EF4-FFF2-40B4-BE49-F238E27FC236}">
                <a16:creationId xmlns:a16="http://schemas.microsoft.com/office/drawing/2014/main" id="{70164CD6-5A7F-DF86-6280-3F9F560B6CF1}"/>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Tree>
    <p:extLst>
      <p:ext uri="{BB962C8B-B14F-4D97-AF65-F5344CB8AC3E}">
        <p14:creationId xmlns:p14="http://schemas.microsoft.com/office/powerpoint/2010/main" val="37370653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3AF411-62DD-C3B4-285A-5BB724D9539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5A2EE88-4427-2EE5-2D30-EA8972592A41}"/>
              </a:ext>
            </a:extLst>
          </p:cNvPr>
          <p:cNvSpPr>
            <a:spLocks noGrp="1"/>
          </p:cNvSpPr>
          <p:nvPr>
            <p:ph sz="half" idx="1"/>
          </p:nvPr>
        </p:nvSpPr>
        <p:spPr/>
        <p:txBody>
          <a:bodyPr>
            <a:normAutofit/>
          </a:bodyPr>
          <a:lstStyle/>
          <a:p>
            <a:r>
              <a:rPr lang="en-US" dirty="0"/>
              <a:t>Complete Columns 2, 3, and 7.</a:t>
            </a:r>
          </a:p>
        </p:txBody>
      </p:sp>
      <p:pic>
        <p:nvPicPr>
          <p:cNvPr id="4" name="Picture 3" descr="A grid of sudoku puzzle&#10;&#10;Description automatically generated">
            <a:extLst>
              <a:ext uri="{FF2B5EF4-FFF2-40B4-BE49-F238E27FC236}">
                <a16:creationId xmlns:a16="http://schemas.microsoft.com/office/drawing/2014/main" id="{6C76E211-DE62-865D-2FA7-00A11E199442}"/>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53707EA4-E48E-8694-9ED9-B102B70FC675}"/>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1D72983C-1C27-CF70-B910-1FE6ACBAE964}"/>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ECCC9573-D582-F1AF-D495-90B45189C449}"/>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BD5D2A0C-5CD6-85A6-AD27-200552075FFA}"/>
              </a:ext>
            </a:extLst>
          </p:cNvPr>
          <p:cNvSpPr txBox="1"/>
          <p:nvPr/>
        </p:nvSpPr>
        <p:spPr>
          <a:xfrm>
            <a:off x="3716867" y="2231221"/>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DB3B0AC9-8848-3D1E-D570-E75790890893}"/>
              </a:ext>
            </a:extLst>
          </p:cNvPr>
          <p:cNvSpPr txBox="1"/>
          <p:nvPr/>
        </p:nvSpPr>
        <p:spPr>
          <a:xfrm>
            <a:off x="3217333" y="4747898"/>
            <a:ext cx="462845" cy="584775"/>
          </a:xfrm>
          <a:prstGeom prst="rect">
            <a:avLst/>
          </a:prstGeom>
          <a:noFill/>
        </p:spPr>
        <p:txBody>
          <a:bodyPr wrap="square" rtlCol="0">
            <a:spAutoFit/>
          </a:bodyPr>
          <a:lstStyle/>
          <a:p>
            <a:pPr algn="ctr"/>
            <a:r>
              <a:rPr lang="en-US" sz="3200" dirty="0"/>
              <a:t>6</a:t>
            </a:r>
          </a:p>
        </p:txBody>
      </p:sp>
      <p:sp>
        <p:nvSpPr>
          <p:cNvPr id="11" name="TextBox 10">
            <a:extLst>
              <a:ext uri="{FF2B5EF4-FFF2-40B4-BE49-F238E27FC236}">
                <a16:creationId xmlns:a16="http://schemas.microsoft.com/office/drawing/2014/main" id="{790A6B91-8F7B-C273-8367-1A2F5A81D2D0}"/>
              </a:ext>
            </a:extLst>
          </p:cNvPr>
          <p:cNvSpPr txBox="1"/>
          <p:nvPr/>
        </p:nvSpPr>
        <p:spPr>
          <a:xfrm>
            <a:off x="7213604" y="4747898"/>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64F7B5A7-7237-CD4E-3981-558726C9C2CA}"/>
              </a:ext>
            </a:extLst>
          </p:cNvPr>
          <p:cNvSpPr txBox="1"/>
          <p:nvPr/>
        </p:nvSpPr>
        <p:spPr>
          <a:xfrm>
            <a:off x="6214537" y="2734556"/>
            <a:ext cx="462845" cy="584775"/>
          </a:xfrm>
          <a:prstGeom prst="rect">
            <a:avLst/>
          </a:prstGeom>
          <a:no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D7C812DC-99A2-383D-B320-5C7BE251C514}"/>
              </a:ext>
            </a:extLst>
          </p:cNvPr>
          <p:cNvSpPr txBox="1"/>
          <p:nvPr/>
        </p:nvSpPr>
        <p:spPr>
          <a:xfrm>
            <a:off x="4143022" y="2274133"/>
            <a:ext cx="570089" cy="230832"/>
          </a:xfrm>
          <a:prstGeom prst="rect">
            <a:avLst/>
          </a:prstGeom>
          <a:noFill/>
        </p:spPr>
        <p:txBody>
          <a:bodyPr wrap="square" rtlCol="0">
            <a:spAutoFit/>
          </a:bodyPr>
          <a:lstStyle/>
          <a:p>
            <a:pPr algn="ctr"/>
            <a:r>
              <a:rPr lang="en-US" sz="900" dirty="0"/>
              <a:t>89</a:t>
            </a:r>
          </a:p>
        </p:txBody>
      </p:sp>
      <p:sp>
        <p:nvSpPr>
          <p:cNvPr id="16" name="TextBox 15">
            <a:extLst>
              <a:ext uri="{FF2B5EF4-FFF2-40B4-BE49-F238E27FC236}">
                <a16:creationId xmlns:a16="http://schemas.microsoft.com/office/drawing/2014/main" id="{78B7ACFC-AFE9-D6FE-6D0C-1793B490B2F0}"/>
              </a:ext>
            </a:extLst>
          </p:cNvPr>
          <p:cNvSpPr txBox="1"/>
          <p:nvPr/>
        </p:nvSpPr>
        <p:spPr>
          <a:xfrm>
            <a:off x="5650090" y="2274133"/>
            <a:ext cx="570089" cy="230832"/>
          </a:xfrm>
          <a:prstGeom prst="rect">
            <a:avLst/>
          </a:prstGeom>
          <a:noFill/>
        </p:spPr>
        <p:txBody>
          <a:bodyPr wrap="square" rtlCol="0">
            <a:spAutoFit/>
          </a:bodyPr>
          <a:lstStyle/>
          <a:p>
            <a:pPr algn="ctr"/>
            <a:r>
              <a:rPr lang="en-US" sz="900" dirty="0"/>
              <a:t>98</a:t>
            </a:r>
          </a:p>
        </p:txBody>
      </p:sp>
      <p:sp>
        <p:nvSpPr>
          <p:cNvPr id="18" name="TextBox 17">
            <a:extLst>
              <a:ext uri="{FF2B5EF4-FFF2-40B4-BE49-F238E27FC236}">
                <a16:creationId xmlns:a16="http://schemas.microsoft.com/office/drawing/2014/main" id="{4AFD7AA3-B545-7187-CE9D-08B7FE1F7ED5}"/>
              </a:ext>
            </a:extLst>
          </p:cNvPr>
          <p:cNvSpPr txBox="1"/>
          <p:nvPr/>
        </p:nvSpPr>
        <p:spPr>
          <a:xfrm>
            <a:off x="6654802" y="2404765"/>
            <a:ext cx="570089" cy="230832"/>
          </a:xfrm>
          <a:prstGeom prst="rect">
            <a:avLst/>
          </a:prstGeom>
          <a:noFill/>
        </p:spPr>
        <p:txBody>
          <a:bodyPr wrap="square" rtlCol="0">
            <a:spAutoFit/>
          </a:bodyPr>
          <a:lstStyle/>
          <a:p>
            <a:pPr algn="ctr"/>
            <a:r>
              <a:rPr lang="en-US" sz="900" dirty="0"/>
              <a:t>24</a:t>
            </a:r>
          </a:p>
        </p:txBody>
      </p:sp>
      <p:sp>
        <p:nvSpPr>
          <p:cNvPr id="19" name="TextBox 18">
            <a:extLst>
              <a:ext uri="{FF2B5EF4-FFF2-40B4-BE49-F238E27FC236}">
                <a16:creationId xmlns:a16="http://schemas.microsoft.com/office/drawing/2014/main" id="{383958BC-3E56-D3AE-721A-4BD59FD3BA2D}"/>
              </a:ext>
            </a:extLst>
          </p:cNvPr>
          <p:cNvSpPr txBox="1"/>
          <p:nvPr/>
        </p:nvSpPr>
        <p:spPr>
          <a:xfrm>
            <a:off x="7157158" y="2404765"/>
            <a:ext cx="570089" cy="230832"/>
          </a:xfrm>
          <a:prstGeom prst="rect">
            <a:avLst/>
          </a:prstGeom>
          <a:noFill/>
        </p:spPr>
        <p:txBody>
          <a:bodyPr wrap="square" rtlCol="0">
            <a:spAutoFit/>
          </a:bodyPr>
          <a:lstStyle/>
          <a:p>
            <a:pPr algn="ctr"/>
            <a:r>
              <a:rPr lang="en-US" sz="900" dirty="0"/>
              <a:t>42</a:t>
            </a:r>
          </a:p>
        </p:txBody>
      </p:sp>
      <p:sp>
        <p:nvSpPr>
          <p:cNvPr id="23" name="TextBox 22">
            <a:extLst>
              <a:ext uri="{FF2B5EF4-FFF2-40B4-BE49-F238E27FC236}">
                <a16:creationId xmlns:a16="http://schemas.microsoft.com/office/drawing/2014/main" id="{DD89AD58-8284-233E-6A7E-063B1B15455F}"/>
              </a:ext>
            </a:extLst>
          </p:cNvPr>
          <p:cNvSpPr txBox="1"/>
          <p:nvPr/>
        </p:nvSpPr>
        <p:spPr>
          <a:xfrm>
            <a:off x="6214537" y="721216"/>
            <a:ext cx="462845" cy="584775"/>
          </a:xfrm>
          <a:prstGeom prst="rect">
            <a:avLst/>
          </a:prstGeom>
          <a:noFill/>
        </p:spPr>
        <p:txBody>
          <a:bodyPr wrap="square" rtlCol="0">
            <a:spAutoFit/>
          </a:bodyPr>
          <a:lstStyle/>
          <a:p>
            <a:pPr algn="ctr"/>
            <a:r>
              <a:rPr lang="en-US" sz="3200" dirty="0"/>
              <a:t>2</a:t>
            </a:r>
          </a:p>
        </p:txBody>
      </p:sp>
      <p:sp>
        <p:nvSpPr>
          <p:cNvPr id="24" name="TextBox 23">
            <a:extLst>
              <a:ext uri="{FF2B5EF4-FFF2-40B4-BE49-F238E27FC236}">
                <a16:creationId xmlns:a16="http://schemas.microsoft.com/office/drawing/2014/main" id="{571E40E1-77A4-E45F-0D0E-D527FF71263C}"/>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6B7F4E6F-5B71-10B2-9EED-5CA5FF1BE8EB}"/>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26" name="TextBox 25">
            <a:extLst>
              <a:ext uri="{FF2B5EF4-FFF2-40B4-BE49-F238E27FC236}">
                <a16:creationId xmlns:a16="http://schemas.microsoft.com/office/drawing/2014/main" id="{A98166CD-3179-3C2D-5661-B1C90C71C47F}"/>
              </a:ext>
            </a:extLst>
          </p:cNvPr>
          <p:cNvSpPr txBox="1"/>
          <p:nvPr/>
        </p:nvSpPr>
        <p:spPr>
          <a:xfrm>
            <a:off x="6654802" y="1402877"/>
            <a:ext cx="570089" cy="230832"/>
          </a:xfrm>
          <a:prstGeom prst="rect">
            <a:avLst/>
          </a:prstGeom>
          <a:noFill/>
        </p:spPr>
        <p:txBody>
          <a:bodyPr wrap="square" rtlCol="0">
            <a:spAutoFit/>
          </a:bodyPr>
          <a:lstStyle/>
          <a:p>
            <a:pPr algn="ctr"/>
            <a:r>
              <a:rPr lang="en-US" sz="900" dirty="0"/>
              <a:t>74</a:t>
            </a:r>
          </a:p>
        </p:txBody>
      </p:sp>
      <p:sp>
        <p:nvSpPr>
          <p:cNvPr id="27" name="TextBox 26">
            <a:extLst>
              <a:ext uri="{FF2B5EF4-FFF2-40B4-BE49-F238E27FC236}">
                <a16:creationId xmlns:a16="http://schemas.microsoft.com/office/drawing/2014/main" id="{34AE37CD-8EBB-CAD1-34E1-BA4BE26F9BC6}"/>
              </a:ext>
            </a:extLst>
          </p:cNvPr>
          <p:cNvSpPr txBox="1"/>
          <p:nvPr/>
        </p:nvSpPr>
        <p:spPr>
          <a:xfrm>
            <a:off x="7157158" y="1402877"/>
            <a:ext cx="570089" cy="230832"/>
          </a:xfrm>
          <a:prstGeom prst="rect">
            <a:avLst/>
          </a:prstGeom>
          <a:noFill/>
        </p:spPr>
        <p:txBody>
          <a:bodyPr wrap="square" rtlCol="0">
            <a:spAutoFit/>
          </a:bodyPr>
          <a:lstStyle/>
          <a:p>
            <a:pPr algn="ctr"/>
            <a:r>
              <a:rPr lang="en-US" sz="900" dirty="0"/>
              <a:t>47</a:t>
            </a:r>
          </a:p>
        </p:txBody>
      </p:sp>
      <p:sp>
        <p:nvSpPr>
          <p:cNvPr id="30" name="TextBox 29">
            <a:extLst>
              <a:ext uri="{FF2B5EF4-FFF2-40B4-BE49-F238E27FC236}">
                <a16:creationId xmlns:a16="http://schemas.microsoft.com/office/drawing/2014/main" id="{485E789F-4A58-1151-2D6A-FEADB83E1120}"/>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95366A40-9985-887B-F008-91CD06A1559A}"/>
              </a:ext>
            </a:extLst>
          </p:cNvPr>
          <p:cNvSpPr txBox="1"/>
          <p:nvPr/>
        </p:nvSpPr>
        <p:spPr>
          <a:xfrm>
            <a:off x="3217333" y="721216"/>
            <a:ext cx="462845" cy="584775"/>
          </a:xfrm>
          <a:prstGeom prst="rect">
            <a:avLst/>
          </a:prstGeom>
          <a:noFill/>
        </p:spPr>
        <p:txBody>
          <a:bodyPr wrap="square" rtlCol="0">
            <a:spAutoFit/>
          </a:bodyPr>
          <a:lstStyle/>
          <a:p>
            <a:pPr algn="ctr"/>
            <a:r>
              <a:rPr lang="en-US" sz="3200" dirty="0"/>
              <a:t>4</a:t>
            </a:r>
          </a:p>
        </p:txBody>
      </p:sp>
      <p:sp>
        <p:nvSpPr>
          <p:cNvPr id="35" name="TextBox 34">
            <a:extLst>
              <a:ext uri="{FF2B5EF4-FFF2-40B4-BE49-F238E27FC236}">
                <a16:creationId xmlns:a16="http://schemas.microsoft.com/office/drawing/2014/main" id="{279E67AC-D3CF-522D-CA8F-5E84AF8C6561}"/>
              </a:ext>
            </a:extLst>
          </p:cNvPr>
          <p:cNvSpPr txBox="1"/>
          <p:nvPr/>
        </p:nvSpPr>
        <p:spPr>
          <a:xfrm>
            <a:off x="4216401" y="1224551"/>
            <a:ext cx="462845" cy="584775"/>
          </a:xfrm>
          <a:prstGeom prst="rect">
            <a:avLst/>
          </a:prstGeom>
          <a:noFill/>
        </p:spPr>
        <p:txBody>
          <a:bodyPr wrap="square" rtlCol="0">
            <a:spAutoFit/>
          </a:bodyPr>
          <a:lstStyle/>
          <a:p>
            <a:pPr algn="ctr"/>
            <a:r>
              <a:rPr lang="en-US" sz="3200" dirty="0"/>
              <a:t>1</a:t>
            </a:r>
          </a:p>
        </p:txBody>
      </p:sp>
      <p:sp>
        <p:nvSpPr>
          <p:cNvPr id="36" name="TextBox 35">
            <a:extLst>
              <a:ext uri="{FF2B5EF4-FFF2-40B4-BE49-F238E27FC236}">
                <a16:creationId xmlns:a16="http://schemas.microsoft.com/office/drawing/2014/main" id="{787130E5-0F38-8903-A644-9750F9C029DE}"/>
              </a:ext>
            </a:extLst>
          </p:cNvPr>
          <p:cNvSpPr txBox="1"/>
          <p:nvPr/>
        </p:nvSpPr>
        <p:spPr>
          <a:xfrm>
            <a:off x="5215469" y="721216"/>
            <a:ext cx="462845" cy="584775"/>
          </a:xfrm>
          <a:prstGeom prst="rect">
            <a:avLst/>
          </a:prstGeom>
          <a:noFill/>
        </p:spPr>
        <p:txBody>
          <a:bodyPr wrap="square" rtlCol="0">
            <a:spAutoFit/>
          </a:bodyPr>
          <a:lstStyle/>
          <a:p>
            <a:pPr algn="ctr"/>
            <a:r>
              <a:rPr lang="en-US" sz="3200" dirty="0"/>
              <a:t>1</a:t>
            </a:r>
          </a:p>
        </p:txBody>
      </p:sp>
      <p:sp>
        <p:nvSpPr>
          <p:cNvPr id="40" name="TextBox 39">
            <a:extLst>
              <a:ext uri="{FF2B5EF4-FFF2-40B4-BE49-F238E27FC236}">
                <a16:creationId xmlns:a16="http://schemas.microsoft.com/office/drawing/2014/main" id="{9AEA66B1-B119-3C9C-C82E-27CF8ACB2003}"/>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42" name="TextBox 41">
            <a:extLst>
              <a:ext uri="{FF2B5EF4-FFF2-40B4-BE49-F238E27FC236}">
                <a16:creationId xmlns:a16="http://schemas.microsoft.com/office/drawing/2014/main" id="{5BF72CFF-9796-5E68-CD74-3EF526653942}"/>
              </a:ext>
            </a:extLst>
          </p:cNvPr>
          <p:cNvSpPr txBox="1"/>
          <p:nvPr/>
        </p:nvSpPr>
        <p:spPr>
          <a:xfrm>
            <a:off x="5715003" y="1224551"/>
            <a:ext cx="462845" cy="584775"/>
          </a:xfrm>
          <a:prstGeom prst="rect">
            <a:avLst/>
          </a:prstGeom>
          <a:noFill/>
        </p:spPr>
        <p:txBody>
          <a:bodyPr wrap="square" rtlCol="0">
            <a:spAutoFit/>
          </a:bodyPr>
          <a:lstStyle/>
          <a:p>
            <a:pPr algn="ctr"/>
            <a:r>
              <a:rPr lang="en-US" sz="3200" dirty="0"/>
              <a:t>2</a:t>
            </a:r>
          </a:p>
        </p:txBody>
      </p:sp>
      <p:sp>
        <p:nvSpPr>
          <p:cNvPr id="43" name="TextBox 42">
            <a:extLst>
              <a:ext uri="{FF2B5EF4-FFF2-40B4-BE49-F238E27FC236}">
                <a16:creationId xmlns:a16="http://schemas.microsoft.com/office/drawing/2014/main" id="{AC64A00A-D75C-1479-D21D-2506FE4EC618}"/>
              </a:ext>
            </a:extLst>
          </p:cNvPr>
          <p:cNvSpPr txBox="1"/>
          <p:nvPr/>
        </p:nvSpPr>
        <p:spPr>
          <a:xfrm>
            <a:off x="4645378" y="1533509"/>
            <a:ext cx="570089" cy="230832"/>
          </a:xfrm>
          <a:prstGeom prst="rect">
            <a:avLst/>
          </a:prstGeom>
          <a:noFill/>
        </p:spPr>
        <p:txBody>
          <a:bodyPr wrap="square" rtlCol="0">
            <a:spAutoFit/>
          </a:bodyPr>
          <a:lstStyle/>
          <a:p>
            <a:pPr algn="ctr"/>
            <a:r>
              <a:rPr lang="en-US" sz="900" dirty="0"/>
              <a:t>39</a:t>
            </a:r>
          </a:p>
        </p:txBody>
      </p:sp>
      <p:sp>
        <p:nvSpPr>
          <p:cNvPr id="44" name="TextBox 43">
            <a:extLst>
              <a:ext uri="{FF2B5EF4-FFF2-40B4-BE49-F238E27FC236}">
                <a16:creationId xmlns:a16="http://schemas.microsoft.com/office/drawing/2014/main" id="{91BDA53B-F076-CDC3-AC1B-CD743986C9A3}"/>
              </a:ext>
            </a:extLst>
          </p:cNvPr>
          <p:cNvSpPr txBox="1"/>
          <p:nvPr/>
        </p:nvSpPr>
        <p:spPr>
          <a:xfrm>
            <a:off x="5147734" y="1533509"/>
            <a:ext cx="570089" cy="230832"/>
          </a:xfrm>
          <a:prstGeom prst="rect">
            <a:avLst/>
          </a:prstGeom>
          <a:noFill/>
        </p:spPr>
        <p:txBody>
          <a:bodyPr wrap="square" rtlCol="0">
            <a:spAutoFit/>
          </a:bodyPr>
          <a:lstStyle/>
          <a:p>
            <a:pPr algn="ctr"/>
            <a:r>
              <a:rPr lang="en-US" sz="900" dirty="0"/>
              <a:t>93</a:t>
            </a:r>
          </a:p>
        </p:txBody>
      </p:sp>
      <p:sp>
        <p:nvSpPr>
          <p:cNvPr id="47" name="TextBox 46">
            <a:extLst>
              <a:ext uri="{FF2B5EF4-FFF2-40B4-BE49-F238E27FC236}">
                <a16:creationId xmlns:a16="http://schemas.microsoft.com/office/drawing/2014/main" id="{09E7E134-FF31-3A54-52FD-52A3F16BB988}"/>
              </a:ext>
            </a:extLst>
          </p:cNvPr>
          <p:cNvSpPr txBox="1"/>
          <p:nvPr/>
        </p:nvSpPr>
        <p:spPr>
          <a:xfrm>
            <a:off x="4143022" y="3537285"/>
            <a:ext cx="570089" cy="230832"/>
          </a:xfrm>
          <a:prstGeom prst="rect">
            <a:avLst/>
          </a:prstGeom>
          <a:noFill/>
        </p:spPr>
        <p:txBody>
          <a:bodyPr wrap="square" rtlCol="0">
            <a:spAutoFit/>
          </a:bodyPr>
          <a:lstStyle/>
          <a:p>
            <a:pPr algn="ctr"/>
            <a:r>
              <a:rPr lang="en-US" sz="900" dirty="0"/>
              <a:t>98</a:t>
            </a:r>
          </a:p>
        </p:txBody>
      </p:sp>
      <p:sp>
        <p:nvSpPr>
          <p:cNvPr id="48" name="TextBox 47">
            <a:extLst>
              <a:ext uri="{FF2B5EF4-FFF2-40B4-BE49-F238E27FC236}">
                <a16:creationId xmlns:a16="http://schemas.microsoft.com/office/drawing/2014/main" id="{2BF06675-812B-6D54-B65D-9B96C5610BB6}"/>
              </a:ext>
            </a:extLst>
          </p:cNvPr>
          <p:cNvSpPr txBox="1"/>
          <p:nvPr/>
        </p:nvSpPr>
        <p:spPr>
          <a:xfrm>
            <a:off x="4645378" y="3537285"/>
            <a:ext cx="570089" cy="230832"/>
          </a:xfrm>
          <a:prstGeom prst="rect">
            <a:avLst/>
          </a:prstGeom>
          <a:noFill/>
        </p:spPr>
        <p:txBody>
          <a:bodyPr wrap="square" rtlCol="0">
            <a:spAutoFit/>
          </a:bodyPr>
          <a:lstStyle/>
          <a:p>
            <a:pPr algn="ctr"/>
            <a:r>
              <a:rPr lang="en-US" sz="900" dirty="0"/>
              <a:t>89</a:t>
            </a:r>
          </a:p>
        </p:txBody>
      </p:sp>
      <p:sp>
        <p:nvSpPr>
          <p:cNvPr id="51" name="TextBox 50">
            <a:extLst>
              <a:ext uri="{FF2B5EF4-FFF2-40B4-BE49-F238E27FC236}">
                <a16:creationId xmlns:a16="http://schemas.microsoft.com/office/drawing/2014/main" id="{EED918B9-6FA8-41DF-C3DD-FEF9E8105C1C}"/>
              </a:ext>
            </a:extLst>
          </p:cNvPr>
          <p:cNvSpPr txBox="1"/>
          <p:nvPr/>
        </p:nvSpPr>
        <p:spPr>
          <a:xfrm>
            <a:off x="5215469" y="2231221"/>
            <a:ext cx="462845" cy="584775"/>
          </a:xfrm>
          <a:prstGeom prst="rect">
            <a:avLst/>
          </a:prstGeom>
          <a:noFill/>
        </p:spPr>
        <p:txBody>
          <a:bodyPr wrap="square" rtlCol="0">
            <a:spAutoFit/>
          </a:bodyPr>
          <a:lstStyle/>
          <a:p>
            <a:pPr algn="ctr"/>
            <a:r>
              <a:rPr lang="en-US" sz="3200" dirty="0"/>
              <a:t>6</a:t>
            </a:r>
          </a:p>
        </p:txBody>
      </p:sp>
      <p:sp>
        <p:nvSpPr>
          <p:cNvPr id="15" name="TextBox 14">
            <a:extLst>
              <a:ext uri="{FF2B5EF4-FFF2-40B4-BE49-F238E27FC236}">
                <a16:creationId xmlns:a16="http://schemas.microsoft.com/office/drawing/2014/main" id="{FAD1F525-3412-A01A-68CB-0E5E5A4315EE}"/>
              </a:ext>
            </a:extLst>
          </p:cNvPr>
          <p:cNvSpPr txBox="1"/>
          <p:nvPr/>
        </p:nvSpPr>
        <p:spPr>
          <a:xfrm>
            <a:off x="3217333" y="2734556"/>
            <a:ext cx="462845" cy="584775"/>
          </a:xfrm>
          <a:prstGeom prst="rect">
            <a:avLst/>
          </a:prstGeom>
          <a:noFill/>
        </p:spPr>
        <p:txBody>
          <a:bodyPr wrap="square" rtlCol="0">
            <a:spAutoFit/>
          </a:bodyPr>
          <a:lstStyle/>
          <a:p>
            <a:pPr algn="ctr"/>
            <a:r>
              <a:rPr lang="en-US" sz="3200" dirty="0"/>
              <a:t>7</a:t>
            </a:r>
          </a:p>
        </p:txBody>
      </p:sp>
      <p:sp>
        <p:nvSpPr>
          <p:cNvPr id="52" name="TextBox 51">
            <a:extLst>
              <a:ext uri="{FF2B5EF4-FFF2-40B4-BE49-F238E27FC236}">
                <a16:creationId xmlns:a16="http://schemas.microsoft.com/office/drawing/2014/main" id="{CF2271D5-2A59-25FC-21B6-1F59C4FFC446}"/>
              </a:ext>
            </a:extLst>
          </p:cNvPr>
          <p:cNvSpPr txBox="1"/>
          <p:nvPr/>
        </p:nvSpPr>
        <p:spPr>
          <a:xfrm>
            <a:off x="3716867" y="2734556"/>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CD30CC69-6BC8-9E26-E437-0C4AF5DA4913}"/>
              </a:ext>
            </a:extLst>
          </p:cNvPr>
          <p:cNvSpPr txBox="1"/>
          <p:nvPr/>
        </p:nvSpPr>
        <p:spPr>
          <a:xfrm>
            <a:off x="3716867" y="1727886"/>
            <a:ext cx="462845" cy="584775"/>
          </a:xfrm>
          <a:prstGeom prst="rect">
            <a:avLst/>
          </a:prstGeom>
          <a:noFill/>
        </p:spPr>
        <p:txBody>
          <a:bodyPr wrap="square" rtlCol="0">
            <a:spAutoFit/>
          </a:bodyPr>
          <a:lstStyle/>
          <a:p>
            <a:pPr algn="ctr"/>
            <a:r>
              <a:rPr lang="en-US" sz="3200" dirty="0"/>
              <a:t>7</a:t>
            </a:r>
          </a:p>
        </p:txBody>
      </p:sp>
      <p:sp>
        <p:nvSpPr>
          <p:cNvPr id="33" name="TextBox 32">
            <a:extLst>
              <a:ext uri="{FF2B5EF4-FFF2-40B4-BE49-F238E27FC236}">
                <a16:creationId xmlns:a16="http://schemas.microsoft.com/office/drawing/2014/main" id="{CF1D817A-67FB-AB29-ADD6-46A364E0CDD9}"/>
              </a:ext>
            </a:extLst>
          </p:cNvPr>
          <p:cNvSpPr txBox="1"/>
          <p:nvPr/>
        </p:nvSpPr>
        <p:spPr>
          <a:xfrm>
            <a:off x="3138310" y="3907597"/>
            <a:ext cx="570089" cy="230832"/>
          </a:xfrm>
          <a:prstGeom prst="rect">
            <a:avLst/>
          </a:prstGeom>
          <a:noFill/>
        </p:spPr>
        <p:txBody>
          <a:bodyPr wrap="square" rtlCol="0">
            <a:spAutoFit/>
          </a:bodyPr>
          <a:lstStyle/>
          <a:p>
            <a:pPr algn="ctr"/>
            <a:r>
              <a:rPr lang="en-US" sz="900" dirty="0"/>
              <a:t>15</a:t>
            </a:r>
          </a:p>
        </p:txBody>
      </p:sp>
      <p:sp>
        <p:nvSpPr>
          <p:cNvPr id="53" name="TextBox 52">
            <a:extLst>
              <a:ext uri="{FF2B5EF4-FFF2-40B4-BE49-F238E27FC236}">
                <a16:creationId xmlns:a16="http://schemas.microsoft.com/office/drawing/2014/main" id="{00901A7A-2380-89EE-EEE2-78B8AB0948A5}"/>
              </a:ext>
            </a:extLst>
          </p:cNvPr>
          <p:cNvSpPr txBox="1"/>
          <p:nvPr/>
        </p:nvSpPr>
        <p:spPr>
          <a:xfrm>
            <a:off x="3138310" y="4408541"/>
            <a:ext cx="570089" cy="230832"/>
          </a:xfrm>
          <a:prstGeom prst="rect">
            <a:avLst/>
          </a:prstGeom>
          <a:noFill/>
        </p:spPr>
        <p:txBody>
          <a:bodyPr wrap="square" rtlCol="0">
            <a:spAutoFit/>
          </a:bodyPr>
          <a:lstStyle/>
          <a:p>
            <a:pPr algn="ctr"/>
            <a:r>
              <a:rPr lang="en-US" sz="900" dirty="0"/>
              <a:t>51</a:t>
            </a:r>
          </a:p>
        </p:txBody>
      </p:sp>
      <p:sp>
        <p:nvSpPr>
          <p:cNvPr id="64" name="TextBox 63">
            <a:extLst>
              <a:ext uri="{FF2B5EF4-FFF2-40B4-BE49-F238E27FC236}">
                <a16:creationId xmlns:a16="http://schemas.microsoft.com/office/drawing/2014/main" id="{C1CE4CF4-65F5-9599-BBD1-1AF8AEFC71EC}"/>
              </a:ext>
            </a:extLst>
          </p:cNvPr>
          <p:cNvSpPr txBox="1"/>
          <p:nvPr/>
        </p:nvSpPr>
        <p:spPr>
          <a:xfrm>
            <a:off x="6654802" y="3406653"/>
            <a:ext cx="570089" cy="230832"/>
          </a:xfrm>
          <a:prstGeom prst="rect">
            <a:avLst/>
          </a:prstGeom>
          <a:noFill/>
        </p:spPr>
        <p:txBody>
          <a:bodyPr wrap="square" rtlCol="0">
            <a:spAutoFit/>
          </a:bodyPr>
          <a:lstStyle/>
          <a:p>
            <a:pPr algn="ctr"/>
            <a:r>
              <a:rPr lang="en-US" sz="900" dirty="0"/>
              <a:t>16</a:t>
            </a:r>
          </a:p>
        </p:txBody>
      </p:sp>
      <p:sp>
        <p:nvSpPr>
          <p:cNvPr id="65" name="TextBox 64">
            <a:extLst>
              <a:ext uri="{FF2B5EF4-FFF2-40B4-BE49-F238E27FC236}">
                <a16:creationId xmlns:a16="http://schemas.microsoft.com/office/drawing/2014/main" id="{3635F5EF-7AC8-EC9A-7CF9-89A55374057D}"/>
              </a:ext>
            </a:extLst>
          </p:cNvPr>
          <p:cNvSpPr txBox="1"/>
          <p:nvPr/>
        </p:nvSpPr>
        <p:spPr>
          <a:xfrm>
            <a:off x="7157158" y="3406653"/>
            <a:ext cx="570089" cy="230832"/>
          </a:xfrm>
          <a:prstGeom prst="rect">
            <a:avLst/>
          </a:prstGeom>
          <a:noFill/>
        </p:spPr>
        <p:txBody>
          <a:bodyPr wrap="square" rtlCol="0">
            <a:spAutoFit/>
          </a:bodyPr>
          <a:lstStyle/>
          <a:p>
            <a:pPr algn="ctr"/>
            <a:r>
              <a:rPr lang="en-US" sz="900" dirty="0"/>
              <a:t>61</a:t>
            </a:r>
          </a:p>
        </p:txBody>
      </p:sp>
      <p:sp>
        <p:nvSpPr>
          <p:cNvPr id="66" name="TextBox 65">
            <a:extLst>
              <a:ext uri="{FF2B5EF4-FFF2-40B4-BE49-F238E27FC236}">
                <a16:creationId xmlns:a16="http://schemas.microsoft.com/office/drawing/2014/main" id="{7C18710F-26CB-70E2-ED65-FBEAC0BE9F34}"/>
              </a:ext>
            </a:extLst>
          </p:cNvPr>
          <p:cNvSpPr txBox="1"/>
          <p:nvPr/>
        </p:nvSpPr>
        <p:spPr>
          <a:xfrm>
            <a:off x="4216401" y="2734556"/>
            <a:ext cx="462845" cy="584775"/>
          </a:xfrm>
          <a:prstGeom prst="rect">
            <a:avLst/>
          </a:prstGeom>
          <a:noFill/>
        </p:spPr>
        <p:txBody>
          <a:bodyPr wrap="square" rtlCol="0">
            <a:spAutoFit/>
          </a:bodyPr>
          <a:lstStyle/>
          <a:p>
            <a:pPr algn="ctr"/>
            <a:r>
              <a:rPr lang="en-US" sz="3200" dirty="0"/>
              <a:t>5</a:t>
            </a:r>
          </a:p>
        </p:txBody>
      </p:sp>
      <p:sp>
        <p:nvSpPr>
          <p:cNvPr id="67" name="TextBox 66">
            <a:extLst>
              <a:ext uri="{FF2B5EF4-FFF2-40B4-BE49-F238E27FC236}">
                <a16:creationId xmlns:a16="http://schemas.microsoft.com/office/drawing/2014/main" id="{0DAB1F92-6CBA-5B19-FFE7-5789E0C8CDA5}"/>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68" name="TextBox 67">
            <a:extLst>
              <a:ext uri="{FF2B5EF4-FFF2-40B4-BE49-F238E27FC236}">
                <a16:creationId xmlns:a16="http://schemas.microsoft.com/office/drawing/2014/main" id="{F97C741E-72CE-8693-BD22-0D2708F1FD97}"/>
              </a:ext>
            </a:extLst>
          </p:cNvPr>
          <p:cNvSpPr txBox="1"/>
          <p:nvPr/>
        </p:nvSpPr>
        <p:spPr>
          <a:xfrm>
            <a:off x="3716867" y="3237891"/>
            <a:ext cx="462845" cy="584775"/>
          </a:xfrm>
          <a:prstGeom prst="rect">
            <a:avLst/>
          </a:prstGeom>
          <a:noFill/>
        </p:spPr>
        <p:txBody>
          <a:bodyPr wrap="square" rtlCol="0">
            <a:spAutoFit/>
          </a:bodyPr>
          <a:lstStyle/>
          <a:p>
            <a:pPr algn="ctr"/>
            <a:r>
              <a:rPr lang="en-US" sz="3200" dirty="0"/>
              <a:t>4</a:t>
            </a:r>
          </a:p>
        </p:txBody>
      </p:sp>
      <p:sp>
        <p:nvSpPr>
          <p:cNvPr id="9" name="TextBox 8">
            <a:extLst>
              <a:ext uri="{FF2B5EF4-FFF2-40B4-BE49-F238E27FC236}">
                <a16:creationId xmlns:a16="http://schemas.microsoft.com/office/drawing/2014/main" id="{38149371-5F41-F7AB-7594-FF2C3AD12B14}"/>
              </a:ext>
            </a:extLst>
          </p:cNvPr>
          <p:cNvSpPr txBox="1"/>
          <p:nvPr/>
        </p:nvSpPr>
        <p:spPr>
          <a:xfrm>
            <a:off x="5215469" y="2734556"/>
            <a:ext cx="462845" cy="584775"/>
          </a:xfrm>
          <a:prstGeom prst="rect">
            <a:avLst/>
          </a:prstGeom>
          <a:noFill/>
        </p:spPr>
        <p:txBody>
          <a:bodyPr wrap="square" rtlCol="0">
            <a:spAutoFit/>
          </a:bodyPr>
          <a:lstStyle/>
          <a:p>
            <a:pPr algn="ctr"/>
            <a:r>
              <a:rPr lang="en-US" sz="3200" dirty="0"/>
              <a:t>2</a:t>
            </a:r>
          </a:p>
        </p:txBody>
      </p:sp>
      <p:sp>
        <p:nvSpPr>
          <p:cNvPr id="45" name="TextBox 44">
            <a:extLst>
              <a:ext uri="{FF2B5EF4-FFF2-40B4-BE49-F238E27FC236}">
                <a16:creationId xmlns:a16="http://schemas.microsoft.com/office/drawing/2014/main" id="{87E80F50-A7D3-A28C-2808-DD97755218DA}"/>
              </a:ext>
            </a:extLst>
          </p:cNvPr>
          <p:cNvSpPr txBox="1"/>
          <p:nvPr/>
        </p:nvSpPr>
        <p:spPr>
          <a:xfrm>
            <a:off x="7213604" y="2734556"/>
            <a:ext cx="462845" cy="584775"/>
          </a:xfrm>
          <a:prstGeom prst="rect">
            <a:avLst/>
          </a:prstGeom>
          <a:noFill/>
        </p:spPr>
        <p:txBody>
          <a:bodyPr wrap="square" rtlCol="0">
            <a:spAutoFit/>
          </a:bodyPr>
          <a:lstStyle/>
          <a:p>
            <a:pPr algn="ctr"/>
            <a:r>
              <a:rPr lang="en-US" sz="3200" dirty="0"/>
              <a:t>9</a:t>
            </a:r>
          </a:p>
        </p:txBody>
      </p:sp>
      <p:sp>
        <p:nvSpPr>
          <p:cNvPr id="46" name="TextBox 45">
            <a:extLst>
              <a:ext uri="{FF2B5EF4-FFF2-40B4-BE49-F238E27FC236}">
                <a16:creationId xmlns:a16="http://schemas.microsoft.com/office/drawing/2014/main" id="{61FFE47C-3A5C-6109-3818-D76532B13C42}"/>
              </a:ext>
            </a:extLst>
          </p:cNvPr>
          <p:cNvSpPr txBox="1"/>
          <p:nvPr/>
        </p:nvSpPr>
        <p:spPr>
          <a:xfrm>
            <a:off x="6714071" y="2734556"/>
            <a:ext cx="462845" cy="584775"/>
          </a:xfrm>
          <a:prstGeom prst="rect">
            <a:avLst/>
          </a:prstGeom>
          <a:noFill/>
        </p:spPr>
        <p:txBody>
          <a:bodyPr wrap="square" rtlCol="0">
            <a:spAutoFit/>
          </a:bodyPr>
          <a:lstStyle/>
          <a:p>
            <a:pPr algn="ctr"/>
            <a:r>
              <a:rPr lang="en-US" sz="3200" dirty="0"/>
              <a:t>8</a:t>
            </a:r>
          </a:p>
        </p:txBody>
      </p:sp>
      <p:sp>
        <p:nvSpPr>
          <p:cNvPr id="50" name="TextBox 49">
            <a:extLst>
              <a:ext uri="{FF2B5EF4-FFF2-40B4-BE49-F238E27FC236}">
                <a16:creationId xmlns:a16="http://schemas.microsoft.com/office/drawing/2014/main" id="{F802A8AD-45AD-CDEC-5CA7-E7672EBF7763}"/>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54" name="TextBox 53">
            <a:extLst>
              <a:ext uri="{FF2B5EF4-FFF2-40B4-BE49-F238E27FC236}">
                <a16:creationId xmlns:a16="http://schemas.microsoft.com/office/drawing/2014/main" id="{F1C0FB5C-F529-EE06-E018-7F1EBF0349DD}"/>
              </a:ext>
            </a:extLst>
          </p:cNvPr>
          <p:cNvSpPr txBox="1"/>
          <p:nvPr/>
        </p:nvSpPr>
        <p:spPr>
          <a:xfrm>
            <a:off x="3716867" y="721216"/>
            <a:ext cx="462845" cy="584775"/>
          </a:xfrm>
          <a:prstGeom prst="rect">
            <a:avLst/>
          </a:prstGeom>
          <a:noFill/>
        </p:spPr>
        <p:txBody>
          <a:bodyPr wrap="square" rtlCol="0">
            <a:spAutoFit/>
          </a:bodyPr>
          <a:lstStyle/>
          <a:p>
            <a:pPr algn="ctr"/>
            <a:r>
              <a:rPr lang="en-US" sz="3200" dirty="0"/>
              <a:t>3</a:t>
            </a:r>
          </a:p>
        </p:txBody>
      </p:sp>
      <p:sp>
        <p:nvSpPr>
          <p:cNvPr id="55" name="TextBox 54">
            <a:extLst>
              <a:ext uri="{FF2B5EF4-FFF2-40B4-BE49-F238E27FC236}">
                <a16:creationId xmlns:a16="http://schemas.microsoft.com/office/drawing/2014/main" id="{71806A31-2884-F9D2-EB12-62A46D925917}"/>
              </a:ext>
            </a:extLst>
          </p:cNvPr>
          <p:cNvSpPr txBox="1"/>
          <p:nvPr/>
        </p:nvSpPr>
        <p:spPr>
          <a:xfrm>
            <a:off x="5715003" y="721216"/>
            <a:ext cx="462845" cy="584775"/>
          </a:xfrm>
          <a:prstGeom prst="rect">
            <a:avLst/>
          </a:prstGeom>
          <a:noFill/>
        </p:spPr>
        <p:txBody>
          <a:bodyPr wrap="square" rtlCol="0">
            <a:spAutoFit/>
          </a:bodyPr>
          <a:lstStyle/>
          <a:p>
            <a:pPr algn="ctr"/>
            <a:r>
              <a:rPr lang="en-US" sz="3200" dirty="0"/>
              <a:t>5</a:t>
            </a:r>
          </a:p>
        </p:txBody>
      </p:sp>
      <p:sp>
        <p:nvSpPr>
          <p:cNvPr id="37" name="TextBox 36">
            <a:extLst>
              <a:ext uri="{FF2B5EF4-FFF2-40B4-BE49-F238E27FC236}">
                <a16:creationId xmlns:a16="http://schemas.microsoft.com/office/drawing/2014/main" id="{7B430AAE-1F8F-084E-C2D0-3E1B0F8AECDC}"/>
              </a:ext>
            </a:extLst>
          </p:cNvPr>
          <p:cNvSpPr txBox="1"/>
          <p:nvPr/>
        </p:nvSpPr>
        <p:spPr>
          <a:xfrm>
            <a:off x="3716867" y="1224551"/>
            <a:ext cx="462845" cy="584775"/>
          </a:xfrm>
          <a:prstGeom prst="rect">
            <a:avLst/>
          </a:prstGeom>
          <a:noFill/>
        </p:spPr>
        <p:txBody>
          <a:bodyPr wrap="square" rtlCol="0">
            <a:spAutoFit/>
          </a:bodyPr>
          <a:lstStyle/>
          <a:p>
            <a:pPr algn="ctr"/>
            <a:r>
              <a:rPr lang="en-US" sz="3200" dirty="0"/>
              <a:t>5</a:t>
            </a:r>
          </a:p>
        </p:txBody>
      </p:sp>
      <p:sp>
        <p:nvSpPr>
          <p:cNvPr id="38" name="TextBox 37">
            <a:extLst>
              <a:ext uri="{FF2B5EF4-FFF2-40B4-BE49-F238E27FC236}">
                <a16:creationId xmlns:a16="http://schemas.microsoft.com/office/drawing/2014/main" id="{147F1660-ED50-011B-1A88-D02E9C05B8A6}"/>
              </a:ext>
            </a:extLst>
          </p:cNvPr>
          <p:cNvSpPr txBox="1"/>
          <p:nvPr/>
        </p:nvSpPr>
        <p:spPr>
          <a:xfrm>
            <a:off x="4715935" y="721216"/>
            <a:ext cx="462845" cy="584775"/>
          </a:xfrm>
          <a:prstGeom prst="rect">
            <a:avLst/>
          </a:prstGeom>
          <a:noFill/>
        </p:spPr>
        <p:txBody>
          <a:bodyPr wrap="square" rtlCol="0">
            <a:spAutoFit/>
          </a:bodyPr>
          <a:lstStyle/>
          <a:p>
            <a:pPr algn="ctr"/>
            <a:r>
              <a:rPr lang="en-US" sz="3200" dirty="0"/>
              <a:t>7</a:t>
            </a:r>
          </a:p>
        </p:txBody>
      </p:sp>
      <p:sp>
        <p:nvSpPr>
          <p:cNvPr id="56" name="TextBox 55">
            <a:extLst>
              <a:ext uri="{FF2B5EF4-FFF2-40B4-BE49-F238E27FC236}">
                <a16:creationId xmlns:a16="http://schemas.microsoft.com/office/drawing/2014/main" id="{602554E2-EBDA-CF68-01F6-D4276E64013C}"/>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
        <p:nvSpPr>
          <p:cNvPr id="25" name="TextBox 24">
            <a:extLst>
              <a:ext uri="{FF2B5EF4-FFF2-40B4-BE49-F238E27FC236}">
                <a16:creationId xmlns:a16="http://schemas.microsoft.com/office/drawing/2014/main" id="{2DEB7517-B6E6-E4C8-78C5-9E9C6FB206F2}"/>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39" name="TextBox 38">
            <a:extLst>
              <a:ext uri="{FF2B5EF4-FFF2-40B4-BE49-F238E27FC236}">
                <a16:creationId xmlns:a16="http://schemas.microsoft.com/office/drawing/2014/main" id="{8892305B-4141-768C-B1CE-5C0B4E1C42CE}"/>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14" name="TextBox 13">
            <a:extLst>
              <a:ext uri="{FF2B5EF4-FFF2-40B4-BE49-F238E27FC236}">
                <a16:creationId xmlns:a16="http://schemas.microsoft.com/office/drawing/2014/main" id="{547E79E2-48E4-2A2C-01E6-1BB12BAB169F}"/>
              </a:ext>
            </a:extLst>
          </p:cNvPr>
          <p:cNvSpPr txBox="1"/>
          <p:nvPr/>
        </p:nvSpPr>
        <p:spPr>
          <a:xfrm>
            <a:off x="6214537" y="3237891"/>
            <a:ext cx="462845" cy="584775"/>
          </a:xfrm>
          <a:prstGeom prst="rect">
            <a:avLst/>
          </a:prstGeom>
          <a:noFill/>
        </p:spPr>
        <p:txBody>
          <a:bodyPr wrap="square" rtlCol="0">
            <a:spAutoFit/>
          </a:bodyPr>
          <a:lstStyle/>
          <a:p>
            <a:pPr algn="ctr"/>
            <a:r>
              <a:rPr lang="en-US" sz="3200" dirty="0"/>
              <a:t>5</a:t>
            </a:r>
          </a:p>
        </p:txBody>
      </p:sp>
      <p:sp>
        <p:nvSpPr>
          <p:cNvPr id="17" name="TextBox 16">
            <a:extLst>
              <a:ext uri="{FF2B5EF4-FFF2-40B4-BE49-F238E27FC236}">
                <a16:creationId xmlns:a16="http://schemas.microsoft.com/office/drawing/2014/main" id="{84E23748-89A6-D366-0260-02121FDB640D}"/>
              </a:ext>
            </a:extLst>
          </p:cNvPr>
          <p:cNvSpPr txBox="1"/>
          <p:nvPr/>
        </p:nvSpPr>
        <p:spPr>
          <a:xfrm>
            <a:off x="3640666" y="3907597"/>
            <a:ext cx="570089" cy="230832"/>
          </a:xfrm>
          <a:prstGeom prst="rect">
            <a:avLst/>
          </a:prstGeom>
          <a:noFill/>
        </p:spPr>
        <p:txBody>
          <a:bodyPr wrap="square" rtlCol="0">
            <a:spAutoFit/>
          </a:bodyPr>
          <a:lstStyle/>
          <a:p>
            <a:pPr algn="ctr"/>
            <a:r>
              <a:rPr lang="en-US" sz="900" dirty="0"/>
              <a:t>289</a:t>
            </a:r>
          </a:p>
        </p:txBody>
      </p:sp>
      <p:sp>
        <p:nvSpPr>
          <p:cNvPr id="41" name="TextBox 40">
            <a:extLst>
              <a:ext uri="{FF2B5EF4-FFF2-40B4-BE49-F238E27FC236}">
                <a16:creationId xmlns:a16="http://schemas.microsoft.com/office/drawing/2014/main" id="{83F83AA4-0C94-B36F-CE92-01BC6794ED3D}"/>
              </a:ext>
            </a:extLst>
          </p:cNvPr>
          <p:cNvSpPr txBox="1"/>
          <p:nvPr/>
        </p:nvSpPr>
        <p:spPr>
          <a:xfrm>
            <a:off x="4143022" y="4038229"/>
            <a:ext cx="570089" cy="230832"/>
          </a:xfrm>
          <a:prstGeom prst="rect">
            <a:avLst/>
          </a:prstGeom>
          <a:noFill/>
        </p:spPr>
        <p:txBody>
          <a:bodyPr wrap="square" rtlCol="0">
            <a:spAutoFit/>
          </a:bodyPr>
          <a:lstStyle/>
          <a:p>
            <a:pPr algn="ctr"/>
            <a:r>
              <a:rPr lang="en-US" sz="900" dirty="0"/>
              <a:t>347</a:t>
            </a:r>
          </a:p>
        </p:txBody>
      </p:sp>
      <p:sp>
        <p:nvSpPr>
          <p:cNvPr id="57" name="TextBox 56">
            <a:extLst>
              <a:ext uri="{FF2B5EF4-FFF2-40B4-BE49-F238E27FC236}">
                <a16:creationId xmlns:a16="http://schemas.microsoft.com/office/drawing/2014/main" id="{362F6D85-4652-F7D9-1223-A0678EEEF630}"/>
              </a:ext>
            </a:extLst>
          </p:cNvPr>
          <p:cNvSpPr txBox="1"/>
          <p:nvPr/>
        </p:nvSpPr>
        <p:spPr>
          <a:xfrm>
            <a:off x="3640666" y="4408541"/>
            <a:ext cx="570089" cy="230832"/>
          </a:xfrm>
          <a:prstGeom prst="rect">
            <a:avLst/>
          </a:prstGeom>
          <a:noFill/>
        </p:spPr>
        <p:txBody>
          <a:bodyPr wrap="square" rtlCol="0">
            <a:spAutoFit/>
          </a:bodyPr>
          <a:lstStyle/>
          <a:p>
            <a:pPr algn="ctr"/>
            <a:r>
              <a:rPr lang="en-US" sz="900" dirty="0"/>
              <a:t>289</a:t>
            </a:r>
          </a:p>
        </p:txBody>
      </p:sp>
      <p:sp>
        <p:nvSpPr>
          <p:cNvPr id="58" name="TextBox 57">
            <a:extLst>
              <a:ext uri="{FF2B5EF4-FFF2-40B4-BE49-F238E27FC236}">
                <a16:creationId xmlns:a16="http://schemas.microsoft.com/office/drawing/2014/main" id="{553BE7A1-64F2-A19B-6B09-EE6211DAB9D2}"/>
              </a:ext>
            </a:extLst>
          </p:cNvPr>
          <p:cNvSpPr txBox="1"/>
          <p:nvPr/>
        </p:nvSpPr>
        <p:spPr>
          <a:xfrm>
            <a:off x="4143022" y="4539173"/>
            <a:ext cx="570089" cy="230832"/>
          </a:xfrm>
          <a:prstGeom prst="rect">
            <a:avLst/>
          </a:prstGeom>
          <a:noFill/>
        </p:spPr>
        <p:txBody>
          <a:bodyPr wrap="square" rtlCol="0">
            <a:spAutoFit/>
          </a:bodyPr>
          <a:lstStyle/>
          <a:p>
            <a:pPr algn="ctr"/>
            <a:r>
              <a:rPr lang="en-US" sz="900" dirty="0"/>
              <a:t>347</a:t>
            </a:r>
          </a:p>
        </p:txBody>
      </p:sp>
      <p:sp>
        <p:nvSpPr>
          <p:cNvPr id="59" name="TextBox 58">
            <a:extLst>
              <a:ext uri="{FF2B5EF4-FFF2-40B4-BE49-F238E27FC236}">
                <a16:creationId xmlns:a16="http://schemas.microsoft.com/office/drawing/2014/main" id="{CD2172C3-8C2D-5374-8A82-AE0226835493}"/>
              </a:ext>
            </a:extLst>
          </p:cNvPr>
          <p:cNvSpPr txBox="1"/>
          <p:nvPr/>
        </p:nvSpPr>
        <p:spPr>
          <a:xfrm>
            <a:off x="3640666" y="5040116"/>
            <a:ext cx="570089" cy="230832"/>
          </a:xfrm>
          <a:prstGeom prst="rect">
            <a:avLst/>
          </a:prstGeom>
          <a:noFill/>
        </p:spPr>
        <p:txBody>
          <a:bodyPr wrap="square" rtlCol="0">
            <a:spAutoFit/>
          </a:bodyPr>
          <a:lstStyle/>
          <a:p>
            <a:pPr algn="ctr"/>
            <a:r>
              <a:rPr lang="en-US" sz="900" dirty="0"/>
              <a:t>289</a:t>
            </a:r>
          </a:p>
        </p:txBody>
      </p:sp>
      <p:sp>
        <p:nvSpPr>
          <p:cNvPr id="62" name="TextBox 61">
            <a:extLst>
              <a:ext uri="{FF2B5EF4-FFF2-40B4-BE49-F238E27FC236}">
                <a16:creationId xmlns:a16="http://schemas.microsoft.com/office/drawing/2014/main" id="{BC63DE3C-7E21-A0E0-B3C7-FBC432ADCCEE}"/>
              </a:ext>
            </a:extLst>
          </p:cNvPr>
          <p:cNvSpPr txBox="1"/>
          <p:nvPr/>
        </p:nvSpPr>
        <p:spPr>
          <a:xfrm>
            <a:off x="4143022" y="5040116"/>
            <a:ext cx="570089" cy="230832"/>
          </a:xfrm>
          <a:prstGeom prst="rect">
            <a:avLst/>
          </a:prstGeom>
          <a:noFill/>
        </p:spPr>
        <p:txBody>
          <a:bodyPr wrap="square" rtlCol="0">
            <a:spAutoFit/>
          </a:bodyPr>
          <a:lstStyle/>
          <a:p>
            <a:pPr algn="ctr"/>
            <a:r>
              <a:rPr lang="en-US" sz="900" dirty="0"/>
              <a:t>47</a:t>
            </a:r>
          </a:p>
        </p:txBody>
      </p:sp>
      <p:sp>
        <p:nvSpPr>
          <p:cNvPr id="63" name="TextBox 62">
            <a:extLst>
              <a:ext uri="{FF2B5EF4-FFF2-40B4-BE49-F238E27FC236}">
                <a16:creationId xmlns:a16="http://schemas.microsoft.com/office/drawing/2014/main" id="{BDB5EEDA-8732-A951-320D-9B650EAC03FE}"/>
              </a:ext>
            </a:extLst>
          </p:cNvPr>
          <p:cNvSpPr txBox="1"/>
          <p:nvPr/>
        </p:nvSpPr>
        <p:spPr>
          <a:xfrm>
            <a:off x="6152446" y="3907597"/>
            <a:ext cx="570089" cy="230832"/>
          </a:xfrm>
          <a:prstGeom prst="rect">
            <a:avLst/>
          </a:prstGeom>
          <a:noFill/>
        </p:spPr>
        <p:txBody>
          <a:bodyPr wrap="square" rtlCol="0">
            <a:spAutoFit/>
          </a:bodyPr>
          <a:lstStyle/>
          <a:p>
            <a:pPr algn="ctr"/>
            <a:r>
              <a:rPr lang="en-US" sz="900" dirty="0"/>
              <a:t>489</a:t>
            </a:r>
          </a:p>
        </p:txBody>
      </p:sp>
      <p:sp>
        <p:nvSpPr>
          <p:cNvPr id="69" name="TextBox 68">
            <a:extLst>
              <a:ext uri="{FF2B5EF4-FFF2-40B4-BE49-F238E27FC236}">
                <a16:creationId xmlns:a16="http://schemas.microsoft.com/office/drawing/2014/main" id="{C6F034F5-0705-1A1B-222B-AA6C37FCDD03}"/>
              </a:ext>
            </a:extLst>
          </p:cNvPr>
          <p:cNvSpPr txBox="1"/>
          <p:nvPr/>
        </p:nvSpPr>
        <p:spPr>
          <a:xfrm>
            <a:off x="6152446" y="4539173"/>
            <a:ext cx="570089" cy="230832"/>
          </a:xfrm>
          <a:prstGeom prst="rect">
            <a:avLst/>
          </a:prstGeom>
          <a:noFill/>
        </p:spPr>
        <p:txBody>
          <a:bodyPr wrap="square" rtlCol="0">
            <a:spAutoFit/>
          </a:bodyPr>
          <a:lstStyle/>
          <a:p>
            <a:pPr algn="ctr"/>
            <a:r>
              <a:rPr lang="en-US" sz="900" dirty="0"/>
              <a:t>489</a:t>
            </a:r>
          </a:p>
        </p:txBody>
      </p:sp>
      <p:sp>
        <p:nvSpPr>
          <p:cNvPr id="70" name="TextBox 69">
            <a:extLst>
              <a:ext uri="{FF2B5EF4-FFF2-40B4-BE49-F238E27FC236}">
                <a16:creationId xmlns:a16="http://schemas.microsoft.com/office/drawing/2014/main" id="{16604F20-D807-7FB5-81C2-84BF9C943C47}"/>
              </a:ext>
            </a:extLst>
          </p:cNvPr>
          <p:cNvSpPr txBox="1"/>
          <p:nvPr/>
        </p:nvSpPr>
        <p:spPr>
          <a:xfrm>
            <a:off x="6152446" y="5040116"/>
            <a:ext cx="570089" cy="230832"/>
          </a:xfrm>
          <a:prstGeom prst="rect">
            <a:avLst/>
          </a:prstGeom>
          <a:noFill/>
        </p:spPr>
        <p:txBody>
          <a:bodyPr wrap="square" rtlCol="0">
            <a:spAutoFit/>
          </a:bodyPr>
          <a:lstStyle/>
          <a:p>
            <a:pPr algn="ctr"/>
            <a:r>
              <a:rPr lang="en-US" sz="900" dirty="0"/>
              <a:t>489</a:t>
            </a:r>
          </a:p>
        </p:txBody>
      </p:sp>
      <p:sp>
        <p:nvSpPr>
          <p:cNvPr id="71" name="TextBox 70">
            <a:extLst>
              <a:ext uri="{FF2B5EF4-FFF2-40B4-BE49-F238E27FC236}">
                <a16:creationId xmlns:a16="http://schemas.microsoft.com/office/drawing/2014/main" id="{9F4BFD8B-DF5B-6F6A-511E-940374633315}"/>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
        <p:nvSpPr>
          <p:cNvPr id="73" name="TextBox 72">
            <a:extLst>
              <a:ext uri="{FF2B5EF4-FFF2-40B4-BE49-F238E27FC236}">
                <a16:creationId xmlns:a16="http://schemas.microsoft.com/office/drawing/2014/main" id="{721D1672-89F3-1956-7859-4BCF93C4B14D}"/>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74" name="TextBox 73">
            <a:extLst>
              <a:ext uri="{FF2B5EF4-FFF2-40B4-BE49-F238E27FC236}">
                <a16:creationId xmlns:a16="http://schemas.microsoft.com/office/drawing/2014/main" id="{284160DA-DFB1-9DE4-6AB5-9224B8D1763A}"/>
              </a:ext>
            </a:extLst>
          </p:cNvPr>
          <p:cNvSpPr txBox="1"/>
          <p:nvPr/>
        </p:nvSpPr>
        <p:spPr>
          <a:xfrm>
            <a:off x="5215469" y="1727886"/>
            <a:ext cx="462845" cy="584775"/>
          </a:xfrm>
          <a:prstGeom prst="rect">
            <a:avLst/>
          </a:prstGeom>
          <a:noFill/>
        </p:spPr>
        <p:txBody>
          <a:bodyPr wrap="square" rtlCol="0">
            <a:spAutoFit/>
          </a:bodyPr>
          <a:lstStyle/>
          <a:p>
            <a:pPr algn="ctr"/>
            <a:r>
              <a:rPr lang="en-US" sz="3200" dirty="0"/>
              <a:t>8</a:t>
            </a:r>
          </a:p>
        </p:txBody>
      </p:sp>
      <p:sp>
        <p:nvSpPr>
          <p:cNvPr id="75" name="TextBox 74">
            <a:extLst>
              <a:ext uri="{FF2B5EF4-FFF2-40B4-BE49-F238E27FC236}">
                <a16:creationId xmlns:a16="http://schemas.microsoft.com/office/drawing/2014/main" id="{A56F5B22-FEF0-0360-703C-52617B0BF455}"/>
              </a:ext>
            </a:extLst>
          </p:cNvPr>
          <p:cNvSpPr txBox="1"/>
          <p:nvPr/>
        </p:nvSpPr>
        <p:spPr>
          <a:xfrm>
            <a:off x="3217333" y="1224551"/>
            <a:ext cx="462845" cy="584775"/>
          </a:xfrm>
          <a:prstGeom prst="rect">
            <a:avLst/>
          </a:prstGeom>
          <a:noFill/>
        </p:spPr>
        <p:txBody>
          <a:bodyPr wrap="square" rtlCol="0">
            <a:spAutoFit/>
          </a:bodyPr>
          <a:lstStyle/>
          <a:p>
            <a:pPr algn="ctr"/>
            <a:r>
              <a:rPr lang="en-US" sz="3200" dirty="0"/>
              <a:t>8</a:t>
            </a:r>
          </a:p>
        </p:txBody>
      </p:sp>
      <p:sp>
        <p:nvSpPr>
          <p:cNvPr id="76" name="TextBox 75">
            <a:extLst>
              <a:ext uri="{FF2B5EF4-FFF2-40B4-BE49-F238E27FC236}">
                <a16:creationId xmlns:a16="http://schemas.microsoft.com/office/drawing/2014/main" id="{D83FFC1C-DE4F-C987-54E6-99430A28DBB4}"/>
              </a:ext>
            </a:extLst>
          </p:cNvPr>
          <p:cNvSpPr txBox="1"/>
          <p:nvPr/>
        </p:nvSpPr>
        <p:spPr>
          <a:xfrm>
            <a:off x="3217333" y="1727886"/>
            <a:ext cx="462845" cy="584775"/>
          </a:xfrm>
          <a:prstGeom prst="rect">
            <a:avLst/>
          </a:prstGeom>
          <a:noFill/>
        </p:spPr>
        <p:txBody>
          <a:bodyPr wrap="square" rtlCol="0">
            <a:spAutoFit/>
          </a:bodyPr>
          <a:lstStyle/>
          <a:p>
            <a:pPr algn="ctr"/>
            <a:r>
              <a:rPr lang="en-US" sz="3200" dirty="0"/>
              <a:t>9</a:t>
            </a:r>
          </a:p>
        </p:txBody>
      </p:sp>
      <p:sp>
        <p:nvSpPr>
          <p:cNvPr id="77" name="TextBox 76">
            <a:extLst>
              <a:ext uri="{FF2B5EF4-FFF2-40B4-BE49-F238E27FC236}">
                <a16:creationId xmlns:a16="http://schemas.microsoft.com/office/drawing/2014/main" id="{AC61E834-BE93-B156-6F27-4F04B3EC0152}"/>
              </a:ext>
            </a:extLst>
          </p:cNvPr>
          <p:cNvSpPr txBox="1"/>
          <p:nvPr/>
        </p:nvSpPr>
        <p:spPr>
          <a:xfrm>
            <a:off x="6714071" y="1727886"/>
            <a:ext cx="462845" cy="584775"/>
          </a:xfrm>
          <a:prstGeom prst="rect">
            <a:avLst/>
          </a:prstGeom>
          <a:noFill/>
        </p:spPr>
        <p:txBody>
          <a:bodyPr wrap="square" rtlCol="0">
            <a:spAutoFit/>
          </a:bodyPr>
          <a:lstStyle/>
          <a:p>
            <a:pPr algn="ctr"/>
            <a:r>
              <a:rPr lang="en-US" sz="3200" dirty="0"/>
              <a:t>3</a:t>
            </a:r>
          </a:p>
        </p:txBody>
      </p:sp>
      <p:sp>
        <p:nvSpPr>
          <p:cNvPr id="78" name="TextBox 77">
            <a:extLst>
              <a:ext uri="{FF2B5EF4-FFF2-40B4-BE49-F238E27FC236}">
                <a16:creationId xmlns:a16="http://schemas.microsoft.com/office/drawing/2014/main" id="{B5E27CBA-C01F-825A-B9DF-DB58260CAADE}"/>
              </a:ext>
            </a:extLst>
          </p:cNvPr>
          <p:cNvSpPr txBox="1"/>
          <p:nvPr/>
        </p:nvSpPr>
        <p:spPr>
          <a:xfrm>
            <a:off x="7213604" y="1727886"/>
            <a:ext cx="462845" cy="584775"/>
          </a:xfrm>
          <a:prstGeom prst="rect">
            <a:avLst/>
          </a:prstGeom>
          <a:noFill/>
        </p:spPr>
        <p:txBody>
          <a:bodyPr wrap="square" rtlCol="0">
            <a:spAutoFit/>
          </a:bodyPr>
          <a:lstStyle/>
          <a:p>
            <a:pPr algn="ctr"/>
            <a:r>
              <a:rPr lang="en-US" sz="3200" dirty="0"/>
              <a:t>5</a:t>
            </a:r>
          </a:p>
        </p:txBody>
      </p:sp>
      <p:sp>
        <p:nvSpPr>
          <p:cNvPr id="79" name="TextBox 78">
            <a:extLst>
              <a:ext uri="{FF2B5EF4-FFF2-40B4-BE49-F238E27FC236}">
                <a16:creationId xmlns:a16="http://schemas.microsoft.com/office/drawing/2014/main" id="{E75AD8A4-57BC-66E0-EC3F-9B3DF60B272F}"/>
              </a:ext>
            </a:extLst>
          </p:cNvPr>
          <p:cNvSpPr txBox="1"/>
          <p:nvPr/>
        </p:nvSpPr>
        <p:spPr>
          <a:xfrm>
            <a:off x="4715935" y="2734556"/>
            <a:ext cx="462845" cy="584775"/>
          </a:xfrm>
          <a:prstGeom prst="rect">
            <a:avLst/>
          </a:prstGeom>
          <a:noFill/>
        </p:spPr>
        <p:txBody>
          <a:bodyPr wrap="square" rtlCol="0">
            <a:spAutoFit/>
          </a:bodyPr>
          <a:lstStyle/>
          <a:p>
            <a:pPr algn="ctr"/>
            <a:r>
              <a:rPr lang="en-US" sz="3200" dirty="0"/>
              <a:t>1</a:t>
            </a:r>
          </a:p>
        </p:txBody>
      </p:sp>
      <p:sp>
        <p:nvSpPr>
          <p:cNvPr id="80" name="TextBox 79">
            <a:extLst>
              <a:ext uri="{FF2B5EF4-FFF2-40B4-BE49-F238E27FC236}">
                <a16:creationId xmlns:a16="http://schemas.microsoft.com/office/drawing/2014/main" id="{70D6681F-135B-4831-7225-7A5667561A1C}"/>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Tree>
    <p:extLst>
      <p:ext uri="{BB962C8B-B14F-4D97-AF65-F5344CB8AC3E}">
        <p14:creationId xmlns:p14="http://schemas.microsoft.com/office/powerpoint/2010/main" val="148332381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44EA9D-98AE-CD3D-F1BC-8FAD807316F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4CE3AE9-CAF3-36B4-ADB5-D4746357120A}"/>
              </a:ext>
            </a:extLst>
          </p:cNvPr>
          <p:cNvSpPr>
            <a:spLocks noGrp="1"/>
          </p:cNvSpPr>
          <p:nvPr>
            <p:ph sz="half" idx="1"/>
          </p:nvPr>
        </p:nvSpPr>
        <p:spPr/>
        <p:txBody>
          <a:bodyPr>
            <a:normAutofit/>
          </a:bodyPr>
          <a:lstStyle/>
          <a:p>
            <a:r>
              <a:rPr lang="en-US" dirty="0"/>
              <a:t>The 5-line in Row 7 can’t be 4-something. So, it has to be 24.</a:t>
            </a:r>
          </a:p>
        </p:txBody>
      </p:sp>
      <p:pic>
        <p:nvPicPr>
          <p:cNvPr id="4" name="Picture 3" descr="A grid of sudoku puzzle&#10;&#10;Description automatically generated">
            <a:extLst>
              <a:ext uri="{FF2B5EF4-FFF2-40B4-BE49-F238E27FC236}">
                <a16:creationId xmlns:a16="http://schemas.microsoft.com/office/drawing/2014/main" id="{B9BB495F-7D0B-CFC5-4F8D-A29BF32EBC81}"/>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083E5894-1FC3-5555-18A7-22FDA74FC35D}"/>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DAEDC469-20CF-EC1A-C9B9-FC8FE18035A5}"/>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67D08688-6B55-4005-3DB8-CB66A6591C95}"/>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102EBB3D-8056-C9E6-82E1-6447C3BC28BF}"/>
              </a:ext>
            </a:extLst>
          </p:cNvPr>
          <p:cNvSpPr txBox="1"/>
          <p:nvPr/>
        </p:nvSpPr>
        <p:spPr>
          <a:xfrm>
            <a:off x="3716867" y="2231221"/>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5E46A254-6AB9-34DB-8C97-825EED16A99B}"/>
              </a:ext>
            </a:extLst>
          </p:cNvPr>
          <p:cNvSpPr txBox="1"/>
          <p:nvPr/>
        </p:nvSpPr>
        <p:spPr>
          <a:xfrm>
            <a:off x="3217333" y="4747898"/>
            <a:ext cx="462845" cy="584775"/>
          </a:xfrm>
          <a:prstGeom prst="rect">
            <a:avLst/>
          </a:prstGeom>
          <a:noFill/>
        </p:spPr>
        <p:txBody>
          <a:bodyPr wrap="square" rtlCol="0">
            <a:spAutoFit/>
          </a:bodyPr>
          <a:lstStyle/>
          <a:p>
            <a:pPr algn="ctr"/>
            <a:r>
              <a:rPr lang="en-US" sz="3200" dirty="0"/>
              <a:t>6</a:t>
            </a:r>
          </a:p>
        </p:txBody>
      </p:sp>
      <p:sp>
        <p:nvSpPr>
          <p:cNvPr id="11" name="TextBox 10">
            <a:extLst>
              <a:ext uri="{FF2B5EF4-FFF2-40B4-BE49-F238E27FC236}">
                <a16:creationId xmlns:a16="http://schemas.microsoft.com/office/drawing/2014/main" id="{EC90BF7A-C50F-0FD6-6C20-0166B859A326}"/>
              </a:ext>
            </a:extLst>
          </p:cNvPr>
          <p:cNvSpPr txBox="1"/>
          <p:nvPr/>
        </p:nvSpPr>
        <p:spPr>
          <a:xfrm>
            <a:off x="7213604" y="4747898"/>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B332F691-E127-745B-D777-8ABC33804AE2}"/>
              </a:ext>
            </a:extLst>
          </p:cNvPr>
          <p:cNvSpPr txBox="1"/>
          <p:nvPr/>
        </p:nvSpPr>
        <p:spPr>
          <a:xfrm>
            <a:off x="6214537" y="2734556"/>
            <a:ext cx="462845" cy="584775"/>
          </a:xfrm>
          <a:prstGeom prst="rect">
            <a:avLst/>
          </a:prstGeom>
          <a:no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EAAC178F-04B4-0626-BA79-5216FDCDE60A}"/>
              </a:ext>
            </a:extLst>
          </p:cNvPr>
          <p:cNvSpPr txBox="1"/>
          <p:nvPr/>
        </p:nvSpPr>
        <p:spPr>
          <a:xfrm>
            <a:off x="4143022" y="2274133"/>
            <a:ext cx="570089" cy="230832"/>
          </a:xfrm>
          <a:prstGeom prst="rect">
            <a:avLst/>
          </a:prstGeom>
          <a:noFill/>
        </p:spPr>
        <p:txBody>
          <a:bodyPr wrap="square" rtlCol="0">
            <a:spAutoFit/>
          </a:bodyPr>
          <a:lstStyle/>
          <a:p>
            <a:pPr algn="ctr"/>
            <a:r>
              <a:rPr lang="en-US" sz="900" dirty="0"/>
              <a:t>89</a:t>
            </a:r>
          </a:p>
        </p:txBody>
      </p:sp>
      <p:sp>
        <p:nvSpPr>
          <p:cNvPr id="16" name="TextBox 15">
            <a:extLst>
              <a:ext uri="{FF2B5EF4-FFF2-40B4-BE49-F238E27FC236}">
                <a16:creationId xmlns:a16="http://schemas.microsoft.com/office/drawing/2014/main" id="{E78EA97B-EE7C-5D02-AA6A-B59CB280D55F}"/>
              </a:ext>
            </a:extLst>
          </p:cNvPr>
          <p:cNvSpPr txBox="1"/>
          <p:nvPr/>
        </p:nvSpPr>
        <p:spPr>
          <a:xfrm>
            <a:off x="5650090" y="2274133"/>
            <a:ext cx="570089" cy="230832"/>
          </a:xfrm>
          <a:prstGeom prst="rect">
            <a:avLst/>
          </a:prstGeom>
          <a:noFill/>
        </p:spPr>
        <p:txBody>
          <a:bodyPr wrap="square" rtlCol="0">
            <a:spAutoFit/>
          </a:bodyPr>
          <a:lstStyle/>
          <a:p>
            <a:pPr algn="ctr"/>
            <a:r>
              <a:rPr lang="en-US" sz="900" dirty="0"/>
              <a:t>98</a:t>
            </a:r>
          </a:p>
        </p:txBody>
      </p:sp>
      <p:sp>
        <p:nvSpPr>
          <p:cNvPr id="18" name="TextBox 17">
            <a:extLst>
              <a:ext uri="{FF2B5EF4-FFF2-40B4-BE49-F238E27FC236}">
                <a16:creationId xmlns:a16="http://schemas.microsoft.com/office/drawing/2014/main" id="{D6BE0FE7-D5FD-C681-55ED-C6ABBFF6C3B0}"/>
              </a:ext>
            </a:extLst>
          </p:cNvPr>
          <p:cNvSpPr txBox="1"/>
          <p:nvPr/>
        </p:nvSpPr>
        <p:spPr>
          <a:xfrm>
            <a:off x="6654802" y="2404765"/>
            <a:ext cx="570089" cy="230832"/>
          </a:xfrm>
          <a:prstGeom prst="rect">
            <a:avLst/>
          </a:prstGeom>
          <a:noFill/>
        </p:spPr>
        <p:txBody>
          <a:bodyPr wrap="square" rtlCol="0">
            <a:spAutoFit/>
          </a:bodyPr>
          <a:lstStyle/>
          <a:p>
            <a:pPr algn="ctr"/>
            <a:r>
              <a:rPr lang="en-US" sz="900" dirty="0"/>
              <a:t>24</a:t>
            </a:r>
          </a:p>
        </p:txBody>
      </p:sp>
      <p:sp>
        <p:nvSpPr>
          <p:cNvPr id="19" name="TextBox 18">
            <a:extLst>
              <a:ext uri="{FF2B5EF4-FFF2-40B4-BE49-F238E27FC236}">
                <a16:creationId xmlns:a16="http://schemas.microsoft.com/office/drawing/2014/main" id="{A272B5FF-CC48-A56D-EF47-851FACB2E948}"/>
              </a:ext>
            </a:extLst>
          </p:cNvPr>
          <p:cNvSpPr txBox="1"/>
          <p:nvPr/>
        </p:nvSpPr>
        <p:spPr>
          <a:xfrm>
            <a:off x="7157158" y="2404765"/>
            <a:ext cx="570089" cy="230832"/>
          </a:xfrm>
          <a:prstGeom prst="rect">
            <a:avLst/>
          </a:prstGeom>
          <a:noFill/>
        </p:spPr>
        <p:txBody>
          <a:bodyPr wrap="square" rtlCol="0">
            <a:spAutoFit/>
          </a:bodyPr>
          <a:lstStyle/>
          <a:p>
            <a:pPr algn="ctr"/>
            <a:r>
              <a:rPr lang="en-US" sz="900" dirty="0"/>
              <a:t>42</a:t>
            </a:r>
          </a:p>
        </p:txBody>
      </p:sp>
      <p:sp>
        <p:nvSpPr>
          <p:cNvPr id="23" name="TextBox 22">
            <a:extLst>
              <a:ext uri="{FF2B5EF4-FFF2-40B4-BE49-F238E27FC236}">
                <a16:creationId xmlns:a16="http://schemas.microsoft.com/office/drawing/2014/main" id="{C791EE9A-5F29-437C-364D-90301F76FD38}"/>
              </a:ext>
            </a:extLst>
          </p:cNvPr>
          <p:cNvSpPr txBox="1"/>
          <p:nvPr/>
        </p:nvSpPr>
        <p:spPr>
          <a:xfrm>
            <a:off x="6214537" y="721216"/>
            <a:ext cx="462845" cy="584775"/>
          </a:xfrm>
          <a:prstGeom prst="rect">
            <a:avLst/>
          </a:prstGeom>
          <a:noFill/>
        </p:spPr>
        <p:txBody>
          <a:bodyPr wrap="square" rtlCol="0">
            <a:spAutoFit/>
          </a:bodyPr>
          <a:lstStyle/>
          <a:p>
            <a:pPr algn="ctr"/>
            <a:r>
              <a:rPr lang="en-US" sz="3200" dirty="0"/>
              <a:t>2</a:t>
            </a:r>
          </a:p>
        </p:txBody>
      </p:sp>
      <p:sp>
        <p:nvSpPr>
          <p:cNvPr id="24" name="TextBox 23">
            <a:extLst>
              <a:ext uri="{FF2B5EF4-FFF2-40B4-BE49-F238E27FC236}">
                <a16:creationId xmlns:a16="http://schemas.microsoft.com/office/drawing/2014/main" id="{579188F7-9176-EB1F-B754-C07BD61A7329}"/>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2271348A-B8FB-3976-E0E4-F7C22A92989F}"/>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26" name="TextBox 25">
            <a:extLst>
              <a:ext uri="{FF2B5EF4-FFF2-40B4-BE49-F238E27FC236}">
                <a16:creationId xmlns:a16="http://schemas.microsoft.com/office/drawing/2014/main" id="{D5540C29-1501-2CD8-BAC5-51FE0AB26EEF}"/>
              </a:ext>
            </a:extLst>
          </p:cNvPr>
          <p:cNvSpPr txBox="1"/>
          <p:nvPr/>
        </p:nvSpPr>
        <p:spPr>
          <a:xfrm>
            <a:off x="6654802" y="1402877"/>
            <a:ext cx="570089" cy="230832"/>
          </a:xfrm>
          <a:prstGeom prst="rect">
            <a:avLst/>
          </a:prstGeom>
          <a:noFill/>
        </p:spPr>
        <p:txBody>
          <a:bodyPr wrap="square" rtlCol="0">
            <a:spAutoFit/>
          </a:bodyPr>
          <a:lstStyle/>
          <a:p>
            <a:pPr algn="ctr"/>
            <a:r>
              <a:rPr lang="en-US" sz="900" dirty="0"/>
              <a:t>74</a:t>
            </a:r>
          </a:p>
        </p:txBody>
      </p:sp>
      <p:sp>
        <p:nvSpPr>
          <p:cNvPr id="27" name="TextBox 26">
            <a:extLst>
              <a:ext uri="{FF2B5EF4-FFF2-40B4-BE49-F238E27FC236}">
                <a16:creationId xmlns:a16="http://schemas.microsoft.com/office/drawing/2014/main" id="{29F2FC05-0573-857A-F21F-4A67FB08D467}"/>
              </a:ext>
            </a:extLst>
          </p:cNvPr>
          <p:cNvSpPr txBox="1"/>
          <p:nvPr/>
        </p:nvSpPr>
        <p:spPr>
          <a:xfrm>
            <a:off x="7157158" y="1402877"/>
            <a:ext cx="570089" cy="230832"/>
          </a:xfrm>
          <a:prstGeom prst="rect">
            <a:avLst/>
          </a:prstGeom>
          <a:noFill/>
        </p:spPr>
        <p:txBody>
          <a:bodyPr wrap="square" rtlCol="0">
            <a:spAutoFit/>
          </a:bodyPr>
          <a:lstStyle/>
          <a:p>
            <a:pPr algn="ctr"/>
            <a:r>
              <a:rPr lang="en-US" sz="900" dirty="0"/>
              <a:t>47</a:t>
            </a:r>
          </a:p>
        </p:txBody>
      </p:sp>
      <p:sp>
        <p:nvSpPr>
          <p:cNvPr id="30" name="TextBox 29">
            <a:extLst>
              <a:ext uri="{FF2B5EF4-FFF2-40B4-BE49-F238E27FC236}">
                <a16:creationId xmlns:a16="http://schemas.microsoft.com/office/drawing/2014/main" id="{D73F1E8F-04C3-D6A5-3597-0F37B320034F}"/>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3FD888C9-2982-F66D-E901-BC315DD9FD38}"/>
              </a:ext>
            </a:extLst>
          </p:cNvPr>
          <p:cNvSpPr txBox="1"/>
          <p:nvPr/>
        </p:nvSpPr>
        <p:spPr>
          <a:xfrm>
            <a:off x="3217333" y="721216"/>
            <a:ext cx="462845" cy="584775"/>
          </a:xfrm>
          <a:prstGeom prst="rect">
            <a:avLst/>
          </a:prstGeom>
          <a:noFill/>
        </p:spPr>
        <p:txBody>
          <a:bodyPr wrap="square" rtlCol="0">
            <a:spAutoFit/>
          </a:bodyPr>
          <a:lstStyle/>
          <a:p>
            <a:pPr algn="ctr"/>
            <a:r>
              <a:rPr lang="en-US" sz="3200" dirty="0"/>
              <a:t>4</a:t>
            </a:r>
          </a:p>
        </p:txBody>
      </p:sp>
      <p:sp>
        <p:nvSpPr>
          <p:cNvPr id="35" name="TextBox 34">
            <a:extLst>
              <a:ext uri="{FF2B5EF4-FFF2-40B4-BE49-F238E27FC236}">
                <a16:creationId xmlns:a16="http://schemas.microsoft.com/office/drawing/2014/main" id="{9CD1CF16-6CDB-B319-ECBA-A6964C0CB49C}"/>
              </a:ext>
            </a:extLst>
          </p:cNvPr>
          <p:cNvSpPr txBox="1"/>
          <p:nvPr/>
        </p:nvSpPr>
        <p:spPr>
          <a:xfrm>
            <a:off x="4216401" y="1224551"/>
            <a:ext cx="462845" cy="584775"/>
          </a:xfrm>
          <a:prstGeom prst="rect">
            <a:avLst/>
          </a:prstGeom>
          <a:noFill/>
        </p:spPr>
        <p:txBody>
          <a:bodyPr wrap="square" rtlCol="0">
            <a:spAutoFit/>
          </a:bodyPr>
          <a:lstStyle/>
          <a:p>
            <a:pPr algn="ctr"/>
            <a:r>
              <a:rPr lang="en-US" sz="3200" dirty="0"/>
              <a:t>1</a:t>
            </a:r>
          </a:p>
        </p:txBody>
      </p:sp>
      <p:sp>
        <p:nvSpPr>
          <p:cNvPr id="36" name="TextBox 35">
            <a:extLst>
              <a:ext uri="{FF2B5EF4-FFF2-40B4-BE49-F238E27FC236}">
                <a16:creationId xmlns:a16="http://schemas.microsoft.com/office/drawing/2014/main" id="{8D474A47-F6B6-97E0-FA58-8EF58CADA391}"/>
              </a:ext>
            </a:extLst>
          </p:cNvPr>
          <p:cNvSpPr txBox="1"/>
          <p:nvPr/>
        </p:nvSpPr>
        <p:spPr>
          <a:xfrm>
            <a:off x="5215469" y="721216"/>
            <a:ext cx="462845" cy="584775"/>
          </a:xfrm>
          <a:prstGeom prst="rect">
            <a:avLst/>
          </a:prstGeom>
          <a:noFill/>
        </p:spPr>
        <p:txBody>
          <a:bodyPr wrap="square" rtlCol="0">
            <a:spAutoFit/>
          </a:bodyPr>
          <a:lstStyle/>
          <a:p>
            <a:pPr algn="ctr"/>
            <a:r>
              <a:rPr lang="en-US" sz="3200" dirty="0"/>
              <a:t>1</a:t>
            </a:r>
          </a:p>
        </p:txBody>
      </p:sp>
      <p:sp>
        <p:nvSpPr>
          <p:cNvPr id="40" name="TextBox 39">
            <a:extLst>
              <a:ext uri="{FF2B5EF4-FFF2-40B4-BE49-F238E27FC236}">
                <a16:creationId xmlns:a16="http://schemas.microsoft.com/office/drawing/2014/main" id="{8B15EFAC-DAEF-2EB1-D595-069FAED7F7EC}"/>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42" name="TextBox 41">
            <a:extLst>
              <a:ext uri="{FF2B5EF4-FFF2-40B4-BE49-F238E27FC236}">
                <a16:creationId xmlns:a16="http://schemas.microsoft.com/office/drawing/2014/main" id="{4E15B615-1754-4EAC-DE12-63CE83939EC9}"/>
              </a:ext>
            </a:extLst>
          </p:cNvPr>
          <p:cNvSpPr txBox="1"/>
          <p:nvPr/>
        </p:nvSpPr>
        <p:spPr>
          <a:xfrm>
            <a:off x="5715003" y="1224551"/>
            <a:ext cx="462845" cy="584775"/>
          </a:xfrm>
          <a:prstGeom prst="rect">
            <a:avLst/>
          </a:prstGeom>
          <a:noFill/>
        </p:spPr>
        <p:txBody>
          <a:bodyPr wrap="square" rtlCol="0">
            <a:spAutoFit/>
          </a:bodyPr>
          <a:lstStyle/>
          <a:p>
            <a:pPr algn="ctr"/>
            <a:r>
              <a:rPr lang="en-US" sz="3200" dirty="0"/>
              <a:t>2</a:t>
            </a:r>
          </a:p>
        </p:txBody>
      </p:sp>
      <p:sp>
        <p:nvSpPr>
          <p:cNvPr id="43" name="TextBox 42">
            <a:extLst>
              <a:ext uri="{FF2B5EF4-FFF2-40B4-BE49-F238E27FC236}">
                <a16:creationId xmlns:a16="http://schemas.microsoft.com/office/drawing/2014/main" id="{C909C8BE-DA4E-02E0-14FF-D9473FF8A657}"/>
              </a:ext>
            </a:extLst>
          </p:cNvPr>
          <p:cNvSpPr txBox="1"/>
          <p:nvPr/>
        </p:nvSpPr>
        <p:spPr>
          <a:xfrm>
            <a:off x="4645378" y="1533509"/>
            <a:ext cx="570089" cy="230832"/>
          </a:xfrm>
          <a:prstGeom prst="rect">
            <a:avLst/>
          </a:prstGeom>
          <a:noFill/>
        </p:spPr>
        <p:txBody>
          <a:bodyPr wrap="square" rtlCol="0">
            <a:spAutoFit/>
          </a:bodyPr>
          <a:lstStyle/>
          <a:p>
            <a:pPr algn="ctr"/>
            <a:r>
              <a:rPr lang="en-US" sz="900" dirty="0"/>
              <a:t>39</a:t>
            </a:r>
          </a:p>
        </p:txBody>
      </p:sp>
      <p:sp>
        <p:nvSpPr>
          <p:cNvPr id="44" name="TextBox 43">
            <a:extLst>
              <a:ext uri="{FF2B5EF4-FFF2-40B4-BE49-F238E27FC236}">
                <a16:creationId xmlns:a16="http://schemas.microsoft.com/office/drawing/2014/main" id="{67FDDF7A-D2C1-ED7C-AF2D-B1EBC3F2CD83}"/>
              </a:ext>
            </a:extLst>
          </p:cNvPr>
          <p:cNvSpPr txBox="1"/>
          <p:nvPr/>
        </p:nvSpPr>
        <p:spPr>
          <a:xfrm>
            <a:off x="5147734" y="1533509"/>
            <a:ext cx="570089" cy="230832"/>
          </a:xfrm>
          <a:prstGeom prst="rect">
            <a:avLst/>
          </a:prstGeom>
          <a:noFill/>
        </p:spPr>
        <p:txBody>
          <a:bodyPr wrap="square" rtlCol="0">
            <a:spAutoFit/>
          </a:bodyPr>
          <a:lstStyle/>
          <a:p>
            <a:pPr algn="ctr"/>
            <a:r>
              <a:rPr lang="en-US" sz="900" dirty="0"/>
              <a:t>93</a:t>
            </a:r>
          </a:p>
        </p:txBody>
      </p:sp>
      <p:sp>
        <p:nvSpPr>
          <p:cNvPr id="47" name="TextBox 46">
            <a:extLst>
              <a:ext uri="{FF2B5EF4-FFF2-40B4-BE49-F238E27FC236}">
                <a16:creationId xmlns:a16="http://schemas.microsoft.com/office/drawing/2014/main" id="{7744C01F-369D-4BCF-BF29-184D2ABF9C74}"/>
              </a:ext>
            </a:extLst>
          </p:cNvPr>
          <p:cNvSpPr txBox="1"/>
          <p:nvPr/>
        </p:nvSpPr>
        <p:spPr>
          <a:xfrm>
            <a:off x="4143022" y="3537285"/>
            <a:ext cx="570089" cy="230832"/>
          </a:xfrm>
          <a:prstGeom prst="rect">
            <a:avLst/>
          </a:prstGeom>
          <a:noFill/>
        </p:spPr>
        <p:txBody>
          <a:bodyPr wrap="square" rtlCol="0">
            <a:spAutoFit/>
          </a:bodyPr>
          <a:lstStyle/>
          <a:p>
            <a:pPr algn="ctr"/>
            <a:r>
              <a:rPr lang="en-US" sz="900" dirty="0"/>
              <a:t>98</a:t>
            </a:r>
          </a:p>
        </p:txBody>
      </p:sp>
      <p:sp>
        <p:nvSpPr>
          <p:cNvPr id="48" name="TextBox 47">
            <a:extLst>
              <a:ext uri="{FF2B5EF4-FFF2-40B4-BE49-F238E27FC236}">
                <a16:creationId xmlns:a16="http://schemas.microsoft.com/office/drawing/2014/main" id="{2DC7DE13-30C3-9904-0AF1-9D9608256FCB}"/>
              </a:ext>
            </a:extLst>
          </p:cNvPr>
          <p:cNvSpPr txBox="1"/>
          <p:nvPr/>
        </p:nvSpPr>
        <p:spPr>
          <a:xfrm>
            <a:off x="4645378" y="3537285"/>
            <a:ext cx="570089" cy="230832"/>
          </a:xfrm>
          <a:prstGeom prst="rect">
            <a:avLst/>
          </a:prstGeom>
          <a:noFill/>
        </p:spPr>
        <p:txBody>
          <a:bodyPr wrap="square" rtlCol="0">
            <a:spAutoFit/>
          </a:bodyPr>
          <a:lstStyle/>
          <a:p>
            <a:pPr algn="ctr"/>
            <a:r>
              <a:rPr lang="en-US" sz="900" dirty="0"/>
              <a:t>89</a:t>
            </a:r>
          </a:p>
        </p:txBody>
      </p:sp>
      <p:sp>
        <p:nvSpPr>
          <p:cNvPr id="51" name="TextBox 50">
            <a:extLst>
              <a:ext uri="{FF2B5EF4-FFF2-40B4-BE49-F238E27FC236}">
                <a16:creationId xmlns:a16="http://schemas.microsoft.com/office/drawing/2014/main" id="{A4EA3713-9298-496A-B286-9ACA59C0372A}"/>
              </a:ext>
            </a:extLst>
          </p:cNvPr>
          <p:cNvSpPr txBox="1"/>
          <p:nvPr/>
        </p:nvSpPr>
        <p:spPr>
          <a:xfrm>
            <a:off x="5215469" y="2231221"/>
            <a:ext cx="462845" cy="584775"/>
          </a:xfrm>
          <a:prstGeom prst="rect">
            <a:avLst/>
          </a:prstGeom>
          <a:noFill/>
        </p:spPr>
        <p:txBody>
          <a:bodyPr wrap="square" rtlCol="0">
            <a:spAutoFit/>
          </a:bodyPr>
          <a:lstStyle/>
          <a:p>
            <a:pPr algn="ctr"/>
            <a:r>
              <a:rPr lang="en-US" sz="3200" dirty="0"/>
              <a:t>6</a:t>
            </a:r>
          </a:p>
        </p:txBody>
      </p:sp>
      <p:sp>
        <p:nvSpPr>
          <p:cNvPr id="15" name="TextBox 14">
            <a:extLst>
              <a:ext uri="{FF2B5EF4-FFF2-40B4-BE49-F238E27FC236}">
                <a16:creationId xmlns:a16="http://schemas.microsoft.com/office/drawing/2014/main" id="{98082BE9-21BB-FDEA-FE90-16BA09BD16D0}"/>
              </a:ext>
            </a:extLst>
          </p:cNvPr>
          <p:cNvSpPr txBox="1"/>
          <p:nvPr/>
        </p:nvSpPr>
        <p:spPr>
          <a:xfrm>
            <a:off x="3217333" y="2734556"/>
            <a:ext cx="462845" cy="584775"/>
          </a:xfrm>
          <a:prstGeom prst="rect">
            <a:avLst/>
          </a:prstGeom>
          <a:noFill/>
        </p:spPr>
        <p:txBody>
          <a:bodyPr wrap="square" rtlCol="0">
            <a:spAutoFit/>
          </a:bodyPr>
          <a:lstStyle/>
          <a:p>
            <a:pPr algn="ctr"/>
            <a:r>
              <a:rPr lang="en-US" sz="3200" dirty="0"/>
              <a:t>7</a:t>
            </a:r>
          </a:p>
        </p:txBody>
      </p:sp>
      <p:sp>
        <p:nvSpPr>
          <p:cNvPr id="52" name="TextBox 51">
            <a:extLst>
              <a:ext uri="{FF2B5EF4-FFF2-40B4-BE49-F238E27FC236}">
                <a16:creationId xmlns:a16="http://schemas.microsoft.com/office/drawing/2014/main" id="{6E424FF4-42A2-8B58-5EC8-FCB45C86739B}"/>
              </a:ext>
            </a:extLst>
          </p:cNvPr>
          <p:cNvSpPr txBox="1"/>
          <p:nvPr/>
        </p:nvSpPr>
        <p:spPr>
          <a:xfrm>
            <a:off x="3716867" y="2734556"/>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EA9EC97A-5786-8767-0B14-B70BB8E06EC4}"/>
              </a:ext>
            </a:extLst>
          </p:cNvPr>
          <p:cNvSpPr txBox="1"/>
          <p:nvPr/>
        </p:nvSpPr>
        <p:spPr>
          <a:xfrm>
            <a:off x="3716867" y="1727886"/>
            <a:ext cx="462845" cy="584775"/>
          </a:xfrm>
          <a:prstGeom prst="rect">
            <a:avLst/>
          </a:prstGeom>
          <a:noFill/>
        </p:spPr>
        <p:txBody>
          <a:bodyPr wrap="square" rtlCol="0">
            <a:spAutoFit/>
          </a:bodyPr>
          <a:lstStyle/>
          <a:p>
            <a:pPr algn="ctr"/>
            <a:r>
              <a:rPr lang="en-US" sz="3200" dirty="0"/>
              <a:t>7</a:t>
            </a:r>
          </a:p>
        </p:txBody>
      </p:sp>
      <p:sp>
        <p:nvSpPr>
          <p:cNvPr id="33" name="TextBox 32">
            <a:extLst>
              <a:ext uri="{FF2B5EF4-FFF2-40B4-BE49-F238E27FC236}">
                <a16:creationId xmlns:a16="http://schemas.microsoft.com/office/drawing/2014/main" id="{5393ABCA-C89D-A959-C64C-1C83FE450EA6}"/>
              </a:ext>
            </a:extLst>
          </p:cNvPr>
          <p:cNvSpPr txBox="1"/>
          <p:nvPr/>
        </p:nvSpPr>
        <p:spPr>
          <a:xfrm>
            <a:off x="3138310" y="3907597"/>
            <a:ext cx="570089" cy="230832"/>
          </a:xfrm>
          <a:prstGeom prst="rect">
            <a:avLst/>
          </a:prstGeom>
          <a:noFill/>
        </p:spPr>
        <p:txBody>
          <a:bodyPr wrap="square" rtlCol="0">
            <a:spAutoFit/>
          </a:bodyPr>
          <a:lstStyle/>
          <a:p>
            <a:pPr algn="ctr"/>
            <a:r>
              <a:rPr lang="en-US" sz="900" dirty="0"/>
              <a:t>15</a:t>
            </a:r>
          </a:p>
        </p:txBody>
      </p:sp>
      <p:sp>
        <p:nvSpPr>
          <p:cNvPr id="53" name="TextBox 52">
            <a:extLst>
              <a:ext uri="{FF2B5EF4-FFF2-40B4-BE49-F238E27FC236}">
                <a16:creationId xmlns:a16="http://schemas.microsoft.com/office/drawing/2014/main" id="{5EF34DE6-E816-2F2A-44D5-9BB34BE2DA80}"/>
              </a:ext>
            </a:extLst>
          </p:cNvPr>
          <p:cNvSpPr txBox="1"/>
          <p:nvPr/>
        </p:nvSpPr>
        <p:spPr>
          <a:xfrm>
            <a:off x="3138310" y="4408541"/>
            <a:ext cx="570089" cy="230832"/>
          </a:xfrm>
          <a:prstGeom prst="rect">
            <a:avLst/>
          </a:prstGeom>
          <a:noFill/>
        </p:spPr>
        <p:txBody>
          <a:bodyPr wrap="square" rtlCol="0">
            <a:spAutoFit/>
          </a:bodyPr>
          <a:lstStyle/>
          <a:p>
            <a:pPr algn="ctr"/>
            <a:r>
              <a:rPr lang="en-US" sz="900" dirty="0"/>
              <a:t>51</a:t>
            </a:r>
          </a:p>
        </p:txBody>
      </p:sp>
      <p:sp>
        <p:nvSpPr>
          <p:cNvPr id="64" name="TextBox 63">
            <a:extLst>
              <a:ext uri="{FF2B5EF4-FFF2-40B4-BE49-F238E27FC236}">
                <a16:creationId xmlns:a16="http://schemas.microsoft.com/office/drawing/2014/main" id="{983F13F1-F84D-0EBE-6B07-C888105ECF65}"/>
              </a:ext>
            </a:extLst>
          </p:cNvPr>
          <p:cNvSpPr txBox="1"/>
          <p:nvPr/>
        </p:nvSpPr>
        <p:spPr>
          <a:xfrm>
            <a:off x="6654802" y="3406653"/>
            <a:ext cx="570089" cy="230832"/>
          </a:xfrm>
          <a:prstGeom prst="rect">
            <a:avLst/>
          </a:prstGeom>
          <a:noFill/>
        </p:spPr>
        <p:txBody>
          <a:bodyPr wrap="square" rtlCol="0">
            <a:spAutoFit/>
          </a:bodyPr>
          <a:lstStyle/>
          <a:p>
            <a:pPr algn="ctr"/>
            <a:r>
              <a:rPr lang="en-US" sz="900" dirty="0"/>
              <a:t>16</a:t>
            </a:r>
          </a:p>
        </p:txBody>
      </p:sp>
      <p:sp>
        <p:nvSpPr>
          <p:cNvPr id="65" name="TextBox 64">
            <a:extLst>
              <a:ext uri="{FF2B5EF4-FFF2-40B4-BE49-F238E27FC236}">
                <a16:creationId xmlns:a16="http://schemas.microsoft.com/office/drawing/2014/main" id="{CAC44A3F-C29D-3685-8430-25D776C4F180}"/>
              </a:ext>
            </a:extLst>
          </p:cNvPr>
          <p:cNvSpPr txBox="1"/>
          <p:nvPr/>
        </p:nvSpPr>
        <p:spPr>
          <a:xfrm>
            <a:off x="7157158" y="3406653"/>
            <a:ext cx="570089" cy="230832"/>
          </a:xfrm>
          <a:prstGeom prst="rect">
            <a:avLst/>
          </a:prstGeom>
          <a:noFill/>
        </p:spPr>
        <p:txBody>
          <a:bodyPr wrap="square" rtlCol="0">
            <a:spAutoFit/>
          </a:bodyPr>
          <a:lstStyle/>
          <a:p>
            <a:pPr algn="ctr"/>
            <a:r>
              <a:rPr lang="en-US" sz="900" dirty="0"/>
              <a:t>61</a:t>
            </a:r>
          </a:p>
        </p:txBody>
      </p:sp>
      <p:sp>
        <p:nvSpPr>
          <p:cNvPr id="66" name="TextBox 65">
            <a:extLst>
              <a:ext uri="{FF2B5EF4-FFF2-40B4-BE49-F238E27FC236}">
                <a16:creationId xmlns:a16="http://schemas.microsoft.com/office/drawing/2014/main" id="{4B104CEF-62BE-D30D-C2AC-DEB65A3CDC4E}"/>
              </a:ext>
            </a:extLst>
          </p:cNvPr>
          <p:cNvSpPr txBox="1"/>
          <p:nvPr/>
        </p:nvSpPr>
        <p:spPr>
          <a:xfrm>
            <a:off x="4216401" y="2734556"/>
            <a:ext cx="462845" cy="584775"/>
          </a:xfrm>
          <a:prstGeom prst="rect">
            <a:avLst/>
          </a:prstGeom>
          <a:noFill/>
        </p:spPr>
        <p:txBody>
          <a:bodyPr wrap="square" rtlCol="0">
            <a:spAutoFit/>
          </a:bodyPr>
          <a:lstStyle/>
          <a:p>
            <a:pPr algn="ctr"/>
            <a:r>
              <a:rPr lang="en-US" sz="3200" dirty="0"/>
              <a:t>5</a:t>
            </a:r>
          </a:p>
        </p:txBody>
      </p:sp>
      <p:sp>
        <p:nvSpPr>
          <p:cNvPr id="67" name="TextBox 66">
            <a:extLst>
              <a:ext uri="{FF2B5EF4-FFF2-40B4-BE49-F238E27FC236}">
                <a16:creationId xmlns:a16="http://schemas.microsoft.com/office/drawing/2014/main" id="{64C4BEE7-253A-7F50-BADE-1A61018D63B2}"/>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68" name="TextBox 67">
            <a:extLst>
              <a:ext uri="{FF2B5EF4-FFF2-40B4-BE49-F238E27FC236}">
                <a16:creationId xmlns:a16="http://schemas.microsoft.com/office/drawing/2014/main" id="{FF91E325-2722-5FD8-77EE-9B890C2CA560}"/>
              </a:ext>
            </a:extLst>
          </p:cNvPr>
          <p:cNvSpPr txBox="1"/>
          <p:nvPr/>
        </p:nvSpPr>
        <p:spPr>
          <a:xfrm>
            <a:off x="3716867" y="3237891"/>
            <a:ext cx="462845" cy="584775"/>
          </a:xfrm>
          <a:prstGeom prst="rect">
            <a:avLst/>
          </a:prstGeom>
          <a:noFill/>
        </p:spPr>
        <p:txBody>
          <a:bodyPr wrap="square" rtlCol="0">
            <a:spAutoFit/>
          </a:bodyPr>
          <a:lstStyle/>
          <a:p>
            <a:pPr algn="ctr"/>
            <a:r>
              <a:rPr lang="en-US" sz="3200" dirty="0"/>
              <a:t>4</a:t>
            </a:r>
          </a:p>
        </p:txBody>
      </p:sp>
      <p:sp>
        <p:nvSpPr>
          <p:cNvPr id="9" name="TextBox 8">
            <a:extLst>
              <a:ext uri="{FF2B5EF4-FFF2-40B4-BE49-F238E27FC236}">
                <a16:creationId xmlns:a16="http://schemas.microsoft.com/office/drawing/2014/main" id="{485DB390-E9D1-4535-D13D-AFBEC8346C9A}"/>
              </a:ext>
            </a:extLst>
          </p:cNvPr>
          <p:cNvSpPr txBox="1"/>
          <p:nvPr/>
        </p:nvSpPr>
        <p:spPr>
          <a:xfrm>
            <a:off x="5215469" y="2734556"/>
            <a:ext cx="462845" cy="584775"/>
          </a:xfrm>
          <a:prstGeom prst="rect">
            <a:avLst/>
          </a:prstGeom>
          <a:noFill/>
        </p:spPr>
        <p:txBody>
          <a:bodyPr wrap="square" rtlCol="0">
            <a:spAutoFit/>
          </a:bodyPr>
          <a:lstStyle/>
          <a:p>
            <a:pPr algn="ctr"/>
            <a:r>
              <a:rPr lang="en-US" sz="3200" dirty="0"/>
              <a:t>2</a:t>
            </a:r>
          </a:p>
        </p:txBody>
      </p:sp>
      <p:sp>
        <p:nvSpPr>
          <p:cNvPr id="45" name="TextBox 44">
            <a:extLst>
              <a:ext uri="{FF2B5EF4-FFF2-40B4-BE49-F238E27FC236}">
                <a16:creationId xmlns:a16="http://schemas.microsoft.com/office/drawing/2014/main" id="{F9C788A0-9F90-EBDF-2F31-2A23840FD782}"/>
              </a:ext>
            </a:extLst>
          </p:cNvPr>
          <p:cNvSpPr txBox="1"/>
          <p:nvPr/>
        </p:nvSpPr>
        <p:spPr>
          <a:xfrm>
            <a:off x="7213604" y="2734556"/>
            <a:ext cx="462845" cy="584775"/>
          </a:xfrm>
          <a:prstGeom prst="rect">
            <a:avLst/>
          </a:prstGeom>
          <a:noFill/>
        </p:spPr>
        <p:txBody>
          <a:bodyPr wrap="square" rtlCol="0">
            <a:spAutoFit/>
          </a:bodyPr>
          <a:lstStyle/>
          <a:p>
            <a:pPr algn="ctr"/>
            <a:r>
              <a:rPr lang="en-US" sz="3200" dirty="0"/>
              <a:t>9</a:t>
            </a:r>
          </a:p>
        </p:txBody>
      </p:sp>
      <p:sp>
        <p:nvSpPr>
          <p:cNvPr id="46" name="TextBox 45">
            <a:extLst>
              <a:ext uri="{FF2B5EF4-FFF2-40B4-BE49-F238E27FC236}">
                <a16:creationId xmlns:a16="http://schemas.microsoft.com/office/drawing/2014/main" id="{19E9750E-1CA9-9CAC-C3EB-68EFD97891C4}"/>
              </a:ext>
            </a:extLst>
          </p:cNvPr>
          <p:cNvSpPr txBox="1"/>
          <p:nvPr/>
        </p:nvSpPr>
        <p:spPr>
          <a:xfrm>
            <a:off x="6714071" y="2734556"/>
            <a:ext cx="462845" cy="584775"/>
          </a:xfrm>
          <a:prstGeom prst="rect">
            <a:avLst/>
          </a:prstGeom>
          <a:noFill/>
        </p:spPr>
        <p:txBody>
          <a:bodyPr wrap="square" rtlCol="0">
            <a:spAutoFit/>
          </a:bodyPr>
          <a:lstStyle/>
          <a:p>
            <a:pPr algn="ctr"/>
            <a:r>
              <a:rPr lang="en-US" sz="3200" dirty="0"/>
              <a:t>8</a:t>
            </a:r>
          </a:p>
        </p:txBody>
      </p:sp>
      <p:sp>
        <p:nvSpPr>
          <p:cNvPr id="50" name="TextBox 49">
            <a:extLst>
              <a:ext uri="{FF2B5EF4-FFF2-40B4-BE49-F238E27FC236}">
                <a16:creationId xmlns:a16="http://schemas.microsoft.com/office/drawing/2014/main" id="{4D086B9F-5B66-C1AC-2F53-FE31DFC4300A}"/>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54" name="TextBox 53">
            <a:extLst>
              <a:ext uri="{FF2B5EF4-FFF2-40B4-BE49-F238E27FC236}">
                <a16:creationId xmlns:a16="http://schemas.microsoft.com/office/drawing/2014/main" id="{13983251-92C6-A070-75C0-3E18A98C0F24}"/>
              </a:ext>
            </a:extLst>
          </p:cNvPr>
          <p:cNvSpPr txBox="1"/>
          <p:nvPr/>
        </p:nvSpPr>
        <p:spPr>
          <a:xfrm>
            <a:off x="3716867" y="721216"/>
            <a:ext cx="462845" cy="584775"/>
          </a:xfrm>
          <a:prstGeom prst="rect">
            <a:avLst/>
          </a:prstGeom>
          <a:noFill/>
        </p:spPr>
        <p:txBody>
          <a:bodyPr wrap="square" rtlCol="0">
            <a:spAutoFit/>
          </a:bodyPr>
          <a:lstStyle/>
          <a:p>
            <a:pPr algn="ctr"/>
            <a:r>
              <a:rPr lang="en-US" sz="3200" dirty="0"/>
              <a:t>3</a:t>
            </a:r>
          </a:p>
        </p:txBody>
      </p:sp>
      <p:sp>
        <p:nvSpPr>
          <p:cNvPr id="55" name="TextBox 54">
            <a:extLst>
              <a:ext uri="{FF2B5EF4-FFF2-40B4-BE49-F238E27FC236}">
                <a16:creationId xmlns:a16="http://schemas.microsoft.com/office/drawing/2014/main" id="{0E78A805-6EEF-A371-B927-7705C186F66D}"/>
              </a:ext>
            </a:extLst>
          </p:cNvPr>
          <p:cNvSpPr txBox="1"/>
          <p:nvPr/>
        </p:nvSpPr>
        <p:spPr>
          <a:xfrm>
            <a:off x="5715003" y="721216"/>
            <a:ext cx="462845" cy="584775"/>
          </a:xfrm>
          <a:prstGeom prst="rect">
            <a:avLst/>
          </a:prstGeom>
          <a:noFill/>
        </p:spPr>
        <p:txBody>
          <a:bodyPr wrap="square" rtlCol="0">
            <a:spAutoFit/>
          </a:bodyPr>
          <a:lstStyle/>
          <a:p>
            <a:pPr algn="ctr"/>
            <a:r>
              <a:rPr lang="en-US" sz="3200" dirty="0"/>
              <a:t>5</a:t>
            </a:r>
          </a:p>
        </p:txBody>
      </p:sp>
      <p:sp>
        <p:nvSpPr>
          <p:cNvPr id="37" name="TextBox 36">
            <a:extLst>
              <a:ext uri="{FF2B5EF4-FFF2-40B4-BE49-F238E27FC236}">
                <a16:creationId xmlns:a16="http://schemas.microsoft.com/office/drawing/2014/main" id="{54576936-3D52-0FC1-CEA0-3FC9A4A7DC74}"/>
              </a:ext>
            </a:extLst>
          </p:cNvPr>
          <p:cNvSpPr txBox="1"/>
          <p:nvPr/>
        </p:nvSpPr>
        <p:spPr>
          <a:xfrm>
            <a:off x="3716867" y="1224551"/>
            <a:ext cx="462845" cy="584775"/>
          </a:xfrm>
          <a:prstGeom prst="rect">
            <a:avLst/>
          </a:prstGeom>
          <a:noFill/>
        </p:spPr>
        <p:txBody>
          <a:bodyPr wrap="square" rtlCol="0">
            <a:spAutoFit/>
          </a:bodyPr>
          <a:lstStyle/>
          <a:p>
            <a:pPr algn="ctr"/>
            <a:r>
              <a:rPr lang="en-US" sz="3200" dirty="0"/>
              <a:t>5</a:t>
            </a:r>
          </a:p>
        </p:txBody>
      </p:sp>
      <p:sp>
        <p:nvSpPr>
          <p:cNvPr id="38" name="TextBox 37">
            <a:extLst>
              <a:ext uri="{FF2B5EF4-FFF2-40B4-BE49-F238E27FC236}">
                <a16:creationId xmlns:a16="http://schemas.microsoft.com/office/drawing/2014/main" id="{6E051379-D113-C26F-8E08-056CA037042A}"/>
              </a:ext>
            </a:extLst>
          </p:cNvPr>
          <p:cNvSpPr txBox="1"/>
          <p:nvPr/>
        </p:nvSpPr>
        <p:spPr>
          <a:xfrm>
            <a:off x="4715935" y="721216"/>
            <a:ext cx="462845" cy="584775"/>
          </a:xfrm>
          <a:prstGeom prst="rect">
            <a:avLst/>
          </a:prstGeom>
          <a:noFill/>
        </p:spPr>
        <p:txBody>
          <a:bodyPr wrap="square" rtlCol="0">
            <a:spAutoFit/>
          </a:bodyPr>
          <a:lstStyle/>
          <a:p>
            <a:pPr algn="ctr"/>
            <a:r>
              <a:rPr lang="en-US" sz="3200" dirty="0"/>
              <a:t>7</a:t>
            </a:r>
          </a:p>
        </p:txBody>
      </p:sp>
      <p:sp>
        <p:nvSpPr>
          <p:cNvPr id="56" name="TextBox 55">
            <a:extLst>
              <a:ext uri="{FF2B5EF4-FFF2-40B4-BE49-F238E27FC236}">
                <a16:creationId xmlns:a16="http://schemas.microsoft.com/office/drawing/2014/main" id="{FD556EDB-70A7-AB85-4E34-9746D5DE48F7}"/>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
        <p:nvSpPr>
          <p:cNvPr id="25" name="TextBox 24">
            <a:extLst>
              <a:ext uri="{FF2B5EF4-FFF2-40B4-BE49-F238E27FC236}">
                <a16:creationId xmlns:a16="http://schemas.microsoft.com/office/drawing/2014/main" id="{420EB7CA-E061-75A0-9772-0D5F40BDE14A}"/>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39" name="TextBox 38">
            <a:extLst>
              <a:ext uri="{FF2B5EF4-FFF2-40B4-BE49-F238E27FC236}">
                <a16:creationId xmlns:a16="http://schemas.microsoft.com/office/drawing/2014/main" id="{25EAB5A4-719D-C1C7-0057-F8426C5C5578}"/>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14" name="TextBox 13">
            <a:extLst>
              <a:ext uri="{FF2B5EF4-FFF2-40B4-BE49-F238E27FC236}">
                <a16:creationId xmlns:a16="http://schemas.microsoft.com/office/drawing/2014/main" id="{C235F931-4582-7885-85B2-1045BDBE9A74}"/>
              </a:ext>
            </a:extLst>
          </p:cNvPr>
          <p:cNvSpPr txBox="1"/>
          <p:nvPr/>
        </p:nvSpPr>
        <p:spPr>
          <a:xfrm>
            <a:off x="6214537" y="3237891"/>
            <a:ext cx="462845" cy="584775"/>
          </a:xfrm>
          <a:prstGeom prst="rect">
            <a:avLst/>
          </a:prstGeom>
          <a:noFill/>
        </p:spPr>
        <p:txBody>
          <a:bodyPr wrap="square" rtlCol="0">
            <a:spAutoFit/>
          </a:bodyPr>
          <a:lstStyle/>
          <a:p>
            <a:pPr algn="ctr"/>
            <a:r>
              <a:rPr lang="en-US" sz="3200" dirty="0"/>
              <a:t>5</a:t>
            </a:r>
          </a:p>
        </p:txBody>
      </p:sp>
      <p:sp>
        <p:nvSpPr>
          <p:cNvPr id="41" name="TextBox 40">
            <a:extLst>
              <a:ext uri="{FF2B5EF4-FFF2-40B4-BE49-F238E27FC236}">
                <a16:creationId xmlns:a16="http://schemas.microsoft.com/office/drawing/2014/main" id="{90F6C91B-3B3E-F9C8-5BD3-9D6231AED799}"/>
              </a:ext>
            </a:extLst>
          </p:cNvPr>
          <p:cNvSpPr txBox="1"/>
          <p:nvPr/>
        </p:nvSpPr>
        <p:spPr>
          <a:xfrm>
            <a:off x="4143022" y="4038229"/>
            <a:ext cx="570089" cy="230832"/>
          </a:xfrm>
          <a:prstGeom prst="rect">
            <a:avLst/>
          </a:prstGeom>
          <a:noFill/>
        </p:spPr>
        <p:txBody>
          <a:bodyPr wrap="square" rtlCol="0">
            <a:spAutoFit/>
          </a:bodyPr>
          <a:lstStyle/>
          <a:p>
            <a:pPr algn="ctr"/>
            <a:r>
              <a:rPr lang="en-US" sz="900" dirty="0"/>
              <a:t>347</a:t>
            </a:r>
          </a:p>
        </p:txBody>
      </p:sp>
      <p:sp>
        <p:nvSpPr>
          <p:cNvPr id="57" name="TextBox 56">
            <a:extLst>
              <a:ext uri="{FF2B5EF4-FFF2-40B4-BE49-F238E27FC236}">
                <a16:creationId xmlns:a16="http://schemas.microsoft.com/office/drawing/2014/main" id="{A56A94D7-E31C-08ED-6423-25F96CE11DE4}"/>
              </a:ext>
            </a:extLst>
          </p:cNvPr>
          <p:cNvSpPr txBox="1"/>
          <p:nvPr/>
        </p:nvSpPr>
        <p:spPr>
          <a:xfrm>
            <a:off x="3640666" y="4408541"/>
            <a:ext cx="570089" cy="230832"/>
          </a:xfrm>
          <a:prstGeom prst="rect">
            <a:avLst/>
          </a:prstGeom>
          <a:noFill/>
        </p:spPr>
        <p:txBody>
          <a:bodyPr wrap="square" rtlCol="0">
            <a:spAutoFit/>
          </a:bodyPr>
          <a:lstStyle/>
          <a:p>
            <a:pPr algn="ctr"/>
            <a:r>
              <a:rPr lang="en-US" sz="900" dirty="0"/>
              <a:t>289</a:t>
            </a:r>
          </a:p>
        </p:txBody>
      </p:sp>
      <p:sp>
        <p:nvSpPr>
          <p:cNvPr id="58" name="TextBox 57">
            <a:extLst>
              <a:ext uri="{FF2B5EF4-FFF2-40B4-BE49-F238E27FC236}">
                <a16:creationId xmlns:a16="http://schemas.microsoft.com/office/drawing/2014/main" id="{50CB231B-4E27-7105-7900-BCEC63F26729}"/>
              </a:ext>
            </a:extLst>
          </p:cNvPr>
          <p:cNvSpPr txBox="1"/>
          <p:nvPr/>
        </p:nvSpPr>
        <p:spPr>
          <a:xfrm>
            <a:off x="4143022" y="4539173"/>
            <a:ext cx="570089" cy="230832"/>
          </a:xfrm>
          <a:prstGeom prst="rect">
            <a:avLst/>
          </a:prstGeom>
          <a:noFill/>
        </p:spPr>
        <p:txBody>
          <a:bodyPr wrap="square" rtlCol="0">
            <a:spAutoFit/>
          </a:bodyPr>
          <a:lstStyle/>
          <a:p>
            <a:pPr algn="ctr"/>
            <a:r>
              <a:rPr lang="en-US" sz="900" dirty="0"/>
              <a:t>347</a:t>
            </a:r>
          </a:p>
        </p:txBody>
      </p:sp>
      <p:sp>
        <p:nvSpPr>
          <p:cNvPr id="59" name="TextBox 58">
            <a:extLst>
              <a:ext uri="{FF2B5EF4-FFF2-40B4-BE49-F238E27FC236}">
                <a16:creationId xmlns:a16="http://schemas.microsoft.com/office/drawing/2014/main" id="{7D85C328-63DF-A2AF-1743-BD26B4F96BA1}"/>
              </a:ext>
            </a:extLst>
          </p:cNvPr>
          <p:cNvSpPr txBox="1"/>
          <p:nvPr/>
        </p:nvSpPr>
        <p:spPr>
          <a:xfrm>
            <a:off x="3640666" y="5040116"/>
            <a:ext cx="570089" cy="230832"/>
          </a:xfrm>
          <a:prstGeom prst="rect">
            <a:avLst/>
          </a:prstGeom>
          <a:noFill/>
        </p:spPr>
        <p:txBody>
          <a:bodyPr wrap="square" rtlCol="0">
            <a:spAutoFit/>
          </a:bodyPr>
          <a:lstStyle/>
          <a:p>
            <a:pPr algn="ctr"/>
            <a:r>
              <a:rPr lang="en-US" sz="900" dirty="0"/>
              <a:t>289</a:t>
            </a:r>
          </a:p>
        </p:txBody>
      </p:sp>
      <p:sp>
        <p:nvSpPr>
          <p:cNvPr id="62" name="TextBox 61">
            <a:extLst>
              <a:ext uri="{FF2B5EF4-FFF2-40B4-BE49-F238E27FC236}">
                <a16:creationId xmlns:a16="http://schemas.microsoft.com/office/drawing/2014/main" id="{8B9B45ED-4866-2997-C0C4-565350E3BC22}"/>
              </a:ext>
            </a:extLst>
          </p:cNvPr>
          <p:cNvSpPr txBox="1"/>
          <p:nvPr/>
        </p:nvSpPr>
        <p:spPr>
          <a:xfrm>
            <a:off x="4143022" y="5040116"/>
            <a:ext cx="570089" cy="230832"/>
          </a:xfrm>
          <a:prstGeom prst="rect">
            <a:avLst/>
          </a:prstGeom>
          <a:noFill/>
        </p:spPr>
        <p:txBody>
          <a:bodyPr wrap="square" rtlCol="0">
            <a:spAutoFit/>
          </a:bodyPr>
          <a:lstStyle/>
          <a:p>
            <a:pPr algn="ctr"/>
            <a:r>
              <a:rPr lang="en-US" sz="900" dirty="0"/>
              <a:t>47</a:t>
            </a:r>
          </a:p>
        </p:txBody>
      </p:sp>
      <p:sp>
        <p:nvSpPr>
          <p:cNvPr id="63" name="TextBox 62">
            <a:extLst>
              <a:ext uri="{FF2B5EF4-FFF2-40B4-BE49-F238E27FC236}">
                <a16:creationId xmlns:a16="http://schemas.microsoft.com/office/drawing/2014/main" id="{2C60CC17-DCFB-1F83-CF32-F6D470A55B7A}"/>
              </a:ext>
            </a:extLst>
          </p:cNvPr>
          <p:cNvSpPr txBox="1"/>
          <p:nvPr/>
        </p:nvSpPr>
        <p:spPr>
          <a:xfrm>
            <a:off x="6152446" y="3907597"/>
            <a:ext cx="570089" cy="230832"/>
          </a:xfrm>
          <a:prstGeom prst="rect">
            <a:avLst/>
          </a:prstGeom>
          <a:noFill/>
        </p:spPr>
        <p:txBody>
          <a:bodyPr wrap="square" rtlCol="0">
            <a:spAutoFit/>
          </a:bodyPr>
          <a:lstStyle/>
          <a:p>
            <a:pPr algn="ctr"/>
            <a:r>
              <a:rPr lang="en-US" sz="900" dirty="0"/>
              <a:t>489</a:t>
            </a:r>
          </a:p>
        </p:txBody>
      </p:sp>
      <p:sp>
        <p:nvSpPr>
          <p:cNvPr id="69" name="TextBox 68">
            <a:extLst>
              <a:ext uri="{FF2B5EF4-FFF2-40B4-BE49-F238E27FC236}">
                <a16:creationId xmlns:a16="http://schemas.microsoft.com/office/drawing/2014/main" id="{0814F18F-4189-E6A7-3AB4-F1A58E1F1E65}"/>
              </a:ext>
            </a:extLst>
          </p:cNvPr>
          <p:cNvSpPr txBox="1"/>
          <p:nvPr/>
        </p:nvSpPr>
        <p:spPr>
          <a:xfrm>
            <a:off x="6152446" y="4539173"/>
            <a:ext cx="570089" cy="230832"/>
          </a:xfrm>
          <a:prstGeom prst="rect">
            <a:avLst/>
          </a:prstGeom>
          <a:noFill/>
        </p:spPr>
        <p:txBody>
          <a:bodyPr wrap="square" rtlCol="0">
            <a:spAutoFit/>
          </a:bodyPr>
          <a:lstStyle/>
          <a:p>
            <a:pPr algn="ctr"/>
            <a:r>
              <a:rPr lang="en-US" sz="900" dirty="0"/>
              <a:t>489</a:t>
            </a:r>
          </a:p>
        </p:txBody>
      </p:sp>
      <p:sp>
        <p:nvSpPr>
          <p:cNvPr id="70" name="TextBox 69">
            <a:extLst>
              <a:ext uri="{FF2B5EF4-FFF2-40B4-BE49-F238E27FC236}">
                <a16:creationId xmlns:a16="http://schemas.microsoft.com/office/drawing/2014/main" id="{B6EF449F-C4C1-C9AC-959E-8630F0E5D142}"/>
              </a:ext>
            </a:extLst>
          </p:cNvPr>
          <p:cNvSpPr txBox="1"/>
          <p:nvPr/>
        </p:nvSpPr>
        <p:spPr>
          <a:xfrm>
            <a:off x="6152446" y="5040116"/>
            <a:ext cx="570089" cy="230832"/>
          </a:xfrm>
          <a:prstGeom prst="rect">
            <a:avLst/>
          </a:prstGeom>
          <a:noFill/>
        </p:spPr>
        <p:txBody>
          <a:bodyPr wrap="square" rtlCol="0">
            <a:spAutoFit/>
          </a:bodyPr>
          <a:lstStyle/>
          <a:p>
            <a:pPr algn="ctr"/>
            <a:r>
              <a:rPr lang="en-US" sz="900" dirty="0"/>
              <a:t>489</a:t>
            </a:r>
          </a:p>
        </p:txBody>
      </p:sp>
      <p:sp>
        <p:nvSpPr>
          <p:cNvPr id="71" name="TextBox 70">
            <a:extLst>
              <a:ext uri="{FF2B5EF4-FFF2-40B4-BE49-F238E27FC236}">
                <a16:creationId xmlns:a16="http://schemas.microsoft.com/office/drawing/2014/main" id="{1DD1DFA0-F25D-76A3-1E33-4C024AEBF66C}"/>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
        <p:nvSpPr>
          <p:cNvPr id="73" name="TextBox 72">
            <a:extLst>
              <a:ext uri="{FF2B5EF4-FFF2-40B4-BE49-F238E27FC236}">
                <a16:creationId xmlns:a16="http://schemas.microsoft.com/office/drawing/2014/main" id="{AC9F7249-1131-7D23-23BA-A1F2CB5FC556}"/>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74" name="TextBox 73">
            <a:extLst>
              <a:ext uri="{FF2B5EF4-FFF2-40B4-BE49-F238E27FC236}">
                <a16:creationId xmlns:a16="http://schemas.microsoft.com/office/drawing/2014/main" id="{650A8A19-01BA-91FA-7798-39DE3F9D58BF}"/>
              </a:ext>
            </a:extLst>
          </p:cNvPr>
          <p:cNvSpPr txBox="1"/>
          <p:nvPr/>
        </p:nvSpPr>
        <p:spPr>
          <a:xfrm>
            <a:off x="5215469" y="1727886"/>
            <a:ext cx="462845" cy="584775"/>
          </a:xfrm>
          <a:prstGeom prst="rect">
            <a:avLst/>
          </a:prstGeom>
          <a:noFill/>
        </p:spPr>
        <p:txBody>
          <a:bodyPr wrap="square" rtlCol="0">
            <a:spAutoFit/>
          </a:bodyPr>
          <a:lstStyle/>
          <a:p>
            <a:pPr algn="ctr"/>
            <a:r>
              <a:rPr lang="en-US" sz="3200" dirty="0"/>
              <a:t>8</a:t>
            </a:r>
          </a:p>
        </p:txBody>
      </p:sp>
      <p:sp>
        <p:nvSpPr>
          <p:cNvPr id="75" name="TextBox 74">
            <a:extLst>
              <a:ext uri="{FF2B5EF4-FFF2-40B4-BE49-F238E27FC236}">
                <a16:creationId xmlns:a16="http://schemas.microsoft.com/office/drawing/2014/main" id="{7518D7F3-F58E-F2E9-8218-34E48335C412}"/>
              </a:ext>
            </a:extLst>
          </p:cNvPr>
          <p:cNvSpPr txBox="1"/>
          <p:nvPr/>
        </p:nvSpPr>
        <p:spPr>
          <a:xfrm>
            <a:off x="3217333" y="1224551"/>
            <a:ext cx="462845" cy="584775"/>
          </a:xfrm>
          <a:prstGeom prst="rect">
            <a:avLst/>
          </a:prstGeom>
          <a:noFill/>
        </p:spPr>
        <p:txBody>
          <a:bodyPr wrap="square" rtlCol="0">
            <a:spAutoFit/>
          </a:bodyPr>
          <a:lstStyle/>
          <a:p>
            <a:pPr algn="ctr"/>
            <a:r>
              <a:rPr lang="en-US" sz="3200" dirty="0"/>
              <a:t>8</a:t>
            </a:r>
          </a:p>
        </p:txBody>
      </p:sp>
      <p:sp>
        <p:nvSpPr>
          <p:cNvPr id="76" name="TextBox 75">
            <a:extLst>
              <a:ext uri="{FF2B5EF4-FFF2-40B4-BE49-F238E27FC236}">
                <a16:creationId xmlns:a16="http://schemas.microsoft.com/office/drawing/2014/main" id="{034D65DA-80CA-4FEF-FC4F-C507350ED9C7}"/>
              </a:ext>
            </a:extLst>
          </p:cNvPr>
          <p:cNvSpPr txBox="1"/>
          <p:nvPr/>
        </p:nvSpPr>
        <p:spPr>
          <a:xfrm>
            <a:off x="3217333" y="1727886"/>
            <a:ext cx="462845" cy="584775"/>
          </a:xfrm>
          <a:prstGeom prst="rect">
            <a:avLst/>
          </a:prstGeom>
          <a:noFill/>
        </p:spPr>
        <p:txBody>
          <a:bodyPr wrap="square" rtlCol="0">
            <a:spAutoFit/>
          </a:bodyPr>
          <a:lstStyle/>
          <a:p>
            <a:pPr algn="ctr"/>
            <a:r>
              <a:rPr lang="en-US" sz="3200" dirty="0"/>
              <a:t>9</a:t>
            </a:r>
          </a:p>
        </p:txBody>
      </p:sp>
      <p:sp>
        <p:nvSpPr>
          <p:cNvPr id="77" name="TextBox 76">
            <a:extLst>
              <a:ext uri="{FF2B5EF4-FFF2-40B4-BE49-F238E27FC236}">
                <a16:creationId xmlns:a16="http://schemas.microsoft.com/office/drawing/2014/main" id="{7658C6D3-3A85-017B-ADC7-936691B12D8F}"/>
              </a:ext>
            </a:extLst>
          </p:cNvPr>
          <p:cNvSpPr txBox="1"/>
          <p:nvPr/>
        </p:nvSpPr>
        <p:spPr>
          <a:xfrm>
            <a:off x="6714071" y="1727886"/>
            <a:ext cx="462845" cy="584775"/>
          </a:xfrm>
          <a:prstGeom prst="rect">
            <a:avLst/>
          </a:prstGeom>
          <a:noFill/>
        </p:spPr>
        <p:txBody>
          <a:bodyPr wrap="square" rtlCol="0">
            <a:spAutoFit/>
          </a:bodyPr>
          <a:lstStyle/>
          <a:p>
            <a:pPr algn="ctr"/>
            <a:r>
              <a:rPr lang="en-US" sz="3200" dirty="0"/>
              <a:t>3</a:t>
            </a:r>
          </a:p>
        </p:txBody>
      </p:sp>
      <p:sp>
        <p:nvSpPr>
          <p:cNvPr id="78" name="TextBox 77">
            <a:extLst>
              <a:ext uri="{FF2B5EF4-FFF2-40B4-BE49-F238E27FC236}">
                <a16:creationId xmlns:a16="http://schemas.microsoft.com/office/drawing/2014/main" id="{BB019F3E-D10B-FB2B-5102-62E7CEF98A94}"/>
              </a:ext>
            </a:extLst>
          </p:cNvPr>
          <p:cNvSpPr txBox="1"/>
          <p:nvPr/>
        </p:nvSpPr>
        <p:spPr>
          <a:xfrm>
            <a:off x="7213604" y="1727886"/>
            <a:ext cx="462845" cy="584775"/>
          </a:xfrm>
          <a:prstGeom prst="rect">
            <a:avLst/>
          </a:prstGeom>
          <a:noFill/>
        </p:spPr>
        <p:txBody>
          <a:bodyPr wrap="square" rtlCol="0">
            <a:spAutoFit/>
          </a:bodyPr>
          <a:lstStyle/>
          <a:p>
            <a:pPr algn="ctr"/>
            <a:r>
              <a:rPr lang="en-US" sz="3200" dirty="0"/>
              <a:t>5</a:t>
            </a:r>
          </a:p>
        </p:txBody>
      </p:sp>
      <p:sp>
        <p:nvSpPr>
          <p:cNvPr id="79" name="TextBox 78">
            <a:extLst>
              <a:ext uri="{FF2B5EF4-FFF2-40B4-BE49-F238E27FC236}">
                <a16:creationId xmlns:a16="http://schemas.microsoft.com/office/drawing/2014/main" id="{715F1353-40F2-545C-0B71-8B294BC8A02B}"/>
              </a:ext>
            </a:extLst>
          </p:cNvPr>
          <p:cNvSpPr txBox="1"/>
          <p:nvPr/>
        </p:nvSpPr>
        <p:spPr>
          <a:xfrm>
            <a:off x="4715935" y="2734556"/>
            <a:ext cx="462845" cy="584775"/>
          </a:xfrm>
          <a:prstGeom prst="rect">
            <a:avLst/>
          </a:prstGeom>
          <a:noFill/>
        </p:spPr>
        <p:txBody>
          <a:bodyPr wrap="square" rtlCol="0">
            <a:spAutoFit/>
          </a:bodyPr>
          <a:lstStyle/>
          <a:p>
            <a:pPr algn="ctr"/>
            <a:r>
              <a:rPr lang="en-US" sz="3200" dirty="0"/>
              <a:t>1</a:t>
            </a:r>
          </a:p>
        </p:txBody>
      </p:sp>
      <p:sp>
        <p:nvSpPr>
          <p:cNvPr id="80" name="TextBox 79">
            <a:extLst>
              <a:ext uri="{FF2B5EF4-FFF2-40B4-BE49-F238E27FC236}">
                <a16:creationId xmlns:a16="http://schemas.microsoft.com/office/drawing/2014/main" id="{9FCE9A6C-49FB-3CA1-7394-D58B551A3BCC}"/>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9932D69B-CBB5-7AB8-6443-81A0FA4D9263}"/>
              </a:ext>
            </a:extLst>
          </p:cNvPr>
          <p:cNvSpPr txBox="1"/>
          <p:nvPr/>
        </p:nvSpPr>
        <p:spPr>
          <a:xfrm>
            <a:off x="3716867" y="3741226"/>
            <a:ext cx="462845" cy="584775"/>
          </a:xfrm>
          <a:prstGeom prst="rect">
            <a:avLst/>
          </a:prstGeom>
          <a:noFill/>
        </p:spPr>
        <p:txBody>
          <a:bodyPr wrap="square" rtlCol="0">
            <a:spAutoFit/>
          </a:bodyPr>
          <a:lstStyle/>
          <a:p>
            <a:pPr algn="ctr"/>
            <a:r>
              <a:rPr lang="en-US" sz="3200" dirty="0"/>
              <a:t>2</a:t>
            </a:r>
          </a:p>
        </p:txBody>
      </p:sp>
    </p:spTree>
    <p:extLst>
      <p:ext uri="{BB962C8B-B14F-4D97-AF65-F5344CB8AC3E}">
        <p14:creationId xmlns:p14="http://schemas.microsoft.com/office/powerpoint/2010/main" val="227228917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B5D8E4-DFC3-FC52-CCBF-C387C89DBF5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452D6D3-E878-E324-2158-A12F712EB80E}"/>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1CC030B5-BB7D-DD2E-A065-61F6B9766519}"/>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C40DDF67-9361-D8F1-B31A-76C3131A055E}"/>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5DF383CF-5E45-0F6B-DEC1-3F8ACFD26B0F}"/>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08465CC3-7109-CABE-D812-0F093DB42972}"/>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30D0389A-90CC-9AC1-55E4-508F168780DC}"/>
              </a:ext>
            </a:extLst>
          </p:cNvPr>
          <p:cNvSpPr txBox="1"/>
          <p:nvPr/>
        </p:nvSpPr>
        <p:spPr>
          <a:xfrm>
            <a:off x="3716867" y="2231221"/>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6B10F4B7-AEF8-AABA-72DF-84939233B6DC}"/>
              </a:ext>
            </a:extLst>
          </p:cNvPr>
          <p:cNvSpPr txBox="1"/>
          <p:nvPr/>
        </p:nvSpPr>
        <p:spPr>
          <a:xfrm>
            <a:off x="3217333" y="4747898"/>
            <a:ext cx="462845" cy="584775"/>
          </a:xfrm>
          <a:prstGeom prst="rect">
            <a:avLst/>
          </a:prstGeom>
          <a:noFill/>
        </p:spPr>
        <p:txBody>
          <a:bodyPr wrap="square" rtlCol="0">
            <a:spAutoFit/>
          </a:bodyPr>
          <a:lstStyle/>
          <a:p>
            <a:pPr algn="ctr"/>
            <a:r>
              <a:rPr lang="en-US" sz="3200" dirty="0"/>
              <a:t>6</a:t>
            </a:r>
          </a:p>
        </p:txBody>
      </p:sp>
      <p:sp>
        <p:nvSpPr>
          <p:cNvPr id="11" name="TextBox 10">
            <a:extLst>
              <a:ext uri="{FF2B5EF4-FFF2-40B4-BE49-F238E27FC236}">
                <a16:creationId xmlns:a16="http://schemas.microsoft.com/office/drawing/2014/main" id="{4C6B60F3-21E1-BA58-008F-E995E49FA18E}"/>
              </a:ext>
            </a:extLst>
          </p:cNvPr>
          <p:cNvSpPr txBox="1"/>
          <p:nvPr/>
        </p:nvSpPr>
        <p:spPr>
          <a:xfrm>
            <a:off x="7213604" y="4747898"/>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772585A4-0C7A-B82E-936A-46A486467DD2}"/>
              </a:ext>
            </a:extLst>
          </p:cNvPr>
          <p:cNvSpPr txBox="1"/>
          <p:nvPr/>
        </p:nvSpPr>
        <p:spPr>
          <a:xfrm>
            <a:off x="6214537" y="2734556"/>
            <a:ext cx="462845" cy="584775"/>
          </a:xfrm>
          <a:prstGeom prst="rect">
            <a:avLst/>
          </a:prstGeom>
          <a:no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9F17A9A5-6BC1-C4CC-E218-E2242F334116}"/>
              </a:ext>
            </a:extLst>
          </p:cNvPr>
          <p:cNvSpPr txBox="1"/>
          <p:nvPr/>
        </p:nvSpPr>
        <p:spPr>
          <a:xfrm>
            <a:off x="4143022" y="2274133"/>
            <a:ext cx="570089" cy="230832"/>
          </a:xfrm>
          <a:prstGeom prst="rect">
            <a:avLst/>
          </a:prstGeom>
          <a:noFill/>
        </p:spPr>
        <p:txBody>
          <a:bodyPr wrap="square" rtlCol="0">
            <a:spAutoFit/>
          </a:bodyPr>
          <a:lstStyle/>
          <a:p>
            <a:pPr algn="ctr"/>
            <a:r>
              <a:rPr lang="en-US" sz="900" dirty="0"/>
              <a:t>89</a:t>
            </a:r>
          </a:p>
        </p:txBody>
      </p:sp>
      <p:sp>
        <p:nvSpPr>
          <p:cNvPr id="16" name="TextBox 15">
            <a:extLst>
              <a:ext uri="{FF2B5EF4-FFF2-40B4-BE49-F238E27FC236}">
                <a16:creationId xmlns:a16="http://schemas.microsoft.com/office/drawing/2014/main" id="{2A63516D-B981-F793-48CD-4CA3E07BE797}"/>
              </a:ext>
            </a:extLst>
          </p:cNvPr>
          <p:cNvSpPr txBox="1"/>
          <p:nvPr/>
        </p:nvSpPr>
        <p:spPr>
          <a:xfrm>
            <a:off x="5650090" y="2274133"/>
            <a:ext cx="570089" cy="230832"/>
          </a:xfrm>
          <a:prstGeom prst="rect">
            <a:avLst/>
          </a:prstGeom>
          <a:noFill/>
        </p:spPr>
        <p:txBody>
          <a:bodyPr wrap="square" rtlCol="0">
            <a:spAutoFit/>
          </a:bodyPr>
          <a:lstStyle/>
          <a:p>
            <a:pPr algn="ctr"/>
            <a:r>
              <a:rPr lang="en-US" sz="900" dirty="0"/>
              <a:t>98</a:t>
            </a:r>
          </a:p>
        </p:txBody>
      </p:sp>
      <p:sp>
        <p:nvSpPr>
          <p:cNvPr id="18" name="TextBox 17">
            <a:extLst>
              <a:ext uri="{FF2B5EF4-FFF2-40B4-BE49-F238E27FC236}">
                <a16:creationId xmlns:a16="http://schemas.microsoft.com/office/drawing/2014/main" id="{A6ECEFAB-5874-E247-129D-9C9B7E17C285}"/>
              </a:ext>
            </a:extLst>
          </p:cNvPr>
          <p:cNvSpPr txBox="1"/>
          <p:nvPr/>
        </p:nvSpPr>
        <p:spPr>
          <a:xfrm>
            <a:off x="6654802" y="2404765"/>
            <a:ext cx="570089" cy="230832"/>
          </a:xfrm>
          <a:prstGeom prst="rect">
            <a:avLst/>
          </a:prstGeom>
          <a:noFill/>
        </p:spPr>
        <p:txBody>
          <a:bodyPr wrap="square" rtlCol="0">
            <a:spAutoFit/>
          </a:bodyPr>
          <a:lstStyle/>
          <a:p>
            <a:pPr algn="ctr"/>
            <a:r>
              <a:rPr lang="en-US" sz="900" dirty="0"/>
              <a:t>24</a:t>
            </a:r>
          </a:p>
        </p:txBody>
      </p:sp>
      <p:sp>
        <p:nvSpPr>
          <p:cNvPr id="19" name="TextBox 18">
            <a:extLst>
              <a:ext uri="{FF2B5EF4-FFF2-40B4-BE49-F238E27FC236}">
                <a16:creationId xmlns:a16="http://schemas.microsoft.com/office/drawing/2014/main" id="{6C922C45-987F-6544-A87C-8998D2C721ED}"/>
              </a:ext>
            </a:extLst>
          </p:cNvPr>
          <p:cNvSpPr txBox="1"/>
          <p:nvPr/>
        </p:nvSpPr>
        <p:spPr>
          <a:xfrm>
            <a:off x="7157158" y="2404765"/>
            <a:ext cx="570089" cy="230832"/>
          </a:xfrm>
          <a:prstGeom prst="rect">
            <a:avLst/>
          </a:prstGeom>
          <a:noFill/>
        </p:spPr>
        <p:txBody>
          <a:bodyPr wrap="square" rtlCol="0">
            <a:spAutoFit/>
          </a:bodyPr>
          <a:lstStyle/>
          <a:p>
            <a:pPr algn="ctr"/>
            <a:r>
              <a:rPr lang="en-US" sz="900" dirty="0"/>
              <a:t>42</a:t>
            </a:r>
          </a:p>
        </p:txBody>
      </p:sp>
      <p:sp>
        <p:nvSpPr>
          <p:cNvPr id="23" name="TextBox 22">
            <a:extLst>
              <a:ext uri="{FF2B5EF4-FFF2-40B4-BE49-F238E27FC236}">
                <a16:creationId xmlns:a16="http://schemas.microsoft.com/office/drawing/2014/main" id="{A1766D94-172F-0F35-BBEF-72D7509B1DC1}"/>
              </a:ext>
            </a:extLst>
          </p:cNvPr>
          <p:cNvSpPr txBox="1"/>
          <p:nvPr/>
        </p:nvSpPr>
        <p:spPr>
          <a:xfrm>
            <a:off x="6214537" y="721216"/>
            <a:ext cx="462845" cy="584775"/>
          </a:xfrm>
          <a:prstGeom prst="rect">
            <a:avLst/>
          </a:prstGeom>
          <a:noFill/>
        </p:spPr>
        <p:txBody>
          <a:bodyPr wrap="square" rtlCol="0">
            <a:spAutoFit/>
          </a:bodyPr>
          <a:lstStyle/>
          <a:p>
            <a:pPr algn="ctr"/>
            <a:r>
              <a:rPr lang="en-US" sz="3200" dirty="0"/>
              <a:t>2</a:t>
            </a:r>
          </a:p>
        </p:txBody>
      </p:sp>
      <p:sp>
        <p:nvSpPr>
          <p:cNvPr id="24" name="TextBox 23">
            <a:extLst>
              <a:ext uri="{FF2B5EF4-FFF2-40B4-BE49-F238E27FC236}">
                <a16:creationId xmlns:a16="http://schemas.microsoft.com/office/drawing/2014/main" id="{A93286B4-95FC-CB1C-8B03-28FB8D4330A0}"/>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AF150070-5E55-DF45-C0F4-DC6812E924E3}"/>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26" name="TextBox 25">
            <a:extLst>
              <a:ext uri="{FF2B5EF4-FFF2-40B4-BE49-F238E27FC236}">
                <a16:creationId xmlns:a16="http://schemas.microsoft.com/office/drawing/2014/main" id="{D902DAB7-2387-282F-BBEE-15544F342815}"/>
              </a:ext>
            </a:extLst>
          </p:cNvPr>
          <p:cNvSpPr txBox="1"/>
          <p:nvPr/>
        </p:nvSpPr>
        <p:spPr>
          <a:xfrm>
            <a:off x="6654802" y="1402877"/>
            <a:ext cx="570089" cy="230832"/>
          </a:xfrm>
          <a:prstGeom prst="rect">
            <a:avLst/>
          </a:prstGeom>
          <a:noFill/>
        </p:spPr>
        <p:txBody>
          <a:bodyPr wrap="square" rtlCol="0">
            <a:spAutoFit/>
          </a:bodyPr>
          <a:lstStyle/>
          <a:p>
            <a:pPr algn="ctr"/>
            <a:r>
              <a:rPr lang="en-US" sz="900" dirty="0"/>
              <a:t>74</a:t>
            </a:r>
          </a:p>
        </p:txBody>
      </p:sp>
      <p:sp>
        <p:nvSpPr>
          <p:cNvPr id="27" name="TextBox 26">
            <a:extLst>
              <a:ext uri="{FF2B5EF4-FFF2-40B4-BE49-F238E27FC236}">
                <a16:creationId xmlns:a16="http://schemas.microsoft.com/office/drawing/2014/main" id="{EF5684E2-7493-7357-32FF-2818FCE67B28}"/>
              </a:ext>
            </a:extLst>
          </p:cNvPr>
          <p:cNvSpPr txBox="1"/>
          <p:nvPr/>
        </p:nvSpPr>
        <p:spPr>
          <a:xfrm>
            <a:off x="7157158" y="1402877"/>
            <a:ext cx="570089" cy="230832"/>
          </a:xfrm>
          <a:prstGeom prst="rect">
            <a:avLst/>
          </a:prstGeom>
          <a:noFill/>
        </p:spPr>
        <p:txBody>
          <a:bodyPr wrap="square" rtlCol="0">
            <a:spAutoFit/>
          </a:bodyPr>
          <a:lstStyle/>
          <a:p>
            <a:pPr algn="ctr"/>
            <a:r>
              <a:rPr lang="en-US" sz="900" dirty="0"/>
              <a:t>47</a:t>
            </a:r>
          </a:p>
        </p:txBody>
      </p:sp>
      <p:sp>
        <p:nvSpPr>
          <p:cNvPr id="30" name="TextBox 29">
            <a:extLst>
              <a:ext uri="{FF2B5EF4-FFF2-40B4-BE49-F238E27FC236}">
                <a16:creationId xmlns:a16="http://schemas.microsoft.com/office/drawing/2014/main" id="{282B8A92-52F4-5C3A-7272-BBD3EE5BCDCF}"/>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0D8EDFFF-095C-8409-1EC0-22174CAA10DB}"/>
              </a:ext>
            </a:extLst>
          </p:cNvPr>
          <p:cNvSpPr txBox="1"/>
          <p:nvPr/>
        </p:nvSpPr>
        <p:spPr>
          <a:xfrm>
            <a:off x="3217333" y="721216"/>
            <a:ext cx="462845" cy="584775"/>
          </a:xfrm>
          <a:prstGeom prst="rect">
            <a:avLst/>
          </a:prstGeom>
          <a:noFill/>
        </p:spPr>
        <p:txBody>
          <a:bodyPr wrap="square" rtlCol="0">
            <a:spAutoFit/>
          </a:bodyPr>
          <a:lstStyle/>
          <a:p>
            <a:pPr algn="ctr"/>
            <a:r>
              <a:rPr lang="en-US" sz="3200" dirty="0"/>
              <a:t>4</a:t>
            </a:r>
          </a:p>
        </p:txBody>
      </p:sp>
      <p:sp>
        <p:nvSpPr>
          <p:cNvPr id="35" name="TextBox 34">
            <a:extLst>
              <a:ext uri="{FF2B5EF4-FFF2-40B4-BE49-F238E27FC236}">
                <a16:creationId xmlns:a16="http://schemas.microsoft.com/office/drawing/2014/main" id="{9930C0CB-7FDE-EFC7-D79B-5A1669294CD7}"/>
              </a:ext>
            </a:extLst>
          </p:cNvPr>
          <p:cNvSpPr txBox="1"/>
          <p:nvPr/>
        </p:nvSpPr>
        <p:spPr>
          <a:xfrm>
            <a:off x="4216401" y="1224551"/>
            <a:ext cx="462845" cy="584775"/>
          </a:xfrm>
          <a:prstGeom prst="rect">
            <a:avLst/>
          </a:prstGeom>
          <a:noFill/>
        </p:spPr>
        <p:txBody>
          <a:bodyPr wrap="square" rtlCol="0">
            <a:spAutoFit/>
          </a:bodyPr>
          <a:lstStyle/>
          <a:p>
            <a:pPr algn="ctr"/>
            <a:r>
              <a:rPr lang="en-US" sz="3200" dirty="0"/>
              <a:t>1</a:t>
            </a:r>
          </a:p>
        </p:txBody>
      </p:sp>
      <p:sp>
        <p:nvSpPr>
          <p:cNvPr id="36" name="TextBox 35">
            <a:extLst>
              <a:ext uri="{FF2B5EF4-FFF2-40B4-BE49-F238E27FC236}">
                <a16:creationId xmlns:a16="http://schemas.microsoft.com/office/drawing/2014/main" id="{03858365-BDE7-B770-FD20-471DA50B82D1}"/>
              </a:ext>
            </a:extLst>
          </p:cNvPr>
          <p:cNvSpPr txBox="1"/>
          <p:nvPr/>
        </p:nvSpPr>
        <p:spPr>
          <a:xfrm>
            <a:off x="5215469" y="721216"/>
            <a:ext cx="462845" cy="584775"/>
          </a:xfrm>
          <a:prstGeom prst="rect">
            <a:avLst/>
          </a:prstGeom>
          <a:noFill/>
        </p:spPr>
        <p:txBody>
          <a:bodyPr wrap="square" rtlCol="0">
            <a:spAutoFit/>
          </a:bodyPr>
          <a:lstStyle/>
          <a:p>
            <a:pPr algn="ctr"/>
            <a:r>
              <a:rPr lang="en-US" sz="3200" dirty="0"/>
              <a:t>1</a:t>
            </a:r>
          </a:p>
        </p:txBody>
      </p:sp>
      <p:sp>
        <p:nvSpPr>
          <p:cNvPr id="40" name="TextBox 39">
            <a:extLst>
              <a:ext uri="{FF2B5EF4-FFF2-40B4-BE49-F238E27FC236}">
                <a16:creationId xmlns:a16="http://schemas.microsoft.com/office/drawing/2014/main" id="{CCB53D13-BD46-EC70-FAB6-0E0F6159C52E}"/>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42" name="TextBox 41">
            <a:extLst>
              <a:ext uri="{FF2B5EF4-FFF2-40B4-BE49-F238E27FC236}">
                <a16:creationId xmlns:a16="http://schemas.microsoft.com/office/drawing/2014/main" id="{7B664A7B-79DC-1E37-450E-7AC66FB545BA}"/>
              </a:ext>
            </a:extLst>
          </p:cNvPr>
          <p:cNvSpPr txBox="1"/>
          <p:nvPr/>
        </p:nvSpPr>
        <p:spPr>
          <a:xfrm>
            <a:off x="5715003" y="1224551"/>
            <a:ext cx="462845" cy="584775"/>
          </a:xfrm>
          <a:prstGeom prst="rect">
            <a:avLst/>
          </a:prstGeom>
          <a:noFill/>
        </p:spPr>
        <p:txBody>
          <a:bodyPr wrap="square" rtlCol="0">
            <a:spAutoFit/>
          </a:bodyPr>
          <a:lstStyle/>
          <a:p>
            <a:pPr algn="ctr"/>
            <a:r>
              <a:rPr lang="en-US" sz="3200" dirty="0"/>
              <a:t>2</a:t>
            </a:r>
          </a:p>
        </p:txBody>
      </p:sp>
      <p:sp>
        <p:nvSpPr>
          <p:cNvPr id="43" name="TextBox 42">
            <a:extLst>
              <a:ext uri="{FF2B5EF4-FFF2-40B4-BE49-F238E27FC236}">
                <a16:creationId xmlns:a16="http://schemas.microsoft.com/office/drawing/2014/main" id="{15F23F2F-C960-F2ED-7752-AB774031431E}"/>
              </a:ext>
            </a:extLst>
          </p:cNvPr>
          <p:cNvSpPr txBox="1"/>
          <p:nvPr/>
        </p:nvSpPr>
        <p:spPr>
          <a:xfrm>
            <a:off x="4645378" y="1533509"/>
            <a:ext cx="570089" cy="230832"/>
          </a:xfrm>
          <a:prstGeom prst="rect">
            <a:avLst/>
          </a:prstGeom>
          <a:noFill/>
        </p:spPr>
        <p:txBody>
          <a:bodyPr wrap="square" rtlCol="0">
            <a:spAutoFit/>
          </a:bodyPr>
          <a:lstStyle/>
          <a:p>
            <a:pPr algn="ctr"/>
            <a:r>
              <a:rPr lang="en-US" sz="900" dirty="0"/>
              <a:t>39</a:t>
            </a:r>
          </a:p>
        </p:txBody>
      </p:sp>
      <p:sp>
        <p:nvSpPr>
          <p:cNvPr id="44" name="TextBox 43">
            <a:extLst>
              <a:ext uri="{FF2B5EF4-FFF2-40B4-BE49-F238E27FC236}">
                <a16:creationId xmlns:a16="http://schemas.microsoft.com/office/drawing/2014/main" id="{90BC5309-C2CD-3AE9-167F-4FF028D052D8}"/>
              </a:ext>
            </a:extLst>
          </p:cNvPr>
          <p:cNvSpPr txBox="1"/>
          <p:nvPr/>
        </p:nvSpPr>
        <p:spPr>
          <a:xfrm>
            <a:off x="5147734" y="1533509"/>
            <a:ext cx="570089" cy="230832"/>
          </a:xfrm>
          <a:prstGeom prst="rect">
            <a:avLst/>
          </a:prstGeom>
          <a:noFill/>
        </p:spPr>
        <p:txBody>
          <a:bodyPr wrap="square" rtlCol="0">
            <a:spAutoFit/>
          </a:bodyPr>
          <a:lstStyle/>
          <a:p>
            <a:pPr algn="ctr"/>
            <a:r>
              <a:rPr lang="en-US" sz="900" dirty="0"/>
              <a:t>93</a:t>
            </a:r>
          </a:p>
        </p:txBody>
      </p:sp>
      <p:sp>
        <p:nvSpPr>
          <p:cNvPr id="47" name="TextBox 46">
            <a:extLst>
              <a:ext uri="{FF2B5EF4-FFF2-40B4-BE49-F238E27FC236}">
                <a16:creationId xmlns:a16="http://schemas.microsoft.com/office/drawing/2014/main" id="{D4AE52FC-28C3-4DC8-DC6D-5FEA86A4F269}"/>
              </a:ext>
            </a:extLst>
          </p:cNvPr>
          <p:cNvSpPr txBox="1"/>
          <p:nvPr/>
        </p:nvSpPr>
        <p:spPr>
          <a:xfrm>
            <a:off x="4143022" y="3537285"/>
            <a:ext cx="570089" cy="230832"/>
          </a:xfrm>
          <a:prstGeom prst="rect">
            <a:avLst/>
          </a:prstGeom>
          <a:noFill/>
        </p:spPr>
        <p:txBody>
          <a:bodyPr wrap="square" rtlCol="0">
            <a:spAutoFit/>
          </a:bodyPr>
          <a:lstStyle/>
          <a:p>
            <a:pPr algn="ctr"/>
            <a:r>
              <a:rPr lang="en-US" sz="900" dirty="0"/>
              <a:t>98</a:t>
            </a:r>
          </a:p>
        </p:txBody>
      </p:sp>
      <p:sp>
        <p:nvSpPr>
          <p:cNvPr id="48" name="TextBox 47">
            <a:extLst>
              <a:ext uri="{FF2B5EF4-FFF2-40B4-BE49-F238E27FC236}">
                <a16:creationId xmlns:a16="http://schemas.microsoft.com/office/drawing/2014/main" id="{676B0DCF-E09D-FD95-CB8B-B7AF5CF351C8}"/>
              </a:ext>
            </a:extLst>
          </p:cNvPr>
          <p:cNvSpPr txBox="1"/>
          <p:nvPr/>
        </p:nvSpPr>
        <p:spPr>
          <a:xfrm>
            <a:off x="4645378" y="3537285"/>
            <a:ext cx="570089" cy="230832"/>
          </a:xfrm>
          <a:prstGeom prst="rect">
            <a:avLst/>
          </a:prstGeom>
          <a:noFill/>
        </p:spPr>
        <p:txBody>
          <a:bodyPr wrap="square" rtlCol="0">
            <a:spAutoFit/>
          </a:bodyPr>
          <a:lstStyle/>
          <a:p>
            <a:pPr algn="ctr"/>
            <a:r>
              <a:rPr lang="en-US" sz="900" dirty="0"/>
              <a:t>89</a:t>
            </a:r>
          </a:p>
        </p:txBody>
      </p:sp>
      <p:sp>
        <p:nvSpPr>
          <p:cNvPr id="51" name="TextBox 50">
            <a:extLst>
              <a:ext uri="{FF2B5EF4-FFF2-40B4-BE49-F238E27FC236}">
                <a16:creationId xmlns:a16="http://schemas.microsoft.com/office/drawing/2014/main" id="{ED0974FF-DFA8-3D18-7DD2-3EC7BAF718EA}"/>
              </a:ext>
            </a:extLst>
          </p:cNvPr>
          <p:cNvSpPr txBox="1"/>
          <p:nvPr/>
        </p:nvSpPr>
        <p:spPr>
          <a:xfrm>
            <a:off x="5215469" y="2231221"/>
            <a:ext cx="462845" cy="584775"/>
          </a:xfrm>
          <a:prstGeom prst="rect">
            <a:avLst/>
          </a:prstGeom>
          <a:noFill/>
        </p:spPr>
        <p:txBody>
          <a:bodyPr wrap="square" rtlCol="0">
            <a:spAutoFit/>
          </a:bodyPr>
          <a:lstStyle/>
          <a:p>
            <a:pPr algn="ctr"/>
            <a:r>
              <a:rPr lang="en-US" sz="3200" dirty="0"/>
              <a:t>6</a:t>
            </a:r>
          </a:p>
        </p:txBody>
      </p:sp>
      <p:sp>
        <p:nvSpPr>
          <p:cNvPr id="15" name="TextBox 14">
            <a:extLst>
              <a:ext uri="{FF2B5EF4-FFF2-40B4-BE49-F238E27FC236}">
                <a16:creationId xmlns:a16="http://schemas.microsoft.com/office/drawing/2014/main" id="{2720AB00-162C-4B9E-85F2-18DC4739F21C}"/>
              </a:ext>
            </a:extLst>
          </p:cNvPr>
          <p:cNvSpPr txBox="1"/>
          <p:nvPr/>
        </p:nvSpPr>
        <p:spPr>
          <a:xfrm>
            <a:off x="3217333" y="2734556"/>
            <a:ext cx="462845" cy="584775"/>
          </a:xfrm>
          <a:prstGeom prst="rect">
            <a:avLst/>
          </a:prstGeom>
          <a:noFill/>
        </p:spPr>
        <p:txBody>
          <a:bodyPr wrap="square" rtlCol="0">
            <a:spAutoFit/>
          </a:bodyPr>
          <a:lstStyle/>
          <a:p>
            <a:pPr algn="ctr"/>
            <a:r>
              <a:rPr lang="en-US" sz="3200" dirty="0"/>
              <a:t>7</a:t>
            </a:r>
          </a:p>
        </p:txBody>
      </p:sp>
      <p:sp>
        <p:nvSpPr>
          <p:cNvPr id="52" name="TextBox 51">
            <a:extLst>
              <a:ext uri="{FF2B5EF4-FFF2-40B4-BE49-F238E27FC236}">
                <a16:creationId xmlns:a16="http://schemas.microsoft.com/office/drawing/2014/main" id="{F730CD81-F44C-F6D8-F022-5A259A4F9554}"/>
              </a:ext>
            </a:extLst>
          </p:cNvPr>
          <p:cNvSpPr txBox="1"/>
          <p:nvPr/>
        </p:nvSpPr>
        <p:spPr>
          <a:xfrm>
            <a:off x="3716867" y="2734556"/>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7FC0A7AE-2C21-AD25-4D04-11A7A1C02908}"/>
              </a:ext>
            </a:extLst>
          </p:cNvPr>
          <p:cNvSpPr txBox="1"/>
          <p:nvPr/>
        </p:nvSpPr>
        <p:spPr>
          <a:xfrm>
            <a:off x="3716867" y="1727886"/>
            <a:ext cx="462845" cy="584775"/>
          </a:xfrm>
          <a:prstGeom prst="rect">
            <a:avLst/>
          </a:prstGeom>
          <a:noFill/>
        </p:spPr>
        <p:txBody>
          <a:bodyPr wrap="square" rtlCol="0">
            <a:spAutoFit/>
          </a:bodyPr>
          <a:lstStyle/>
          <a:p>
            <a:pPr algn="ctr"/>
            <a:r>
              <a:rPr lang="en-US" sz="3200" dirty="0"/>
              <a:t>7</a:t>
            </a:r>
          </a:p>
        </p:txBody>
      </p:sp>
      <p:sp>
        <p:nvSpPr>
          <p:cNvPr id="33" name="TextBox 32">
            <a:extLst>
              <a:ext uri="{FF2B5EF4-FFF2-40B4-BE49-F238E27FC236}">
                <a16:creationId xmlns:a16="http://schemas.microsoft.com/office/drawing/2014/main" id="{E0DD13C6-AE93-316A-D3C4-EC4288BF6149}"/>
              </a:ext>
            </a:extLst>
          </p:cNvPr>
          <p:cNvSpPr txBox="1"/>
          <p:nvPr/>
        </p:nvSpPr>
        <p:spPr>
          <a:xfrm>
            <a:off x="3138310" y="3907597"/>
            <a:ext cx="570089" cy="230832"/>
          </a:xfrm>
          <a:prstGeom prst="rect">
            <a:avLst/>
          </a:prstGeom>
          <a:noFill/>
        </p:spPr>
        <p:txBody>
          <a:bodyPr wrap="square" rtlCol="0">
            <a:spAutoFit/>
          </a:bodyPr>
          <a:lstStyle/>
          <a:p>
            <a:pPr algn="ctr"/>
            <a:r>
              <a:rPr lang="en-US" sz="900" dirty="0"/>
              <a:t>15</a:t>
            </a:r>
          </a:p>
        </p:txBody>
      </p:sp>
      <p:sp>
        <p:nvSpPr>
          <p:cNvPr id="53" name="TextBox 52">
            <a:extLst>
              <a:ext uri="{FF2B5EF4-FFF2-40B4-BE49-F238E27FC236}">
                <a16:creationId xmlns:a16="http://schemas.microsoft.com/office/drawing/2014/main" id="{99A88363-47AE-1FA2-254C-382C4A4E7185}"/>
              </a:ext>
            </a:extLst>
          </p:cNvPr>
          <p:cNvSpPr txBox="1"/>
          <p:nvPr/>
        </p:nvSpPr>
        <p:spPr>
          <a:xfrm>
            <a:off x="3138310" y="4408541"/>
            <a:ext cx="570089" cy="230832"/>
          </a:xfrm>
          <a:prstGeom prst="rect">
            <a:avLst/>
          </a:prstGeom>
          <a:noFill/>
        </p:spPr>
        <p:txBody>
          <a:bodyPr wrap="square" rtlCol="0">
            <a:spAutoFit/>
          </a:bodyPr>
          <a:lstStyle/>
          <a:p>
            <a:pPr algn="ctr"/>
            <a:r>
              <a:rPr lang="en-US" sz="900" dirty="0"/>
              <a:t>51</a:t>
            </a:r>
          </a:p>
        </p:txBody>
      </p:sp>
      <p:sp>
        <p:nvSpPr>
          <p:cNvPr id="64" name="TextBox 63">
            <a:extLst>
              <a:ext uri="{FF2B5EF4-FFF2-40B4-BE49-F238E27FC236}">
                <a16:creationId xmlns:a16="http://schemas.microsoft.com/office/drawing/2014/main" id="{C77E55F8-6AD8-C120-6C0E-F117905B77AC}"/>
              </a:ext>
            </a:extLst>
          </p:cNvPr>
          <p:cNvSpPr txBox="1"/>
          <p:nvPr/>
        </p:nvSpPr>
        <p:spPr>
          <a:xfrm>
            <a:off x="6654802" y="3406653"/>
            <a:ext cx="570089" cy="230832"/>
          </a:xfrm>
          <a:prstGeom prst="rect">
            <a:avLst/>
          </a:prstGeom>
          <a:noFill/>
        </p:spPr>
        <p:txBody>
          <a:bodyPr wrap="square" rtlCol="0">
            <a:spAutoFit/>
          </a:bodyPr>
          <a:lstStyle/>
          <a:p>
            <a:pPr algn="ctr"/>
            <a:r>
              <a:rPr lang="en-US" sz="900" dirty="0"/>
              <a:t>16</a:t>
            </a:r>
          </a:p>
        </p:txBody>
      </p:sp>
      <p:sp>
        <p:nvSpPr>
          <p:cNvPr id="65" name="TextBox 64">
            <a:extLst>
              <a:ext uri="{FF2B5EF4-FFF2-40B4-BE49-F238E27FC236}">
                <a16:creationId xmlns:a16="http://schemas.microsoft.com/office/drawing/2014/main" id="{1C1F352B-5C29-54C3-24DC-04830F79E5A0}"/>
              </a:ext>
            </a:extLst>
          </p:cNvPr>
          <p:cNvSpPr txBox="1"/>
          <p:nvPr/>
        </p:nvSpPr>
        <p:spPr>
          <a:xfrm>
            <a:off x="7157158" y="3406653"/>
            <a:ext cx="570089" cy="230832"/>
          </a:xfrm>
          <a:prstGeom prst="rect">
            <a:avLst/>
          </a:prstGeom>
          <a:noFill/>
        </p:spPr>
        <p:txBody>
          <a:bodyPr wrap="square" rtlCol="0">
            <a:spAutoFit/>
          </a:bodyPr>
          <a:lstStyle/>
          <a:p>
            <a:pPr algn="ctr"/>
            <a:r>
              <a:rPr lang="en-US" sz="900" dirty="0"/>
              <a:t>61</a:t>
            </a:r>
          </a:p>
        </p:txBody>
      </p:sp>
      <p:sp>
        <p:nvSpPr>
          <p:cNvPr id="66" name="TextBox 65">
            <a:extLst>
              <a:ext uri="{FF2B5EF4-FFF2-40B4-BE49-F238E27FC236}">
                <a16:creationId xmlns:a16="http://schemas.microsoft.com/office/drawing/2014/main" id="{3363B131-09A6-76AD-4FF2-7C0BC53A8BC4}"/>
              </a:ext>
            </a:extLst>
          </p:cNvPr>
          <p:cNvSpPr txBox="1"/>
          <p:nvPr/>
        </p:nvSpPr>
        <p:spPr>
          <a:xfrm>
            <a:off x="4216401" y="2734556"/>
            <a:ext cx="462845" cy="584775"/>
          </a:xfrm>
          <a:prstGeom prst="rect">
            <a:avLst/>
          </a:prstGeom>
          <a:noFill/>
        </p:spPr>
        <p:txBody>
          <a:bodyPr wrap="square" rtlCol="0">
            <a:spAutoFit/>
          </a:bodyPr>
          <a:lstStyle/>
          <a:p>
            <a:pPr algn="ctr"/>
            <a:r>
              <a:rPr lang="en-US" sz="3200" dirty="0"/>
              <a:t>5</a:t>
            </a:r>
          </a:p>
        </p:txBody>
      </p:sp>
      <p:sp>
        <p:nvSpPr>
          <p:cNvPr id="67" name="TextBox 66">
            <a:extLst>
              <a:ext uri="{FF2B5EF4-FFF2-40B4-BE49-F238E27FC236}">
                <a16:creationId xmlns:a16="http://schemas.microsoft.com/office/drawing/2014/main" id="{608B485D-BD32-4D37-7225-54DEE2A326D2}"/>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68" name="TextBox 67">
            <a:extLst>
              <a:ext uri="{FF2B5EF4-FFF2-40B4-BE49-F238E27FC236}">
                <a16:creationId xmlns:a16="http://schemas.microsoft.com/office/drawing/2014/main" id="{B80F01D9-D397-3300-EC85-9F13FE340F78}"/>
              </a:ext>
            </a:extLst>
          </p:cNvPr>
          <p:cNvSpPr txBox="1"/>
          <p:nvPr/>
        </p:nvSpPr>
        <p:spPr>
          <a:xfrm>
            <a:off x="3716867" y="3237891"/>
            <a:ext cx="462845" cy="584775"/>
          </a:xfrm>
          <a:prstGeom prst="rect">
            <a:avLst/>
          </a:prstGeom>
          <a:noFill/>
        </p:spPr>
        <p:txBody>
          <a:bodyPr wrap="square" rtlCol="0">
            <a:spAutoFit/>
          </a:bodyPr>
          <a:lstStyle/>
          <a:p>
            <a:pPr algn="ctr"/>
            <a:r>
              <a:rPr lang="en-US" sz="3200" dirty="0"/>
              <a:t>4</a:t>
            </a:r>
          </a:p>
        </p:txBody>
      </p:sp>
      <p:sp>
        <p:nvSpPr>
          <p:cNvPr id="9" name="TextBox 8">
            <a:extLst>
              <a:ext uri="{FF2B5EF4-FFF2-40B4-BE49-F238E27FC236}">
                <a16:creationId xmlns:a16="http://schemas.microsoft.com/office/drawing/2014/main" id="{7C8A61E2-1A75-8821-5469-13A1B062E6D8}"/>
              </a:ext>
            </a:extLst>
          </p:cNvPr>
          <p:cNvSpPr txBox="1"/>
          <p:nvPr/>
        </p:nvSpPr>
        <p:spPr>
          <a:xfrm>
            <a:off x="5215469" y="2734556"/>
            <a:ext cx="462845" cy="584775"/>
          </a:xfrm>
          <a:prstGeom prst="rect">
            <a:avLst/>
          </a:prstGeom>
          <a:noFill/>
        </p:spPr>
        <p:txBody>
          <a:bodyPr wrap="square" rtlCol="0">
            <a:spAutoFit/>
          </a:bodyPr>
          <a:lstStyle/>
          <a:p>
            <a:pPr algn="ctr"/>
            <a:r>
              <a:rPr lang="en-US" sz="3200" dirty="0"/>
              <a:t>2</a:t>
            </a:r>
          </a:p>
        </p:txBody>
      </p:sp>
      <p:sp>
        <p:nvSpPr>
          <p:cNvPr id="45" name="TextBox 44">
            <a:extLst>
              <a:ext uri="{FF2B5EF4-FFF2-40B4-BE49-F238E27FC236}">
                <a16:creationId xmlns:a16="http://schemas.microsoft.com/office/drawing/2014/main" id="{DC15039C-2039-2A9D-E7DB-E52CC33D72AD}"/>
              </a:ext>
            </a:extLst>
          </p:cNvPr>
          <p:cNvSpPr txBox="1"/>
          <p:nvPr/>
        </p:nvSpPr>
        <p:spPr>
          <a:xfrm>
            <a:off x="7213604" y="2734556"/>
            <a:ext cx="462845" cy="584775"/>
          </a:xfrm>
          <a:prstGeom prst="rect">
            <a:avLst/>
          </a:prstGeom>
          <a:noFill/>
        </p:spPr>
        <p:txBody>
          <a:bodyPr wrap="square" rtlCol="0">
            <a:spAutoFit/>
          </a:bodyPr>
          <a:lstStyle/>
          <a:p>
            <a:pPr algn="ctr"/>
            <a:r>
              <a:rPr lang="en-US" sz="3200" dirty="0"/>
              <a:t>9</a:t>
            </a:r>
          </a:p>
        </p:txBody>
      </p:sp>
      <p:sp>
        <p:nvSpPr>
          <p:cNvPr id="46" name="TextBox 45">
            <a:extLst>
              <a:ext uri="{FF2B5EF4-FFF2-40B4-BE49-F238E27FC236}">
                <a16:creationId xmlns:a16="http://schemas.microsoft.com/office/drawing/2014/main" id="{99534603-656D-538E-DE8E-C5EC50EEED04}"/>
              </a:ext>
            </a:extLst>
          </p:cNvPr>
          <p:cNvSpPr txBox="1"/>
          <p:nvPr/>
        </p:nvSpPr>
        <p:spPr>
          <a:xfrm>
            <a:off x="6714071" y="2734556"/>
            <a:ext cx="462845" cy="584775"/>
          </a:xfrm>
          <a:prstGeom prst="rect">
            <a:avLst/>
          </a:prstGeom>
          <a:noFill/>
        </p:spPr>
        <p:txBody>
          <a:bodyPr wrap="square" rtlCol="0">
            <a:spAutoFit/>
          </a:bodyPr>
          <a:lstStyle/>
          <a:p>
            <a:pPr algn="ctr"/>
            <a:r>
              <a:rPr lang="en-US" sz="3200" dirty="0"/>
              <a:t>8</a:t>
            </a:r>
          </a:p>
        </p:txBody>
      </p:sp>
      <p:sp>
        <p:nvSpPr>
          <p:cNvPr id="50" name="TextBox 49">
            <a:extLst>
              <a:ext uri="{FF2B5EF4-FFF2-40B4-BE49-F238E27FC236}">
                <a16:creationId xmlns:a16="http://schemas.microsoft.com/office/drawing/2014/main" id="{F3444305-D7D0-D86D-40E6-D0F75695C8FB}"/>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54" name="TextBox 53">
            <a:extLst>
              <a:ext uri="{FF2B5EF4-FFF2-40B4-BE49-F238E27FC236}">
                <a16:creationId xmlns:a16="http://schemas.microsoft.com/office/drawing/2014/main" id="{F05A55A0-C25A-F5A7-65DB-7DBC2BCB8C6A}"/>
              </a:ext>
            </a:extLst>
          </p:cNvPr>
          <p:cNvSpPr txBox="1"/>
          <p:nvPr/>
        </p:nvSpPr>
        <p:spPr>
          <a:xfrm>
            <a:off x="3716867" y="721216"/>
            <a:ext cx="462845" cy="584775"/>
          </a:xfrm>
          <a:prstGeom prst="rect">
            <a:avLst/>
          </a:prstGeom>
          <a:noFill/>
        </p:spPr>
        <p:txBody>
          <a:bodyPr wrap="square" rtlCol="0">
            <a:spAutoFit/>
          </a:bodyPr>
          <a:lstStyle/>
          <a:p>
            <a:pPr algn="ctr"/>
            <a:r>
              <a:rPr lang="en-US" sz="3200" dirty="0"/>
              <a:t>3</a:t>
            </a:r>
          </a:p>
        </p:txBody>
      </p:sp>
      <p:sp>
        <p:nvSpPr>
          <p:cNvPr id="55" name="TextBox 54">
            <a:extLst>
              <a:ext uri="{FF2B5EF4-FFF2-40B4-BE49-F238E27FC236}">
                <a16:creationId xmlns:a16="http://schemas.microsoft.com/office/drawing/2014/main" id="{C932665F-B8C6-192E-A25B-D3D596A6770A}"/>
              </a:ext>
            </a:extLst>
          </p:cNvPr>
          <p:cNvSpPr txBox="1"/>
          <p:nvPr/>
        </p:nvSpPr>
        <p:spPr>
          <a:xfrm>
            <a:off x="5715003" y="721216"/>
            <a:ext cx="462845" cy="584775"/>
          </a:xfrm>
          <a:prstGeom prst="rect">
            <a:avLst/>
          </a:prstGeom>
          <a:noFill/>
        </p:spPr>
        <p:txBody>
          <a:bodyPr wrap="square" rtlCol="0">
            <a:spAutoFit/>
          </a:bodyPr>
          <a:lstStyle/>
          <a:p>
            <a:pPr algn="ctr"/>
            <a:r>
              <a:rPr lang="en-US" sz="3200" dirty="0"/>
              <a:t>5</a:t>
            </a:r>
          </a:p>
        </p:txBody>
      </p:sp>
      <p:sp>
        <p:nvSpPr>
          <p:cNvPr id="37" name="TextBox 36">
            <a:extLst>
              <a:ext uri="{FF2B5EF4-FFF2-40B4-BE49-F238E27FC236}">
                <a16:creationId xmlns:a16="http://schemas.microsoft.com/office/drawing/2014/main" id="{408C3779-770A-7CD7-727D-9F881347F744}"/>
              </a:ext>
            </a:extLst>
          </p:cNvPr>
          <p:cNvSpPr txBox="1"/>
          <p:nvPr/>
        </p:nvSpPr>
        <p:spPr>
          <a:xfrm>
            <a:off x="3716867" y="1224551"/>
            <a:ext cx="462845" cy="584775"/>
          </a:xfrm>
          <a:prstGeom prst="rect">
            <a:avLst/>
          </a:prstGeom>
          <a:noFill/>
        </p:spPr>
        <p:txBody>
          <a:bodyPr wrap="square" rtlCol="0">
            <a:spAutoFit/>
          </a:bodyPr>
          <a:lstStyle/>
          <a:p>
            <a:pPr algn="ctr"/>
            <a:r>
              <a:rPr lang="en-US" sz="3200" dirty="0"/>
              <a:t>5</a:t>
            </a:r>
          </a:p>
        </p:txBody>
      </p:sp>
      <p:sp>
        <p:nvSpPr>
          <p:cNvPr id="38" name="TextBox 37">
            <a:extLst>
              <a:ext uri="{FF2B5EF4-FFF2-40B4-BE49-F238E27FC236}">
                <a16:creationId xmlns:a16="http://schemas.microsoft.com/office/drawing/2014/main" id="{4226E03B-8F3B-FBB0-1618-2604D259C334}"/>
              </a:ext>
            </a:extLst>
          </p:cNvPr>
          <p:cNvSpPr txBox="1"/>
          <p:nvPr/>
        </p:nvSpPr>
        <p:spPr>
          <a:xfrm>
            <a:off x="4715935" y="721216"/>
            <a:ext cx="462845" cy="584775"/>
          </a:xfrm>
          <a:prstGeom prst="rect">
            <a:avLst/>
          </a:prstGeom>
          <a:noFill/>
        </p:spPr>
        <p:txBody>
          <a:bodyPr wrap="square" rtlCol="0">
            <a:spAutoFit/>
          </a:bodyPr>
          <a:lstStyle/>
          <a:p>
            <a:pPr algn="ctr"/>
            <a:r>
              <a:rPr lang="en-US" sz="3200" dirty="0"/>
              <a:t>7</a:t>
            </a:r>
          </a:p>
        </p:txBody>
      </p:sp>
      <p:sp>
        <p:nvSpPr>
          <p:cNvPr id="56" name="TextBox 55">
            <a:extLst>
              <a:ext uri="{FF2B5EF4-FFF2-40B4-BE49-F238E27FC236}">
                <a16:creationId xmlns:a16="http://schemas.microsoft.com/office/drawing/2014/main" id="{DB8F1230-BB82-05C7-F804-2AF0D5E59326}"/>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
        <p:nvSpPr>
          <p:cNvPr id="25" name="TextBox 24">
            <a:extLst>
              <a:ext uri="{FF2B5EF4-FFF2-40B4-BE49-F238E27FC236}">
                <a16:creationId xmlns:a16="http://schemas.microsoft.com/office/drawing/2014/main" id="{96FE167A-11A2-FD79-96CB-9E642C1BC06E}"/>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39" name="TextBox 38">
            <a:extLst>
              <a:ext uri="{FF2B5EF4-FFF2-40B4-BE49-F238E27FC236}">
                <a16:creationId xmlns:a16="http://schemas.microsoft.com/office/drawing/2014/main" id="{5FB76BDD-5FC4-3390-4A9E-3DEB3AEAF510}"/>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14" name="TextBox 13">
            <a:extLst>
              <a:ext uri="{FF2B5EF4-FFF2-40B4-BE49-F238E27FC236}">
                <a16:creationId xmlns:a16="http://schemas.microsoft.com/office/drawing/2014/main" id="{460BA889-B299-445C-A745-7452F7275D99}"/>
              </a:ext>
            </a:extLst>
          </p:cNvPr>
          <p:cNvSpPr txBox="1"/>
          <p:nvPr/>
        </p:nvSpPr>
        <p:spPr>
          <a:xfrm>
            <a:off x="6214537" y="3237891"/>
            <a:ext cx="462845" cy="584775"/>
          </a:xfrm>
          <a:prstGeom prst="rect">
            <a:avLst/>
          </a:prstGeom>
          <a:noFill/>
        </p:spPr>
        <p:txBody>
          <a:bodyPr wrap="square" rtlCol="0">
            <a:spAutoFit/>
          </a:bodyPr>
          <a:lstStyle/>
          <a:p>
            <a:pPr algn="ctr"/>
            <a:r>
              <a:rPr lang="en-US" sz="3200" dirty="0"/>
              <a:t>5</a:t>
            </a:r>
          </a:p>
        </p:txBody>
      </p:sp>
      <p:sp>
        <p:nvSpPr>
          <p:cNvPr id="41" name="TextBox 40">
            <a:extLst>
              <a:ext uri="{FF2B5EF4-FFF2-40B4-BE49-F238E27FC236}">
                <a16:creationId xmlns:a16="http://schemas.microsoft.com/office/drawing/2014/main" id="{B4BD1811-2A0E-BC4C-9D6C-6FF0F66F07E1}"/>
              </a:ext>
            </a:extLst>
          </p:cNvPr>
          <p:cNvSpPr txBox="1"/>
          <p:nvPr/>
        </p:nvSpPr>
        <p:spPr>
          <a:xfrm>
            <a:off x="4143022" y="4038229"/>
            <a:ext cx="570089" cy="230832"/>
          </a:xfrm>
          <a:prstGeom prst="rect">
            <a:avLst/>
          </a:prstGeom>
          <a:noFill/>
        </p:spPr>
        <p:txBody>
          <a:bodyPr wrap="square" rtlCol="0">
            <a:spAutoFit/>
          </a:bodyPr>
          <a:lstStyle/>
          <a:p>
            <a:pPr algn="ctr"/>
            <a:r>
              <a:rPr lang="en-US" sz="900" dirty="0"/>
              <a:t>347</a:t>
            </a:r>
          </a:p>
        </p:txBody>
      </p:sp>
      <p:sp>
        <p:nvSpPr>
          <p:cNvPr id="57" name="TextBox 56">
            <a:extLst>
              <a:ext uri="{FF2B5EF4-FFF2-40B4-BE49-F238E27FC236}">
                <a16:creationId xmlns:a16="http://schemas.microsoft.com/office/drawing/2014/main" id="{39841AA0-9C50-EF31-7494-1AFCD915B735}"/>
              </a:ext>
            </a:extLst>
          </p:cNvPr>
          <p:cNvSpPr txBox="1"/>
          <p:nvPr/>
        </p:nvSpPr>
        <p:spPr>
          <a:xfrm>
            <a:off x="3640666" y="4408541"/>
            <a:ext cx="570089" cy="230832"/>
          </a:xfrm>
          <a:prstGeom prst="rect">
            <a:avLst/>
          </a:prstGeom>
          <a:noFill/>
        </p:spPr>
        <p:txBody>
          <a:bodyPr wrap="square" rtlCol="0">
            <a:spAutoFit/>
          </a:bodyPr>
          <a:lstStyle/>
          <a:p>
            <a:pPr algn="ctr"/>
            <a:r>
              <a:rPr lang="en-US" sz="900" dirty="0"/>
              <a:t>89</a:t>
            </a:r>
          </a:p>
        </p:txBody>
      </p:sp>
      <p:sp>
        <p:nvSpPr>
          <p:cNvPr id="58" name="TextBox 57">
            <a:extLst>
              <a:ext uri="{FF2B5EF4-FFF2-40B4-BE49-F238E27FC236}">
                <a16:creationId xmlns:a16="http://schemas.microsoft.com/office/drawing/2014/main" id="{D099CE75-1BD6-4FF8-06D4-A2A8809D278E}"/>
              </a:ext>
            </a:extLst>
          </p:cNvPr>
          <p:cNvSpPr txBox="1"/>
          <p:nvPr/>
        </p:nvSpPr>
        <p:spPr>
          <a:xfrm>
            <a:off x="4143022" y="4539173"/>
            <a:ext cx="570089" cy="230832"/>
          </a:xfrm>
          <a:prstGeom prst="rect">
            <a:avLst/>
          </a:prstGeom>
          <a:noFill/>
        </p:spPr>
        <p:txBody>
          <a:bodyPr wrap="square" rtlCol="0">
            <a:spAutoFit/>
          </a:bodyPr>
          <a:lstStyle/>
          <a:p>
            <a:pPr algn="ctr"/>
            <a:r>
              <a:rPr lang="en-US" sz="900" dirty="0"/>
              <a:t>347</a:t>
            </a:r>
          </a:p>
        </p:txBody>
      </p:sp>
      <p:sp>
        <p:nvSpPr>
          <p:cNvPr id="59" name="TextBox 58">
            <a:extLst>
              <a:ext uri="{FF2B5EF4-FFF2-40B4-BE49-F238E27FC236}">
                <a16:creationId xmlns:a16="http://schemas.microsoft.com/office/drawing/2014/main" id="{479AEA1C-0EEB-B585-43B8-3A9245DE7468}"/>
              </a:ext>
            </a:extLst>
          </p:cNvPr>
          <p:cNvSpPr txBox="1"/>
          <p:nvPr/>
        </p:nvSpPr>
        <p:spPr>
          <a:xfrm>
            <a:off x="3640666" y="5040116"/>
            <a:ext cx="570089" cy="230832"/>
          </a:xfrm>
          <a:prstGeom prst="rect">
            <a:avLst/>
          </a:prstGeom>
          <a:noFill/>
        </p:spPr>
        <p:txBody>
          <a:bodyPr wrap="square" rtlCol="0">
            <a:spAutoFit/>
          </a:bodyPr>
          <a:lstStyle/>
          <a:p>
            <a:pPr algn="ctr"/>
            <a:r>
              <a:rPr lang="en-US" sz="900" dirty="0"/>
              <a:t>98</a:t>
            </a:r>
          </a:p>
        </p:txBody>
      </p:sp>
      <p:sp>
        <p:nvSpPr>
          <p:cNvPr id="62" name="TextBox 61">
            <a:extLst>
              <a:ext uri="{FF2B5EF4-FFF2-40B4-BE49-F238E27FC236}">
                <a16:creationId xmlns:a16="http://schemas.microsoft.com/office/drawing/2014/main" id="{EF859B82-6BC1-2883-30DF-A2291C6406C1}"/>
              </a:ext>
            </a:extLst>
          </p:cNvPr>
          <p:cNvSpPr txBox="1"/>
          <p:nvPr/>
        </p:nvSpPr>
        <p:spPr>
          <a:xfrm>
            <a:off x="4143022" y="5040116"/>
            <a:ext cx="570089" cy="230832"/>
          </a:xfrm>
          <a:prstGeom prst="rect">
            <a:avLst/>
          </a:prstGeom>
          <a:noFill/>
        </p:spPr>
        <p:txBody>
          <a:bodyPr wrap="square" rtlCol="0">
            <a:spAutoFit/>
          </a:bodyPr>
          <a:lstStyle/>
          <a:p>
            <a:pPr algn="ctr"/>
            <a:r>
              <a:rPr lang="en-US" sz="900" dirty="0"/>
              <a:t>47</a:t>
            </a:r>
          </a:p>
        </p:txBody>
      </p:sp>
      <p:sp>
        <p:nvSpPr>
          <p:cNvPr id="63" name="TextBox 62">
            <a:extLst>
              <a:ext uri="{FF2B5EF4-FFF2-40B4-BE49-F238E27FC236}">
                <a16:creationId xmlns:a16="http://schemas.microsoft.com/office/drawing/2014/main" id="{039227F1-1A42-246B-E79B-600114D5A927}"/>
              </a:ext>
            </a:extLst>
          </p:cNvPr>
          <p:cNvSpPr txBox="1"/>
          <p:nvPr/>
        </p:nvSpPr>
        <p:spPr>
          <a:xfrm>
            <a:off x="6152446" y="3907597"/>
            <a:ext cx="570089" cy="230832"/>
          </a:xfrm>
          <a:prstGeom prst="rect">
            <a:avLst/>
          </a:prstGeom>
          <a:noFill/>
        </p:spPr>
        <p:txBody>
          <a:bodyPr wrap="square" rtlCol="0">
            <a:spAutoFit/>
          </a:bodyPr>
          <a:lstStyle/>
          <a:p>
            <a:pPr algn="ctr"/>
            <a:r>
              <a:rPr lang="en-US" sz="900" dirty="0"/>
              <a:t>489</a:t>
            </a:r>
          </a:p>
        </p:txBody>
      </p:sp>
      <p:sp>
        <p:nvSpPr>
          <p:cNvPr id="69" name="TextBox 68">
            <a:extLst>
              <a:ext uri="{FF2B5EF4-FFF2-40B4-BE49-F238E27FC236}">
                <a16:creationId xmlns:a16="http://schemas.microsoft.com/office/drawing/2014/main" id="{DD22CBC4-89EE-81FE-E06B-022567A42750}"/>
              </a:ext>
            </a:extLst>
          </p:cNvPr>
          <p:cNvSpPr txBox="1"/>
          <p:nvPr/>
        </p:nvSpPr>
        <p:spPr>
          <a:xfrm>
            <a:off x="6152446" y="4539173"/>
            <a:ext cx="570089" cy="230832"/>
          </a:xfrm>
          <a:prstGeom prst="rect">
            <a:avLst/>
          </a:prstGeom>
          <a:noFill/>
        </p:spPr>
        <p:txBody>
          <a:bodyPr wrap="square" rtlCol="0">
            <a:spAutoFit/>
          </a:bodyPr>
          <a:lstStyle/>
          <a:p>
            <a:pPr algn="ctr"/>
            <a:r>
              <a:rPr lang="en-US" sz="900" dirty="0"/>
              <a:t>489</a:t>
            </a:r>
          </a:p>
        </p:txBody>
      </p:sp>
      <p:sp>
        <p:nvSpPr>
          <p:cNvPr id="70" name="TextBox 69">
            <a:extLst>
              <a:ext uri="{FF2B5EF4-FFF2-40B4-BE49-F238E27FC236}">
                <a16:creationId xmlns:a16="http://schemas.microsoft.com/office/drawing/2014/main" id="{4C2C37F5-61B7-70FE-FFA7-3112340F4C80}"/>
              </a:ext>
            </a:extLst>
          </p:cNvPr>
          <p:cNvSpPr txBox="1"/>
          <p:nvPr/>
        </p:nvSpPr>
        <p:spPr>
          <a:xfrm>
            <a:off x="6152446" y="5040116"/>
            <a:ext cx="570089" cy="230832"/>
          </a:xfrm>
          <a:prstGeom prst="rect">
            <a:avLst/>
          </a:prstGeom>
          <a:noFill/>
        </p:spPr>
        <p:txBody>
          <a:bodyPr wrap="square" rtlCol="0">
            <a:spAutoFit/>
          </a:bodyPr>
          <a:lstStyle/>
          <a:p>
            <a:pPr algn="ctr"/>
            <a:r>
              <a:rPr lang="en-US" sz="900" dirty="0"/>
              <a:t>489</a:t>
            </a:r>
          </a:p>
        </p:txBody>
      </p:sp>
      <p:sp>
        <p:nvSpPr>
          <p:cNvPr id="71" name="TextBox 70">
            <a:extLst>
              <a:ext uri="{FF2B5EF4-FFF2-40B4-BE49-F238E27FC236}">
                <a16:creationId xmlns:a16="http://schemas.microsoft.com/office/drawing/2014/main" id="{8E5A2B83-E0CA-D706-7765-05D31C9BA7AE}"/>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
        <p:nvSpPr>
          <p:cNvPr id="73" name="TextBox 72">
            <a:extLst>
              <a:ext uri="{FF2B5EF4-FFF2-40B4-BE49-F238E27FC236}">
                <a16:creationId xmlns:a16="http://schemas.microsoft.com/office/drawing/2014/main" id="{1C59187E-5D21-C697-73FC-98B73DDB592E}"/>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74" name="TextBox 73">
            <a:extLst>
              <a:ext uri="{FF2B5EF4-FFF2-40B4-BE49-F238E27FC236}">
                <a16:creationId xmlns:a16="http://schemas.microsoft.com/office/drawing/2014/main" id="{861F628D-795E-7C98-8E9D-C2A48248D706}"/>
              </a:ext>
            </a:extLst>
          </p:cNvPr>
          <p:cNvSpPr txBox="1"/>
          <p:nvPr/>
        </p:nvSpPr>
        <p:spPr>
          <a:xfrm>
            <a:off x="5215469" y="1727886"/>
            <a:ext cx="462845" cy="584775"/>
          </a:xfrm>
          <a:prstGeom prst="rect">
            <a:avLst/>
          </a:prstGeom>
          <a:noFill/>
        </p:spPr>
        <p:txBody>
          <a:bodyPr wrap="square" rtlCol="0">
            <a:spAutoFit/>
          </a:bodyPr>
          <a:lstStyle/>
          <a:p>
            <a:pPr algn="ctr"/>
            <a:r>
              <a:rPr lang="en-US" sz="3200" dirty="0"/>
              <a:t>8</a:t>
            </a:r>
          </a:p>
        </p:txBody>
      </p:sp>
      <p:sp>
        <p:nvSpPr>
          <p:cNvPr id="75" name="TextBox 74">
            <a:extLst>
              <a:ext uri="{FF2B5EF4-FFF2-40B4-BE49-F238E27FC236}">
                <a16:creationId xmlns:a16="http://schemas.microsoft.com/office/drawing/2014/main" id="{39D768A1-D196-E5A5-D631-9513053CFF3A}"/>
              </a:ext>
            </a:extLst>
          </p:cNvPr>
          <p:cNvSpPr txBox="1"/>
          <p:nvPr/>
        </p:nvSpPr>
        <p:spPr>
          <a:xfrm>
            <a:off x="3217333" y="1224551"/>
            <a:ext cx="462845" cy="584775"/>
          </a:xfrm>
          <a:prstGeom prst="rect">
            <a:avLst/>
          </a:prstGeom>
          <a:noFill/>
        </p:spPr>
        <p:txBody>
          <a:bodyPr wrap="square" rtlCol="0">
            <a:spAutoFit/>
          </a:bodyPr>
          <a:lstStyle/>
          <a:p>
            <a:pPr algn="ctr"/>
            <a:r>
              <a:rPr lang="en-US" sz="3200" dirty="0"/>
              <a:t>8</a:t>
            </a:r>
          </a:p>
        </p:txBody>
      </p:sp>
      <p:sp>
        <p:nvSpPr>
          <p:cNvPr id="76" name="TextBox 75">
            <a:extLst>
              <a:ext uri="{FF2B5EF4-FFF2-40B4-BE49-F238E27FC236}">
                <a16:creationId xmlns:a16="http://schemas.microsoft.com/office/drawing/2014/main" id="{FC7EE082-18E6-7C12-05C1-86F94E252C97}"/>
              </a:ext>
            </a:extLst>
          </p:cNvPr>
          <p:cNvSpPr txBox="1"/>
          <p:nvPr/>
        </p:nvSpPr>
        <p:spPr>
          <a:xfrm>
            <a:off x="3217333" y="1727886"/>
            <a:ext cx="462845" cy="584775"/>
          </a:xfrm>
          <a:prstGeom prst="rect">
            <a:avLst/>
          </a:prstGeom>
          <a:noFill/>
        </p:spPr>
        <p:txBody>
          <a:bodyPr wrap="square" rtlCol="0">
            <a:spAutoFit/>
          </a:bodyPr>
          <a:lstStyle/>
          <a:p>
            <a:pPr algn="ctr"/>
            <a:r>
              <a:rPr lang="en-US" sz="3200" dirty="0"/>
              <a:t>9</a:t>
            </a:r>
          </a:p>
        </p:txBody>
      </p:sp>
      <p:sp>
        <p:nvSpPr>
          <p:cNvPr id="77" name="TextBox 76">
            <a:extLst>
              <a:ext uri="{FF2B5EF4-FFF2-40B4-BE49-F238E27FC236}">
                <a16:creationId xmlns:a16="http://schemas.microsoft.com/office/drawing/2014/main" id="{68CF0CD6-660B-CCE4-9E65-F7726DED6B02}"/>
              </a:ext>
            </a:extLst>
          </p:cNvPr>
          <p:cNvSpPr txBox="1"/>
          <p:nvPr/>
        </p:nvSpPr>
        <p:spPr>
          <a:xfrm>
            <a:off x="6714071" y="1727886"/>
            <a:ext cx="462845" cy="584775"/>
          </a:xfrm>
          <a:prstGeom prst="rect">
            <a:avLst/>
          </a:prstGeom>
          <a:noFill/>
        </p:spPr>
        <p:txBody>
          <a:bodyPr wrap="square" rtlCol="0">
            <a:spAutoFit/>
          </a:bodyPr>
          <a:lstStyle/>
          <a:p>
            <a:pPr algn="ctr"/>
            <a:r>
              <a:rPr lang="en-US" sz="3200" dirty="0"/>
              <a:t>3</a:t>
            </a:r>
          </a:p>
        </p:txBody>
      </p:sp>
      <p:sp>
        <p:nvSpPr>
          <p:cNvPr id="78" name="TextBox 77">
            <a:extLst>
              <a:ext uri="{FF2B5EF4-FFF2-40B4-BE49-F238E27FC236}">
                <a16:creationId xmlns:a16="http://schemas.microsoft.com/office/drawing/2014/main" id="{F2A83D20-B57B-8E5A-3A10-0B5CDA22676B}"/>
              </a:ext>
            </a:extLst>
          </p:cNvPr>
          <p:cNvSpPr txBox="1"/>
          <p:nvPr/>
        </p:nvSpPr>
        <p:spPr>
          <a:xfrm>
            <a:off x="7213604" y="1727886"/>
            <a:ext cx="462845" cy="584775"/>
          </a:xfrm>
          <a:prstGeom prst="rect">
            <a:avLst/>
          </a:prstGeom>
          <a:noFill/>
        </p:spPr>
        <p:txBody>
          <a:bodyPr wrap="square" rtlCol="0">
            <a:spAutoFit/>
          </a:bodyPr>
          <a:lstStyle/>
          <a:p>
            <a:pPr algn="ctr"/>
            <a:r>
              <a:rPr lang="en-US" sz="3200" dirty="0"/>
              <a:t>5</a:t>
            </a:r>
          </a:p>
        </p:txBody>
      </p:sp>
      <p:sp>
        <p:nvSpPr>
          <p:cNvPr id="79" name="TextBox 78">
            <a:extLst>
              <a:ext uri="{FF2B5EF4-FFF2-40B4-BE49-F238E27FC236}">
                <a16:creationId xmlns:a16="http://schemas.microsoft.com/office/drawing/2014/main" id="{1DB91800-4CF3-941C-2CC4-7B2A05DB1EDD}"/>
              </a:ext>
            </a:extLst>
          </p:cNvPr>
          <p:cNvSpPr txBox="1"/>
          <p:nvPr/>
        </p:nvSpPr>
        <p:spPr>
          <a:xfrm>
            <a:off x="4715935" y="2734556"/>
            <a:ext cx="462845" cy="584775"/>
          </a:xfrm>
          <a:prstGeom prst="rect">
            <a:avLst/>
          </a:prstGeom>
          <a:noFill/>
        </p:spPr>
        <p:txBody>
          <a:bodyPr wrap="square" rtlCol="0">
            <a:spAutoFit/>
          </a:bodyPr>
          <a:lstStyle/>
          <a:p>
            <a:pPr algn="ctr"/>
            <a:r>
              <a:rPr lang="en-US" sz="3200" dirty="0"/>
              <a:t>1</a:t>
            </a:r>
          </a:p>
        </p:txBody>
      </p:sp>
      <p:sp>
        <p:nvSpPr>
          <p:cNvPr id="80" name="TextBox 79">
            <a:extLst>
              <a:ext uri="{FF2B5EF4-FFF2-40B4-BE49-F238E27FC236}">
                <a16:creationId xmlns:a16="http://schemas.microsoft.com/office/drawing/2014/main" id="{78EA1227-0387-2E97-BC87-DEBEB9018F06}"/>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735BEB6C-D585-3FCB-57F5-B4C507DF9444}"/>
              </a:ext>
            </a:extLst>
          </p:cNvPr>
          <p:cNvSpPr txBox="1"/>
          <p:nvPr/>
        </p:nvSpPr>
        <p:spPr>
          <a:xfrm>
            <a:off x="3716867" y="3741226"/>
            <a:ext cx="462845" cy="584775"/>
          </a:xfrm>
          <a:prstGeom prst="rect">
            <a:avLst/>
          </a:prstGeom>
          <a:noFill/>
        </p:spPr>
        <p:txBody>
          <a:bodyPr wrap="square" rtlCol="0">
            <a:spAutoFit/>
          </a:bodyPr>
          <a:lstStyle/>
          <a:p>
            <a:pPr algn="ctr"/>
            <a:r>
              <a:rPr lang="en-US" sz="3200" dirty="0"/>
              <a:t>2</a:t>
            </a:r>
          </a:p>
        </p:txBody>
      </p:sp>
    </p:spTree>
    <p:extLst>
      <p:ext uri="{BB962C8B-B14F-4D97-AF65-F5344CB8AC3E}">
        <p14:creationId xmlns:p14="http://schemas.microsoft.com/office/powerpoint/2010/main" val="319955917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E4CB75-3D3B-587A-C386-B6F53841D6E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16CC465-D492-064A-5A0A-8982AD131C0C}"/>
              </a:ext>
            </a:extLst>
          </p:cNvPr>
          <p:cNvSpPr>
            <a:spLocks noGrp="1"/>
          </p:cNvSpPr>
          <p:nvPr>
            <p:ph sz="half" idx="1"/>
          </p:nvPr>
        </p:nvSpPr>
        <p:spPr/>
        <p:txBody>
          <a:bodyPr>
            <a:normAutofit/>
          </a:bodyPr>
          <a:lstStyle/>
          <a:p>
            <a:r>
              <a:rPr lang="en-US" dirty="0"/>
              <a:t>Complete remaining columns.</a:t>
            </a:r>
          </a:p>
        </p:txBody>
      </p:sp>
      <p:pic>
        <p:nvPicPr>
          <p:cNvPr id="4" name="Picture 3" descr="A grid of sudoku puzzle&#10;&#10;Description automatically generated">
            <a:extLst>
              <a:ext uri="{FF2B5EF4-FFF2-40B4-BE49-F238E27FC236}">
                <a16:creationId xmlns:a16="http://schemas.microsoft.com/office/drawing/2014/main" id="{790E1B9E-3C24-8645-BB84-F9B2C823FFFD}"/>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D0AC67D1-3F8A-6D2C-5861-AE80B3AF6971}"/>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8DB6B5AA-B6C0-A7A8-70C0-0E856C00F633}"/>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6BEE816E-B3A3-FE24-576C-866B98E1C96C}"/>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B7495719-41AA-AAC0-F964-77730B9E38D4}"/>
              </a:ext>
            </a:extLst>
          </p:cNvPr>
          <p:cNvSpPr txBox="1"/>
          <p:nvPr/>
        </p:nvSpPr>
        <p:spPr>
          <a:xfrm>
            <a:off x="3716867" y="2231221"/>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444F7DCC-17A2-8AE1-F0F5-458D83BEF05B}"/>
              </a:ext>
            </a:extLst>
          </p:cNvPr>
          <p:cNvSpPr txBox="1"/>
          <p:nvPr/>
        </p:nvSpPr>
        <p:spPr>
          <a:xfrm>
            <a:off x="3217333" y="4747898"/>
            <a:ext cx="462845" cy="584775"/>
          </a:xfrm>
          <a:prstGeom prst="rect">
            <a:avLst/>
          </a:prstGeom>
          <a:noFill/>
        </p:spPr>
        <p:txBody>
          <a:bodyPr wrap="square" rtlCol="0">
            <a:spAutoFit/>
          </a:bodyPr>
          <a:lstStyle/>
          <a:p>
            <a:pPr algn="ctr"/>
            <a:r>
              <a:rPr lang="en-US" sz="3200" dirty="0"/>
              <a:t>6</a:t>
            </a:r>
          </a:p>
        </p:txBody>
      </p:sp>
      <p:sp>
        <p:nvSpPr>
          <p:cNvPr id="11" name="TextBox 10">
            <a:extLst>
              <a:ext uri="{FF2B5EF4-FFF2-40B4-BE49-F238E27FC236}">
                <a16:creationId xmlns:a16="http://schemas.microsoft.com/office/drawing/2014/main" id="{9B1543BA-5F7A-8F7A-6B02-34ED1714F902}"/>
              </a:ext>
            </a:extLst>
          </p:cNvPr>
          <p:cNvSpPr txBox="1"/>
          <p:nvPr/>
        </p:nvSpPr>
        <p:spPr>
          <a:xfrm>
            <a:off x="7213604" y="4747898"/>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AB747E88-F315-37CD-B8F0-68A32B33A05B}"/>
              </a:ext>
            </a:extLst>
          </p:cNvPr>
          <p:cNvSpPr txBox="1"/>
          <p:nvPr/>
        </p:nvSpPr>
        <p:spPr>
          <a:xfrm>
            <a:off x="6214537" y="2734556"/>
            <a:ext cx="462845" cy="584775"/>
          </a:xfrm>
          <a:prstGeom prst="rect">
            <a:avLst/>
          </a:prstGeom>
          <a:no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78E728DC-5406-E660-AEFB-074CEDDFF85F}"/>
              </a:ext>
            </a:extLst>
          </p:cNvPr>
          <p:cNvSpPr txBox="1"/>
          <p:nvPr/>
        </p:nvSpPr>
        <p:spPr>
          <a:xfrm>
            <a:off x="4143022" y="2274133"/>
            <a:ext cx="570089" cy="230832"/>
          </a:xfrm>
          <a:prstGeom prst="rect">
            <a:avLst/>
          </a:prstGeom>
          <a:noFill/>
        </p:spPr>
        <p:txBody>
          <a:bodyPr wrap="square" rtlCol="0">
            <a:spAutoFit/>
          </a:bodyPr>
          <a:lstStyle/>
          <a:p>
            <a:pPr algn="ctr"/>
            <a:r>
              <a:rPr lang="en-US" sz="900" dirty="0"/>
              <a:t>89</a:t>
            </a:r>
          </a:p>
        </p:txBody>
      </p:sp>
      <p:sp>
        <p:nvSpPr>
          <p:cNvPr id="16" name="TextBox 15">
            <a:extLst>
              <a:ext uri="{FF2B5EF4-FFF2-40B4-BE49-F238E27FC236}">
                <a16:creationId xmlns:a16="http://schemas.microsoft.com/office/drawing/2014/main" id="{93E0E5E4-834C-6C4E-5415-87C87BA73693}"/>
              </a:ext>
            </a:extLst>
          </p:cNvPr>
          <p:cNvSpPr txBox="1"/>
          <p:nvPr/>
        </p:nvSpPr>
        <p:spPr>
          <a:xfrm>
            <a:off x="5650090" y="2274133"/>
            <a:ext cx="570089" cy="230832"/>
          </a:xfrm>
          <a:prstGeom prst="rect">
            <a:avLst/>
          </a:prstGeom>
          <a:noFill/>
        </p:spPr>
        <p:txBody>
          <a:bodyPr wrap="square" rtlCol="0">
            <a:spAutoFit/>
          </a:bodyPr>
          <a:lstStyle/>
          <a:p>
            <a:pPr algn="ctr"/>
            <a:r>
              <a:rPr lang="en-US" sz="900" dirty="0"/>
              <a:t>98</a:t>
            </a:r>
          </a:p>
        </p:txBody>
      </p:sp>
      <p:sp>
        <p:nvSpPr>
          <p:cNvPr id="18" name="TextBox 17">
            <a:extLst>
              <a:ext uri="{FF2B5EF4-FFF2-40B4-BE49-F238E27FC236}">
                <a16:creationId xmlns:a16="http://schemas.microsoft.com/office/drawing/2014/main" id="{8EEEA5DD-91FA-D859-430F-2DBC467C4FB3}"/>
              </a:ext>
            </a:extLst>
          </p:cNvPr>
          <p:cNvSpPr txBox="1"/>
          <p:nvPr/>
        </p:nvSpPr>
        <p:spPr>
          <a:xfrm>
            <a:off x="6654802" y="2404765"/>
            <a:ext cx="570089" cy="230832"/>
          </a:xfrm>
          <a:prstGeom prst="rect">
            <a:avLst/>
          </a:prstGeom>
          <a:noFill/>
        </p:spPr>
        <p:txBody>
          <a:bodyPr wrap="square" rtlCol="0">
            <a:spAutoFit/>
          </a:bodyPr>
          <a:lstStyle/>
          <a:p>
            <a:pPr algn="ctr"/>
            <a:r>
              <a:rPr lang="en-US" sz="900" dirty="0"/>
              <a:t>24</a:t>
            </a:r>
          </a:p>
        </p:txBody>
      </p:sp>
      <p:sp>
        <p:nvSpPr>
          <p:cNvPr id="19" name="TextBox 18">
            <a:extLst>
              <a:ext uri="{FF2B5EF4-FFF2-40B4-BE49-F238E27FC236}">
                <a16:creationId xmlns:a16="http://schemas.microsoft.com/office/drawing/2014/main" id="{3B81CEC3-DBEA-8FD5-2236-98A6A31B24E8}"/>
              </a:ext>
            </a:extLst>
          </p:cNvPr>
          <p:cNvSpPr txBox="1"/>
          <p:nvPr/>
        </p:nvSpPr>
        <p:spPr>
          <a:xfrm>
            <a:off x="7157158" y="2404765"/>
            <a:ext cx="570089" cy="230832"/>
          </a:xfrm>
          <a:prstGeom prst="rect">
            <a:avLst/>
          </a:prstGeom>
          <a:noFill/>
        </p:spPr>
        <p:txBody>
          <a:bodyPr wrap="square" rtlCol="0">
            <a:spAutoFit/>
          </a:bodyPr>
          <a:lstStyle/>
          <a:p>
            <a:pPr algn="ctr"/>
            <a:r>
              <a:rPr lang="en-US" sz="900" dirty="0"/>
              <a:t>42</a:t>
            </a:r>
          </a:p>
        </p:txBody>
      </p:sp>
      <p:sp>
        <p:nvSpPr>
          <p:cNvPr id="23" name="TextBox 22">
            <a:extLst>
              <a:ext uri="{FF2B5EF4-FFF2-40B4-BE49-F238E27FC236}">
                <a16:creationId xmlns:a16="http://schemas.microsoft.com/office/drawing/2014/main" id="{E51A6DE8-74D3-DBD6-861D-8E7E5783F395}"/>
              </a:ext>
            </a:extLst>
          </p:cNvPr>
          <p:cNvSpPr txBox="1"/>
          <p:nvPr/>
        </p:nvSpPr>
        <p:spPr>
          <a:xfrm>
            <a:off x="6214537" y="721216"/>
            <a:ext cx="462845" cy="584775"/>
          </a:xfrm>
          <a:prstGeom prst="rect">
            <a:avLst/>
          </a:prstGeom>
          <a:noFill/>
        </p:spPr>
        <p:txBody>
          <a:bodyPr wrap="square" rtlCol="0">
            <a:spAutoFit/>
          </a:bodyPr>
          <a:lstStyle/>
          <a:p>
            <a:pPr algn="ctr"/>
            <a:r>
              <a:rPr lang="en-US" sz="3200" dirty="0"/>
              <a:t>2</a:t>
            </a:r>
          </a:p>
        </p:txBody>
      </p:sp>
      <p:sp>
        <p:nvSpPr>
          <p:cNvPr id="24" name="TextBox 23">
            <a:extLst>
              <a:ext uri="{FF2B5EF4-FFF2-40B4-BE49-F238E27FC236}">
                <a16:creationId xmlns:a16="http://schemas.microsoft.com/office/drawing/2014/main" id="{E1010471-D2BE-6405-804A-A4F66629F700}"/>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6C2FDC0C-BC4F-3ECE-8ACA-B0C7A54CB408}"/>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26" name="TextBox 25">
            <a:extLst>
              <a:ext uri="{FF2B5EF4-FFF2-40B4-BE49-F238E27FC236}">
                <a16:creationId xmlns:a16="http://schemas.microsoft.com/office/drawing/2014/main" id="{8D5838CC-5969-22E4-86FA-37C1ACDC47FF}"/>
              </a:ext>
            </a:extLst>
          </p:cNvPr>
          <p:cNvSpPr txBox="1"/>
          <p:nvPr/>
        </p:nvSpPr>
        <p:spPr>
          <a:xfrm>
            <a:off x="6654802" y="1402877"/>
            <a:ext cx="570089" cy="230832"/>
          </a:xfrm>
          <a:prstGeom prst="rect">
            <a:avLst/>
          </a:prstGeom>
          <a:noFill/>
        </p:spPr>
        <p:txBody>
          <a:bodyPr wrap="square" rtlCol="0">
            <a:spAutoFit/>
          </a:bodyPr>
          <a:lstStyle/>
          <a:p>
            <a:pPr algn="ctr"/>
            <a:r>
              <a:rPr lang="en-US" sz="900" dirty="0"/>
              <a:t>74</a:t>
            </a:r>
          </a:p>
        </p:txBody>
      </p:sp>
      <p:sp>
        <p:nvSpPr>
          <p:cNvPr id="27" name="TextBox 26">
            <a:extLst>
              <a:ext uri="{FF2B5EF4-FFF2-40B4-BE49-F238E27FC236}">
                <a16:creationId xmlns:a16="http://schemas.microsoft.com/office/drawing/2014/main" id="{997B4635-2A88-4ED5-47E3-8F2957822ED7}"/>
              </a:ext>
            </a:extLst>
          </p:cNvPr>
          <p:cNvSpPr txBox="1"/>
          <p:nvPr/>
        </p:nvSpPr>
        <p:spPr>
          <a:xfrm>
            <a:off x="7157158" y="1402877"/>
            <a:ext cx="570089" cy="230832"/>
          </a:xfrm>
          <a:prstGeom prst="rect">
            <a:avLst/>
          </a:prstGeom>
          <a:noFill/>
        </p:spPr>
        <p:txBody>
          <a:bodyPr wrap="square" rtlCol="0">
            <a:spAutoFit/>
          </a:bodyPr>
          <a:lstStyle/>
          <a:p>
            <a:pPr algn="ctr"/>
            <a:r>
              <a:rPr lang="en-US" sz="900" dirty="0"/>
              <a:t>47</a:t>
            </a:r>
          </a:p>
        </p:txBody>
      </p:sp>
      <p:sp>
        <p:nvSpPr>
          <p:cNvPr id="30" name="TextBox 29">
            <a:extLst>
              <a:ext uri="{FF2B5EF4-FFF2-40B4-BE49-F238E27FC236}">
                <a16:creationId xmlns:a16="http://schemas.microsoft.com/office/drawing/2014/main" id="{0F648FD3-1290-542E-F941-36485BB0DB6F}"/>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432E5B09-461C-D197-BFFA-D1560BBED363}"/>
              </a:ext>
            </a:extLst>
          </p:cNvPr>
          <p:cNvSpPr txBox="1"/>
          <p:nvPr/>
        </p:nvSpPr>
        <p:spPr>
          <a:xfrm>
            <a:off x="3217333" y="721216"/>
            <a:ext cx="462845" cy="584775"/>
          </a:xfrm>
          <a:prstGeom prst="rect">
            <a:avLst/>
          </a:prstGeom>
          <a:noFill/>
        </p:spPr>
        <p:txBody>
          <a:bodyPr wrap="square" rtlCol="0">
            <a:spAutoFit/>
          </a:bodyPr>
          <a:lstStyle/>
          <a:p>
            <a:pPr algn="ctr"/>
            <a:r>
              <a:rPr lang="en-US" sz="3200" dirty="0"/>
              <a:t>4</a:t>
            </a:r>
          </a:p>
        </p:txBody>
      </p:sp>
      <p:sp>
        <p:nvSpPr>
          <p:cNvPr id="35" name="TextBox 34">
            <a:extLst>
              <a:ext uri="{FF2B5EF4-FFF2-40B4-BE49-F238E27FC236}">
                <a16:creationId xmlns:a16="http://schemas.microsoft.com/office/drawing/2014/main" id="{91D368E9-33C4-F160-DB14-4E52BBCBF8B2}"/>
              </a:ext>
            </a:extLst>
          </p:cNvPr>
          <p:cNvSpPr txBox="1"/>
          <p:nvPr/>
        </p:nvSpPr>
        <p:spPr>
          <a:xfrm>
            <a:off x="4216401" y="1224551"/>
            <a:ext cx="462845" cy="584775"/>
          </a:xfrm>
          <a:prstGeom prst="rect">
            <a:avLst/>
          </a:prstGeom>
          <a:noFill/>
        </p:spPr>
        <p:txBody>
          <a:bodyPr wrap="square" rtlCol="0">
            <a:spAutoFit/>
          </a:bodyPr>
          <a:lstStyle/>
          <a:p>
            <a:pPr algn="ctr"/>
            <a:r>
              <a:rPr lang="en-US" sz="3200" dirty="0"/>
              <a:t>1</a:t>
            </a:r>
          </a:p>
        </p:txBody>
      </p:sp>
      <p:sp>
        <p:nvSpPr>
          <p:cNvPr id="36" name="TextBox 35">
            <a:extLst>
              <a:ext uri="{FF2B5EF4-FFF2-40B4-BE49-F238E27FC236}">
                <a16:creationId xmlns:a16="http://schemas.microsoft.com/office/drawing/2014/main" id="{62830635-AE10-3E8B-153B-7718CECF454B}"/>
              </a:ext>
            </a:extLst>
          </p:cNvPr>
          <p:cNvSpPr txBox="1"/>
          <p:nvPr/>
        </p:nvSpPr>
        <p:spPr>
          <a:xfrm>
            <a:off x="5215469" y="721216"/>
            <a:ext cx="462845" cy="584775"/>
          </a:xfrm>
          <a:prstGeom prst="rect">
            <a:avLst/>
          </a:prstGeom>
          <a:noFill/>
        </p:spPr>
        <p:txBody>
          <a:bodyPr wrap="square" rtlCol="0">
            <a:spAutoFit/>
          </a:bodyPr>
          <a:lstStyle/>
          <a:p>
            <a:pPr algn="ctr"/>
            <a:r>
              <a:rPr lang="en-US" sz="3200" dirty="0"/>
              <a:t>1</a:t>
            </a:r>
          </a:p>
        </p:txBody>
      </p:sp>
      <p:sp>
        <p:nvSpPr>
          <p:cNvPr id="40" name="TextBox 39">
            <a:extLst>
              <a:ext uri="{FF2B5EF4-FFF2-40B4-BE49-F238E27FC236}">
                <a16:creationId xmlns:a16="http://schemas.microsoft.com/office/drawing/2014/main" id="{9854CAF8-06A6-AF55-941B-3A4EE00B9416}"/>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42" name="TextBox 41">
            <a:extLst>
              <a:ext uri="{FF2B5EF4-FFF2-40B4-BE49-F238E27FC236}">
                <a16:creationId xmlns:a16="http://schemas.microsoft.com/office/drawing/2014/main" id="{5AFCA15D-3C35-DEC3-6E5D-41131D8F3861}"/>
              </a:ext>
            </a:extLst>
          </p:cNvPr>
          <p:cNvSpPr txBox="1"/>
          <p:nvPr/>
        </p:nvSpPr>
        <p:spPr>
          <a:xfrm>
            <a:off x="5715003" y="1224551"/>
            <a:ext cx="462845" cy="584775"/>
          </a:xfrm>
          <a:prstGeom prst="rect">
            <a:avLst/>
          </a:prstGeom>
          <a:noFill/>
        </p:spPr>
        <p:txBody>
          <a:bodyPr wrap="square" rtlCol="0">
            <a:spAutoFit/>
          </a:bodyPr>
          <a:lstStyle/>
          <a:p>
            <a:pPr algn="ctr"/>
            <a:r>
              <a:rPr lang="en-US" sz="3200" dirty="0"/>
              <a:t>2</a:t>
            </a:r>
          </a:p>
        </p:txBody>
      </p:sp>
      <p:sp>
        <p:nvSpPr>
          <p:cNvPr id="43" name="TextBox 42">
            <a:extLst>
              <a:ext uri="{FF2B5EF4-FFF2-40B4-BE49-F238E27FC236}">
                <a16:creationId xmlns:a16="http://schemas.microsoft.com/office/drawing/2014/main" id="{F033026D-2869-A6EB-B7AA-8CE6E3460F70}"/>
              </a:ext>
            </a:extLst>
          </p:cNvPr>
          <p:cNvSpPr txBox="1"/>
          <p:nvPr/>
        </p:nvSpPr>
        <p:spPr>
          <a:xfrm>
            <a:off x="4645378" y="1533509"/>
            <a:ext cx="570089" cy="230832"/>
          </a:xfrm>
          <a:prstGeom prst="rect">
            <a:avLst/>
          </a:prstGeom>
          <a:noFill/>
        </p:spPr>
        <p:txBody>
          <a:bodyPr wrap="square" rtlCol="0">
            <a:spAutoFit/>
          </a:bodyPr>
          <a:lstStyle/>
          <a:p>
            <a:pPr algn="ctr"/>
            <a:r>
              <a:rPr lang="en-US" sz="900" dirty="0"/>
              <a:t>39</a:t>
            </a:r>
          </a:p>
        </p:txBody>
      </p:sp>
      <p:sp>
        <p:nvSpPr>
          <p:cNvPr id="44" name="TextBox 43">
            <a:extLst>
              <a:ext uri="{FF2B5EF4-FFF2-40B4-BE49-F238E27FC236}">
                <a16:creationId xmlns:a16="http://schemas.microsoft.com/office/drawing/2014/main" id="{4C10FEF8-DBEE-0053-1E63-AF4E81698DFB}"/>
              </a:ext>
            </a:extLst>
          </p:cNvPr>
          <p:cNvSpPr txBox="1"/>
          <p:nvPr/>
        </p:nvSpPr>
        <p:spPr>
          <a:xfrm>
            <a:off x="5147734" y="1533509"/>
            <a:ext cx="570089" cy="230832"/>
          </a:xfrm>
          <a:prstGeom prst="rect">
            <a:avLst/>
          </a:prstGeom>
          <a:noFill/>
        </p:spPr>
        <p:txBody>
          <a:bodyPr wrap="square" rtlCol="0">
            <a:spAutoFit/>
          </a:bodyPr>
          <a:lstStyle/>
          <a:p>
            <a:pPr algn="ctr"/>
            <a:r>
              <a:rPr lang="en-US" sz="900" dirty="0"/>
              <a:t>93</a:t>
            </a:r>
          </a:p>
        </p:txBody>
      </p:sp>
      <p:sp>
        <p:nvSpPr>
          <p:cNvPr id="47" name="TextBox 46">
            <a:extLst>
              <a:ext uri="{FF2B5EF4-FFF2-40B4-BE49-F238E27FC236}">
                <a16:creationId xmlns:a16="http://schemas.microsoft.com/office/drawing/2014/main" id="{A4251AC7-04BB-57E8-A905-37154E2E57D6}"/>
              </a:ext>
            </a:extLst>
          </p:cNvPr>
          <p:cNvSpPr txBox="1"/>
          <p:nvPr/>
        </p:nvSpPr>
        <p:spPr>
          <a:xfrm>
            <a:off x="4143022" y="3537285"/>
            <a:ext cx="570089" cy="230832"/>
          </a:xfrm>
          <a:prstGeom prst="rect">
            <a:avLst/>
          </a:prstGeom>
          <a:noFill/>
        </p:spPr>
        <p:txBody>
          <a:bodyPr wrap="square" rtlCol="0">
            <a:spAutoFit/>
          </a:bodyPr>
          <a:lstStyle/>
          <a:p>
            <a:pPr algn="ctr"/>
            <a:r>
              <a:rPr lang="en-US" sz="900" dirty="0"/>
              <a:t>98</a:t>
            </a:r>
          </a:p>
        </p:txBody>
      </p:sp>
      <p:sp>
        <p:nvSpPr>
          <p:cNvPr id="48" name="TextBox 47">
            <a:extLst>
              <a:ext uri="{FF2B5EF4-FFF2-40B4-BE49-F238E27FC236}">
                <a16:creationId xmlns:a16="http://schemas.microsoft.com/office/drawing/2014/main" id="{AC104479-1681-4D13-F3E0-B5228DE1D374}"/>
              </a:ext>
            </a:extLst>
          </p:cNvPr>
          <p:cNvSpPr txBox="1"/>
          <p:nvPr/>
        </p:nvSpPr>
        <p:spPr>
          <a:xfrm>
            <a:off x="4645378" y="3537285"/>
            <a:ext cx="570089" cy="230832"/>
          </a:xfrm>
          <a:prstGeom prst="rect">
            <a:avLst/>
          </a:prstGeom>
          <a:noFill/>
        </p:spPr>
        <p:txBody>
          <a:bodyPr wrap="square" rtlCol="0">
            <a:spAutoFit/>
          </a:bodyPr>
          <a:lstStyle/>
          <a:p>
            <a:pPr algn="ctr"/>
            <a:r>
              <a:rPr lang="en-US" sz="900" dirty="0"/>
              <a:t>89</a:t>
            </a:r>
          </a:p>
        </p:txBody>
      </p:sp>
      <p:sp>
        <p:nvSpPr>
          <p:cNvPr id="51" name="TextBox 50">
            <a:extLst>
              <a:ext uri="{FF2B5EF4-FFF2-40B4-BE49-F238E27FC236}">
                <a16:creationId xmlns:a16="http://schemas.microsoft.com/office/drawing/2014/main" id="{2D36C418-BFFA-2BF2-89B1-DA98C94F0204}"/>
              </a:ext>
            </a:extLst>
          </p:cNvPr>
          <p:cNvSpPr txBox="1"/>
          <p:nvPr/>
        </p:nvSpPr>
        <p:spPr>
          <a:xfrm>
            <a:off x="5215469" y="2231221"/>
            <a:ext cx="462845" cy="584775"/>
          </a:xfrm>
          <a:prstGeom prst="rect">
            <a:avLst/>
          </a:prstGeom>
          <a:noFill/>
        </p:spPr>
        <p:txBody>
          <a:bodyPr wrap="square" rtlCol="0">
            <a:spAutoFit/>
          </a:bodyPr>
          <a:lstStyle/>
          <a:p>
            <a:pPr algn="ctr"/>
            <a:r>
              <a:rPr lang="en-US" sz="3200" dirty="0"/>
              <a:t>6</a:t>
            </a:r>
          </a:p>
        </p:txBody>
      </p:sp>
      <p:sp>
        <p:nvSpPr>
          <p:cNvPr id="15" name="TextBox 14">
            <a:extLst>
              <a:ext uri="{FF2B5EF4-FFF2-40B4-BE49-F238E27FC236}">
                <a16:creationId xmlns:a16="http://schemas.microsoft.com/office/drawing/2014/main" id="{C7C5F99D-352C-44A5-0801-E72159713E12}"/>
              </a:ext>
            </a:extLst>
          </p:cNvPr>
          <p:cNvSpPr txBox="1"/>
          <p:nvPr/>
        </p:nvSpPr>
        <p:spPr>
          <a:xfrm>
            <a:off x="3217333" y="2734556"/>
            <a:ext cx="462845" cy="584775"/>
          </a:xfrm>
          <a:prstGeom prst="rect">
            <a:avLst/>
          </a:prstGeom>
          <a:noFill/>
        </p:spPr>
        <p:txBody>
          <a:bodyPr wrap="square" rtlCol="0">
            <a:spAutoFit/>
          </a:bodyPr>
          <a:lstStyle/>
          <a:p>
            <a:pPr algn="ctr"/>
            <a:r>
              <a:rPr lang="en-US" sz="3200" dirty="0"/>
              <a:t>7</a:t>
            </a:r>
          </a:p>
        </p:txBody>
      </p:sp>
      <p:sp>
        <p:nvSpPr>
          <p:cNvPr id="52" name="TextBox 51">
            <a:extLst>
              <a:ext uri="{FF2B5EF4-FFF2-40B4-BE49-F238E27FC236}">
                <a16:creationId xmlns:a16="http://schemas.microsoft.com/office/drawing/2014/main" id="{33CF1438-9020-8EF9-B2D2-689ED04A0016}"/>
              </a:ext>
            </a:extLst>
          </p:cNvPr>
          <p:cNvSpPr txBox="1"/>
          <p:nvPr/>
        </p:nvSpPr>
        <p:spPr>
          <a:xfrm>
            <a:off x="3716867" y="2734556"/>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494C0A35-2743-7EB3-ACE0-6ADB74175C7A}"/>
              </a:ext>
            </a:extLst>
          </p:cNvPr>
          <p:cNvSpPr txBox="1"/>
          <p:nvPr/>
        </p:nvSpPr>
        <p:spPr>
          <a:xfrm>
            <a:off x="3716867" y="1727886"/>
            <a:ext cx="462845" cy="584775"/>
          </a:xfrm>
          <a:prstGeom prst="rect">
            <a:avLst/>
          </a:prstGeom>
          <a:noFill/>
        </p:spPr>
        <p:txBody>
          <a:bodyPr wrap="square" rtlCol="0">
            <a:spAutoFit/>
          </a:bodyPr>
          <a:lstStyle/>
          <a:p>
            <a:pPr algn="ctr"/>
            <a:r>
              <a:rPr lang="en-US" sz="3200" dirty="0"/>
              <a:t>7</a:t>
            </a:r>
          </a:p>
        </p:txBody>
      </p:sp>
      <p:sp>
        <p:nvSpPr>
          <p:cNvPr id="33" name="TextBox 32">
            <a:extLst>
              <a:ext uri="{FF2B5EF4-FFF2-40B4-BE49-F238E27FC236}">
                <a16:creationId xmlns:a16="http://schemas.microsoft.com/office/drawing/2014/main" id="{A6DE1436-51FA-C472-E25E-BE49ED3B4E36}"/>
              </a:ext>
            </a:extLst>
          </p:cNvPr>
          <p:cNvSpPr txBox="1"/>
          <p:nvPr/>
        </p:nvSpPr>
        <p:spPr>
          <a:xfrm>
            <a:off x="3138310" y="3907597"/>
            <a:ext cx="570089" cy="230832"/>
          </a:xfrm>
          <a:prstGeom prst="rect">
            <a:avLst/>
          </a:prstGeom>
          <a:noFill/>
        </p:spPr>
        <p:txBody>
          <a:bodyPr wrap="square" rtlCol="0">
            <a:spAutoFit/>
          </a:bodyPr>
          <a:lstStyle/>
          <a:p>
            <a:pPr algn="ctr"/>
            <a:r>
              <a:rPr lang="en-US" sz="900" dirty="0"/>
              <a:t>15</a:t>
            </a:r>
          </a:p>
        </p:txBody>
      </p:sp>
      <p:sp>
        <p:nvSpPr>
          <p:cNvPr id="53" name="TextBox 52">
            <a:extLst>
              <a:ext uri="{FF2B5EF4-FFF2-40B4-BE49-F238E27FC236}">
                <a16:creationId xmlns:a16="http://schemas.microsoft.com/office/drawing/2014/main" id="{DDAF5CE7-1E57-C3A5-7EFC-1D6446C59373}"/>
              </a:ext>
            </a:extLst>
          </p:cNvPr>
          <p:cNvSpPr txBox="1"/>
          <p:nvPr/>
        </p:nvSpPr>
        <p:spPr>
          <a:xfrm>
            <a:off x="3138310" y="4408541"/>
            <a:ext cx="570089" cy="230832"/>
          </a:xfrm>
          <a:prstGeom prst="rect">
            <a:avLst/>
          </a:prstGeom>
          <a:noFill/>
        </p:spPr>
        <p:txBody>
          <a:bodyPr wrap="square" rtlCol="0">
            <a:spAutoFit/>
          </a:bodyPr>
          <a:lstStyle/>
          <a:p>
            <a:pPr algn="ctr"/>
            <a:r>
              <a:rPr lang="en-US" sz="900" dirty="0"/>
              <a:t>51</a:t>
            </a:r>
          </a:p>
        </p:txBody>
      </p:sp>
      <p:sp>
        <p:nvSpPr>
          <p:cNvPr id="64" name="TextBox 63">
            <a:extLst>
              <a:ext uri="{FF2B5EF4-FFF2-40B4-BE49-F238E27FC236}">
                <a16:creationId xmlns:a16="http://schemas.microsoft.com/office/drawing/2014/main" id="{125FBF52-A30C-758F-1309-47F647D2F2CB}"/>
              </a:ext>
            </a:extLst>
          </p:cNvPr>
          <p:cNvSpPr txBox="1"/>
          <p:nvPr/>
        </p:nvSpPr>
        <p:spPr>
          <a:xfrm>
            <a:off x="6654802" y="3406653"/>
            <a:ext cx="570089" cy="230832"/>
          </a:xfrm>
          <a:prstGeom prst="rect">
            <a:avLst/>
          </a:prstGeom>
          <a:noFill/>
        </p:spPr>
        <p:txBody>
          <a:bodyPr wrap="square" rtlCol="0">
            <a:spAutoFit/>
          </a:bodyPr>
          <a:lstStyle/>
          <a:p>
            <a:pPr algn="ctr"/>
            <a:r>
              <a:rPr lang="en-US" sz="900" dirty="0"/>
              <a:t>16</a:t>
            </a:r>
          </a:p>
        </p:txBody>
      </p:sp>
      <p:sp>
        <p:nvSpPr>
          <p:cNvPr id="65" name="TextBox 64">
            <a:extLst>
              <a:ext uri="{FF2B5EF4-FFF2-40B4-BE49-F238E27FC236}">
                <a16:creationId xmlns:a16="http://schemas.microsoft.com/office/drawing/2014/main" id="{8D88FE43-8419-1FE1-4626-5446ACA3D146}"/>
              </a:ext>
            </a:extLst>
          </p:cNvPr>
          <p:cNvSpPr txBox="1"/>
          <p:nvPr/>
        </p:nvSpPr>
        <p:spPr>
          <a:xfrm>
            <a:off x="7157158" y="3406653"/>
            <a:ext cx="570089" cy="230832"/>
          </a:xfrm>
          <a:prstGeom prst="rect">
            <a:avLst/>
          </a:prstGeom>
          <a:noFill/>
        </p:spPr>
        <p:txBody>
          <a:bodyPr wrap="square" rtlCol="0">
            <a:spAutoFit/>
          </a:bodyPr>
          <a:lstStyle/>
          <a:p>
            <a:pPr algn="ctr"/>
            <a:r>
              <a:rPr lang="en-US" sz="900" dirty="0"/>
              <a:t>61</a:t>
            </a:r>
          </a:p>
        </p:txBody>
      </p:sp>
      <p:sp>
        <p:nvSpPr>
          <p:cNvPr id="66" name="TextBox 65">
            <a:extLst>
              <a:ext uri="{FF2B5EF4-FFF2-40B4-BE49-F238E27FC236}">
                <a16:creationId xmlns:a16="http://schemas.microsoft.com/office/drawing/2014/main" id="{781C5B62-31F1-0ED4-2434-35B3325F05C7}"/>
              </a:ext>
            </a:extLst>
          </p:cNvPr>
          <p:cNvSpPr txBox="1"/>
          <p:nvPr/>
        </p:nvSpPr>
        <p:spPr>
          <a:xfrm>
            <a:off x="4216401" y="2734556"/>
            <a:ext cx="462845" cy="584775"/>
          </a:xfrm>
          <a:prstGeom prst="rect">
            <a:avLst/>
          </a:prstGeom>
          <a:noFill/>
        </p:spPr>
        <p:txBody>
          <a:bodyPr wrap="square" rtlCol="0">
            <a:spAutoFit/>
          </a:bodyPr>
          <a:lstStyle/>
          <a:p>
            <a:pPr algn="ctr"/>
            <a:r>
              <a:rPr lang="en-US" sz="3200" dirty="0"/>
              <a:t>5</a:t>
            </a:r>
          </a:p>
        </p:txBody>
      </p:sp>
      <p:sp>
        <p:nvSpPr>
          <p:cNvPr id="67" name="TextBox 66">
            <a:extLst>
              <a:ext uri="{FF2B5EF4-FFF2-40B4-BE49-F238E27FC236}">
                <a16:creationId xmlns:a16="http://schemas.microsoft.com/office/drawing/2014/main" id="{D2C4463E-C71C-52F3-9B63-5618B998883F}"/>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68" name="TextBox 67">
            <a:extLst>
              <a:ext uri="{FF2B5EF4-FFF2-40B4-BE49-F238E27FC236}">
                <a16:creationId xmlns:a16="http://schemas.microsoft.com/office/drawing/2014/main" id="{2AA59D61-DD58-6FEB-B1A4-CF9031E6FD48}"/>
              </a:ext>
            </a:extLst>
          </p:cNvPr>
          <p:cNvSpPr txBox="1"/>
          <p:nvPr/>
        </p:nvSpPr>
        <p:spPr>
          <a:xfrm>
            <a:off x="3716867" y="3237891"/>
            <a:ext cx="462845" cy="584775"/>
          </a:xfrm>
          <a:prstGeom prst="rect">
            <a:avLst/>
          </a:prstGeom>
          <a:noFill/>
        </p:spPr>
        <p:txBody>
          <a:bodyPr wrap="square" rtlCol="0">
            <a:spAutoFit/>
          </a:bodyPr>
          <a:lstStyle/>
          <a:p>
            <a:pPr algn="ctr"/>
            <a:r>
              <a:rPr lang="en-US" sz="3200" dirty="0"/>
              <a:t>4</a:t>
            </a:r>
          </a:p>
        </p:txBody>
      </p:sp>
      <p:sp>
        <p:nvSpPr>
          <p:cNvPr id="9" name="TextBox 8">
            <a:extLst>
              <a:ext uri="{FF2B5EF4-FFF2-40B4-BE49-F238E27FC236}">
                <a16:creationId xmlns:a16="http://schemas.microsoft.com/office/drawing/2014/main" id="{32061214-B4D4-4B4F-4954-D0E6FE1F6629}"/>
              </a:ext>
            </a:extLst>
          </p:cNvPr>
          <p:cNvSpPr txBox="1"/>
          <p:nvPr/>
        </p:nvSpPr>
        <p:spPr>
          <a:xfrm>
            <a:off x="5215469" y="2734556"/>
            <a:ext cx="462845" cy="584775"/>
          </a:xfrm>
          <a:prstGeom prst="rect">
            <a:avLst/>
          </a:prstGeom>
          <a:noFill/>
        </p:spPr>
        <p:txBody>
          <a:bodyPr wrap="square" rtlCol="0">
            <a:spAutoFit/>
          </a:bodyPr>
          <a:lstStyle/>
          <a:p>
            <a:pPr algn="ctr"/>
            <a:r>
              <a:rPr lang="en-US" sz="3200" dirty="0"/>
              <a:t>2</a:t>
            </a:r>
          </a:p>
        </p:txBody>
      </p:sp>
      <p:sp>
        <p:nvSpPr>
          <p:cNvPr id="45" name="TextBox 44">
            <a:extLst>
              <a:ext uri="{FF2B5EF4-FFF2-40B4-BE49-F238E27FC236}">
                <a16:creationId xmlns:a16="http://schemas.microsoft.com/office/drawing/2014/main" id="{23CC76A2-5417-8D17-868B-B903E22EF670}"/>
              </a:ext>
            </a:extLst>
          </p:cNvPr>
          <p:cNvSpPr txBox="1"/>
          <p:nvPr/>
        </p:nvSpPr>
        <p:spPr>
          <a:xfrm>
            <a:off x="7213604" y="2734556"/>
            <a:ext cx="462845" cy="584775"/>
          </a:xfrm>
          <a:prstGeom prst="rect">
            <a:avLst/>
          </a:prstGeom>
          <a:noFill/>
        </p:spPr>
        <p:txBody>
          <a:bodyPr wrap="square" rtlCol="0">
            <a:spAutoFit/>
          </a:bodyPr>
          <a:lstStyle/>
          <a:p>
            <a:pPr algn="ctr"/>
            <a:r>
              <a:rPr lang="en-US" sz="3200" dirty="0"/>
              <a:t>9</a:t>
            </a:r>
          </a:p>
        </p:txBody>
      </p:sp>
      <p:sp>
        <p:nvSpPr>
          <p:cNvPr id="46" name="TextBox 45">
            <a:extLst>
              <a:ext uri="{FF2B5EF4-FFF2-40B4-BE49-F238E27FC236}">
                <a16:creationId xmlns:a16="http://schemas.microsoft.com/office/drawing/2014/main" id="{64E1EBA9-72BE-89F5-0A96-C6BED49677D5}"/>
              </a:ext>
            </a:extLst>
          </p:cNvPr>
          <p:cNvSpPr txBox="1"/>
          <p:nvPr/>
        </p:nvSpPr>
        <p:spPr>
          <a:xfrm>
            <a:off x="6714071" y="2734556"/>
            <a:ext cx="462845" cy="584775"/>
          </a:xfrm>
          <a:prstGeom prst="rect">
            <a:avLst/>
          </a:prstGeom>
          <a:noFill/>
        </p:spPr>
        <p:txBody>
          <a:bodyPr wrap="square" rtlCol="0">
            <a:spAutoFit/>
          </a:bodyPr>
          <a:lstStyle/>
          <a:p>
            <a:pPr algn="ctr"/>
            <a:r>
              <a:rPr lang="en-US" sz="3200" dirty="0"/>
              <a:t>8</a:t>
            </a:r>
          </a:p>
        </p:txBody>
      </p:sp>
      <p:sp>
        <p:nvSpPr>
          <p:cNvPr id="50" name="TextBox 49">
            <a:extLst>
              <a:ext uri="{FF2B5EF4-FFF2-40B4-BE49-F238E27FC236}">
                <a16:creationId xmlns:a16="http://schemas.microsoft.com/office/drawing/2014/main" id="{04D66644-1266-F7E5-AF96-CFC1218E0FC5}"/>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54" name="TextBox 53">
            <a:extLst>
              <a:ext uri="{FF2B5EF4-FFF2-40B4-BE49-F238E27FC236}">
                <a16:creationId xmlns:a16="http://schemas.microsoft.com/office/drawing/2014/main" id="{60F5800C-7E16-D517-0039-B5D00FB8FC59}"/>
              </a:ext>
            </a:extLst>
          </p:cNvPr>
          <p:cNvSpPr txBox="1"/>
          <p:nvPr/>
        </p:nvSpPr>
        <p:spPr>
          <a:xfrm>
            <a:off x="3716867" y="721216"/>
            <a:ext cx="462845" cy="584775"/>
          </a:xfrm>
          <a:prstGeom prst="rect">
            <a:avLst/>
          </a:prstGeom>
          <a:noFill/>
        </p:spPr>
        <p:txBody>
          <a:bodyPr wrap="square" rtlCol="0">
            <a:spAutoFit/>
          </a:bodyPr>
          <a:lstStyle/>
          <a:p>
            <a:pPr algn="ctr"/>
            <a:r>
              <a:rPr lang="en-US" sz="3200" dirty="0"/>
              <a:t>3</a:t>
            </a:r>
          </a:p>
        </p:txBody>
      </p:sp>
      <p:sp>
        <p:nvSpPr>
          <p:cNvPr id="55" name="TextBox 54">
            <a:extLst>
              <a:ext uri="{FF2B5EF4-FFF2-40B4-BE49-F238E27FC236}">
                <a16:creationId xmlns:a16="http://schemas.microsoft.com/office/drawing/2014/main" id="{199AC6CB-B1B6-6B67-A2F6-110AA66C7BE2}"/>
              </a:ext>
            </a:extLst>
          </p:cNvPr>
          <p:cNvSpPr txBox="1"/>
          <p:nvPr/>
        </p:nvSpPr>
        <p:spPr>
          <a:xfrm>
            <a:off x="5715003" y="721216"/>
            <a:ext cx="462845" cy="584775"/>
          </a:xfrm>
          <a:prstGeom prst="rect">
            <a:avLst/>
          </a:prstGeom>
          <a:noFill/>
        </p:spPr>
        <p:txBody>
          <a:bodyPr wrap="square" rtlCol="0">
            <a:spAutoFit/>
          </a:bodyPr>
          <a:lstStyle/>
          <a:p>
            <a:pPr algn="ctr"/>
            <a:r>
              <a:rPr lang="en-US" sz="3200" dirty="0"/>
              <a:t>5</a:t>
            </a:r>
          </a:p>
        </p:txBody>
      </p:sp>
      <p:sp>
        <p:nvSpPr>
          <p:cNvPr id="37" name="TextBox 36">
            <a:extLst>
              <a:ext uri="{FF2B5EF4-FFF2-40B4-BE49-F238E27FC236}">
                <a16:creationId xmlns:a16="http://schemas.microsoft.com/office/drawing/2014/main" id="{B9CA9703-264F-17EA-7B04-411C5FF60187}"/>
              </a:ext>
            </a:extLst>
          </p:cNvPr>
          <p:cNvSpPr txBox="1"/>
          <p:nvPr/>
        </p:nvSpPr>
        <p:spPr>
          <a:xfrm>
            <a:off x="3716867" y="1224551"/>
            <a:ext cx="462845" cy="584775"/>
          </a:xfrm>
          <a:prstGeom prst="rect">
            <a:avLst/>
          </a:prstGeom>
          <a:noFill/>
        </p:spPr>
        <p:txBody>
          <a:bodyPr wrap="square" rtlCol="0">
            <a:spAutoFit/>
          </a:bodyPr>
          <a:lstStyle/>
          <a:p>
            <a:pPr algn="ctr"/>
            <a:r>
              <a:rPr lang="en-US" sz="3200" dirty="0"/>
              <a:t>5</a:t>
            </a:r>
          </a:p>
        </p:txBody>
      </p:sp>
      <p:sp>
        <p:nvSpPr>
          <p:cNvPr id="38" name="TextBox 37">
            <a:extLst>
              <a:ext uri="{FF2B5EF4-FFF2-40B4-BE49-F238E27FC236}">
                <a16:creationId xmlns:a16="http://schemas.microsoft.com/office/drawing/2014/main" id="{1EB17DA5-CCA8-F6AB-C9F5-E8DEA1E7D17B}"/>
              </a:ext>
            </a:extLst>
          </p:cNvPr>
          <p:cNvSpPr txBox="1"/>
          <p:nvPr/>
        </p:nvSpPr>
        <p:spPr>
          <a:xfrm>
            <a:off x="4715935" y="721216"/>
            <a:ext cx="462845" cy="584775"/>
          </a:xfrm>
          <a:prstGeom prst="rect">
            <a:avLst/>
          </a:prstGeom>
          <a:noFill/>
        </p:spPr>
        <p:txBody>
          <a:bodyPr wrap="square" rtlCol="0">
            <a:spAutoFit/>
          </a:bodyPr>
          <a:lstStyle/>
          <a:p>
            <a:pPr algn="ctr"/>
            <a:r>
              <a:rPr lang="en-US" sz="3200" dirty="0"/>
              <a:t>7</a:t>
            </a:r>
          </a:p>
        </p:txBody>
      </p:sp>
      <p:sp>
        <p:nvSpPr>
          <p:cNvPr id="56" name="TextBox 55">
            <a:extLst>
              <a:ext uri="{FF2B5EF4-FFF2-40B4-BE49-F238E27FC236}">
                <a16:creationId xmlns:a16="http://schemas.microsoft.com/office/drawing/2014/main" id="{09E12900-9C22-C9D8-8F3B-12CC5DB506C2}"/>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
        <p:nvSpPr>
          <p:cNvPr id="25" name="TextBox 24">
            <a:extLst>
              <a:ext uri="{FF2B5EF4-FFF2-40B4-BE49-F238E27FC236}">
                <a16:creationId xmlns:a16="http://schemas.microsoft.com/office/drawing/2014/main" id="{47BCDAEE-D0B6-63B1-A914-88C85F99FFA0}"/>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39" name="TextBox 38">
            <a:extLst>
              <a:ext uri="{FF2B5EF4-FFF2-40B4-BE49-F238E27FC236}">
                <a16:creationId xmlns:a16="http://schemas.microsoft.com/office/drawing/2014/main" id="{1E71249B-76BA-55EF-0327-9FC9EBEF305E}"/>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14" name="TextBox 13">
            <a:extLst>
              <a:ext uri="{FF2B5EF4-FFF2-40B4-BE49-F238E27FC236}">
                <a16:creationId xmlns:a16="http://schemas.microsoft.com/office/drawing/2014/main" id="{FCFFEFAF-AF09-D325-2766-8B0AE8B0A615}"/>
              </a:ext>
            </a:extLst>
          </p:cNvPr>
          <p:cNvSpPr txBox="1"/>
          <p:nvPr/>
        </p:nvSpPr>
        <p:spPr>
          <a:xfrm>
            <a:off x="6214537" y="3237891"/>
            <a:ext cx="462845" cy="584775"/>
          </a:xfrm>
          <a:prstGeom prst="rect">
            <a:avLst/>
          </a:prstGeom>
          <a:noFill/>
        </p:spPr>
        <p:txBody>
          <a:bodyPr wrap="square" rtlCol="0">
            <a:spAutoFit/>
          </a:bodyPr>
          <a:lstStyle/>
          <a:p>
            <a:pPr algn="ctr"/>
            <a:r>
              <a:rPr lang="en-US" sz="3200" dirty="0"/>
              <a:t>5</a:t>
            </a:r>
          </a:p>
        </p:txBody>
      </p:sp>
      <p:sp>
        <p:nvSpPr>
          <p:cNvPr id="41" name="TextBox 40">
            <a:extLst>
              <a:ext uri="{FF2B5EF4-FFF2-40B4-BE49-F238E27FC236}">
                <a16:creationId xmlns:a16="http://schemas.microsoft.com/office/drawing/2014/main" id="{372077BF-8E6D-F173-8BF8-09B0EA3B882D}"/>
              </a:ext>
            </a:extLst>
          </p:cNvPr>
          <p:cNvSpPr txBox="1"/>
          <p:nvPr/>
        </p:nvSpPr>
        <p:spPr>
          <a:xfrm>
            <a:off x="4143022" y="4038229"/>
            <a:ext cx="570089" cy="230832"/>
          </a:xfrm>
          <a:prstGeom prst="rect">
            <a:avLst/>
          </a:prstGeom>
          <a:noFill/>
        </p:spPr>
        <p:txBody>
          <a:bodyPr wrap="square" rtlCol="0">
            <a:spAutoFit/>
          </a:bodyPr>
          <a:lstStyle/>
          <a:p>
            <a:pPr algn="ctr"/>
            <a:r>
              <a:rPr lang="en-US" sz="900" dirty="0"/>
              <a:t>347</a:t>
            </a:r>
          </a:p>
        </p:txBody>
      </p:sp>
      <p:sp>
        <p:nvSpPr>
          <p:cNvPr id="57" name="TextBox 56">
            <a:extLst>
              <a:ext uri="{FF2B5EF4-FFF2-40B4-BE49-F238E27FC236}">
                <a16:creationId xmlns:a16="http://schemas.microsoft.com/office/drawing/2014/main" id="{17EA8917-E94E-A4E5-8A2E-6B5BCE392C90}"/>
              </a:ext>
            </a:extLst>
          </p:cNvPr>
          <p:cNvSpPr txBox="1"/>
          <p:nvPr/>
        </p:nvSpPr>
        <p:spPr>
          <a:xfrm>
            <a:off x="3640666" y="4408541"/>
            <a:ext cx="570089" cy="230832"/>
          </a:xfrm>
          <a:prstGeom prst="rect">
            <a:avLst/>
          </a:prstGeom>
          <a:noFill/>
        </p:spPr>
        <p:txBody>
          <a:bodyPr wrap="square" rtlCol="0">
            <a:spAutoFit/>
          </a:bodyPr>
          <a:lstStyle/>
          <a:p>
            <a:pPr algn="ctr"/>
            <a:r>
              <a:rPr lang="en-US" sz="900" dirty="0"/>
              <a:t>89</a:t>
            </a:r>
          </a:p>
        </p:txBody>
      </p:sp>
      <p:sp>
        <p:nvSpPr>
          <p:cNvPr id="58" name="TextBox 57">
            <a:extLst>
              <a:ext uri="{FF2B5EF4-FFF2-40B4-BE49-F238E27FC236}">
                <a16:creationId xmlns:a16="http://schemas.microsoft.com/office/drawing/2014/main" id="{A17ED015-232A-E960-6EE7-8C4689BA914C}"/>
              </a:ext>
            </a:extLst>
          </p:cNvPr>
          <p:cNvSpPr txBox="1"/>
          <p:nvPr/>
        </p:nvSpPr>
        <p:spPr>
          <a:xfrm>
            <a:off x="4143022" y="4539173"/>
            <a:ext cx="570089" cy="230832"/>
          </a:xfrm>
          <a:prstGeom prst="rect">
            <a:avLst/>
          </a:prstGeom>
          <a:noFill/>
        </p:spPr>
        <p:txBody>
          <a:bodyPr wrap="square" rtlCol="0">
            <a:spAutoFit/>
          </a:bodyPr>
          <a:lstStyle/>
          <a:p>
            <a:pPr algn="ctr"/>
            <a:r>
              <a:rPr lang="en-US" sz="900" dirty="0"/>
              <a:t>347</a:t>
            </a:r>
          </a:p>
        </p:txBody>
      </p:sp>
      <p:sp>
        <p:nvSpPr>
          <p:cNvPr id="59" name="TextBox 58">
            <a:extLst>
              <a:ext uri="{FF2B5EF4-FFF2-40B4-BE49-F238E27FC236}">
                <a16:creationId xmlns:a16="http://schemas.microsoft.com/office/drawing/2014/main" id="{50781358-CE92-BABE-52CC-A48221BE9C05}"/>
              </a:ext>
            </a:extLst>
          </p:cNvPr>
          <p:cNvSpPr txBox="1"/>
          <p:nvPr/>
        </p:nvSpPr>
        <p:spPr>
          <a:xfrm>
            <a:off x="3640666" y="5040116"/>
            <a:ext cx="570089" cy="230832"/>
          </a:xfrm>
          <a:prstGeom prst="rect">
            <a:avLst/>
          </a:prstGeom>
          <a:noFill/>
        </p:spPr>
        <p:txBody>
          <a:bodyPr wrap="square" rtlCol="0">
            <a:spAutoFit/>
          </a:bodyPr>
          <a:lstStyle/>
          <a:p>
            <a:pPr algn="ctr"/>
            <a:r>
              <a:rPr lang="en-US" sz="900" dirty="0"/>
              <a:t>98</a:t>
            </a:r>
          </a:p>
        </p:txBody>
      </p:sp>
      <p:sp>
        <p:nvSpPr>
          <p:cNvPr id="62" name="TextBox 61">
            <a:extLst>
              <a:ext uri="{FF2B5EF4-FFF2-40B4-BE49-F238E27FC236}">
                <a16:creationId xmlns:a16="http://schemas.microsoft.com/office/drawing/2014/main" id="{A25264E1-4B5C-FE38-D283-E91E28AD8257}"/>
              </a:ext>
            </a:extLst>
          </p:cNvPr>
          <p:cNvSpPr txBox="1"/>
          <p:nvPr/>
        </p:nvSpPr>
        <p:spPr>
          <a:xfrm>
            <a:off x="4143022" y="5040116"/>
            <a:ext cx="570089" cy="230832"/>
          </a:xfrm>
          <a:prstGeom prst="rect">
            <a:avLst/>
          </a:prstGeom>
          <a:noFill/>
        </p:spPr>
        <p:txBody>
          <a:bodyPr wrap="square" rtlCol="0">
            <a:spAutoFit/>
          </a:bodyPr>
          <a:lstStyle/>
          <a:p>
            <a:pPr algn="ctr"/>
            <a:r>
              <a:rPr lang="en-US" sz="900" dirty="0"/>
              <a:t>47</a:t>
            </a:r>
          </a:p>
        </p:txBody>
      </p:sp>
      <p:sp>
        <p:nvSpPr>
          <p:cNvPr id="63" name="TextBox 62">
            <a:extLst>
              <a:ext uri="{FF2B5EF4-FFF2-40B4-BE49-F238E27FC236}">
                <a16:creationId xmlns:a16="http://schemas.microsoft.com/office/drawing/2014/main" id="{67F84E6B-964C-F66B-3EF9-E60F302D1176}"/>
              </a:ext>
            </a:extLst>
          </p:cNvPr>
          <p:cNvSpPr txBox="1"/>
          <p:nvPr/>
        </p:nvSpPr>
        <p:spPr>
          <a:xfrm>
            <a:off x="6152446" y="3907597"/>
            <a:ext cx="570089" cy="230832"/>
          </a:xfrm>
          <a:prstGeom prst="rect">
            <a:avLst/>
          </a:prstGeom>
          <a:noFill/>
        </p:spPr>
        <p:txBody>
          <a:bodyPr wrap="square" rtlCol="0">
            <a:spAutoFit/>
          </a:bodyPr>
          <a:lstStyle/>
          <a:p>
            <a:pPr algn="ctr"/>
            <a:r>
              <a:rPr lang="en-US" sz="900" dirty="0"/>
              <a:t>489</a:t>
            </a:r>
          </a:p>
        </p:txBody>
      </p:sp>
      <p:sp>
        <p:nvSpPr>
          <p:cNvPr id="69" name="TextBox 68">
            <a:extLst>
              <a:ext uri="{FF2B5EF4-FFF2-40B4-BE49-F238E27FC236}">
                <a16:creationId xmlns:a16="http://schemas.microsoft.com/office/drawing/2014/main" id="{C36FFDD5-2757-7BE3-37C7-B16669063A5C}"/>
              </a:ext>
            </a:extLst>
          </p:cNvPr>
          <p:cNvSpPr txBox="1"/>
          <p:nvPr/>
        </p:nvSpPr>
        <p:spPr>
          <a:xfrm>
            <a:off x="6152446" y="4539173"/>
            <a:ext cx="570089" cy="230832"/>
          </a:xfrm>
          <a:prstGeom prst="rect">
            <a:avLst/>
          </a:prstGeom>
          <a:noFill/>
        </p:spPr>
        <p:txBody>
          <a:bodyPr wrap="square" rtlCol="0">
            <a:spAutoFit/>
          </a:bodyPr>
          <a:lstStyle/>
          <a:p>
            <a:pPr algn="ctr"/>
            <a:r>
              <a:rPr lang="en-US" sz="900" dirty="0"/>
              <a:t>489</a:t>
            </a:r>
          </a:p>
        </p:txBody>
      </p:sp>
      <p:sp>
        <p:nvSpPr>
          <p:cNvPr id="70" name="TextBox 69">
            <a:extLst>
              <a:ext uri="{FF2B5EF4-FFF2-40B4-BE49-F238E27FC236}">
                <a16:creationId xmlns:a16="http://schemas.microsoft.com/office/drawing/2014/main" id="{389D3D83-4A93-5406-67AC-EE44658DE800}"/>
              </a:ext>
            </a:extLst>
          </p:cNvPr>
          <p:cNvSpPr txBox="1"/>
          <p:nvPr/>
        </p:nvSpPr>
        <p:spPr>
          <a:xfrm>
            <a:off x="6152446" y="5040116"/>
            <a:ext cx="570089" cy="230832"/>
          </a:xfrm>
          <a:prstGeom prst="rect">
            <a:avLst/>
          </a:prstGeom>
          <a:noFill/>
        </p:spPr>
        <p:txBody>
          <a:bodyPr wrap="square" rtlCol="0">
            <a:spAutoFit/>
          </a:bodyPr>
          <a:lstStyle/>
          <a:p>
            <a:pPr algn="ctr"/>
            <a:r>
              <a:rPr lang="en-US" sz="900" dirty="0"/>
              <a:t>489</a:t>
            </a:r>
          </a:p>
        </p:txBody>
      </p:sp>
      <p:sp>
        <p:nvSpPr>
          <p:cNvPr id="71" name="TextBox 70">
            <a:extLst>
              <a:ext uri="{FF2B5EF4-FFF2-40B4-BE49-F238E27FC236}">
                <a16:creationId xmlns:a16="http://schemas.microsoft.com/office/drawing/2014/main" id="{84EEC91F-0122-3CCA-75F8-A2E1B76634C3}"/>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
        <p:nvSpPr>
          <p:cNvPr id="73" name="TextBox 72">
            <a:extLst>
              <a:ext uri="{FF2B5EF4-FFF2-40B4-BE49-F238E27FC236}">
                <a16:creationId xmlns:a16="http://schemas.microsoft.com/office/drawing/2014/main" id="{26BBD0C2-2A0E-3E26-A85E-9CB5BE18788A}"/>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74" name="TextBox 73">
            <a:extLst>
              <a:ext uri="{FF2B5EF4-FFF2-40B4-BE49-F238E27FC236}">
                <a16:creationId xmlns:a16="http://schemas.microsoft.com/office/drawing/2014/main" id="{6D5D61FC-9576-6885-FCB5-111B36707AD8}"/>
              </a:ext>
            </a:extLst>
          </p:cNvPr>
          <p:cNvSpPr txBox="1"/>
          <p:nvPr/>
        </p:nvSpPr>
        <p:spPr>
          <a:xfrm>
            <a:off x="5215469" y="1727886"/>
            <a:ext cx="462845" cy="584775"/>
          </a:xfrm>
          <a:prstGeom prst="rect">
            <a:avLst/>
          </a:prstGeom>
          <a:noFill/>
        </p:spPr>
        <p:txBody>
          <a:bodyPr wrap="square" rtlCol="0">
            <a:spAutoFit/>
          </a:bodyPr>
          <a:lstStyle/>
          <a:p>
            <a:pPr algn="ctr"/>
            <a:r>
              <a:rPr lang="en-US" sz="3200" dirty="0"/>
              <a:t>8</a:t>
            </a:r>
          </a:p>
        </p:txBody>
      </p:sp>
      <p:sp>
        <p:nvSpPr>
          <p:cNvPr id="75" name="TextBox 74">
            <a:extLst>
              <a:ext uri="{FF2B5EF4-FFF2-40B4-BE49-F238E27FC236}">
                <a16:creationId xmlns:a16="http://schemas.microsoft.com/office/drawing/2014/main" id="{02F3ADA2-162C-EE8C-42F3-574662725FF4}"/>
              </a:ext>
            </a:extLst>
          </p:cNvPr>
          <p:cNvSpPr txBox="1"/>
          <p:nvPr/>
        </p:nvSpPr>
        <p:spPr>
          <a:xfrm>
            <a:off x="3217333" y="1224551"/>
            <a:ext cx="462845" cy="584775"/>
          </a:xfrm>
          <a:prstGeom prst="rect">
            <a:avLst/>
          </a:prstGeom>
          <a:noFill/>
        </p:spPr>
        <p:txBody>
          <a:bodyPr wrap="square" rtlCol="0">
            <a:spAutoFit/>
          </a:bodyPr>
          <a:lstStyle/>
          <a:p>
            <a:pPr algn="ctr"/>
            <a:r>
              <a:rPr lang="en-US" sz="3200" dirty="0"/>
              <a:t>8</a:t>
            </a:r>
          </a:p>
        </p:txBody>
      </p:sp>
      <p:sp>
        <p:nvSpPr>
          <p:cNvPr id="76" name="TextBox 75">
            <a:extLst>
              <a:ext uri="{FF2B5EF4-FFF2-40B4-BE49-F238E27FC236}">
                <a16:creationId xmlns:a16="http://schemas.microsoft.com/office/drawing/2014/main" id="{74FA1587-5978-C3ED-89E6-6A377C480124}"/>
              </a:ext>
            </a:extLst>
          </p:cNvPr>
          <p:cNvSpPr txBox="1"/>
          <p:nvPr/>
        </p:nvSpPr>
        <p:spPr>
          <a:xfrm>
            <a:off x="3217333" y="1727886"/>
            <a:ext cx="462845" cy="584775"/>
          </a:xfrm>
          <a:prstGeom prst="rect">
            <a:avLst/>
          </a:prstGeom>
          <a:noFill/>
        </p:spPr>
        <p:txBody>
          <a:bodyPr wrap="square" rtlCol="0">
            <a:spAutoFit/>
          </a:bodyPr>
          <a:lstStyle/>
          <a:p>
            <a:pPr algn="ctr"/>
            <a:r>
              <a:rPr lang="en-US" sz="3200" dirty="0"/>
              <a:t>9</a:t>
            </a:r>
          </a:p>
        </p:txBody>
      </p:sp>
      <p:sp>
        <p:nvSpPr>
          <p:cNvPr id="77" name="TextBox 76">
            <a:extLst>
              <a:ext uri="{FF2B5EF4-FFF2-40B4-BE49-F238E27FC236}">
                <a16:creationId xmlns:a16="http://schemas.microsoft.com/office/drawing/2014/main" id="{B3C9ED82-FE43-C4EA-8173-4EBD94D9DB0C}"/>
              </a:ext>
            </a:extLst>
          </p:cNvPr>
          <p:cNvSpPr txBox="1"/>
          <p:nvPr/>
        </p:nvSpPr>
        <p:spPr>
          <a:xfrm>
            <a:off x="6714071" y="1727886"/>
            <a:ext cx="462845" cy="584775"/>
          </a:xfrm>
          <a:prstGeom prst="rect">
            <a:avLst/>
          </a:prstGeom>
          <a:noFill/>
        </p:spPr>
        <p:txBody>
          <a:bodyPr wrap="square" rtlCol="0">
            <a:spAutoFit/>
          </a:bodyPr>
          <a:lstStyle/>
          <a:p>
            <a:pPr algn="ctr"/>
            <a:r>
              <a:rPr lang="en-US" sz="3200" dirty="0"/>
              <a:t>3</a:t>
            </a:r>
          </a:p>
        </p:txBody>
      </p:sp>
      <p:sp>
        <p:nvSpPr>
          <p:cNvPr id="78" name="TextBox 77">
            <a:extLst>
              <a:ext uri="{FF2B5EF4-FFF2-40B4-BE49-F238E27FC236}">
                <a16:creationId xmlns:a16="http://schemas.microsoft.com/office/drawing/2014/main" id="{69270590-1193-589C-5B0B-D080C5674A6D}"/>
              </a:ext>
            </a:extLst>
          </p:cNvPr>
          <p:cNvSpPr txBox="1"/>
          <p:nvPr/>
        </p:nvSpPr>
        <p:spPr>
          <a:xfrm>
            <a:off x="7213604" y="1727886"/>
            <a:ext cx="462845" cy="584775"/>
          </a:xfrm>
          <a:prstGeom prst="rect">
            <a:avLst/>
          </a:prstGeom>
          <a:noFill/>
        </p:spPr>
        <p:txBody>
          <a:bodyPr wrap="square" rtlCol="0">
            <a:spAutoFit/>
          </a:bodyPr>
          <a:lstStyle/>
          <a:p>
            <a:pPr algn="ctr"/>
            <a:r>
              <a:rPr lang="en-US" sz="3200" dirty="0"/>
              <a:t>5</a:t>
            </a:r>
          </a:p>
        </p:txBody>
      </p:sp>
      <p:sp>
        <p:nvSpPr>
          <p:cNvPr id="79" name="TextBox 78">
            <a:extLst>
              <a:ext uri="{FF2B5EF4-FFF2-40B4-BE49-F238E27FC236}">
                <a16:creationId xmlns:a16="http://schemas.microsoft.com/office/drawing/2014/main" id="{95D49B25-7236-6E10-0BC7-49663EDC5718}"/>
              </a:ext>
            </a:extLst>
          </p:cNvPr>
          <p:cNvSpPr txBox="1"/>
          <p:nvPr/>
        </p:nvSpPr>
        <p:spPr>
          <a:xfrm>
            <a:off x="4715935" y="2734556"/>
            <a:ext cx="462845" cy="584775"/>
          </a:xfrm>
          <a:prstGeom prst="rect">
            <a:avLst/>
          </a:prstGeom>
          <a:noFill/>
        </p:spPr>
        <p:txBody>
          <a:bodyPr wrap="square" rtlCol="0">
            <a:spAutoFit/>
          </a:bodyPr>
          <a:lstStyle/>
          <a:p>
            <a:pPr algn="ctr"/>
            <a:r>
              <a:rPr lang="en-US" sz="3200" dirty="0"/>
              <a:t>1</a:t>
            </a:r>
          </a:p>
        </p:txBody>
      </p:sp>
      <p:sp>
        <p:nvSpPr>
          <p:cNvPr id="80" name="TextBox 79">
            <a:extLst>
              <a:ext uri="{FF2B5EF4-FFF2-40B4-BE49-F238E27FC236}">
                <a16:creationId xmlns:a16="http://schemas.microsoft.com/office/drawing/2014/main" id="{04BA7214-4051-8844-A68C-46D6FC95037B}"/>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A9171150-4694-9336-B7E6-8C72DD5E9F06}"/>
              </a:ext>
            </a:extLst>
          </p:cNvPr>
          <p:cNvSpPr txBox="1"/>
          <p:nvPr/>
        </p:nvSpPr>
        <p:spPr>
          <a:xfrm>
            <a:off x="3716867" y="3741226"/>
            <a:ext cx="462845" cy="584775"/>
          </a:xfrm>
          <a:prstGeom prst="rect">
            <a:avLst/>
          </a:prstGeom>
          <a:noFill/>
        </p:spPr>
        <p:txBody>
          <a:bodyPr wrap="square" rtlCol="0">
            <a:spAutoFit/>
          </a:bodyPr>
          <a:lstStyle/>
          <a:p>
            <a:pPr algn="ctr"/>
            <a:r>
              <a:rPr lang="en-US" sz="3200" dirty="0"/>
              <a:t>2</a:t>
            </a:r>
          </a:p>
        </p:txBody>
      </p:sp>
      <p:sp>
        <p:nvSpPr>
          <p:cNvPr id="17" name="TextBox 16">
            <a:extLst>
              <a:ext uri="{FF2B5EF4-FFF2-40B4-BE49-F238E27FC236}">
                <a16:creationId xmlns:a16="http://schemas.microsoft.com/office/drawing/2014/main" id="{3EE71A36-090F-BA7C-5A91-0A211181421B}"/>
              </a:ext>
            </a:extLst>
          </p:cNvPr>
          <p:cNvSpPr txBox="1"/>
          <p:nvPr/>
        </p:nvSpPr>
        <p:spPr>
          <a:xfrm>
            <a:off x="5147734" y="4038229"/>
            <a:ext cx="570089" cy="230832"/>
          </a:xfrm>
          <a:prstGeom prst="rect">
            <a:avLst/>
          </a:prstGeom>
          <a:noFill/>
        </p:spPr>
        <p:txBody>
          <a:bodyPr wrap="square" rtlCol="0">
            <a:spAutoFit/>
          </a:bodyPr>
          <a:lstStyle/>
          <a:p>
            <a:pPr algn="ctr"/>
            <a:r>
              <a:rPr lang="en-US" sz="900" dirty="0"/>
              <a:t>3459</a:t>
            </a:r>
          </a:p>
        </p:txBody>
      </p:sp>
      <p:sp>
        <p:nvSpPr>
          <p:cNvPr id="21" name="TextBox 20">
            <a:extLst>
              <a:ext uri="{FF2B5EF4-FFF2-40B4-BE49-F238E27FC236}">
                <a16:creationId xmlns:a16="http://schemas.microsoft.com/office/drawing/2014/main" id="{134FC56B-82DA-28D7-D45E-269558F986DE}"/>
              </a:ext>
            </a:extLst>
          </p:cNvPr>
          <p:cNvSpPr txBox="1"/>
          <p:nvPr/>
        </p:nvSpPr>
        <p:spPr>
          <a:xfrm>
            <a:off x="5650090" y="4038229"/>
            <a:ext cx="570089" cy="230832"/>
          </a:xfrm>
          <a:prstGeom prst="rect">
            <a:avLst/>
          </a:prstGeom>
          <a:noFill/>
        </p:spPr>
        <p:txBody>
          <a:bodyPr wrap="square" rtlCol="0">
            <a:spAutoFit/>
          </a:bodyPr>
          <a:lstStyle/>
          <a:p>
            <a:pPr algn="ctr"/>
            <a:r>
              <a:rPr lang="en-US" sz="900" dirty="0"/>
              <a:t>1789</a:t>
            </a:r>
          </a:p>
        </p:txBody>
      </p:sp>
      <p:sp>
        <p:nvSpPr>
          <p:cNvPr id="28" name="TextBox 27">
            <a:extLst>
              <a:ext uri="{FF2B5EF4-FFF2-40B4-BE49-F238E27FC236}">
                <a16:creationId xmlns:a16="http://schemas.microsoft.com/office/drawing/2014/main" id="{A7C4F36D-7B4B-B6E3-CC1E-ADFB770D3AB9}"/>
              </a:ext>
            </a:extLst>
          </p:cNvPr>
          <p:cNvSpPr txBox="1"/>
          <p:nvPr/>
        </p:nvSpPr>
        <p:spPr>
          <a:xfrm>
            <a:off x="4645378" y="4539173"/>
            <a:ext cx="570089" cy="230832"/>
          </a:xfrm>
          <a:prstGeom prst="rect">
            <a:avLst/>
          </a:prstGeom>
          <a:noFill/>
        </p:spPr>
        <p:txBody>
          <a:bodyPr wrap="square" rtlCol="0">
            <a:spAutoFit/>
          </a:bodyPr>
          <a:lstStyle/>
          <a:p>
            <a:pPr algn="ctr"/>
            <a:r>
              <a:rPr lang="en-US" sz="900" dirty="0"/>
              <a:t>2389</a:t>
            </a:r>
          </a:p>
        </p:txBody>
      </p:sp>
      <p:sp>
        <p:nvSpPr>
          <p:cNvPr id="29" name="TextBox 28">
            <a:extLst>
              <a:ext uri="{FF2B5EF4-FFF2-40B4-BE49-F238E27FC236}">
                <a16:creationId xmlns:a16="http://schemas.microsoft.com/office/drawing/2014/main" id="{A22400FE-6CCF-851D-91CD-443EE8775412}"/>
              </a:ext>
            </a:extLst>
          </p:cNvPr>
          <p:cNvSpPr txBox="1"/>
          <p:nvPr/>
        </p:nvSpPr>
        <p:spPr>
          <a:xfrm>
            <a:off x="5147734" y="4539173"/>
            <a:ext cx="570089" cy="230832"/>
          </a:xfrm>
          <a:prstGeom prst="rect">
            <a:avLst/>
          </a:prstGeom>
          <a:noFill/>
        </p:spPr>
        <p:txBody>
          <a:bodyPr wrap="square" rtlCol="0">
            <a:spAutoFit/>
          </a:bodyPr>
          <a:lstStyle/>
          <a:p>
            <a:pPr algn="ctr"/>
            <a:r>
              <a:rPr lang="en-US" sz="900" dirty="0"/>
              <a:t>3459</a:t>
            </a:r>
          </a:p>
        </p:txBody>
      </p:sp>
      <p:sp>
        <p:nvSpPr>
          <p:cNvPr id="32" name="TextBox 31">
            <a:extLst>
              <a:ext uri="{FF2B5EF4-FFF2-40B4-BE49-F238E27FC236}">
                <a16:creationId xmlns:a16="http://schemas.microsoft.com/office/drawing/2014/main" id="{927C8C23-212A-773C-9B45-BA024235E279}"/>
              </a:ext>
            </a:extLst>
          </p:cNvPr>
          <p:cNvSpPr txBox="1"/>
          <p:nvPr/>
        </p:nvSpPr>
        <p:spPr>
          <a:xfrm>
            <a:off x="5650090" y="4539173"/>
            <a:ext cx="570089" cy="230832"/>
          </a:xfrm>
          <a:prstGeom prst="rect">
            <a:avLst/>
          </a:prstGeom>
          <a:noFill/>
        </p:spPr>
        <p:txBody>
          <a:bodyPr wrap="square" rtlCol="0">
            <a:spAutoFit/>
          </a:bodyPr>
          <a:lstStyle/>
          <a:p>
            <a:pPr algn="ctr"/>
            <a:r>
              <a:rPr lang="en-US" sz="900" dirty="0"/>
              <a:t>1789</a:t>
            </a:r>
          </a:p>
        </p:txBody>
      </p:sp>
      <p:sp>
        <p:nvSpPr>
          <p:cNvPr id="34" name="TextBox 33">
            <a:extLst>
              <a:ext uri="{FF2B5EF4-FFF2-40B4-BE49-F238E27FC236}">
                <a16:creationId xmlns:a16="http://schemas.microsoft.com/office/drawing/2014/main" id="{66256B9A-8E98-7FD4-8D72-424C91B3FFAD}"/>
              </a:ext>
            </a:extLst>
          </p:cNvPr>
          <p:cNvSpPr txBox="1"/>
          <p:nvPr/>
        </p:nvSpPr>
        <p:spPr>
          <a:xfrm>
            <a:off x="4645378" y="5040116"/>
            <a:ext cx="570089" cy="230832"/>
          </a:xfrm>
          <a:prstGeom prst="rect">
            <a:avLst/>
          </a:prstGeom>
          <a:noFill/>
        </p:spPr>
        <p:txBody>
          <a:bodyPr wrap="square" rtlCol="0">
            <a:spAutoFit/>
          </a:bodyPr>
          <a:lstStyle/>
          <a:p>
            <a:pPr algn="ctr"/>
            <a:r>
              <a:rPr lang="en-US" sz="900" dirty="0"/>
              <a:t>289</a:t>
            </a:r>
          </a:p>
        </p:txBody>
      </p:sp>
      <p:sp>
        <p:nvSpPr>
          <p:cNvPr id="49" name="TextBox 48">
            <a:extLst>
              <a:ext uri="{FF2B5EF4-FFF2-40B4-BE49-F238E27FC236}">
                <a16:creationId xmlns:a16="http://schemas.microsoft.com/office/drawing/2014/main" id="{80476D8C-2BE1-AAC7-EF3C-A12C73AC859C}"/>
              </a:ext>
            </a:extLst>
          </p:cNvPr>
          <p:cNvSpPr txBox="1"/>
          <p:nvPr/>
        </p:nvSpPr>
        <p:spPr>
          <a:xfrm>
            <a:off x="5147734" y="5040116"/>
            <a:ext cx="570089" cy="230832"/>
          </a:xfrm>
          <a:prstGeom prst="rect">
            <a:avLst/>
          </a:prstGeom>
          <a:noFill/>
        </p:spPr>
        <p:txBody>
          <a:bodyPr wrap="square" rtlCol="0">
            <a:spAutoFit/>
          </a:bodyPr>
          <a:lstStyle/>
          <a:p>
            <a:pPr algn="ctr"/>
            <a:r>
              <a:rPr lang="en-US" sz="900" dirty="0"/>
              <a:t>459</a:t>
            </a:r>
          </a:p>
        </p:txBody>
      </p:sp>
      <p:sp>
        <p:nvSpPr>
          <p:cNvPr id="60" name="TextBox 59">
            <a:extLst>
              <a:ext uri="{FF2B5EF4-FFF2-40B4-BE49-F238E27FC236}">
                <a16:creationId xmlns:a16="http://schemas.microsoft.com/office/drawing/2014/main" id="{DD6B8CB5-94DB-1A91-CF68-92088E35FD2C}"/>
              </a:ext>
            </a:extLst>
          </p:cNvPr>
          <p:cNvSpPr txBox="1"/>
          <p:nvPr/>
        </p:nvSpPr>
        <p:spPr>
          <a:xfrm>
            <a:off x="5650090" y="5040116"/>
            <a:ext cx="570089" cy="230832"/>
          </a:xfrm>
          <a:prstGeom prst="rect">
            <a:avLst/>
          </a:prstGeom>
          <a:noFill/>
        </p:spPr>
        <p:txBody>
          <a:bodyPr wrap="square" rtlCol="0">
            <a:spAutoFit/>
          </a:bodyPr>
          <a:lstStyle/>
          <a:p>
            <a:pPr algn="ctr"/>
            <a:r>
              <a:rPr lang="en-US" sz="900" dirty="0"/>
              <a:t>1789</a:t>
            </a:r>
          </a:p>
        </p:txBody>
      </p:sp>
      <p:sp>
        <p:nvSpPr>
          <p:cNvPr id="61" name="TextBox 60">
            <a:extLst>
              <a:ext uri="{FF2B5EF4-FFF2-40B4-BE49-F238E27FC236}">
                <a16:creationId xmlns:a16="http://schemas.microsoft.com/office/drawing/2014/main" id="{1DFE2CFC-C5A5-C95B-4A81-C971FDF76482}"/>
              </a:ext>
            </a:extLst>
          </p:cNvPr>
          <p:cNvSpPr txBox="1"/>
          <p:nvPr/>
        </p:nvSpPr>
        <p:spPr>
          <a:xfrm>
            <a:off x="6654802" y="3907597"/>
            <a:ext cx="570089" cy="230832"/>
          </a:xfrm>
          <a:prstGeom prst="rect">
            <a:avLst/>
          </a:prstGeom>
          <a:noFill/>
        </p:spPr>
        <p:txBody>
          <a:bodyPr wrap="square" rtlCol="0">
            <a:spAutoFit/>
          </a:bodyPr>
          <a:lstStyle/>
          <a:p>
            <a:pPr algn="ctr"/>
            <a:r>
              <a:rPr lang="en-US" sz="900" dirty="0"/>
              <a:t>1457</a:t>
            </a:r>
          </a:p>
        </p:txBody>
      </p:sp>
      <p:sp>
        <p:nvSpPr>
          <p:cNvPr id="72" name="TextBox 71">
            <a:extLst>
              <a:ext uri="{FF2B5EF4-FFF2-40B4-BE49-F238E27FC236}">
                <a16:creationId xmlns:a16="http://schemas.microsoft.com/office/drawing/2014/main" id="{ABB9EDFF-C9B2-CB8F-62B9-CA135792767D}"/>
              </a:ext>
            </a:extLst>
          </p:cNvPr>
          <p:cNvSpPr txBox="1"/>
          <p:nvPr/>
        </p:nvSpPr>
        <p:spPr>
          <a:xfrm>
            <a:off x="7157158" y="3907597"/>
            <a:ext cx="570089" cy="230832"/>
          </a:xfrm>
          <a:prstGeom prst="rect">
            <a:avLst/>
          </a:prstGeom>
          <a:noFill/>
        </p:spPr>
        <p:txBody>
          <a:bodyPr wrap="square" rtlCol="0">
            <a:spAutoFit/>
          </a:bodyPr>
          <a:lstStyle/>
          <a:p>
            <a:pPr algn="ctr"/>
            <a:r>
              <a:rPr lang="en-US" sz="900" dirty="0"/>
              <a:t>1467</a:t>
            </a:r>
          </a:p>
        </p:txBody>
      </p:sp>
      <p:sp>
        <p:nvSpPr>
          <p:cNvPr id="81" name="TextBox 80">
            <a:extLst>
              <a:ext uri="{FF2B5EF4-FFF2-40B4-BE49-F238E27FC236}">
                <a16:creationId xmlns:a16="http://schemas.microsoft.com/office/drawing/2014/main" id="{D225685B-77CE-FEA7-8382-AEF352277E50}"/>
              </a:ext>
            </a:extLst>
          </p:cNvPr>
          <p:cNvSpPr txBox="1"/>
          <p:nvPr/>
        </p:nvSpPr>
        <p:spPr>
          <a:xfrm>
            <a:off x="6654802" y="4408541"/>
            <a:ext cx="570089" cy="230832"/>
          </a:xfrm>
          <a:prstGeom prst="rect">
            <a:avLst/>
          </a:prstGeom>
          <a:noFill/>
        </p:spPr>
        <p:txBody>
          <a:bodyPr wrap="square" rtlCol="0">
            <a:spAutoFit/>
          </a:bodyPr>
          <a:lstStyle/>
          <a:p>
            <a:pPr algn="ctr"/>
            <a:r>
              <a:rPr lang="en-US" sz="900" dirty="0"/>
              <a:t>124567</a:t>
            </a:r>
          </a:p>
        </p:txBody>
      </p:sp>
      <p:sp>
        <p:nvSpPr>
          <p:cNvPr id="82" name="TextBox 81">
            <a:extLst>
              <a:ext uri="{FF2B5EF4-FFF2-40B4-BE49-F238E27FC236}">
                <a16:creationId xmlns:a16="http://schemas.microsoft.com/office/drawing/2014/main" id="{E74B321F-46E5-7986-3EF8-3C40D92027FA}"/>
              </a:ext>
            </a:extLst>
          </p:cNvPr>
          <p:cNvSpPr txBox="1"/>
          <p:nvPr/>
        </p:nvSpPr>
        <p:spPr>
          <a:xfrm>
            <a:off x="7157158" y="4408541"/>
            <a:ext cx="570089" cy="230832"/>
          </a:xfrm>
          <a:prstGeom prst="rect">
            <a:avLst/>
          </a:prstGeom>
          <a:noFill/>
        </p:spPr>
        <p:txBody>
          <a:bodyPr wrap="square" rtlCol="0">
            <a:spAutoFit/>
          </a:bodyPr>
          <a:lstStyle/>
          <a:p>
            <a:pPr algn="ctr"/>
            <a:r>
              <a:rPr lang="en-US" sz="900" dirty="0"/>
              <a:t>12467</a:t>
            </a:r>
          </a:p>
        </p:txBody>
      </p:sp>
      <p:sp>
        <p:nvSpPr>
          <p:cNvPr id="83" name="TextBox 82">
            <a:extLst>
              <a:ext uri="{FF2B5EF4-FFF2-40B4-BE49-F238E27FC236}">
                <a16:creationId xmlns:a16="http://schemas.microsoft.com/office/drawing/2014/main" id="{9A43AA55-AC8C-CC95-F622-B55CDEE0203C}"/>
              </a:ext>
            </a:extLst>
          </p:cNvPr>
          <p:cNvSpPr txBox="1"/>
          <p:nvPr/>
        </p:nvSpPr>
        <p:spPr>
          <a:xfrm>
            <a:off x="6654802" y="5040116"/>
            <a:ext cx="570089" cy="230832"/>
          </a:xfrm>
          <a:prstGeom prst="rect">
            <a:avLst/>
          </a:prstGeom>
          <a:noFill/>
        </p:spPr>
        <p:txBody>
          <a:bodyPr wrap="square" rtlCol="0">
            <a:spAutoFit/>
          </a:bodyPr>
          <a:lstStyle/>
          <a:p>
            <a:pPr algn="ctr"/>
            <a:r>
              <a:rPr lang="en-US" sz="900" dirty="0"/>
              <a:t>12457</a:t>
            </a:r>
          </a:p>
        </p:txBody>
      </p:sp>
    </p:spTree>
    <p:extLst>
      <p:ext uri="{BB962C8B-B14F-4D97-AF65-F5344CB8AC3E}">
        <p14:creationId xmlns:p14="http://schemas.microsoft.com/office/powerpoint/2010/main" val="78321071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AABC7E-07AE-5770-E5C4-B34270D009A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37F8ADB-D0B8-DB8D-7304-AEEF71048192}"/>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7E47A4B8-E5FE-271D-C83B-11768F2BF12B}"/>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D918FF03-CB96-D953-B63B-608F41C323B5}"/>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B7EB6C5B-A843-38DE-0AFE-039D1A21DCF1}"/>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86421C79-F5AE-AA94-6452-402840485E30}"/>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532B299F-C5CB-B814-0CFF-60DDA7C5A3A8}"/>
              </a:ext>
            </a:extLst>
          </p:cNvPr>
          <p:cNvSpPr txBox="1"/>
          <p:nvPr/>
        </p:nvSpPr>
        <p:spPr>
          <a:xfrm>
            <a:off x="3716867" y="2231221"/>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65804DAF-574C-8A10-DAE6-EA1B66B77DD8}"/>
              </a:ext>
            </a:extLst>
          </p:cNvPr>
          <p:cNvSpPr txBox="1"/>
          <p:nvPr/>
        </p:nvSpPr>
        <p:spPr>
          <a:xfrm>
            <a:off x="3217333" y="4747898"/>
            <a:ext cx="462845" cy="584775"/>
          </a:xfrm>
          <a:prstGeom prst="rect">
            <a:avLst/>
          </a:prstGeom>
          <a:noFill/>
        </p:spPr>
        <p:txBody>
          <a:bodyPr wrap="square" rtlCol="0">
            <a:spAutoFit/>
          </a:bodyPr>
          <a:lstStyle/>
          <a:p>
            <a:pPr algn="ctr"/>
            <a:r>
              <a:rPr lang="en-US" sz="3200" dirty="0"/>
              <a:t>6</a:t>
            </a:r>
          </a:p>
        </p:txBody>
      </p:sp>
      <p:sp>
        <p:nvSpPr>
          <p:cNvPr id="11" name="TextBox 10">
            <a:extLst>
              <a:ext uri="{FF2B5EF4-FFF2-40B4-BE49-F238E27FC236}">
                <a16:creationId xmlns:a16="http://schemas.microsoft.com/office/drawing/2014/main" id="{5ECB7171-C928-B0F2-CA2C-5DC3D1D52AB2}"/>
              </a:ext>
            </a:extLst>
          </p:cNvPr>
          <p:cNvSpPr txBox="1"/>
          <p:nvPr/>
        </p:nvSpPr>
        <p:spPr>
          <a:xfrm>
            <a:off x="7213604" y="4747898"/>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14C952AB-2011-3360-ACBD-559BCBD1906B}"/>
              </a:ext>
            </a:extLst>
          </p:cNvPr>
          <p:cNvSpPr txBox="1"/>
          <p:nvPr/>
        </p:nvSpPr>
        <p:spPr>
          <a:xfrm>
            <a:off x="6214537" y="2734556"/>
            <a:ext cx="462845" cy="584775"/>
          </a:xfrm>
          <a:prstGeom prst="rect">
            <a:avLst/>
          </a:prstGeom>
          <a:no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D62DF17F-6BD3-03FA-E0A1-6809B14A4979}"/>
              </a:ext>
            </a:extLst>
          </p:cNvPr>
          <p:cNvSpPr txBox="1"/>
          <p:nvPr/>
        </p:nvSpPr>
        <p:spPr>
          <a:xfrm>
            <a:off x="4143022" y="2274133"/>
            <a:ext cx="570089" cy="230832"/>
          </a:xfrm>
          <a:prstGeom prst="rect">
            <a:avLst/>
          </a:prstGeom>
          <a:noFill/>
        </p:spPr>
        <p:txBody>
          <a:bodyPr wrap="square" rtlCol="0">
            <a:spAutoFit/>
          </a:bodyPr>
          <a:lstStyle/>
          <a:p>
            <a:pPr algn="ctr"/>
            <a:r>
              <a:rPr lang="en-US" sz="900" dirty="0"/>
              <a:t>89</a:t>
            </a:r>
          </a:p>
        </p:txBody>
      </p:sp>
      <p:sp>
        <p:nvSpPr>
          <p:cNvPr id="16" name="TextBox 15">
            <a:extLst>
              <a:ext uri="{FF2B5EF4-FFF2-40B4-BE49-F238E27FC236}">
                <a16:creationId xmlns:a16="http://schemas.microsoft.com/office/drawing/2014/main" id="{88881E34-A1D4-36E9-7F43-F7AE4B85C5F8}"/>
              </a:ext>
            </a:extLst>
          </p:cNvPr>
          <p:cNvSpPr txBox="1"/>
          <p:nvPr/>
        </p:nvSpPr>
        <p:spPr>
          <a:xfrm>
            <a:off x="5650090" y="2274133"/>
            <a:ext cx="570089" cy="230832"/>
          </a:xfrm>
          <a:prstGeom prst="rect">
            <a:avLst/>
          </a:prstGeom>
          <a:noFill/>
        </p:spPr>
        <p:txBody>
          <a:bodyPr wrap="square" rtlCol="0">
            <a:spAutoFit/>
          </a:bodyPr>
          <a:lstStyle/>
          <a:p>
            <a:pPr algn="ctr"/>
            <a:r>
              <a:rPr lang="en-US" sz="900" dirty="0"/>
              <a:t>98</a:t>
            </a:r>
          </a:p>
        </p:txBody>
      </p:sp>
      <p:sp>
        <p:nvSpPr>
          <p:cNvPr id="18" name="TextBox 17">
            <a:extLst>
              <a:ext uri="{FF2B5EF4-FFF2-40B4-BE49-F238E27FC236}">
                <a16:creationId xmlns:a16="http://schemas.microsoft.com/office/drawing/2014/main" id="{0C227680-DDF3-29E7-9669-8BDB467EBF19}"/>
              </a:ext>
            </a:extLst>
          </p:cNvPr>
          <p:cNvSpPr txBox="1"/>
          <p:nvPr/>
        </p:nvSpPr>
        <p:spPr>
          <a:xfrm>
            <a:off x="6654802" y="2404765"/>
            <a:ext cx="570089" cy="230832"/>
          </a:xfrm>
          <a:prstGeom prst="rect">
            <a:avLst/>
          </a:prstGeom>
          <a:noFill/>
        </p:spPr>
        <p:txBody>
          <a:bodyPr wrap="square" rtlCol="0">
            <a:spAutoFit/>
          </a:bodyPr>
          <a:lstStyle/>
          <a:p>
            <a:pPr algn="ctr"/>
            <a:r>
              <a:rPr lang="en-US" sz="900" dirty="0"/>
              <a:t>24</a:t>
            </a:r>
          </a:p>
        </p:txBody>
      </p:sp>
      <p:sp>
        <p:nvSpPr>
          <p:cNvPr id="19" name="TextBox 18">
            <a:extLst>
              <a:ext uri="{FF2B5EF4-FFF2-40B4-BE49-F238E27FC236}">
                <a16:creationId xmlns:a16="http://schemas.microsoft.com/office/drawing/2014/main" id="{BE7783B9-44E1-1887-1E13-C8248F047513}"/>
              </a:ext>
            </a:extLst>
          </p:cNvPr>
          <p:cNvSpPr txBox="1"/>
          <p:nvPr/>
        </p:nvSpPr>
        <p:spPr>
          <a:xfrm>
            <a:off x="7157158" y="2404765"/>
            <a:ext cx="570089" cy="230832"/>
          </a:xfrm>
          <a:prstGeom prst="rect">
            <a:avLst/>
          </a:prstGeom>
          <a:noFill/>
        </p:spPr>
        <p:txBody>
          <a:bodyPr wrap="square" rtlCol="0">
            <a:spAutoFit/>
          </a:bodyPr>
          <a:lstStyle/>
          <a:p>
            <a:pPr algn="ctr"/>
            <a:r>
              <a:rPr lang="en-US" sz="900" dirty="0"/>
              <a:t>42</a:t>
            </a:r>
          </a:p>
        </p:txBody>
      </p:sp>
      <p:sp>
        <p:nvSpPr>
          <p:cNvPr id="23" name="TextBox 22">
            <a:extLst>
              <a:ext uri="{FF2B5EF4-FFF2-40B4-BE49-F238E27FC236}">
                <a16:creationId xmlns:a16="http://schemas.microsoft.com/office/drawing/2014/main" id="{3025C459-11AA-E1AF-BF18-0CA357724A77}"/>
              </a:ext>
            </a:extLst>
          </p:cNvPr>
          <p:cNvSpPr txBox="1"/>
          <p:nvPr/>
        </p:nvSpPr>
        <p:spPr>
          <a:xfrm>
            <a:off x="6214537" y="721216"/>
            <a:ext cx="462845" cy="584775"/>
          </a:xfrm>
          <a:prstGeom prst="rect">
            <a:avLst/>
          </a:prstGeom>
          <a:noFill/>
        </p:spPr>
        <p:txBody>
          <a:bodyPr wrap="square" rtlCol="0">
            <a:spAutoFit/>
          </a:bodyPr>
          <a:lstStyle/>
          <a:p>
            <a:pPr algn="ctr"/>
            <a:r>
              <a:rPr lang="en-US" sz="3200" dirty="0"/>
              <a:t>2</a:t>
            </a:r>
          </a:p>
        </p:txBody>
      </p:sp>
      <p:sp>
        <p:nvSpPr>
          <p:cNvPr id="24" name="TextBox 23">
            <a:extLst>
              <a:ext uri="{FF2B5EF4-FFF2-40B4-BE49-F238E27FC236}">
                <a16:creationId xmlns:a16="http://schemas.microsoft.com/office/drawing/2014/main" id="{CE162DF0-E596-1488-2C56-176DC81C51A5}"/>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776FAF89-A6CA-6002-2D1E-F43079B356E4}"/>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26" name="TextBox 25">
            <a:extLst>
              <a:ext uri="{FF2B5EF4-FFF2-40B4-BE49-F238E27FC236}">
                <a16:creationId xmlns:a16="http://schemas.microsoft.com/office/drawing/2014/main" id="{5DA57024-4052-7AD0-D0FF-4C657AE83122}"/>
              </a:ext>
            </a:extLst>
          </p:cNvPr>
          <p:cNvSpPr txBox="1"/>
          <p:nvPr/>
        </p:nvSpPr>
        <p:spPr>
          <a:xfrm>
            <a:off x="6654802" y="1402877"/>
            <a:ext cx="570089" cy="230832"/>
          </a:xfrm>
          <a:prstGeom prst="rect">
            <a:avLst/>
          </a:prstGeom>
          <a:noFill/>
        </p:spPr>
        <p:txBody>
          <a:bodyPr wrap="square" rtlCol="0">
            <a:spAutoFit/>
          </a:bodyPr>
          <a:lstStyle/>
          <a:p>
            <a:pPr algn="ctr"/>
            <a:r>
              <a:rPr lang="en-US" sz="900" dirty="0"/>
              <a:t>74</a:t>
            </a:r>
          </a:p>
        </p:txBody>
      </p:sp>
      <p:sp>
        <p:nvSpPr>
          <p:cNvPr id="27" name="TextBox 26">
            <a:extLst>
              <a:ext uri="{FF2B5EF4-FFF2-40B4-BE49-F238E27FC236}">
                <a16:creationId xmlns:a16="http://schemas.microsoft.com/office/drawing/2014/main" id="{BBD9513E-78A5-CAEC-70C1-8D09D2155297}"/>
              </a:ext>
            </a:extLst>
          </p:cNvPr>
          <p:cNvSpPr txBox="1"/>
          <p:nvPr/>
        </p:nvSpPr>
        <p:spPr>
          <a:xfrm>
            <a:off x="7157158" y="1402877"/>
            <a:ext cx="570089" cy="230832"/>
          </a:xfrm>
          <a:prstGeom prst="rect">
            <a:avLst/>
          </a:prstGeom>
          <a:noFill/>
        </p:spPr>
        <p:txBody>
          <a:bodyPr wrap="square" rtlCol="0">
            <a:spAutoFit/>
          </a:bodyPr>
          <a:lstStyle/>
          <a:p>
            <a:pPr algn="ctr"/>
            <a:r>
              <a:rPr lang="en-US" sz="900" dirty="0"/>
              <a:t>47</a:t>
            </a:r>
          </a:p>
        </p:txBody>
      </p:sp>
      <p:sp>
        <p:nvSpPr>
          <p:cNvPr id="30" name="TextBox 29">
            <a:extLst>
              <a:ext uri="{FF2B5EF4-FFF2-40B4-BE49-F238E27FC236}">
                <a16:creationId xmlns:a16="http://schemas.microsoft.com/office/drawing/2014/main" id="{7AE1A8AB-EBC8-4D2B-D66D-F20CF8B13088}"/>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906F220C-659C-871A-6911-FEA51749807C}"/>
              </a:ext>
            </a:extLst>
          </p:cNvPr>
          <p:cNvSpPr txBox="1"/>
          <p:nvPr/>
        </p:nvSpPr>
        <p:spPr>
          <a:xfrm>
            <a:off x="3217333" y="721216"/>
            <a:ext cx="462845" cy="584775"/>
          </a:xfrm>
          <a:prstGeom prst="rect">
            <a:avLst/>
          </a:prstGeom>
          <a:noFill/>
        </p:spPr>
        <p:txBody>
          <a:bodyPr wrap="square" rtlCol="0">
            <a:spAutoFit/>
          </a:bodyPr>
          <a:lstStyle/>
          <a:p>
            <a:pPr algn="ctr"/>
            <a:r>
              <a:rPr lang="en-US" sz="3200" dirty="0"/>
              <a:t>4</a:t>
            </a:r>
          </a:p>
        </p:txBody>
      </p:sp>
      <p:sp>
        <p:nvSpPr>
          <p:cNvPr id="35" name="TextBox 34">
            <a:extLst>
              <a:ext uri="{FF2B5EF4-FFF2-40B4-BE49-F238E27FC236}">
                <a16:creationId xmlns:a16="http://schemas.microsoft.com/office/drawing/2014/main" id="{9F544252-E1BD-C3D3-6692-33BDEA730AC6}"/>
              </a:ext>
            </a:extLst>
          </p:cNvPr>
          <p:cNvSpPr txBox="1"/>
          <p:nvPr/>
        </p:nvSpPr>
        <p:spPr>
          <a:xfrm>
            <a:off x="4216401" y="1224551"/>
            <a:ext cx="462845" cy="584775"/>
          </a:xfrm>
          <a:prstGeom prst="rect">
            <a:avLst/>
          </a:prstGeom>
          <a:noFill/>
        </p:spPr>
        <p:txBody>
          <a:bodyPr wrap="square" rtlCol="0">
            <a:spAutoFit/>
          </a:bodyPr>
          <a:lstStyle/>
          <a:p>
            <a:pPr algn="ctr"/>
            <a:r>
              <a:rPr lang="en-US" sz="3200" dirty="0"/>
              <a:t>1</a:t>
            </a:r>
          </a:p>
        </p:txBody>
      </p:sp>
      <p:sp>
        <p:nvSpPr>
          <p:cNvPr id="36" name="TextBox 35">
            <a:extLst>
              <a:ext uri="{FF2B5EF4-FFF2-40B4-BE49-F238E27FC236}">
                <a16:creationId xmlns:a16="http://schemas.microsoft.com/office/drawing/2014/main" id="{33D679AD-E2D8-0C8B-47BF-37871C2D94FC}"/>
              </a:ext>
            </a:extLst>
          </p:cNvPr>
          <p:cNvSpPr txBox="1"/>
          <p:nvPr/>
        </p:nvSpPr>
        <p:spPr>
          <a:xfrm>
            <a:off x="5215469" y="721216"/>
            <a:ext cx="462845" cy="584775"/>
          </a:xfrm>
          <a:prstGeom prst="rect">
            <a:avLst/>
          </a:prstGeom>
          <a:noFill/>
        </p:spPr>
        <p:txBody>
          <a:bodyPr wrap="square" rtlCol="0">
            <a:spAutoFit/>
          </a:bodyPr>
          <a:lstStyle/>
          <a:p>
            <a:pPr algn="ctr"/>
            <a:r>
              <a:rPr lang="en-US" sz="3200" dirty="0"/>
              <a:t>1</a:t>
            </a:r>
          </a:p>
        </p:txBody>
      </p:sp>
      <p:sp>
        <p:nvSpPr>
          <p:cNvPr id="40" name="TextBox 39">
            <a:extLst>
              <a:ext uri="{FF2B5EF4-FFF2-40B4-BE49-F238E27FC236}">
                <a16:creationId xmlns:a16="http://schemas.microsoft.com/office/drawing/2014/main" id="{FF2FF6E6-685E-6C1F-4206-A11211635B75}"/>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42" name="TextBox 41">
            <a:extLst>
              <a:ext uri="{FF2B5EF4-FFF2-40B4-BE49-F238E27FC236}">
                <a16:creationId xmlns:a16="http://schemas.microsoft.com/office/drawing/2014/main" id="{1E47229D-7F8B-71CB-A0F2-A765D263389D}"/>
              </a:ext>
            </a:extLst>
          </p:cNvPr>
          <p:cNvSpPr txBox="1"/>
          <p:nvPr/>
        </p:nvSpPr>
        <p:spPr>
          <a:xfrm>
            <a:off x="5715003" y="1224551"/>
            <a:ext cx="462845" cy="584775"/>
          </a:xfrm>
          <a:prstGeom prst="rect">
            <a:avLst/>
          </a:prstGeom>
          <a:noFill/>
        </p:spPr>
        <p:txBody>
          <a:bodyPr wrap="square" rtlCol="0">
            <a:spAutoFit/>
          </a:bodyPr>
          <a:lstStyle/>
          <a:p>
            <a:pPr algn="ctr"/>
            <a:r>
              <a:rPr lang="en-US" sz="3200" dirty="0"/>
              <a:t>2</a:t>
            </a:r>
          </a:p>
        </p:txBody>
      </p:sp>
      <p:sp>
        <p:nvSpPr>
          <p:cNvPr id="43" name="TextBox 42">
            <a:extLst>
              <a:ext uri="{FF2B5EF4-FFF2-40B4-BE49-F238E27FC236}">
                <a16:creationId xmlns:a16="http://schemas.microsoft.com/office/drawing/2014/main" id="{2DB9D670-846B-99F6-4ABF-15AD3C755A25}"/>
              </a:ext>
            </a:extLst>
          </p:cNvPr>
          <p:cNvSpPr txBox="1"/>
          <p:nvPr/>
        </p:nvSpPr>
        <p:spPr>
          <a:xfrm>
            <a:off x="4645378" y="1533509"/>
            <a:ext cx="570089" cy="230832"/>
          </a:xfrm>
          <a:prstGeom prst="rect">
            <a:avLst/>
          </a:prstGeom>
          <a:noFill/>
        </p:spPr>
        <p:txBody>
          <a:bodyPr wrap="square" rtlCol="0">
            <a:spAutoFit/>
          </a:bodyPr>
          <a:lstStyle/>
          <a:p>
            <a:pPr algn="ctr"/>
            <a:r>
              <a:rPr lang="en-US" sz="900" dirty="0"/>
              <a:t>39</a:t>
            </a:r>
          </a:p>
        </p:txBody>
      </p:sp>
      <p:sp>
        <p:nvSpPr>
          <p:cNvPr id="44" name="TextBox 43">
            <a:extLst>
              <a:ext uri="{FF2B5EF4-FFF2-40B4-BE49-F238E27FC236}">
                <a16:creationId xmlns:a16="http://schemas.microsoft.com/office/drawing/2014/main" id="{986ED1E4-4000-A865-1938-C7D205A3137A}"/>
              </a:ext>
            </a:extLst>
          </p:cNvPr>
          <p:cNvSpPr txBox="1"/>
          <p:nvPr/>
        </p:nvSpPr>
        <p:spPr>
          <a:xfrm>
            <a:off x="5147734" y="1533509"/>
            <a:ext cx="570089" cy="230832"/>
          </a:xfrm>
          <a:prstGeom prst="rect">
            <a:avLst/>
          </a:prstGeom>
          <a:noFill/>
        </p:spPr>
        <p:txBody>
          <a:bodyPr wrap="square" rtlCol="0">
            <a:spAutoFit/>
          </a:bodyPr>
          <a:lstStyle/>
          <a:p>
            <a:pPr algn="ctr"/>
            <a:r>
              <a:rPr lang="en-US" sz="900" dirty="0"/>
              <a:t>93</a:t>
            </a:r>
          </a:p>
        </p:txBody>
      </p:sp>
      <p:sp>
        <p:nvSpPr>
          <p:cNvPr id="47" name="TextBox 46">
            <a:extLst>
              <a:ext uri="{FF2B5EF4-FFF2-40B4-BE49-F238E27FC236}">
                <a16:creationId xmlns:a16="http://schemas.microsoft.com/office/drawing/2014/main" id="{9B90CAF1-CB16-CF15-369D-CA579F96316D}"/>
              </a:ext>
            </a:extLst>
          </p:cNvPr>
          <p:cNvSpPr txBox="1"/>
          <p:nvPr/>
        </p:nvSpPr>
        <p:spPr>
          <a:xfrm>
            <a:off x="4143022" y="3537285"/>
            <a:ext cx="570089" cy="230832"/>
          </a:xfrm>
          <a:prstGeom prst="rect">
            <a:avLst/>
          </a:prstGeom>
          <a:noFill/>
        </p:spPr>
        <p:txBody>
          <a:bodyPr wrap="square" rtlCol="0">
            <a:spAutoFit/>
          </a:bodyPr>
          <a:lstStyle/>
          <a:p>
            <a:pPr algn="ctr"/>
            <a:r>
              <a:rPr lang="en-US" sz="900" dirty="0"/>
              <a:t>98</a:t>
            </a:r>
          </a:p>
        </p:txBody>
      </p:sp>
      <p:sp>
        <p:nvSpPr>
          <p:cNvPr id="48" name="TextBox 47">
            <a:extLst>
              <a:ext uri="{FF2B5EF4-FFF2-40B4-BE49-F238E27FC236}">
                <a16:creationId xmlns:a16="http://schemas.microsoft.com/office/drawing/2014/main" id="{1722D329-5321-FE4D-0228-188769BED5A0}"/>
              </a:ext>
            </a:extLst>
          </p:cNvPr>
          <p:cNvSpPr txBox="1"/>
          <p:nvPr/>
        </p:nvSpPr>
        <p:spPr>
          <a:xfrm>
            <a:off x="4645378" y="3537285"/>
            <a:ext cx="570089" cy="230832"/>
          </a:xfrm>
          <a:prstGeom prst="rect">
            <a:avLst/>
          </a:prstGeom>
          <a:noFill/>
        </p:spPr>
        <p:txBody>
          <a:bodyPr wrap="square" rtlCol="0">
            <a:spAutoFit/>
          </a:bodyPr>
          <a:lstStyle/>
          <a:p>
            <a:pPr algn="ctr"/>
            <a:r>
              <a:rPr lang="en-US" sz="900" dirty="0"/>
              <a:t>89</a:t>
            </a:r>
          </a:p>
        </p:txBody>
      </p:sp>
      <p:sp>
        <p:nvSpPr>
          <p:cNvPr id="51" name="TextBox 50">
            <a:extLst>
              <a:ext uri="{FF2B5EF4-FFF2-40B4-BE49-F238E27FC236}">
                <a16:creationId xmlns:a16="http://schemas.microsoft.com/office/drawing/2014/main" id="{7A3706FF-C88E-BAAA-6755-50CBAAA83466}"/>
              </a:ext>
            </a:extLst>
          </p:cNvPr>
          <p:cNvSpPr txBox="1"/>
          <p:nvPr/>
        </p:nvSpPr>
        <p:spPr>
          <a:xfrm>
            <a:off x="5215469" y="2231221"/>
            <a:ext cx="462845" cy="584775"/>
          </a:xfrm>
          <a:prstGeom prst="rect">
            <a:avLst/>
          </a:prstGeom>
          <a:noFill/>
        </p:spPr>
        <p:txBody>
          <a:bodyPr wrap="square" rtlCol="0">
            <a:spAutoFit/>
          </a:bodyPr>
          <a:lstStyle/>
          <a:p>
            <a:pPr algn="ctr"/>
            <a:r>
              <a:rPr lang="en-US" sz="3200" dirty="0"/>
              <a:t>6</a:t>
            </a:r>
          </a:p>
        </p:txBody>
      </p:sp>
      <p:sp>
        <p:nvSpPr>
          <p:cNvPr id="15" name="TextBox 14">
            <a:extLst>
              <a:ext uri="{FF2B5EF4-FFF2-40B4-BE49-F238E27FC236}">
                <a16:creationId xmlns:a16="http://schemas.microsoft.com/office/drawing/2014/main" id="{F7EE72B9-B5DC-948E-FB08-82E259E1AD63}"/>
              </a:ext>
            </a:extLst>
          </p:cNvPr>
          <p:cNvSpPr txBox="1"/>
          <p:nvPr/>
        </p:nvSpPr>
        <p:spPr>
          <a:xfrm>
            <a:off x="3217333" y="2734556"/>
            <a:ext cx="462845" cy="584775"/>
          </a:xfrm>
          <a:prstGeom prst="rect">
            <a:avLst/>
          </a:prstGeom>
          <a:noFill/>
        </p:spPr>
        <p:txBody>
          <a:bodyPr wrap="square" rtlCol="0">
            <a:spAutoFit/>
          </a:bodyPr>
          <a:lstStyle/>
          <a:p>
            <a:pPr algn="ctr"/>
            <a:r>
              <a:rPr lang="en-US" sz="3200" dirty="0"/>
              <a:t>7</a:t>
            </a:r>
          </a:p>
        </p:txBody>
      </p:sp>
      <p:sp>
        <p:nvSpPr>
          <p:cNvPr id="52" name="TextBox 51">
            <a:extLst>
              <a:ext uri="{FF2B5EF4-FFF2-40B4-BE49-F238E27FC236}">
                <a16:creationId xmlns:a16="http://schemas.microsoft.com/office/drawing/2014/main" id="{CA616B34-9F0C-1FFC-9B48-924AE2A144FA}"/>
              </a:ext>
            </a:extLst>
          </p:cNvPr>
          <p:cNvSpPr txBox="1"/>
          <p:nvPr/>
        </p:nvSpPr>
        <p:spPr>
          <a:xfrm>
            <a:off x="3716867" y="2734556"/>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423949FF-1654-75E7-8134-1565E4DF8FCE}"/>
              </a:ext>
            </a:extLst>
          </p:cNvPr>
          <p:cNvSpPr txBox="1"/>
          <p:nvPr/>
        </p:nvSpPr>
        <p:spPr>
          <a:xfrm>
            <a:off x="3716867" y="1727886"/>
            <a:ext cx="462845" cy="584775"/>
          </a:xfrm>
          <a:prstGeom prst="rect">
            <a:avLst/>
          </a:prstGeom>
          <a:noFill/>
        </p:spPr>
        <p:txBody>
          <a:bodyPr wrap="square" rtlCol="0">
            <a:spAutoFit/>
          </a:bodyPr>
          <a:lstStyle/>
          <a:p>
            <a:pPr algn="ctr"/>
            <a:r>
              <a:rPr lang="en-US" sz="3200" dirty="0"/>
              <a:t>7</a:t>
            </a:r>
          </a:p>
        </p:txBody>
      </p:sp>
      <p:sp>
        <p:nvSpPr>
          <p:cNvPr id="33" name="TextBox 32">
            <a:extLst>
              <a:ext uri="{FF2B5EF4-FFF2-40B4-BE49-F238E27FC236}">
                <a16:creationId xmlns:a16="http://schemas.microsoft.com/office/drawing/2014/main" id="{43114B5C-BDA0-A4F5-7F22-560155E7FCAA}"/>
              </a:ext>
            </a:extLst>
          </p:cNvPr>
          <p:cNvSpPr txBox="1"/>
          <p:nvPr/>
        </p:nvSpPr>
        <p:spPr>
          <a:xfrm>
            <a:off x="3138310" y="3907597"/>
            <a:ext cx="570089" cy="230832"/>
          </a:xfrm>
          <a:prstGeom prst="rect">
            <a:avLst/>
          </a:prstGeom>
          <a:noFill/>
        </p:spPr>
        <p:txBody>
          <a:bodyPr wrap="square" rtlCol="0">
            <a:spAutoFit/>
          </a:bodyPr>
          <a:lstStyle/>
          <a:p>
            <a:pPr algn="ctr"/>
            <a:r>
              <a:rPr lang="en-US" sz="900" dirty="0"/>
              <a:t>15</a:t>
            </a:r>
          </a:p>
        </p:txBody>
      </p:sp>
      <p:sp>
        <p:nvSpPr>
          <p:cNvPr id="53" name="TextBox 52">
            <a:extLst>
              <a:ext uri="{FF2B5EF4-FFF2-40B4-BE49-F238E27FC236}">
                <a16:creationId xmlns:a16="http://schemas.microsoft.com/office/drawing/2014/main" id="{3FF78E4B-8525-9865-B11B-2605CF29157D}"/>
              </a:ext>
            </a:extLst>
          </p:cNvPr>
          <p:cNvSpPr txBox="1"/>
          <p:nvPr/>
        </p:nvSpPr>
        <p:spPr>
          <a:xfrm>
            <a:off x="3138310" y="4408541"/>
            <a:ext cx="570089" cy="230832"/>
          </a:xfrm>
          <a:prstGeom prst="rect">
            <a:avLst/>
          </a:prstGeom>
          <a:noFill/>
        </p:spPr>
        <p:txBody>
          <a:bodyPr wrap="square" rtlCol="0">
            <a:spAutoFit/>
          </a:bodyPr>
          <a:lstStyle/>
          <a:p>
            <a:pPr algn="ctr"/>
            <a:r>
              <a:rPr lang="en-US" sz="900" dirty="0"/>
              <a:t>51</a:t>
            </a:r>
          </a:p>
        </p:txBody>
      </p:sp>
      <p:sp>
        <p:nvSpPr>
          <p:cNvPr id="64" name="TextBox 63">
            <a:extLst>
              <a:ext uri="{FF2B5EF4-FFF2-40B4-BE49-F238E27FC236}">
                <a16:creationId xmlns:a16="http://schemas.microsoft.com/office/drawing/2014/main" id="{C162B4C8-75C5-FDCC-E73D-63D63FF9BC56}"/>
              </a:ext>
            </a:extLst>
          </p:cNvPr>
          <p:cNvSpPr txBox="1"/>
          <p:nvPr/>
        </p:nvSpPr>
        <p:spPr>
          <a:xfrm>
            <a:off x="6654802" y="3406653"/>
            <a:ext cx="570089" cy="230832"/>
          </a:xfrm>
          <a:prstGeom prst="rect">
            <a:avLst/>
          </a:prstGeom>
          <a:noFill/>
        </p:spPr>
        <p:txBody>
          <a:bodyPr wrap="square" rtlCol="0">
            <a:spAutoFit/>
          </a:bodyPr>
          <a:lstStyle/>
          <a:p>
            <a:pPr algn="ctr"/>
            <a:r>
              <a:rPr lang="en-US" sz="900" dirty="0"/>
              <a:t>16</a:t>
            </a:r>
          </a:p>
        </p:txBody>
      </p:sp>
      <p:sp>
        <p:nvSpPr>
          <p:cNvPr id="65" name="TextBox 64">
            <a:extLst>
              <a:ext uri="{FF2B5EF4-FFF2-40B4-BE49-F238E27FC236}">
                <a16:creationId xmlns:a16="http://schemas.microsoft.com/office/drawing/2014/main" id="{76653095-7157-28B3-C990-1BF7D6F87BA8}"/>
              </a:ext>
            </a:extLst>
          </p:cNvPr>
          <p:cNvSpPr txBox="1"/>
          <p:nvPr/>
        </p:nvSpPr>
        <p:spPr>
          <a:xfrm>
            <a:off x="7157158" y="3406653"/>
            <a:ext cx="570089" cy="230832"/>
          </a:xfrm>
          <a:prstGeom prst="rect">
            <a:avLst/>
          </a:prstGeom>
          <a:noFill/>
        </p:spPr>
        <p:txBody>
          <a:bodyPr wrap="square" rtlCol="0">
            <a:spAutoFit/>
          </a:bodyPr>
          <a:lstStyle/>
          <a:p>
            <a:pPr algn="ctr"/>
            <a:r>
              <a:rPr lang="en-US" sz="900" dirty="0"/>
              <a:t>61</a:t>
            </a:r>
          </a:p>
        </p:txBody>
      </p:sp>
      <p:sp>
        <p:nvSpPr>
          <p:cNvPr id="66" name="TextBox 65">
            <a:extLst>
              <a:ext uri="{FF2B5EF4-FFF2-40B4-BE49-F238E27FC236}">
                <a16:creationId xmlns:a16="http://schemas.microsoft.com/office/drawing/2014/main" id="{3545700A-58C7-2768-58C0-2AC73A5C7037}"/>
              </a:ext>
            </a:extLst>
          </p:cNvPr>
          <p:cNvSpPr txBox="1"/>
          <p:nvPr/>
        </p:nvSpPr>
        <p:spPr>
          <a:xfrm>
            <a:off x="4216401" y="2734556"/>
            <a:ext cx="462845" cy="584775"/>
          </a:xfrm>
          <a:prstGeom prst="rect">
            <a:avLst/>
          </a:prstGeom>
          <a:noFill/>
        </p:spPr>
        <p:txBody>
          <a:bodyPr wrap="square" rtlCol="0">
            <a:spAutoFit/>
          </a:bodyPr>
          <a:lstStyle/>
          <a:p>
            <a:pPr algn="ctr"/>
            <a:r>
              <a:rPr lang="en-US" sz="3200" dirty="0"/>
              <a:t>5</a:t>
            </a:r>
          </a:p>
        </p:txBody>
      </p:sp>
      <p:sp>
        <p:nvSpPr>
          <p:cNvPr id="67" name="TextBox 66">
            <a:extLst>
              <a:ext uri="{FF2B5EF4-FFF2-40B4-BE49-F238E27FC236}">
                <a16:creationId xmlns:a16="http://schemas.microsoft.com/office/drawing/2014/main" id="{5D1275D4-E663-D147-8A31-5CE81F526594}"/>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68" name="TextBox 67">
            <a:extLst>
              <a:ext uri="{FF2B5EF4-FFF2-40B4-BE49-F238E27FC236}">
                <a16:creationId xmlns:a16="http://schemas.microsoft.com/office/drawing/2014/main" id="{D643F307-B166-1469-EE09-00BC6033096A}"/>
              </a:ext>
            </a:extLst>
          </p:cNvPr>
          <p:cNvSpPr txBox="1"/>
          <p:nvPr/>
        </p:nvSpPr>
        <p:spPr>
          <a:xfrm>
            <a:off x="3716867" y="3237891"/>
            <a:ext cx="462845" cy="584775"/>
          </a:xfrm>
          <a:prstGeom prst="rect">
            <a:avLst/>
          </a:prstGeom>
          <a:noFill/>
        </p:spPr>
        <p:txBody>
          <a:bodyPr wrap="square" rtlCol="0">
            <a:spAutoFit/>
          </a:bodyPr>
          <a:lstStyle/>
          <a:p>
            <a:pPr algn="ctr"/>
            <a:r>
              <a:rPr lang="en-US" sz="3200" dirty="0"/>
              <a:t>4</a:t>
            </a:r>
          </a:p>
        </p:txBody>
      </p:sp>
      <p:sp>
        <p:nvSpPr>
          <p:cNvPr id="9" name="TextBox 8">
            <a:extLst>
              <a:ext uri="{FF2B5EF4-FFF2-40B4-BE49-F238E27FC236}">
                <a16:creationId xmlns:a16="http://schemas.microsoft.com/office/drawing/2014/main" id="{84FC82DE-39B7-D9A7-836D-B4A94FB9E4D9}"/>
              </a:ext>
            </a:extLst>
          </p:cNvPr>
          <p:cNvSpPr txBox="1"/>
          <p:nvPr/>
        </p:nvSpPr>
        <p:spPr>
          <a:xfrm>
            <a:off x="5215469" y="2734556"/>
            <a:ext cx="462845" cy="584775"/>
          </a:xfrm>
          <a:prstGeom prst="rect">
            <a:avLst/>
          </a:prstGeom>
          <a:noFill/>
        </p:spPr>
        <p:txBody>
          <a:bodyPr wrap="square" rtlCol="0">
            <a:spAutoFit/>
          </a:bodyPr>
          <a:lstStyle/>
          <a:p>
            <a:pPr algn="ctr"/>
            <a:r>
              <a:rPr lang="en-US" sz="3200" dirty="0"/>
              <a:t>2</a:t>
            </a:r>
          </a:p>
        </p:txBody>
      </p:sp>
      <p:sp>
        <p:nvSpPr>
          <p:cNvPr id="45" name="TextBox 44">
            <a:extLst>
              <a:ext uri="{FF2B5EF4-FFF2-40B4-BE49-F238E27FC236}">
                <a16:creationId xmlns:a16="http://schemas.microsoft.com/office/drawing/2014/main" id="{45C373CE-D7E8-E857-24B8-3B1310214F59}"/>
              </a:ext>
            </a:extLst>
          </p:cNvPr>
          <p:cNvSpPr txBox="1"/>
          <p:nvPr/>
        </p:nvSpPr>
        <p:spPr>
          <a:xfrm>
            <a:off x="7213604" y="2734556"/>
            <a:ext cx="462845" cy="584775"/>
          </a:xfrm>
          <a:prstGeom prst="rect">
            <a:avLst/>
          </a:prstGeom>
          <a:noFill/>
        </p:spPr>
        <p:txBody>
          <a:bodyPr wrap="square" rtlCol="0">
            <a:spAutoFit/>
          </a:bodyPr>
          <a:lstStyle/>
          <a:p>
            <a:pPr algn="ctr"/>
            <a:r>
              <a:rPr lang="en-US" sz="3200" dirty="0"/>
              <a:t>9</a:t>
            </a:r>
          </a:p>
        </p:txBody>
      </p:sp>
      <p:sp>
        <p:nvSpPr>
          <p:cNvPr id="46" name="TextBox 45">
            <a:extLst>
              <a:ext uri="{FF2B5EF4-FFF2-40B4-BE49-F238E27FC236}">
                <a16:creationId xmlns:a16="http://schemas.microsoft.com/office/drawing/2014/main" id="{AD36CE48-2349-6E84-D041-24196130EA96}"/>
              </a:ext>
            </a:extLst>
          </p:cNvPr>
          <p:cNvSpPr txBox="1"/>
          <p:nvPr/>
        </p:nvSpPr>
        <p:spPr>
          <a:xfrm>
            <a:off x="6714071" y="2734556"/>
            <a:ext cx="462845" cy="584775"/>
          </a:xfrm>
          <a:prstGeom prst="rect">
            <a:avLst/>
          </a:prstGeom>
          <a:noFill/>
        </p:spPr>
        <p:txBody>
          <a:bodyPr wrap="square" rtlCol="0">
            <a:spAutoFit/>
          </a:bodyPr>
          <a:lstStyle/>
          <a:p>
            <a:pPr algn="ctr"/>
            <a:r>
              <a:rPr lang="en-US" sz="3200" dirty="0"/>
              <a:t>8</a:t>
            </a:r>
          </a:p>
        </p:txBody>
      </p:sp>
      <p:sp>
        <p:nvSpPr>
          <p:cNvPr id="50" name="TextBox 49">
            <a:extLst>
              <a:ext uri="{FF2B5EF4-FFF2-40B4-BE49-F238E27FC236}">
                <a16:creationId xmlns:a16="http://schemas.microsoft.com/office/drawing/2014/main" id="{E347BAF3-1416-5333-6A02-454F7172E5D8}"/>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54" name="TextBox 53">
            <a:extLst>
              <a:ext uri="{FF2B5EF4-FFF2-40B4-BE49-F238E27FC236}">
                <a16:creationId xmlns:a16="http://schemas.microsoft.com/office/drawing/2014/main" id="{A7702237-9522-2A0D-87F1-8894D9675E0A}"/>
              </a:ext>
            </a:extLst>
          </p:cNvPr>
          <p:cNvSpPr txBox="1"/>
          <p:nvPr/>
        </p:nvSpPr>
        <p:spPr>
          <a:xfrm>
            <a:off x="3716867" y="721216"/>
            <a:ext cx="462845" cy="584775"/>
          </a:xfrm>
          <a:prstGeom prst="rect">
            <a:avLst/>
          </a:prstGeom>
          <a:noFill/>
        </p:spPr>
        <p:txBody>
          <a:bodyPr wrap="square" rtlCol="0">
            <a:spAutoFit/>
          </a:bodyPr>
          <a:lstStyle/>
          <a:p>
            <a:pPr algn="ctr"/>
            <a:r>
              <a:rPr lang="en-US" sz="3200" dirty="0"/>
              <a:t>3</a:t>
            </a:r>
          </a:p>
        </p:txBody>
      </p:sp>
      <p:sp>
        <p:nvSpPr>
          <p:cNvPr id="55" name="TextBox 54">
            <a:extLst>
              <a:ext uri="{FF2B5EF4-FFF2-40B4-BE49-F238E27FC236}">
                <a16:creationId xmlns:a16="http://schemas.microsoft.com/office/drawing/2014/main" id="{0ABB864A-F0B2-D9FE-A1ED-71BD4F9B7542}"/>
              </a:ext>
            </a:extLst>
          </p:cNvPr>
          <p:cNvSpPr txBox="1"/>
          <p:nvPr/>
        </p:nvSpPr>
        <p:spPr>
          <a:xfrm>
            <a:off x="5715003" y="721216"/>
            <a:ext cx="462845" cy="584775"/>
          </a:xfrm>
          <a:prstGeom prst="rect">
            <a:avLst/>
          </a:prstGeom>
          <a:noFill/>
        </p:spPr>
        <p:txBody>
          <a:bodyPr wrap="square" rtlCol="0">
            <a:spAutoFit/>
          </a:bodyPr>
          <a:lstStyle/>
          <a:p>
            <a:pPr algn="ctr"/>
            <a:r>
              <a:rPr lang="en-US" sz="3200" dirty="0"/>
              <a:t>5</a:t>
            </a:r>
          </a:p>
        </p:txBody>
      </p:sp>
      <p:sp>
        <p:nvSpPr>
          <p:cNvPr id="37" name="TextBox 36">
            <a:extLst>
              <a:ext uri="{FF2B5EF4-FFF2-40B4-BE49-F238E27FC236}">
                <a16:creationId xmlns:a16="http://schemas.microsoft.com/office/drawing/2014/main" id="{EC99B36D-370C-8C49-9A24-B503B8A6AE4A}"/>
              </a:ext>
            </a:extLst>
          </p:cNvPr>
          <p:cNvSpPr txBox="1"/>
          <p:nvPr/>
        </p:nvSpPr>
        <p:spPr>
          <a:xfrm>
            <a:off x="3716867" y="1224551"/>
            <a:ext cx="462845" cy="584775"/>
          </a:xfrm>
          <a:prstGeom prst="rect">
            <a:avLst/>
          </a:prstGeom>
          <a:noFill/>
        </p:spPr>
        <p:txBody>
          <a:bodyPr wrap="square" rtlCol="0">
            <a:spAutoFit/>
          </a:bodyPr>
          <a:lstStyle/>
          <a:p>
            <a:pPr algn="ctr"/>
            <a:r>
              <a:rPr lang="en-US" sz="3200" dirty="0"/>
              <a:t>5</a:t>
            </a:r>
          </a:p>
        </p:txBody>
      </p:sp>
      <p:sp>
        <p:nvSpPr>
          <p:cNvPr id="38" name="TextBox 37">
            <a:extLst>
              <a:ext uri="{FF2B5EF4-FFF2-40B4-BE49-F238E27FC236}">
                <a16:creationId xmlns:a16="http://schemas.microsoft.com/office/drawing/2014/main" id="{B8B34352-D607-4744-19C5-5A625F83873A}"/>
              </a:ext>
            </a:extLst>
          </p:cNvPr>
          <p:cNvSpPr txBox="1"/>
          <p:nvPr/>
        </p:nvSpPr>
        <p:spPr>
          <a:xfrm>
            <a:off x="4715935" y="721216"/>
            <a:ext cx="462845" cy="584775"/>
          </a:xfrm>
          <a:prstGeom prst="rect">
            <a:avLst/>
          </a:prstGeom>
          <a:noFill/>
        </p:spPr>
        <p:txBody>
          <a:bodyPr wrap="square" rtlCol="0">
            <a:spAutoFit/>
          </a:bodyPr>
          <a:lstStyle/>
          <a:p>
            <a:pPr algn="ctr"/>
            <a:r>
              <a:rPr lang="en-US" sz="3200" dirty="0"/>
              <a:t>7</a:t>
            </a:r>
          </a:p>
        </p:txBody>
      </p:sp>
      <p:sp>
        <p:nvSpPr>
          <p:cNvPr id="56" name="TextBox 55">
            <a:extLst>
              <a:ext uri="{FF2B5EF4-FFF2-40B4-BE49-F238E27FC236}">
                <a16:creationId xmlns:a16="http://schemas.microsoft.com/office/drawing/2014/main" id="{DF20CA56-0BAB-7212-7B37-1810E8988F3A}"/>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
        <p:nvSpPr>
          <p:cNvPr id="25" name="TextBox 24">
            <a:extLst>
              <a:ext uri="{FF2B5EF4-FFF2-40B4-BE49-F238E27FC236}">
                <a16:creationId xmlns:a16="http://schemas.microsoft.com/office/drawing/2014/main" id="{FE823FDA-D7EA-E6E0-385B-6672EB0DB3EB}"/>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39" name="TextBox 38">
            <a:extLst>
              <a:ext uri="{FF2B5EF4-FFF2-40B4-BE49-F238E27FC236}">
                <a16:creationId xmlns:a16="http://schemas.microsoft.com/office/drawing/2014/main" id="{00DEF3A6-AD84-4A43-C6D1-08D4ED7FB66C}"/>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14" name="TextBox 13">
            <a:extLst>
              <a:ext uri="{FF2B5EF4-FFF2-40B4-BE49-F238E27FC236}">
                <a16:creationId xmlns:a16="http://schemas.microsoft.com/office/drawing/2014/main" id="{ADB19802-29D1-EBB8-0CCD-3890D0D350E5}"/>
              </a:ext>
            </a:extLst>
          </p:cNvPr>
          <p:cNvSpPr txBox="1"/>
          <p:nvPr/>
        </p:nvSpPr>
        <p:spPr>
          <a:xfrm>
            <a:off x="6214537" y="3237891"/>
            <a:ext cx="462845" cy="584775"/>
          </a:xfrm>
          <a:prstGeom prst="rect">
            <a:avLst/>
          </a:prstGeom>
          <a:noFill/>
        </p:spPr>
        <p:txBody>
          <a:bodyPr wrap="square" rtlCol="0">
            <a:spAutoFit/>
          </a:bodyPr>
          <a:lstStyle/>
          <a:p>
            <a:pPr algn="ctr"/>
            <a:r>
              <a:rPr lang="en-US" sz="3200" dirty="0"/>
              <a:t>5</a:t>
            </a:r>
          </a:p>
        </p:txBody>
      </p:sp>
      <p:sp>
        <p:nvSpPr>
          <p:cNvPr id="41" name="TextBox 40">
            <a:extLst>
              <a:ext uri="{FF2B5EF4-FFF2-40B4-BE49-F238E27FC236}">
                <a16:creationId xmlns:a16="http://schemas.microsoft.com/office/drawing/2014/main" id="{1BA6CC1C-B03E-BD33-66DF-566A34910E9F}"/>
              </a:ext>
            </a:extLst>
          </p:cNvPr>
          <p:cNvSpPr txBox="1"/>
          <p:nvPr/>
        </p:nvSpPr>
        <p:spPr>
          <a:xfrm>
            <a:off x="4143022" y="4038229"/>
            <a:ext cx="570089" cy="230832"/>
          </a:xfrm>
          <a:prstGeom prst="rect">
            <a:avLst/>
          </a:prstGeom>
          <a:noFill/>
        </p:spPr>
        <p:txBody>
          <a:bodyPr wrap="square" rtlCol="0">
            <a:spAutoFit/>
          </a:bodyPr>
          <a:lstStyle/>
          <a:p>
            <a:pPr algn="ctr"/>
            <a:r>
              <a:rPr lang="en-US" sz="900" dirty="0"/>
              <a:t>347</a:t>
            </a:r>
          </a:p>
        </p:txBody>
      </p:sp>
      <p:sp>
        <p:nvSpPr>
          <p:cNvPr id="57" name="TextBox 56">
            <a:extLst>
              <a:ext uri="{FF2B5EF4-FFF2-40B4-BE49-F238E27FC236}">
                <a16:creationId xmlns:a16="http://schemas.microsoft.com/office/drawing/2014/main" id="{62648C78-E448-95A6-6461-6EE3DC752087}"/>
              </a:ext>
            </a:extLst>
          </p:cNvPr>
          <p:cNvSpPr txBox="1"/>
          <p:nvPr/>
        </p:nvSpPr>
        <p:spPr>
          <a:xfrm>
            <a:off x="3640666" y="4408541"/>
            <a:ext cx="570089" cy="230832"/>
          </a:xfrm>
          <a:prstGeom prst="rect">
            <a:avLst/>
          </a:prstGeom>
          <a:noFill/>
        </p:spPr>
        <p:txBody>
          <a:bodyPr wrap="square" rtlCol="0">
            <a:spAutoFit/>
          </a:bodyPr>
          <a:lstStyle/>
          <a:p>
            <a:pPr algn="ctr"/>
            <a:r>
              <a:rPr lang="en-US" sz="900" dirty="0"/>
              <a:t>89</a:t>
            </a:r>
          </a:p>
        </p:txBody>
      </p:sp>
      <p:sp>
        <p:nvSpPr>
          <p:cNvPr id="58" name="TextBox 57">
            <a:extLst>
              <a:ext uri="{FF2B5EF4-FFF2-40B4-BE49-F238E27FC236}">
                <a16:creationId xmlns:a16="http://schemas.microsoft.com/office/drawing/2014/main" id="{4EA66DD1-7A05-83F5-A4F0-895638ED7E9C}"/>
              </a:ext>
            </a:extLst>
          </p:cNvPr>
          <p:cNvSpPr txBox="1"/>
          <p:nvPr/>
        </p:nvSpPr>
        <p:spPr>
          <a:xfrm>
            <a:off x="4143022" y="4539173"/>
            <a:ext cx="570089" cy="230832"/>
          </a:xfrm>
          <a:prstGeom prst="rect">
            <a:avLst/>
          </a:prstGeom>
          <a:noFill/>
        </p:spPr>
        <p:txBody>
          <a:bodyPr wrap="square" rtlCol="0">
            <a:spAutoFit/>
          </a:bodyPr>
          <a:lstStyle/>
          <a:p>
            <a:pPr algn="ctr"/>
            <a:r>
              <a:rPr lang="en-US" sz="900" dirty="0"/>
              <a:t>347</a:t>
            </a:r>
          </a:p>
        </p:txBody>
      </p:sp>
      <p:sp>
        <p:nvSpPr>
          <p:cNvPr id="59" name="TextBox 58">
            <a:extLst>
              <a:ext uri="{FF2B5EF4-FFF2-40B4-BE49-F238E27FC236}">
                <a16:creationId xmlns:a16="http://schemas.microsoft.com/office/drawing/2014/main" id="{310AE788-3077-D880-BF2B-B8A13897E7EB}"/>
              </a:ext>
            </a:extLst>
          </p:cNvPr>
          <p:cNvSpPr txBox="1"/>
          <p:nvPr/>
        </p:nvSpPr>
        <p:spPr>
          <a:xfrm>
            <a:off x="3640666" y="5040116"/>
            <a:ext cx="570089" cy="230832"/>
          </a:xfrm>
          <a:prstGeom prst="rect">
            <a:avLst/>
          </a:prstGeom>
          <a:noFill/>
        </p:spPr>
        <p:txBody>
          <a:bodyPr wrap="square" rtlCol="0">
            <a:spAutoFit/>
          </a:bodyPr>
          <a:lstStyle/>
          <a:p>
            <a:pPr algn="ctr"/>
            <a:r>
              <a:rPr lang="en-US" sz="900" dirty="0"/>
              <a:t>98</a:t>
            </a:r>
          </a:p>
        </p:txBody>
      </p:sp>
      <p:sp>
        <p:nvSpPr>
          <p:cNvPr id="62" name="TextBox 61">
            <a:extLst>
              <a:ext uri="{FF2B5EF4-FFF2-40B4-BE49-F238E27FC236}">
                <a16:creationId xmlns:a16="http://schemas.microsoft.com/office/drawing/2014/main" id="{09B567AF-6ABC-ADAC-4C16-2ABFE6A0E1B9}"/>
              </a:ext>
            </a:extLst>
          </p:cNvPr>
          <p:cNvSpPr txBox="1"/>
          <p:nvPr/>
        </p:nvSpPr>
        <p:spPr>
          <a:xfrm>
            <a:off x="4143022" y="5040116"/>
            <a:ext cx="570089" cy="230832"/>
          </a:xfrm>
          <a:prstGeom prst="rect">
            <a:avLst/>
          </a:prstGeom>
          <a:noFill/>
        </p:spPr>
        <p:txBody>
          <a:bodyPr wrap="square" rtlCol="0">
            <a:spAutoFit/>
          </a:bodyPr>
          <a:lstStyle/>
          <a:p>
            <a:pPr algn="ctr"/>
            <a:r>
              <a:rPr lang="en-US" sz="900" dirty="0"/>
              <a:t>47</a:t>
            </a:r>
          </a:p>
        </p:txBody>
      </p:sp>
      <p:sp>
        <p:nvSpPr>
          <p:cNvPr id="63" name="TextBox 62">
            <a:extLst>
              <a:ext uri="{FF2B5EF4-FFF2-40B4-BE49-F238E27FC236}">
                <a16:creationId xmlns:a16="http://schemas.microsoft.com/office/drawing/2014/main" id="{3614A1E7-B287-14FA-AF92-5A275A9CB9EB}"/>
              </a:ext>
            </a:extLst>
          </p:cNvPr>
          <p:cNvSpPr txBox="1"/>
          <p:nvPr/>
        </p:nvSpPr>
        <p:spPr>
          <a:xfrm>
            <a:off x="6152446" y="3907597"/>
            <a:ext cx="570089" cy="230832"/>
          </a:xfrm>
          <a:prstGeom prst="rect">
            <a:avLst/>
          </a:prstGeom>
          <a:noFill/>
        </p:spPr>
        <p:txBody>
          <a:bodyPr wrap="square" rtlCol="0">
            <a:spAutoFit/>
          </a:bodyPr>
          <a:lstStyle/>
          <a:p>
            <a:pPr algn="ctr"/>
            <a:r>
              <a:rPr lang="en-US" sz="900" dirty="0"/>
              <a:t>489</a:t>
            </a:r>
          </a:p>
        </p:txBody>
      </p:sp>
      <p:sp>
        <p:nvSpPr>
          <p:cNvPr id="69" name="TextBox 68">
            <a:extLst>
              <a:ext uri="{FF2B5EF4-FFF2-40B4-BE49-F238E27FC236}">
                <a16:creationId xmlns:a16="http://schemas.microsoft.com/office/drawing/2014/main" id="{0B00A74C-0ABA-25F4-0834-C7B3D6FFFC5F}"/>
              </a:ext>
            </a:extLst>
          </p:cNvPr>
          <p:cNvSpPr txBox="1"/>
          <p:nvPr/>
        </p:nvSpPr>
        <p:spPr>
          <a:xfrm>
            <a:off x="6152446" y="4539173"/>
            <a:ext cx="570089" cy="230832"/>
          </a:xfrm>
          <a:prstGeom prst="rect">
            <a:avLst/>
          </a:prstGeom>
          <a:noFill/>
        </p:spPr>
        <p:txBody>
          <a:bodyPr wrap="square" rtlCol="0">
            <a:spAutoFit/>
          </a:bodyPr>
          <a:lstStyle/>
          <a:p>
            <a:pPr algn="ctr"/>
            <a:r>
              <a:rPr lang="en-US" sz="900" dirty="0"/>
              <a:t>489</a:t>
            </a:r>
          </a:p>
        </p:txBody>
      </p:sp>
      <p:sp>
        <p:nvSpPr>
          <p:cNvPr id="70" name="TextBox 69">
            <a:extLst>
              <a:ext uri="{FF2B5EF4-FFF2-40B4-BE49-F238E27FC236}">
                <a16:creationId xmlns:a16="http://schemas.microsoft.com/office/drawing/2014/main" id="{A00A1203-57E3-68AE-55B5-EBB77261B750}"/>
              </a:ext>
            </a:extLst>
          </p:cNvPr>
          <p:cNvSpPr txBox="1"/>
          <p:nvPr/>
        </p:nvSpPr>
        <p:spPr>
          <a:xfrm>
            <a:off x="6152446" y="5040116"/>
            <a:ext cx="570089" cy="230832"/>
          </a:xfrm>
          <a:prstGeom prst="rect">
            <a:avLst/>
          </a:prstGeom>
          <a:noFill/>
        </p:spPr>
        <p:txBody>
          <a:bodyPr wrap="square" rtlCol="0">
            <a:spAutoFit/>
          </a:bodyPr>
          <a:lstStyle/>
          <a:p>
            <a:pPr algn="ctr"/>
            <a:r>
              <a:rPr lang="en-US" sz="900" dirty="0"/>
              <a:t>489</a:t>
            </a:r>
          </a:p>
        </p:txBody>
      </p:sp>
      <p:sp>
        <p:nvSpPr>
          <p:cNvPr id="71" name="TextBox 70">
            <a:extLst>
              <a:ext uri="{FF2B5EF4-FFF2-40B4-BE49-F238E27FC236}">
                <a16:creationId xmlns:a16="http://schemas.microsoft.com/office/drawing/2014/main" id="{4FF8A51E-D37D-FB0D-C86E-DF6FE91FCBEE}"/>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
        <p:nvSpPr>
          <p:cNvPr id="73" name="TextBox 72">
            <a:extLst>
              <a:ext uri="{FF2B5EF4-FFF2-40B4-BE49-F238E27FC236}">
                <a16:creationId xmlns:a16="http://schemas.microsoft.com/office/drawing/2014/main" id="{EC23FF0F-6E0D-33E8-D289-999B7C5CD803}"/>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74" name="TextBox 73">
            <a:extLst>
              <a:ext uri="{FF2B5EF4-FFF2-40B4-BE49-F238E27FC236}">
                <a16:creationId xmlns:a16="http://schemas.microsoft.com/office/drawing/2014/main" id="{8BB86A0F-0E40-CC0F-71D8-ED917B2E2C90}"/>
              </a:ext>
            </a:extLst>
          </p:cNvPr>
          <p:cNvSpPr txBox="1"/>
          <p:nvPr/>
        </p:nvSpPr>
        <p:spPr>
          <a:xfrm>
            <a:off x="5215469" y="1727886"/>
            <a:ext cx="462845" cy="584775"/>
          </a:xfrm>
          <a:prstGeom prst="rect">
            <a:avLst/>
          </a:prstGeom>
          <a:noFill/>
        </p:spPr>
        <p:txBody>
          <a:bodyPr wrap="square" rtlCol="0">
            <a:spAutoFit/>
          </a:bodyPr>
          <a:lstStyle/>
          <a:p>
            <a:pPr algn="ctr"/>
            <a:r>
              <a:rPr lang="en-US" sz="3200" dirty="0"/>
              <a:t>8</a:t>
            </a:r>
          </a:p>
        </p:txBody>
      </p:sp>
      <p:sp>
        <p:nvSpPr>
          <p:cNvPr id="75" name="TextBox 74">
            <a:extLst>
              <a:ext uri="{FF2B5EF4-FFF2-40B4-BE49-F238E27FC236}">
                <a16:creationId xmlns:a16="http://schemas.microsoft.com/office/drawing/2014/main" id="{9B4416EA-0785-7CE2-715A-E0886298086E}"/>
              </a:ext>
            </a:extLst>
          </p:cNvPr>
          <p:cNvSpPr txBox="1"/>
          <p:nvPr/>
        </p:nvSpPr>
        <p:spPr>
          <a:xfrm>
            <a:off x="3217333" y="1224551"/>
            <a:ext cx="462845" cy="584775"/>
          </a:xfrm>
          <a:prstGeom prst="rect">
            <a:avLst/>
          </a:prstGeom>
          <a:noFill/>
        </p:spPr>
        <p:txBody>
          <a:bodyPr wrap="square" rtlCol="0">
            <a:spAutoFit/>
          </a:bodyPr>
          <a:lstStyle/>
          <a:p>
            <a:pPr algn="ctr"/>
            <a:r>
              <a:rPr lang="en-US" sz="3200" dirty="0"/>
              <a:t>8</a:t>
            </a:r>
          </a:p>
        </p:txBody>
      </p:sp>
      <p:sp>
        <p:nvSpPr>
          <p:cNvPr id="76" name="TextBox 75">
            <a:extLst>
              <a:ext uri="{FF2B5EF4-FFF2-40B4-BE49-F238E27FC236}">
                <a16:creationId xmlns:a16="http://schemas.microsoft.com/office/drawing/2014/main" id="{437E50DE-9C88-2355-4EF3-F27BDF73CC59}"/>
              </a:ext>
            </a:extLst>
          </p:cNvPr>
          <p:cNvSpPr txBox="1"/>
          <p:nvPr/>
        </p:nvSpPr>
        <p:spPr>
          <a:xfrm>
            <a:off x="3217333" y="1727886"/>
            <a:ext cx="462845" cy="584775"/>
          </a:xfrm>
          <a:prstGeom prst="rect">
            <a:avLst/>
          </a:prstGeom>
          <a:noFill/>
        </p:spPr>
        <p:txBody>
          <a:bodyPr wrap="square" rtlCol="0">
            <a:spAutoFit/>
          </a:bodyPr>
          <a:lstStyle/>
          <a:p>
            <a:pPr algn="ctr"/>
            <a:r>
              <a:rPr lang="en-US" sz="3200" dirty="0"/>
              <a:t>9</a:t>
            </a:r>
          </a:p>
        </p:txBody>
      </p:sp>
      <p:sp>
        <p:nvSpPr>
          <p:cNvPr id="77" name="TextBox 76">
            <a:extLst>
              <a:ext uri="{FF2B5EF4-FFF2-40B4-BE49-F238E27FC236}">
                <a16:creationId xmlns:a16="http://schemas.microsoft.com/office/drawing/2014/main" id="{044405E1-150E-4637-3232-256778FB3879}"/>
              </a:ext>
            </a:extLst>
          </p:cNvPr>
          <p:cNvSpPr txBox="1"/>
          <p:nvPr/>
        </p:nvSpPr>
        <p:spPr>
          <a:xfrm>
            <a:off x="6714071" y="1727886"/>
            <a:ext cx="462845" cy="584775"/>
          </a:xfrm>
          <a:prstGeom prst="rect">
            <a:avLst/>
          </a:prstGeom>
          <a:noFill/>
        </p:spPr>
        <p:txBody>
          <a:bodyPr wrap="square" rtlCol="0">
            <a:spAutoFit/>
          </a:bodyPr>
          <a:lstStyle/>
          <a:p>
            <a:pPr algn="ctr"/>
            <a:r>
              <a:rPr lang="en-US" sz="3200" dirty="0"/>
              <a:t>3</a:t>
            </a:r>
          </a:p>
        </p:txBody>
      </p:sp>
      <p:sp>
        <p:nvSpPr>
          <p:cNvPr id="78" name="TextBox 77">
            <a:extLst>
              <a:ext uri="{FF2B5EF4-FFF2-40B4-BE49-F238E27FC236}">
                <a16:creationId xmlns:a16="http://schemas.microsoft.com/office/drawing/2014/main" id="{2C2521B1-9CB8-6EB2-78AE-504CA9D2F98B}"/>
              </a:ext>
            </a:extLst>
          </p:cNvPr>
          <p:cNvSpPr txBox="1"/>
          <p:nvPr/>
        </p:nvSpPr>
        <p:spPr>
          <a:xfrm>
            <a:off x="7213604" y="1727886"/>
            <a:ext cx="462845" cy="584775"/>
          </a:xfrm>
          <a:prstGeom prst="rect">
            <a:avLst/>
          </a:prstGeom>
          <a:noFill/>
        </p:spPr>
        <p:txBody>
          <a:bodyPr wrap="square" rtlCol="0">
            <a:spAutoFit/>
          </a:bodyPr>
          <a:lstStyle/>
          <a:p>
            <a:pPr algn="ctr"/>
            <a:r>
              <a:rPr lang="en-US" sz="3200" dirty="0"/>
              <a:t>5</a:t>
            </a:r>
          </a:p>
        </p:txBody>
      </p:sp>
      <p:sp>
        <p:nvSpPr>
          <p:cNvPr id="79" name="TextBox 78">
            <a:extLst>
              <a:ext uri="{FF2B5EF4-FFF2-40B4-BE49-F238E27FC236}">
                <a16:creationId xmlns:a16="http://schemas.microsoft.com/office/drawing/2014/main" id="{4EC90ED7-0035-F3F9-6BFF-7DAD77A0266D}"/>
              </a:ext>
            </a:extLst>
          </p:cNvPr>
          <p:cNvSpPr txBox="1"/>
          <p:nvPr/>
        </p:nvSpPr>
        <p:spPr>
          <a:xfrm>
            <a:off x="4715935" y="2734556"/>
            <a:ext cx="462845" cy="584775"/>
          </a:xfrm>
          <a:prstGeom prst="rect">
            <a:avLst/>
          </a:prstGeom>
          <a:noFill/>
        </p:spPr>
        <p:txBody>
          <a:bodyPr wrap="square" rtlCol="0">
            <a:spAutoFit/>
          </a:bodyPr>
          <a:lstStyle/>
          <a:p>
            <a:pPr algn="ctr"/>
            <a:r>
              <a:rPr lang="en-US" sz="3200" dirty="0"/>
              <a:t>1</a:t>
            </a:r>
          </a:p>
        </p:txBody>
      </p:sp>
      <p:sp>
        <p:nvSpPr>
          <p:cNvPr id="80" name="TextBox 79">
            <a:extLst>
              <a:ext uri="{FF2B5EF4-FFF2-40B4-BE49-F238E27FC236}">
                <a16:creationId xmlns:a16="http://schemas.microsoft.com/office/drawing/2014/main" id="{D556C905-252B-B369-A047-23E5A91AB42B}"/>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2F7F522F-7F1A-0292-1E08-A274B12A38B2}"/>
              </a:ext>
            </a:extLst>
          </p:cNvPr>
          <p:cNvSpPr txBox="1"/>
          <p:nvPr/>
        </p:nvSpPr>
        <p:spPr>
          <a:xfrm>
            <a:off x="3716867" y="3741226"/>
            <a:ext cx="462845" cy="584775"/>
          </a:xfrm>
          <a:prstGeom prst="rect">
            <a:avLst/>
          </a:prstGeom>
          <a:noFill/>
        </p:spPr>
        <p:txBody>
          <a:bodyPr wrap="square" rtlCol="0">
            <a:spAutoFit/>
          </a:bodyPr>
          <a:lstStyle/>
          <a:p>
            <a:pPr algn="ctr"/>
            <a:r>
              <a:rPr lang="en-US" sz="3200" dirty="0"/>
              <a:t>2</a:t>
            </a:r>
          </a:p>
        </p:txBody>
      </p:sp>
      <p:sp>
        <p:nvSpPr>
          <p:cNvPr id="17" name="TextBox 16">
            <a:extLst>
              <a:ext uri="{FF2B5EF4-FFF2-40B4-BE49-F238E27FC236}">
                <a16:creationId xmlns:a16="http://schemas.microsoft.com/office/drawing/2014/main" id="{46BF33B5-DA28-0C5E-F472-E924C91B34A0}"/>
              </a:ext>
            </a:extLst>
          </p:cNvPr>
          <p:cNvSpPr txBox="1"/>
          <p:nvPr/>
        </p:nvSpPr>
        <p:spPr>
          <a:xfrm>
            <a:off x="5147734" y="4038229"/>
            <a:ext cx="570089" cy="230832"/>
          </a:xfrm>
          <a:prstGeom prst="rect">
            <a:avLst/>
          </a:prstGeom>
          <a:noFill/>
        </p:spPr>
        <p:txBody>
          <a:bodyPr wrap="square" rtlCol="0">
            <a:spAutoFit/>
          </a:bodyPr>
          <a:lstStyle/>
          <a:p>
            <a:pPr algn="ctr"/>
            <a:r>
              <a:rPr lang="en-US" sz="900" dirty="0"/>
              <a:t>3459</a:t>
            </a:r>
          </a:p>
        </p:txBody>
      </p:sp>
      <p:sp>
        <p:nvSpPr>
          <p:cNvPr id="21" name="TextBox 20">
            <a:extLst>
              <a:ext uri="{FF2B5EF4-FFF2-40B4-BE49-F238E27FC236}">
                <a16:creationId xmlns:a16="http://schemas.microsoft.com/office/drawing/2014/main" id="{A5D67B2E-846A-8CAC-60A2-4E2AAEC25F82}"/>
              </a:ext>
            </a:extLst>
          </p:cNvPr>
          <p:cNvSpPr txBox="1"/>
          <p:nvPr/>
        </p:nvSpPr>
        <p:spPr>
          <a:xfrm>
            <a:off x="5650090" y="4038229"/>
            <a:ext cx="570089" cy="230832"/>
          </a:xfrm>
          <a:prstGeom prst="rect">
            <a:avLst/>
          </a:prstGeom>
          <a:noFill/>
        </p:spPr>
        <p:txBody>
          <a:bodyPr wrap="square" rtlCol="0">
            <a:spAutoFit/>
          </a:bodyPr>
          <a:lstStyle/>
          <a:p>
            <a:pPr algn="ctr"/>
            <a:r>
              <a:rPr lang="en-US" sz="900" dirty="0"/>
              <a:t>1789</a:t>
            </a:r>
          </a:p>
        </p:txBody>
      </p:sp>
      <p:sp>
        <p:nvSpPr>
          <p:cNvPr id="28" name="TextBox 27">
            <a:extLst>
              <a:ext uri="{FF2B5EF4-FFF2-40B4-BE49-F238E27FC236}">
                <a16:creationId xmlns:a16="http://schemas.microsoft.com/office/drawing/2014/main" id="{38A6542A-8852-6AC8-08D8-830F13C715EB}"/>
              </a:ext>
            </a:extLst>
          </p:cNvPr>
          <p:cNvSpPr txBox="1"/>
          <p:nvPr/>
        </p:nvSpPr>
        <p:spPr>
          <a:xfrm>
            <a:off x="4645378" y="4539173"/>
            <a:ext cx="570089" cy="230832"/>
          </a:xfrm>
          <a:prstGeom prst="rect">
            <a:avLst/>
          </a:prstGeom>
          <a:noFill/>
        </p:spPr>
        <p:txBody>
          <a:bodyPr wrap="square" rtlCol="0">
            <a:spAutoFit/>
          </a:bodyPr>
          <a:lstStyle/>
          <a:p>
            <a:pPr algn="ctr"/>
            <a:r>
              <a:rPr lang="en-US" sz="900" dirty="0"/>
              <a:t>2389</a:t>
            </a:r>
          </a:p>
        </p:txBody>
      </p:sp>
      <p:sp>
        <p:nvSpPr>
          <p:cNvPr id="29" name="TextBox 28">
            <a:extLst>
              <a:ext uri="{FF2B5EF4-FFF2-40B4-BE49-F238E27FC236}">
                <a16:creationId xmlns:a16="http://schemas.microsoft.com/office/drawing/2014/main" id="{63006A89-88AF-4108-827B-E10B755D27F6}"/>
              </a:ext>
            </a:extLst>
          </p:cNvPr>
          <p:cNvSpPr txBox="1"/>
          <p:nvPr/>
        </p:nvSpPr>
        <p:spPr>
          <a:xfrm>
            <a:off x="5147734" y="4539173"/>
            <a:ext cx="570089" cy="230832"/>
          </a:xfrm>
          <a:prstGeom prst="rect">
            <a:avLst/>
          </a:prstGeom>
          <a:noFill/>
        </p:spPr>
        <p:txBody>
          <a:bodyPr wrap="square" rtlCol="0">
            <a:spAutoFit/>
          </a:bodyPr>
          <a:lstStyle/>
          <a:p>
            <a:pPr algn="ctr"/>
            <a:r>
              <a:rPr lang="en-US" sz="900" dirty="0"/>
              <a:t>3459</a:t>
            </a:r>
          </a:p>
        </p:txBody>
      </p:sp>
      <p:sp>
        <p:nvSpPr>
          <p:cNvPr id="32" name="TextBox 31">
            <a:extLst>
              <a:ext uri="{FF2B5EF4-FFF2-40B4-BE49-F238E27FC236}">
                <a16:creationId xmlns:a16="http://schemas.microsoft.com/office/drawing/2014/main" id="{FCC972B0-68D4-1659-1F64-A4BA821D1C01}"/>
              </a:ext>
            </a:extLst>
          </p:cNvPr>
          <p:cNvSpPr txBox="1"/>
          <p:nvPr/>
        </p:nvSpPr>
        <p:spPr>
          <a:xfrm>
            <a:off x="5650090" y="4539173"/>
            <a:ext cx="570089" cy="230832"/>
          </a:xfrm>
          <a:prstGeom prst="rect">
            <a:avLst/>
          </a:prstGeom>
          <a:noFill/>
        </p:spPr>
        <p:txBody>
          <a:bodyPr wrap="square" rtlCol="0">
            <a:spAutoFit/>
          </a:bodyPr>
          <a:lstStyle/>
          <a:p>
            <a:pPr algn="ctr"/>
            <a:r>
              <a:rPr lang="en-US" sz="900" dirty="0"/>
              <a:t>1789</a:t>
            </a:r>
          </a:p>
        </p:txBody>
      </p:sp>
      <p:sp>
        <p:nvSpPr>
          <p:cNvPr id="34" name="TextBox 33">
            <a:extLst>
              <a:ext uri="{FF2B5EF4-FFF2-40B4-BE49-F238E27FC236}">
                <a16:creationId xmlns:a16="http://schemas.microsoft.com/office/drawing/2014/main" id="{609CC5EA-1FE5-0C36-DEBB-D217E9884115}"/>
              </a:ext>
            </a:extLst>
          </p:cNvPr>
          <p:cNvSpPr txBox="1"/>
          <p:nvPr/>
        </p:nvSpPr>
        <p:spPr>
          <a:xfrm>
            <a:off x="4645378" y="5040116"/>
            <a:ext cx="570089" cy="230832"/>
          </a:xfrm>
          <a:prstGeom prst="rect">
            <a:avLst/>
          </a:prstGeom>
          <a:noFill/>
        </p:spPr>
        <p:txBody>
          <a:bodyPr wrap="square" rtlCol="0">
            <a:spAutoFit/>
          </a:bodyPr>
          <a:lstStyle/>
          <a:p>
            <a:pPr algn="ctr"/>
            <a:r>
              <a:rPr lang="en-US" sz="900" dirty="0"/>
              <a:t>289</a:t>
            </a:r>
          </a:p>
        </p:txBody>
      </p:sp>
      <p:sp>
        <p:nvSpPr>
          <p:cNvPr id="49" name="TextBox 48">
            <a:extLst>
              <a:ext uri="{FF2B5EF4-FFF2-40B4-BE49-F238E27FC236}">
                <a16:creationId xmlns:a16="http://schemas.microsoft.com/office/drawing/2014/main" id="{55E12F34-7231-34A7-23CB-EB5C3E996FFF}"/>
              </a:ext>
            </a:extLst>
          </p:cNvPr>
          <p:cNvSpPr txBox="1"/>
          <p:nvPr/>
        </p:nvSpPr>
        <p:spPr>
          <a:xfrm>
            <a:off x="5147734" y="5040116"/>
            <a:ext cx="570089" cy="230832"/>
          </a:xfrm>
          <a:prstGeom prst="rect">
            <a:avLst/>
          </a:prstGeom>
          <a:noFill/>
        </p:spPr>
        <p:txBody>
          <a:bodyPr wrap="square" rtlCol="0">
            <a:spAutoFit/>
          </a:bodyPr>
          <a:lstStyle/>
          <a:p>
            <a:pPr algn="ctr"/>
            <a:r>
              <a:rPr lang="en-US" sz="900" dirty="0"/>
              <a:t>459</a:t>
            </a:r>
          </a:p>
        </p:txBody>
      </p:sp>
      <p:sp>
        <p:nvSpPr>
          <p:cNvPr id="60" name="TextBox 59">
            <a:extLst>
              <a:ext uri="{FF2B5EF4-FFF2-40B4-BE49-F238E27FC236}">
                <a16:creationId xmlns:a16="http://schemas.microsoft.com/office/drawing/2014/main" id="{39B0E9F7-95F8-C6F8-80FE-61ECF632DE4C}"/>
              </a:ext>
            </a:extLst>
          </p:cNvPr>
          <p:cNvSpPr txBox="1"/>
          <p:nvPr/>
        </p:nvSpPr>
        <p:spPr>
          <a:xfrm>
            <a:off x="5650090" y="5040116"/>
            <a:ext cx="570089" cy="230832"/>
          </a:xfrm>
          <a:prstGeom prst="rect">
            <a:avLst/>
          </a:prstGeom>
          <a:noFill/>
        </p:spPr>
        <p:txBody>
          <a:bodyPr wrap="square" rtlCol="0">
            <a:spAutoFit/>
          </a:bodyPr>
          <a:lstStyle/>
          <a:p>
            <a:pPr algn="ctr"/>
            <a:r>
              <a:rPr lang="en-US" sz="900" dirty="0"/>
              <a:t>1789</a:t>
            </a:r>
          </a:p>
        </p:txBody>
      </p:sp>
      <p:sp>
        <p:nvSpPr>
          <p:cNvPr id="61" name="TextBox 60">
            <a:extLst>
              <a:ext uri="{FF2B5EF4-FFF2-40B4-BE49-F238E27FC236}">
                <a16:creationId xmlns:a16="http://schemas.microsoft.com/office/drawing/2014/main" id="{4376EC23-96D8-489A-BDA2-0D2DDBCA5CFB}"/>
              </a:ext>
            </a:extLst>
          </p:cNvPr>
          <p:cNvSpPr txBox="1"/>
          <p:nvPr/>
        </p:nvSpPr>
        <p:spPr>
          <a:xfrm>
            <a:off x="6654802" y="3907597"/>
            <a:ext cx="570089" cy="230832"/>
          </a:xfrm>
          <a:prstGeom prst="rect">
            <a:avLst/>
          </a:prstGeom>
          <a:noFill/>
        </p:spPr>
        <p:txBody>
          <a:bodyPr wrap="square" rtlCol="0">
            <a:spAutoFit/>
          </a:bodyPr>
          <a:lstStyle/>
          <a:p>
            <a:pPr algn="ctr"/>
            <a:r>
              <a:rPr lang="en-US" sz="900" dirty="0"/>
              <a:t>157</a:t>
            </a:r>
          </a:p>
        </p:txBody>
      </p:sp>
      <p:sp>
        <p:nvSpPr>
          <p:cNvPr id="72" name="TextBox 71">
            <a:extLst>
              <a:ext uri="{FF2B5EF4-FFF2-40B4-BE49-F238E27FC236}">
                <a16:creationId xmlns:a16="http://schemas.microsoft.com/office/drawing/2014/main" id="{5CD7946A-51F5-962F-EB81-A6BB86197BFE}"/>
              </a:ext>
            </a:extLst>
          </p:cNvPr>
          <p:cNvSpPr txBox="1"/>
          <p:nvPr/>
        </p:nvSpPr>
        <p:spPr>
          <a:xfrm>
            <a:off x="7157158" y="3907597"/>
            <a:ext cx="570089" cy="230832"/>
          </a:xfrm>
          <a:prstGeom prst="rect">
            <a:avLst/>
          </a:prstGeom>
          <a:noFill/>
        </p:spPr>
        <p:txBody>
          <a:bodyPr wrap="square" rtlCol="0">
            <a:spAutoFit/>
          </a:bodyPr>
          <a:lstStyle/>
          <a:p>
            <a:pPr algn="ctr"/>
            <a:r>
              <a:rPr lang="en-US" sz="900" dirty="0"/>
              <a:t>17</a:t>
            </a:r>
          </a:p>
        </p:txBody>
      </p:sp>
      <p:sp>
        <p:nvSpPr>
          <p:cNvPr id="81" name="TextBox 80">
            <a:extLst>
              <a:ext uri="{FF2B5EF4-FFF2-40B4-BE49-F238E27FC236}">
                <a16:creationId xmlns:a16="http://schemas.microsoft.com/office/drawing/2014/main" id="{26DD590D-11F1-EF9C-34A6-1B87C69D594B}"/>
              </a:ext>
            </a:extLst>
          </p:cNvPr>
          <p:cNvSpPr txBox="1"/>
          <p:nvPr/>
        </p:nvSpPr>
        <p:spPr>
          <a:xfrm>
            <a:off x="6654802" y="4408541"/>
            <a:ext cx="570089" cy="230832"/>
          </a:xfrm>
          <a:prstGeom prst="rect">
            <a:avLst/>
          </a:prstGeom>
          <a:noFill/>
        </p:spPr>
        <p:txBody>
          <a:bodyPr wrap="square" rtlCol="0">
            <a:spAutoFit/>
          </a:bodyPr>
          <a:lstStyle/>
          <a:p>
            <a:pPr algn="ctr"/>
            <a:r>
              <a:rPr lang="en-US" sz="900" dirty="0"/>
              <a:t>12567</a:t>
            </a:r>
          </a:p>
        </p:txBody>
      </p:sp>
      <p:sp>
        <p:nvSpPr>
          <p:cNvPr id="82" name="TextBox 81">
            <a:extLst>
              <a:ext uri="{FF2B5EF4-FFF2-40B4-BE49-F238E27FC236}">
                <a16:creationId xmlns:a16="http://schemas.microsoft.com/office/drawing/2014/main" id="{6F0EB396-5F23-6579-7EDC-45788AF14DD3}"/>
              </a:ext>
            </a:extLst>
          </p:cNvPr>
          <p:cNvSpPr txBox="1"/>
          <p:nvPr/>
        </p:nvSpPr>
        <p:spPr>
          <a:xfrm>
            <a:off x="7157158" y="4408541"/>
            <a:ext cx="570089" cy="230832"/>
          </a:xfrm>
          <a:prstGeom prst="rect">
            <a:avLst/>
          </a:prstGeom>
          <a:noFill/>
        </p:spPr>
        <p:txBody>
          <a:bodyPr wrap="square" rtlCol="0">
            <a:spAutoFit/>
          </a:bodyPr>
          <a:lstStyle/>
          <a:p>
            <a:pPr algn="ctr"/>
            <a:r>
              <a:rPr lang="en-US" sz="900" dirty="0"/>
              <a:t>1267</a:t>
            </a:r>
          </a:p>
        </p:txBody>
      </p:sp>
      <p:sp>
        <p:nvSpPr>
          <p:cNvPr id="83" name="TextBox 82">
            <a:extLst>
              <a:ext uri="{FF2B5EF4-FFF2-40B4-BE49-F238E27FC236}">
                <a16:creationId xmlns:a16="http://schemas.microsoft.com/office/drawing/2014/main" id="{60BBA63B-04B9-9FC8-3981-4C869B11CFCE}"/>
              </a:ext>
            </a:extLst>
          </p:cNvPr>
          <p:cNvSpPr txBox="1"/>
          <p:nvPr/>
        </p:nvSpPr>
        <p:spPr>
          <a:xfrm>
            <a:off x="6654802" y="5040116"/>
            <a:ext cx="570089" cy="230832"/>
          </a:xfrm>
          <a:prstGeom prst="rect">
            <a:avLst/>
          </a:prstGeom>
          <a:noFill/>
        </p:spPr>
        <p:txBody>
          <a:bodyPr wrap="square" rtlCol="0">
            <a:spAutoFit/>
          </a:bodyPr>
          <a:lstStyle/>
          <a:p>
            <a:pPr algn="ctr"/>
            <a:r>
              <a:rPr lang="en-US" sz="900" dirty="0"/>
              <a:t>1257</a:t>
            </a:r>
          </a:p>
        </p:txBody>
      </p:sp>
    </p:spTree>
    <p:extLst>
      <p:ext uri="{BB962C8B-B14F-4D97-AF65-F5344CB8AC3E}">
        <p14:creationId xmlns:p14="http://schemas.microsoft.com/office/powerpoint/2010/main" val="297955619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634737-07E7-5F68-8E0A-28C93706F86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1CB24A9-A543-8734-1881-949CD6C15361}"/>
              </a:ext>
            </a:extLst>
          </p:cNvPr>
          <p:cNvSpPr>
            <a:spLocks noGrp="1"/>
          </p:cNvSpPr>
          <p:nvPr>
            <p:ph sz="half" idx="1"/>
          </p:nvPr>
        </p:nvSpPr>
        <p:spPr/>
        <p:txBody>
          <a:bodyPr>
            <a:normAutofit/>
          </a:bodyPr>
          <a:lstStyle/>
          <a:p>
            <a:r>
              <a:rPr lang="en-US" dirty="0"/>
              <a:t>Reduce. (Note 15/157/17 triplet in Row 7.)</a:t>
            </a:r>
          </a:p>
        </p:txBody>
      </p:sp>
      <p:pic>
        <p:nvPicPr>
          <p:cNvPr id="4" name="Picture 3" descr="A grid of sudoku puzzle&#10;&#10;Description automatically generated">
            <a:extLst>
              <a:ext uri="{FF2B5EF4-FFF2-40B4-BE49-F238E27FC236}">
                <a16:creationId xmlns:a16="http://schemas.microsoft.com/office/drawing/2014/main" id="{B18B9F36-202E-08B9-E2C3-D2B34A2609B8}"/>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4C8A4944-6094-6CD5-1E86-A73BFC2045AC}"/>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DBDB53CB-A2EF-B07E-507B-3E36D2BB275A}"/>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43F7DE49-C540-83B2-E005-6ADC35A9C18B}"/>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DBE99EA0-624A-D1CC-2C12-E40DFD727FA3}"/>
              </a:ext>
            </a:extLst>
          </p:cNvPr>
          <p:cNvSpPr txBox="1"/>
          <p:nvPr/>
        </p:nvSpPr>
        <p:spPr>
          <a:xfrm>
            <a:off x="3716867" y="2231221"/>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47DAC4A0-2603-1118-E57F-FE0CCB950D00}"/>
              </a:ext>
            </a:extLst>
          </p:cNvPr>
          <p:cNvSpPr txBox="1"/>
          <p:nvPr/>
        </p:nvSpPr>
        <p:spPr>
          <a:xfrm>
            <a:off x="3217333" y="4747898"/>
            <a:ext cx="462845" cy="584775"/>
          </a:xfrm>
          <a:prstGeom prst="rect">
            <a:avLst/>
          </a:prstGeom>
          <a:noFill/>
        </p:spPr>
        <p:txBody>
          <a:bodyPr wrap="square" rtlCol="0">
            <a:spAutoFit/>
          </a:bodyPr>
          <a:lstStyle/>
          <a:p>
            <a:pPr algn="ctr"/>
            <a:r>
              <a:rPr lang="en-US" sz="3200" dirty="0"/>
              <a:t>6</a:t>
            </a:r>
          </a:p>
        </p:txBody>
      </p:sp>
      <p:sp>
        <p:nvSpPr>
          <p:cNvPr id="11" name="TextBox 10">
            <a:extLst>
              <a:ext uri="{FF2B5EF4-FFF2-40B4-BE49-F238E27FC236}">
                <a16:creationId xmlns:a16="http://schemas.microsoft.com/office/drawing/2014/main" id="{A5944682-01EF-2311-8377-B2BA699CC8CB}"/>
              </a:ext>
            </a:extLst>
          </p:cNvPr>
          <p:cNvSpPr txBox="1"/>
          <p:nvPr/>
        </p:nvSpPr>
        <p:spPr>
          <a:xfrm>
            <a:off x="7213604" y="4747898"/>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3E478D83-1445-1B40-DC5D-993F8DBCD9D0}"/>
              </a:ext>
            </a:extLst>
          </p:cNvPr>
          <p:cNvSpPr txBox="1"/>
          <p:nvPr/>
        </p:nvSpPr>
        <p:spPr>
          <a:xfrm>
            <a:off x="6214537" y="2734556"/>
            <a:ext cx="462845" cy="584775"/>
          </a:xfrm>
          <a:prstGeom prst="rect">
            <a:avLst/>
          </a:prstGeom>
          <a:no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7EA293F4-404C-6D98-DC46-7CC06C93BE01}"/>
              </a:ext>
            </a:extLst>
          </p:cNvPr>
          <p:cNvSpPr txBox="1"/>
          <p:nvPr/>
        </p:nvSpPr>
        <p:spPr>
          <a:xfrm>
            <a:off x="4143022" y="2274133"/>
            <a:ext cx="570089" cy="230832"/>
          </a:xfrm>
          <a:prstGeom prst="rect">
            <a:avLst/>
          </a:prstGeom>
          <a:noFill/>
        </p:spPr>
        <p:txBody>
          <a:bodyPr wrap="square" rtlCol="0">
            <a:spAutoFit/>
          </a:bodyPr>
          <a:lstStyle/>
          <a:p>
            <a:pPr algn="ctr"/>
            <a:r>
              <a:rPr lang="en-US" sz="900" dirty="0"/>
              <a:t>89</a:t>
            </a:r>
          </a:p>
        </p:txBody>
      </p:sp>
      <p:sp>
        <p:nvSpPr>
          <p:cNvPr id="16" name="TextBox 15">
            <a:extLst>
              <a:ext uri="{FF2B5EF4-FFF2-40B4-BE49-F238E27FC236}">
                <a16:creationId xmlns:a16="http://schemas.microsoft.com/office/drawing/2014/main" id="{3E284C73-2708-B9E6-33F0-5A6096662EAA}"/>
              </a:ext>
            </a:extLst>
          </p:cNvPr>
          <p:cNvSpPr txBox="1"/>
          <p:nvPr/>
        </p:nvSpPr>
        <p:spPr>
          <a:xfrm>
            <a:off x="5650090" y="2274133"/>
            <a:ext cx="570089" cy="230832"/>
          </a:xfrm>
          <a:prstGeom prst="rect">
            <a:avLst/>
          </a:prstGeom>
          <a:noFill/>
        </p:spPr>
        <p:txBody>
          <a:bodyPr wrap="square" rtlCol="0">
            <a:spAutoFit/>
          </a:bodyPr>
          <a:lstStyle/>
          <a:p>
            <a:pPr algn="ctr"/>
            <a:r>
              <a:rPr lang="en-US" sz="900" dirty="0"/>
              <a:t>98</a:t>
            </a:r>
          </a:p>
        </p:txBody>
      </p:sp>
      <p:sp>
        <p:nvSpPr>
          <p:cNvPr id="18" name="TextBox 17">
            <a:extLst>
              <a:ext uri="{FF2B5EF4-FFF2-40B4-BE49-F238E27FC236}">
                <a16:creationId xmlns:a16="http://schemas.microsoft.com/office/drawing/2014/main" id="{F620CBDD-EE5D-88F2-7568-BBD4AF9DF738}"/>
              </a:ext>
            </a:extLst>
          </p:cNvPr>
          <p:cNvSpPr txBox="1"/>
          <p:nvPr/>
        </p:nvSpPr>
        <p:spPr>
          <a:xfrm>
            <a:off x="6654802" y="2404765"/>
            <a:ext cx="570089" cy="230832"/>
          </a:xfrm>
          <a:prstGeom prst="rect">
            <a:avLst/>
          </a:prstGeom>
          <a:noFill/>
        </p:spPr>
        <p:txBody>
          <a:bodyPr wrap="square" rtlCol="0">
            <a:spAutoFit/>
          </a:bodyPr>
          <a:lstStyle/>
          <a:p>
            <a:pPr algn="ctr"/>
            <a:r>
              <a:rPr lang="en-US" sz="900" dirty="0"/>
              <a:t>24</a:t>
            </a:r>
          </a:p>
        </p:txBody>
      </p:sp>
      <p:sp>
        <p:nvSpPr>
          <p:cNvPr id="19" name="TextBox 18">
            <a:extLst>
              <a:ext uri="{FF2B5EF4-FFF2-40B4-BE49-F238E27FC236}">
                <a16:creationId xmlns:a16="http://schemas.microsoft.com/office/drawing/2014/main" id="{21CC0871-AE69-7719-0776-2A62C1A7D5FE}"/>
              </a:ext>
            </a:extLst>
          </p:cNvPr>
          <p:cNvSpPr txBox="1"/>
          <p:nvPr/>
        </p:nvSpPr>
        <p:spPr>
          <a:xfrm>
            <a:off x="7157158" y="2404765"/>
            <a:ext cx="570089" cy="230832"/>
          </a:xfrm>
          <a:prstGeom prst="rect">
            <a:avLst/>
          </a:prstGeom>
          <a:noFill/>
        </p:spPr>
        <p:txBody>
          <a:bodyPr wrap="square" rtlCol="0">
            <a:spAutoFit/>
          </a:bodyPr>
          <a:lstStyle/>
          <a:p>
            <a:pPr algn="ctr"/>
            <a:r>
              <a:rPr lang="en-US" sz="900" dirty="0"/>
              <a:t>42</a:t>
            </a:r>
          </a:p>
        </p:txBody>
      </p:sp>
      <p:sp>
        <p:nvSpPr>
          <p:cNvPr id="23" name="TextBox 22">
            <a:extLst>
              <a:ext uri="{FF2B5EF4-FFF2-40B4-BE49-F238E27FC236}">
                <a16:creationId xmlns:a16="http://schemas.microsoft.com/office/drawing/2014/main" id="{F2AEBA35-0CED-8444-79F6-E5D5DAA11C57}"/>
              </a:ext>
            </a:extLst>
          </p:cNvPr>
          <p:cNvSpPr txBox="1"/>
          <p:nvPr/>
        </p:nvSpPr>
        <p:spPr>
          <a:xfrm>
            <a:off x="6214537" y="721216"/>
            <a:ext cx="462845" cy="584775"/>
          </a:xfrm>
          <a:prstGeom prst="rect">
            <a:avLst/>
          </a:prstGeom>
          <a:noFill/>
        </p:spPr>
        <p:txBody>
          <a:bodyPr wrap="square" rtlCol="0">
            <a:spAutoFit/>
          </a:bodyPr>
          <a:lstStyle/>
          <a:p>
            <a:pPr algn="ctr"/>
            <a:r>
              <a:rPr lang="en-US" sz="3200" dirty="0"/>
              <a:t>2</a:t>
            </a:r>
          </a:p>
        </p:txBody>
      </p:sp>
      <p:sp>
        <p:nvSpPr>
          <p:cNvPr id="24" name="TextBox 23">
            <a:extLst>
              <a:ext uri="{FF2B5EF4-FFF2-40B4-BE49-F238E27FC236}">
                <a16:creationId xmlns:a16="http://schemas.microsoft.com/office/drawing/2014/main" id="{70B8ACCB-44B4-55B1-EA69-25E9C6775A40}"/>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331C0DD8-237F-3497-2182-0154678B248A}"/>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26" name="TextBox 25">
            <a:extLst>
              <a:ext uri="{FF2B5EF4-FFF2-40B4-BE49-F238E27FC236}">
                <a16:creationId xmlns:a16="http://schemas.microsoft.com/office/drawing/2014/main" id="{5FD53EE7-FB4A-235A-C876-2B864A58E790}"/>
              </a:ext>
            </a:extLst>
          </p:cNvPr>
          <p:cNvSpPr txBox="1"/>
          <p:nvPr/>
        </p:nvSpPr>
        <p:spPr>
          <a:xfrm>
            <a:off x="6654802" y="1402877"/>
            <a:ext cx="570089" cy="230832"/>
          </a:xfrm>
          <a:prstGeom prst="rect">
            <a:avLst/>
          </a:prstGeom>
          <a:noFill/>
        </p:spPr>
        <p:txBody>
          <a:bodyPr wrap="square" rtlCol="0">
            <a:spAutoFit/>
          </a:bodyPr>
          <a:lstStyle/>
          <a:p>
            <a:pPr algn="ctr"/>
            <a:r>
              <a:rPr lang="en-US" sz="900" dirty="0"/>
              <a:t>74</a:t>
            </a:r>
          </a:p>
        </p:txBody>
      </p:sp>
      <p:sp>
        <p:nvSpPr>
          <p:cNvPr id="27" name="TextBox 26">
            <a:extLst>
              <a:ext uri="{FF2B5EF4-FFF2-40B4-BE49-F238E27FC236}">
                <a16:creationId xmlns:a16="http://schemas.microsoft.com/office/drawing/2014/main" id="{A1BC5A01-46BC-4E0D-F659-63036B538AEB}"/>
              </a:ext>
            </a:extLst>
          </p:cNvPr>
          <p:cNvSpPr txBox="1"/>
          <p:nvPr/>
        </p:nvSpPr>
        <p:spPr>
          <a:xfrm>
            <a:off x="7157158" y="1402877"/>
            <a:ext cx="570089" cy="230832"/>
          </a:xfrm>
          <a:prstGeom prst="rect">
            <a:avLst/>
          </a:prstGeom>
          <a:noFill/>
        </p:spPr>
        <p:txBody>
          <a:bodyPr wrap="square" rtlCol="0">
            <a:spAutoFit/>
          </a:bodyPr>
          <a:lstStyle/>
          <a:p>
            <a:pPr algn="ctr"/>
            <a:r>
              <a:rPr lang="en-US" sz="900" dirty="0"/>
              <a:t>47</a:t>
            </a:r>
          </a:p>
        </p:txBody>
      </p:sp>
      <p:sp>
        <p:nvSpPr>
          <p:cNvPr id="30" name="TextBox 29">
            <a:extLst>
              <a:ext uri="{FF2B5EF4-FFF2-40B4-BE49-F238E27FC236}">
                <a16:creationId xmlns:a16="http://schemas.microsoft.com/office/drawing/2014/main" id="{158743D4-1375-E2D2-1372-FE0156B9065A}"/>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7C4AB318-0DC4-2260-34CC-728DE6906FDA}"/>
              </a:ext>
            </a:extLst>
          </p:cNvPr>
          <p:cNvSpPr txBox="1"/>
          <p:nvPr/>
        </p:nvSpPr>
        <p:spPr>
          <a:xfrm>
            <a:off x="3217333" y="721216"/>
            <a:ext cx="462845" cy="584775"/>
          </a:xfrm>
          <a:prstGeom prst="rect">
            <a:avLst/>
          </a:prstGeom>
          <a:noFill/>
        </p:spPr>
        <p:txBody>
          <a:bodyPr wrap="square" rtlCol="0">
            <a:spAutoFit/>
          </a:bodyPr>
          <a:lstStyle/>
          <a:p>
            <a:pPr algn="ctr"/>
            <a:r>
              <a:rPr lang="en-US" sz="3200" dirty="0"/>
              <a:t>4</a:t>
            </a:r>
          </a:p>
        </p:txBody>
      </p:sp>
      <p:sp>
        <p:nvSpPr>
          <p:cNvPr id="35" name="TextBox 34">
            <a:extLst>
              <a:ext uri="{FF2B5EF4-FFF2-40B4-BE49-F238E27FC236}">
                <a16:creationId xmlns:a16="http://schemas.microsoft.com/office/drawing/2014/main" id="{B5366008-6252-6CDE-C82B-D34924ED342F}"/>
              </a:ext>
            </a:extLst>
          </p:cNvPr>
          <p:cNvSpPr txBox="1"/>
          <p:nvPr/>
        </p:nvSpPr>
        <p:spPr>
          <a:xfrm>
            <a:off x="4216401" y="1224551"/>
            <a:ext cx="462845" cy="584775"/>
          </a:xfrm>
          <a:prstGeom prst="rect">
            <a:avLst/>
          </a:prstGeom>
          <a:noFill/>
        </p:spPr>
        <p:txBody>
          <a:bodyPr wrap="square" rtlCol="0">
            <a:spAutoFit/>
          </a:bodyPr>
          <a:lstStyle/>
          <a:p>
            <a:pPr algn="ctr"/>
            <a:r>
              <a:rPr lang="en-US" sz="3200" dirty="0"/>
              <a:t>1</a:t>
            </a:r>
          </a:p>
        </p:txBody>
      </p:sp>
      <p:sp>
        <p:nvSpPr>
          <p:cNvPr id="36" name="TextBox 35">
            <a:extLst>
              <a:ext uri="{FF2B5EF4-FFF2-40B4-BE49-F238E27FC236}">
                <a16:creationId xmlns:a16="http://schemas.microsoft.com/office/drawing/2014/main" id="{B4A23FFF-F415-6D73-F6BC-2C8DDD18ECD1}"/>
              </a:ext>
            </a:extLst>
          </p:cNvPr>
          <p:cNvSpPr txBox="1"/>
          <p:nvPr/>
        </p:nvSpPr>
        <p:spPr>
          <a:xfrm>
            <a:off x="5215469" y="721216"/>
            <a:ext cx="462845" cy="584775"/>
          </a:xfrm>
          <a:prstGeom prst="rect">
            <a:avLst/>
          </a:prstGeom>
          <a:noFill/>
        </p:spPr>
        <p:txBody>
          <a:bodyPr wrap="square" rtlCol="0">
            <a:spAutoFit/>
          </a:bodyPr>
          <a:lstStyle/>
          <a:p>
            <a:pPr algn="ctr"/>
            <a:r>
              <a:rPr lang="en-US" sz="3200" dirty="0"/>
              <a:t>1</a:t>
            </a:r>
          </a:p>
        </p:txBody>
      </p:sp>
      <p:sp>
        <p:nvSpPr>
          <p:cNvPr id="40" name="TextBox 39">
            <a:extLst>
              <a:ext uri="{FF2B5EF4-FFF2-40B4-BE49-F238E27FC236}">
                <a16:creationId xmlns:a16="http://schemas.microsoft.com/office/drawing/2014/main" id="{4C7BC8D2-12F4-1C24-D0B2-0DDAA963A6BB}"/>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42" name="TextBox 41">
            <a:extLst>
              <a:ext uri="{FF2B5EF4-FFF2-40B4-BE49-F238E27FC236}">
                <a16:creationId xmlns:a16="http://schemas.microsoft.com/office/drawing/2014/main" id="{70D5B2BC-2CDE-6542-AE9B-1653012567D1}"/>
              </a:ext>
            </a:extLst>
          </p:cNvPr>
          <p:cNvSpPr txBox="1"/>
          <p:nvPr/>
        </p:nvSpPr>
        <p:spPr>
          <a:xfrm>
            <a:off x="5715003" y="1224551"/>
            <a:ext cx="462845" cy="584775"/>
          </a:xfrm>
          <a:prstGeom prst="rect">
            <a:avLst/>
          </a:prstGeom>
          <a:noFill/>
        </p:spPr>
        <p:txBody>
          <a:bodyPr wrap="square" rtlCol="0">
            <a:spAutoFit/>
          </a:bodyPr>
          <a:lstStyle/>
          <a:p>
            <a:pPr algn="ctr"/>
            <a:r>
              <a:rPr lang="en-US" sz="3200" dirty="0"/>
              <a:t>2</a:t>
            </a:r>
          </a:p>
        </p:txBody>
      </p:sp>
      <p:sp>
        <p:nvSpPr>
          <p:cNvPr id="43" name="TextBox 42">
            <a:extLst>
              <a:ext uri="{FF2B5EF4-FFF2-40B4-BE49-F238E27FC236}">
                <a16:creationId xmlns:a16="http://schemas.microsoft.com/office/drawing/2014/main" id="{FFD4D2DF-2584-2659-6D59-3E110F6DF2D2}"/>
              </a:ext>
            </a:extLst>
          </p:cNvPr>
          <p:cNvSpPr txBox="1"/>
          <p:nvPr/>
        </p:nvSpPr>
        <p:spPr>
          <a:xfrm>
            <a:off x="4645378" y="1533509"/>
            <a:ext cx="570089" cy="230832"/>
          </a:xfrm>
          <a:prstGeom prst="rect">
            <a:avLst/>
          </a:prstGeom>
          <a:noFill/>
        </p:spPr>
        <p:txBody>
          <a:bodyPr wrap="square" rtlCol="0">
            <a:spAutoFit/>
          </a:bodyPr>
          <a:lstStyle/>
          <a:p>
            <a:pPr algn="ctr"/>
            <a:r>
              <a:rPr lang="en-US" sz="900" dirty="0"/>
              <a:t>39</a:t>
            </a:r>
          </a:p>
        </p:txBody>
      </p:sp>
      <p:sp>
        <p:nvSpPr>
          <p:cNvPr id="44" name="TextBox 43">
            <a:extLst>
              <a:ext uri="{FF2B5EF4-FFF2-40B4-BE49-F238E27FC236}">
                <a16:creationId xmlns:a16="http://schemas.microsoft.com/office/drawing/2014/main" id="{A9183B13-3971-DBE7-D56C-2D385F617963}"/>
              </a:ext>
            </a:extLst>
          </p:cNvPr>
          <p:cNvSpPr txBox="1"/>
          <p:nvPr/>
        </p:nvSpPr>
        <p:spPr>
          <a:xfrm>
            <a:off x="5147734" y="1533509"/>
            <a:ext cx="570089" cy="230832"/>
          </a:xfrm>
          <a:prstGeom prst="rect">
            <a:avLst/>
          </a:prstGeom>
          <a:noFill/>
        </p:spPr>
        <p:txBody>
          <a:bodyPr wrap="square" rtlCol="0">
            <a:spAutoFit/>
          </a:bodyPr>
          <a:lstStyle/>
          <a:p>
            <a:pPr algn="ctr"/>
            <a:r>
              <a:rPr lang="en-US" sz="900" dirty="0"/>
              <a:t>93</a:t>
            </a:r>
          </a:p>
        </p:txBody>
      </p:sp>
      <p:sp>
        <p:nvSpPr>
          <p:cNvPr id="47" name="TextBox 46">
            <a:extLst>
              <a:ext uri="{FF2B5EF4-FFF2-40B4-BE49-F238E27FC236}">
                <a16:creationId xmlns:a16="http://schemas.microsoft.com/office/drawing/2014/main" id="{FBED84A8-B6EF-4256-4F34-D9F6986181B7}"/>
              </a:ext>
            </a:extLst>
          </p:cNvPr>
          <p:cNvSpPr txBox="1"/>
          <p:nvPr/>
        </p:nvSpPr>
        <p:spPr>
          <a:xfrm>
            <a:off x="4143022" y="3537285"/>
            <a:ext cx="570089" cy="230832"/>
          </a:xfrm>
          <a:prstGeom prst="rect">
            <a:avLst/>
          </a:prstGeom>
          <a:noFill/>
        </p:spPr>
        <p:txBody>
          <a:bodyPr wrap="square" rtlCol="0">
            <a:spAutoFit/>
          </a:bodyPr>
          <a:lstStyle/>
          <a:p>
            <a:pPr algn="ctr"/>
            <a:r>
              <a:rPr lang="en-US" sz="900" dirty="0"/>
              <a:t>98</a:t>
            </a:r>
          </a:p>
        </p:txBody>
      </p:sp>
      <p:sp>
        <p:nvSpPr>
          <p:cNvPr id="48" name="TextBox 47">
            <a:extLst>
              <a:ext uri="{FF2B5EF4-FFF2-40B4-BE49-F238E27FC236}">
                <a16:creationId xmlns:a16="http://schemas.microsoft.com/office/drawing/2014/main" id="{26D84606-42B8-BF53-4315-2EEAC78AB988}"/>
              </a:ext>
            </a:extLst>
          </p:cNvPr>
          <p:cNvSpPr txBox="1"/>
          <p:nvPr/>
        </p:nvSpPr>
        <p:spPr>
          <a:xfrm>
            <a:off x="4645378" y="3537285"/>
            <a:ext cx="570089" cy="230832"/>
          </a:xfrm>
          <a:prstGeom prst="rect">
            <a:avLst/>
          </a:prstGeom>
          <a:noFill/>
        </p:spPr>
        <p:txBody>
          <a:bodyPr wrap="square" rtlCol="0">
            <a:spAutoFit/>
          </a:bodyPr>
          <a:lstStyle/>
          <a:p>
            <a:pPr algn="ctr"/>
            <a:r>
              <a:rPr lang="en-US" sz="900" dirty="0"/>
              <a:t>89</a:t>
            </a:r>
          </a:p>
        </p:txBody>
      </p:sp>
      <p:sp>
        <p:nvSpPr>
          <p:cNvPr id="51" name="TextBox 50">
            <a:extLst>
              <a:ext uri="{FF2B5EF4-FFF2-40B4-BE49-F238E27FC236}">
                <a16:creationId xmlns:a16="http://schemas.microsoft.com/office/drawing/2014/main" id="{9B05613B-A58A-4582-7E86-7BA37B2F9BA2}"/>
              </a:ext>
            </a:extLst>
          </p:cNvPr>
          <p:cNvSpPr txBox="1"/>
          <p:nvPr/>
        </p:nvSpPr>
        <p:spPr>
          <a:xfrm>
            <a:off x="5215469" y="2231221"/>
            <a:ext cx="462845" cy="584775"/>
          </a:xfrm>
          <a:prstGeom prst="rect">
            <a:avLst/>
          </a:prstGeom>
          <a:noFill/>
        </p:spPr>
        <p:txBody>
          <a:bodyPr wrap="square" rtlCol="0">
            <a:spAutoFit/>
          </a:bodyPr>
          <a:lstStyle/>
          <a:p>
            <a:pPr algn="ctr"/>
            <a:r>
              <a:rPr lang="en-US" sz="3200" dirty="0"/>
              <a:t>6</a:t>
            </a:r>
          </a:p>
        </p:txBody>
      </p:sp>
      <p:sp>
        <p:nvSpPr>
          <p:cNvPr id="15" name="TextBox 14">
            <a:extLst>
              <a:ext uri="{FF2B5EF4-FFF2-40B4-BE49-F238E27FC236}">
                <a16:creationId xmlns:a16="http://schemas.microsoft.com/office/drawing/2014/main" id="{B1549186-9BDE-DC52-1961-026E8F947622}"/>
              </a:ext>
            </a:extLst>
          </p:cNvPr>
          <p:cNvSpPr txBox="1"/>
          <p:nvPr/>
        </p:nvSpPr>
        <p:spPr>
          <a:xfrm>
            <a:off x="3217333" y="2734556"/>
            <a:ext cx="462845" cy="584775"/>
          </a:xfrm>
          <a:prstGeom prst="rect">
            <a:avLst/>
          </a:prstGeom>
          <a:noFill/>
        </p:spPr>
        <p:txBody>
          <a:bodyPr wrap="square" rtlCol="0">
            <a:spAutoFit/>
          </a:bodyPr>
          <a:lstStyle/>
          <a:p>
            <a:pPr algn="ctr"/>
            <a:r>
              <a:rPr lang="en-US" sz="3200" dirty="0"/>
              <a:t>7</a:t>
            </a:r>
          </a:p>
        </p:txBody>
      </p:sp>
      <p:sp>
        <p:nvSpPr>
          <p:cNvPr id="52" name="TextBox 51">
            <a:extLst>
              <a:ext uri="{FF2B5EF4-FFF2-40B4-BE49-F238E27FC236}">
                <a16:creationId xmlns:a16="http://schemas.microsoft.com/office/drawing/2014/main" id="{6136752B-63F3-66F3-C4E1-7673C42FC23C}"/>
              </a:ext>
            </a:extLst>
          </p:cNvPr>
          <p:cNvSpPr txBox="1"/>
          <p:nvPr/>
        </p:nvSpPr>
        <p:spPr>
          <a:xfrm>
            <a:off x="3716867" y="2734556"/>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B6F0CFBA-3508-6610-2152-4877D9CDC172}"/>
              </a:ext>
            </a:extLst>
          </p:cNvPr>
          <p:cNvSpPr txBox="1"/>
          <p:nvPr/>
        </p:nvSpPr>
        <p:spPr>
          <a:xfrm>
            <a:off x="3716867" y="1727886"/>
            <a:ext cx="462845" cy="584775"/>
          </a:xfrm>
          <a:prstGeom prst="rect">
            <a:avLst/>
          </a:prstGeom>
          <a:noFill/>
        </p:spPr>
        <p:txBody>
          <a:bodyPr wrap="square" rtlCol="0">
            <a:spAutoFit/>
          </a:bodyPr>
          <a:lstStyle/>
          <a:p>
            <a:pPr algn="ctr"/>
            <a:r>
              <a:rPr lang="en-US" sz="3200" dirty="0"/>
              <a:t>7</a:t>
            </a:r>
          </a:p>
        </p:txBody>
      </p:sp>
      <p:sp>
        <p:nvSpPr>
          <p:cNvPr id="33" name="TextBox 32">
            <a:extLst>
              <a:ext uri="{FF2B5EF4-FFF2-40B4-BE49-F238E27FC236}">
                <a16:creationId xmlns:a16="http://schemas.microsoft.com/office/drawing/2014/main" id="{0DEB7256-F066-6CD1-7F59-C6E040172AC9}"/>
              </a:ext>
            </a:extLst>
          </p:cNvPr>
          <p:cNvSpPr txBox="1"/>
          <p:nvPr/>
        </p:nvSpPr>
        <p:spPr>
          <a:xfrm>
            <a:off x="3138310" y="3907597"/>
            <a:ext cx="570089" cy="230832"/>
          </a:xfrm>
          <a:prstGeom prst="rect">
            <a:avLst/>
          </a:prstGeom>
          <a:noFill/>
        </p:spPr>
        <p:txBody>
          <a:bodyPr wrap="square" rtlCol="0">
            <a:spAutoFit/>
          </a:bodyPr>
          <a:lstStyle/>
          <a:p>
            <a:pPr algn="ctr"/>
            <a:r>
              <a:rPr lang="en-US" sz="900" dirty="0"/>
              <a:t>15</a:t>
            </a:r>
          </a:p>
        </p:txBody>
      </p:sp>
      <p:sp>
        <p:nvSpPr>
          <p:cNvPr id="53" name="TextBox 52">
            <a:extLst>
              <a:ext uri="{FF2B5EF4-FFF2-40B4-BE49-F238E27FC236}">
                <a16:creationId xmlns:a16="http://schemas.microsoft.com/office/drawing/2014/main" id="{18C26035-1F41-FC8C-B01B-A5C1F4D7B098}"/>
              </a:ext>
            </a:extLst>
          </p:cNvPr>
          <p:cNvSpPr txBox="1"/>
          <p:nvPr/>
        </p:nvSpPr>
        <p:spPr>
          <a:xfrm>
            <a:off x="3138310" y="4408541"/>
            <a:ext cx="570089" cy="230832"/>
          </a:xfrm>
          <a:prstGeom prst="rect">
            <a:avLst/>
          </a:prstGeom>
          <a:noFill/>
        </p:spPr>
        <p:txBody>
          <a:bodyPr wrap="square" rtlCol="0">
            <a:spAutoFit/>
          </a:bodyPr>
          <a:lstStyle/>
          <a:p>
            <a:pPr algn="ctr"/>
            <a:r>
              <a:rPr lang="en-US" sz="900" dirty="0"/>
              <a:t>51</a:t>
            </a:r>
          </a:p>
        </p:txBody>
      </p:sp>
      <p:sp>
        <p:nvSpPr>
          <p:cNvPr id="64" name="TextBox 63">
            <a:extLst>
              <a:ext uri="{FF2B5EF4-FFF2-40B4-BE49-F238E27FC236}">
                <a16:creationId xmlns:a16="http://schemas.microsoft.com/office/drawing/2014/main" id="{82CEB327-93F1-3DD1-3EAF-4F6A1B930256}"/>
              </a:ext>
            </a:extLst>
          </p:cNvPr>
          <p:cNvSpPr txBox="1"/>
          <p:nvPr/>
        </p:nvSpPr>
        <p:spPr>
          <a:xfrm>
            <a:off x="6654802" y="3406653"/>
            <a:ext cx="570089" cy="230832"/>
          </a:xfrm>
          <a:prstGeom prst="rect">
            <a:avLst/>
          </a:prstGeom>
          <a:noFill/>
        </p:spPr>
        <p:txBody>
          <a:bodyPr wrap="square" rtlCol="0">
            <a:spAutoFit/>
          </a:bodyPr>
          <a:lstStyle/>
          <a:p>
            <a:pPr algn="ctr"/>
            <a:r>
              <a:rPr lang="en-US" sz="900" dirty="0"/>
              <a:t>16</a:t>
            </a:r>
          </a:p>
        </p:txBody>
      </p:sp>
      <p:sp>
        <p:nvSpPr>
          <p:cNvPr id="65" name="TextBox 64">
            <a:extLst>
              <a:ext uri="{FF2B5EF4-FFF2-40B4-BE49-F238E27FC236}">
                <a16:creationId xmlns:a16="http://schemas.microsoft.com/office/drawing/2014/main" id="{81D58423-1E4D-FEC7-11CA-EE6EE2EBED64}"/>
              </a:ext>
            </a:extLst>
          </p:cNvPr>
          <p:cNvSpPr txBox="1"/>
          <p:nvPr/>
        </p:nvSpPr>
        <p:spPr>
          <a:xfrm>
            <a:off x="7157158" y="3406653"/>
            <a:ext cx="570089" cy="230832"/>
          </a:xfrm>
          <a:prstGeom prst="rect">
            <a:avLst/>
          </a:prstGeom>
          <a:noFill/>
        </p:spPr>
        <p:txBody>
          <a:bodyPr wrap="square" rtlCol="0">
            <a:spAutoFit/>
          </a:bodyPr>
          <a:lstStyle/>
          <a:p>
            <a:pPr algn="ctr"/>
            <a:r>
              <a:rPr lang="en-US" sz="900" dirty="0"/>
              <a:t>61</a:t>
            </a:r>
          </a:p>
        </p:txBody>
      </p:sp>
      <p:sp>
        <p:nvSpPr>
          <p:cNvPr id="66" name="TextBox 65">
            <a:extLst>
              <a:ext uri="{FF2B5EF4-FFF2-40B4-BE49-F238E27FC236}">
                <a16:creationId xmlns:a16="http://schemas.microsoft.com/office/drawing/2014/main" id="{9B2621FF-D64A-FD8C-25C0-AE6618FE37F4}"/>
              </a:ext>
            </a:extLst>
          </p:cNvPr>
          <p:cNvSpPr txBox="1"/>
          <p:nvPr/>
        </p:nvSpPr>
        <p:spPr>
          <a:xfrm>
            <a:off x="4216401" y="2734556"/>
            <a:ext cx="462845" cy="584775"/>
          </a:xfrm>
          <a:prstGeom prst="rect">
            <a:avLst/>
          </a:prstGeom>
          <a:noFill/>
        </p:spPr>
        <p:txBody>
          <a:bodyPr wrap="square" rtlCol="0">
            <a:spAutoFit/>
          </a:bodyPr>
          <a:lstStyle/>
          <a:p>
            <a:pPr algn="ctr"/>
            <a:r>
              <a:rPr lang="en-US" sz="3200" dirty="0"/>
              <a:t>5</a:t>
            </a:r>
          </a:p>
        </p:txBody>
      </p:sp>
      <p:sp>
        <p:nvSpPr>
          <p:cNvPr id="67" name="TextBox 66">
            <a:extLst>
              <a:ext uri="{FF2B5EF4-FFF2-40B4-BE49-F238E27FC236}">
                <a16:creationId xmlns:a16="http://schemas.microsoft.com/office/drawing/2014/main" id="{78BE1B84-CDFF-D27A-EC19-D6F7DD21BB6B}"/>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68" name="TextBox 67">
            <a:extLst>
              <a:ext uri="{FF2B5EF4-FFF2-40B4-BE49-F238E27FC236}">
                <a16:creationId xmlns:a16="http://schemas.microsoft.com/office/drawing/2014/main" id="{C33B7E90-118D-8F85-B271-59EBBFFF39CB}"/>
              </a:ext>
            </a:extLst>
          </p:cNvPr>
          <p:cNvSpPr txBox="1"/>
          <p:nvPr/>
        </p:nvSpPr>
        <p:spPr>
          <a:xfrm>
            <a:off x="3716867" y="3237891"/>
            <a:ext cx="462845" cy="584775"/>
          </a:xfrm>
          <a:prstGeom prst="rect">
            <a:avLst/>
          </a:prstGeom>
          <a:noFill/>
        </p:spPr>
        <p:txBody>
          <a:bodyPr wrap="square" rtlCol="0">
            <a:spAutoFit/>
          </a:bodyPr>
          <a:lstStyle/>
          <a:p>
            <a:pPr algn="ctr"/>
            <a:r>
              <a:rPr lang="en-US" sz="3200" dirty="0"/>
              <a:t>4</a:t>
            </a:r>
          </a:p>
        </p:txBody>
      </p:sp>
      <p:sp>
        <p:nvSpPr>
          <p:cNvPr id="9" name="TextBox 8">
            <a:extLst>
              <a:ext uri="{FF2B5EF4-FFF2-40B4-BE49-F238E27FC236}">
                <a16:creationId xmlns:a16="http://schemas.microsoft.com/office/drawing/2014/main" id="{93AEFE7D-A80F-A5A9-F4EA-B9FFA900FA0C}"/>
              </a:ext>
            </a:extLst>
          </p:cNvPr>
          <p:cNvSpPr txBox="1"/>
          <p:nvPr/>
        </p:nvSpPr>
        <p:spPr>
          <a:xfrm>
            <a:off x="5215469" y="2734556"/>
            <a:ext cx="462845" cy="584775"/>
          </a:xfrm>
          <a:prstGeom prst="rect">
            <a:avLst/>
          </a:prstGeom>
          <a:noFill/>
        </p:spPr>
        <p:txBody>
          <a:bodyPr wrap="square" rtlCol="0">
            <a:spAutoFit/>
          </a:bodyPr>
          <a:lstStyle/>
          <a:p>
            <a:pPr algn="ctr"/>
            <a:r>
              <a:rPr lang="en-US" sz="3200" dirty="0"/>
              <a:t>2</a:t>
            </a:r>
          </a:p>
        </p:txBody>
      </p:sp>
      <p:sp>
        <p:nvSpPr>
          <p:cNvPr id="45" name="TextBox 44">
            <a:extLst>
              <a:ext uri="{FF2B5EF4-FFF2-40B4-BE49-F238E27FC236}">
                <a16:creationId xmlns:a16="http://schemas.microsoft.com/office/drawing/2014/main" id="{1C11C291-B5AF-F657-5BE1-748B42B05315}"/>
              </a:ext>
            </a:extLst>
          </p:cNvPr>
          <p:cNvSpPr txBox="1"/>
          <p:nvPr/>
        </p:nvSpPr>
        <p:spPr>
          <a:xfrm>
            <a:off x="7213604" y="2734556"/>
            <a:ext cx="462845" cy="584775"/>
          </a:xfrm>
          <a:prstGeom prst="rect">
            <a:avLst/>
          </a:prstGeom>
          <a:noFill/>
        </p:spPr>
        <p:txBody>
          <a:bodyPr wrap="square" rtlCol="0">
            <a:spAutoFit/>
          </a:bodyPr>
          <a:lstStyle/>
          <a:p>
            <a:pPr algn="ctr"/>
            <a:r>
              <a:rPr lang="en-US" sz="3200" dirty="0"/>
              <a:t>9</a:t>
            </a:r>
          </a:p>
        </p:txBody>
      </p:sp>
      <p:sp>
        <p:nvSpPr>
          <p:cNvPr id="46" name="TextBox 45">
            <a:extLst>
              <a:ext uri="{FF2B5EF4-FFF2-40B4-BE49-F238E27FC236}">
                <a16:creationId xmlns:a16="http://schemas.microsoft.com/office/drawing/2014/main" id="{5551A044-898C-C0FD-F17F-21978122BA5E}"/>
              </a:ext>
            </a:extLst>
          </p:cNvPr>
          <p:cNvSpPr txBox="1"/>
          <p:nvPr/>
        </p:nvSpPr>
        <p:spPr>
          <a:xfrm>
            <a:off x="6714071" y="2734556"/>
            <a:ext cx="462845" cy="584775"/>
          </a:xfrm>
          <a:prstGeom prst="rect">
            <a:avLst/>
          </a:prstGeom>
          <a:noFill/>
        </p:spPr>
        <p:txBody>
          <a:bodyPr wrap="square" rtlCol="0">
            <a:spAutoFit/>
          </a:bodyPr>
          <a:lstStyle/>
          <a:p>
            <a:pPr algn="ctr"/>
            <a:r>
              <a:rPr lang="en-US" sz="3200" dirty="0"/>
              <a:t>8</a:t>
            </a:r>
          </a:p>
        </p:txBody>
      </p:sp>
      <p:sp>
        <p:nvSpPr>
          <p:cNvPr id="50" name="TextBox 49">
            <a:extLst>
              <a:ext uri="{FF2B5EF4-FFF2-40B4-BE49-F238E27FC236}">
                <a16:creationId xmlns:a16="http://schemas.microsoft.com/office/drawing/2014/main" id="{A5DEC390-608D-6CE6-47AE-1FD90F0BD580}"/>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54" name="TextBox 53">
            <a:extLst>
              <a:ext uri="{FF2B5EF4-FFF2-40B4-BE49-F238E27FC236}">
                <a16:creationId xmlns:a16="http://schemas.microsoft.com/office/drawing/2014/main" id="{CDBF004C-D0A8-D1E9-F108-FF53B13BCB00}"/>
              </a:ext>
            </a:extLst>
          </p:cNvPr>
          <p:cNvSpPr txBox="1"/>
          <p:nvPr/>
        </p:nvSpPr>
        <p:spPr>
          <a:xfrm>
            <a:off x="3716867" y="721216"/>
            <a:ext cx="462845" cy="584775"/>
          </a:xfrm>
          <a:prstGeom prst="rect">
            <a:avLst/>
          </a:prstGeom>
          <a:noFill/>
        </p:spPr>
        <p:txBody>
          <a:bodyPr wrap="square" rtlCol="0">
            <a:spAutoFit/>
          </a:bodyPr>
          <a:lstStyle/>
          <a:p>
            <a:pPr algn="ctr"/>
            <a:r>
              <a:rPr lang="en-US" sz="3200" dirty="0"/>
              <a:t>3</a:t>
            </a:r>
          </a:p>
        </p:txBody>
      </p:sp>
      <p:sp>
        <p:nvSpPr>
          <p:cNvPr id="55" name="TextBox 54">
            <a:extLst>
              <a:ext uri="{FF2B5EF4-FFF2-40B4-BE49-F238E27FC236}">
                <a16:creationId xmlns:a16="http://schemas.microsoft.com/office/drawing/2014/main" id="{1BA0835B-A6CF-BD61-BCD5-4EC3FD3053DF}"/>
              </a:ext>
            </a:extLst>
          </p:cNvPr>
          <p:cNvSpPr txBox="1"/>
          <p:nvPr/>
        </p:nvSpPr>
        <p:spPr>
          <a:xfrm>
            <a:off x="5715003" y="721216"/>
            <a:ext cx="462845" cy="584775"/>
          </a:xfrm>
          <a:prstGeom prst="rect">
            <a:avLst/>
          </a:prstGeom>
          <a:noFill/>
        </p:spPr>
        <p:txBody>
          <a:bodyPr wrap="square" rtlCol="0">
            <a:spAutoFit/>
          </a:bodyPr>
          <a:lstStyle/>
          <a:p>
            <a:pPr algn="ctr"/>
            <a:r>
              <a:rPr lang="en-US" sz="3200" dirty="0"/>
              <a:t>5</a:t>
            </a:r>
          </a:p>
        </p:txBody>
      </p:sp>
      <p:sp>
        <p:nvSpPr>
          <p:cNvPr id="37" name="TextBox 36">
            <a:extLst>
              <a:ext uri="{FF2B5EF4-FFF2-40B4-BE49-F238E27FC236}">
                <a16:creationId xmlns:a16="http://schemas.microsoft.com/office/drawing/2014/main" id="{353C1CAC-814E-35EE-CC42-3D4E0B7226E8}"/>
              </a:ext>
            </a:extLst>
          </p:cNvPr>
          <p:cNvSpPr txBox="1"/>
          <p:nvPr/>
        </p:nvSpPr>
        <p:spPr>
          <a:xfrm>
            <a:off x="3716867" y="1224551"/>
            <a:ext cx="462845" cy="584775"/>
          </a:xfrm>
          <a:prstGeom prst="rect">
            <a:avLst/>
          </a:prstGeom>
          <a:noFill/>
        </p:spPr>
        <p:txBody>
          <a:bodyPr wrap="square" rtlCol="0">
            <a:spAutoFit/>
          </a:bodyPr>
          <a:lstStyle/>
          <a:p>
            <a:pPr algn="ctr"/>
            <a:r>
              <a:rPr lang="en-US" sz="3200" dirty="0"/>
              <a:t>5</a:t>
            </a:r>
          </a:p>
        </p:txBody>
      </p:sp>
      <p:sp>
        <p:nvSpPr>
          <p:cNvPr id="38" name="TextBox 37">
            <a:extLst>
              <a:ext uri="{FF2B5EF4-FFF2-40B4-BE49-F238E27FC236}">
                <a16:creationId xmlns:a16="http://schemas.microsoft.com/office/drawing/2014/main" id="{D33CAE7F-88AC-65BA-6551-8562B49E7555}"/>
              </a:ext>
            </a:extLst>
          </p:cNvPr>
          <p:cNvSpPr txBox="1"/>
          <p:nvPr/>
        </p:nvSpPr>
        <p:spPr>
          <a:xfrm>
            <a:off x="4715935" y="721216"/>
            <a:ext cx="462845" cy="584775"/>
          </a:xfrm>
          <a:prstGeom prst="rect">
            <a:avLst/>
          </a:prstGeom>
          <a:noFill/>
        </p:spPr>
        <p:txBody>
          <a:bodyPr wrap="square" rtlCol="0">
            <a:spAutoFit/>
          </a:bodyPr>
          <a:lstStyle/>
          <a:p>
            <a:pPr algn="ctr"/>
            <a:r>
              <a:rPr lang="en-US" sz="3200" dirty="0"/>
              <a:t>7</a:t>
            </a:r>
          </a:p>
        </p:txBody>
      </p:sp>
      <p:sp>
        <p:nvSpPr>
          <p:cNvPr id="56" name="TextBox 55">
            <a:extLst>
              <a:ext uri="{FF2B5EF4-FFF2-40B4-BE49-F238E27FC236}">
                <a16:creationId xmlns:a16="http://schemas.microsoft.com/office/drawing/2014/main" id="{AC451249-4902-4D45-978E-12C5B3FCA9FE}"/>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
        <p:nvSpPr>
          <p:cNvPr id="25" name="TextBox 24">
            <a:extLst>
              <a:ext uri="{FF2B5EF4-FFF2-40B4-BE49-F238E27FC236}">
                <a16:creationId xmlns:a16="http://schemas.microsoft.com/office/drawing/2014/main" id="{6184A96B-AC92-F7CC-78E5-AF923238B8F8}"/>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39" name="TextBox 38">
            <a:extLst>
              <a:ext uri="{FF2B5EF4-FFF2-40B4-BE49-F238E27FC236}">
                <a16:creationId xmlns:a16="http://schemas.microsoft.com/office/drawing/2014/main" id="{3BFADD07-ECE0-3F83-412D-0AEAD20AD655}"/>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14" name="TextBox 13">
            <a:extLst>
              <a:ext uri="{FF2B5EF4-FFF2-40B4-BE49-F238E27FC236}">
                <a16:creationId xmlns:a16="http://schemas.microsoft.com/office/drawing/2014/main" id="{F1424A27-5727-CD36-453C-F63C4AE63FCD}"/>
              </a:ext>
            </a:extLst>
          </p:cNvPr>
          <p:cNvSpPr txBox="1"/>
          <p:nvPr/>
        </p:nvSpPr>
        <p:spPr>
          <a:xfrm>
            <a:off x="6214537" y="3237891"/>
            <a:ext cx="462845" cy="584775"/>
          </a:xfrm>
          <a:prstGeom prst="rect">
            <a:avLst/>
          </a:prstGeom>
          <a:noFill/>
        </p:spPr>
        <p:txBody>
          <a:bodyPr wrap="square" rtlCol="0">
            <a:spAutoFit/>
          </a:bodyPr>
          <a:lstStyle/>
          <a:p>
            <a:pPr algn="ctr"/>
            <a:r>
              <a:rPr lang="en-US" sz="3200" dirty="0"/>
              <a:t>5</a:t>
            </a:r>
          </a:p>
        </p:txBody>
      </p:sp>
      <p:sp>
        <p:nvSpPr>
          <p:cNvPr id="41" name="TextBox 40">
            <a:extLst>
              <a:ext uri="{FF2B5EF4-FFF2-40B4-BE49-F238E27FC236}">
                <a16:creationId xmlns:a16="http://schemas.microsoft.com/office/drawing/2014/main" id="{413F050C-81C0-3729-3CE3-A105555203EA}"/>
              </a:ext>
            </a:extLst>
          </p:cNvPr>
          <p:cNvSpPr txBox="1"/>
          <p:nvPr/>
        </p:nvSpPr>
        <p:spPr>
          <a:xfrm>
            <a:off x="4143022" y="4038229"/>
            <a:ext cx="570089" cy="230832"/>
          </a:xfrm>
          <a:prstGeom prst="rect">
            <a:avLst/>
          </a:prstGeom>
          <a:noFill/>
        </p:spPr>
        <p:txBody>
          <a:bodyPr wrap="square" rtlCol="0">
            <a:spAutoFit/>
          </a:bodyPr>
          <a:lstStyle/>
          <a:p>
            <a:pPr algn="ctr"/>
            <a:r>
              <a:rPr lang="en-US" sz="900" dirty="0"/>
              <a:t>34</a:t>
            </a:r>
          </a:p>
        </p:txBody>
      </p:sp>
      <p:sp>
        <p:nvSpPr>
          <p:cNvPr id="57" name="TextBox 56">
            <a:extLst>
              <a:ext uri="{FF2B5EF4-FFF2-40B4-BE49-F238E27FC236}">
                <a16:creationId xmlns:a16="http://schemas.microsoft.com/office/drawing/2014/main" id="{682B20C2-B440-B728-63A2-43617F715C9E}"/>
              </a:ext>
            </a:extLst>
          </p:cNvPr>
          <p:cNvSpPr txBox="1"/>
          <p:nvPr/>
        </p:nvSpPr>
        <p:spPr>
          <a:xfrm>
            <a:off x="3640666" y="4408541"/>
            <a:ext cx="570089" cy="230832"/>
          </a:xfrm>
          <a:prstGeom prst="rect">
            <a:avLst/>
          </a:prstGeom>
          <a:noFill/>
        </p:spPr>
        <p:txBody>
          <a:bodyPr wrap="square" rtlCol="0">
            <a:spAutoFit/>
          </a:bodyPr>
          <a:lstStyle/>
          <a:p>
            <a:pPr algn="ctr"/>
            <a:r>
              <a:rPr lang="en-US" sz="900" dirty="0"/>
              <a:t>89</a:t>
            </a:r>
          </a:p>
        </p:txBody>
      </p:sp>
      <p:sp>
        <p:nvSpPr>
          <p:cNvPr id="58" name="TextBox 57">
            <a:extLst>
              <a:ext uri="{FF2B5EF4-FFF2-40B4-BE49-F238E27FC236}">
                <a16:creationId xmlns:a16="http://schemas.microsoft.com/office/drawing/2014/main" id="{85933688-97BC-2B7D-5E14-A7215CA191E8}"/>
              </a:ext>
            </a:extLst>
          </p:cNvPr>
          <p:cNvSpPr txBox="1"/>
          <p:nvPr/>
        </p:nvSpPr>
        <p:spPr>
          <a:xfrm>
            <a:off x="4143022" y="4539173"/>
            <a:ext cx="570089" cy="230832"/>
          </a:xfrm>
          <a:prstGeom prst="rect">
            <a:avLst/>
          </a:prstGeom>
          <a:noFill/>
        </p:spPr>
        <p:txBody>
          <a:bodyPr wrap="square" rtlCol="0">
            <a:spAutoFit/>
          </a:bodyPr>
          <a:lstStyle/>
          <a:p>
            <a:pPr algn="ctr"/>
            <a:r>
              <a:rPr lang="en-US" sz="900" dirty="0"/>
              <a:t>347</a:t>
            </a:r>
          </a:p>
        </p:txBody>
      </p:sp>
      <p:sp>
        <p:nvSpPr>
          <p:cNvPr id="59" name="TextBox 58">
            <a:extLst>
              <a:ext uri="{FF2B5EF4-FFF2-40B4-BE49-F238E27FC236}">
                <a16:creationId xmlns:a16="http://schemas.microsoft.com/office/drawing/2014/main" id="{6CED3A7C-D296-FCAE-8EB4-8A8C59BF88C3}"/>
              </a:ext>
            </a:extLst>
          </p:cNvPr>
          <p:cNvSpPr txBox="1"/>
          <p:nvPr/>
        </p:nvSpPr>
        <p:spPr>
          <a:xfrm>
            <a:off x="3640666" y="5040116"/>
            <a:ext cx="570089" cy="230832"/>
          </a:xfrm>
          <a:prstGeom prst="rect">
            <a:avLst/>
          </a:prstGeom>
          <a:noFill/>
        </p:spPr>
        <p:txBody>
          <a:bodyPr wrap="square" rtlCol="0">
            <a:spAutoFit/>
          </a:bodyPr>
          <a:lstStyle/>
          <a:p>
            <a:pPr algn="ctr"/>
            <a:r>
              <a:rPr lang="en-US" sz="900" dirty="0"/>
              <a:t>98</a:t>
            </a:r>
          </a:p>
        </p:txBody>
      </p:sp>
      <p:sp>
        <p:nvSpPr>
          <p:cNvPr id="62" name="TextBox 61">
            <a:extLst>
              <a:ext uri="{FF2B5EF4-FFF2-40B4-BE49-F238E27FC236}">
                <a16:creationId xmlns:a16="http://schemas.microsoft.com/office/drawing/2014/main" id="{4AE9897A-7E6E-4693-0B28-0B9E00408544}"/>
              </a:ext>
            </a:extLst>
          </p:cNvPr>
          <p:cNvSpPr txBox="1"/>
          <p:nvPr/>
        </p:nvSpPr>
        <p:spPr>
          <a:xfrm>
            <a:off x="4143022" y="5040116"/>
            <a:ext cx="570089" cy="230832"/>
          </a:xfrm>
          <a:prstGeom prst="rect">
            <a:avLst/>
          </a:prstGeom>
          <a:noFill/>
        </p:spPr>
        <p:txBody>
          <a:bodyPr wrap="square" rtlCol="0">
            <a:spAutoFit/>
          </a:bodyPr>
          <a:lstStyle/>
          <a:p>
            <a:pPr algn="ctr"/>
            <a:r>
              <a:rPr lang="en-US" sz="900" dirty="0"/>
              <a:t>47</a:t>
            </a:r>
          </a:p>
        </p:txBody>
      </p:sp>
      <p:sp>
        <p:nvSpPr>
          <p:cNvPr id="63" name="TextBox 62">
            <a:extLst>
              <a:ext uri="{FF2B5EF4-FFF2-40B4-BE49-F238E27FC236}">
                <a16:creationId xmlns:a16="http://schemas.microsoft.com/office/drawing/2014/main" id="{18B06A8A-AC22-F217-8085-B02101C7F237}"/>
              </a:ext>
            </a:extLst>
          </p:cNvPr>
          <p:cNvSpPr txBox="1"/>
          <p:nvPr/>
        </p:nvSpPr>
        <p:spPr>
          <a:xfrm>
            <a:off x="6152446" y="3907597"/>
            <a:ext cx="570089" cy="230832"/>
          </a:xfrm>
          <a:prstGeom prst="rect">
            <a:avLst/>
          </a:prstGeom>
          <a:noFill/>
        </p:spPr>
        <p:txBody>
          <a:bodyPr wrap="square" rtlCol="0">
            <a:spAutoFit/>
          </a:bodyPr>
          <a:lstStyle/>
          <a:p>
            <a:pPr algn="ctr"/>
            <a:r>
              <a:rPr lang="en-US" sz="900" dirty="0"/>
              <a:t>489</a:t>
            </a:r>
          </a:p>
        </p:txBody>
      </p:sp>
      <p:sp>
        <p:nvSpPr>
          <p:cNvPr id="69" name="TextBox 68">
            <a:extLst>
              <a:ext uri="{FF2B5EF4-FFF2-40B4-BE49-F238E27FC236}">
                <a16:creationId xmlns:a16="http://schemas.microsoft.com/office/drawing/2014/main" id="{026EB2E4-4799-33D1-3BFC-2BC07A472AAA}"/>
              </a:ext>
            </a:extLst>
          </p:cNvPr>
          <p:cNvSpPr txBox="1"/>
          <p:nvPr/>
        </p:nvSpPr>
        <p:spPr>
          <a:xfrm>
            <a:off x="6152446" y="4539173"/>
            <a:ext cx="570089" cy="230832"/>
          </a:xfrm>
          <a:prstGeom prst="rect">
            <a:avLst/>
          </a:prstGeom>
          <a:noFill/>
        </p:spPr>
        <p:txBody>
          <a:bodyPr wrap="square" rtlCol="0">
            <a:spAutoFit/>
          </a:bodyPr>
          <a:lstStyle/>
          <a:p>
            <a:pPr algn="ctr"/>
            <a:r>
              <a:rPr lang="en-US" sz="900" dirty="0"/>
              <a:t>489</a:t>
            </a:r>
          </a:p>
        </p:txBody>
      </p:sp>
      <p:sp>
        <p:nvSpPr>
          <p:cNvPr id="70" name="TextBox 69">
            <a:extLst>
              <a:ext uri="{FF2B5EF4-FFF2-40B4-BE49-F238E27FC236}">
                <a16:creationId xmlns:a16="http://schemas.microsoft.com/office/drawing/2014/main" id="{2723FA2E-2EB0-D347-FC95-9AF2A8EB86BC}"/>
              </a:ext>
            </a:extLst>
          </p:cNvPr>
          <p:cNvSpPr txBox="1"/>
          <p:nvPr/>
        </p:nvSpPr>
        <p:spPr>
          <a:xfrm>
            <a:off x="6152446" y="5040116"/>
            <a:ext cx="570089" cy="230832"/>
          </a:xfrm>
          <a:prstGeom prst="rect">
            <a:avLst/>
          </a:prstGeom>
          <a:noFill/>
        </p:spPr>
        <p:txBody>
          <a:bodyPr wrap="square" rtlCol="0">
            <a:spAutoFit/>
          </a:bodyPr>
          <a:lstStyle/>
          <a:p>
            <a:pPr algn="ctr"/>
            <a:r>
              <a:rPr lang="en-US" sz="900" dirty="0"/>
              <a:t>489</a:t>
            </a:r>
          </a:p>
        </p:txBody>
      </p:sp>
      <p:sp>
        <p:nvSpPr>
          <p:cNvPr id="71" name="TextBox 70">
            <a:extLst>
              <a:ext uri="{FF2B5EF4-FFF2-40B4-BE49-F238E27FC236}">
                <a16:creationId xmlns:a16="http://schemas.microsoft.com/office/drawing/2014/main" id="{433F8F69-2D4A-0BC0-3C35-61529A81C163}"/>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
        <p:nvSpPr>
          <p:cNvPr id="73" name="TextBox 72">
            <a:extLst>
              <a:ext uri="{FF2B5EF4-FFF2-40B4-BE49-F238E27FC236}">
                <a16:creationId xmlns:a16="http://schemas.microsoft.com/office/drawing/2014/main" id="{38500E26-14C6-8483-EB5A-E0C353640E3A}"/>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74" name="TextBox 73">
            <a:extLst>
              <a:ext uri="{FF2B5EF4-FFF2-40B4-BE49-F238E27FC236}">
                <a16:creationId xmlns:a16="http://schemas.microsoft.com/office/drawing/2014/main" id="{03A44257-9403-E04B-5D1E-AD0C297E87EB}"/>
              </a:ext>
            </a:extLst>
          </p:cNvPr>
          <p:cNvSpPr txBox="1"/>
          <p:nvPr/>
        </p:nvSpPr>
        <p:spPr>
          <a:xfrm>
            <a:off x="5215469" y="1727886"/>
            <a:ext cx="462845" cy="584775"/>
          </a:xfrm>
          <a:prstGeom prst="rect">
            <a:avLst/>
          </a:prstGeom>
          <a:noFill/>
        </p:spPr>
        <p:txBody>
          <a:bodyPr wrap="square" rtlCol="0">
            <a:spAutoFit/>
          </a:bodyPr>
          <a:lstStyle/>
          <a:p>
            <a:pPr algn="ctr"/>
            <a:r>
              <a:rPr lang="en-US" sz="3200" dirty="0"/>
              <a:t>8</a:t>
            </a:r>
          </a:p>
        </p:txBody>
      </p:sp>
      <p:sp>
        <p:nvSpPr>
          <p:cNvPr id="75" name="TextBox 74">
            <a:extLst>
              <a:ext uri="{FF2B5EF4-FFF2-40B4-BE49-F238E27FC236}">
                <a16:creationId xmlns:a16="http://schemas.microsoft.com/office/drawing/2014/main" id="{A5A5FD48-D99A-5F57-A5F3-1AD3D9A6BB84}"/>
              </a:ext>
            </a:extLst>
          </p:cNvPr>
          <p:cNvSpPr txBox="1"/>
          <p:nvPr/>
        </p:nvSpPr>
        <p:spPr>
          <a:xfrm>
            <a:off x="3217333" y="1224551"/>
            <a:ext cx="462845" cy="584775"/>
          </a:xfrm>
          <a:prstGeom prst="rect">
            <a:avLst/>
          </a:prstGeom>
          <a:noFill/>
        </p:spPr>
        <p:txBody>
          <a:bodyPr wrap="square" rtlCol="0">
            <a:spAutoFit/>
          </a:bodyPr>
          <a:lstStyle/>
          <a:p>
            <a:pPr algn="ctr"/>
            <a:r>
              <a:rPr lang="en-US" sz="3200" dirty="0"/>
              <a:t>8</a:t>
            </a:r>
          </a:p>
        </p:txBody>
      </p:sp>
      <p:sp>
        <p:nvSpPr>
          <p:cNvPr id="76" name="TextBox 75">
            <a:extLst>
              <a:ext uri="{FF2B5EF4-FFF2-40B4-BE49-F238E27FC236}">
                <a16:creationId xmlns:a16="http://schemas.microsoft.com/office/drawing/2014/main" id="{494438B9-CDD8-ACC3-5878-A050C4D8CBF7}"/>
              </a:ext>
            </a:extLst>
          </p:cNvPr>
          <p:cNvSpPr txBox="1"/>
          <p:nvPr/>
        </p:nvSpPr>
        <p:spPr>
          <a:xfrm>
            <a:off x="3217333" y="1727886"/>
            <a:ext cx="462845" cy="584775"/>
          </a:xfrm>
          <a:prstGeom prst="rect">
            <a:avLst/>
          </a:prstGeom>
          <a:noFill/>
        </p:spPr>
        <p:txBody>
          <a:bodyPr wrap="square" rtlCol="0">
            <a:spAutoFit/>
          </a:bodyPr>
          <a:lstStyle/>
          <a:p>
            <a:pPr algn="ctr"/>
            <a:r>
              <a:rPr lang="en-US" sz="3200" dirty="0"/>
              <a:t>9</a:t>
            </a:r>
          </a:p>
        </p:txBody>
      </p:sp>
      <p:sp>
        <p:nvSpPr>
          <p:cNvPr id="77" name="TextBox 76">
            <a:extLst>
              <a:ext uri="{FF2B5EF4-FFF2-40B4-BE49-F238E27FC236}">
                <a16:creationId xmlns:a16="http://schemas.microsoft.com/office/drawing/2014/main" id="{BFB1D819-E8AF-1738-8434-653A228D72E2}"/>
              </a:ext>
            </a:extLst>
          </p:cNvPr>
          <p:cNvSpPr txBox="1"/>
          <p:nvPr/>
        </p:nvSpPr>
        <p:spPr>
          <a:xfrm>
            <a:off x="6714071" y="1727886"/>
            <a:ext cx="462845" cy="584775"/>
          </a:xfrm>
          <a:prstGeom prst="rect">
            <a:avLst/>
          </a:prstGeom>
          <a:noFill/>
        </p:spPr>
        <p:txBody>
          <a:bodyPr wrap="square" rtlCol="0">
            <a:spAutoFit/>
          </a:bodyPr>
          <a:lstStyle/>
          <a:p>
            <a:pPr algn="ctr"/>
            <a:r>
              <a:rPr lang="en-US" sz="3200" dirty="0"/>
              <a:t>3</a:t>
            </a:r>
          </a:p>
        </p:txBody>
      </p:sp>
      <p:sp>
        <p:nvSpPr>
          <p:cNvPr id="78" name="TextBox 77">
            <a:extLst>
              <a:ext uri="{FF2B5EF4-FFF2-40B4-BE49-F238E27FC236}">
                <a16:creationId xmlns:a16="http://schemas.microsoft.com/office/drawing/2014/main" id="{34E5F5DA-A0BD-75DB-7B81-9A612939158B}"/>
              </a:ext>
            </a:extLst>
          </p:cNvPr>
          <p:cNvSpPr txBox="1"/>
          <p:nvPr/>
        </p:nvSpPr>
        <p:spPr>
          <a:xfrm>
            <a:off x="7213604" y="1727886"/>
            <a:ext cx="462845" cy="584775"/>
          </a:xfrm>
          <a:prstGeom prst="rect">
            <a:avLst/>
          </a:prstGeom>
          <a:noFill/>
        </p:spPr>
        <p:txBody>
          <a:bodyPr wrap="square" rtlCol="0">
            <a:spAutoFit/>
          </a:bodyPr>
          <a:lstStyle/>
          <a:p>
            <a:pPr algn="ctr"/>
            <a:r>
              <a:rPr lang="en-US" sz="3200" dirty="0"/>
              <a:t>5</a:t>
            </a:r>
          </a:p>
        </p:txBody>
      </p:sp>
      <p:sp>
        <p:nvSpPr>
          <p:cNvPr id="79" name="TextBox 78">
            <a:extLst>
              <a:ext uri="{FF2B5EF4-FFF2-40B4-BE49-F238E27FC236}">
                <a16:creationId xmlns:a16="http://schemas.microsoft.com/office/drawing/2014/main" id="{06EBE9C2-CCB5-F693-C35F-98DCF63D1E4A}"/>
              </a:ext>
            </a:extLst>
          </p:cNvPr>
          <p:cNvSpPr txBox="1"/>
          <p:nvPr/>
        </p:nvSpPr>
        <p:spPr>
          <a:xfrm>
            <a:off x="4715935" y="2734556"/>
            <a:ext cx="462845" cy="584775"/>
          </a:xfrm>
          <a:prstGeom prst="rect">
            <a:avLst/>
          </a:prstGeom>
          <a:noFill/>
        </p:spPr>
        <p:txBody>
          <a:bodyPr wrap="square" rtlCol="0">
            <a:spAutoFit/>
          </a:bodyPr>
          <a:lstStyle/>
          <a:p>
            <a:pPr algn="ctr"/>
            <a:r>
              <a:rPr lang="en-US" sz="3200" dirty="0"/>
              <a:t>1</a:t>
            </a:r>
          </a:p>
        </p:txBody>
      </p:sp>
      <p:sp>
        <p:nvSpPr>
          <p:cNvPr id="80" name="TextBox 79">
            <a:extLst>
              <a:ext uri="{FF2B5EF4-FFF2-40B4-BE49-F238E27FC236}">
                <a16:creationId xmlns:a16="http://schemas.microsoft.com/office/drawing/2014/main" id="{1942B344-00A1-C26A-6AF4-B51F9181EEA6}"/>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4C8337CA-2452-9466-731D-A9B9FA9B5931}"/>
              </a:ext>
            </a:extLst>
          </p:cNvPr>
          <p:cNvSpPr txBox="1"/>
          <p:nvPr/>
        </p:nvSpPr>
        <p:spPr>
          <a:xfrm>
            <a:off x="3716867" y="3741226"/>
            <a:ext cx="462845" cy="584775"/>
          </a:xfrm>
          <a:prstGeom prst="rect">
            <a:avLst/>
          </a:prstGeom>
          <a:noFill/>
        </p:spPr>
        <p:txBody>
          <a:bodyPr wrap="square" rtlCol="0">
            <a:spAutoFit/>
          </a:bodyPr>
          <a:lstStyle/>
          <a:p>
            <a:pPr algn="ctr"/>
            <a:r>
              <a:rPr lang="en-US" sz="3200" dirty="0"/>
              <a:t>2</a:t>
            </a:r>
          </a:p>
        </p:txBody>
      </p:sp>
      <p:sp>
        <p:nvSpPr>
          <p:cNvPr id="17" name="TextBox 16">
            <a:extLst>
              <a:ext uri="{FF2B5EF4-FFF2-40B4-BE49-F238E27FC236}">
                <a16:creationId xmlns:a16="http://schemas.microsoft.com/office/drawing/2014/main" id="{9EB3B373-E724-DA3F-7744-EF76673570F2}"/>
              </a:ext>
            </a:extLst>
          </p:cNvPr>
          <p:cNvSpPr txBox="1"/>
          <p:nvPr/>
        </p:nvSpPr>
        <p:spPr>
          <a:xfrm>
            <a:off x="5147734" y="4038229"/>
            <a:ext cx="570089" cy="230832"/>
          </a:xfrm>
          <a:prstGeom prst="rect">
            <a:avLst/>
          </a:prstGeom>
          <a:noFill/>
        </p:spPr>
        <p:txBody>
          <a:bodyPr wrap="square" rtlCol="0">
            <a:spAutoFit/>
          </a:bodyPr>
          <a:lstStyle/>
          <a:p>
            <a:pPr algn="ctr"/>
            <a:r>
              <a:rPr lang="en-US" sz="900" dirty="0"/>
              <a:t>349</a:t>
            </a:r>
          </a:p>
        </p:txBody>
      </p:sp>
      <p:sp>
        <p:nvSpPr>
          <p:cNvPr id="21" name="TextBox 20">
            <a:extLst>
              <a:ext uri="{FF2B5EF4-FFF2-40B4-BE49-F238E27FC236}">
                <a16:creationId xmlns:a16="http://schemas.microsoft.com/office/drawing/2014/main" id="{4F2E17BD-D2D5-89B1-6329-5E670CF65EB9}"/>
              </a:ext>
            </a:extLst>
          </p:cNvPr>
          <p:cNvSpPr txBox="1"/>
          <p:nvPr/>
        </p:nvSpPr>
        <p:spPr>
          <a:xfrm>
            <a:off x="5650090" y="4038229"/>
            <a:ext cx="570089" cy="230832"/>
          </a:xfrm>
          <a:prstGeom prst="rect">
            <a:avLst/>
          </a:prstGeom>
          <a:noFill/>
        </p:spPr>
        <p:txBody>
          <a:bodyPr wrap="square" rtlCol="0">
            <a:spAutoFit/>
          </a:bodyPr>
          <a:lstStyle/>
          <a:p>
            <a:pPr algn="ctr"/>
            <a:r>
              <a:rPr lang="en-US" sz="900" dirty="0"/>
              <a:t>89</a:t>
            </a:r>
          </a:p>
        </p:txBody>
      </p:sp>
      <p:sp>
        <p:nvSpPr>
          <p:cNvPr id="28" name="TextBox 27">
            <a:extLst>
              <a:ext uri="{FF2B5EF4-FFF2-40B4-BE49-F238E27FC236}">
                <a16:creationId xmlns:a16="http://schemas.microsoft.com/office/drawing/2014/main" id="{25E5CDE7-F159-4621-5754-50059E7F8110}"/>
              </a:ext>
            </a:extLst>
          </p:cNvPr>
          <p:cNvSpPr txBox="1"/>
          <p:nvPr/>
        </p:nvSpPr>
        <p:spPr>
          <a:xfrm>
            <a:off x="4645378" y="4539173"/>
            <a:ext cx="570089" cy="230832"/>
          </a:xfrm>
          <a:prstGeom prst="rect">
            <a:avLst/>
          </a:prstGeom>
          <a:noFill/>
        </p:spPr>
        <p:txBody>
          <a:bodyPr wrap="square" rtlCol="0">
            <a:spAutoFit/>
          </a:bodyPr>
          <a:lstStyle/>
          <a:p>
            <a:pPr algn="ctr"/>
            <a:r>
              <a:rPr lang="en-US" sz="900" dirty="0"/>
              <a:t>2389</a:t>
            </a:r>
          </a:p>
        </p:txBody>
      </p:sp>
      <p:sp>
        <p:nvSpPr>
          <p:cNvPr id="29" name="TextBox 28">
            <a:extLst>
              <a:ext uri="{FF2B5EF4-FFF2-40B4-BE49-F238E27FC236}">
                <a16:creationId xmlns:a16="http://schemas.microsoft.com/office/drawing/2014/main" id="{3E845D89-997C-139D-94B1-0750179BFA4E}"/>
              </a:ext>
            </a:extLst>
          </p:cNvPr>
          <p:cNvSpPr txBox="1"/>
          <p:nvPr/>
        </p:nvSpPr>
        <p:spPr>
          <a:xfrm>
            <a:off x="5147734" y="4539173"/>
            <a:ext cx="570089" cy="230832"/>
          </a:xfrm>
          <a:prstGeom prst="rect">
            <a:avLst/>
          </a:prstGeom>
          <a:noFill/>
        </p:spPr>
        <p:txBody>
          <a:bodyPr wrap="square" rtlCol="0">
            <a:spAutoFit/>
          </a:bodyPr>
          <a:lstStyle/>
          <a:p>
            <a:pPr algn="ctr"/>
            <a:r>
              <a:rPr lang="en-US" sz="900" dirty="0"/>
              <a:t>3459</a:t>
            </a:r>
          </a:p>
        </p:txBody>
      </p:sp>
      <p:sp>
        <p:nvSpPr>
          <p:cNvPr id="32" name="TextBox 31">
            <a:extLst>
              <a:ext uri="{FF2B5EF4-FFF2-40B4-BE49-F238E27FC236}">
                <a16:creationId xmlns:a16="http://schemas.microsoft.com/office/drawing/2014/main" id="{DC160925-5202-6A4A-F8C8-198AEA82E498}"/>
              </a:ext>
            </a:extLst>
          </p:cNvPr>
          <p:cNvSpPr txBox="1"/>
          <p:nvPr/>
        </p:nvSpPr>
        <p:spPr>
          <a:xfrm>
            <a:off x="5650090" y="4539173"/>
            <a:ext cx="570089" cy="230832"/>
          </a:xfrm>
          <a:prstGeom prst="rect">
            <a:avLst/>
          </a:prstGeom>
          <a:noFill/>
        </p:spPr>
        <p:txBody>
          <a:bodyPr wrap="square" rtlCol="0">
            <a:spAutoFit/>
          </a:bodyPr>
          <a:lstStyle/>
          <a:p>
            <a:pPr algn="ctr"/>
            <a:r>
              <a:rPr lang="en-US" sz="900" dirty="0"/>
              <a:t>1789</a:t>
            </a:r>
          </a:p>
        </p:txBody>
      </p:sp>
      <p:sp>
        <p:nvSpPr>
          <p:cNvPr id="34" name="TextBox 33">
            <a:extLst>
              <a:ext uri="{FF2B5EF4-FFF2-40B4-BE49-F238E27FC236}">
                <a16:creationId xmlns:a16="http://schemas.microsoft.com/office/drawing/2014/main" id="{596ED425-AB86-F0BC-E16B-E35E7DF0C269}"/>
              </a:ext>
            </a:extLst>
          </p:cNvPr>
          <p:cNvSpPr txBox="1"/>
          <p:nvPr/>
        </p:nvSpPr>
        <p:spPr>
          <a:xfrm>
            <a:off x="4645378" y="5040116"/>
            <a:ext cx="570089" cy="230832"/>
          </a:xfrm>
          <a:prstGeom prst="rect">
            <a:avLst/>
          </a:prstGeom>
          <a:noFill/>
        </p:spPr>
        <p:txBody>
          <a:bodyPr wrap="square" rtlCol="0">
            <a:spAutoFit/>
          </a:bodyPr>
          <a:lstStyle/>
          <a:p>
            <a:pPr algn="ctr"/>
            <a:r>
              <a:rPr lang="en-US" sz="900" dirty="0"/>
              <a:t>289</a:t>
            </a:r>
          </a:p>
        </p:txBody>
      </p:sp>
      <p:sp>
        <p:nvSpPr>
          <p:cNvPr id="49" name="TextBox 48">
            <a:extLst>
              <a:ext uri="{FF2B5EF4-FFF2-40B4-BE49-F238E27FC236}">
                <a16:creationId xmlns:a16="http://schemas.microsoft.com/office/drawing/2014/main" id="{2E1957C3-0012-BCA0-DF41-05055DD6A317}"/>
              </a:ext>
            </a:extLst>
          </p:cNvPr>
          <p:cNvSpPr txBox="1"/>
          <p:nvPr/>
        </p:nvSpPr>
        <p:spPr>
          <a:xfrm>
            <a:off x="5147734" y="5040116"/>
            <a:ext cx="570089" cy="230832"/>
          </a:xfrm>
          <a:prstGeom prst="rect">
            <a:avLst/>
          </a:prstGeom>
          <a:noFill/>
        </p:spPr>
        <p:txBody>
          <a:bodyPr wrap="square" rtlCol="0">
            <a:spAutoFit/>
          </a:bodyPr>
          <a:lstStyle/>
          <a:p>
            <a:pPr algn="ctr"/>
            <a:r>
              <a:rPr lang="en-US" sz="900" dirty="0"/>
              <a:t>459</a:t>
            </a:r>
          </a:p>
        </p:txBody>
      </p:sp>
      <p:sp>
        <p:nvSpPr>
          <p:cNvPr id="60" name="TextBox 59">
            <a:extLst>
              <a:ext uri="{FF2B5EF4-FFF2-40B4-BE49-F238E27FC236}">
                <a16:creationId xmlns:a16="http://schemas.microsoft.com/office/drawing/2014/main" id="{F97D926A-22D4-9CFA-9B5B-B3ADF148A78D}"/>
              </a:ext>
            </a:extLst>
          </p:cNvPr>
          <p:cNvSpPr txBox="1"/>
          <p:nvPr/>
        </p:nvSpPr>
        <p:spPr>
          <a:xfrm>
            <a:off x="5650090" y="5040116"/>
            <a:ext cx="570089" cy="230832"/>
          </a:xfrm>
          <a:prstGeom prst="rect">
            <a:avLst/>
          </a:prstGeom>
          <a:noFill/>
        </p:spPr>
        <p:txBody>
          <a:bodyPr wrap="square" rtlCol="0">
            <a:spAutoFit/>
          </a:bodyPr>
          <a:lstStyle/>
          <a:p>
            <a:pPr algn="ctr"/>
            <a:r>
              <a:rPr lang="en-US" sz="900" dirty="0"/>
              <a:t>1789</a:t>
            </a:r>
          </a:p>
        </p:txBody>
      </p:sp>
      <p:sp>
        <p:nvSpPr>
          <p:cNvPr id="61" name="TextBox 60">
            <a:extLst>
              <a:ext uri="{FF2B5EF4-FFF2-40B4-BE49-F238E27FC236}">
                <a16:creationId xmlns:a16="http://schemas.microsoft.com/office/drawing/2014/main" id="{8F6AD963-8E18-176D-50CF-FB29E64AE53D}"/>
              </a:ext>
            </a:extLst>
          </p:cNvPr>
          <p:cNvSpPr txBox="1"/>
          <p:nvPr/>
        </p:nvSpPr>
        <p:spPr>
          <a:xfrm>
            <a:off x="6654802" y="3907597"/>
            <a:ext cx="570089" cy="230832"/>
          </a:xfrm>
          <a:prstGeom prst="rect">
            <a:avLst/>
          </a:prstGeom>
          <a:noFill/>
        </p:spPr>
        <p:txBody>
          <a:bodyPr wrap="square" rtlCol="0">
            <a:spAutoFit/>
          </a:bodyPr>
          <a:lstStyle/>
          <a:p>
            <a:pPr algn="ctr"/>
            <a:r>
              <a:rPr lang="en-US" sz="900" dirty="0"/>
              <a:t>157</a:t>
            </a:r>
          </a:p>
        </p:txBody>
      </p:sp>
      <p:sp>
        <p:nvSpPr>
          <p:cNvPr id="72" name="TextBox 71">
            <a:extLst>
              <a:ext uri="{FF2B5EF4-FFF2-40B4-BE49-F238E27FC236}">
                <a16:creationId xmlns:a16="http://schemas.microsoft.com/office/drawing/2014/main" id="{7B3B312C-689C-F3F9-B8D8-0F6E4C2B9EEE}"/>
              </a:ext>
            </a:extLst>
          </p:cNvPr>
          <p:cNvSpPr txBox="1"/>
          <p:nvPr/>
        </p:nvSpPr>
        <p:spPr>
          <a:xfrm>
            <a:off x="7157158" y="3907597"/>
            <a:ext cx="570089" cy="230832"/>
          </a:xfrm>
          <a:prstGeom prst="rect">
            <a:avLst/>
          </a:prstGeom>
          <a:noFill/>
        </p:spPr>
        <p:txBody>
          <a:bodyPr wrap="square" rtlCol="0">
            <a:spAutoFit/>
          </a:bodyPr>
          <a:lstStyle/>
          <a:p>
            <a:pPr algn="ctr"/>
            <a:r>
              <a:rPr lang="en-US" sz="900" dirty="0"/>
              <a:t>17</a:t>
            </a:r>
          </a:p>
        </p:txBody>
      </p:sp>
      <p:sp>
        <p:nvSpPr>
          <p:cNvPr id="81" name="TextBox 80">
            <a:extLst>
              <a:ext uri="{FF2B5EF4-FFF2-40B4-BE49-F238E27FC236}">
                <a16:creationId xmlns:a16="http://schemas.microsoft.com/office/drawing/2014/main" id="{D27BAF56-40B6-93A0-41B7-6E43C7AD5BD3}"/>
              </a:ext>
            </a:extLst>
          </p:cNvPr>
          <p:cNvSpPr txBox="1"/>
          <p:nvPr/>
        </p:nvSpPr>
        <p:spPr>
          <a:xfrm>
            <a:off x="6654802" y="4408541"/>
            <a:ext cx="570089" cy="230832"/>
          </a:xfrm>
          <a:prstGeom prst="rect">
            <a:avLst/>
          </a:prstGeom>
          <a:noFill/>
        </p:spPr>
        <p:txBody>
          <a:bodyPr wrap="square" rtlCol="0">
            <a:spAutoFit/>
          </a:bodyPr>
          <a:lstStyle/>
          <a:p>
            <a:pPr algn="ctr"/>
            <a:r>
              <a:rPr lang="en-US" sz="900" dirty="0"/>
              <a:t>1256</a:t>
            </a:r>
          </a:p>
        </p:txBody>
      </p:sp>
      <p:sp>
        <p:nvSpPr>
          <p:cNvPr id="82" name="TextBox 81">
            <a:extLst>
              <a:ext uri="{FF2B5EF4-FFF2-40B4-BE49-F238E27FC236}">
                <a16:creationId xmlns:a16="http://schemas.microsoft.com/office/drawing/2014/main" id="{C3A7B92A-8443-BD15-56F5-25592C41CEEC}"/>
              </a:ext>
            </a:extLst>
          </p:cNvPr>
          <p:cNvSpPr txBox="1"/>
          <p:nvPr/>
        </p:nvSpPr>
        <p:spPr>
          <a:xfrm>
            <a:off x="7157158" y="4408541"/>
            <a:ext cx="570089" cy="230832"/>
          </a:xfrm>
          <a:prstGeom prst="rect">
            <a:avLst/>
          </a:prstGeom>
          <a:noFill/>
        </p:spPr>
        <p:txBody>
          <a:bodyPr wrap="square" rtlCol="0">
            <a:spAutoFit/>
          </a:bodyPr>
          <a:lstStyle/>
          <a:p>
            <a:pPr algn="ctr"/>
            <a:r>
              <a:rPr lang="en-US" sz="900" dirty="0"/>
              <a:t>126</a:t>
            </a:r>
          </a:p>
        </p:txBody>
      </p:sp>
      <p:sp>
        <p:nvSpPr>
          <p:cNvPr id="83" name="TextBox 82">
            <a:extLst>
              <a:ext uri="{FF2B5EF4-FFF2-40B4-BE49-F238E27FC236}">
                <a16:creationId xmlns:a16="http://schemas.microsoft.com/office/drawing/2014/main" id="{1582C635-D3F6-F197-192B-9406BAEA101F}"/>
              </a:ext>
            </a:extLst>
          </p:cNvPr>
          <p:cNvSpPr txBox="1"/>
          <p:nvPr/>
        </p:nvSpPr>
        <p:spPr>
          <a:xfrm>
            <a:off x="6654802" y="5040116"/>
            <a:ext cx="570089" cy="230832"/>
          </a:xfrm>
          <a:prstGeom prst="rect">
            <a:avLst/>
          </a:prstGeom>
          <a:noFill/>
        </p:spPr>
        <p:txBody>
          <a:bodyPr wrap="square" rtlCol="0">
            <a:spAutoFit/>
          </a:bodyPr>
          <a:lstStyle/>
          <a:p>
            <a:pPr algn="ctr"/>
            <a:r>
              <a:rPr lang="en-US" sz="900" dirty="0"/>
              <a:t>125</a:t>
            </a:r>
          </a:p>
        </p:txBody>
      </p:sp>
    </p:spTree>
    <p:extLst>
      <p:ext uri="{BB962C8B-B14F-4D97-AF65-F5344CB8AC3E}">
        <p14:creationId xmlns:p14="http://schemas.microsoft.com/office/powerpoint/2010/main" val="414339781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33546E-2022-9458-7DA3-7143F6371D5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C27D927-3370-4CF4-81B0-4C1320E5ECAF}"/>
              </a:ext>
            </a:extLst>
          </p:cNvPr>
          <p:cNvSpPr>
            <a:spLocks noGrp="1"/>
          </p:cNvSpPr>
          <p:nvPr>
            <p:ph sz="half" idx="1"/>
          </p:nvPr>
        </p:nvSpPr>
        <p:spPr/>
        <p:txBody>
          <a:bodyPr>
            <a:normAutofit/>
          </a:bodyPr>
          <a:lstStyle/>
          <a:p>
            <a:r>
              <a:rPr lang="en-US" dirty="0"/>
              <a:t>In Row 7, [24 in 5] -&gt; [15 in 3], as three of 3489, which sums to 24. 9 is the odd one out.</a:t>
            </a:r>
          </a:p>
        </p:txBody>
      </p:sp>
      <p:pic>
        <p:nvPicPr>
          <p:cNvPr id="4" name="Picture 3" descr="A grid of sudoku puzzle&#10;&#10;Description automatically generated">
            <a:extLst>
              <a:ext uri="{FF2B5EF4-FFF2-40B4-BE49-F238E27FC236}">
                <a16:creationId xmlns:a16="http://schemas.microsoft.com/office/drawing/2014/main" id="{6379A04A-D190-F8AC-ED3E-00C6982823EA}"/>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E4116A61-6724-6C1B-552F-B8924BB928F7}"/>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57645C2C-E2E8-5EF2-57A1-E1D7FA06E4AB}"/>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92D721C9-E48F-8F1E-7D6B-0B6B53595E10}"/>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4A19CBE1-2BF0-7BC3-10FB-1570298B96EB}"/>
              </a:ext>
            </a:extLst>
          </p:cNvPr>
          <p:cNvSpPr txBox="1"/>
          <p:nvPr/>
        </p:nvSpPr>
        <p:spPr>
          <a:xfrm>
            <a:off x="3716867" y="2231221"/>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029899C5-D009-EE85-ED60-62F085C5A16C}"/>
              </a:ext>
            </a:extLst>
          </p:cNvPr>
          <p:cNvSpPr txBox="1"/>
          <p:nvPr/>
        </p:nvSpPr>
        <p:spPr>
          <a:xfrm>
            <a:off x="3217333" y="4747898"/>
            <a:ext cx="462845" cy="584775"/>
          </a:xfrm>
          <a:prstGeom prst="rect">
            <a:avLst/>
          </a:prstGeom>
          <a:noFill/>
        </p:spPr>
        <p:txBody>
          <a:bodyPr wrap="square" rtlCol="0">
            <a:spAutoFit/>
          </a:bodyPr>
          <a:lstStyle/>
          <a:p>
            <a:pPr algn="ctr"/>
            <a:r>
              <a:rPr lang="en-US" sz="3200" dirty="0"/>
              <a:t>6</a:t>
            </a:r>
          </a:p>
        </p:txBody>
      </p:sp>
      <p:sp>
        <p:nvSpPr>
          <p:cNvPr id="11" name="TextBox 10">
            <a:extLst>
              <a:ext uri="{FF2B5EF4-FFF2-40B4-BE49-F238E27FC236}">
                <a16:creationId xmlns:a16="http://schemas.microsoft.com/office/drawing/2014/main" id="{3E6D69FD-8CD2-9F5E-393B-5707260506DD}"/>
              </a:ext>
            </a:extLst>
          </p:cNvPr>
          <p:cNvSpPr txBox="1"/>
          <p:nvPr/>
        </p:nvSpPr>
        <p:spPr>
          <a:xfrm>
            <a:off x="7213604" y="4747898"/>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4D3165BD-162C-39D5-166D-5A33CA3766E7}"/>
              </a:ext>
            </a:extLst>
          </p:cNvPr>
          <p:cNvSpPr txBox="1"/>
          <p:nvPr/>
        </p:nvSpPr>
        <p:spPr>
          <a:xfrm>
            <a:off x="6214537" y="2734556"/>
            <a:ext cx="462845" cy="584775"/>
          </a:xfrm>
          <a:prstGeom prst="rect">
            <a:avLst/>
          </a:prstGeom>
          <a:no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174697FB-6159-A39B-6AAD-31D35B58ACD3}"/>
              </a:ext>
            </a:extLst>
          </p:cNvPr>
          <p:cNvSpPr txBox="1"/>
          <p:nvPr/>
        </p:nvSpPr>
        <p:spPr>
          <a:xfrm>
            <a:off x="4143022" y="2274133"/>
            <a:ext cx="570089" cy="230832"/>
          </a:xfrm>
          <a:prstGeom prst="rect">
            <a:avLst/>
          </a:prstGeom>
          <a:noFill/>
        </p:spPr>
        <p:txBody>
          <a:bodyPr wrap="square" rtlCol="0">
            <a:spAutoFit/>
          </a:bodyPr>
          <a:lstStyle/>
          <a:p>
            <a:pPr algn="ctr"/>
            <a:r>
              <a:rPr lang="en-US" sz="900" dirty="0"/>
              <a:t>89</a:t>
            </a:r>
          </a:p>
        </p:txBody>
      </p:sp>
      <p:sp>
        <p:nvSpPr>
          <p:cNvPr id="16" name="TextBox 15">
            <a:extLst>
              <a:ext uri="{FF2B5EF4-FFF2-40B4-BE49-F238E27FC236}">
                <a16:creationId xmlns:a16="http://schemas.microsoft.com/office/drawing/2014/main" id="{070A24CD-B663-79F0-82DC-6290C413C060}"/>
              </a:ext>
            </a:extLst>
          </p:cNvPr>
          <p:cNvSpPr txBox="1"/>
          <p:nvPr/>
        </p:nvSpPr>
        <p:spPr>
          <a:xfrm>
            <a:off x="5650090" y="2274133"/>
            <a:ext cx="570089" cy="230832"/>
          </a:xfrm>
          <a:prstGeom prst="rect">
            <a:avLst/>
          </a:prstGeom>
          <a:noFill/>
        </p:spPr>
        <p:txBody>
          <a:bodyPr wrap="square" rtlCol="0">
            <a:spAutoFit/>
          </a:bodyPr>
          <a:lstStyle/>
          <a:p>
            <a:pPr algn="ctr"/>
            <a:r>
              <a:rPr lang="en-US" sz="900" dirty="0"/>
              <a:t>98</a:t>
            </a:r>
          </a:p>
        </p:txBody>
      </p:sp>
      <p:sp>
        <p:nvSpPr>
          <p:cNvPr id="18" name="TextBox 17">
            <a:extLst>
              <a:ext uri="{FF2B5EF4-FFF2-40B4-BE49-F238E27FC236}">
                <a16:creationId xmlns:a16="http://schemas.microsoft.com/office/drawing/2014/main" id="{AE2AC426-9CB1-A259-F02F-EDA0A7AE6F9A}"/>
              </a:ext>
            </a:extLst>
          </p:cNvPr>
          <p:cNvSpPr txBox="1"/>
          <p:nvPr/>
        </p:nvSpPr>
        <p:spPr>
          <a:xfrm>
            <a:off x="6654802" y="2404765"/>
            <a:ext cx="570089" cy="230832"/>
          </a:xfrm>
          <a:prstGeom prst="rect">
            <a:avLst/>
          </a:prstGeom>
          <a:noFill/>
        </p:spPr>
        <p:txBody>
          <a:bodyPr wrap="square" rtlCol="0">
            <a:spAutoFit/>
          </a:bodyPr>
          <a:lstStyle/>
          <a:p>
            <a:pPr algn="ctr"/>
            <a:r>
              <a:rPr lang="en-US" sz="900" dirty="0"/>
              <a:t>24</a:t>
            </a:r>
          </a:p>
        </p:txBody>
      </p:sp>
      <p:sp>
        <p:nvSpPr>
          <p:cNvPr id="19" name="TextBox 18">
            <a:extLst>
              <a:ext uri="{FF2B5EF4-FFF2-40B4-BE49-F238E27FC236}">
                <a16:creationId xmlns:a16="http://schemas.microsoft.com/office/drawing/2014/main" id="{DC6F0FB1-84C7-58E6-C026-061D1131DEEA}"/>
              </a:ext>
            </a:extLst>
          </p:cNvPr>
          <p:cNvSpPr txBox="1"/>
          <p:nvPr/>
        </p:nvSpPr>
        <p:spPr>
          <a:xfrm>
            <a:off x="7157158" y="2404765"/>
            <a:ext cx="570089" cy="230832"/>
          </a:xfrm>
          <a:prstGeom prst="rect">
            <a:avLst/>
          </a:prstGeom>
          <a:noFill/>
        </p:spPr>
        <p:txBody>
          <a:bodyPr wrap="square" rtlCol="0">
            <a:spAutoFit/>
          </a:bodyPr>
          <a:lstStyle/>
          <a:p>
            <a:pPr algn="ctr"/>
            <a:r>
              <a:rPr lang="en-US" sz="900" dirty="0"/>
              <a:t>42</a:t>
            </a:r>
          </a:p>
        </p:txBody>
      </p:sp>
      <p:sp>
        <p:nvSpPr>
          <p:cNvPr id="23" name="TextBox 22">
            <a:extLst>
              <a:ext uri="{FF2B5EF4-FFF2-40B4-BE49-F238E27FC236}">
                <a16:creationId xmlns:a16="http://schemas.microsoft.com/office/drawing/2014/main" id="{409D4D9F-1C81-7294-D452-F0E1D5521BD3}"/>
              </a:ext>
            </a:extLst>
          </p:cNvPr>
          <p:cNvSpPr txBox="1"/>
          <p:nvPr/>
        </p:nvSpPr>
        <p:spPr>
          <a:xfrm>
            <a:off x="6214537" y="721216"/>
            <a:ext cx="462845" cy="584775"/>
          </a:xfrm>
          <a:prstGeom prst="rect">
            <a:avLst/>
          </a:prstGeom>
          <a:noFill/>
        </p:spPr>
        <p:txBody>
          <a:bodyPr wrap="square" rtlCol="0">
            <a:spAutoFit/>
          </a:bodyPr>
          <a:lstStyle/>
          <a:p>
            <a:pPr algn="ctr"/>
            <a:r>
              <a:rPr lang="en-US" sz="3200" dirty="0"/>
              <a:t>2</a:t>
            </a:r>
          </a:p>
        </p:txBody>
      </p:sp>
      <p:sp>
        <p:nvSpPr>
          <p:cNvPr id="24" name="TextBox 23">
            <a:extLst>
              <a:ext uri="{FF2B5EF4-FFF2-40B4-BE49-F238E27FC236}">
                <a16:creationId xmlns:a16="http://schemas.microsoft.com/office/drawing/2014/main" id="{78B2635A-DC16-4E6D-9AC6-47169D5B46E9}"/>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C73DA725-34D4-920D-E665-CA1150F8575B}"/>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26" name="TextBox 25">
            <a:extLst>
              <a:ext uri="{FF2B5EF4-FFF2-40B4-BE49-F238E27FC236}">
                <a16:creationId xmlns:a16="http://schemas.microsoft.com/office/drawing/2014/main" id="{095378AE-2120-1356-8B1A-067D43710340}"/>
              </a:ext>
            </a:extLst>
          </p:cNvPr>
          <p:cNvSpPr txBox="1"/>
          <p:nvPr/>
        </p:nvSpPr>
        <p:spPr>
          <a:xfrm>
            <a:off x="6654802" y="1402877"/>
            <a:ext cx="570089" cy="230832"/>
          </a:xfrm>
          <a:prstGeom prst="rect">
            <a:avLst/>
          </a:prstGeom>
          <a:noFill/>
        </p:spPr>
        <p:txBody>
          <a:bodyPr wrap="square" rtlCol="0">
            <a:spAutoFit/>
          </a:bodyPr>
          <a:lstStyle/>
          <a:p>
            <a:pPr algn="ctr"/>
            <a:r>
              <a:rPr lang="en-US" sz="900" dirty="0"/>
              <a:t>74</a:t>
            </a:r>
          </a:p>
        </p:txBody>
      </p:sp>
      <p:sp>
        <p:nvSpPr>
          <p:cNvPr id="27" name="TextBox 26">
            <a:extLst>
              <a:ext uri="{FF2B5EF4-FFF2-40B4-BE49-F238E27FC236}">
                <a16:creationId xmlns:a16="http://schemas.microsoft.com/office/drawing/2014/main" id="{BAEAA966-7077-28A6-7BB3-40B9A6E931EF}"/>
              </a:ext>
            </a:extLst>
          </p:cNvPr>
          <p:cNvSpPr txBox="1"/>
          <p:nvPr/>
        </p:nvSpPr>
        <p:spPr>
          <a:xfrm>
            <a:off x="7157158" y="1402877"/>
            <a:ext cx="570089" cy="230832"/>
          </a:xfrm>
          <a:prstGeom prst="rect">
            <a:avLst/>
          </a:prstGeom>
          <a:noFill/>
        </p:spPr>
        <p:txBody>
          <a:bodyPr wrap="square" rtlCol="0">
            <a:spAutoFit/>
          </a:bodyPr>
          <a:lstStyle/>
          <a:p>
            <a:pPr algn="ctr"/>
            <a:r>
              <a:rPr lang="en-US" sz="900" dirty="0"/>
              <a:t>47</a:t>
            </a:r>
          </a:p>
        </p:txBody>
      </p:sp>
      <p:sp>
        <p:nvSpPr>
          <p:cNvPr id="30" name="TextBox 29">
            <a:extLst>
              <a:ext uri="{FF2B5EF4-FFF2-40B4-BE49-F238E27FC236}">
                <a16:creationId xmlns:a16="http://schemas.microsoft.com/office/drawing/2014/main" id="{7ECCC862-DE4B-1752-4087-1B4E29FB4817}"/>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DB617A4E-FEC6-56FE-8408-5ACCA2307617}"/>
              </a:ext>
            </a:extLst>
          </p:cNvPr>
          <p:cNvSpPr txBox="1"/>
          <p:nvPr/>
        </p:nvSpPr>
        <p:spPr>
          <a:xfrm>
            <a:off x="3217333" y="721216"/>
            <a:ext cx="462845" cy="584775"/>
          </a:xfrm>
          <a:prstGeom prst="rect">
            <a:avLst/>
          </a:prstGeom>
          <a:noFill/>
        </p:spPr>
        <p:txBody>
          <a:bodyPr wrap="square" rtlCol="0">
            <a:spAutoFit/>
          </a:bodyPr>
          <a:lstStyle/>
          <a:p>
            <a:pPr algn="ctr"/>
            <a:r>
              <a:rPr lang="en-US" sz="3200" dirty="0"/>
              <a:t>4</a:t>
            </a:r>
          </a:p>
        </p:txBody>
      </p:sp>
      <p:sp>
        <p:nvSpPr>
          <p:cNvPr id="35" name="TextBox 34">
            <a:extLst>
              <a:ext uri="{FF2B5EF4-FFF2-40B4-BE49-F238E27FC236}">
                <a16:creationId xmlns:a16="http://schemas.microsoft.com/office/drawing/2014/main" id="{500EB823-3144-25C5-6753-DB1D335C7116}"/>
              </a:ext>
            </a:extLst>
          </p:cNvPr>
          <p:cNvSpPr txBox="1"/>
          <p:nvPr/>
        </p:nvSpPr>
        <p:spPr>
          <a:xfrm>
            <a:off x="4216401" y="1224551"/>
            <a:ext cx="462845" cy="584775"/>
          </a:xfrm>
          <a:prstGeom prst="rect">
            <a:avLst/>
          </a:prstGeom>
          <a:noFill/>
        </p:spPr>
        <p:txBody>
          <a:bodyPr wrap="square" rtlCol="0">
            <a:spAutoFit/>
          </a:bodyPr>
          <a:lstStyle/>
          <a:p>
            <a:pPr algn="ctr"/>
            <a:r>
              <a:rPr lang="en-US" sz="3200" dirty="0"/>
              <a:t>1</a:t>
            </a:r>
          </a:p>
        </p:txBody>
      </p:sp>
      <p:sp>
        <p:nvSpPr>
          <p:cNvPr id="36" name="TextBox 35">
            <a:extLst>
              <a:ext uri="{FF2B5EF4-FFF2-40B4-BE49-F238E27FC236}">
                <a16:creationId xmlns:a16="http://schemas.microsoft.com/office/drawing/2014/main" id="{D9FF754A-4D84-F365-89AF-D7280092924F}"/>
              </a:ext>
            </a:extLst>
          </p:cNvPr>
          <p:cNvSpPr txBox="1"/>
          <p:nvPr/>
        </p:nvSpPr>
        <p:spPr>
          <a:xfrm>
            <a:off x="5215469" y="721216"/>
            <a:ext cx="462845" cy="584775"/>
          </a:xfrm>
          <a:prstGeom prst="rect">
            <a:avLst/>
          </a:prstGeom>
          <a:noFill/>
        </p:spPr>
        <p:txBody>
          <a:bodyPr wrap="square" rtlCol="0">
            <a:spAutoFit/>
          </a:bodyPr>
          <a:lstStyle/>
          <a:p>
            <a:pPr algn="ctr"/>
            <a:r>
              <a:rPr lang="en-US" sz="3200" dirty="0"/>
              <a:t>1</a:t>
            </a:r>
          </a:p>
        </p:txBody>
      </p:sp>
      <p:sp>
        <p:nvSpPr>
          <p:cNvPr id="40" name="TextBox 39">
            <a:extLst>
              <a:ext uri="{FF2B5EF4-FFF2-40B4-BE49-F238E27FC236}">
                <a16:creationId xmlns:a16="http://schemas.microsoft.com/office/drawing/2014/main" id="{A5302368-3DFD-29F7-9144-49D609018276}"/>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42" name="TextBox 41">
            <a:extLst>
              <a:ext uri="{FF2B5EF4-FFF2-40B4-BE49-F238E27FC236}">
                <a16:creationId xmlns:a16="http://schemas.microsoft.com/office/drawing/2014/main" id="{C39CB325-015E-F3E9-5535-634CB7771F99}"/>
              </a:ext>
            </a:extLst>
          </p:cNvPr>
          <p:cNvSpPr txBox="1"/>
          <p:nvPr/>
        </p:nvSpPr>
        <p:spPr>
          <a:xfrm>
            <a:off x="5715003" y="1224551"/>
            <a:ext cx="462845" cy="584775"/>
          </a:xfrm>
          <a:prstGeom prst="rect">
            <a:avLst/>
          </a:prstGeom>
          <a:noFill/>
        </p:spPr>
        <p:txBody>
          <a:bodyPr wrap="square" rtlCol="0">
            <a:spAutoFit/>
          </a:bodyPr>
          <a:lstStyle/>
          <a:p>
            <a:pPr algn="ctr"/>
            <a:r>
              <a:rPr lang="en-US" sz="3200" dirty="0"/>
              <a:t>2</a:t>
            </a:r>
          </a:p>
        </p:txBody>
      </p:sp>
      <p:sp>
        <p:nvSpPr>
          <p:cNvPr id="43" name="TextBox 42">
            <a:extLst>
              <a:ext uri="{FF2B5EF4-FFF2-40B4-BE49-F238E27FC236}">
                <a16:creationId xmlns:a16="http://schemas.microsoft.com/office/drawing/2014/main" id="{B07B9197-108A-3F79-5647-37044BDBB20D}"/>
              </a:ext>
            </a:extLst>
          </p:cNvPr>
          <p:cNvSpPr txBox="1"/>
          <p:nvPr/>
        </p:nvSpPr>
        <p:spPr>
          <a:xfrm>
            <a:off x="4645378" y="1533509"/>
            <a:ext cx="570089" cy="230832"/>
          </a:xfrm>
          <a:prstGeom prst="rect">
            <a:avLst/>
          </a:prstGeom>
          <a:noFill/>
        </p:spPr>
        <p:txBody>
          <a:bodyPr wrap="square" rtlCol="0">
            <a:spAutoFit/>
          </a:bodyPr>
          <a:lstStyle/>
          <a:p>
            <a:pPr algn="ctr"/>
            <a:r>
              <a:rPr lang="en-US" sz="900" dirty="0"/>
              <a:t>39</a:t>
            </a:r>
          </a:p>
        </p:txBody>
      </p:sp>
      <p:sp>
        <p:nvSpPr>
          <p:cNvPr id="44" name="TextBox 43">
            <a:extLst>
              <a:ext uri="{FF2B5EF4-FFF2-40B4-BE49-F238E27FC236}">
                <a16:creationId xmlns:a16="http://schemas.microsoft.com/office/drawing/2014/main" id="{E656CD1F-E0C2-B0F6-FBF4-F20C9D892863}"/>
              </a:ext>
            </a:extLst>
          </p:cNvPr>
          <p:cNvSpPr txBox="1"/>
          <p:nvPr/>
        </p:nvSpPr>
        <p:spPr>
          <a:xfrm>
            <a:off x="5147734" y="1533509"/>
            <a:ext cx="570089" cy="230832"/>
          </a:xfrm>
          <a:prstGeom prst="rect">
            <a:avLst/>
          </a:prstGeom>
          <a:noFill/>
        </p:spPr>
        <p:txBody>
          <a:bodyPr wrap="square" rtlCol="0">
            <a:spAutoFit/>
          </a:bodyPr>
          <a:lstStyle/>
          <a:p>
            <a:pPr algn="ctr"/>
            <a:r>
              <a:rPr lang="en-US" sz="900" dirty="0"/>
              <a:t>93</a:t>
            </a:r>
          </a:p>
        </p:txBody>
      </p:sp>
      <p:sp>
        <p:nvSpPr>
          <p:cNvPr id="47" name="TextBox 46">
            <a:extLst>
              <a:ext uri="{FF2B5EF4-FFF2-40B4-BE49-F238E27FC236}">
                <a16:creationId xmlns:a16="http://schemas.microsoft.com/office/drawing/2014/main" id="{3576DEDC-C013-0EDA-4AEE-CC9F00CE40B8}"/>
              </a:ext>
            </a:extLst>
          </p:cNvPr>
          <p:cNvSpPr txBox="1"/>
          <p:nvPr/>
        </p:nvSpPr>
        <p:spPr>
          <a:xfrm>
            <a:off x="4143022" y="3537285"/>
            <a:ext cx="570089" cy="230832"/>
          </a:xfrm>
          <a:prstGeom prst="rect">
            <a:avLst/>
          </a:prstGeom>
          <a:noFill/>
        </p:spPr>
        <p:txBody>
          <a:bodyPr wrap="square" rtlCol="0">
            <a:spAutoFit/>
          </a:bodyPr>
          <a:lstStyle/>
          <a:p>
            <a:pPr algn="ctr"/>
            <a:r>
              <a:rPr lang="en-US" sz="900" dirty="0"/>
              <a:t>98</a:t>
            </a:r>
          </a:p>
        </p:txBody>
      </p:sp>
      <p:sp>
        <p:nvSpPr>
          <p:cNvPr id="48" name="TextBox 47">
            <a:extLst>
              <a:ext uri="{FF2B5EF4-FFF2-40B4-BE49-F238E27FC236}">
                <a16:creationId xmlns:a16="http://schemas.microsoft.com/office/drawing/2014/main" id="{BA5C19FA-F526-A45F-349B-C9F5A1CFB644}"/>
              </a:ext>
            </a:extLst>
          </p:cNvPr>
          <p:cNvSpPr txBox="1"/>
          <p:nvPr/>
        </p:nvSpPr>
        <p:spPr>
          <a:xfrm>
            <a:off x="4645378" y="3537285"/>
            <a:ext cx="570089" cy="230832"/>
          </a:xfrm>
          <a:prstGeom prst="rect">
            <a:avLst/>
          </a:prstGeom>
          <a:noFill/>
        </p:spPr>
        <p:txBody>
          <a:bodyPr wrap="square" rtlCol="0">
            <a:spAutoFit/>
          </a:bodyPr>
          <a:lstStyle/>
          <a:p>
            <a:pPr algn="ctr"/>
            <a:r>
              <a:rPr lang="en-US" sz="900" dirty="0"/>
              <a:t>89</a:t>
            </a:r>
          </a:p>
        </p:txBody>
      </p:sp>
      <p:sp>
        <p:nvSpPr>
          <p:cNvPr id="51" name="TextBox 50">
            <a:extLst>
              <a:ext uri="{FF2B5EF4-FFF2-40B4-BE49-F238E27FC236}">
                <a16:creationId xmlns:a16="http://schemas.microsoft.com/office/drawing/2014/main" id="{C6671E31-6263-543C-0312-DA3F21EFA936}"/>
              </a:ext>
            </a:extLst>
          </p:cNvPr>
          <p:cNvSpPr txBox="1"/>
          <p:nvPr/>
        </p:nvSpPr>
        <p:spPr>
          <a:xfrm>
            <a:off x="5215469" y="2231221"/>
            <a:ext cx="462845" cy="584775"/>
          </a:xfrm>
          <a:prstGeom prst="rect">
            <a:avLst/>
          </a:prstGeom>
          <a:noFill/>
        </p:spPr>
        <p:txBody>
          <a:bodyPr wrap="square" rtlCol="0">
            <a:spAutoFit/>
          </a:bodyPr>
          <a:lstStyle/>
          <a:p>
            <a:pPr algn="ctr"/>
            <a:r>
              <a:rPr lang="en-US" sz="3200" dirty="0"/>
              <a:t>6</a:t>
            </a:r>
          </a:p>
        </p:txBody>
      </p:sp>
      <p:sp>
        <p:nvSpPr>
          <p:cNvPr id="15" name="TextBox 14">
            <a:extLst>
              <a:ext uri="{FF2B5EF4-FFF2-40B4-BE49-F238E27FC236}">
                <a16:creationId xmlns:a16="http://schemas.microsoft.com/office/drawing/2014/main" id="{F0C9D7AF-72BC-7BCE-913B-7EEB863132DD}"/>
              </a:ext>
            </a:extLst>
          </p:cNvPr>
          <p:cNvSpPr txBox="1"/>
          <p:nvPr/>
        </p:nvSpPr>
        <p:spPr>
          <a:xfrm>
            <a:off x="3217333" y="2734556"/>
            <a:ext cx="462845" cy="584775"/>
          </a:xfrm>
          <a:prstGeom prst="rect">
            <a:avLst/>
          </a:prstGeom>
          <a:noFill/>
        </p:spPr>
        <p:txBody>
          <a:bodyPr wrap="square" rtlCol="0">
            <a:spAutoFit/>
          </a:bodyPr>
          <a:lstStyle/>
          <a:p>
            <a:pPr algn="ctr"/>
            <a:r>
              <a:rPr lang="en-US" sz="3200" dirty="0"/>
              <a:t>7</a:t>
            </a:r>
          </a:p>
        </p:txBody>
      </p:sp>
      <p:sp>
        <p:nvSpPr>
          <p:cNvPr id="52" name="TextBox 51">
            <a:extLst>
              <a:ext uri="{FF2B5EF4-FFF2-40B4-BE49-F238E27FC236}">
                <a16:creationId xmlns:a16="http://schemas.microsoft.com/office/drawing/2014/main" id="{6D592F96-C5A0-4D7E-18E6-BE31F3A1E3F9}"/>
              </a:ext>
            </a:extLst>
          </p:cNvPr>
          <p:cNvSpPr txBox="1"/>
          <p:nvPr/>
        </p:nvSpPr>
        <p:spPr>
          <a:xfrm>
            <a:off x="3716867" y="2734556"/>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11FBA17E-22BD-7261-AF75-E91FAD350798}"/>
              </a:ext>
            </a:extLst>
          </p:cNvPr>
          <p:cNvSpPr txBox="1"/>
          <p:nvPr/>
        </p:nvSpPr>
        <p:spPr>
          <a:xfrm>
            <a:off x="3716867" y="1727886"/>
            <a:ext cx="462845" cy="584775"/>
          </a:xfrm>
          <a:prstGeom prst="rect">
            <a:avLst/>
          </a:prstGeom>
          <a:noFill/>
        </p:spPr>
        <p:txBody>
          <a:bodyPr wrap="square" rtlCol="0">
            <a:spAutoFit/>
          </a:bodyPr>
          <a:lstStyle/>
          <a:p>
            <a:pPr algn="ctr"/>
            <a:r>
              <a:rPr lang="en-US" sz="3200" dirty="0"/>
              <a:t>7</a:t>
            </a:r>
          </a:p>
        </p:txBody>
      </p:sp>
      <p:sp>
        <p:nvSpPr>
          <p:cNvPr id="33" name="TextBox 32">
            <a:extLst>
              <a:ext uri="{FF2B5EF4-FFF2-40B4-BE49-F238E27FC236}">
                <a16:creationId xmlns:a16="http://schemas.microsoft.com/office/drawing/2014/main" id="{789DC995-38BA-9674-E19F-3CDD01A6B9EA}"/>
              </a:ext>
            </a:extLst>
          </p:cNvPr>
          <p:cNvSpPr txBox="1"/>
          <p:nvPr/>
        </p:nvSpPr>
        <p:spPr>
          <a:xfrm>
            <a:off x="3138310" y="3907597"/>
            <a:ext cx="570089" cy="230832"/>
          </a:xfrm>
          <a:prstGeom prst="rect">
            <a:avLst/>
          </a:prstGeom>
          <a:noFill/>
        </p:spPr>
        <p:txBody>
          <a:bodyPr wrap="square" rtlCol="0">
            <a:spAutoFit/>
          </a:bodyPr>
          <a:lstStyle/>
          <a:p>
            <a:pPr algn="ctr"/>
            <a:r>
              <a:rPr lang="en-US" sz="900" dirty="0"/>
              <a:t>15</a:t>
            </a:r>
          </a:p>
        </p:txBody>
      </p:sp>
      <p:sp>
        <p:nvSpPr>
          <p:cNvPr id="53" name="TextBox 52">
            <a:extLst>
              <a:ext uri="{FF2B5EF4-FFF2-40B4-BE49-F238E27FC236}">
                <a16:creationId xmlns:a16="http://schemas.microsoft.com/office/drawing/2014/main" id="{848826FC-0E63-99EC-8468-824A590508B2}"/>
              </a:ext>
            </a:extLst>
          </p:cNvPr>
          <p:cNvSpPr txBox="1"/>
          <p:nvPr/>
        </p:nvSpPr>
        <p:spPr>
          <a:xfrm>
            <a:off x="3138310" y="4408541"/>
            <a:ext cx="570089" cy="230832"/>
          </a:xfrm>
          <a:prstGeom prst="rect">
            <a:avLst/>
          </a:prstGeom>
          <a:noFill/>
        </p:spPr>
        <p:txBody>
          <a:bodyPr wrap="square" rtlCol="0">
            <a:spAutoFit/>
          </a:bodyPr>
          <a:lstStyle/>
          <a:p>
            <a:pPr algn="ctr"/>
            <a:r>
              <a:rPr lang="en-US" sz="900" dirty="0"/>
              <a:t>51</a:t>
            </a:r>
          </a:p>
        </p:txBody>
      </p:sp>
      <p:sp>
        <p:nvSpPr>
          <p:cNvPr id="64" name="TextBox 63">
            <a:extLst>
              <a:ext uri="{FF2B5EF4-FFF2-40B4-BE49-F238E27FC236}">
                <a16:creationId xmlns:a16="http://schemas.microsoft.com/office/drawing/2014/main" id="{EA8C5F85-87C6-A87B-F470-A2CD8F5BB977}"/>
              </a:ext>
            </a:extLst>
          </p:cNvPr>
          <p:cNvSpPr txBox="1"/>
          <p:nvPr/>
        </p:nvSpPr>
        <p:spPr>
          <a:xfrm>
            <a:off x="6654802" y="3406653"/>
            <a:ext cx="570089" cy="230832"/>
          </a:xfrm>
          <a:prstGeom prst="rect">
            <a:avLst/>
          </a:prstGeom>
          <a:noFill/>
        </p:spPr>
        <p:txBody>
          <a:bodyPr wrap="square" rtlCol="0">
            <a:spAutoFit/>
          </a:bodyPr>
          <a:lstStyle/>
          <a:p>
            <a:pPr algn="ctr"/>
            <a:r>
              <a:rPr lang="en-US" sz="900" dirty="0"/>
              <a:t>16</a:t>
            </a:r>
          </a:p>
        </p:txBody>
      </p:sp>
      <p:sp>
        <p:nvSpPr>
          <p:cNvPr id="65" name="TextBox 64">
            <a:extLst>
              <a:ext uri="{FF2B5EF4-FFF2-40B4-BE49-F238E27FC236}">
                <a16:creationId xmlns:a16="http://schemas.microsoft.com/office/drawing/2014/main" id="{CD9836D1-4785-B491-B7AE-0A5CFCD228E7}"/>
              </a:ext>
            </a:extLst>
          </p:cNvPr>
          <p:cNvSpPr txBox="1"/>
          <p:nvPr/>
        </p:nvSpPr>
        <p:spPr>
          <a:xfrm>
            <a:off x="7157158" y="3406653"/>
            <a:ext cx="570089" cy="230832"/>
          </a:xfrm>
          <a:prstGeom prst="rect">
            <a:avLst/>
          </a:prstGeom>
          <a:noFill/>
        </p:spPr>
        <p:txBody>
          <a:bodyPr wrap="square" rtlCol="0">
            <a:spAutoFit/>
          </a:bodyPr>
          <a:lstStyle/>
          <a:p>
            <a:pPr algn="ctr"/>
            <a:r>
              <a:rPr lang="en-US" sz="900" dirty="0"/>
              <a:t>61</a:t>
            </a:r>
          </a:p>
        </p:txBody>
      </p:sp>
      <p:sp>
        <p:nvSpPr>
          <p:cNvPr id="66" name="TextBox 65">
            <a:extLst>
              <a:ext uri="{FF2B5EF4-FFF2-40B4-BE49-F238E27FC236}">
                <a16:creationId xmlns:a16="http://schemas.microsoft.com/office/drawing/2014/main" id="{D04028FF-9D2A-D643-B16A-F2AB3C857EED}"/>
              </a:ext>
            </a:extLst>
          </p:cNvPr>
          <p:cNvSpPr txBox="1"/>
          <p:nvPr/>
        </p:nvSpPr>
        <p:spPr>
          <a:xfrm>
            <a:off x="4216401" y="2734556"/>
            <a:ext cx="462845" cy="584775"/>
          </a:xfrm>
          <a:prstGeom prst="rect">
            <a:avLst/>
          </a:prstGeom>
          <a:noFill/>
        </p:spPr>
        <p:txBody>
          <a:bodyPr wrap="square" rtlCol="0">
            <a:spAutoFit/>
          </a:bodyPr>
          <a:lstStyle/>
          <a:p>
            <a:pPr algn="ctr"/>
            <a:r>
              <a:rPr lang="en-US" sz="3200" dirty="0"/>
              <a:t>5</a:t>
            </a:r>
          </a:p>
        </p:txBody>
      </p:sp>
      <p:sp>
        <p:nvSpPr>
          <p:cNvPr id="67" name="TextBox 66">
            <a:extLst>
              <a:ext uri="{FF2B5EF4-FFF2-40B4-BE49-F238E27FC236}">
                <a16:creationId xmlns:a16="http://schemas.microsoft.com/office/drawing/2014/main" id="{B66007BC-9A1F-7F01-E3FD-C25344E4D9AA}"/>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68" name="TextBox 67">
            <a:extLst>
              <a:ext uri="{FF2B5EF4-FFF2-40B4-BE49-F238E27FC236}">
                <a16:creationId xmlns:a16="http://schemas.microsoft.com/office/drawing/2014/main" id="{026769FD-8182-C37E-1F70-1E23249CD87C}"/>
              </a:ext>
            </a:extLst>
          </p:cNvPr>
          <p:cNvSpPr txBox="1"/>
          <p:nvPr/>
        </p:nvSpPr>
        <p:spPr>
          <a:xfrm>
            <a:off x="3716867" y="3237891"/>
            <a:ext cx="462845" cy="584775"/>
          </a:xfrm>
          <a:prstGeom prst="rect">
            <a:avLst/>
          </a:prstGeom>
          <a:noFill/>
        </p:spPr>
        <p:txBody>
          <a:bodyPr wrap="square" rtlCol="0">
            <a:spAutoFit/>
          </a:bodyPr>
          <a:lstStyle/>
          <a:p>
            <a:pPr algn="ctr"/>
            <a:r>
              <a:rPr lang="en-US" sz="3200" dirty="0"/>
              <a:t>4</a:t>
            </a:r>
          </a:p>
        </p:txBody>
      </p:sp>
      <p:sp>
        <p:nvSpPr>
          <p:cNvPr id="9" name="TextBox 8">
            <a:extLst>
              <a:ext uri="{FF2B5EF4-FFF2-40B4-BE49-F238E27FC236}">
                <a16:creationId xmlns:a16="http://schemas.microsoft.com/office/drawing/2014/main" id="{15CE2832-9A79-E54B-BA38-7BBDFBA104FF}"/>
              </a:ext>
            </a:extLst>
          </p:cNvPr>
          <p:cNvSpPr txBox="1"/>
          <p:nvPr/>
        </p:nvSpPr>
        <p:spPr>
          <a:xfrm>
            <a:off x="5215469" y="2734556"/>
            <a:ext cx="462845" cy="584775"/>
          </a:xfrm>
          <a:prstGeom prst="rect">
            <a:avLst/>
          </a:prstGeom>
          <a:noFill/>
        </p:spPr>
        <p:txBody>
          <a:bodyPr wrap="square" rtlCol="0">
            <a:spAutoFit/>
          </a:bodyPr>
          <a:lstStyle/>
          <a:p>
            <a:pPr algn="ctr"/>
            <a:r>
              <a:rPr lang="en-US" sz="3200" dirty="0"/>
              <a:t>2</a:t>
            </a:r>
          </a:p>
        </p:txBody>
      </p:sp>
      <p:sp>
        <p:nvSpPr>
          <p:cNvPr id="45" name="TextBox 44">
            <a:extLst>
              <a:ext uri="{FF2B5EF4-FFF2-40B4-BE49-F238E27FC236}">
                <a16:creationId xmlns:a16="http://schemas.microsoft.com/office/drawing/2014/main" id="{D9A5EB5A-22D2-7243-285C-FABB2C9DF41B}"/>
              </a:ext>
            </a:extLst>
          </p:cNvPr>
          <p:cNvSpPr txBox="1"/>
          <p:nvPr/>
        </p:nvSpPr>
        <p:spPr>
          <a:xfrm>
            <a:off x="7213604" y="2734556"/>
            <a:ext cx="462845" cy="584775"/>
          </a:xfrm>
          <a:prstGeom prst="rect">
            <a:avLst/>
          </a:prstGeom>
          <a:noFill/>
        </p:spPr>
        <p:txBody>
          <a:bodyPr wrap="square" rtlCol="0">
            <a:spAutoFit/>
          </a:bodyPr>
          <a:lstStyle/>
          <a:p>
            <a:pPr algn="ctr"/>
            <a:r>
              <a:rPr lang="en-US" sz="3200" dirty="0"/>
              <a:t>9</a:t>
            </a:r>
          </a:p>
        </p:txBody>
      </p:sp>
      <p:sp>
        <p:nvSpPr>
          <p:cNvPr id="46" name="TextBox 45">
            <a:extLst>
              <a:ext uri="{FF2B5EF4-FFF2-40B4-BE49-F238E27FC236}">
                <a16:creationId xmlns:a16="http://schemas.microsoft.com/office/drawing/2014/main" id="{119B22C2-3033-9F52-2987-AFA71D9EB589}"/>
              </a:ext>
            </a:extLst>
          </p:cNvPr>
          <p:cNvSpPr txBox="1"/>
          <p:nvPr/>
        </p:nvSpPr>
        <p:spPr>
          <a:xfrm>
            <a:off x="6714071" y="2734556"/>
            <a:ext cx="462845" cy="584775"/>
          </a:xfrm>
          <a:prstGeom prst="rect">
            <a:avLst/>
          </a:prstGeom>
          <a:noFill/>
        </p:spPr>
        <p:txBody>
          <a:bodyPr wrap="square" rtlCol="0">
            <a:spAutoFit/>
          </a:bodyPr>
          <a:lstStyle/>
          <a:p>
            <a:pPr algn="ctr"/>
            <a:r>
              <a:rPr lang="en-US" sz="3200" dirty="0"/>
              <a:t>8</a:t>
            </a:r>
          </a:p>
        </p:txBody>
      </p:sp>
      <p:sp>
        <p:nvSpPr>
          <p:cNvPr id="50" name="TextBox 49">
            <a:extLst>
              <a:ext uri="{FF2B5EF4-FFF2-40B4-BE49-F238E27FC236}">
                <a16:creationId xmlns:a16="http://schemas.microsoft.com/office/drawing/2014/main" id="{D18E7263-40AB-E5FD-FC2D-1225381016E6}"/>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54" name="TextBox 53">
            <a:extLst>
              <a:ext uri="{FF2B5EF4-FFF2-40B4-BE49-F238E27FC236}">
                <a16:creationId xmlns:a16="http://schemas.microsoft.com/office/drawing/2014/main" id="{D7AFCC90-4AC1-8E54-1D87-B0032D517399}"/>
              </a:ext>
            </a:extLst>
          </p:cNvPr>
          <p:cNvSpPr txBox="1"/>
          <p:nvPr/>
        </p:nvSpPr>
        <p:spPr>
          <a:xfrm>
            <a:off x="3716867" y="721216"/>
            <a:ext cx="462845" cy="584775"/>
          </a:xfrm>
          <a:prstGeom prst="rect">
            <a:avLst/>
          </a:prstGeom>
          <a:noFill/>
        </p:spPr>
        <p:txBody>
          <a:bodyPr wrap="square" rtlCol="0">
            <a:spAutoFit/>
          </a:bodyPr>
          <a:lstStyle/>
          <a:p>
            <a:pPr algn="ctr"/>
            <a:r>
              <a:rPr lang="en-US" sz="3200" dirty="0"/>
              <a:t>3</a:t>
            </a:r>
          </a:p>
        </p:txBody>
      </p:sp>
      <p:sp>
        <p:nvSpPr>
          <p:cNvPr id="55" name="TextBox 54">
            <a:extLst>
              <a:ext uri="{FF2B5EF4-FFF2-40B4-BE49-F238E27FC236}">
                <a16:creationId xmlns:a16="http://schemas.microsoft.com/office/drawing/2014/main" id="{7CB8B25D-9E6F-C4D5-B430-60065E54433C}"/>
              </a:ext>
            </a:extLst>
          </p:cNvPr>
          <p:cNvSpPr txBox="1"/>
          <p:nvPr/>
        </p:nvSpPr>
        <p:spPr>
          <a:xfrm>
            <a:off x="5715003" y="721216"/>
            <a:ext cx="462845" cy="584775"/>
          </a:xfrm>
          <a:prstGeom prst="rect">
            <a:avLst/>
          </a:prstGeom>
          <a:noFill/>
        </p:spPr>
        <p:txBody>
          <a:bodyPr wrap="square" rtlCol="0">
            <a:spAutoFit/>
          </a:bodyPr>
          <a:lstStyle/>
          <a:p>
            <a:pPr algn="ctr"/>
            <a:r>
              <a:rPr lang="en-US" sz="3200" dirty="0"/>
              <a:t>5</a:t>
            </a:r>
          </a:p>
        </p:txBody>
      </p:sp>
      <p:sp>
        <p:nvSpPr>
          <p:cNvPr id="37" name="TextBox 36">
            <a:extLst>
              <a:ext uri="{FF2B5EF4-FFF2-40B4-BE49-F238E27FC236}">
                <a16:creationId xmlns:a16="http://schemas.microsoft.com/office/drawing/2014/main" id="{589E57B1-6D7C-75C1-6805-42A486989ED8}"/>
              </a:ext>
            </a:extLst>
          </p:cNvPr>
          <p:cNvSpPr txBox="1"/>
          <p:nvPr/>
        </p:nvSpPr>
        <p:spPr>
          <a:xfrm>
            <a:off x="3716867" y="1224551"/>
            <a:ext cx="462845" cy="584775"/>
          </a:xfrm>
          <a:prstGeom prst="rect">
            <a:avLst/>
          </a:prstGeom>
          <a:noFill/>
        </p:spPr>
        <p:txBody>
          <a:bodyPr wrap="square" rtlCol="0">
            <a:spAutoFit/>
          </a:bodyPr>
          <a:lstStyle/>
          <a:p>
            <a:pPr algn="ctr"/>
            <a:r>
              <a:rPr lang="en-US" sz="3200" dirty="0"/>
              <a:t>5</a:t>
            </a:r>
          </a:p>
        </p:txBody>
      </p:sp>
      <p:sp>
        <p:nvSpPr>
          <p:cNvPr id="38" name="TextBox 37">
            <a:extLst>
              <a:ext uri="{FF2B5EF4-FFF2-40B4-BE49-F238E27FC236}">
                <a16:creationId xmlns:a16="http://schemas.microsoft.com/office/drawing/2014/main" id="{D2766F14-1F02-45C0-B240-DF68C2AF4AE6}"/>
              </a:ext>
            </a:extLst>
          </p:cNvPr>
          <p:cNvSpPr txBox="1"/>
          <p:nvPr/>
        </p:nvSpPr>
        <p:spPr>
          <a:xfrm>
            <a:off x="4715935" y="721216"/>
            <a:ext cx="462845" cy="584775"/>
          </a:xfrm>
          <a:prstGeom prst="rect">
            <a:avLst/>
          </a:prstGeom>
          <a:noFill/>
        </p:spPr>
        <p:txBody>
          <a:bodyPr wrap="square" rtlCol="0">
            <a:spAutoFit/>
          </a:bodyPr>
          <a:lstStyle/>
          <a:p>
            <a:pPr algn="ctr"/>
            <a:r>
              <a:rPr lang="en-US" sz="3200" dirty="0"/>
              <a:t>7</a:t>
            </a:r>
          </a:p>
        </p:txBody>
      </p:sp>
      <p:sp>
        <p:nvSpPr>
          <p:cNvPr id="56" name="TextBox 55">
            <a:extLst>
              <a:ext uri="{FF2B5EF4-FFF2-40B4-BE49-F238E27FC236}">
                <a16:creationId xmlns:a16="http://schemas.microsoft.com/office/drawing/2014/main" id="{BAA9C60E-2428-0860-54CB-F22964FCACB9}"/>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
        <p:nvSpPr>
          <p:cNvPr id="25" name="TextBox 24">
            <a:extLst>
              <a:ext uri="{FF2B5EF4-FFF2-40B4-BE49-F238E27FC236}">
                <a16:creationId xmlns:a16="http://schemas.microsoft.com/office/drawing/2014/main" id="{8346D830-025F-D483-12E2-1D716D7ED7BE}"/>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39" name="TextBox 38">
            <a:extLst>
              <a:ext uri="{FF2B5EF4-FFF2-40B4-BE49-F238E27FC236}">
                <a16:creationId xmlns:a16="http://schemas.microsoft.com/office/drawing/2014/main" id="{E6EBA3CB-441D-296E-9834-6C897562E7F3}"/>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14" name="TextBox 13">
            <a:extLst>
              <a:ext uri="{FF2B5EF4-FFF2-40B4-BE49-F238E27FC236}">
                <a16:creationId xmlns:a16="http://schemas.microsoft.com/office/drawing/2014/main" id="{6A5CB13B-9662-AF1C-F75D-59B3ED528F8D}"/>
              </a:ext>
            </a:extLst>
          </p:cNvPr>
          <p:cNvSpPr txBox="1"/>
          <p:nvPr/>
        </p:nvSpPr>
        <p:spPr>
          <a:xfrm>
            <a:off x="6214537" y="3237891"/>
            <a:ext cx="462845" cy="584775"/>
          </a:xfrm>
          <a:prstGeom prst="rect">
            <a:avLst/>
          </a:prstGeom>
          <a:noFill/>
        </p:spPr>
        <p:txBody>
          <a:bodyPr wrap="square" rtlCol="0">
            <a:spAutoFit/>
          </a:bodyPr>
          <a:lstStyle/>
          <a:p>
            <a:pPr algn="ctr"/>
            <a:r>
              <a:rPr lang="en-US" sz="3200" dirty="0"/>
              <a:t>5</a:t>
            </a:r>
          </a:p>
        </p:txBody>
      </p:sp>
      <p:sp>
        <p:nvSpPr>
          <p:cNvPr id="41" name="TextBox 40">
            <a:extLst>
              <a:ext uri="{FF2B5EF4-FFF2-40B4-BE49-F238E27FC236}">
                <a16:creationId xmlns:a16="http://schemas.microsoft.com/office/drawing/2014/main" id="{4816146E-3A99-4D8B-209F-3939B807EAB7}"/>
              </a:ext>
            </a:extLst>
          </p:cNvPr>
          <p:cNvSpPr txBox="1"/>
          <p:nvPr/>
        </p:nvSpPr>
        <p:spPr>
          <a:xfrm>
            <a:off x="4143022" y="4038229"/>
            <a:ext cx="570089" cy="230832"/>
          </a:xfrm>
          <a:prstGeom prst="rect">
            <a:avLst/>
          </a:prstGeom>
          <a:noFill/>
        </p:spPr>
        <p:txBody>
          <a:bodyPr wrap="square" rtlCol="0">
            <a:spAutoFit/>
          </a:bodyPr>
          <a:lstStyle/>
          <a:p>
            <a:pPr algn="ctr"/>
            <a:r>
              <a:rPr lang="en-US" sz="900" dirty="0"/>
              <a:t>34</a:t>
            </a:r>
          </a:p>
        </p:txBody>
      </p:sp>
      <p:sp>
        <p:nvSpPr>
          <p:cNvPr id="57" name="TextBox 56">
            <a:extLst>
              <a:ext uri="{FF2B5EF4-FFF2-40B4-BE49-F238E27FC236}">
                <a16:creationId xmlns:a16="http://schemas.microsoft.com/office/drawing/2014/main" id="{3A08107A-6015-DB0B-23A7-07D9F384D4E5}"/>
              </a:ext>
            </a:extLst>
          </p:cNvPr>
          <p:cNvSpPr txBox="1"/>
          <p:nvPr/>
        </p:nvSpPr>
        <p:spPr>
          <a:xfrm>
            <a:off x="3640666" y="4408541"/>
            <a:ext cx="570089" cy="230832"/>
          </a:xfrm>
          <a:prstGeom prst="rect">
            <a:avLst/>
          </a:prstGeom>
          <a:noFill/>
        </p:spPr>
        <p:txBody>
          <a:bodyPr wrap="square" rtlCol="0">
            <a:spAutoFit/>
          </a:bodyPr>
          <a:lstStyle/>
          <a:p>
            <a:pPr algn="ctr"/>
            <a:r>
              <a:rPr lang="en-US" sz="900" dirty="0"/>
              <a:t>89</a:t>
            </a:r>
          </a:p>
        </p:txBody>
      </p:sp>
      <p:sp>
        <p:nvSpPr>
          <p:cNvPr id="58" name="TextBox 57">
            <a:extLst>
              <a:ext uri="{FF2B5EF4-FFF2-40B4-BE49-F238E27FC236}">
                <a16:creationId xmlns:a16="http://schemas.microsoft.com/office/drawing/2014/main" id="{1D23F4BB-5B9C-2D7A-6F4F-8D7A707A3C31}"/>
              </a:ext>
            </a:extLst>
          </p:cNvPr>
          <p:cNvSpPr txBox="1"/>
          <p:nvPr/>
        </p:nvSpPr>
        <p:spPr>
          <a:xfrm>
            <a:off x="4143022" y="4539173"/>
            <a:ext cx="570089" cy="230832"/>
          </a:xfrm>
          <a:prstGeom prst="rect">
            <a:avLst/>
          </a:prstGeom>
          <a:noFill/>
        </p:spPr>
        <p:txBody>
          <a:bodyPr wrap="square" rtlCol="0">
            <a:spAutoFit/>
          </a:bodyPr>
          <a:lstStyle/>
          <a:p>
            <a:pPr algn="ctr"/>
            <a:r>
              <a:rPr lang="en-US" sz="900" dirty="0"/>
              <a:t>347</a:t>
            </a:r>
          </a:p>
        </p:txBody>
      </p:sp>
      <p:sp>
        <p:nvSpPr>
          <p:cNvPr id="59" name="TextBox 58">
            <a:extLst>
              <a:ext uri="{FF2B5EF4-FFF2-40B4-BE49-F238E27FC236}">
                <a16:creationId xmlns:a16="http://schemas.microsoft.com/office/drawing/2014/main" id="{0E97C575-FDF8-4353-5C27-88E3C8E81E8B}"/>
              </a:ext>
            </a:extLst>
          </p:cNvPr>
          <p:cNvSpPr txBox="1"/>
          <p:nvPr/>
        </p:nvSpPr>
        <p:spPr>
          <a:xfrm>
            <a:off x="3640666" y="5040116"/>
            <a:ext cx="570089" cy="230832"/>
          </a:xfrm>
          <a:prstGeom prst="rect">
            <a:avLst/>
          </a:prstGeom>
          <a:noFill/>
        </p:spPr>
        <p:txBody>
          <a:bodyPr wrap="square" rtlCol="0">
            <a:spAutoFit/>
          </a:bodyPr>
          <a:lstStyle/>
          <a:p>
            <a:pPr algn="ctr"/>
            <a:r>
              <a:rPr lang="en-US" sz="900" dirty="0"/>
              <a:t>98</a:t>
            </a:r>
          </a:p>
        </p:txBody>
      </p:sp>
      <p:sp>
        <p:nvSpPr>
          <p:cNvPr id="62" name="TextBox 61">
            <a:extLst>
              <a:ext uri="{FF2B5EF4-FFF2-40B4-BE49-F238E27FC236}">
                <a16:creationId xmlns:a16="http://schemas.microsoft.com/office/drawing/2014/main" id="{0D0CCAB6-B703-F1BE-86F1-749909A1F174}"/>
              </a:ext>
            </a:extLst>
          </p:cNvPr>
          <p:cNvSpPr txBox="1"/>
          <p:nvPr/>
        </p:nvSpPr>
        <p:spPr>
          <a:xfrm>
            <a:off x="4143022" y="5040116"/>
            <a:ext cx="570089" cy="230832"/>
          </a:xfrm>
          <a:prstGeom prst="rect">
            <a:avLst/>
          </a:prstGeom>
          <a:noFill/>
        </p:spPr>
        <p:txBody>
          <a:bodyPr wrap="square" rtlCol="0">
            <a:spAutoFit/>
          </a:bodyPr>
          <a:lstStyle/>
          <a:p>
            <a:pPr algn="ctr"/>
            <a:r>
              <a:rPr lang="en-US" sz="900" dirty="0"/>
              <a:t>47</a:t>
            </a:r>
          </a:p>
        </p:txBody>
      </p:sp>
      <p:sp>
        <p:nvSpPr>
          <p:cNvPr id="63" name="TextBox 62">
            <a:extLst>
              <a:ext uri="{FF2B5EF4-FFF2-40B4-BE49-F238E27FC236}">
                <a16:creationId xmlns:a16="http://schemas.microsoft.com/office/drawing/2014/main" id="{2D8A0814-D408-0CA7-FF4B-D160FA8F753A}"/>
              </a:ext>
            </a:extLst>
          </p:cNvPr>
          <p:cNvSpPr txBox="1"/>
          <p:nvPr/>
        </p:nvSpPr>
        <p:spPr>
          <a:xfrm>
            <a:off x="6152446" y="3907597"/>
            <a:ext cx="570089" cy="230832"/>
          </a:xfrm>
          <a:prstGeom prst="rect">
            <a:avLst/>
          </a:prstGeom>
          <a:noFill/>
        </p:spPr>
        <p:txBody>
          <a:bodyPr wrap="square" rtlCol="0">
            <a:spAutoFit/>
          </a:bodyPr>
          <a:lstStyle/>
          <a:p>
            <a:pPr algn="ctr"/>
            <a:r>
              <a:rPr lang="en-US" sz="900" dirty="0"/>
              <a:t>489</a:t>
            </a:r>
          </a:p>
        </p:txBody>
      </p:sp>
      <p:sp>
        <p:nvSpPr>
          <p:cNvPr id="69" name="TextBox 68">
            <a:extLst>
              <a:ext uri="{FF2B5EF4-FFF2-40B4-BE49-F238E27FC236}">
                <a16:creationId xmlns:a16="http://schemas.microsoft.com/office/drawing/2014/main" id="{7421DDD6-B2D7-4BDF-2710-8523DB19B7EC}"/>
              </a:ext>
            </a:extLst>
          </p:cNvPr>
          <p:cNvSpPr txBox="1"/>
          <p:nvPr/>
        </p:nvSpPr>
        <p:spPr>
          <a:xfrm>
            <a:off x="6152446" y="4539173"/>
            <a:ext cx="570089" cy="230832"/>
          </a:xfrm>
          <a:prstGeom prst="rect">
            <a:avLst/>
          </a:prstGeom>
          <a:noFill/>
        </p:spPr>
        <p:txBody>
          <a:bodyPr wrap="square" rtlCol="0">
            <a:spAutoFit/>
          </a:bodyPr>
          <a:lstStyle/>
          <a:p>
            <a:pPr algn="ctr"/>
            <a:r>
              <a:rPr lang="en-US" sz="900" dirty="0"/>
              <a:t>489</a:t>
            </a:r>
          </a:p>
        </p:txBody>
      </p:sp>
      <p:sp>
        <p:nvSpPr>
          <p:cNvPr id="70" name="TextBox 69">
            <a:extLst>
              <a:ext uri="{FF2B5EF4-FFF2-40B4-BE49-F238E27FC236}">
                <a16:creationId xmlns:a16="http://schemas.microsoft.com/office/drawing/2014/main" id="{0A41B32D-26A2-2B23-6971-1A863E2A7E60}"/>
              </a:ext>
            </a:extLst>
          </p:cNvPr>
          <p:cNvSpPr txBox="1"/>
          <p:nvPr/>
        </p:nvSpPr>
        <p:spPr>
          <a:xfrm>
            <a:off x="6152446" y="5040116"/>
            <a:ext cx="570089" cy="230832"/>
          </a:xfrm>
          <a:prstGeom prst="rect">
            <a:avLst/>
          </a:prstGeom>
          <a:noFill/>
        </p:spPr>
        <p:txBody>
          <a:bodyPr wrap="square" rtlCol="0">
            <a:spAutoFit/>
          </a:bodyPr>
          <a:lstStyle/>
          <a:p>
            <a:pPr algn="ctr"/>
            <a:r>
              <a:rPr lang="en-US" sz="900" dirty="0"/>
              <a:t>489</a:t>
            </a:r>
          </a:p>
        </p:txBody>
      </p:sp>
      <p:sp>
        <p:nvSpPr>
          <p:cNvPr id="71" name="TextBox 70">
            <a:extLst>
              <a:ext uri="{FF2B5EF4-FFF2-40B4-BE49-F238E27FC236}">
                <a16:creationId xmlns:a16="http://schemas.microsoft.com/office/drawing/2014/main" id="{0347AD1C-66B1-AF6F-9736-BAED7A53F473}"/>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
        <p:nvSpPr>
          <p:cNvPr id="73" name="TextBox 72">
            <a:extLst>
              <a:ext uri="{FF2B5EF4-FFF2-40B4-BE49-F238E27FC236}">
                <a16:creationId xmlns:a16="http://schemas.microsoft.com/office/drawing/2014/main" id="{D73CFB3C-C947-8834-CBD6-5815D670D424}"/>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74" name="TextBox 73">
            <a:extLst>
              <a:ext uri="{FF2B5EF4-FFF2-40B4-BE49-F238E27FC236}">
                <a16:creationId xmlns:a16="http://schemas.microsoft.com/office/drawing/2014/main" id="{00D8BFBB-5A6E-3C9F-2C5F-82927DBAAE7A}"/>
              </a:ext>
            </a:extLst>
          </p:cNvPr>
          <p:cNvSpPr txBox="1"/>
          <p:nvPr/>
        </p:nvSpPr>
        <p:spPr>
          <a:xfrm>
            <a:off x="5215469" y="1727886"/>
            <a:ext cx="462845" cy="584775"/>
          </a:xfrm>
          <a:prstGeom prst="rect">
            <a:avLst/>
          </a:prstGeom>
          <a:noFill/>
        </p:spPr>
        <p:txBody>
          <a:bodyPr wrap="square" rtlCol="0">
            <a:spAutoFit/>
          </a:bodyPr>
          <a:lstStyle/>
          <a:p>
            <a:pPr algn="ctr"/>
            <a:r>
              <a:rPr lang="en-US" sz="3200" dirty="0"/>
              <a:t>8</a:t>
            </a:r>
          </a:p>
        </p:txBody>
      </p:sp>
      <p:sp>
        <p:nvSpPr>
          <p:cNvPr id="75" name="TextBox 74">
            <a:extLst>
              <a:ext uri="{FF2B5EF4-FFF2-40B4-BE49-F238E27FC236}">
                <a16:creationId xmlns:a16="http://schemas.microsoft.com/office/drawing/2014/main" id="{FE500D8B-BE47-953B-77BE-D356E5454430}"/>
              </a:ext>
            </a:extLst>
          </p:cNvPr>
          <p:cNvSpPr txBox="1"/>
          <p:nvPr/>
        </p:nvSpPr>
        <p:spPr>
          <a:xfrm>
            <a:off x="3217333" y="1224551"/>
            <a:ext cx="462845" cy="584775"/>
          </a:xfrm>
          <a:prstGeom prst="rect">
            <a:avLst/>
          </a:prstGeom>
          <a:noFill/>
        </p:spPr>
        <p:txBody>
          <a:bodyPr wrap="square" rtlCol="0">
            <a:spAutoFit/>
          </a:bodyPr>
          <a:lstStyle/>
          <a:p>
            <a:pPr algn="ctr"/>
            <a:r>
              <a:rPr lang="en-US" sz="3200" dirty="0"/>
              <a:t>8</a:t>
            </a:r>
          </a:p>
        </p:txBody>
      </p:sp>
      <p:sp>
        <p:nvSpPr>
          <p:cNvPr id="76" name="TextBox 75">
            <a:extLst>
              <a:ext uri="{FF2B5EF4-FFF2-40B4-BE49-F238E27FC236}">
                <a16:creationId xmlns:a16="http://schemas.microsoft.com/office/drawing/2014/main" id="{A00AA9E0-2482-168B-54DD-E2F9F5CF6EF2}"/>
              </a:ext>
            </a:extLst>
          </p:cNvPr>
          <p:cNvSpPr txBox="1"/>
          <p:nvPr/>
        </p:nvSpPr>
        <p:spPr>
          <a:xfrm>
            <a:off x="3217333" y="1727886"/>
            <a:ext cx="462845" cy="584775"/>
          </a:xfrm>
          <a:prstGeom prst="rect">
            <a:avLst/>
          </a:prstGeom>
          <a:noFill/>
        </p:spPr>
        <p:txBody>
          <a:bodyPr wrap="square" rtlCol="0">
            <a:spAutoFit/>
          </a:bodyPr>
          <a:lstStyle/>
          <a:p>
            <a:pPr algn="ctr"/>
            <a:r>
              <a:rPr lang="en-US" sz="3200" dirty="0"/>
              <a:t>9</a:t>
            </a:r>
          </a:p>
        </p:txBody>
      </p:sp>
      <p:sp>
        <p:nvSpPr>
          <p:cNvPr id="77" name="TextBox 76">
            <a:extLst>
              <a:ext uri="{FF2B5EF4-FFF2-40B4-BE49-F238E27FC236}">
                <a16:creationId xmlns:a16="http://schemas.microsoft.com/office/drawing/2014/main" id="{EF39F943-3D15-4426-C1FE-966C377AE664}"/>
              </a:ext>
            </a:extLst>
          </p:cNvPr>
          <p:cNvSpPr txBox="1"/>
          <p:nvPr/>
        </p:nvSpPr>
        <p:spPr>
          <a:xfrm>
            <a:off x="6714071" y="1727886"/>
            <a:ext cx="462845" cy="584775"/>
          </a:xfrm>
          <a:prstGeom prst="rect">
            <a:avLst/>
          </a:prstGeom>
          <a:noFill/>
        </p:spPr>
        <p:txBody>
          <a:bodyPr wrap="square" rtlCol="0">
            <a:spAutoFit/>
          </a:bodyPr>
          <a:lstStyle/>
          <a:p>
            <a:pPr algn="ctr"/>
            <a:r>
              <a:rPr lang="en-US" sz="3200" dirty="0"/>
              <a:t>3</a:t>
            </a:r>
          </a:p>
        </p:txBody>
      </p:sp>
      <p:sp>
        <p:nvSpPr>
          <p:cNvPr id="78" name="TextBox 77">
            <a:extLst>
              <a:ext uri="{FF2B5EF4-FFF2-40B4-BE49-F238E27FC236}">
                <a16:creationId xmlns:a16="http://schemas.microsoft.com/office/drawing/2014/main" id="{94DEA484-01F5-B350-76B4-1BA5F5D6C22B}"/>
              </a:ext>
            </a:extLst>
          </p:cNvPr>
          <p:cNvSpPr txBox="1"/>
          <p:nvPr/>
        </p:nvSpPr>
        <p:spPr>
          <a:xfrm>
            <a:off x="7213604" y="1727886"/>
            <a:ext cx="462845" cy="584775"/>
          </a:xfrm>
          <a:prstGeom prst="rect">
            <a:avLst/>
          </a:prstGeom>
          <a:noFill/>
        </p:spPr>
        <p:txBody>
          <a:bodyPr wrap="square" rtlCol="0">
            <a:spAutoFit/>
          </a:bodyPr>
          <a:lstStyle/>
          <a:p>
            <a:pPr algn="ctr"/>
            <a:r>
              <a:rPr lang="en-US" sz="3200" dirty="0"/>
              <a:t>5</a:t>
            </a:r>
          </a:p>
        </p:txBody>
      </p:sp>
      <p:sp>
        <p:nvSpPr>
          <p:cNvPr id="79" name="TextBox 78">
            <a:extLst>
              <a:ext uri="{FF2B5EF4-FFF2-40B4-BE49-F238E27FC236}">
                <a16:creationId xmlns:a16="http://schemas.microsoft.com/office/drawing/2014/main" id="{B756901A-9C37-D58C-E8EA-0B0262795102}"/>
              </a:ext>
            </a:extLst>
          </p:cNvPr>
          <p:cNvSpPr txBox="1"/>
          <p:nvPr/>
        </p:nvSpPr>
        <p:spPr>
          <a:xfrm>
            <a:off x="4715935" y="2734556"/>
            <a:ext cx="462845" cy="584775"/>
          </a:xfrm>
          <a:prstGeom prst="rect">
            <a:avLst/>
          </a:prstGeom>
          <a:noFill/>
        </p:spPr>
        <p:txBody>
          <a:bodyPr wrap="square" rtlCol="0">
            <a:spAutoFit/>
          </a:bodyPr>
          <a:lstStyle/>
          <a:p>
            <a:pPr algn="ctr"/>
            <a:r>
              <a:rPr lang="en-US" sz="3200" dirty="0"/>
              <a:t>1</a:t>
            </a:r>
          </a:p>
        </p:txBody>
      </p:sp>
      <p:sp>
        <p:nvSpPr>
          <p:cNvPr id="80" name="TextBox 79">
            <a:extLst>
              <a:ext uri="{FF2B5EF4-FFF2-40B4-BE49-F238E27FC236}">
                <a16:creationId xmlns:a16="http://schemas.microsoft.com/office/drawing/2014/main" id="{A79FDFEE-5DDC-95DA-0850-FD40989C16D5}"/>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81874526-E822-4509-A927-75CD18E5B35B}"/>
              </a:ext>
            </a:extLst>
          </p:cNvPr>
          <p:cNvSpPr txBox="1"/>
          <p:nvPr/>
        </p:nvSpPr>
        <p:spPr>
          <a:xfrm>
            <a:off x="3716867" y="3741226"/>
            <a:ext cx="462845" cy="584775"/>
          </a:xfrm>
          <a:prstGeom prst="rect">
            <a:avLst/>
          </a:prstGeom>
          <a:noFill/>
        </p:spPr>
        <p:txBody>
          <a:bodyPr wrap="square" rtlCol="0">
            <a:spAutoFit/>
          </a:bodyPr>
          <a:lstStyle/>
          <a:p>
            <a:pPr algn="ctr"/>
            <a:r>
              <a:rPr lang="en-US" sz="3200" dirty="0"/>
              <a:t>2</a:t>
            </a:r>
          </a:p>
        </p:txBody>
      </p:sp>
      <p:sp>
        <p:nvSpPr>
          <p:cNvPr id="17" name="TextBox 16">
            <a:extLst>
              <a:ext uri="{FF2B5EF4-FFF2-40B4-BE49-F238E27FC236}">
                <a16:creationId xmlns:a16="http://schemas.microsoft.com/office/drawing/2014/main" id="{16B14ED8-4053-15F3-FCBF-79220577F006}"/>
              </a:ext>
            </a:extLst>
          </p:cNvPr>
          <p:cNvSpPr txBox="1"/>
          <p:nvPr/>
        </p:nvSpPr>
        <p:spPr>
          <a:xfrm>
            <a:off x="5147734" y="4038229"/>
            <a:ext cx="570089" cy="230832"/>
          </a:xfrm>
          <a:prstGeom prst="rect">
            <a:avLst/>
          </a:prstGeom>
          <a:noFill/>
        </p:spPr>
        <p:txBody>
          <a:bodyPr wrap="square" rtlCol="0">
            <a:spAutoFit/>
          </a:bodyPr>
          <a:lstStyle/>
          <a:p>
            <a:pPr algn="ctr"/>
            <a:r>
              <a:rPr lang="en-US" sz="900" dirty="0"/>
              <a:t>43</a:t>
            </a:r>
          </a:p>
        </p:txBody>
      </p:sp>
      <p:sp>
        <p:nvSpPr>
          <p:cNvPr id="28" name="TextBox 27">
            <a:extLst>
              <a:ext uri="{FF2B5EF4-FFF2-40B4-BE49-F238E27FC236}">
                <a16:creationId xmlns:a16="http://schemas.microsoft.com/office/drawing/2014/main" id="{78E0B969-7977-546B-7215-C173283BC065}"/>
              </a:ext>
            </a:extLst>
          </p:cNvPr>
          <p:cNvSpPr txBox="1"/>
          <p:nvPr/>
        </p:nvSpPr>
        <p:spPr>
          <a:xfrm>
            <a:off x="4645378" y="4539173"/>
            <a:ext cx="570089" cy="230832"/>
          </a:xfrm>
          <a:prstGeom prst="rect">
            <a:avLst/>
          </a:prstGeom>
          <a:noFill/>
        </p:spPr>
        <p:txBody>
          <a:bodyPr wrap="square" rtlCol="0">
            <a:spAutoFit/>
          </a:bodyPr>
          <a:lstStyle/>
          <a:p>
            <a:pPr algn="ctr"/>
            <a:r>
              <a:rPr lang="en-US" sz="900" dirty="0"/>
              <a:t>2389</a:t>
            </a:r>
          </a:p>
        </p:txBody>
      </p:sp>
      <p:sp>
        <p:nvSpPr>
          <p:cNvPr id="29" name="TextBox 28">
            <a:extLst>
              <a:ext uri="{FF2B5EF4-FFF2-40B4-BE49-F238E27FC236}">
                <a16:creationId xmlns:a16="http://schemas.microsoft.com/office/drawing/2014/main" id="{5A2E31D2-EE9D-652F-2841-2F46E4435130}"/>
              </a:ext>
            </a:extLst>
          </p:cNvPr>
          <p:cNvSpPr txBox="1"/>
          <p:nvPr/>
        </p:nvSpPr>
        <p:spPr>
          <a:xfrm>
            <a:off x="5147734" y="4539173"/>
            <a:ext cx="570089" cy="230832"/>
          </a:xfrm>
          <a:prstGeom prst="rect">
            <a:avLst/>
          </a:prstGeom>
          <a:noFill/>
        </p:spPr>
        <p:txBody>
          <a:bodyPr wrap="square" rtlCol="0">
            <a:spAutoFit/>
          </a:bodyPr>
          <a:lstStyle/>
          <a:p>
            <a:pPr algn="ctr"/>
            <a:r>
              <a:rPr lang="en-US" sz="900" dirty="0"/>
              <a:t>3459</a:t>
            </a:r>
          </a:p>
        </p:txBody>
      </p:sp>
      <p:sp>
        <p:nvSpPr>
          <p:cNvPr id="32" name="TextBox 31">
            <a:extLst>
              <a:ext uri="{FF2B5EF4-FFF2-40B4-BE49-F238E27FC236}">
                <a16:creationId xmlns:a16="http://schemas.microsoft.com/office/drawing/2014/main" id="{04C14C3A-67C1-5D66-B25A-B677E5AC5076}"/>
              </a:ext>
            </a:extLst>
          </p:cNvPr>
          <p:cNvSpPr txBox="1"/>
          <p:nvPr/>
        </p:nvSpPr>
        <p:spPr>
          <a:xfrm>
            <a:off x="5650090" y="4539173"/>
            <a:ext cx="570089" cy="230832"/>
          </a:xfrm>
          <a:prstGeom prst="rect">
            <a:avLst/>
          </a:prstGeom>
          <a:noFill/>
        </p:spPr>
        <p:txBody>
          <a:bodyPr wrap="square" rtlCol="0">
            <a:spAutoFit/>
          </a:bodyPr>
          <a:lstStyle/>
          <a:p>
            <a:pPr algn="ctr"/>
            <a:r>
              <a:rPr lang="en-US" sz="900" dirty="0"/>
              <a:t>1789</a:t>
            </a:r>
          </a:p>
        </p:txBody>
      </p:sp>
      <p:sp>
        <p:nvSpPr>
          <p:cNvPr id="34" name="TextBox 33">
            <a:extLst>
              <a:ext uri="{FF2B5EF4-FFF2-40B4-BE49-F238E27FC236}">
                <a16:creationId xmlns:a16="http://schemas.microsoft.com/office/drawing/2014/main" id="{4B182D75-F8DE-5FCD-1A53-74F56A30C672}"/>
              </a:ext>
            </a:extLst>
          </p:cNvPr>
          <p:cNvSpPr txBox="1"/>
          <p:nvPr/>
        </p:nvSpPr>
        <p:spPr>
          <a:xfrm>
            <a:off x="4645378" y="5040116"/>
            <a:ext cx="570089" cy="230832"/>
          </a:xfrm>
          <a:prstGeom prst="rect">
            <a:avLst/>
          </a:prstGeom>
          <a:noFill/>
        </p:spPr>
        <p:txBody>
          <a:bodyPr wrap="square" rtlCol="0">
            <a:spAutoFit/>
          </a:bodyPr>
          <a:lstStyle/>
          <a:p>
            <a:pPr algn="ctr"/>
            <a:r>
              <a:rPr lang="en-US" sz="900" dirty="0"/>
              <a:t>289</a:t>
            </a:r>
          </a:p>
        </p:txBody>
      </p:sp>
      <p:sp>
        <p:nvSpPr>
          <p:cNvPr id="49" name="TextBox 48">
            <a:extLst>
              <a:ext uri="{FF2B5EF4-FFF2-40B4-BE49-F238E27FC236}">
                <a16:creationId xmlns:a16="http://schemas.microsoft.com/office/drawing/2014/main" id="{46584DAB-E250-7B1F-C15F-1999E88BDE39}"/>
              </a:ext>
            </a:extLst>
          </p:cNvPr>
          <p:cNvSpPr txBox="1"/>
          <p:nvPr/>
        </p:nvSpPr>
        <p:spPr>
          <a:xfrm>
            <a:off x="5147734" y="5040116"/>
            <a:ext cx="570089" cy="230832"/>
          </a:xfrm>
          <a:prstGeom prst="rect">
            <a:avLst/>
          </a:prstGeom>
          <a:noFill/>
        </p:spPr>
        <p:txBody>
          <a:bodyPr wrap="square" rtlCol="0">
            <a:spAutoFit/>
          </a:bodyPr>
          <a:lstStyle/>
          <a:p>
            <a:pPr algn="ctr"/>
            <a:r>
              <a:rPr lang="en-US" sz="900" dirty="0"/>
              <a:t>459</a:t>
            </a:r>
          </a:p>
        </p:txBody>
      </p:sp>
      <p:sp>
        <p:nvSpPr>
          <p:cNvPr id="60" name="TextBox 59">
            <a:extLst>
              <a:ext uri="{FF2B5EF4-FFF2-40B4-BE49-F238E27FC236}">
                <a16:creationId xmlns:a16="http://schemas.microsoft.com/office/drawing/2014/main" id="{C46BC803-EABB-932A-6E46-BC22B4BF6BC8}"/>
              </a:ext>
            </a:extLst>
          </p:cNvPr>
          <p:cNvSpPr txBox="1"/>
          <p:nvPr/>
        </p:nvSpPr>
        <p:spPr>
          <a:xfrm>
            <a:off x="5650090" y="5040116"/>
            <a:ext cx="570089" cy="230832"/>
          </a:xfrm>
          <a:prstGeom prst="rect">
            <a:avLst/>
          </a:prstGeom>
          <a:noFill/>
        </p:spPr>
        <p:txBody>
          <a:bodyPr wrap="square" rtlCol="0">
            <a:spAutoFit/>
          </a:bodyPr>
          <a:lstStyle/>
          <a:p>
            <a:pPr algn="ctr"/>
            <a:r>
              <a:rPr lang="en-US" sz="900" dirty="0"/>
              <a:t>1789</a:t>
            </a:r>
          </a:p>
        </p:txBody>
      </p:sp>
      <p:sp>
        <p:nvSpPr>
          <p:cNvPr id="61" name="TextBox 60">
            <a:extLst>
              <a:ext uri="{FF2B5EF4-FFF2-40B4-BE49-F238E27FC236}">
                <a16:creationId xmlns:a16="http://schemas.microsoft.com/office/drawing/2014/main" id="{2667240B-03A8-976E-D63F-644E507CCE6B}"/>
              </a:ext>
            </a:extLst>
          </p:cNvPr>
          <p:cNvSpPr txBox="1"/>
          <p:nvPr/>
        </p:nvSpPr>
        <p:spPr>
          <a:xfrm>
            <a:off x="6654802" y="3907597"/>
            <a:ext cx="570089" cy="230832"/>
          </a:xfrm>
          <a:prstGeom prst="rect">
            <a:avLst/>
          </a:prstGeom>
          <a:noFill/>
        </p:spPr>
        <p:txBody>
          <a:bodyPr wrap="square" rtlCol="0">
            <a:spAutoFit/>
          </a:bodyPr>
          <a:lstStyle/>
          <a:p>
            <a:pPr algn="ctr"/>
            <a:r>
              <a:rPr lang="en-US" sz="900" dirty="0"/>
              <a:t>157</a:t>
            </a:r>
          </a:p>
        </p:txBody>
      </p:sp>
      <p:sp>
        <p:nvSpPr>
          <p:cNvPr id="72" name="TextBox 71">
            <a:extLst>
              <a:ext uri="{FF2B5EF4-FFF2-40B4-BE49-F238E27FC236}">
                <a16:creationId xmlns:a16="http://schemas.microsoft.com/office/drawing/2014/main" id="{F1D24934-7BFC-7B74-4D47-E75AE80E1DC0}"/>
              </a:ext>
            </a:extLst>
          </p:cNvPr>
          <p:cNvSpPr txBox="1"/>
          <p:nvPr/>
        </p:nvSpPr>
        <p:spPr>
          <a:xfrm>
            <a:off x="7157158" y="3907597"/>
            <a:ext cx="570089" cy="230832"/>
          </a:xfrm>
          <a:prstGeom prst="rect">
            <a:avLst/>
          </a:prstGeom>
          <a:noFill/>
        </p:spPr>
        <p:txBody>
          <a:bodyPr wrap="square" rtlCol="0">
            <a:spAutoFit/>
          </a:bodyPr>
          <a:lstStyle/>
          <a:p>
            <a:pPr algn="ctr"/>
            <a:r>
              <a:rPr lang="en-US" sz="900" dirty="0"/>
              <a:t>17</a:t>
            </a:r>
          </a:p>
        </p:txBody>
      </p:sp>
      <p:sp>
        <p:nvSpPr>
          <p:cNvPr id="81" name="TextBox 80">
            <a:extLst>
              <a:ext uri="{FF2B5EF4-FFF2-40B4-BE49-F238E27FC236}">
                <a16:creationId xmlns:a16="http://schemas.microsoft.com/office/drawing/2014/main" id="{B20D8AB9-9EC9-8218-D113-FAA7910FD462}"/>
              </a:ext>
            </a:extLst>
          </p:cNvPr>
          <p:cNvSpPr txBox="1"/>
          <p:nvPr/>
        </p:nvSpPr>
        <p:spPr>
          <a:xfrm>
            <a:off x="6654802" y="4408541"/>
            <a:ext cx="570089" cy="230832"/>
          </a:xfrm>
          <a:prstGeom prst="rect">
            <a:avLst/>
          </a:prstGeom>
          <a:noFill/>
        </p:spPr>
        <p:txBody>
          <a:bodyPr wrap="square" rtlCol="0">
            <a:spAutoFit/>
          </a:bodyPr>
          <a:lstStyle/>
          <a:p>
            <a:pPr algn="ctr"/>
            <a:r>
              <a:rPr lang="en-US" sz="900" dirty="0"/>
              <a:t>1256</a:t>
            </a:r>
          </a:p>
        </p:txBody>
      </p:sp>
      <p:sp>
        <p:nvSpPr>
          <p:cNvPr id="82" name="TextBox 81">
            <a:extLst>
              <a:ext uri="{FF2B5EF4-FFF2-40B4-BE49-F238E27FC236}">
                <a16:creationId xmlns:a16="http://schemas.microsoft.com/office/drawing/2014/main" id="{013EEB55-848F-E4DD-50D1-72379901F9EC}"/>
              </a:ext>
            </a:extLst>
          </p:cNvPr>
          <p:cNvSpPr txBox="1"/>
          <p:nvPr/>
        </p:nvSpPr>
        <p:spPr>
          <a:xfrm>
            <a:off x="7157158" y="4408541"/>
            <a:ext cx="570089" cy="230832"/>
          </a:xfrm>
          <a:prstGeom prst="rect">
            <a:avLst/>
          </a:prstGeom>
          <a:noFill/>
        </p:spPr>
        <p:txBody>
          <a:bodyPr wrap="square" rtlCol="0">
            <a:spAutoFit/>
          </a:bodyPr>
          <a:lstStyle/>
          <a:p>
            <a:pPr algn="ctr"/>
            <a:r>
              <a:rPr lang="en-US" sz="900" dirty="0"/>
              <a:t>126</a:t>
            </a:r>
          </a:p>
        </p:txBody>
      </p:sp>
      <p:sp>
        <p:nvSpPr>
          <p:cNvPr id="83" name="TextBox 82">
            <a:extLst>
              <a:ext uri="{FF2B5EF4-FFF2-40B4-BE49-F238E27FC236}">
                <a16:creationId xmlns:a16="http://schemas.microsoft.com/office/drawing/2014/main" id="{EADB400A-34AD-32C3-C652-C3AFBF0F7E5E}"/>
              </a:ext>
            </a:extLst>
          </p:cNvPr>
          <p:cNvSpPr txBox="1"/>
          <p:nvPr/>
        </p:nvSpPr>
        <p:spPr>
          <a:xfrm>
            <a:off x="6654802" y="5040116"/>
            <a:ext cx="570089" cy="230832"/>
          </a:xfrm>
          <a:prstGeom prst="rect">
            <a:avLst/>
          </a:prstGeom>
          <a:noFill/>
        </p:spPr>
        <p:txBody>
          <a:bodyPr wrap="square" rtlCol="0">
            <a:spAutoFit/>
          </a:bodyPr>
          <a:lstStyle/>
          <a:p>
            <a:pPr algn="ctr"/>
            <a:r>
              <a:rPr lang="en-US" sz="900" dirty="0"/>
              <a:t>125</a:t>
            </a:r>
          </a:p>
        </p:txBody>
      </p:sp>
      <p:sp>
        <p:nvSpPr>
          <p:cNvPr id="84" name="TextBox 83">
            <a:extLst>
              <a:ext uri="{FF2B5EF4-FFF2-40B4-BE49-F238E27FC236}">
                <a16:creationId xmlns:a16="http://schemas.microsoft.com/office/drawing/2014/main" id="{21B5E0D1-3FB4-636C-590D-28D12A808CAB}"/>
              </a:ext>
            </a:extLst>
          </p:cNvPr>
          <p:cNvSpPr txBox="1"/>
          <p:nvPr/>
        </p:nvSpPr>
        <p:spPr>
          <a:xfrm>
            <a:off x="5715003" y="3741226"/>
            <a:ext cx="462845" cy="584775"/>
          </a:xfrm>
          <a:prstGeom prst="rect">
            <a:avLst/>
          </a:prstGeom>
          <a:noFill/>
        </p:spPr>
        <p:txBody>
          <a:bodyPr wrap="square" rtlCol="0">
            <a:spAutoFit/>
          </a:bodyPr>
          <a:lstStyle/>
          <a:p>
            <a:pPr algn="ctr"/>
            <a:r>
              <a:rPr lang="en-US" sz="3200" dirty="0"/>
              <a:t>8</a:t>
            </a:r>
          </a:p>
        </p:txBody>
      </p:sp>
    </p:spTree>
    <p:extLst>
      <p:ext uri="{BB962C8B-B14F-4D97-AF65-F5344CB8AC3E}">
        <p14:creationId xmlns:p14="http://schemas.microsoft.com/office/powerpoint/2010/main" val="106052207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7128C-344C-1AC3-AF10-E9CBE480F80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A05D0D7-E5E6-ABB1-82FD-E5B6E505B3C2}"/>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CBE5E437-16A2-B191-EA98-C54E66D8AB7A}"/>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F13B9C49-77BF-98AF-E380-D5319727AC29}"/>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91A939B3-5D70-00C3-F0C4-DD51B383C9AE}"/>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D321E2D0-A5E4-83F3-3D31-8FB3894AC993}"/>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8415748C-EA6F-DB34-8E0E-749C4E7115D9}"/>
              </a:ext>
            </a:extLst>
          </p:cNvPr>
          <p:cNvSpPr txBox="1"/>
          <p:nvPr/>
        </p:nvSpPr>
        <p:spPr>
          <a:xfrm>
            <a:off x="3716867" y="2231221"/>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2C953E28-AC46-E591-91D6-C88CCD3CBE2A}"/>
              </a:ext>
            </a:extLst>
          </p:cNvPr>
          <p:cNvSpPr txBox="1"/>
          <p:nvPr/>
        </p:nvSpPr>
        <p:spPr>
          <a:xfrm>
            <a:off x="3217333" y="4747898"/>
            <a:ext cx="462845" cy="584775"/>
          </a:xfrm>
          <a:prstGeom prst="rect">
            <a:avLst/>
          </a:prstGeom>
          <a:noFill/>
        </p:spPr>
        <p:txBody>
          <a:bodyPr wrap="square" rtlCol="0">
            <a:spAutoFit/>
          </a:bodyPr>
          <a:lstStyle/>
          <a:p>
            <a:pPr algn="ctr"/>
            <a:r>
              <a:rPr lang="en-US" sz="3200" dirty="0"/>
              <a:t>6</a:t>
            </a:r>
          </a:p>
        </p:txBody>
      </p:sp>
      <p:sp>
        <p:nvSpPr>
          <p:cNvPr id="11" name="TextBox 10">
            <a:extLst>
              <a:ext uri="{FF2B5EF4-FFF2-40B4-BE49-F238E27FC236}">
                <a16:creationId xmlns:a16="http://schemas.microsoft.com/office/drawing/2014/main" id="{CDBEA3CD-4875-F237-378A-8638360B9824}"/>
              </a:ext>
            </a:extLst>
          </p:cNvPr>
          <p:cNvSpPr txBox="1"/>
          <p:nvPr/>
        </p:nvSpPr>
        <p:spPr>
          <a:xfrm>
            <a:off x="7213604" y="4747898"/>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AFFC12E9-7FBC-41B8-3E12-DD0DA2360E40}"/>
              </a:ext>
            </a:extLst>
          </p:cNvPr>
          <p:cNvSpPr txBox="1"/>
          <p:nvPr/>
        </p:nvSpPr>
        <p:spPr>
          <a:xfrm>
            <a:off x="6214537" y="2734556"/>
            <a:ext cx="462845" cy="584775"/>
          </a:xfrm>
          <a:prstGeom prst="rect">
            <a:avLst/>
          </a:prstGeom>
          <a:noFill/>
        </p:spPr>
        <p:txBody>
          <a:bodyPr wrap="square" rtlCol="0">
            <a:spAutoFit/>
          </a:bodyPr>
          <a:lstStyle/>
          <a:p>
            <a:pPr algn="ctr"/>
            <a:r>
              <a:rPr lang="en-US" sz="3200" dirty="0"/>
              <a:t>3</a:t>
            </a:r>
          </a:p>
        </p:txBody>
      </p:sp>
      <p:sp>
        <p:nvSpPr>
          <p:cNvPr id="18" name="TextBox 17">
            <a:extLst>
              <a:ext uri="{FF2B5EF4-FFF2-40B4-BE49-F238E27FC236}">
                <a16:creationId xmlns:a16="http://schemas.microsoft.com/office/drawing/2014/main" id="{24BBA9B1-3CB0-5E38-952F-A273444DF509}"/>
              </a:ext>
            </a:extLst>
          </p:cNvPr>
          <p:cNvSpPr txBox="1"/>
          <p:nvPr/>
        </p:nvSpPr>
        <p:spPr>
          <a:xfrm>
            <a:off x="6654802" y="2404765"/>
            <a:ext cx="570089" cy="230832"/>
          </a:xfrm>
          <a:prstGeom prst="rect">
            <a:avLst/>
          </a:prstGeom>
          <a:noFill/>
        </p:spPr>
        <p:txBody>
          <a:bodyPr wrap="square" rtlCol="0">
            <a:spAutoFit/>
          </a:bodyPr>
          <a:lstStyle/>
          <a:p>
            <a:pPr algn="ctr"/>
            <a:r>
              <a:rPr lang="en-US" sz="900" dirty="0"/>
              <a:t>24</a:t>
            </a:r>
          </a:p>
        </p:txBody>
      </p:sp>
      <p:sp>
        <p:nvSpPr>
          <p:cNvPr id="19" name="TextBox 18">
            <a:extLst>
              <a:ext uri="{FF2B5EF4-FFF2-40B4-BE49-F238E27FC236}">
                <a16:creationId xmlns:a16="http://schemas.microsoft.com/office/drawing/2014/main" id="{75D04B07-3C04-74B9-A7AA-C3DCDABF1996}"/>
              </a:ext>
            </a:extLst>
          </p:cNvPr>
          <p:cNvSpPr txBox="1"/>
          <p:nvPr/>
        </p:nvSpPr>
        <p:spPr>
          <a:xfrm>
            <a:off x="7157158" y="2404765"/>
            <a:ext cx="570089" cy="230832"/>
          </a:xfrm>
          <a:prstGeom prst="rect">
            <a:avLst/>
          </a:prstGeom>
          <a:noFill/>
        </p:spPr>
        <p:txBody>
          <a:bodyPr wrap="square" rtlCol="0">
            <a:spAutoFit/>
          </a:bodyPr>
          <a:lstStyle/>
          <a:p>
            <a:pPr algn="ctr"/>
            <a:r>
              <a:rPr lang="en-US" sz="900" dirty="0"/>
              <a:t>42</a:t>
            </a:r>
          </a:p>
        </p:txBody>
      </p:sp>
      <p:sp>
        <p:nvSpPr>
          <p:cNvPr id="23" name="TextBox 22">
            <a:extLst>
              <a:ext uri="{FF2B5EF4-FFF2-40B4-BE49-F238E27FC236}">
                <a16:creationId xmlns:a16="http://schemas.microsoft.com/office/drawing/2014/main" id="{5CB67362-C550-8489-CDEF-F88A9BA2F160}"/>
              </a:ext>
            </a:extLst>
          </p:cNvPr>
          <p:cNvSpPr txBox="1"/>
          <p:nvPr/>
        </p:nvSpPr>
        <p:spPr>
          <a:xfrm>
            <a:off x="6214537" y="721216"/>
            <a:ext cx="462845" cy="584775"/>
          </a:xfrm>
          <a:prstGeom prst="rect">
            <a:avLst/>
          </a:prstGeom>
          <a:noFill/>
        </p:spPr>
        <p:txBody>
          <a:bodyPr wrap="square" rtlCol="0">
            <a:spAutoFit/>
          </a:bodyPr>
          <a:lstStyle/>
          <a:p>
            <a:pPr algn="ctr"/>
            <a:r>
              <a:rPr lang="en-US" sz="3200" dirty="0"/>
              <a:t>2</a:t>
            </a:r>
          </a:p>
        </p:txBody>
      </p:sp>
      <p:sp>
        <p:nvSpPr>
          <p:cNvPr id="24" name="TextBox 23">
            <a:extLst>
              <a:ext uri="{FF2B5EF4-FFF2-40B4-BE49-F238E27FC236}">
                <a16:creationId xmlns:a16="http://schemas.microsoft.com/office/drawing/2014/main" id="{222689FE-A165-9FC1-B7EC-7E73D9D6E0AE}"/>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9489AFDF-B90D-FEC1-9FA6-94B30C5445C6}"/>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26" name="TextBox 25">
            <a:extLst>
              <a:ext uri="{FF2B5EF4-FFF2-40B4-BE49-F238E27FC236}">
                <a16:creationId xmlns:a16="http://schemas.microsoft.com/office/drawing/2014/main" id="{52EEF574-5813-544F-0469-FBB1B06F7CDB}"/>
              </a:ext>
            </a:extLst>
          </p:cNvPr>
          <p:cNvSpPr txBox="1"/>
          <p:nvPr/>
        </p:nvSpPr>
        <p:spPr>
          <a:xfrm>
            <a:off x="6654802" y="1402877"/>
            <a:ext cx="570089" cy="230832"/>
          </a:xfrm>
          <a:prstGeom prst="rect">
            <a:avLst/>
          </a:prstGeom>
          <a:noFill/>
        </p:spPr>
        <p:txBody>
          <a:bodyPr wrap="square" rtlCol="0">
            <a:spAutoFit/>
          </a:bodyPr>
          <a:lstStyle/>
          <a:p>
            <a:pPr algn="ctr"/>
            <a:r>
              <a:rPr lang="en-US" sz="900" dirty="0"/>
              <a:t>74</a:t>
            </a:r>
          </a:p>
        </p:txBody>
      </p:sp>
      <p:sp>
        <p:nvSpPr>
          <p:cNvPr id="27" name="TextBox 26">
            <a:extLst>
              <a:ext uri="{FF2B5EF4-FFF2-40B4-BE49-F238E27FC236}">
                <a16:creationId xmlns:a16="http://schemas.microsoft.com/office/drawing/2014/main" id="{E5975CED-7B5D-8D7D-E420-A175BBA93FCE}"/>
              </a:ext>
            </a:extLst>
          </p:cNvPr>
          <p:cNvSpPr txBox="1"/>
          <p:nvPr/>
        </p:nvSpPr>
        <p:spPr>
          <a:xfrm>
            <a:off x="7157158" y="1402877"/>
            <a:ext cx="570089" cy="230832"/>
          </a:xfrm>
          <a:prstGeom prst="rect">
            <a:avLst/>
          </a:prstGeom>
          <a:noFill/>
        </p:spPr>
        <p:txBody>
          <a:bodyPr wrap="square" rtlCol="0">
            <a:spAutoFit/>
          </a:bodyPr>
          <a:lstStyle/>
          <a:p>
            <a:pPr algn="ctr"/>
            <a:r>
              <a:rPr lang="en-US" sz="900" dirty="0"/>
              <a:t>47</a:t>
            </a:r>
          </a:p>
        </p:txBody>
      </p:sp>
      <p:sp>
        <p:nvSpPr>
          <p:cNvPr id="30" name="TextBox 29">
            <a:extLst>
              <a:ext uri="{FF2B5EF4-FFF2-40B4-BE49-F238E27FC236}">
                <a16:creationId xmlns:a16="http://schemas.microsoft.com/office/drawing/2014/main" id="{97802991-9A86-CDAC-E924-1E419816E8A7}"/>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B947A725-E402-5F15-9A35-AD72CE850A69}"/>
              </a:ext>
            </a:extLst>
          </p:cNvPr>
          <p:cNvSpPr txBox="1"/>
          <p:nvPr/>
        </p:nvSpPr>
        <p:spPr>
          <a:xfrm>
            <a:off x="3217333" y="721216"/>
            <a:ext cx="462845" cy="584775"/>
          </a:xfrm>
          <a:prstGeom prst="rect">
            <a:avLst/>
          </a:prstGeom>
          <a:noFill/>
        </p:spPr>
        <p:txBody>
          <a:bodyPr wrap="square" rtlCol="0">
            <a:spAutoFit/>
          </a:bodyPr>
          <a:lstStyle/>
          <a:p>
            <a:pPr algn="ctr"/>
            <a:r>
              <a:rPr lang="en-US" sz="3200" dirty="0"/>
              <a:t>4</a:t>
            </a:r>
          </a:p>
        </p:txBody>
      </p:sp>
      <p:sp>
        <p:nvSpPr>
          <p:cNvPr id="35" name="TextBox 34">
            <a:extLst>
              <a:ext uri="{FF2B5EF4-FFF2-40B4-BE49-F238E27FC236}">
                <a16:creationId xmlns:a16="http://schemas.microsoft.com/office/drawing/2014/main" id="{E4F5E097-387A-B2DA-7458-95AFF70D2C6F}"/>
              </a:ext>
            </a:extLst>
          </p:cNvPr>
          <p:cNvSpPr txBox="1"/>
          <p:nvPr/>
        </p:nvSpPr>
        <p:spPr>
          <a:xfrm>
            <a:off x="4216401" y="1224551"/>
            <a:ext cx="462845" cy="584775"/>
          </a:xfrm>
          <a:prstGeom prst="rect">
            <a:avLst/>
          </a:prstGeom>
          <a:noFill/>
        </p:spPr>
        <p:txBody>
          <a:bodyPr wrap="square" rtlCol="0">
            <a:spAutoFit/>
          </a:bodyPr>
          <a:lstStyle/>
          <a:p>
            <a:pPr algn="ctr"/>
            <a:r>
              <a:rPr lang="en-US" sz="3200" dirty="0"/>
              <a:t>1</a:t>
            </a:r>
          </a:p>
        </p:txBody>
      </p:sp>
      <p:sp>
        <p:nvSpPr>
          <p:cNvPr id="36" name="TextBox 35">
            <a:extLst>
              <a:ext uri="{FF2B5EF4-FFF2-40B4-BE49-F238E27FC236}">
                <a16:creationId xmlns:a16="http://schemas.microsoft.com/office/drawing/2014/main" id="{61883649-8089-6262-1A69-97222E9AB13F}"/>
              </a:ext>
            </a:extLst>
          </p:cNvPr>
          <p:cNvSpPr txBox="1"/>
          <p:nvPr/>
        </p:nvSpPr>
        <p:spPr>
          <a:xfrm>
            <a:off x="5215469" y="721216"/>
            <a:ext cx="462845" cy="584775"/>
          </a:xfrm>
          <a:prstGeom prst="rect">
            <a:avLst/>
          </a:prstGeom>
          <a:noFill/>
        </p:spPr>
        <p:txBody>
          <a:bodyPr wrap="square" rtlCol="0">
            <a:spAutoFit/>
          </a:bodyPr>
          <a:lstStyle/>
          <a:p>
            <a:pPr algn="ctr"/>
            <a:r>
              <a:rPr lang="en-US" sz="3200" dirty="0"/>
              <a:t>1</a:t>
            </a:r>
          </a:p>
        </p:txBody>
      </p:sp>
      <p:sp>
        <p:nvSpPr>
          <p:cNvPr id="40" name="TextBox 39">
            <a:extLst>
              <a:ext uri="{FF2B5EF4-FFF2-40B4-BE49-F238E27FC236}">
                <a16:creationId xmlns:a16="http://schemas.microsoft.com/office/drawing/2014/main" id="{0A2B082F-32FA-199A-121D-F573F455C781}"/>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42" name="TextBox 41">
            <a:extLst>
              <a:ext uri="{FF2B5EF4-FFF2-40B4-BE49-F238E27FC236}">
                <a16:creationId xmlns:a16="http://schemas.microsoft.com/office/drawing/2014/main" id="{AEA85151-62D1-4658-CC72-40FA05E771B2}"/>
              </a:ext>
            </a:extLst>
          </p:cNvPr>
          <p:cNvSpPr txBox="1"/>
          <p:nvPr/>
        </p:nvSpPr>
        <p:spPr>
          <a:xfrm>
            <a:off x="5715003" y="1224551"/>
            <a:ext cx="462845" cy="584775"/>
          </a:xfrm>
          <a:prstGeom prst="rect">
            <a:avLst/>
          </a:prstGeom>
          <a:noFill/>
        </p:spPr>
        <p:txBody>
          <a:bodyPr wrap="square" rtlCol="0">
            <a:spAutoFit/>
          </a:bodyPr>
          <a:lstStyle/>
          <a:p>
            <a:pPr algn="ctr"/>
            <a:r>
              <a:rPr lang="en-US" sz="3200" dirty="0"/>
              <a:t>2</a:t>
            </a:r>
          </a:p>
        </p:txBody>
      </p:sp>
      <p:sp>
        <p:nvSpPr>
          <p:cNvPr id="43" name="TextBox 42">
            <a:extLst>
              <a:ext uri="{FF2B5EF4-FFF2-40B4-BE49-F238E27FC236}">
                <a16:creationId xmlns:a16="http://schemas.microsoft.com/office/drawing/2014/main" id="{E88C7306-13E4-8598-C32A-B5B4CFC05F03}"/>
              </a:ext>
            </a:extLst>
          </p:cNvPr>
          <p:cNvSpPr txBox="1"/>
          <p:nvPr/>
        </p:nvSpPr>
        <p:spPr>
          <a:xfrm>
            <a:off x="4645378" y="1533509"/>
            <a:ext cx="570089" cy="230832"/>
          </a:xfrm>
          <a:prstGeom prst="rect">
            <a:avLst/>
          </a:prstGeom>
          <a:noFill/>
        </p:spPr>
        <p:txBody>
          <a:bodyPr wrap="square" rtlCol="0">
            <a:spAutoFit/>
          </a:bodyPr>
          <a:lstStyle/>
          <a:p>
            <a:pPr algn="ctr"/>
            <a:r>
              <a:rPr lang="en-US" sz="900" dirty="0"/>
              <a:t>39</a:t>
            </a:r>
          </a:p>
        </p:txBody>
      </p:sp>
      <p:sp>
        <p:nvSpPr>
          <p:cNvPr id="44" name="TextBox 43">
            <a:extLst>
              <a:ext uri="{FF2B5EF4-FFF2-40B4-BE49-F238E27FC236}">
                <a16:creationId xmlns:a16="http://schemas.microsoft.com/office/drawing/2014/main" id="{F5FA33AB-42DB-12E6-D590-CF9741129C26}"/>
              </a:ext>
            </a:extLst>
          </p:cNvPr>
          <p:cNvSpPr txBox="1"/>
          <p:nvPr/>
        </p:nvSpPr>
        <p:spPr>
          <a:xfrm>
            <a:off x="5147734" y="1533509"/>
            <a:ext cx="570089" cy="230832"/>
          </a:xfrm>
          <a:prstGeom prst="rect">
            <a:avLst/>
          </a:prstGeom>
          <a:noFill/>
        </p:spPr>
        <p:txBody>
          <a:bodyPr wrap="square" rtlCol="0">
            <a:spAutoFit/>
          </a:bodyPr>
          <a:lstStyle/>
          <a:p>
            <a:pPr algn="ctr"/>
            <a:r>
              <a:rPr lang="en-US" sz="900" dirty="0"/>
              <a:t>93</a:t>
            </a:r>
          </a:p>
        </p:txBody>
      </p:sp>
      <p:sp>
        <p:nvSpPr>
          <p:cNvPr id="47" name="TextBox 46">
            <a:extLst>
              <a:ext uri="{FF2B5EF4-FFF2-40B4-BE49-F238E27FC236}">
                <a16:creationId xmlns:a16="http://schemas.microsoft.com/office/drawing/2014/main" id="{DF18BD75-A1F9-AEBB-59E6-9513ADC90AC9}"/>
              </a:ext>
            </a:extLst>
          </p:cNvPr>
          <p:cNvSpPr txBox="1"/>
          <p:nvPr/>
        </p:nvSpPr>
        <p:spPr>
          <a:xfrm>
            <a:off x="4143022" y="3537285"/>
            <a:ext cx="570089" cy="230832"/>
          </a:xfrm>
          <a:prstGeom prst="rect">
            <a:avLst/>
          </a:prstGeom>
          <a:noFill/>
        </p:spPr>
        <p:txBody>
          <a:bodyPr wrap="square" rtlCol="0">
            <a:spAutoFit/>
          </a:bodyPr>
          <a:lstStyle/>
          <a:p>
            <a:pPr algn="ctr"/>
            <a:r>
              <a:rPr lang="en-US" sz="900" dirty="0"/>
              <a:t>98</a:t>
            </a:r>
          </a:p>
        </p:txBody>
      </p:sp>
      <p:sp>
        <p:nvSpPr>
          <p:cNvPr id="48" name="TextBox 47">
            <a:extLst>
              <a:ext uri="{FF2B5EF4-FFF2-40B4-BE49-F238E27FC236}">
                <a16:creationId xmlns:a16="http://schemas.microsoft.com/office/drawing/2014/main" id="{4A88436F-4A51-20F5-39FC-6486F5649F46}"/>
              </a:ext>
            </a:extLst>
          </p:cNvPr>
          <p:cNvSpPr txBox="1"/>
          <p:nvPr/>
        </p:nvSpPr>
        <p:spPr>
          <a:xfrm>
            <a:off x="4645378" y="3537285"/>
            <a:ext cx="570089" cy="230832"/>
          </a:xfrm>
          <a:prstGeom prst="rect">
            <a:avLst/>
          </a:prstGeom>
          <a:noFill/>
        </p:spPr>
        <p:txBody>
          <a:bodyPr wrap="square" rtlCol="0">
            <a:spAutoFit/>
          </a:bodyPr>
          <a:lstStyle/>
          <a:p>
            <a:pPr algn="ctr"/>
            <a:r>
              <a:rPr lang="en-US" sz="900" dirty="0"/>
              <a:t>89</a:t>
            </a:r>
          </a:p>
        </p:txBody>
      </p:sp>
      <p:sp>
        <p:nvSpPr>
          <p:cNvPr id="51" name="TextBox 50">
            <a:extLst>
              <a:ext uri="{FF2B5EF4-FFF2-40B4-BE49-F238E27FC236}">
                <a16:creationId xmlns:a16="http://schemas.microsoft.com/office/drawing/2014/main" id="{0491147F-C386-B607-C144-7EBCAB1C8670}"/>
              </a:ext>
            </a:extLst>
          </p:cNvPr>
          <p:cNvSpPr txBox="1"/>
          <p:nvPr/>
        </p:nvSpPr>
        <p:spPr>
          <a:xfrm>
            <a:off x="5215469" y="2231221"/>
            <a:ext cx="462845" cy="584775"/>
          </a:xfrm>
          <a:prstGeom prst="rect">
            <a:avLst/>
          </a:prstGeom>
          <a:noFill/>
        </p:spPr>
        <p:txBody>
          <a:bodyPr wrap="square" rtlCol="0">
            <a:spAutoFit/>
          </a:bodyPr>
          <a:lstStyle/>
          <a:p>
            <a:pPr algn="ctr"/>
            <a:r>
              <a:rPr lang="en-US" sz="3200" dirty="0"/>
              <a:t>6</a:t>
            </a:r>
          </a:p>
        </p:txBody>
      </p:sp>
      <p:sp>
        <p:nvSpPr>
          <p:cNvPr id="15" name="TextBox 14">
            <a:extLst>
              <a:ext uri="{FF2B5EF4-FFF2-40B4-BE49-F238E27FC236}">
                <a16:creationId xmlns:a16="http://schemas.microsoft.com/office/drawing/2014/main" id="{53E666F7-EFEA-35F4-B49F-D9E9344B2B6D}"/>
              </a:ext>
            </a:extLst>
          </p:cNvPr>
          <p:cNvSpPr txBox="1"/>
          <p:nvPr/>
        </p:nvSpPr>
        <p:spPr>
          <a:xfrm>
            <a:off x="3217333" y="2734556"/>
            <a:ext cx="462845" cy="584775"/>
          </a:xfrm>
          <a:prstGeom prst="rect">
            <a:avLst/>
          </a:prstGeom>
          <a:noFill/>
        </p:spPr>
        <p:txBody>
          <a:bodyPr wrap="square" rtlCol="0">
            <a:spAutoFit/>
          </a:bodyPr>
          <a:lstStyle/>
          <a:p>
            <a:pPr algn="ctr"/>
            <a:r>
              <a:rPr lang="en-US" sz="3200" dirty="0"/>
              <a:t>7</a:t>
            </a:r>
          </a:p>
        </p:txBody>
      </p:sp>
      <p:sp>
        <p:nvSpPr>
          <p:cNvPr id="52" name="TextBox 51">
            <a:extLst>
              <a:ext uri="{FF2B5EF4-FFF2-40B4-BE49-F238E27FC236}">
                <a16:creationId xmlns:a16="http://schemas.microsoft.com/office/drawing/2014/main" id="{C82F0269-EE14-5EF6-3A3C-FE693067A2D0}"/>
              </a:ext>
            </a:extLst>
          </p:cNvPr>
          <p:cNvSpPr txBox="1"/>
          <p:nvPr/>
        </p:nvSpPr>
        <p:spPr>
          <a:xfrm>
            <a:off x="3716867" y="2734556"/>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D49A8F1E-BE26-0AF9-7BEF-1E0EEEEF6886}"/>
              </a:ext>
            </a:extLst>
          </p:cNvPr>
          <p:cNvSpPr txBox="1"/>
          <p:nvPr/>
        </p:nvSpPr>
        <p:spPr>
          <a:xfrm>
            <a:off x="3716867" y="1727886"/>
            <a:ext cx="462845" cy="584775"/>
          </a:xfrm>
          <a:prstGeom prst="rect">
            <a:avLst/>
          </a:prstGeom>
          <a:noFill/>
        </p:spPr>
        <p:txBody>
          <a:bodyPr wrap="square" rtlCol="0">
            <a:spAutoFit/>
          </a:bodyPr>
          <a:lstStyle/>
          <a:p>
            <a:pPr algn="ctr"/>
            <a:r>
              <a:rPr lang="en-US" sz="3200" dirty="0"/>
              <a:t>7</a:t>
            </a:r>
          </a:p>
        </p:txBody>
      </p:sp>
      <p:sp>
        <p:nvSpPr>
          <p:cNvPr id="33" name="TextBox 32">
            <a:extLst>
              <a:ext uri="{FF2B5EF4-FFF2-40B4-BE49-F238E27FC236}">
                <a16:creationId xmlns:a16="http://schemas.microsoft.com/office/drawing/2014/main" id="{C63FB76B-0189-D6FF-4C5B-467DB7BB377A}"/>
              </a:ext>
            </a:extLst>
          </p:cNvPr>
          <p:cNvSpPr txBox="1"/>
          <p:nvPr/>
        </p:nvSpPr>
        <p:spPr>
          <a:xfrm>
            <a:off x="3138310" y="3907597"/>
            <a:ext cx="570089" cy="230832"/>
          </a:xfrm>
          <a:prstGeom prst="rect">
            <a:avLst/>
          </a:prstGeom>
          <a:noFill/>
        </p:spPr>
        <p:txBody>
          <a:bodyPr wrap="square" rtlCol="0">
            <a:spAutoFit/>
          </a:bodyPr>
          <a:lstStyle/>
          <a:p>
            <a:pPr algn="ctr"/>
            <a:r>
              <a:rPr lang="en-US" sz="900" dirty="0"/>
              <a:t>15</a:t>
            </a:r>
          </a:p>
        </p:txBody>
      </p:sp>
      <p:sp>
        <p:nvSpPr>
          <p:cNvPr id="53" name="TextBox 52">
            <a:extLst>
              <a:ext uri="{FF2B5EF4-FFF2-40B4-BE49-F238E27FC236}">
                <a16:creationId xmlns:a16="http://schemas.microsoft.com/office/drawing/2014/main" id="{BEF3AF6D-8EAA-D768-78F6-D376ABF90FA5}"/>
              </a:ext>
            </a:extLst>
          </p:cNvPr>
          <p:cNvSpPr txBox="1"/>
          <p:nvPr/>
        </p:nvSpPr>
        <p:spPr>
          <a:xfrm>
            <a:off x="3138310" y="4408541"/>
            <a:ext cx="570089" cy="230832"/>
          </a:xfrm>
          <a:prstGeom prst="rect">
            <a:avLst/>
          </a:prstGeom>
          <a:noFill/>
        </p:spPr>
        <p:txBody>
          <a:bodyPr wrap="square" rtlCol="0">
            <a:spAutoFit/>
          </a:bodyPr>
          <a:lstStyle/>
          <a:p>
            <a:pPr algn="ctr"/>
            <a:r>
              <a:rPr lang="en-US" sz="900" dirty="0"/>
              <a:t>51</a:t>
            </a:r>
          </a:p>
        </p:txBody>
      </p:sp>
      <p:sp>
        <p:nvSpPr>
          <p:cNvPr id="64" name="TextBox 63">
            <a:extLst>
              <a:ext uri="{FF2B5EF4-FFF2-40B4-BE49-F238E27FC236}">
                <a16:creationId xmlns:a16="http://schemas.microsoft.com/office/drawing/2014/main" id="{621F849D-C72C-160C-064D-F83611D8299E}"/>
              </a:ext>
            </a:extLst>
          </p:cNvPr>
          <p:cNvSpPr txBox="1"/>
          <p:nvPr/>
        </p:nvSpPr>
        <p:spPr>
          <a:xfrm>
            <a:off x="6654802" y="3406653"/>
            <a:ext cx="570089" cy="230832"/>
          </a:xfrm>
          <a:prstGeom prst="rect">
            <a:avLst/>
          </a:prstGeom>
          <a:noFill/>
        </p:spPr>
        <p:txBody>
          <a:bodyPr wrap="square" rtlCol="0">
            <a:spAutoFit/>
          </a:bodyPr>
          <a:lstStyle/>
          <a:p>
            <a:pPr algn="ctr"/>
            <a:r>
              <a:rPr lang="en-US" sz="900" dirty="0"/>
              <a:t>16</a:t>
            </a:r>
          </a:p>
        </p:txBody>
      </p:sp>
      <p:sp>
        <p:nvSpPr>
          <p:cNvPr id="65" name="TextBox 64">
            <a:extLst>
              <a:ext uri="{FF2B5EF4-FFF2-40B4-BE49-F238E27FC236}">
                <a16:creationId xmlns:a16="http://schemas.microsoft.com/office/drawing/2014/main" id="{0E08581D-925C-83F0-606B-5D928BC5B4CE}"/>
              </a:ext>
            </a:extLst>
          </p:cNvPr>
          <p:cNvSpPr txBox="1"/>
          <p:nvPr/>
        </p:nvSpPr>
        <p:spPr>
          <a:xfrm>
            <a:off x="7157158" y="3406653"/>
            <a:ext cx="570089" cy="230832"/>
          </a:xfrm>
          <a:prstGeom prst="rect">
            <a:avLst/>
          </a:prstGeom>
          <a:noFill/>
        </p:spPr>
        <p:txBody>
          <a:bodyPr wrap="square" rtlCol="0">
            <a:spAutoFit/>
          </a:bodyPr>
          <a:lstStyle/>
          <a:p>
            <a:pPr algn="ctr"/>
            <a:r>
              <a:rPr lang="en-US" sz="900" dirty="0"/>
              <a:t>61</a:t>
            </a:r>
          </a:p>
        </p:txBody>
      </p:sp>
      <p:sp>
        <p:nvSpPr>
          <p:cNvPr id="66" name="TextBox 65">
            <a:extLst>
              <a:ext uri="{FF2B5EF4-FFF2-40B4-BE49-F238E27FC236}">
                <a16:creationId xmlns:a16="http://schemas.microsoft.com/office/drawing/2014/main" id="{2BAF12CF-9E78-6F6C-8CD5-6D11D7B3073C}"/>
              </a:ext>
            </a:extLst>
          </p:cNvPr>
          <p:cNvSpPr txBox="1"/>
          <p:nvPr/>
        </p:nvSpPr>
        <p:spPr>
          <a:xfrm>
            <a:off x="4216401" y="2734556"/>
            <a:ext cx="462845" cy="584775"/>
          </a:xfrm>
          <a:prstGeom prst="rect">
            <a:avLst/>
          </a:prstGeom>
          <a:noFill/>
        </p:spPr>
        <p:txBody>
          <a:bodyPr wrap="square" rtlCol="0">
            <a:spAutoFit/>
          </a:bodyPr>
          <a:lstStyle/>
          <a:p>
            <a:pPr algn="ctr"/>
            <a:r>
              <a:rPr lang="en-US" sz="3200" dirty="0"/>
              <a:t>5</a:t>
            </a:r>
          </a:p>
        </p:txBody>
      </p:sp>
      <p:sp>
        <p:nvSpPr>
          <p:cNvPr id="67" name="TextBox 66">
            <a:extLst>
              <a:ext uri="{FF2B5EF4-FFF2-40B4-BE49-F238E27FC236}">
                <a16:creationId xmlns:a16="http://schemas.microsoft.com/office/drawing/2014/main" id="{B8B07A6E-1732-AFAF-8523-29C6EDFD3497}"/>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68" name="TextBox 67">
            <a:extLst>
              <a:ext uri="{FF2B5EF4-FFF2-40B4-BE49-F238E27FC236}">
                <a16:creationId xmlns:a16="http://schemas.microsoft.com/office/drawing/2014/main" id="{B7DC4544-A29B-088A-6797-923E88723CE4}"/>
              </a:ext>
            </a:extLst>
          </p:cNvPr>
          <p:cNvSpPr txBox="1"/>
          <p:nvPr/>
        </p:nvSpPr>
        <p:spPr>
          <a:xfrm>
            <a:off x="3716867" y="3237891"/>
            <a:ext cx="462845" cy="584775"/>
          </a:xfrm>
          <a:prstGeom prst="rect">
            <a:avLst/>
          </a:prstGeom>
          <a:noFill/>
        </p:spPr>
        <p:txBody>
          <a:bodyPr wrap="square" rtlCol="0">
            <a:spAutoFit/>
          </a:bodyPr>
          <a:lstStyle/>
          <a:p>
            <a:pPr algn="ctr"/>
            <a:r>
              <a:rPr lang="en-US" sz="3200" dirty="0"/>
              <a:t>4</a:t>
            </a:r>
          </a:p>
        </p:txBody>
      </p:sp>
      <p:sp>
        <p:nvSpPr>
          <p:cNvPr id="9" name="TextBox 8">
            <a:extLst>
              <a:ext uri="{FF2B5EF4-FFF2-40B4-BE49-F238E27FC236}">
                <a16:creationId xmlns:a16="http://schemas.microsoft.com/office/drawing/2014/main" id="{DCDC2068-41B1-E054-7430-AD5E35685FE9}"/>
              </a:ext>
            </a:extLst>
          </p:cNvPr>
          <p:cNvSpPr txBox="1"/>
          <p:nvPr/>
        </p:nvSpPr>
        <p:spPr>
          <a:xfrm>
            <a:off x="5215469" y="2734556"/>
            <a:ext cx="462845" cy="584775"/>
          </a:xfrm>
          <a:prstGeom prst="rect">
            <a:avLst/>
          </a:prstGeom>
          <a:noFill/>
        </p:spPr>
        <p:txBody>
          <a:bodyPr wrap="square" rtlCol="0">
            <a:spAutoFit/>
          </a:bodyPr>
          <a:lstStyle/>
          <a:p>
            <a:pPr algn="ctr"/>
            <a:r>
              <a:rPr lang="en-US" sz="3200" dirty="0"/>
              <a:t>2</a:t>
            </a:r>
          </a:p>
        </p:txBody>
      </p:sp>
      <p:sp>
        <p:nvSpPr>
          <p:cNvPr id="45" name="TextBox 44">
            <a:extLst>
              <a:ext uri="{FF2B5EF4-FFF2-40B4-BE49-F238E27FC236}">
                <a16:creationId xmlns:a16="http://schemas.microsoft.com/office/drawing/2014/main" id="{C5085440-0AD1-B374-B908-4AC15B766252}"/>
              </a:ext>
            </a:extLst>
          </p:cNvPr>
          <p:cNvSpPr txBox="1"/>
          <p:nvPr/>
        </p:nvSpPr>
        <p:spPr>
          <a:xfrm>
            <a:off x="7213604" y="2734556"/>
            <a:ext cx="462845" cy="584775"/>
          </a:xfrm>
          <a:prstGeom prst="rect">
            <a:avLst/>
          </a:prstGeom>
          <a:noFill/>
        </p:spPr>
        <p:txBody>
          <a:bodyPr wrap="square" rtlCol="0">
            <a:spAutoFit/>
          </a:bodyPr>
          <a:lstStyle/>
          <a:p>
            <a:pPr algn="ctr"/>
            <a:r>
              <a:rPr lang="en-US" sz="3200" dirty="0"/>
              <a:t>9</a:t>
            </a:r>
          </a:p>
        </p:txBody>
      </p:sp>
      <p:sp>
        <p:nvSpPr>
          <p:cNvPr id="46" name="TextBox 45">
            <a:extLst>
              <a:ext uri="{FF2B5EF4-FFF2-40B4-BE49-F238E27FC236}">
                <a16:creationId xmlns:a16="http://schemas.microsoft.com/office/drawing/2014/main" id="{F807A211-8785-9957-A157-FDC9F6070117}"/>
              </a:ext>
            </a:extLst>
          </p:cNvPr>
          <p:cNvSpPr txBox="1"/>
          <p:nvPr/>
        </p:nvSpPr>
        <p:spPr>
          <a:xfrm>
            <a:off x="6714071" y="2734556"/>
            <a:ext cx="462845" cy="584775"/>
          </a:xfrm>
          <a:prstGeom prst="rect">
            <a:avLst/>
          </a:prstGeom>
          <a:noFill/>
        </p:spPr>
        <p:txBody>
          <a:bodyPr wrap="square" rtlCol="0">
            <a:spAutoFit/>
          </a:bodyPr>
          <a:lstStyle/>
          <a:p>
            <a:pPr algn="ctr"/>
            <a:r>
              <a:rPr lang="en-US" sz="3200" dirty="0"/>
              <a:t>8</a:t>
            </a:r>
          </a:p>
        </p:txBody>
      </p:sp>
      <p:sp>
        <p:nvSpPr>
          <p:cNvPr id="50" name="TextBox 49">
            <a:extLst>
              <a:ext uri="{FF2B5EF4-FFF2-40B4-BE49-F238E27FC236}">
                <a16:creationId xmlns:a16="http://schemas.microsoft.com/office/drawing/2014/main" id="{9B359625-F036-E4B2-1EBB-D27CEDF7B62C}"/>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54" name="TextBox 53">
            <a:extLst>
              <a:ext uri="{FF2B5EF4-FFF2-40B4-BE49-F238E27FC236}">
                <a16:creationId xmlns:a16="http://schemas.microsoft.com/office/drawing/2014/main" id="{D68D986A-2CAE-F6BB-6D07-2B2A7B11B06A}"/>
              </a:ext>
            </a:extLst>
          </p:cNvPr>
          <p:cNvSpPr txBox="1"/>
          <p:nvPr/>
        </p:nvSpPr>
        <p:spPr>
          <a:xfrm>
            <a:off x="3716867" y="721216"/>
            <a:ext cx="462845" cy="584775"/>
          </a:xfrm>
          <a:prstGeom prst="rect">
            <a:avLst/>
          </a:prstGeom>
          <a:noFill/>
        </p:spPr>
        <p:txBody>
          <a:bodyPr wrap="square" rtlCol="0">
            <a:spAutoFit/>
          </a:bodyPr>
          <a:lstStyle/>
          <a:p>
            <a:pPr algn="ctr"/>
            <a:r>
              <a:rPr lang="en-US" sz="3200" dirty="0"/>
              <a:t>3</a:t>
            </a:r>
          </a:p>
        </p:txBody>
      </p:sp>
      <p:sp>
        <p:nvSpPr>
          <p:cNvPr id="55" name="TextBox 54">
            <a:extLst>
              <a:ext uri="{FF2B5EF4-FFF2-40B4-BE49-F238E27FC236}">
                <a16:creationId xmlns:a16="http://schemas.microsoft.com/office/drawing/2014/main" id="{4FF3C51D-A01C-B315-44A1-EC7B339EC067}"/>
              </a:ext>
            </a:extLst>
          </p:cNvPr>
          <p:cNvSpPr txBox="1"/>
          <p:nvPr/>
        </p:nvSpPr>
        <p:spPr>
          <a:xfrm>
            <a:off x="5715003" y="721216"/>
            <a:ext cx="462845" cy="584775"/>
          </a:xfrm>
          <a:prstGeom prst="rect">
            <a:avLst/>
          </a:prstGeom>
          <a:noFill/>
        </p:spPr>
        <p:txBody>
          <a:bodyPr wrap="square" rtlCol="0">
            <a:spAutoFit/>
          </a:bodyPr>
          <a:lstStyle/>
          <a:p>
            <a:pPr algn="ctr"/>
            <a:r>
              <a:rPr lang="en-US" sz="3200" dirty="0"/>
              <a:t>5</a:t>
            </a:r>
          </a:p>
        </p:txBody>
      </p:sp>
      <p:sp>
        <p:nvSpPr>
          <p:cNvPr id="37" name="TextBox 36">
            <a:extLst>
              <a:ext uri="{FF2B5EF4-FFF2-40B4-BE49-F238E27FC236}">
                <a16:creationId xmlns:a16="http://schemas.microsoft.com/office/drawing/2014/main" id="{432F914D-8186-A754-CAE5-E10D05DDE671}"/>
              </a:ext>
            </a:extLst>
          </p:cNvPr>
          <p:cNvSpPr txBox="1"/>
          <p:nvPr/>
        </p:nvSpPr>
        <p:spPr>
          <a:xfrm>
            <a:off x="3716867" y="1224551"/>
            <a:ext cx="462845" cy="584775"/>
          </a:xfrm>
          <a:prstGeom prst="rect">
            <a:avLst/>
          </a:prstGeom>
          <a:noFill/>
        </p:spPr>
        <p:txBody>
          <a:bodyPr wrap="square" rtlCol="0">
            <a:spAutoFit/>
          </a:bodyPr>
          <a:lstStyle/>
          <a:p>
            <a:pPr algn="ctr"/>
            <a:r>
              <a:rPr lang="en-US" sz="3200" dirty="0"/>
              <a:t>5</a:t>
            </a:r>
          </a:p>
        </p:txBody>
      </p:sp>
      <p:sp>
        <p:nvSpPr>
          <p:cNvPr id="38" name="TextBox 37">
            <a:extLst>
              <a:ext uri="{FF2B5EF4-FFF2-40B4-BE49-F238E27FC236}">
                <a16:creationId xmlns:a16="http://schemas.microsoft.com/office/drawing/2014/main" id="{1CE0BC48-2C55-2F4C-C6F6-B8D99D3C1EF5}"/>
              </a:ext>
            </a:extLst>
          </p:cNvPr>
          <p:cNvSpPr txBox="1"/>
          <p:nvPr/>
        </p:nvSpPr>
        <p:spPr>
          <a:xfrm>
            <a:off x="4715935" y="721216"/>
            <a:ext cx="462845" cy="584775"/>
          </a:xfrm>
          <a:prstGeom prst="rect">
            <a:avLst/>
          </a:prstGeom>
          <a:noFill/>
        </p:spPr>
        <p:txBody>
          <a:bodyPr wrap="square" rtlCol="0">
            <a:spAutoFit/>
          </a:bodyPr>
          <a:lstStyle/>
          <a:p>
            <a:pPr algn="ctr"/>
            <a:r>
              <a:rPr lang="en-US" sz="3200" dirty="0"/>
              <a:t>7</a:t>
            </a:r>
          </a:p>
        </p:txBody>
      </p:sp>
      <p:sp>
        <p:nvSpPr>
          <p:cNvPr id="56" name="TextBox 55">
            <a:extLst>
              <a:ext uri="{FF2B5EF4-FFF2-40B4-BE49-F238E27FC236}">
                <a16:creationId xmlns:a16="http://schemas.microsoft.com/office/drawing/2014/main" id="{CBC034A1-A8CE-0C45-8B07-EF26170EB43B}"/>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
        <p:nvSpPr>
          <p:cNvPr id="25" name="TextBox 24">
            <a:extLst>
              <a:ext uri="{FF2B5EF4-FFF2-40B4-BE49-F238E27FC236}">
                <a16:creationId xmlns:a16="http://schemas.microsoft.com/office/drawing/2014/main" id="{F430CA03-E4C3-E0D6-85A7-D672967372B4}"/>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39" name="TextBox 38">
            <a:extLst>
              <a:ext uri="{FF2B5EF4-FFF2-40B4-BE49-F238E27FC236}">
                <a16:creationId xmlns:a16="http://schemas.microsoft.com/office/drawing/2014/main" id="{3D50AE91-7EBF-BE9B-3705-7A5703284C74}"/>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14" name="TextBox 13">
            <a:extLst>
              <a:ext uri="{FF2B5EF4-FFF2-40B4-BE49-F238E27FC236}">
                <a16:creationId xmlns:a16="http://schemas.microsoft.com/office/drawing/2014/main" id="{D7A2167B-C8D2-22B8-7241-C172B7E36D51}"/>
              </a:ext>
            </a:extLst>
          </p:cNvPr>
          <p:cNvSpPr txBox="1"/>
          <p:nvPr/>
        </p:nvSpPr>
        <p:spPr>
          <a:xfrm>
            <a:off x="6214537" y="3237891"/>
            <a:ext cx="462845" cy="584775"/>
          </a:xfrm>
          <a:prstGeom prst="rect">
            <a:avLst/>
          </a:prstGeom>
          <a:noFill/>
        </p:spPr>
        <p:txBody>
          <a:bodyPr wrap="square" rtlCol="0">
            <a:spAutoFit/>
          </a:bodyPr>
          <a:lstStyle/>
          <a:p>
            <a:pPr algn="ctr"/>
            <a:r>
              <a:rPr lang="en-US" sz="3200" dirty="0"/>
              <a:t>5</a:t>
            </a:r>
          </a:p>
        </p:txBody>
      </p:sp>
      <p:sp>
        <p:nvSpPr>
          <p:cNvPr id="41" name="TextBox 40">
            <a:extLst>
              <a:ext uri="{FF2B5EF4-FFF2-40B4-BE49-F238E27FC236}">
                <a16:creationId xmlns:a16="http://schemas.microsoft.com/office/drawing/2014/main" id="{301A4FEA-013F-75C4-34EE-B618BBA162FD}"/>
              </a:ext>
            </a:extLst>
          </p:cNvPr>
          <p:cNvSpPr txBox="1"/>
          <p:nvPr/>
        </p:nvSpPr>
        <p:spPr>
          <a:xfrm>
            <a:off x="4143022" y="4038229"/>
            <a:ext cx="570089" cy="230832"/>
          </a:xfrm>
          <a:prstGeom prst="rect">
            <a:avLst/>
          </a:prstGeom>
          <a:noFill/>
        </p:spPr>
        <p:txBody>
          <a:bodyPr wrap="square" rtlCol="0">
            <a:spAutoFit/>
          </a:bodyPr>
          <a:lstStyle/>
          <a:p>
            <a:pPr algn="ctr"/>
            <a:r>
              <a:rPr lang="en-US" sz="900" dirty="0"/>
              <a:t>34</a:t>
            </a:r>
          </a:p>
        </p:txBody>
      </p:sp>
      <p:sp>
        <p:nvSpPr>
          <p:cNvPr id="57" name="TextBox 56">
            <a:extLst>
              <a:ext uri="{FF2B5EF4-FFF2-40B4-BE49-F238E27FC236}">
                <a16:creationId xmlns:a16="http://schemas.microsoft.com/office/drawing/2014/main" id="{3A52D22F-E27E-06C5-9553-3425BEE3A169}"/>
              </a:ext>
            </a:extLst>
          </p:cNvPr>
          <p:cNvSpPr txBox="1"/>
          <p:nvPr/>
        </p:nvSpPr>
        <p:spPr>
          <a:xfrm>
            <a:off x="3640666" y="4408541"/>
            <a:ext cx="570089" cy="230832"/>
          </a:xfrm>
          <a:prstGeom prst="rect">
            <a:avLst/>
          </a:prstGeom>
          <a:noFill/>
        </p:spPr>
        <p:txBody>
          <a:bodyPr wrap="square" rtlCol="0">
            <a:spAutoFit/>
          </a:bodyPr>
          <a:lstStyle/>
          <a:p>
            <a:pPr algn="ctr"/>
            <a:r>
              <a:rPr lang="en-US" sz="900" dirty="0"/>
              <a:t>89</a:t>
            </a:r>
          </a:p>
        </p:txBody>
      </p:sp>
      <p:sp>
        <p:nvSpPr>
          <p:cNvPr id="58" name="TextBox 57">
            <a:extLst>
              <a:ext uri="{FF2B5EF4-FFF2-40B4-BE49-F238E27FC236}">
                <a16:creationId xmlns:a16="http://schemas.microsoft.com/office/drawing/2014/main" id="{EC8100B0-8065-4FA5-7B7F-E30D6C071DBC}"/>
              </a:ext>
            </a:extLst>
          </p:cNvPr>
          <p:cNvSpPr txBox="1"/>
          <p:nvPr/>
        </p:nvSpPr>
        <p:spPr>
          <a:xfrm>
            <a:off x="4143022" y="4539173"/>
            <a:ext cx="570089" cy="230832"/>
          </a:xfrm>
          <a:prstGeom prst="rect">
            <a:avLst/>
          </a:prstGeom>
          <a:noFill/>
        </p:spPr>
        <p:txBody>
          <a:bodyPr wrap="square" rtlCol="0">
            <a:spAutoFit/>
          </a:bodyPr>
          <a:lstStyle/>
          <a:p>
            <a:pPr algn="ctr"/>
            <a:r>
              <a:rPr lang="en-US" sz="900" dirty="0"/>
              <a:t>347</a:t>
            </a:r>
          </a:p>
        </p:txBody>
      </p:sp>
      <p:sp>
        <p:nvSpPr>
          <p:cNvPr id="59" name="TextBox 58">
            <a:extLst>
              <a:ext uri="{FF2B5EF4-FFF2-40B4-BE49-F238E27FC236}">
                <a16:creationId xmlns:a16="http://schemas.microsoft.com/office/drawing/2014/main" id="{E89A814E-BECD-6034-409A-2587F5934B0B}"/>
              </a:ext>
            </a:extLst>
          </p:cNvPr>
          <p:cNvSpPr txBox="1"/>
          <p:nvPr/>
        </p:nvSpPr>
        <p:spPr>
          <a:xfrm>
            <a:off x="3640666" y="5040116"/>
            <a:ext cx="570089" cy="230832"/>
          </a:xfrm>
          <a:prstGeom prst="rect">
            <a:avLst/>
          </a:prstGeom>
          <a:noFill/>
        </p:spPr>
        <p:txBody>
          <a:bodyPr wrap="square" rtlCol="0">
            <a:spAutoFit/>
          </a:bodyPr>
          <a:lstStyle/>
          <a:p>
            <a:pPr algn="ctr"/>
            <a:r>
              <a:rPr lang="en-US" sz="900" dirty="0"/>
              <a:t>98</a:t>
            </a:r>
          </a:p>
        </p:txBody>
      </p:sp>
      <p:sp>
        <p:nvSpPr>
          <p:cNvPr id="62" name="TextBox 61">
            <a:extLst>
              <a:ext uri="{FF2B5EF4-FFF2-40B4-BE49-F238E27FC236}">
                <a16:creationId xmlns:a16="http://schemas.microsoft.com/office/drawing/2014/main" id="{5B09EB0F-1B9C-6F38-6C93-13FB31ABB850}"/>
              </a:ext>
            </a:extLst>
          </p:cNvPr>
          <p:cNvSpPr txBox="1"/>
          <p:nvPr/>
        </p:nvSpPr>
        <p:spPr>
          <a:xfrm>
            <a:off x="4143022" y="5040116"/>
            <a:ext cx="570089" cy="230832"/>
          </a:xfrm>
          <a:prstGeom prst="rect">
            <a:avLst/>
          </a:prstGeom>
          <a:noFill/>
        </p:spPr>
        <p:txBody>
          <a:bodyPr wrap="square" rtlCol="0">
            <a:spAutoFit/>
          </a:bodyPr>
          <a:lstStyle/>
          <a:p>
            <a:pPr algn="ctr"/>
            <a:r>
              <a:rPr lang="en-US" sz="900" dirty="0"/>
              <a:t>47</a:t>
            </a:r>
          </a:p>
        </p:txBody>
      </p:sp>
      <p:sp>
        <p:nvSpPr>
          <p:cNvPr id="69" name="TextBox 68">
            <a:extLst>
              <a:ext uri="{FF2B5EF4-FFF2-40B4-BE49-F238E27FC236}">
                <a16:creationId xmlns:a16="http://schemas.microsoft.com/office/drawing/2014/main" id="{B87ABFDD-6AFB-71EA-DDCA-0261E0C2CCED}"/>
              </a:ext>
            </a:extLst>
          </p:cNvPr>
          <p:cNvSpPr txBox="1"/>
          <p:nvPr/>
        </p:nvSpPr>
        <p:spPr>
          <a:xfrm>
            <a:off x="6152446" y="4539173"/>
            <a:ext cx="570089" cy="230832"/>
          </a:xfrm>
          <a:prstGeom prst="rect">
            <a:avLst/>
          </a:prstGeom>
          <a:noFill/>
        </p:spPr>
        <p:txBody>
          <a:bodyPr wrap="square" rtlCol="0">
            <a:spAutoFit/>
          </a:bodyPr>
          <a:lstStyle/>
          <a:p>
            <a:pPr algn="ctr"/>
            <a:r>
              <a:rPr lang="en-US" sz="900" dirty="0"/>
              <a:t>489</a:t>
            </a:r>
          </a:p>
        </p:txBody>
      </p:sp>
      <p:sp>
        <p:nvSpPr>
          <p:cNvPr id="70" name="TextBox 69">
            <a:extLst>
              <a:ext uri="{FF2B5EF4-FFF2-40B4-BE49-F238E27FC236}">
                <a16:creationId xmlns:a16="http://schemas.microsoft.com/office/drawing/2014/main" id="{F4F5B216-875D-89C1-B335-C8374806AED0}"/>
              </a:ext>
            </a:extLst>
          </p:cNvPr>
          <p:cNvSpPr txBox="1"/>
          <p:nvPr/>
        </p:nvSpPr>
        <p:spPr>
          <a:xfrm>
            <a:off x="6152446" y="5040116"/>
            <a:ext cx="570089" cy="230832"/>
          </a:xfrm>
          <a:prstGeom prst="rect">
            <a:avLst/>
          </a:prstGeom>
          <a:noFill/>
        </p:spPr>
        <p:txBody>
          <a:bodyPr wrap="square" rtlCol="0">
            <a:spAutoFit/>
          </a:bodyPr>
          <a:lstStyle/>
          <a:p>
            <a:pPr algn="ctr"/>
            <a:r>
              <a:rPr lang="en-US" sz="900" dirty="0"/>
              <a:t>489</a:t>
            </a:r>
          </a:p>
        </p:txBody>
      </p:sp>
      <p:sp>
        <p:nvSpPr>
          <p:cNvPr id="71" name="TextBox 70">
            <a:extLst>
              <a:ext uri="{FF2B5EF4-FFF2-40B4-BE49-F238E27FC236}">
                <a16:creationId xmlns:a16="http://schemas.microsoft.com/office/drawing/2014/main" id="{5B3D815E-E67A-3324-8887-D94AA675EDC8}"/>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
        <p:nvSpPr>
          <p:cNvPr id="73" name="TextBox 72">
            <a:extLst>
              <a:ext uri="{FF2B5EF4-FFF2-40B4-BE49-F238E27FC236}">
                <a16:creationId xmlns:a16="http://schemas.microsoft.com/office/drawing/2014/main" id="{C4A5BBA0-AA25-ACAE-CF99-1175D6009A85}"/>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74" name="TextBox 73">
            <a:extLst>
              <a:ext uri="{FF2B5EF4-FFF2-40B4-BE49-F238E27FC236}">
                <a16:creationId xmlns:a16="http://schemas.microsoft.com/office/drawing/2014/main" id="{A2A56CB8-D402-7B1B-9C03-AFD6BC918B5E}"/>
              </a:ext>
            </a:extLst>
          </p:cNvPr>
          <p:cNvSpPr txBox="1"/>
          <p:nvPr/>
        </p:nvSpPr>
        <p:spPr>
          <a:xfrm>
            <a:off x="5215469" y="1727886"/>
            <a:ext cx="462845" cy="584775"/>
          </a:xfrm>
          <a:prstGeom prst="rect">
            <a:avLst/>
          </a:prstGeom>
          <a:noFill/>
        </p:spPr>
        <p:txBody>
          <a:bodyPr wrap="square" rtlCol="0">
            <a:spAutoFit/>
          </a:bodyPr>
          <a:lstStyle/>
          <a:p>
            <a:pPr algn="ctr"/>
            <a:r>
              <a:rPr lang="en-US" sz="3200" dirty="0"/>
              <a:t>8</a:t>
            </a:r>
          </a:p>
        </p:txBody>
      </p:sp>
      <p:sp>
        <p:nvSpPr>
          <p:cNvPr id="75" name="TextBox 74">
            <a:extLst>
              <a:ext uri="{FF2B5EF4-FFF2-40B4-BE49-F238E27FC236}">
                <a16:creationId xmlns:a16="http://schemas.microsoft.com/office/drawing/2014/main" id="{AA317A42-2804-7A30-CC80-D0EB6945DE6B}"/>
              </a:ext>
            </a:extLst>
          </p:cNvPr>
          <p:cNvSpPr txBox="1"/>
          <p:nvPr/>
        </p:nvSpPr>
        <p:spPr>
          <a:xfrm>
            <a:off x="3217333" y="1224551"/>
            <a:ext cx="462845" cy="584775"/>
          </a:xfrm>
          <a:prstGeom prst="rect">
            <a:avLst/>
          </a:prstGeom>
          <a:noFill/>
        </p:spPr>
        <p:txBody>
          <a:bodyPr wrap="square" rtlCol="0">
            <a:spAutoFit/>
          </a:bodyPr>
          <a:lstStyle/>
          <a:p>
            <a:pPr algn="ctr"/>
            <a:r>
              <a:rPr lang="en-US" sz="3200" dirty="0"/>
              <a:t>8</a:t>
            </a:r>
          </a:p>
        </p:txBody>
      </p:sp>
      <p:sp>
        <p:nvSpPr>
          <p:cNvPr id="76" name="TextBox 75">
            <a:extLst>
              <a:ext uri="{FF2B5EF4-FFF2-40B4-BE49-F238E27FC236}">
                <a16:creationId xmlns:a16="http://schemas.microsoft.com/office/drawing/2014/main" id="{A7715A1B-903E-182B-F966-6571EA5E75E8}"/>
              </a:ext>
            </a:extLst>
          </p:cNvPr>
          <p:cNvSpPr txBox="1"/>
          <p:nvPr/>
        </p:nvSpPr>
        <p:spPr>
          <a:xfrm>
            <a:off x="3217333" y="1727886"/>
            <a:ext cx="462845" cy="584775"/>
          </a:xfrm>
          <a:prstGeom prst="rect">
            <a:avLst/>
          </a:prstGeom>
          <a:noFill/>
        </p:spPr>
        <p:txBody>
          <a:bodyPr wrap="square" rtlCol="0">
            <a:spAutoFit/>
          </a:bodyPr>
          <a:lstStyle/>
          <a:p>
            <a:pPr algn="ctr"/>
            <a:r>
              <a:rPr lang="en-US" sz="3200" dirty="0"/>
              <a:t>9</a:t>
            </a:r>
          </a:p>
        </p:txBody>
      </p:sp>
      <p:sp>
        <p:nvSpPr>
          <p:cNvPr id="77" name="TextBox 76">
            <a:extLst>
              <a:ext uri="{FF2B5EF4-FFF2-40B4-BE49-F238E27FC236}">
                <a16:creationId xmlns:a16="http://schemas.microsoft.com/office/drawing/2014/main" id="{907DB130-46A2-798E-66E0-4E0A2203F654}"/>
              </a:ext>
            </a:extLst>
          </p:cNvPr>
          <p:cNvSpPr txBox="1"/>
          <p:nvPr/>
        </p:nvSpPr>
        <p:spPr>
          <a:xfrm>
            <a:off x="6714071" y="1727886"/>
            <a:ext cx="462845" cy="584775"/>
          </a:xfrm>
          <a:prstGeom prst="rect">
            <a:avLst/>
          </a:prstGeom>
          <a:noFill/>
        </p:spPr>
        <p:txBody>
          <a:bodyPr wrap="square" rtlCol="0">
            <a:spAutoFit/>
          </a:bodyPr>
          <a:lstStyle/>
          <a:p>
            <a:pPr algn="ctr"/>
            <a:r>
              <a:rPr lang="en-US" sz="3200" dirty="0"/>
              <a:t>3</a:t>
            </a:r>
          </a:p>
        </p:txBody>
      </p:sp>
      <p:sp>
        <p:nvSpPr>
          <p:cNvPr id="78" name="TextBox 77">
            <a:extLst>
              <a:ext uri="{FF2B5EF4-FFF2-40B4-BE49-F238E27FC236}">
                <a16:creationId xmlns:a16="http://schemas.microsoft.com/office/drawing/2014/main" id="{0B377AD0-142A-22A3-0476-9A93DEDE2AC6}"/>
              </a:ext>
            </a:extLst>
          </p:cNvPr>
          <p:cNvSpPr txBox="1"/>
          <p:nvPr/>
        </p:nvSpPr>
        <p:spPr>
          <a:xfrm>
            <a:off x="7213604" y="1727886"/>
            <a:ext cx="462845" cy="584775"/>
          </a:xfrm>
          <a:prstGeom prst="rect">
            <a:avLst/>
          </a:prstGeom>
          <a:noFill/>
        </p:spPr>
        <p:txBody>
          <a:bodyPr wrap="square" rtlCol="0">
            <a:spAutoFit/>
          </a:bodyPr>
          <a:lstStyle/>
          <a:p>
            <a:pPr algn="ctr"/>
            <a:r>
              <a:rPr lang="en-US" sz="3200" dirty="0"/>
              <a:t>5</a:t>
            </a:r>
          </a:p>
        </p:txBody>
      </p:sp>
      <p:sp>
        <p:nvSpPr>
          <p:cNvPr id="79" name="TextBox 78">
            <a:extLst>
              <a:ext uri="{FF2B5EF4-FFF2-40B4-BE49-F238E27FC236}">
                <a16:creationId xmlns:a16="http://schemas.microsoft.com/office/drawing/2014/main" id="{2E26AEB5-31F3-974C-637B-1D1202CC58F2}"/>
              </a:ext>
            </a:extLst>
          </p:cNvPr>
          <p:cNvSpPr txBox="1"/>
          <p:nvPr/>
        </p:nvSpPr>
        <p:spPr>
          <a:xfrm>
            <a:off x="4715935" y="2734556"/>
            <a:ext cx="462845" cy="584775"/>
          </a:xfrm>
          <a:prstGeom prst="rect">
            <a:avLst/>
          </a:prstGeom>
          <a:noFill/>
        </p:spPr>
        <p:txBody>
          <a:bodyPr wrap="square" rtlCol="0">
            <a:spAutoFit/>
          </a:bodyPr>
          <a:lstStyle/>
          <a:p>
            <a:pPr algn="ctr"/>
            <a:r>
              <a:rPr lang="en-US" sz="3200" dirty="0"/>
              <a:t>1</a:t>
            </a:r>
          </a:p>
        </p:txBody>
      </p:sp>
      <p:sp>
        <p:nvSpPr>
          <p:cNvPr id="80" name="TextBox 79">
            <a:extLst>
              <a:ext uri="{FF2B5EF4-FFF2-40B4-BE49-F238E27FC236}">
                <a16:creationId xmlns:a16="http://schemas.microsoft.com/office/drawing/2014/main" id="{39D3F5F5-5844-3FA5-26DF-824177B0D493}"/>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AE695EDE-6972-D1F5-D615-EFD1DF70354E}"/>
              </a:ext>
            </a:extLst>
          </p:cNvPr>
          <p:cNvSpPr txBox="1"/>
          <p:nvPr/>
        </p:nvSpPr>
        <p:spPr>
          <a:xfrm>
            <a:off x="3716867" y="3741226"/>
            <a:ext cx="462845" cy="584775"/>
          </a:xfrm>
          <a:prstGeom prst="rect">
            <a:avLst/>
          </a:prstGeom>
          <a:noFill/>
        </p:spPr>
        <p:txBody>
          <a:bodyPr wrap="square" rtlCol="0">
            <a:spAutoFit/>
          </a:bodyPr>
          <a:lstStyle/>
          <a:p>
            <a:pPr algn="ctr"/>
            <a:r>
              <a:rPr lang="en-US" sz="3200" dirty="0"/>
              <a:t>2</a:t>
            </a:r>
          </a:p>
        </p:txBody>
      </p:sp>
      <p:sp>
        <p:nvSpPr>
          <p:cNvPr id="17" name="TextBox 16">
            <a:extLst>
              <a:ext uri="{FF2B5EF4-FFF2-40B4-BE49-F238E27FC236}">
                <a16:creationId xmlns:a16="http://schemas.microsoft.com/office/drawing/2014/main" id="{A827CEC7-50D1-E611-A79C-0A5D611A9789}"/>
              </a:ext>
            </a:extLst>
          </p:cNvPr>
          <p:cNvSpPr txBox="1"/>
          <p:nvPr/>
        </p:nvSpPr>
        <p:spPr>
          <a:xfrm>
            <a:off x="5147734" y="4038229"/>
            <a:ext cx="570089" cy="230832"/>
          </a:xfrm>
          <a:prstGeom prst="rect">
            <a:avLst/>
          </a:prstGeom>
          <a:noFill/>
        </p:spPr>
        <p:txBody>
          <a:bodyPr wrap="square" rtlCol="0">
            <a:spAutoFit/>
          </a:bodyPr>
          <a:lstStyle/>
          <a:p>
            <a:pPr algn="ctr"/>
            <a:r>
              <a:rPr lang="en-US" sz="900" dirty="0"/>
              <a:t>43</a:t>
            </a:r>
          </a:p>
        </p:txBody>
      </p:sp>
      <p:sp>
        <p:nvSpPr>
          <p:cNvPr id="28" name="TextBox 27">
            <a:extLst>
              <a:ext uri="{FF2B5EF4-FFF2-40B4-BE49-F238E27FC236}">
                <a16:creationId xmlns:a16="http://schemas.microsoft.com/office/drawing/2014/main" id="{EC7E68DA-F563-6244-6AD1-FFB9BF351551}"/>
              </a:ext>
            </a:extLst>
          </p:cNvPr>
          <p:cNvSpPr txBox="1"/>
          <p:nvPr/>
        </p:nvSpPr>
        <p:spPr>
          <a:xfrm>
            <a:off x="4645378" y="4539173"/>
            <a:ext cx="570089" cy="230832"/>
          </a:xfrm>
          <a:prstGeom prst="rect">
            <a:avLst/>
          </a:prstGeom>
          <a:noFill/>
        </p:spPr>
        <p:txBody>
          <a:bodyPr wrap="square" rtlCol="0">
            <a:spAutoFit/>
          </a:bodyPr>
          <a:lstStyle/>
          <a:p>
            <a:pPr algn="ctr"/>
            <a:r>
              <a:rPr lang="en-US" sz="900" dirty="0"/>
              <a:t>239</a:t>
            </a:r>
          </a:p>
        </p:txBody>
      </p:sp>
      <p:sp>
        <p:nvSpPr>
          <p:cNvPr id="29" name="TextBox 28">
            <a:extLst>
              <a:ext uri="{FF2B5EF4-FFF2-40B4-BE49-F238E27FC236}">
                <a16:creationId xmlns:a16="http://schemas.microsoft.com/office/drawing/2014/main" id="{27D63798-C179-F96A-35D8-81A635C9DCC9}"/>
              </a:ext>
            </a:extLst>
          </p:cNvPr>
          <p:cNvSpPr txBox="1"/>
          <p:nvPr/>
        </p:nvSpPr>
        <p:spPr>
          <a:xfrm>
            <a:off x="5147734" y="4539173"/>
            <a:ext cx="570089" cy="230832"/>
          </a:xfrm>
          <a:prstGeom prst="rect">
            <a:avLst/>
          </a:prstGeom>
          <a:noFill/>
        </p:spPr>
        <p:txBody>
          <a:bodyPr wrap="square" rtlCol="0">
            <a:spAutoFit/>
          </a:bodyPr>
          <a:lstStyle/>
          <a:p>
            <a:pPr algn="ctr"/>
            <a:r>
              <a:rPr lang="en-US" sz="900" dirty="0"/>
              <a:t>3459</a:t>
            </a:r>
          </a:p>
        </p:txBody>
      </p:sp>
      <p:sp>
        <p:nvSpPr>
          <p:cNvPr id="32" name="TextBox 31">
            <a:extLst>
              <a:ext uri="{FF2B5EF4-FFF2-40B4-BE49-F238E27FC236}">
                <a16:creationId xmlns:a16="http://schemas.microsoft.com/office/drawing/2014/main" id="{A6AA1810-6B19-E201-44AD-6CB0D8D37067}"/>
              </a:ext>
            </a:extLst>
          </p:cNvPr>
          <p:cNvSpPr txBox="1"/>
          <p:nvPr/>
        </p:nvSpPr>
        <p:spPr>
          <a:xfrm>
            <a:off x="5650090" y="4539173"/>
            <a:ext cx="570089" cy="230832"/>
          </a:xfrm>
          <a:prstGeom prst="rect">
            <a:avLst/>
          </a:prstGeom>
          <a:noFill/>
        </p:spPr>
        <p:txBody>
          <a:bodyPr wrap="square" rtlCol="0">
            <a:spAutoFit/>
          </a:bodyPr>
          <a:lstStyle/>
          <a:p>
            <a:pPr algn="ctr"/>
            <a:r>
              <a:rPr lang="en-US" sz="900" dirty="0"/>
              <a:t>179</a:t>
            </a:r>
          </a:p>
        </p:txBody>
      </p:sp>
      <p:sp>
        <p:nvSpPr>
          <p:cNvPr id="34" name="TextBox 33">
            <a:extLst>
              <a:ext uri="{FF2B5EF4-FFF2-40B4-BE49-F238E27FC236}">
                <a16:creationId xmlns:a16="http://schemas.microsoft.com/office/drawing/2014/main" id="{52DA42F9-0AB8-ECFF-5614-BC5A31443E6D}"/>
              </a:ext>
            </a:extLst>
          </p:cNvPr>
          <p:cNvSpPr txBox="1"/>
          <p:nvPr/>
        </p:nvSpPr>
        <p:spPr>
          <a:xfrm>
            <a:off x="4645378" y="5040116"/>
            <a:ext cx="570089" cy="230832"/>
          </a:xfrm>
          <a:prstGeom prst="rect">
            <a:avLst/>
          </a:prstGeom>
          <a:noFill/>
        </p:spPr>
        <p:txBody>
          <a:bodyPr wrap="square" rtlCol="0">
            <a:spAutoFit/>
          </a:bodyPr>
          <a:lstStyle/>
          <a:p>
            <a:pPr algn="ctr"/>
            <a:r>
              <a:rPr lang="en-US" sz="900" dirty="0"/>
              <a:t>29</a:t>
            </a:r>
          </a:p>
        </p:txBody>
      </p:sp>
      <p:sp>
        <p:nvSpPr>
          <p:cNvPr id="49" name="TextBox 48">
            <a:extLst>
              <a:ext uri="{FF2B5EF4-FFF2-40B4-BE49-F238E27FC236}">
                <a16:creationId xmlns:a16="http://schemas.microsoft.com/office/drawing/2014/main" id="{38034FEB-4004-E81C-FE1F-55E86A4E6C31}"/>
              </a:ext>
            </a:extLst>
          </p:cNvPr>
          <p:cNvSpPr txBox="1"/>
          <p:nvPr/>
        </p:nvSpPr>
        <p:spPr>
          <a:xfrm>
            <a:off x="5147734" y="5040116"/>
            <a:ext cx="570089" cy="230832"/>
          </a:xfrm>
          <a:prstGeom prst="rect">
            <a:avLst/>
          </a:prstGeom>
          <a:noFill/>
        </p:spPr>
        <p:txBody>
          <a:bodyPr wrap="square" rtlCol="0">
            <a:spAutoFit/>
          </a:bodyPr>
          <a:lstStyle/>
          <a:p>
            <a:pPr algn="ctr"/>
            <a:r>
              <a:rPr lang="en-US" sz="900" dirty="0"/>
              <a:t>459</a:t>
            </a:r>
          </a:p>
        </p:txBody>
      </p:sp>
      <p:sp>
        <p:nvSpPr>
          <p:cNvPr id="60" name="TextBox 59">
            <a:extLst>
              <a:ext uri="{FF2B5EF4-FFF2-40B4-BE49-F238E27FC236}">
                <a16:creationId xmlns:a16="http://schemas.microsoft.com/office/drawing/2014/main" id="{8904151E-A8C5-ECFF-46B0-5D6B88FD2F8C}"/>
              </a:ext>
            </a:extLst>
          </p:cNvPr>
          <p:cNvSpPr txBox="1"/>
          <p:nvPr/>
        </p:nvSpPr>
        <p:spPr>
          <a:xfrm>
            <a:off x="5650090" y="5040116"/>
            <a:ext cx="570089" cy="230832"/>
          </a:xfrm>
          <a:prstGeom prst="rect">
            <a:avLst/>
          </a:prstGeom>
          <a:noFill/>
        </p:spPr>
        <p:txBody>
          <a:bodyPr wrap="square" rtlCol="0">
            <a:spAutoFit/>
          </a:bodyPr>
          <a:lstStyle/>
          <a:p>
            <a:pPr algn="ctr"/>
            <a:r>
              <a:rPr lang="en-US" sz="900" dirty="0"/>
              <a:t>179</a:t>
            </a:r>
          </a:p>
        </p:txBody>
      </p:sp>
      <p:sp>
        <p:nvSpPr>
          <p:cNvPr id="61" name="TextBox 60">
            <a:extLst>
              <a:ext uri="{FF2B5EF4-FFF2-40B4-BE49-F238E27FC236}">
                <a16:creationId xmlns:a16="http://schemas.microsoft.com/office/drawing/2014/main" id="{59143300-3B93-669F-446E-0D976C6A351B}"/>
              </a:ext>
            </a:extLst>
          </p:cNvPr>
          <p:cNvSpPr txBox="1"/>
          <p:nvPr/>
        </p:nvSpPr>
        <p:spPr>
          <a:xfrm>
            <a:off x="6654802" y="3907597"/>
            <a:ext cx="570089" cy="230832"/>
          </a:xfrm>
          <a:prstGeom prst="rect">
            <a:avLst/>
          </a:prstGeom>
          <a:noFill/>
        </p:spPr>
        <p:txBody>
          <a:bodyPr wrap="square" rtlCol="0">
            <a:spAutoFit/>
          </a:bodyPr>
          <a:lstStyle/>
          <a:p>
            <a:pPr algn="ctr"/>
            <a:r>
              <a:rPr lang="en-US" sz="900" dirty="0"/>
              <a:t>157</a:t>
            </a:r>
          </a:p>
        </p:txBody>
      </p:sp>
      <p:sp>
        <p:nvSpPr>
          <p:cNvPr id="72" name="TextBox 71">
            <a:extLst>
              <a:ext uri="{FF2B5EF4-FFF2-40B4-BE49-F238E27FC236}">
                <a16:creationId xmlns:a16="http://schemas.microsoft.com/office/drawing/2014/main" id="{9D7F1D62-D520-5348-3DDF-C7139F3156C3}"/>
              </a:ext>
            </a:extLst>
          </p:cNvPr>
          <p:cNvSpPr txBox="1"/>
          <p:nvPr/>
        </p:nvSpPr>
        <p:spPr>
          <a:xfrm>
            <a:off x="7157158" y="3907597"/>
            <a:ext cx="570089" cy="230832"/>
          </a:xfrm>
          <a:prstGeom prst="rect">
            <a:avLst/>
          </a:prstGeom>
          <a:noFill/>
        </p:spPr>
        <p:txBody>
          <a:bodyPr wrap="square" rtlCol="0">
            <a:spAutoFit/>
          </a:bodyPr>
          <a:lstStyle/>
          <a:p>
            <a:pPr algn="ctr"/>
            <a:r>
              <a:rPr lang="en-US" sz="900" dirty="0"/>
              <a:t>17</a:t>
            </a:r>
          </a:p>
        </p:txBody>
      </p:sp>
      <p:sp>
        <p:nvSpPr>
          <p:cNvPr id="81" name="TextBox 80">
            <a:extLst>
              <a:ext uri="{FF2B5EF4-FFF2-40B4-BE49-F238E27FC236}">
                <a16:creationId xmlns:a16="http://schemas.microsoft.com/office/drawing/2014/main" id="{469EB2BC-88AE-CD9E-48F7-7A63DE2028A6}"/>
              </a:ext>
            </a:extLst>
          </p:cNvPr>
          <p:cNvSpPr txBox="1"/>
          <p:nvPr/>
        </p:nvSpPr>
        <p:spPr>
          <a:xfrm>
            <a:off x="6654802" y="4408541"/>
            <a:ext cx="570089" cy="230832"/>
          </a:xfrm>
          <a:prstGeom prst="rect">
            <a:avLst/>
          </a:prstGeom>
          <a:noFill/>
        </p:spPr>
        <p:txBody>
          <a:bodyPr wrap="square" rtlCol="0">
            <a:spAutoFit/>
          </a:bodyPr>
          <a:lstStyle/>
          <a:p>
            <a:pPr algn="ctr"/>
            <a:r>
              <a:rPr lang="en-US" sz="900" dirty="0"/>
              <a:t>1256</a:t>
            </a:r>
          </a:p>
        </p:txBody>
      </p:sp>
      <p:sp>
        <p:nvSpPr>
          <p:cNvPr id="82" name="TextBox 81">
            <a:extLst>
              <a:ext uri="{FF2B5EF4-FFF2-40B4-BE49-F238E27FC236}">
                <a16:creationId xmlns:a16="http://schemas.microsoft.com/office/drawing/2014/main" id="{C08E13C0-424B-235F-86DE-B844B1494569}"/>
              </a:ext>
            </a:extLst>
          </p:cNvPr>
          <p:cNvSpPr txBox="1"/>
          <p:nvPr/>
        </p:nvSpPr>
        <p:spPr>
          <a:xfrm>
            <a:off x="7157158" y="4408541"/>
            <a:ext cx="570089" cy="230832"/>
          </a:xfrm>
          <a:prstGeom prst="rect">
            <a:avLst/>
          </a:prstGeom>
          <a:noFill/>
        </p:spPr>
        <p:txBody>
          <a:bodyPr wrap="square" rtlCol="0">
            <a:spAutoFit/>
          </a:bodyPr>
          <a:lstStyle/>
          <a:p>
            <a:pPr algn="ctr"/>
            <a:r>
              <a:rPr lang="en-US" sz="900" dirty="0"/>
              <a:t>126</a:t>
            </a:r>
          </a:p>
        </p:txBody>
      </p:sp>
      <p:sp>
        <p:nvSpPr>
          <p:cNvPr id="83" name="TextBox 82">
            <a:extLst>
              <a:ext uri="{FF2B5EF4-FFF2-40B4-BE49-F238E27FC236}">
                <a16:creationId xmlns:a16="http://schemas.microsoft.com/office/drawing/2014/main" id="{93D22566-56D4-EE65-6273-E87B22872D23}"/>
              </a:ext>
            </a:extLst>
          </p:cNvPr>
          <p:cNvSpPr txBox="1"/>
          <p:nvPr/>
        </p:nvSpPr>
        <p:spPr>
          <a:xfrm>
            <a:off x="6654802" y="5040116"/>
            <a:ext cx="570089" cy="230832"/>
          </a:xfrm>
          <a:prstGeom prst="rect">
            <a:avLst/>
          </a:prstGeom>
          <a:noFill/>
        </p:spPr>
        <p:txBody>
          <a:bodyPr wrap="square" rtlCol="0">
            <a:spAutoFit/>
          </a:bodyPr>
          <a:lstStyle/>
          <a:p>
            <a:pPr algn="ctr"/>
            <a:r>
              <a:rPr lang="en-US" sz="900" dirty="0"/>
              <a:t>125</a:t>
            </a:r>
          </a:p>
        </p:txBody>
      </p:sp>
      <p:sp>
        <p:nvSpPr>
          <p:cNvPr id="84" name="TextBox 83">
            <a:extLst>
              <a:ext uri="{FF2B5EF4-FFF2-40B4-BE49-F238E27FC236}">
                <a16:creationId xmlns:a16="http://schemas.microsoft.com/office/drawing/2014/main" id="{B73183EC-8586-74F6-2B4F-3192955346EC}"/>
              </a:ext>
            </a:extLst>
          </p:cNvPr>
          <p:cNvSpPr txBox="1"/>
          <p:nvPr/>
        </p:nvSpPr>
        <p:spPr>
          <a:xfrm>
            <a:off x="5715003" y="3741226"/>
            <a:ext cx="462845" cy="584775"/>
          </a:xfrm>
          <a:prstGeom prst="rect">
            <a:avLst/>
          </a:prstGeom>
          <a:noFill/>
        </p:spPr>
        <p:txBody>
          <a:bodyPr wrap="square" rtlCol="0">
            <a:spAutoFit/>
          </a:bodyPr>
          <a:lstStyle/>
          <a:p>
            <a:pPr algn="ctr"/>
            <a:r>
              <a:rPr lang="en-US" sz="3200" dirty="0"/>
              <a:t>8</a:t>
            </a:r>
          </a:p>
        </p:txBody>
      </p:sp>
      <p:sp>
        <p:nvSpPr>
          <p:cNvPr id="21" name="TextBox 20">
            <a:extLst>
              <a:ext uri="{FF2B5EF4-FFF2-40B4-BE49-F238E27FC236}">
                <a16:creationId xmlns:a16="http://schemas.microsoft.com/office/drawing/2014/main" id="{D03FD21A-8C97-78DE-D23C-A3BDC315E820}"/>
              </a:ext>
            </a:extLst>
          </p:cNvPr>
          <p:cNvSpPr txBox="1"/>
          <p:nvPr/>
        </p:nvSpPr>
        <p:spPr>
          <a:xfrm>
            <a:off x="6214537" y="3741226"/>
            <a:ext cx="462845" cy="584775"/>
          </a:xfrm>
          <a:prstGeom prst="rect">
            <a:avLst/>
          </a:prstGeom>
          <a:noFill/>
        </p:spPr>
        <p:txBody>
          <a:bodyPr wrap="square" rtlCol="0">
            <a:spAutoFit/>
          </a:bodyPr>
          <a:lstStyle/>
          <a:p>
            <a:pPr algn="ctr"/>
            <a:r>
              <a:rPr lang="en-US" sz="3200" dirty="0"/>
              <a:t>9</a:t>
            </a:r>
          </a:p>
        </p:txBody>
      </p:sp>
      <p:sp>
        <p:nvSpPr>
          <p:cNvPr id="85" name="TextBox 84">
            <a:extLst>
              <a:ext uri="{FF2B5EF4-FFF2-40B4-BE49-F238E27FC236}">
                <a16:creationId xmlns:a16="http://schemas.microsoft.com/office/drawing/2014/main" id="{C3620BD9-2CB7-CF1B-A969-DD55F907B5F8}"/>
              </a:ext>
            </a:extLst>
          </p:cNvPr>
          <p:cNvSpPr txBox="1"/>
          <p:nvPr/>
        </p:nvSpPr>
        <p:spPr>
          <a:xfrm>
            <a:off x="4216401" y="2231221"/>
            <a:ext cx="462845" cy="584775"/>
          </a:xfrm>
          <a:prstGeom prst="rect">
            <a:avLst/>
          </a:prstGeom>
          <a:noFill/>
        </p:spPr>
        <p:txBody>
          <a:bodyPr wrap="square" rtlCol="0">
            <a:spAutoFit/>
          </a:bodyPr>
          <a:lstStyle/>
          <a:p>
            <a:pPr algn="ctr"/>
            <a:r>
              <a:rPr lang="en-US" sz="3200" dirty="0"/>
              <a:t>8</a:t>
            </a:r>
          </a:p>
        </p:txBody>
      </p:sp>
      <p:sp>
        <p:nvSpPr>
          <p:cNvPr id="86" name="TextBox 85">
            <a:extLst>
              <a:ext uri="{FF2B5EF4-FFF2-40B4-BE49-F238E27FC236}">
                <a16:creationId xmlns:a16="http://schemas.microsoft.com/office/drawing/2014/main" id="{DFAE47E0-26FE-3D72-FBBF-8CDA0D2EB0B7}"/>
              </a:ext>
            </a:extLst>
          </p:cNvPr>
          <p:cNvSpPr txBox="1"/>
          <p:nvPr/>
        </p:nvSpPr>
        <p:spPr>
          <a:xfrm>
            <a:off x="5715003" y="2231221"/>
            <a:ext cx="462845" cy="584775"/>
          </a:xfrm>
          <a:prstGeom prst="rect">
            <a:avLst/>
          </a:prstGeom>
          <a:noFill/>
        </p:spPr>
        <p:txBody>
          <a:bodyPr wrap="square" rtlCol="0">
            <a:spAutoFit/>
          </a:bodyPr>
          <a:lstStyle/>
          <a:p>
            <a:pPr algn="ctr"/>
            <a:r>
              <a:rPr lang="en-US" sz="3200" dirty="0"/>
              <a:t>9</a:t>
            </a:r>
          </a:p>
        </p:txBody>
      </p:sp>
    </p:spTree>
    <p:extLst>
      <p:ext uri="{BB962C8B-B14F-4D97-AF65-F5344CB8AC3E}">
        <p14:creationId xmlns:p14="http://schemas.microsoft.com/office/powerpoint/2010/main" val="109848768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BD1AFF-0BD5-FD12-E55D-5E30712CA61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63ACAD9-F3EA-EF82-E4A9-C66C91F136E7}"/>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3ADAA745-2F62-CD90-0187-E12D8D84AC1F}"/>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EC440050-2A1A-C5CB-12D8-F91A92946CEB}"/>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C5343CFF-C68D-16C4-3E83-63B8934EB6FE}"/>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68DB9F69-DBDF-5A2F-40EB-99B743099ECF}"/>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C29A8E10-D35B-6274-2419-ADC22B26BAA1}"/>
              </a:ext>
            </a:extLst>
          </p:cNvPr>
          <p:cNvSpPr txBox="1"/>
          <p:nvPr/>
        </p:nvSpPr>
        <p:spPr>
          <a:xfrm>
            <a:off x="3716867" y="2231221"/>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217CF378-2C12-08B9-53D2-EEF7DC19896E}"/>
              </a:ext>
            </a:extLst>
          </p:cNvPr>
          <p:cNvSpPr txBox="1"/>
          <p:nvPr/>
        </p:nvSpPr>
        <p:spPr>
          <a:xfrm>
            <a:off x="3217333" y="4747898"/>
            <a:ext cx="462845" cy="584775"/>
          </a:xfrm>
          <a:prstGeom prst="rect">
            <a:avLst/>
          </a:prstGeom>
          <a:noFill/>
        </p:spPr>
        <p:txBody>
          <a:bodyPr wrap="square" rtlCol="0">
            <a:spAutoFit/>
          </a:bodyPr>
          <a:lstStyle/>
          <a:p>
            <a:pPr algn="ctr"/>
            <a:r>
              <a:rPr lang="en-US" sz="3200" dirty="0"/>
              <a:t>6</a:t>
            </a:r>
          </a:p>
        </p:txBody>
      </p:sp>
      <p:sp>
        <p:nvSpPr>
          <p:cNvPr id="11" name="TextBox 10">
            <a:extLst>
              <a:ext uri="{FF2B5EF4-FFF2-40B4-BE49-F238E27FC236}">
                <a16:creationId xmlns:a16="http://schemas.microsoft.com/office/drawing/2014/main" id="{CC2A8A97-8DBC-8DF2-50FB-4E7B22DA4154}"/>
              </a:ext>
            </a:extLst>
          </p:cNvPr>
          <p:cNvSpPr txBox="1"/>
          <p:nvPr/>
        </p:nvSpPr>
        <p:spPr>
          <a:xfrm>
            <a:off x="7213604" y="4747898"/>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EF099B17-071F-E538-88D6-0FFA5F0EED49}"/>
              </a:ext>
            </a:extLst>
          </p:cNvPr>
          <p:cNvSpPr txBox="1"/>
          <p:nvPr/>
        </p:nvSpPr>
        <p:spPr>
          <a:xfrm>
            <a:off x="6214537" y="2734556"/>
            <a:ext cx="462845" cy="584775"/>
          </a:xfrm>
          <a:prstGeom prst="rect">
            <a:avLst/>
          </a:prstGeom>
          <a:noFill/>
        </p:spPr>
        <p:txBody>
          <a:bodyPr wrap="square" rtlCol="0">
            <a:spAutoFit/>
          </a:bodyPr>
          <a:lstStyle/>
          <a:p>
            <a:pPr algn="ctr"/>
            <a:r>
              <a:rPr lang="en-US" sz="3200" dirty="0"/>
              <a:t>3</a:t>
            </a:r>
          </a:p>
        </p:txBody>
      </p:sp>
      <p:sp>
        <p:nvSpPr>
          <p:cNvPr id="18" name="TextBox 17">
            <a:extLst>
              <a:ext uri="{FF2B5EF4-FFF2-40B4-BE49-F238E27FC236}">
                <a16:creationId xmlns:a16="http://schemas.microsoft.com/office/drawing/2014/main" id="{3EC21320-A454-46F9-3875-86BA0EFF3343}"/>
              </a:ext>
            </a:extLst>
          </p:cNvPr>
          <p:cNvSpPr txBox="1"/>
          <p:nvPr/>
        </p:nvSpPr>
        <p:spPr>
          <a:xfrm>
            <a:off x="6654802" y="2404765"/>
            <a:ext cx="570089" cy="230832"/>
          </a:xfrm>
          <a:prstGeom prst="rect">
            <a:avLst/>
          </a:prstGeom>
          <a:noFill/>
        </p:spPr>
        <p:txBody>
          <a:bodyPr wrap="square" rtlCol="0">
            <a:spAutoFit/>
          </a:bodyPr>
          <a:lstStyle/>
          <a:p>
            <a:pPr algn="ctr"/>
            <a:r>
              <a:rPr lang="en-US" sz="900" dirty="0"/>
              <a:t>24</a:t>
            </a:r>
          </a:p>
        </p:txBody>
      </p:sp>
      <p:sp>
        <p:nvSpPr>
          <p:cNvPr id="19" name="TextBox 18">
            <a:extLst>
              <a:ext uri="{FF2B5EF4-FFF2-40B4-BE49-F238E27FC236}">
                <a16:creationId xmlns:a16="http://schemas.microsoft.com/office/drawing/2014/main" id="{3734D126-072F-F813-FD6D-5762EE499C55}"/>
              </a:ext>
            </a:extLst>
          </p:cNvPr>
          <p:cNvSpPr txBox="1"/>
          <p:nvPr/>
        </p:nvSpPr>
        <p:spPr>
          <a:xfrm>
            <a:off x="7157158" y="2404765"/>
            <a:ext cx="570089" cy="230832"/>
          </a:xfrm>
          <a:prstGeom prst="rect">
            <a:avLst/>
          </a:prstGeom>
          <a:noFill/>
        </p:spPr>
        <p:txBody>
          <a:bodyPr wrap="square" rtlCol="0">
            <a:spAutoFit/>
          </a:bodyPr>
          <a:lstStyle/>
          <a:p>
            <a:pPr algn="ctr"/>
            <a:r>
              <a:rPr lang="en-US" sz="900" dirty="0"/>
              <a:t>42</a:t>
            </a:r>
          </a:p>
        </p:txBody>
      </p:sp>
      <p:sp>
        <p:nvSpPr>
          <p:cNvPr id="23" name="TextBox 22">
            <a:extLst>
              <a:ext uri="{FF2B5EF4-FFF2-40B4-BE49-F238E27FC236}">
                <a16:creationId xmlns:a16="http://schemas.microsoft.com/office/drawing/2014/main" id="{3FC3AF23-0AD9-151E-07D2-280A273501CC}"/>
              </a:ext>
            </a:extLst>
          </p:cNvPr>
          <p:cNvSpPr txBox="1"/>
          <p:nvPr/>
        </p:nvSpPr>
        <p:spPr>
          <a:xfrm>
            <a:off x="6214537" y="721216"/>
            <a:ext cx="462845" cy="584775"/>
          </a:xfrm>
          <a:prstGeom prst="rect">
            <a:avLst/>
          </a:prstGeom>
          <a:noFill/>
        </p:spPr>
        <p:txBody>
          <a:bodyPr wrap="square" rtlCol="0">
            <a:spAutoFit/>
          </a:bodyPr>
          <a:lstStyle/>
          <a:p>
            <a:pPr algn="ctr"/>
            <a:r>
              <a:rPr lang="en-US" sz="3200" dirty="0"/>
              <a:t>2</a:t>
            </a:r>
          </a:p>
        </p:txBody>
      </p:sp>
      <p:sp>
        <p:nvSpPr>
          <p:cNvPr id="24" name="TextBox 23">
            <a:extLst>
              <a:ext uri="{FF2B5EF4-FFF2-40B4-BE49-F238E27FC236}">
                <a16:creationId xmlns:a16="http://schemas.microsoft.com/office/drawing/2014/main" id="{50AF2B36-1F2B-DAF6-A2C6-98F00611295E}"/>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0DA4DE64-CAE0-9C25-D2B9-556F7167E90A}"/>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26" name="TextBox 25">
            <a:extLst>
              <a:ext uri="{FF2B5EF4-FFF2-40B4-BE49-F238E27FC236}">
                <a16:creationId xmlns:a16="http://schemas.microsoft.com/office/drawing/2014/main" id="{0CDEC0F6-EA55-4C8B-C724-C6A4B349F1BB}"/>
              </a:ext>
            </a:extLst>
          </p:cNvPr>
          <p:cNvSpPr txBox="1"/>
          <p:nvPr/>
        </p:nvSpPr>
        <p:spPr>
          <a:xfrm>
            <a:off x="6654802" y="1402877"/>
            <a:ext cx="570089" cy="230832"/>
          </a:xfrm>
          <a:prstGeom prst="rect">
            <a:avLst/>
          </a:prstGeom>
          <a:noFill/>
        </p:spPr>
        <p:txBody>
          <a:bodyPr wrap="square" rtlCol="0">
            <a:spAutoFit/>
          </a:bodyPr>
          <a:lstStyle/>
          <a:p>
            <a:pPr algn="ctr"/>
            <a:r>
              <a:rPr lang="en-US" sz="900" dirty="0"/>
              <a:t>74</a:t>
            </a:r>
          </a:p>
        </p:txBody>
      </p:sp>
      <p:sp>
        <p:nvSpPr>
          <p:cNvPr id="27" name="TextBox 26">
            <a:extLst>
              <a:ext uri="{FF2B5EF4-FFF2-40B4-BE49-F238E27FC236}">
                <a16:creationId xmlns:a16="http://schemas.microsoft.com/office/drawing/2014/main" id="{A4412218-CD38-9DD3-3F3C-0FA15CFC30D4}"/>
              </a:ext>
            </a:extLst>
          </p:cNvPr>
          <p:cNvSpPr txBox="1"/>
          <p:nvPr/>
        </p:nvSpPr>
        <p:spPr>
          <a:xfrm>
            <a:off x="7157158" y="1402877"/>
            <a:ext cx="570089" cy="230832"/>
          </a:xfrm>
          <a:prstGeom prst="rect">
            <a:avLst/>
          </a:prstGeom>
          <a:noFill/>
        </p:spPr>
        <p:txBody>
          <a:bodyPr wrap="square" rtlCol="0">
            <a:spAutoFit/>
          </a:bodyPr>
          <a:lstStyle/>
          <a:p>
            <a:pPr algn="ctr"/>
            <a:r>
              <a:rPr lang="en-US" sz="900" dirty="0"/>
              <a:t>47</a:t>
            </a:r>
          </a:p>
        </p:txBody>
      </p:sp>
      <p:sp>
        <p:nvSpPr>
          <p:cNvPr id="30" name="TextBox 29">
            <a:extLst>
              <a:ext uri="{FF2B5EF4-FFF2-40B4-BE49-F238E27FC236}">
                <a16:creationId xmlns:a16="http://schemas.microsoft.com/office/drawing/2014/main" id="{69948669-1523-0664-63E7-265FB50F3DC5}"/>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EC75E49A-1E8E-EA58-A196-E87CF0DB2299}"/>
              </a:ext>
            </a:extLst>
          </p:cNvPr>
          <p:cNvSpPr txBox="1"/>
          <p:nvPr/>
        </p:nvSpPr>
        <p:spPr>
          <a:xfrm>
            <a:off x="3217333" y="721216"/>
            <a:ext cx="462845" cy="584775"/>
          </a:xfrm>
          <a:prstGeom prst="rect">
            <a:avLst/>
          </a:prstGeom>
          <a:noFill/>
        </p:spPr>
        <p:txBody>
          <a:bodyPr wrap="square" rtlCol="0">
            <a:spAutoFit/>
          </a:bodyPr>
          <a:lstStyle/>
          <a:p>
            <a:pPr algn="ctr"/>
            <a:r>
              <a:rPr lang="en-US" sz="3200" dirty="0"/>
              <a:t>4</a:t>
            </a:r>
          </a:p>
        </p:txBody>
      </p:sp>
      <p:sp>
        <p:nvSpPr>
          <p:cNvPr id="35" name="TextBox 34">
            <a:extLst>
              <a:ext uri="{FF2B5EF4-FFF2-40B4-BE49-F238E27FC236}">
                <a16:creationId xmlns:a16="http://schemas.microsoft.com/office/drawing/2014/main" id="{74CC738A-913A-7498-4685-96B5D6EEF7B4}"/>
              </a:ext>
            </a:extLst>
          </p:cNvPr>
          <p:cNvSpPr txBox="1"/>
          <p:nvPr/>
        </p:nvSpPr>
        <p:spPr>
          <a:xfrm>
            <a:off x="4216401" y="1224551"/>
            <a:ext cx="462845" cy="584775"/>
          </a:xfrm>
          <a:prstGeom prst="rect">
            <a:avLst/>
          </a:prstGeom>
          <a:noFill/>
        </p:spPr>
        <p:txBody>
          <a:bodyPr wrap="square" rtlCol="0">
            <a:spAutoFit/>
          </a:bodyPr>
          <a:lstStyle/>
          <a:p>
            <a:pPr algn="ctr"/>
            <a:r>
              <a:rPr lang="en-US" sz="3200" dirty="0"/>
              <a:t>1</a:t>
            </a:r>
          </a:p>
        </p:txBody>
      </p:sp>
      <p:sp>
        <p:nvSpPr>
          <p:cNvPr id="36" name="TextBox 35">
            <a:extLst>
              <a:ext uri="{FF2B5EF4-FFF2-40B4-BE49-F238E27FC236}">
                <a16:creationId xmlns:a16="http://schemas.microsoft.com/office/drawing/2014/main" id="{4993EDF2-FEDE-C586-2A2C-5456C3E2C528}"/>
              </a:ext>
            </a:extLst>
          </p:cNvPr>
          <p:cNvSpPr txBox="1"/>
          <p:nvPr/>
        </p:nvSpPr>
        <p:spPr>
          <a:xfrm>
            <a:off x="5215469" y="721216"/>
            <a:ext cx="462845" cy="584775"/>
          </a:xfrm>
          <a:prstGeom prst="rect">
            <a:avLst/>
          </a:prstGeom>
          <a:noFill/>
        </p:spPr>
        <p:txBody>
          <a:bodyPr wrap="square" rtlCol="0">
            <a:spAutoFit/>
          </a:bodyPr>
          <a:lstStyle/>
          <a:p>
            <a:pPr algn="ctr"/>
            <a:r>
              <a:rPr lang="en-US" sz="3200" dirty="0"/>
              <a:t>1</a:t>
            </a:r>
          </a:p>
        </p:txBody>
      </p:sp>
      <p:sp>
        <p:nvSpPr>
          <p:cNvPr id="40" name="TextBox 39">
            <a:extLst>
              <a:ext uri="{FF2B5EF4-FFF2-40B4-BE49-F238E27FC236}">
                <a16:creationId xmlns:a16="http://schemas.microsoft.com/office/drawing/2014/main" id="{8C8BC1E9-A28E-F80F-0927-8A776E46721E}"/>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42" name="TextBox 41">
            <a:extLst>
              <a:ext uri="{FF2B5EF4-FFF2-40B4-BE49-F238E27FC236}">
                <a16:creationId xmlns:a16="http://schemas.microsoft.com/office/drawing/2014/main" id="{F5B97657-A065-74DB-F2C2-D9997A0A309B}"/>
              </a:ext>
            </a:extLst>
          </p:cNvPr>
          <p:cNvSpPr txBox="1"/>
          <p:nvPr/>
        </p:nvSpPr>
        <p:spPr>
          <a:xfrm>
            <a:off x="5715003" y="1224551"/>
            <a:ext cx="462845" cy="584775"/>
          </a:xfrm>
          <a:prstGeom prst="rect">
            <a:avLst/>
          </a:prstGeom>
          <a:noFill/>
        </p:spPr>
        <p:txBody>
          <a:bodyPr wrap="square" rtlCol="0">
            <a:spAutoFit/>
          </a:bodyPr>
          <a:lstStyle/>
          <a:p>
            <a:pPr algn="ctr"/>
            <a:r>
              <a:rPr lang="en-US" sz="3200" dirty="0"/>
              <a:t>2</a:t>
            </a:r>
          </a:p>
        </p:txBody>
      </p:sp>
      <p:sp>
        <p:nvSpPr>
          <p:cNvPr id="43" name="TextBox 42">
            <a:extLst>
              <a:ext uri="{FF2B5EF4-FFF2-40B4-BE49-F238E27FC236}">
                <a16:creationId xmlns:a16="http://schemas.microsoft.com/office/drawing/2014/main" id="{5FB638B7-2BE8-025F-C2B1-E437E76A3121}"/>
              </a:ext>
            </a:extLst>
          </p:cNvPr>
          <p:cNvSpPr txBox="1"/>
          <p:nvPr/>
        </p:nvSpPr>
        <p:spPr>
          <a:xfrm>
            <a:off x="4645378" y="1533509"/>
            <a:ext cx="570089" cy="230832"/>
          </a:xfrm>
          <a:prstGeom prst="rect">
            <a:avLst/>
          </a:prstGeom>
          <a:noFill/>
        </p:spPr>
        <p:txBody>
          <a:bodyPr wrap="square" rtlCol="0">
            <a:spAutoFit/>
          </a:bodyPr>
          <a:lstStyle/>
          <a:p>
            <a:pPr algn="ctr"/>
            <a:r>
              <a:rPr lang="en-US" sz="900" dirty="0"/>
              <a:t>39</a:t>
            </a:r>
          </a:p>
        </p:txBody>
      </p:sp>
      <p:sp>
        <p:nvSpPr>
          <p:cNvPr id="44" name="TextBox 43">
            <a:extLst>
              <a:ext uri="{FF2B5EF4-FFF2-40B4-BE49-F238E27FC236}">
                <a16:creationId xmlns:a16="http://schemas.microsoft.com/office/drawing/2014/main" id="{6D9F75C6-0959-313A-25EF-9DF326BCC70D}"/>
              </a:ext>
            </a:extLst>
          </p:cNvPr>
          <p:cNvSpPr txBox="1"/>
          <p:nvPr/>
        </p:nvSpPr>
        <p:spPr>
          <a:xfrm>
            <a:off x="5147734" y="1533509"/>
            <a:ext cx="570089" cy="230832"/>
          </a:xfrm>
          <a:prstGeom prst="rect">
            <a:avLst/>
          </a:prstGeom>
          <a:noFill/>
        </p:spPr>
        <p:txBody>
          <a:bodyPr wrap="square" rtlCol="0">
            <a:spAutoFit/>
          </a:bodyPr>
          <a:lstStyle/>
          <a:p>
            <a:pPr algn="ctr"/>
            <a:r>
              <a:rPr lang="en-US" sz="900" dirty="0"/>
              <a:t>93</a:t>
            </a:r>
          </a:p>
        </p:txBody>
      </p:sp>
      <p:sp>
        <p:nvSpPr>
          <p:cNvPr id="51" name="TextBox 50">
            <a:extLst>
              <a:ext uri="{FF2B5EF4-FFF2-40B4-BE49-F238E27FC236}">
                <a16:creationId xmlns:a16="http://schemas.microsoft.com/office/drawing/2014/main" id="{45767382-B927-C953-FE17-B69F963114C2}"/>
              </a:ext>
            </a:extLst>
          </p:cNvPr>
          <p:cNvSpPr txBox="1"/>
          <p:nvPr/>
        </p:nvSpPr>
        <p:spPr>
          <a:xfrm>
            <a:off x="5215469" y="2231221"/>
            <a:ext cx="462845" cy="584775"/>
          </a:xfrm>
          <a:prstGeom prst="rect">
            <a:avLst/>
          </a:prstGeom>
          <a:noFill/>
        </p:spPr>
        <p:txBody>
          <a:bodyPr wrap="square" rtlCol="0">
            <a:spAutoFit/>
          </a:bodyPr>
          <a:lstStyle/>
          <a:p>
            <a:pPr algn="ctr"/>
            <a:r>
              <a:rPr lang="en-US" sz="3200" dirty="0"/>
              <a:t>6</a:t>
            </a:r>
          </a:p>
        </p:txBody>
      </p:sp>
      <p:sp>
        <p:nvSpPr>
          <p:cNvPr id="15" name="TextBox 14">
            <a:extLst>
              <a:ext uri="{FF2B5EF4-FFF2-40B4-BE49-F238E27FC236}">
                <a16:creationId xmlns:a16="http://schemas.microsoft.com/office/drawing/2014/main" id="{30B3A9E7-FD70-EF0B-D08F-AE8041C586F3}"/>
              </a:ext>
            </a:extLst>
          </p:cNvPr>
          <p:cNvSpPr txBox="1"/>
          <p:nvPr/>
        </p:nvSpPr>
        <p:spPr>
          <a:xfrm>
            <a:off x="3217333" y="2734556"/>
            <a:ext cx="462845" cy="584775"/>
          </a:xfrm>
          <a:prstGeom prst="rect">
            <a:avLst/>
          </a:prstGeom>
          <a:noFill/>
        </p:spPr>
        <p:txBody>
          <a:bodyPr wrap="square" rtlCol="0">
            <a:spAutoFit/>
          </a:bodyPr>
          <a:lstStyle/>
          <a:p>
            <a:pPr algn="ctr"/>
            <a:r>
              <a:rPr lang="en-US" sz="3200" dirty="0"/>
              <a:t>7</a:t>
            </a:r>
          </a:p>
        </p:txBody>
      </p:sp>
      <p:sp>
        <p:nvSpPr>
          <p:cNvPr id="52" name="TextBox 51">
            <a:extLst>
              <a:ext uri="{FF2B5EF4-FFF2-40B4-BE49-F238E27FC236}">
                <a16:creationId xmlns:a16="http://schemas.microsoft.com/office/drawing/2014/main" id="{204981D3-544D-6123-07B4-0F02C11DF6E5}"/>
              </a:ext>
            </a:extLst>
          </p:cNvPr>
          <p:cNvSpPr txBox="1"/>
          <p:nvPr/>
        </p:nvSpPr>
        <p:spPr>
          <a:xfrm>
            <a:off x="3716867" y="2734556"/>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755D4126-8720-AFEA-C17A-F99683065128}"/>
              </a:ext>
            </a:extLst>
          </p:cNvPr>
          <p:cNvSpPr txBox="1"/>
          <p:nvPr/>
        </p:nvSpPr>
        <p:spPr>
          <a:xfrm>
            <a:off x="3716867" y="1727886"/>
            <a:ext cx="462845" cy="584775"/>
          </a:xfrm>
          <a:prstGeom prst="rect">
            <a:avLst/>
          </a:prstGeom>
          <a:noFill/>
        </p:spPr>
        <p:txBody>
          <a:bodyPr wrap="square" rtlCol="0">
            <a:spAutoFit/>
          </a:bodyPr>
          <a:lstStyle/>
          <a:p>
            <a:pPr algn="ctr"/>
            <a:r>
              <a:rPr lang="en-US" sz="3200" dirty="0"/>
              <a:t>7</a:t>
            </a:r>
          </a:p>
        </p:txBody>
      </p:sp>
      <p:sp>
        <p:nvSpPr>
          <p:cNvPr id="33" name="TextBox 32">
            <a:extLst>
              <a:ext uri="{FF2B5EF4-FFF2-40B4-BE49-F238E27FC236}">
                <a16:creationId xmlns:a16="http://schemas.microsoft.com/office/drawing/2014/main" id="{3E1EA0A9-A7EA-7309-00B4-80DEE5296343}"/>
              </a:ext>
            </a:extLst>
          </p:cNvPr>
          <p:cNvSpPr txBox="1"/>
          <p:nvPr/>
        </p:nvSpPr>
        <p:spPr>
          <a:xfrm>
            <a:off x="3138310" y="3907597"/>
            <a:ext cx="570089" cy="230832"/>
          </a:xfrm>
          <a:prstGeom prst="rect">
            <a:avLst/>
          </a:prstGeom>
          <a:noFill/>
        </p:spPr>
        <p:txBody>
          <a:bodyPr wrap="square" rtlCol="0">
            <a:spAutoFit/>
          </a:bodyPr>
          <a:lstStyle/>
          <a:p>
            <a:pPr algn="ctr"/>
            <a:r>
              <a:rPr lang="en-US" sz="900" dirty="0"/>
              <a:t>15</a:t>
            </a:r>
          </a:p>
        </p:txBody>
      </p:sp>
      <p:sp>
        <p:nvSpPr>
          <p:cNvPr id="53" name="TextBox 52">
            <a:extLst>
              <a:ext uri="{FF2B5EF4-FFF2-40B4-BE49-F238E27FC236}">
                <a16:creationId xmlns:a16="http://schemas.microsoft.com/office/drawing/2014/main" id="{B2F674BA-C144-9803-3EC8-21098B51B393}"/>
              </a:ext>
            </a:extLst>
          </p:cNvPr>
          <p:cNvSpPr txBox="1"/>
          <p:nvPr/>
        </p:nvSpPr>
        <p:spPr>
          <a:xfrm>
            <a:off x="3138310" y="4408541"/>
            <a:ext cx="570089" cy="230832"/>
          </a:xfrm>
          <a:prstGeom prst="rect">
            <a:avLst/>
          </a:prstGeom>
          <a:noFill/>
        </p:spPr>
        <p:txBody>
          <a:bodyPr wrap="square" rtlCol="0">
            <a:spAutoFit/>
          </a:bodyPr>
          <a:lstStyle/>
          <a:p>
            <a:pPr algn="ctr"/>
            <a:r>
              <a:rPr lang="en-US" sz="900" dirty="0"/>
              <a:t>51</a:t>
            </a:r>
          </a:p>
        </p:txBody>
      </p:sp>
      <p:sp>
        <p:nvSpPr>
          <p:cNvPr id="64" name="TextBox 63">
            <a:extLst>
              <a:ext uri="{FF2B5EF4-FFF2-40B4-BE49-F238E27FC236}">
                <a16:creationId xmlns:a16="http://schemas.microsoft.com/office/drawing/2014/main" id="{40134F76-D626-2B5A-C0D5-C0404BC6A7F2}"/>
              </a:ext>
            </a:extLst>
          </p:cNvPr>
          <p:cNvSpPr txBox="1"/>
          <p:nvPr/>
        </p:nvSpPr>
        <p:spPr>
          <a:xfrm>
            <a:off x="6654802" y="3406653"/>
            <a:ext cx="570089" cy="230832"/>
          </a:xfrm>
          <a:prstGeom prst="rect">
            <a:avLst/>
          </a:prstGeom>
          <a:noFill/>
        </p:spPr>
        <p:txBody>
          <a:bodyPr wrap="square" rtlCol="0">
            <a:spAutoFit/>
          </a:bodyPr>
          <a:lstStyle/>
          <a:p>
            <a:pPr algn="ctr"/>
            <a:r>
              <a:rPr lang="en-US" sz="900" dirty="0"/>
              <a:t>16</a:t>
            </a:r>
          </a:p>
        </p:txBody>
      </p:sp>
      <p:sp>
        <p:nvSpPr>
          <p:cNvPr id="65" name="TextBox 64">
            <a:extLst>
              <a:ext uri="{FF2B5EF4-FFF2-40B4-BE49-F238E27FC236}">
                <a16:creationId xmlns:a16="http://schemas.microsoft.com/office/drawing/2014/main" id="{50C77D9E-766D-5CAE-5149-E4B33250E2F1}"/>
              </a:ext>
            </a:extLst>
          </p:cNvPr>
          <p:cNvSpPr txBox="1"/>
          <p:nvPr/>
        </p:nvSpPr>
        <p:spPr>
          <a:xfrm>
            <a:off x="7157158" y="3406653"/>
            <a:ext cx="570089" cy="230832"/>
          </a:xfrm>
          <a:prstGeom prst="rect">
            <a:avLst/>
          </a:prstGeom>
          <a:noFill/>
        </p:spPr>
        <p:txBody>
          <a:bodyPr wrap="square" rtlCol="0">
            <a:spAutoFit/>
          </a:bodyPr>
          <a:lstStyle/>
          <a:p>
            <a:pPr algn="ctr"/>
            <a:r>
              <a:rPr lang="en-US" sz="900" dirty="0"/>
              <a:t>61</a:t>
            </a:r>
          </a:p>
        </p:txBody>
      </p:sp>
      <p:sp>
        <p:nvSpPr>
          <p:cNvPr id="66" name="TextBox 65">
            <a:extLst>
              <a:ext uri="{FF2B5EF4-FFF2-40B4-BE49-F238E27FC236}">
                <a16:creationId xmlns:a16="http://schemas.microsoft.com/office/drawing/2014/main" id="{DBE522A1-E12E-8D8B-871D-67532004845C}"/>
              </a:ext>
            </a:extLst>
          </p:cNvPr>
          <p:cNvSpPr txBox="1"/>
          <p:nvPr/>
        </p:nvSpPr>
        <p:spPr>
          <a:xfrm>
            <a:off x="4216401" y="2734556"/>
            <a:ext cx="462845" cy="584775"/>
          </a:xfrm>
          <a:prstGeom prst="rect">
            <a:avLst/>
          </a:prstGeom>
          <a:noFill/>
        </p:spPr>
        <p:txBody>
          <a:bodyPr wrap="square" rtlCol="0">
            <a:spAutoFit/>
          </a:bodyPr>
          <a:lstStyle/>
          <a:p>
            <a:pPr algn="ctr"/>
            <a:r>
              <a:rPr lang="en-US" sz="3200" dirty="0"/>
              <a:t>5</a:t>
            </a:r>
          </a:p>
        </p:txBody>
      </p:sp>
      <p:sp>
        <p:nvSpPr>
          <p:cNvPr id="67" name="TextBox 66">
            <a:extLst>
              <a:ext uri="{FF2B5EF4-FFF2-40B4-BE49-F238E27FC236}">
                <a16:creationId xmlns:a16="http://schemas.microsoft.com/office/drawing/2014/main" id="{AD55D005-D1C4-A6A9-FDDF-0900EA175816}"/>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68" name="TextBox 67">
            <a:extLst>
              <a:ext uri="{FF2B5EF4-FFF2-40B4-BE49-F238E27FC236}">
                <a16:creationId xmlns:a16="http://schemas.microsoft.com/office/drawing/2014/main" id="{13539810-A6C5-9A06-02E0-2F23937D41DC}"/>
              </a:ext>
            </a:extLst>
          </p:cNvPr>
          <p:cNvSpPr txBox="1"/>
          <p:nvPr/>
        </p:nvSpPr>
        <p:spPr>
          <a:xfrm>
            <a:off x="3716867" y="3237891"/>
            <a:ext cx="462845" cy="584775"/>
          </a:xfrm>
          <a:prstGeom prst="rect">
            <a:avLst/>
          </a:prstGeom>
          <a:noFill/>
        </p:spPr>
        <p:txBody>
          <a:bodyPr wrap="square" rtlCol="0">
            <a:spAutoFit/>
          </a:bodyPr>
          <a:lstStyle/>
          <a:p>
            <a:pPr algn="ctr"/>
            <a:r>
              <a:rPr lang="en-US" sz="3200" dirty="0"/>
              <a:t>4</a:t>
            </a:r>
          </a:p>
        </p:txBody>
      </p:sp>
      <p:sp>
        <p:nvSpPr>
          <p:cNvPr id="9" name="TextBox 8">
            <a:extLst>
              <a:ext uri="{FF2B5EF4-FFF2-40B4-BE49-F238E27FC236}">
                <a16:creationId xmlns:a16="http://schemas.microsoft.com/office/drawing/2014/main" id="{F6F90C31-47B0-6870-5B27-D9BAD8846DAA}"/>
              </a:ext>
            </a:extLst>
          </p:cNvPr>
          <p:cNvSpPr txBox="1"/>
          <p:nvPr/>
        </p:nvSpPr>
        <p:spPr>
          <a:xfrm>
            <a:off x="5215469" y="2734556"/>
            <a:ext cx="462845" cy="584775"/>
          </a:xfrm>
          <a:prstGeom prst="rect">
            <a:avLst/>
          </a:prstGeom>
          <a:noFill/>
        </p:spPr>
        <p:txBody>
          <a:bodyPr wrap="square" rtlCol="0">
            <a:spAutoFit/>
          </a:bodyPr>
          <a:lstStyle/>
          <a:p>
            <a:pPr algn="ctr"/>
            <a:r>
              <a:rPr lang="en-US" sz="3200" dirty="0"/>
              <a:t>2</a:t>
            </a:r>
          </a:p>
        </p:txBody>
      </p:sp>
      <p:sp>
        <p:nvSpPr>
          <p:cNvPr id="45" name="TextBox 44">
            <a:extLst>
              <a:ext uri="{FF2B5EF4-FFF2-40B4-BE49-F238E27FC236}">
                <a16:creationId xmlns:a16="http://schemas.microsoft.com/office/drawing/2014/main" id="{27BEB4D6-1A69-6266-52DB-F55E810738F8}"/>
              </a:ext>
            </a:extLst>
          </p:cNvPr>
          <p:cNvSpPr txBox="1"/>
          <p:nvPr/>
        </p:nvSpPr>
        <p:spPr>
          <a:xfrm>
            <a:off x="7213604" y="2734556"/>
            <a:ext cx="462845" cy="584775"/>
          </a:xfrm>
          <a:prstGeom prst="rect">
            <a:avLst/>
          </a:prstGeom>
          <a:noFill/>
        </p:spPr>
        <p:txBody>
          <a:bodyPr wrap="square" rtlCol="0">
            <a:spAutoFit/>
          </a:bodyPr>
          <a:lstStyle/>
          <a:p>
            <a:pPr algn="ctr"/>
            <a:r>
              <a:rPr lang="en-US" sz="3200" dirty="0"/>
              <a:t>9</a:t>
            </a:r>
          </a:p>
        </p:txBody>
      </p:sp>
      <p:sp>
        <p:nvSpPr>
          <p:cNvPr id="46" name="TextBox 45">
            <a:extLst>
              <a:ext uri="{FF2B5EF4-FFF2-40B4-BE49-F238E27FC236}">
                <a16:creationId xmlns:a16="http://schemas.microsoft.com/office/drawing/2014/main" id="{F6E39664-B897-B95F-4499-01D6323B13AE}"/>
              </a:ext>
            </a:extLst>
          </p:cNvPr>
          <p:cNvSpPr txBox="1"/>
          <p:nvPr/>
        </p:nvSpPr>
        <p:spPr>
          <a:xfrm>
            <a:off x="6714071" y="2734556"/>
            <a:ext cx="462845" cy="584775"/>
          </a:xfrm>
          <a:prstGeom prst="rect">
            <a:avLst/>
          </a:prstGeom>
          <a:noFill/>
        </p:spPr>
        <p:txBody>
          <a:bodyPr wrap="square" rtlCol="0">
            <a:spAutoFit/>
          </a:bodyPr>
          <a:lstStyle/>
          <a:p>
            <a:pPr algn="ctr"/>
            <a:r>
              <a:rPr lang="en-US" sz="3200" dirty="0"/>
              <a:t>8</a:t>
            </a:r>
          </a:p>
        </p:txBody>
      </p:sp>
      <p:sp>
        <p:nvSpPr>
          <p:cNvPr id="50" name="TextBox 49">
            <a:extLst>
              <a:ext uri="{FF2B5EF4-FFF2-40B4-BE49-F238E27FC236}">
                <a16:creationId xmlns:a16="http://schemas.microsoft.com/office/drawing/2014/main" id="{8AF617CF-3924-35CB-2522-6099BCC7083A}"/>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54" name="TextBox 53">
            <a:extLst>
              <a:ext uri="{FF2B5EF4-FFF2-40B4-BE49-F238E27FC236}">
                <a16:creationId xmlns:a16="http://schemas.microsoft.com/office/drawing/2014/main" id="{9F34822D-E0E6-1A10-DC1D-CC6E029CC91D}"/>
              </a:ext>
            </a:extLst>
          </p:cNvPr>
          <p:cNvSpPr txBox="1"/>
          <p:nvPr/>
        </p:nvSpPr>
        <p:spPr>
          <a:xfrm>
            <a:off x="3716867" y="721216"/>
            <a:ext cx="462845" cy="584775"/>
          </a:xfrm>
          <a:prstGeom prst="rect">
            <a:avLst/>
          </a:prstGeom>
          <a:noFill/>
        </p:spPr>
        <p:txBody>
          <a:bodyPr wrap="square" rtlCol="0">
            <a:spAutoFit/>
          </a:bodyPr>
          <a:lstStyle/>
          <a:p>
            <a:pPr algn="ctr"/>
            <a:r>
              <a:rPr lang="en-US" sz="3200" dirty="0"/>
              <a:t>3</a:t>
            </a:r>
          </a:p>
        </p:txBody>
      </p:sp>
      <p:sp>
        <p:nvSpPr>
          <p:cNvPr id="55" name="TextBox 54">
            <a:extLst>
              <a:ext uri="{FF2B5EF4-FFF2-40B4-BE49-F238E27FC236}">
                <a16:creationId xmlns:a16="http://schemas.microsoft.com/office/drawing/2014/main" id="{BF0CF7F7-E1F9-4CBC-8783-8E5C6A8FD7CD}"/>
              </a:ext>
            </a:extLst>
          </p:cNvPr>
          <p:cNvSpPr txBox="1"/>
          <p:nvPr/>
        </p:nvSpPr>
        <p:spPr>
          <a:xfrm>
            <a:off x="5715003" y="721216"/>
            <a:ext cx="462845" cy="584775"/>
          </a:xfrm>
          <a:prstGeom prst="rect">
            <a:avLst/>
          </a:prstGeom>
          <a:noFill/>
        </p:spPr>
        <p:txBody>
          <a:bodyPr wrap="square" rtlCol="0">
            <a:spAutoFit/>
          </a:bodyPr>
          <a:lstStyle/>
          <a:p>
            <a:pPr algn="ctr"/>
            <a:r>
              <a:rPr lang="en-US" sz="3200" dirty="0"/>
              <a:t>5</a:t>
            </a:r>
          </a:p>
        </p:txBody>
      </p:sp>
      <p:sp>
        <p:nvSpPr>
          <p:cNvPr id="37" name="TextBox 36">
            <a:extLst>
              <a:ext uri="{FF2B5EF4-FFF2-40B4-BE49-F238E27FC236}">
                <a16:creationId xmlns:a16="http://schemas.microsoft.com/office/drawing/2014/main" id="{D0176EC6-9D26-5278-D60C-3593D12EAEED}"/>
              </a:ext>
            </a:extLst>
          </p:cNvPr>
          <p:cNvSpPr txBox="1"/>
          <p:nvPr/>
        </p:nvSpPr>
        <p:spPr>
          <a:xfrm>
            <a:off x="3716867" y="1224551"/>
            <a:ext cx="462845" cy="584775"/>
          </a:xfrm>
          <a:prstGeom prst="rect">
            <a:avLst/>
          </a:prstGeom>
          <a:noFill/>
        </p:spPr>
        <p:txBody>
          <a:bodyPr wrap="square" rtlCol="0">
            <a:spAutoFit/>
          </a:bodyPr>
          <a:lstStyle/>
          <a:p>
            <a:pPr algn="ctr"/>
            <a:r>
              <a:rPr lang="en-US" sz="3200" dirty="0"/>
              <a:t>5</a:t>
            </a:r>
          </a:p>
        </p:txBody>
      </p:sp>
      <p:sp>
        <p:nvSpPr>
          <p:cNvPr id="38" name="TextBox 37">
            <a:extLst>
              <a:ext uri="{FF2B5EF4-FFF2-40B4-BE49-F238E27FC236}">
                <a16:creationId xmlns:a16="http://schemas.microsoft.com/office/drawing/2014/main" id="{63BB9069-41FC-FD01-C571-467EDE884798}"/>
              </a:ext>
            </a:extLst>
          </p:cNvPr>
          <p:cNvSpPr txBox="1"/>
          <p:nvPr/>
        </p:nvSpPr>
        <p:spPr>
          <a:xfrm>
            <a:off x="4715935" y="721216"/>
            <a:ext cx="462845" cy="584775"/>
          </a:xfrm>
          <a:prstGeom prst="rect">
            <a:avLst/>
          </a:prstGeom>
          <a:noFill/>
        </p:spPr>
        <p:txBody>
          <a:bodyPr wrap="square" rtlCol="0">
            <a:spAutoFit/>
          </a:bodyPr>
          <a:lstStyle/>
          <a:p>
            <a:pPr algn="ctr"/>
            <a:r>
              <a:rPr lang="en-US" sz="3200" dirty="0"/>
              <a:t>7</a:t>
            </a:r>
          </a:p>
        </p:txBody>
      </p:sp>
      <p:sp>
        <p:nvSpPr>
          <p:cNvPr id="56" name="TextBox 55">
            <a:extLst>
              <a:ext uri="{FF2B5EF4-FFF2-40B4-BE49-F238E27FC236}">
                <a16:creationId xmlns:a16="http://schemas.microsoft.com/office/drawing/2014/main" id="{1558AA01-3883-04D7-6558-238E55CD3F0D}"/>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
        <p:nvSpPr>
          <p:cNvPr id="25" name="TextBox 24">
            <a:extLst>
              <a:ext uri="{FF2B5EF4-FFF2-40B4-BE49-F238E27FC236}">
                <a16:creationId xmlns:a16="http://schemas.microsoft.com/office/drawing/2014/main" id="{FFCD0336-06D8-C5D2-232A-E92918924B64}"/>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39" name="TextBox 38">
            <a:extLst>
              <a:ext uri="{FF2B5EF4-FFF2-40B4-BE49-F238E27FC236}">
                <a16:creationId xmlns:a16="http://schemas.microsoft.com/office/drawing/2014/main" id="{40C4D3C1-89C6-276F-7389-5A6C3BB55D25}"/>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14" name="TextBox 13">
            <a:extLst>
              <a:ext uri="{FF2B5EF4-FFF2-40B4-BE49-F238E27FC236}">
                <a16:creationId xmlns:a16="http://schemas.microsoft.com/office/drawing/2014/main" id="{FD4E33A0-51E4-F275-2599-418E5733B6F7}"/>
              </a:ext>
            </a:extLst>
          </p:cNvPr>
          <p:cNvSpPr txBox="1"/>
          <p:nvPr/>
        </p:nvSpPr>
        <p:spPr>
          <a:xfrm>
            <a:off x="6214537" y="3237891"/>
            <a:ext cx="462845" cy="584775"/>
          </a:xfrm>
          <a:prstGeom prst="rect">
            <a:avLst/>
          </a:prstGeom>
          <a:noFill/>
        </p:spPr>
        <p:txBody>
          <a:bodyPr wrap="square" rtlCol="0">
            <a:spAutoFit/>
          </a:bodyPr>
          <a:lstStyle/>
          <a:p>
            <a:pPr algn="ctr"/>
            <a:r>
              <a:rPr lang="en-US" sz="3200" dirty="0"/>
              <a:t>5</a:t>
            </a:r>
          </a:p>
        </p:txBody>
      </p:sp>
      <p:sp>
        <p:nvSpPr>
          <p:cNvPr id="41" name="TextBox 40">
            <a:extLst>
              <a:ext uri="{FF2B5EF4-FFF2-40B4-BE49-F238E27FC236}">
                <a16:creationId xmlns:a16="http://schemas.microsoft.com/office/drawing/2014/main" id="{90026677-EAF9-A9DB-99AE-6FC6A2D0C79E}"/>
              </a:ext>
            </a:extLst>
          </p:cNvPr>
          <p:cNvSpPr txBox="1"/>
          <p:nvPr/>
        </p:nvSpPr>
        <p:spPr>
          <a:xfrm>
            <a:off x="4143022" y="4038229"/>
            <a:ext cx="570089" cy="230832"/>
          </a:xfrm>
          <a:prstGeom prst="rect">
            <a:avLst/>
          </a:prstGeom>
          <a:noFill/>
        </p:spPr>
        <p:txBody>
          <a:bodyPr wrap="square" rtlCol="0">
            <a:spAutoFit/>
          </a:bodyPr>
          <a:lstStyle/>
          <a:p>
            <a:pPr algn="ctr"/>
            <a:r>
              <a:rPr lang="en-US" sz="900" dirty="0"/>
              <a:t>34</a:t>
            </a:r>
          </a:p>
        </p:txBody>
      </p:sp>
      <p:sp>
        <p:nvSpPr>
          <p:cNvPr id="57" name="TextBox 56">
            <a:extLst>
              <a:ext uri="{FF2B5EF4-FFF2-40B4-BE49-F238E27FC236}">
                <a16:creationId xmlns:a16="http://schemas.microsoft.com/office/drawing/2014/main" id="{8C096643-2920-2A5C-D947-B1F214E56ABF}"/>
              </a:ext>
            </a:extLst>
          </p:cNvPr>
          <p:cNvSpPr txBox="1"/>
          <p:nvPr/>
        </p:nvSpPr>
        <p:spPr>
          <a:xfrm>
            <a:off x="3640666" y="4408541"/>
            <a:ext cx="570089" cy="230832"/>
          </a:xfrm>
          <a:prstGeom prst="rect">
            <a:avLst/>
          </a:prstGeom>
          <a:noFill/>
        </p:spPr>
        <p:txBody>
          <a:bodyPr wrap="square" rtlCol="0">
            <a:spAutoFit/>
          </a:bodyPr>
          <a:lstStyle/>
          <a:p>
            <a:pPr algn="ctr"/>
            <a:r>
              <a:rPr lang="en-US" sz="900" dirty="0"/>
              <a:t>89</a:t>
            </a:r>
          </a:p>
        </p:txBody>
      </p:sp>
      <p:sp>
        <p:nvSpPr>
          <p:cNvPr id="58" name="TextBox 57">
            <a:extLst>
              <a:ext uri="{FF2B5EF4-FFF2-40B4-BE49-F238E27FC236}">
                <a16:creationId xmlns:a16="http://schemas.microsoft.com/office/drawing/2014/main" id="{EB846A04-6009-A6F1-4EE2-AB5E770B88B8}"/>
              </a:ext>
            </a:extLst>
          </p:cNvPr>
          <p:cNvSpPr txBox="1"/>
          <p:nvPr/>
        </p:nvSpPr>
        <p:spPr>
          <a:xfrm>
            <a:off x="4143022" y="4539173"/>
            <a:ext cx="570089" cy="230832"/>
          </a:xfrm>
          <a:prstGeom prst="rect">
            <a:avLst/>
          </a:prstGeom>
          <a:noFill/>
        </p:spPr>
        <p:txBody>
          <a:bodyPr wrap="square" rtlCol="0">
            <a:spAutoFit/>
          </a:bodyPr>
          <a:lstStyle/>
          <a:p>
            <a:pPr algn="ctr"/>
            <a:r>
              <a:rPr lang="en-US" sz="900" dirty="0"/>
              <a:t>347</a:t>
            </a:r>
          </a:p>
        </p:txBody>
      </p:sp>
      <p:sp>
        <p:nvSpPr>
          <p:cNvPr id="59" name="TextBox 58">
            <a:extLst>
              <a:ext uri="{FF2B5EF4-FFF2-40B4-BE49-F238E27FC236}">
                <a16:creationId xmlns:a16="http://schemas.microsoft.com/office/drawing/2014/main" id="{46896514-28B8-1363-1018-1C0205ECA873}"/>
              </a:ext>
            </a:extLst>
          </p:cNvPr>
          <p:cNvSpPr txBox="1"/>
          <p:nvPr/>
        </p:nvSpPr>
        <p:spPr>
          <a:xfrm>
            <a:off x="3640666" y="5040116"/>
            <a:ext cx="570089" cy="230832"/>
          </a:xfrm>
          <a:prstGeom prst="rect">
            <a:avLst/>
          </a:prstGeom>
          <a:noFill/>
        </p:spPr>
        <p:txBody>
          <a:bodyPr wrap="square" rtlCol="0">
            <a:spAutoFit/>
          </a:bodyPr>
          <a:lstStyle/>
          <a:p>
            <a:pPr algn="ctr"/>
            <a:r>
              <a:rPr lang="en-US" sz="900" dirty="0"/>
              <a:t>98</a:t>
            </a:r>
          </a:p>
        </p:txBody>
      </p:sp>
      <p:sp>
        <p:nvSpPr>
          <p:cNvPr id="62" name="TextBox 61">
            <a:extLst>
              <a:ext uri="{FF2B5EF4-FFF2-40B4-BE49-F238E27FC236}">
                <a16:creationId xmlns:a16="http://schemas.microsoft.com/office/drawing/2014/main" id="{5DB6D66E-8DBC-E5B6-CFEA-DD9402A5A7D9}"/>
              </a:ext>
            </a:extLst>
          </p:cNvPr>
          <p:cNvSpPr txBox="1"/>
          <p:nvPr/>
        </p:nvSpPr>
        <p:spPr>
          <a:xfrm>
            <a:off x="4143022" y="5040116"/>
            <a:ext cx="570089" cy="230832"/>
          </a:xfrm>
          <a:prstGeom prst="rect">
            <a:avLst/>
          </a:prstGeom>
          <a:noFill/>
        </p:spPr>
        <p:txBody>
          <a:bodyPr wrap="square" rtlCol="0">
            <a:spAutoFit/>
          </a:bodyPr>
          <a:lstStyle/>
          <a:p>
            <a:pPr algn="ctr"/>
            <a:r>
              <a:rPr lang="en-US" sz="900" dirty="0"/>
              <a:t>47</a:t>
            </a:r>
          </a:p>
        </p:txBody>
      </p:sp>
      <p:sp>
        <p:nvSpPr>
          <p:cNvPr id="69" name="TextBox 68">
            <a:extLst>
              <a:ext uri="{FF2B5EF4-FFF2-40B4-BE49-F238E27FC236}">
                <a16:creationId xmlns:a16="http://schemas.microsoft.com/office/drawing/2014/main" id="{78420BC1-7F97-886B-08A0-E5E4E5028B5C}"/>
              </a:ext>
            </a:extLst>
          </p:cNvPr>
          <p:cNvSpPr txBox="1"/>
          <p:nvPr/>
        </p:nvSpPr>
        <p:spPr>
          <a:xfrm>
            <a:off x="6152446" y="4539173"/>
            <a:ext cx="570089" cy="230832"/>
          </a:xfrm>
          <a:prstGeom prst="rect">
            <a:avLst/>
          </a:prstGeom>
          <a:noFill/>
        </p:spPr>
        <p:txBody>
          <a:bodyPr wrap="square" rtlCol="0">
            <a:spAutoFit/>
          </a:bodyPr>
          <a:lstStyle/>
          <a:p>
            <a:pPr algn="ctr"/>
            <a:r>
              <a:rPr lang="en-US" sz="900" dirty="0"/>
              <a:t>48</a:t>
            </a:r>
          </a:p>
        </p:txBody>
      </p:sp>
      <p:sp>
        <p:nvSpPr>
          <p:cNvPr id="70" name="TextBox 69">
            <a:extLst>
              <a:ext uri="{FF2B5EF4-FFF2-40B4-BE49-F238E27FC236}">
                <a16:creationId xmlns:a16="http://schemas.microsoft.com/office/drawing/2014/main" id="{88B32525-6DB9-6A38-9DD5-80A36CEE2BD1}"/>
              </a:ext>
            </a:extLst>
          </p:cNvPr>
          <p:cNvSpPr txBox="1"/>
          <p:nvPr/>
        </p:nvSpPr>
        <p:spPr>
          <a:xfrm>
            <a:off x="6152446" y="5040116"/>
            <a:ext cx="570089" cy="230832"/>
          </a:xfrm>
          <a:prstGeom prst="rect">
            <a:avLst/>
          </a:prstGeom>
          <a:noFill/>
        </p:spPr>
        <p:txBody>
          <a:bodyPr wrap="square" rtlCol="0">
            <a:spAutoFit/>
          </a:bodyPr>
          <a:lstStyle/>
          <a:p>
            <a:pPr algn="ctr"/>
            <a:r>
              <a:rPr lang="en-US" sz="900" dirty="0"/>
              <a:t>84</a:t>
            </a:r>
          </a:p>
        </p:txBody>
      </p:sp>
      <p:sp>
        <p:nvSpPr>
          <p:cNvPr id="71" name="TextBox 70">
            <a:extLst>
              <a:ext uri="{FF2B5EF4-FFF2-40B4-BE49-F238E27FC236}">
                <a16:creationId xmlns:a16="http://schemas.microsoft.com/office/drawing/2014/main" id="{E3D609F6-D664-A231-03A5-2E05010525F4}"/>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
        <p:nvSpPr>
          <p:cNvPr id="73" name="TextBox 72">
            <a:extLst>
              <a:ext uri="{FF2B5EF4-FFF2-40B4-BE49-F238E27FC236}">
                <a16:creationId xmlns:a16="http://schemas.microsoft.com/office/drawing/2014/main" id="{9E9D5402-37E6-5834-4569-F39989018FF2}"/>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74" name="TextBox 73">
            <a:extLst>
              <a:ext uri="{FF2B5EF4-FFF2-40B4-BE49-F238E27FC236}">
                <a16:creationId xmlns:a16="http://schemas.microsoft.com/office/drawing/2014/main" id="{253E778A-49ED-20A5-1B4F-5FA60FADA2B2}"/>
              </a:ext>
            </a:extLst>
          </p:cNvPr>
          <p:cNvSpPr txBox="1"/>
          <p:nvPr/>
        </p:nvSpPr>
        <p:spPr>
          <a:xfrm>
            <a:off x="5215469" y="1727886"/>
            <a:ext cx="462845" cy="584775"/>
          </a:xfrm>
          <a:prstGeom prst="rect">
            <a:avLst/>
          </a:prstGeom>
          <a:noFill/>
        </p:spPr>
        <p:txBody>
          <a:bodyPr wrap="square" rtlCol="0">
            <a:spAutoFit/>
          </a:bodyPr>
          <a:lstStyle/>
          <a:p>
            <a:pPr algn="ctr"/>
            <a:r>
              <a:rPr lang="en-US" sz="3200" dirty="0"/>
              <a:t>8</a:t>
            </a:r>
          </a:p>
        </p:txBody>
      </p:sp>
      <p:sp>
        <p:nvSpPr>
          <p:cNvPr id="75" name="TextBox 74">
            <a:extLst>
              <a:ext uri="{FF2B5EF4-FFF2-40B4-BE49-F238E27FC236}">
                <a16:creationId xmlns:a16="http://schemas.microsoft.com/office/drawing/2014/main" id="{53A9B625-3F56-4379-88E3-F6914808FA25}"/>
              </a:ext>
            </a:extLst>
          </p:cNvPr>
          <p:cNvSpPr txBox="1"/>
          <p:nvPr/>
        </p:nvSpPr>
        <p:spPr>
          <a:xfrm>
            <a:off x="3217333" y="1224551"/>
            <a:ext cx="462845" cy="584775"/>
          </a:xfrm>
          <a:prstGeom prst="rect">
            <a:avLst/>
          </a:prstGeom>
          <a:noFill/>
        </p:spPr>
        <p:txBody>
          <a:bodyPr wrap="square" rtlCol="0">
            <a:spAutoFit/>
          </a:bodyPr>
          <a:lstStyle/>
          <a:p>
            <a:pPr algn="ctr"/>
            <a:r>
              <a:rPr lang="en-US" sz="3200" dirty="0"/>
              <a:t>8</a:t>
            </a:r>
          </a:p>
        </p:txBody>
      </p:sp>
      <p:sp>
        <p:nvSpPr>
          <p:cNvPr id="76" name="TextBox 75">
            <a:extLst>
              <a:ext uri="{FF2B5EF4-FFF2-40B4-BE49-F238E27FC236}">
                <a16:creationId xmlns:a16="http://schemas.microsoft.com/office/drawing/2014/main" id="{905DF225-D9A0-18DB-1928-A2502D87AA83}"/>
              </a:ext>
            </a:extLst>
          </p:cNvPr>
          <p:cNvSpPr txBox="1"/>
          <p:nvPr/>
        </p:nvSpPr>
        <p:spPr>
          <a:xfrm>
            <a:off x="3217333" y="1727886"/>
            <a:ext cx="462845" cy="584775"/>
          </a:xfrm>
          <a:prstGeom prst="rect">
            <a:avLst/>
          </a:prstGeom>
          <a:noFill/>
        </p:spPr>
        <p:txBody>
          <a:bodyPr wrap="square" rtlCol="0">
            <a:spAutoFit/>
          </a:bodyPr>
          <a:lstStyle/>
          <a:p>
            <a:pPr algn="ctr"/>
            <a:r>
              <a:rPr lang="en-US" sz="3200" dirty="0"/>
              <a:t>9</a:t>
            </a:r>
          </a:p>
        </p:txBody>
      </p:sp>
      <p:sp>
        <p:nvSpPr>
          <p:cNvPr id="77" name="TextBox 76">
            <a:extLst>
              <a:ext uri="{FF2B5EF4-FFF2-40B4-BE49-F238E27FC236}">
                <a16:creationId xmlns:a16="http://schemas.microsoft.com/office/drawing/2014/main" id="{A839CD7E-9A67-B6B6-3A00-49D63F16206E}"/>
              </a:ext>
            </a:extLst>
          </p:cNvPr>
          <p:cNvSpPr txBox="1"/>
          <p:nvPr/>
        </p:nvSpPr>
        <p:spPr>
          <a:xfrm>
            <a:off x="6714071" y="1727886"/>
            <a:ext cx="462845" cy="584775"/>
          </a:xfrm>
          <a:prstGeom prst="rect">
            <a:avLst/>
          </a:prstGeom>
          <a:noFill/>
        </p:spPr>
        <p:txBody>
          <a:bodyPr wrap="square" rtlCol="0">
            <a:spAutoFit/>
          </a:bodyPr>
          <a:lstStyle/>
          <a:p>
            <a:pPr algn="ctr"/>
            <a:r>
              <a:rPr lang="en-US" sz="3200" dirty="0"/>
              <a:t>3</a:t>
            </a:r>
          </a:p>
        </p:txBody>
      </p:sp>
      <p:sp>
        <p:nvSpPr>
          <p:cNvPr id="78" name="TextBox 77">
            <a:extLst>
              <a:ext uri="{FF2B5EF4-FFF2-40B4-BE49-F238E27FC236}">
                <a16:creationId xmlns:a16="http://schemas.microsoft.com/office/drawing/2014/main" id="{D65E2EFE-C460-5B12-4AC7-C07903451B57}"/>
              </a:ext>
            </a:extLst>
          </p:cNvPr>
          <p:cNvSpPr txBox="1"/>
          <p:nvPr/>
        </p:nvSpPr>
        <p:spPr>
          <a:xfrm>
            <a:off x="7213604" y="1727886"/>
            <a:ext cx="462845" cy="584775"/>
          </a:xfrm>
          <a:prstGeom prst="rect">
            <a:avLst/>
          </a:prstGeom>
          <a:noFill/>
        </p:spPr>
        <p:txBody>
          <a:bodyPr wrap="square" rtlCol="0">
            <a:spAutoFit/>
          </a:bodyPr>
          <a:lstStyle/>
          <a:p>
            <a:pPr algn="ctr"/>
            <a:r>
              <a:rPr lang="en-US" sz="3200" dirty="0"/>
              <a:t>5</a:t>
            </a:r>
          </a:p>
        </p:txBody>
      </p:sp>
      <p:sp>
        <p:nvSpPr>
          <p:cNvPr id="79" name="TextBox 78">
            <a:extLst>
              <a:ext uri="{FF2B5EF4-FFF2-40B4-BE49-F238E27FC236}">
                <a16:creationId xmlns:a16="http://schemas.microsoft.com/office/drawing/2014/main" id="{0EA452A8-4D9C-9759-6FEE-86BEFEBC2967}"/>
              </a:ext>
            </a:extLst>
          </p:cNvPr>
          <p:cNvSpPr txBox="1"/>
          <p:nvPr/>
        </p:nvSpPr>
        <p:spPr>
          <a:xfrm>
            <a:off x="4715935" y="2734556"/>
            <a:ext cx="462845" cy="584775"/>
          </a:xfrm>
          <a:prstGeom prst="rect">
            <a:avLst/>
          </a:prstGeom>
          <a:noFill/>
        </p:spPr>
        <p:txBody>
          <a:bodyPr wrap="square" rtlCol="0">
            <a:spAutoFit/>
          </a:bodyPr>
          <a:lstStyle/>
          <a:p>
            <a:pPr algn="ctr"/>
            <a:r>
              <a:rPr lang="en-US" sz="3200" dirty="0"/>
              <a:t>1</a:t>
            </a:r>
          </a:p>
        </p:txBody>
      </p:sp>
      <p:sp>
        <p:nvSpPr>
          <p:cNvPr id="80" name="TextBox 79">
            <a:extLst>
              <a:ext uri="{FF2B5EF4-FFF2-40B4-BE49-F238E27FC236}">
                <a16:creationId xmlns:a16="http://schemas.microsoft.com/office/drawing/2014/main" id="{978DB110-A104-9D9B-3A3E-11FFD566AC84}"/>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D1AB9852-B19B-1F49-A5CA-EC4C5469DC63}"/>
              </a:ext>
            </a:extLst>
          </p:cNvPr>
          <p:cNvSpPr txBox="1"/>
          <p:nvPr/>
        </p:nvSpPr>
        <p:spPr>
          <a:xfrm>
            <a:off x="3716867" y="3741226"/>
            <a:ext cx="462845" cy="584775"/>
          </a:xfrm>
          <a:prstGeom prst="rect">
            <a:avLst/>
          </a:prstGeom>
          <a:noFill/>
        </p:spPr>
        <p:txBody>
          <a:bodyPr wrap="square" rtlCol="0">
            <a:spAutoFit/>
          </a:bodyPr>
          <a:lstStyle/>
          <a:p>
            <a:pPr algn="ctr"/>
            <a:r>
              <a:rPr lang="en-US" sz="3200" dirty="0"/>
              <a:t>2</a:t>
            </a:r>
          </a:p>
        </p:txBody>
      </p:sp>
      <p:sp>
        <p:nvSpPr>
          <p:cNvPr id="17" name="TextBox 16">
            <a:extLst>
              <a:ext uri="{FF2B5EF4-FFF2-40B4-BE49-F238E27FC236}">
                <a16:creationId xmlns:a16="http://schemas.microsoft.com/office/drawing/2014/main" id="{0A48A831-23F6-8C55-E313-7B436979F0EC}"/>
              </a:ext>
            </a:extLst>
          </p:cNvPr>
          <p:cNvSpPr txBox="1"/>
          <p:nvPr/>
        </p:nvSpPr>
        <p:spPr>
          <a:xfrm>
            <a:off x="5147734" y="4038229"/>
            <a:ext cx="570089" cy="230832"/>
          </a:xfrm>
          <a:prstGeom prst="rect">
            <a:avLst/>
          </a:prstGeom>
          <a:noFill/>
        </p:spPr>
        <p:txBody>
          <a:bodyPr wrap="square" rtlCol="0">
            <a:spAutoFit/>
          </a:bodyPr>
          <a:lstStyle/>
          <a:p>
            <a:pPr algn="ctr"/>
            <a:r>
              <a:rPr lang="en-US" sz="900" dirty="0"/>
              <a:t>43</a:t>
            </a:r>
          </a:p>
        </p:txBody>
      </p:sp>
      <p:sp>
        <p:nvSpPr>
          <p:cNvPr id="28" name="TextBox 27">
            <a:extLst>
              <a:ext uri="{FF2B5EF4-FFF2-40B4-BE49-F238E27FC236}">
                <a16:creationId xmlns:a16="http://schemas.microsoft.com/office/drawing/2014/main" id="{57CAAE82-0D2D-F4A8-0BA7-4812F118EA28}"/>
              </a:ext>
            </a:extLst>
          </p:cNvPr>
          <p:cNvSpPr txBox="1"/>
          <p:nvPr/>
        </p:nvSpPr>
        <p:spPr>
          <a:xfrm>
            <a:off x="4645378" y="4539173"/>
            <a:ext cx="570089" cy="230832"/>
          </a:xfrm>
          <a:prstGeom prst="rect">
            <a:avLst/>
          </a:prstGeom>
          <a:noFill/>
        </p:spPr>
        <p:txBody>
          <a:bodyPr wrap="square" rtlCol="0">
            <a:spAutoFit/>
          </a:bodyPr>
          <a:lstStyle/>
          <a:p>
            <a:pPr algn="ctr"/>
            <a:r>
              <a:rPr lang="en-US" sz="900" dirty="0"/>
              <a:t>239</a:t>
            </a:r>
          </a:p>
        </p:txBody>
      </p:sp>
      <p:sp>
        <p:nvSpPr>
          <p:cNvPr id="29" name="TextBox 28">
            <a:extLst>
              <a:ext uri="{FF2B5EF4-FFF2-40B4-BE49-F238E27FC236}">
                <a16:creationId xmlns:a16="http://schemas.microsoft.com/office/drawing/2014/main" id="{5450C9FA-97D1-E230-191C-1C25A2307ABD}"/>
              </a:ext>
            </a:extLst>
          </p:cNvPr>
          <p:cNvSpPr txBox="1"/>
          <p:nvPr/>
        </p:nvSpPr>
        <p:spPr>
          <a:xfrm>
            <a:off x="5147734" y="4539173"/>
            <a:ext cx="570089" cy="230832"/>
          </a:xfrm>
          <a:prstGeom prst="rect">
            <a:avLst/>
          </a:prstGeom>
          <a:noFill/>
        </p:spPr>
        <p:txBody>
          <a:bodyPr wrap="square" rtlCol="0">
            <a:spAutoFit/>
          </a:bodyPr>
          <a:lstStyle/>
          <a:p>
            <a:pPr algn="ctr"/>
            <a:r>
              <a:rPr lang="en-US" sz="900" dirty="0"/>
              <a:t>3459</a:t>
            </a:r>
          </a:p>
        </p:txBody>
      </p:sp>
      <p:sp>
        <p:nvSpPr>
          <p:cNvPr id="32" name="TextBox 31">
            <a:extLst>
              <a:ext uri="{FF2B5EF4-FFF2-40B4-BE49-F238E27FC236}">
                <a16:creationId xmlns:a16="http://schemas.microsoft.com/office/drawing/2014/main" id="{EFED08A7-3452-04B4-C054-C7B1C6399F14}"/>
              </a:ext>
            </a:extLst>
          </p:cNvPr>
          <p:cNvSpPr txBox="1"/>
          <p:nvPr/>
        </p:nvSpPr>
        <p:spPr>
          <a:xfrm>
            <a:off x="5650090" y="4539173"/>
            <a:ext cx="570089" cy="230832"/>
          </a:xfrm>
          <a:prstGeom prst="rect">
            <a:avLst/>
          </a:prstGeom>
          <a:noFill/>
        </p:spPr>
        <p:txBody>
          <a:bodyPr wrap="square" rtlCol="0">
            <a:spAutoFit/>
          </a:bodyPr>
          <a:lstStyle/>
          <a:p>
            <a:pPr algn="ctr"/>
            <a:r>
              <a:rPr lang="en-US" sz="900" dirty="0"/>
              <a:t>17</a:t>
            </a:r>
          </a:p>
        </p:txBody>
      </p:sp>
      <p:sp>
        <p:nvSpPr>
          <p:cNvPr id="34" name="TextBox 33">
            <a:extLst>
              <a:ext uri="{FF2B5EF4-FFF2-40B4-BE49-F238E27FC236}">
                <a16:creationId xmlns:a16="http://schemas.microsoft.com/office/drawing/2014/main" id="{F12D3D5A-D5ED-A0EA-66D6-97A3F7F53B85}"/>
              </a:ext>
            </a:extLst>
          </p:cNvPr>
          <p:cNvSpPr txBox="1"/>
          <p:nvPr/>
        </p:nvSpPr>
        <p:spPr>
          <a:xfrm>
            <a:off x="4645378" y="5040116"/>
            <a:ext cx="570089" cy="230832"/>
          </a:xfrm>
          <a:prstGeom prst="rect">
            <a:avLst/>
          </a:prstGeom>
          <a:noFill/>
        </p:spPr>
        <p:txBody>
          <a:bodyPr wrap="square" rtlCol="0">
            <a:spAutoFit/>
          </a:bodyPr>
          <a:lstStyle/>
          <a:p>
            <a:pPr algn="ctr"/>
            <a:r>
              <a:rPr lang="en-US" sz="900" dirty="0"/>
              <a:t>29</a:t>
            </a:r>
          </a:p>
        </p:txBody>
      </p:sp>
      <p:sp>
        <p:nvSpPr>
          <p:cNvPr id="49" name="TextBox 48">
            <a:extLst>
              <a:ext uri="{FF2B5EF4-FFF2-40B4-BE49-F238E27FC236}">
                <a16:creationId xmlns:a16="http://schemas.microsoft.com/office/drawing/2014/main" id="{8F33C7BF-4511-B036-1C7C-D9783015A52C}"/>
              </a:ext>
            </a:extLst>
          </p:cNvPr>
          <p:cNvSpPr txBox="1"/>
          <p:nvPr/>
        </p:nvSpPr>
        <p:spPr>
          <a:xfrm>
            <a:off x="5147734" y="5040116"/>
            <a:ext cx="570089" cy="230832"/>
          </a:xfrm>
          <a:prstGeom prst="rect">
            <a:avLst/>
          </a:prstGeom>
          <a:noFill/>
        </p:spPr>
        <p:txBody>
          <a:bodyPr wrap="square" rtlCol="0">
            <a:spAutoFit/>
          </a:bodyPr>
          <a:lstStyle/>
          <a:p>
            <a:pPr algn="ctr"/>
            <a:r>
              <a:rPr lang="en-US" sz="900" dirty="0"/>
              <a:t>459</a:t>
            </a:r>
          </a:p>
        </p:txBody>
      </p:sp>
      <p:sp>
        <p:nvSpPr>
          <p:cNvPr id="60" name="TextBox 59">
            <a:extLst>
              <a:ext uri="{FF2B5EF4-FFF2-40B4-BE49-F238E27FC236}">
                <a16:creationId xmlns:a16="http://schemas.microsoft.com/office/drawing/2014/main" id="{B4081756-290D-0E3E-9D29-137B7F18FB20}"/>
              </a:ext>
            </a:extLst>
          </p:cNvPr>
          <p:cNvSpPr txBox="1"/>
          <p:nvPr/>
        </p:nvSpPr>
        <p:spPr>
          <a:xfrm>
            <a:off x="5650090" y="5040116"/>
            <a:ext cx="570089" cy="230832"/>
          </a:xfrm>
          <a:prstGeom prst="rect">
            <a:avLst/>
          </a:prstGeom>
          <a:noFill/>
        </p:spPr>
        <p:txBody>
          <a:bodyPr wrap="square" rtlCol="0">
            <a:spAutoFit/>
          </a:bodyPr>
          <a:lstStyle/>
          <a:p>
            <a:pPr algn="ctr"/>
            <a:r>
              <a:rPr lang="en-US" sz="900" dirty="0"/>
              <a:t>71</a:t>
            </a:r>
          </a:p>
        </p:txBody>
      </p:sp>
      <p:sp>
        <p:nvSpPr>
          <p:cNvPr id="61" name="TextBox 60">
            <a:extLst>
              <a:ext uri="{FF2B5EF4-FFF2-40B4-BE49-F238E27FC236}">
                <a16:creationId xmlns:a16="http://schemas.microsoft.com/office/drawing/2014/main" id="{68C3C988-0137-7407-C925-83F3D54FEE17}"/>
              </a:ext>
            </a:extLst>
          </p:cNvPr>
          <p:cNvSpPr txBox="1"/>
          <p:nvPr/>
        </p:nvSpPr>
        <p:spPr>
          <a:xfrm>
            <a:off x="6654802" y="3907597"/>
            <a:ext cx="570089" cy="230832"/>
          </a:xfrm>
          <a:prstGeom prst="rect">
            <a:avLst/>
          </a:prstGeom>
          <a:noFill/>
        </p:spPr>
        <p:txBody>
          <a:bodyPr wrap="square" rtlCol="0">
            <a:spAutoFit/>
          </a:bodyPr>
          <a:lstStyle/>
          <a:p>
            <a:pPr algn="ctr"/>
            <a:r>
              <a:rPr lang="en-US" sz="900" dirty="0"/>
              <a:t>157</a:t>
            </a:r>
          </a:p>
        </p:txBody>
      </p:sp>
      <p:sp>
        <p:nvSpPr>
          <p:cNvPr id="72" name="TextBox 71">
            <a:extLst>
              <a:ext uri="{FF2B5EF4-FFF2-40B4-BE49-F238E27FC236}">
                <a16:creationId xmlns:a16="http://schemas.microsoft.com/office/drawing/2014/main" id="{44FB2C2D-5964-CE06-01CB-98775CBBE717}"/>
              </a:ext>
            </a:extLst>
          </p:cNvPr>
          <p:cNvSpPr txBox="1"/>
          <p:nvPr/>
        </p:nvSpPr>
        <p:spPr>
          <a:xfrm>
            <a:off x="7157158" y="3907597"/>
            <a:ext cx="570089" cy="230832"/>
          </a:xfrm>
          <a:prstGeom prst="rect">
            <a:avLst/>
          </a:prstGeom>
          <a:noFill/>
        </p:spPr>
        <p:txBody>
          <a:bodyPr wrap="square" rtlCol="0">
            <a:spAutoFit/>
          </a:bodyPr>
          <a:lstStyle/>
          <a:p>
            <a:pPr algn="ctr"/>
            <a:r>
              <a:rPr lang="en-US" sz="900" dirty="0"/>
              <a:t>17</a:t>
            </a:r>
          </a:p>
        </p:txBody>
      </p:sp>
      <p:sp>
        <p:nvSpPr>
          <p:cNvPr id="81" name="TextBox 80">
            <a:extLst>
              <a:ext uri="{FF2B5EF4-FFF2-40B4-BE49-F238E27FC236}">
                <a16:creationId xmlns:a16="http://schemas.microsoft.com/office/drawing/2014/main" id="{6BB47151-7C2A-574A-A271-742E4D3DE506}"/>
              </a:ext>
            </a:extLst>
          </p:cNvPr>
          <p:cNvSpPr txBox="1"/>
          <p:nvPr/>
        </p:nvSpPr>
        <p:spPr>
          <a:xfrm>
            <a:off x="6654802" y="4408541"/>
            <a:ext cx="570089" cy="230832"/>
          </a:xfrm>
          <a:prstGeom prst="rect">
            <a:avLst/>
          </a:prstGeom>
          <a:noFill/>
        </p:spPr>
        <p:txBody>
          <a:bodyPr wrap="square" rtlCol="0">
            <a:spAutoFit/>
          </a:bodyPr>
          <a:lstStyle/>
          <a:p>
            <a:pPr algn="ctr"/>
            <a:r>
              <a:rPr lang="en-US" sz="900" dirty="0"/>
              <a:t>1256</a:t>
            </a:r>
          </a:p>
        </p:txBody>
      </p:sp>
      <p:sp>
        <p:nvSpPr>
          <p:cNvPr id="82" name="TextBox 81">
            <a:extLst>
              <a:ext uri="{FF2B5EF4-FFF2-40B4-BE49-F238E27FC236}">
                <a16:creationId xmlns:a16="http://schemas.microsoft.com/office/drawing/2014/main" id="{10DD6795-24E4-EC37-2A42-8AD80300CA58}"/>
              </a:ext>
            </a:extLst>
          </p:cNvPr>
          <p:cNvSpPr txBox="1"/>
          <p:nvPr/>
        </p:nvSpPr>
        <p:spPr>
          <a:xfrm>
            <a:off x="7157158" y="4408541"/>
            <a:ext cx="570089" cy="230832"/>
          </a:xfrm>
          <a:prstGeom prst="rect">
            <a:avLst/>
          </a:prstGeom>
          <a:noFill/>
        </p:spPr>
        <p:txBody>
          <a:bodyPr wrap="square" rtlCol="0">
            <a:spAutoFit/>
          </a:bodyPr>
          <a:lstStyle/>
          <a:p>
            <a:pPr algn="ctr"/>
            <a:r>
              <a:rPr lang="en-US" sz="900" dirty="0"/>
              <a:t>126</a:t>
            </a:r>
          </a:p>
        </p:txBody>
      </p:sp>
      <p:sp>
        <p:nvSpPr>
          <p:cNvPr id="83" name="TextBox 82">
            <a:extLst>
              <a:ext uri="{FF2B5EF4-FFF2-40B4-BE49-F238E27FC236}">
                <a16:creationId xmlns:a16="http://schemas.microsoft.com/office/drawing/2014/main" id="{BBBE7756-82F6-C0C7-AE24-2069427894D6}"/>
              </a:ext>
            </a:extLst>
          </p:cNvPr>
          <p:cNvSpPr txBox="1"/>
          <p:nvPr/>
        </p:nvSpPr>
        <p:spPr>
          <a:xfrm>
            <a:off x="6654802" y="5040116"/>
            <a:ext cx="570089" cy="230832"/>
          </a:xfrm>
          <a:prstGeom prst="rect">
            <a:avLst/>
          </a:prstGeom>
          <a:noFill/>
        </p:spPr>
        <p:txBody>
          <a:bodyPr wrap="square" rtlCol="0">
            <a:spAutoFit/>
          </a:bodyPr>
          <a:lstStyle/>
          <a:p>
            <a:pPr algn="ctr"/>
            <a:r>
              <a:rPr lang="en-US" sz="900" dirty="0"/>
              <a:t>125</a:t>
            </a:r>
          </a:p>
        </p:txBody>
      </p:sp>
      <p:sp>
        <p:nvSpPr>
          <p:cNvPr id="84" name="TextBox 83">
            <a:extLst>
              <a:ext uri="{FF2B5EF4-FFF2-40B4-BE49-F238E27FC236}">
                <a16:creationId xmlns:a16="http://schemas.microsoft.com/office/drawing/2014/main" id="{D9737C58-34D1-01BB-43DA-9F8CC57190CA}"/>
              </a:ext>
            </a:extLst>
          </p:cNvPr>
          <p:cNvSpPr txBox="1"/>
          <p:nvPr/>
        </p:nvSpPr>
        <p:spPr>
          <a:xfrm>
            <a:off x="5715003" y="3741226"/>
            <a:ext cx="462845" cy="584775"/>
          </a:xfrm>
          <a:prstGeom prst="rect">
            <a:avLst/>
          </a:prstGeom>
          <a:noFill/>
        </p:spPr>
        <p:txBody>
          <a:bodyPr wrap="square" rtlCol="0">
            <a:spAutoFit/>
          </a:bodyPr>
          <a:lstStyle/>
          <a:p>
            <a:pPr algn="ctr"/>
            <a:r>
              <a:rPr lang="en-US" sz="3200" dirty="0"/>
              <a:t>8</a:t>
            </a:r>
          </a:p>
        </p:txBody>
      </p:sp>
      <p:sp>
        <p:nvSpPr>
          <p:cNvPr id="21" name="TextBox 20">
            <a:extLst>
              <a:ext uri="{FF2B5EF4-FFF2-40B4-BE49-F238E27FC236}">
                <a16:creationId xmlns:a16="http://schemas.microsoft.com/office/drawing/2014/main" id="{ED9324E9-C211-27DA-0E10-D27A88C4C769}"/>
              </a:ext>
            </a:extLst>
          </p:cNvPr>
          <p:cNvSpPr txBox="1"/>
          <p:nvPr/>
        </p:nvSpPr>
        <p:spPr>
          <a:xfrm>
            <a:off x="6214537" y="3741226"/>
            <a:ext cx="462845" cy="584775"/>
          </a:xfrm>
          <a:prstGeom prst="rect">
            <a:avLst/>
          </a:prstGeom>
          <a:noFill/>
        </p:spPr>
        <p:txBody>
          <a:bodyPr wrap="square" rtlCol="0">
            <a:spAutoFit/>
          </a:bodyPr>
          <a:lstStyle/>
          <a:p>
            <a:pPr algn="ctr"/>
            <a:r>
              <a:rPr lang="en-US" sz="3200" dirty="0"/>
              <a:t>9</a:t>
            </a:r>
          </a:p>
        </p:txBody>
      </p:sp>
      <p:sp>
        <p:nvSpPr>
          <p:cNvPr id="85" name="TextBox 84">
            <a:extLst>
              <a:ext uri="{FF2B5EF4-FFF2-40B4-BE49-F238E27FC236}">
                <a16:creationId xmlns:a16="http://schemas.microsoft.com/office/drawing/2014/main" id="{F24BEED2-F204-31D9-EECF-5660F4BB2D92}"/>
              </a:ext>
            </a:extLst>
          </p:cNvPr>
          <p:cNvSpPr txBox="1"/>
          <p:nvPr/>
        </p:nvSpPr>
        <p:spPr>
          <a:xfrm>
            <a:off x="4216401" y="2231221"/>
            <a:ext cx="462845" cy="584775"/>
          </a:xfrm>
          <a:prstGeom prst="rect">
            <a:avLst/>
          </a:prstGeom>
          <a:noFill/>
        </p:spPr>
        <p:txBody>
          <a:bodyPr wrap="square" rtlCol="0">
            <a:spAutoFit/>
          </a:bodyPr>
          <a:lstStyle/>
          <a:p>
            <a:pPr algn="ctr"/>
            <a:r>
              <a:rPr lang="en-US" sz="3200" dirty="0"/>
              <a:t>8</a:t>
            </a:r>
          </a:p>
        </p:txBody>
      </p:sp>
      <p:sp>
        <p:nvSpPr>
          <p:cNvPr id="86" name="TextBox 85">
            <a:extLst>
              <a:ext uri="{FF2B5EF4-FFF2-40B4-BE49-F238E27FC236}">
                <a16:creationId xmlns:a16="http://schemas.microsoft.com/office/drawing/2014/main" id="{2D63CA8C-997E-4DA6-8212-A4675C07A112}"/>
              </a:ext>
            </a:extLst>
          </p:cNvPr>
          <p:cNvSpPr txBox="1"/>
          <p:nvPr/>
        </p:nvSpPr>
        <p:spPr>
          <a:xfrm>
            <a:off x="5715003" y="2231221"/>
            <a:ext cx="462845" cy="584775"/>
          </a:xfrm>
          <a:prstGeom prst="rect">
            <a:avLst/>
          </a:prstGeom>
          <a:noFill/>
        </p:spPr>
        <p:txBody>
          <a:bodyPr wrap="square" rtlCol="0">
            <a:spAutoFit/>
          </a:bodyPr>
          <a:lstStyle/>
          <a:p>
            <a:pPr algn="ctr"/>
            <a:r>
              <a:rPr lang="en-US" sz="3200" dirty="0"/>
              <a:t>9</a:t>
            </a:r>
          </a:p>
        </p:txBody>
      </p:sp>
      <p:sp>
        <p:nvSpPr>
          <p:cNvPr id="13" name="TextBox 12">
            <a:extLst>
              <a:ext uri="{FF2B5EF4-FFF2-40B4-BE49-F238E27FC236}">
                <a16:creationId xmlns:a16="http://schemas.microsoft.com/office/drawing/2014/main" id="{9A3B689F-B42A-05CA-F3BD-CE931C0DB5DB}"/>
              </a:ext>
            </a:extLst>
          </p:cNvPr>
          <p:cNvSpPr txBox="1"/>
          <p:nvPr/>
        </p:nvSpPr>
        <p:spPr>
          <a:xfrm>
            <a:off x="4216401" y="3237891"/>
            <a:ext cx="462845" cy="584775"/>
          </a:xfrm>
          <a:prstGeom prst="rect">
            <a:avLst/>
          </a:prstGeom>
          <a:noFill/>
        </p:spPr>
        <p:txBody>
          <a:bodyPr wrap="square" rtlCol="0">
            <a:spAutoFit/>
          </a:bodyPr>
          <a:lstStyle/>
          <a:p>
            <a:pPr algn="ctr"/>
            <a:r>
              <a:rPr lang="en-US" sz="3200" dirty="0"/>
              <a:t>9</a:t>
            </a:r>
          </a:p>
        </p:txBody>
      </p:sp>
      <p:sp>
        <p:nvSpPr>
          <p:cNvPr id="16" name="TextBox 15">
            <a:extLst>
              <a:ext uri="{FF2B5EF4-FFF2-40B4-BE49-F238E27FC236}">
                <a16:creationId xmlns:a16="http://schemas.microsoft.com/office/drawing/2014/main" id="{F3131533-EA37-007D-5269-EAD9BE3366D6}"/>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Tree>
    <p:extLst>
      <p:ext uri="{BB962C8B-B14F-4D97-AF65-F5344CB8AC3E}">
        <p14:creationId xmlns:p14="http://schemas.microsoft.com/office/powerpoint/2010/main" val="44016223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EC4907-9B29-C4E6-2389-D69673186EF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4967291-A5D4-18A2-47DC-96449166D511}"/>
              </a:ext>
            </a:extLst>
          </p:cNvPr>
          <p:cNvSpPr>
            <a:spLocks noGrp="1"/>
          </p:cNvSpPr>
          <p:nvPr>
            <p:ph sz="half" idx="1"/>
          </p:nvPr>
        </p:nvSpPr>
        <p:spPr/>
        <p:txBody>
          <a:bodyPr>
            <a:normAutofit/>
          </a:bodyPr>
          <a:lstStyle/>
          <a:p>
            <a:r>
              <a:rPr lang="en-US" dirty="0"/>
              <a:t>This circle must be 1 or 2 to keep the line sum within range.</a:t>
            </a:r>
          </a:p>
        </p:txBody>
      </p:sp>
      <p:pic>
        <p:nvPicPr>
          <p:cNvPr id="4" name="Picture 3" descr="A grid of sudoku puzzle&#10;&#10;Description automatically generated">
            <a:extLst>
              <a:ext uri="{FF2B5EF4-FFF2-40B4-BE49-F238E27FC236}">
                <a16:creationId xmlns:a16="http://schemas.microsoft.com/office/drawing/2014/main" id="{4D3A7638-7BB8-E838-1EA8-E6E63F31BD5D}"/>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AB5C1435-BEBB-6C50-E31C-02944003A107}"/>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01A66717-6DD3-57EA-7AA0-AA91071FC5EE}"/>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2C602874-3923-FE82-4DF3-5F0645E980D7}"/>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02875DC8-E1FC-9000-2382-BE9BEE22E071}"/>
              </a:ext>
            </a:extLst>
          </p:cNvPr>
          <p:cNvSpPr txBox="1"/>
          <p:nvPr/>
        </p:nvSpPr>
        <p:spPr>
          <a:xfrm>
            <a:off x="3716867" y="2231221"/>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EA59E8C2-4626-8B64-FFE3-BA574CC6F47A}"/>
              </a:ext>
            </a:extLst>
          </p:cNvPr>
          <p:cNvSpPr txBox="1"/>
          <p:nvPr/>
        </p:nvSpPr>
        <p:spPr>
          <a:xfrm>
            <a:off x="3217333" y="4747898"/>
            <a:ext cx="462845" cy="584775"/>
          </a:xfrm>
          <a:prstGeom prst="rect">
            <a:avLst/>
          </a:prstGeom>
          <a:noFill/>
        </p:spPr>
        <p:txBody>
          <a:bodyPr wrap="square" rtlCol="0">
            <a:spAutoFit/>
          </a:bodyPr>
          <a:lstStyle/>
          <a:p>
            <a:pPr algn="ctr"/>
            <a:r>
              <a:rPr lang="en-US" sz="3200" dirty="0"/>
              <a:t>6</a:t>
            </a:r>
          </a:p>
        </p:txBody>
      </p:sp>
      <p:sp>
        <p:nvSpPr>
          <p:cNvPr id="11" name="TextBox 10">
            <a:extLst>
              <a:ext uri="{FF2B5EF4-FFF2-40B4-BE49-F238E27FC236}">
                <a16:creationId xmlns:a16="http://schemas.microsoft.com/office/drawing/2014/main" id="{68CA01AD-1303-2119-C67D-6C5D902FB679}"/>
              </a:ext>
            </a:extLst>
          </p:cNvPr>
          <p:cNvSpPr txBox="1"/>
          <p:nvPr/>
        </p:nvSpPr>
        <p:spPr>
          <a:xfrm>
            <a:off x="7213604" y="4747898"/>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521256F7-4EF1-EF0B-3D0E-E7086932C33F}"/>
              </a:ext>
            </a:extLst>
          </p:cNvPr>
          <p:cNvSpPr txBox="1"/>
          <p:nvPr/>
        </p:nvSpPr>
        <p:spPr>
          <a:xfrm>
            <a:off x="6214537" y="2734556"/>
            <a:ext cx="462845" cy="584775"/>
          </a:xfrm>
          <a:prstGeom prst="rect">
            <a:avLst/>
          </a:prstGeom>
          <a:noFill/>
        </p:spPr>
        <p:txBody>
          <a:bodyPr wrap="square" rtlCol="0">
            <a:spAutoFit/>
          </a:bodyPr>
          <a:lstStyle/>
          <a:p>
            <a:pPr algn="ctr"/>
            <a:r>
              <a:rPr lang="en-US" sz="3200" dirty="0"/>
              <a:t>3</a:t>
            </a:r>
          </a:p>
        </p:txBody>
      </p:sp>
      <p:sp>
        <p:nvSpPr>
          <p:cNvPr id="18" name="TextBox 17">
            <a:extLst>
              <a:ext uri="{FF2B5EF4-FFF2-40B4-BE49-F238E27FC236}">
                <a16:creationId xmlns:a16="http://schemas.microsoft.com/office/drawing/2014/main" id="{EF35EC01-C29B-CE51-F47F-9B5233E4B058}"/>
              </a:ext>
            </a:extLst>
          </p:cNvPr>
          <p:cNvSpPr txBox="1"/>
          <p:nvPr/>
        </p:nvSpPr>
        <p:spPr>
          <a:xfrm>
            <a:off x="6654802" y="2404765"/>
            <a:ext cx="570089" cy="230832"/>
          </a:xfrm>
          <a:prstGeom prst="rect">
            <a:avLst/>
          </a:prstGeom>
          <a:noFill/>
        </p:spPr>
        <p:txBody>
          <a:bodyPr wrap="square" rtlCol="0">
            <a:spAutoFit/>
          </a:bodyPr>
          <a:lstStyle/>
          <a:p>
            <a:pPr algn="ctr"/>
            <a:r>
              <a:rPr lang="en-US" sz="900" dirty="0"/>
              <a:t>24</a:t>
            </a:r>
          </a:p>
        </p:txBody>
      </p:sp>
      <p:sp>
        <p:nvSpPr>
          <p:cNvPr id="19" name="TextBox 18">
            <a:extLst>
              <a:ext uri="{FF2B5EF4-FFF2-40B4-BE49-F238E27FC236}">
                <a16:creationId xmlns:a16="http://schemas.microsoft.com/office/drawing/2014/main" id="{0F0218DB-5A55-347E-2F56-6032E6E22BDE}"/>
              </a:ext>
            </a:extLst>
          </p:cNvPr>
          <p:cNvSpPr txBox="1"/>
          <p:nvPr/>
        </p:nvSpPr>
        <p:spPr>
          <a:xfrm>
            <a:off x="7157158" y="2404765"/>
            <a:ext cx="570089" cy="230832"/>
          </a:xfrm>
          <a:prstGeom prst="rect">
            <a:avLst/>
          </a:prstGeom>
          <a:noFill/>
        </p:spPr>
        <p:txBody>
          <a:bodyPr wrap="square" rtlCol="0">
            <a:spAutoFit/>
          </a:bodyPr>
          <a:lstStyle/>
          <a:p>
            <a:pPr algn="ctr"/>
            <a:r>
              <a:rPr lang="en-US" sz="900" dirty="0"/>
              <a:t>42</a:t>
            </a:r>
          </a:p>
        </p:txBody>
      </p:sp>
      <p:sp>
        <p:nvSpPr>
          <p:cNvPr id="23" name="TextBox 22">
            <a:extLst>
              <a:ext uri="{FF2B5EF4-FFF2-40B4-BE49-F238E27FC236}">
                <a16:creationId xmlns:a16="http://schemas.microsoft.com/office/drawing/2014/main" id="{63DE655A-BD5C-406B-CA78-E02BB63E8AF7}"/>
              </a:ext>
            </a:extLst>
          </p:cNvPr>
          <p:cNvSpPr txBox="1"/>
          <p:nvPr/>
        </p:nvSpPr>
        <p:spPr>
          <a:xfrm>
            <a:off x="6214537" y="721216"/>
            <a:ext cx="462845" cy="584775"/>
          </a:xfrm>
          <a:prstGeom prst="rect">
            <a:avLst/>
          </a:prstGeom>
          <a:noFill/>
        </p:spPr>
        <p:txBody>
          <a:bodyPr wrap="square" rtlCol="0">
            <a:spAutoFit/>
          </a:bodyPr>
          <a:lstStyle/>
          <a:p>
            <a:pPr algn="ctr"/>
            <a:r>
              <a:rPr lang="en-US" sz="3200" dirty="0"/>
              <a:t>2</a:t>
            </a:r>
          </a:p>
        </p:txBody>
      </p:sp>
      <p:sp>
        <p:nvSpPr>
          <p:cNvPr id="24" name="TextBox 23">
            <a:extLst>
              <a:ext uri="{FF2B5EF4-FFF2-40B4-BE49-F238E27FC236}">
                <a16:creationId xmlns:a16="http://schemas.microsoft.com/office/drawing/2014/main" id="{EDD1FE65-5367-C00B-C648-08347821AC3B}"/>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A91D8503-3F49-D266-0A1C-18F5CCB6DF3E}"/>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26" name="TextBox 25">
            <a:extLst>
              <a:ext uri="{FF2B5EF4-FFF2-40B4-BE49-F238E27FC236}">
                <a16:creationId xmlns:a16="http://schemas.microsoft.com/office/drawing/2014/main" id="{626DC3E5-434D-7105-6A95-1B344652B60B}"/>
              </a:ext>
            </a:extLst>
          </p:cNvPr>
          <p:cNvSpPr txBox="1"/>
          <p:nvPr/>
        </p:nvSpPr>
        <p:spPr>
          <a:xfrm>
            <a:off x="6654802" y="1402877"/>
            <a:ext cx="570089" cy="230832"/>
          </a:xfrm>
          <a:prstGeom prst="rect">
            <a:avLst/>
          </a:prstGeom>
          <a:noFill/>
        </p:spPr>
        <p:txBody>
          <a:bodyPr wrap="square" rtlCol="0">
            <a:spAutoFit/>
          </a:bodyPr>
          <a:lstStyle/>
          <a:p>
            <a:pPr algn="ctr"/>
            <a:r>
              <a:rPr lang="en-US" sz="900" dirty="0"/>
              <a:t>74</a:t>
            </a:r>
          </a:p>
        </p:txBody>
      </p:sp>
      <p:sp>
        <p:nvSpPr>
          <p:cNvPr id="27" name="TextBox 26">
            <a:extLst>
              <a:ext uri="{FF2B5EF4-FFF2-40B4-BE49-F238E27FC236}">
                <a16:creationId xmlns:a16="http://schemas.microsoft.com/office/drawing/2014/main" id="{B1A103CA-7D50-8462-DCA0-DD32B20A7D2A}"/>
              </a:ext>
            </a:extLst>
          </p:cNvPr>
          <p:cNvSpPr txBox="1"/>
          <p:nvPr/>
        </p:nvSpPr>
        <p:spPr>
          <a:xfrm>
            <a:off x="7157158" y="1402877"/>
            <a:ext cx="570089" cy="230832"/>
          </a:xfrm>
          <a:prstGeom prst="rect">
            <a:avLst/>
          </a:prstGeom>
          <a:noFill/>
        </p:spPr>
        <p:txBody>
          <a:bodyPr wrap="square" rtlCol="0">
            <a:spAutoFit/>
          </a:bodyPr>
          <a:lstStyle/>
          <a:p>
            <a:pPr algn="ctr"/>
            <a:r>
              <a:rPr lang="en-US" sz="900" dirty="0"/>
              <a:t>47</a:t>
            </a:r>
          </a:p>
        </p:txBody>
      </p:sp>
      <p:sp>
        <p:nvSpPr>
          <p:cNvPr id="30" name="TextBox 29">
            <a:extLst>
              <a:ext uri="{FF2B5EF4-FFF2-40B4-BE49-F238E27FC236}">
                <a16:creationId xmlns:a16="http://schemas.microsoft.com/office/drawing/2014/main" id="{5C2FFCF2-F178-8A23-9F07-789DDF1B21C6}"/>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CE4017CF-6DB5-412A-195E-2175C50E6EE4}"/>
              </a:ext>
            </a:extLst>
          </p:cNvPr>
          <p:cNvSpPr txBox="1"/>
          <p:nvPr/>
        </p:nvSpPr>
        <p:spPr>
          <a:xfrm>
            <a:off x="3217333" y="721216"/>
            <a:ext cx="462845" cy="584775"/>
          </a:xfrm>
          <a:prstGeom prst="rect">
            <a:avLst/>
          </a:prstGeom>
          <a:noFill/>
        </p:spPr>
        <p:txBody>
          <a:bodyPr wrap="square" rtlCol="0">
            <a:spAutoFit/>
          </a:bodyPr>
          <a:lstStyle/>
          <a:p>
            <a:pPr algn="ctr"/>
            <a:r>
              <a:rPr lang="en-US" sz="3200" dirty="0"/>
              <a:t>4</a:t>
            </a:r>
          </a:p>
        </p:txBody>
      </p:sp>
      <p:sp>
        <p:nvSpPr>
          <p:cNvPr id="35" name="TextBox 34">
            <a:extLst>
              <a:ext uri="{FF2B5EF4-FFF2-40B4-BE49-F238E27FC236}">
                <a16:creationId xmlns:a16="http://schemas.microsoft.com/office/drawing/2014/main" id="{37176D6B-D3E0-734A-8B49-8CB4A3521B83}"/>
              </a:ext>
            </a:extLst>
          </p:cNvPr>
          <p:cNvSpPr txBox="1"/>
          <p:nvPr/>
        </p:nvSpPr>
        <p:spPr>
          <a:xfrm>
            <a:off x="4216401" y="1224551"/>
            <a:ext cx="462845" cy="584775"/>
          </a:xfrm>
          <a:prstGeom prst="rect">
            <a:avLst/>
          </a:prstGeom>
          <a:noFill/>
        </p:spPr>
        <p:txBody>
          <a:bodyPr wrap="square" rtlCol="0">
            <a:spAutoFit/>
          </a:bodyPr>
          <a:lstStyle/>
          <a:p>
            <a:pPr algn="ctr"/>
            <a:r>
              <a:rPr lang="en-US" sz="3200" dirty="0"/>
              <a:t>1</a:t>
            </a:r>
          </a:p>
        </p:txBody>
      </p:sp>
      <p:sp>
        <p:nvSpPr>
          <p:cNvPr id="36" name="TextBox 35">
            <a:extLst>
              <a:ext uri="{FF2B5EF4-FFF2-40B4-BE49-F238E27FC236}">
                <a16:creationId xmlns:a16="http://schemas.microsoft.com/office/drawing/2014/main" id="{EB678194-B79D-F51C-EDB5-2E7AE41B3500}"/>
              </a:ext>
            </a:extLst>
          </p:cNvPr>
          <p:cNvSpPr txBox="1"/>
          <p:nvPr/>
        </p:nvSpPr>
        <p:spPr>
          <a:xfrm>
            <a:off x="5215469" y="721216"/>
            <a:ext cx="462845" cy="584775"/>
          </a:xfrm>
          <a:prstGeom prst="rect">
            <a:avLst/>
          </a:prstGeom>
          <a:noFill/>
        </p:spPr>
        <p:txBody>
          <a:bodyPr wrap="square" rtlCol="0">
            <a:spAutoFit/>
          </a:bodyPr>
          <a:lstStyle/>
          <a:p>
            <a:pPr algn="ctr"/>
            <a:r>
              <a:rPr lang="en-US" sz="3200" dirty="0"/>
              <a:t>1</a:t>
            </a:r>
          </a:p>
        </p:txBody>
      </p:sp>
      <p:sp>
        <p:nvSpPr>
          <p:cNvPr id="40" name="TextBox 39">
            <a:extLst>
              <a:ext uri="{FF2B5EF4-FFF2-40B4-BE49-F238E27FC236}">
                <a16:creationId xmlns:a16="http://schemas.microsoft.com/office/drawing/2014/main" id="{9D9DA7D2-442E-90AD-C13B-265410DD4559}"/>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42" name="TextBox 41">
            <a:extLst>
              <a:ext uri="{FF2B5EF4-FFF2-40B4-BE49-F238E27FC236}">
                <a16:creationId xmlns:a16="http://schemas.microsoft.com/office/drawing/2014/main" id="{F2B2F9F8-3CC7-8FF2-4E05-2856D6C2AB3B}"/>
              </a:ext>
            </a:extLst>
          </p:cNvPr>
          <p:cNvSpPr txBox="1"/>
          <p:nvPr/>
        </p:nvSpPr>
        <p:spPr>
          <a:xfrm>
            <a:off x="5715003" y="1224551"/>
            <a:ext cx="462845" cy="584775"/>
          </a:xfrm>
          <a:prstGeom prst="rect">
            <a:avLst/>
          </a:prstGeom>
          <a:noFill/>
        </p:spPr>
        <p:txBody>
          <a:bodyPr wrap="square" rtlCol="0">
            <a:spAutoFit/>
          </a:bodyPr>
          <a:lstStyle/>
          <a:p>
            <a:pPr algn="ctr"/>
            <a:r>
              <a:rPr lang="en-US" sz="3200" dirty="0"/>
              <a:t>2</a:t>
            </a:r>
          </a:p>
        </p:txBody>
      </p:sp>
      <p:sp>
        <p:nvSpPr>
          <p:cNvPr id="43" name="TextBox 42">
            <a:extLst>
              <a:ext uri="{FF2B5EF4-FFF2-40B4-BE49-F238E27FC236}">
                <a16:creationId xmlns:a16="http://schemas.microsoft.com/office/drawing/2014/main" id="{9E22A639-CC41-AD65-687A-7F9C15271367}"/>
              </a:ext>
            </a:extLst>
          </p:cNvPr>
          <p:cNvSpPr txBox="1"/>
          <p:nvPr/>
        </p:nvSpPr>
        <p:spPr>
          <a:xfrm>
            <a:off x="4645378" y="1533509"/>
            <a:ext cx="570089" cy="230832"/>
          </a:xfrm>
          <a:prstGeom prst="rect">
            <a:avLst/>
          </a:prstGeom>
          <a:noFill/>
        </p:spPr>
        <p:txBody>
          <a:bodyPr wrap="square" rtlCol="0">
            <a:spAutoFit/>
          </a:bodyPr>
          <a:lstStyle/>
          <a:p>
            <a:pPr algn="ctr"/>
            <a:r>
              <a:rPr lang="en-US" sz="900" dirty="0"/>
              <a:t>39</a:t>
            </a:r>
          </a:p>
        </p:txBody>
      </p:sp>
      <p:sp>
        <p:nvSpPr>
          <p:cNvPr id="44" name="TextBox 43">
            <a:extLst>
              <a:ext uri="{FF2B5EF4-FFF2-40B4-BE49-F238E27FC236}">
                <a16:creationId xmlns:a16="http://schemas.microsoft.com/office/drawing/2014/main" id="{B6B403A1-4B65-8A70-0986-C02A8C3111D2}"/>
              </a:ext>
            </a:extLst>
          </p:cNvPr>
          <p:cNvSpPr txBox="1"/>
          <p:nvPr/>
        </p:nvSpPr>
        <p:spPr>
          <a:xfrm>
            <a:off x="5147734" y="1533509"/>
            <a:ext cx="570089" cy="230832"/>
          </a:xfrm>
          <a:prstGeom prst="rect">
            <a:avLst/>
          </a:prstGeom>
          <a:noFill/>
        </p:spPr>
        <p:txBody>
          <a:bodyPr wrap="square" rtlCol="0">
            <a:spAutoFit/>
          </a:bodyPr>
          <a:lstStyle/>
          <a:p>
            <a:pPr algn="ctr"/>
            <a:r>
              <a:rPr lang="en-US" sz="900" dirty="0"/>
              <a:t>93</a:t>
            </a:r>
          </a:p>
        </p:txBody>
      </p:sp>
      <p:sp>
        <p:nvSpPr>
          <p:cNvPr id="51" name="TextBox 50">
            <a:extLst>
              <a:ext uri="{FF2B5EF4-FFF2-40B4-BE49-F238E27FC236}">
                <a16:creationId xmlns:a16="http://schemas.microsoft.com/office/drawing/2014/main" id="{376EAB7D-3325-0990-7846-9A011148F286}"/>
              </a:ext>
            </a:extLst>
          </p:cNvPr>
          <p:cNvSpPr txBox="1"/>
          <p:nvPr/>
        </p:nvSpPr>
        <p:spPr>
          <a:xfrm>
            <a:off x="5215469" y="2231221"/>
            <a:ext cx="462845" cy="584775"/>
          </a:xfrm>
          <a:prstGeom prst="rect">
            <a:avLst/>
          </a:prstGeom>
          <a:noFill/>
        </p:spPr>
        <p:txBody>
          <a:bodyPr wrap="square" rtlCol="0">
            <a:spAutoFit/>
          </a:bodyPr>
          <a:lstStyle/>
          <a:p>
            <a:pPr algn="ctr"/>
            <a:r>
              <a:rPr lang="en-US" sz="3200" dirty="0"/>
              <a:t>6</a:t>
            </a:r>
          </a:p>
        </p:txBody>
      </p:sp>
      <p:sp>
        <p:nvSpPr>
          <p:cNvPr id="15" name="TextBox 14">
            <a:extLst>
              <a:ext uri="{FF2B5EF4-FFF2-40B4-BE49-F238E27FC236}">
                <a16:creationId xmlns:a16="http://schemas.microsoft.com/office/drawing/2014/main" id="{C51A1A14-1BBA-52AA-832B-0D5CACE16198}"/>
              </a:ext>
            </a:extLst>
          </p:cNvPr>
          <p:cNvSpPr txBox="1"/>
          <p:nvPr/>
        </p:nvSpPr>
        <p:spPr>
          <a:xfrm>
            <a:off x="3217333" y="2734556"/>
            <a:ext cx="462845" cy="584775"/>
          </a:xfrm>
          <a:prstGeom prst="rect">
            <a:avLst/>
          </a:prstGeom>
          <a:noFill/>
        </p:spPr>
        <p:txBody>
          <a:bodyPr wrap="square" rtlCol="0">
            <a:spAutoFit/>
          </a:bodyPr>
          <a:lstStyle/>
          <a:p>
            <a:pPr algn="ctr"/>
            <a:r>
              <a:rPr lang="en-US" sz="3200" dirty="0"/>
              <a:t>7</a:t>
            </a:r>
          </a:p>
        </p:txBody>
      </p:sp>
      <p:sp>
        <p:nvSpPr>
          <p:cNvPr id="52" name="TextBox 51">
            <a:extLst>
              <a:ext uri="{FF2B5EF4-FFF2-40B4-BE49-F238E27FC236}">
                <a16:creationId xmlns:a16="http://schemas.microsoft.com/office/drawing/2014/main" id="{A81AEFA0-83A9-9559-06F5-14C411E773A2}"/>
              </a:ext>
            </a:extLst>
          </p:cNvPr>
          <p:cNvSpPr txBox="1"/>
          <p:nvPr/>
        </p:nvSpPr>
        <p:spPr>
          <a:xfrm>
            <a:off x="3716867" y="2734556"/>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1EC926F4-36FA-1865-479B-AD560810E47D}"/>
              </a:ext>
            </a:extLst>
          </p:cNvPr>
          <p:cNvSpPr txBox="1"/>
          <p:nvPr/>
        </p:nvSpPr>
        <p:spPr>
          <a:xfrm>
            <a:off x="3716867" y="1727886"/>
            <a:ext cx="462845" cy="584775"/>
          </a:xfrm>
          <a:prstGeom prst="rect">
            <a:avLst/>
          </a:prstGeom>
          <a:noFill/>
        </p:spPr>
        <p:txBody>
          <a:bodyPr wrap="square" rtlCol="0">
            <a:spAutoFit/>
          </a:bodyPr>
          <a:lstStyle/>
          <a:p>
            <a:pPr algn="ctr"/>
            <a:r>
              <a:rPr lang="en-US" sz="3200" dirty="0"/>
              <a:t>7</a:t>
            </a:r>
          </a:p>
        </p:txBody>
      </p:sp>
      <p:sp>
        <p:nvSpPr>
          <p:cNvPr id="33" name="TextBox 32">
            <a:extLst>
              <a:ext uri="{FF2B5EF4-FFF2-40B4-BE49-F238E27FC236}">
                <a16:creationId xmlns:a16="http://schemas.microsoft.com/office/drawing/2014/main" id="{3F66DAF2-6995-2769-B90D-DF73D9F0251B}"/>
              </a:ext>
            </a:extLst>
          </p:cNvPr>
          <p:cNvSpPr txBox="1"/>
          <p:nvPr/>
        </p:nvSpPr>
        <p:spPr>
          <a:xfrm>
            <a:off x="3138310" y="3907597"/>
            <a:ext cx="570089" cy="230832"/>
          </a:xfrm>
          <a:prstGeom prst="rect">
            <a:avLst/>
          </a:prstGeom>
          <a:noFill/>
        </p:spPr>
        <p:txBody>
          <a:bodyPr wrap="square" rtlCol="0">
            <a:spAutoFit/>
          </a:bodyPr>
          <a:lstStyle/>
          <a:p>
            <a:pPr algn="ctr"/>
            <a:r>
              <a:rPr lang="en-US" sz="900" dirty="0"/>
              <a:t>15</a:t>
            </a:r>
          </a:p>
        </p:txBody>
      </p:sp>
      <p:sp>
        <p:nvSpPr>
          <p:cNvPr id="53" name="TextBox 52">
            <a:extLst>
              <a:ext uri="{FF2B5EF4-FFF2-40B4-BE49-F238E27FC236}">
                <a16:creationId xmlns:a16="http://schemas.microsoft.com/office/drawing/2014/main" id="{E926BE8D-EEF2-471F-6A81-84384CCDAD28}"/>
              </a:ext>
            </a:extLst>
          </p:cNvPr>
          <p:cNvSpPr txBox="1"/>
          <p:nvPr/>
        </p:nvSpPr>
        <p:spPr>
          <a:xfrm>
            <a:off x="3138310" y="4408541"/>
            <a:ext cx="570089" cy="230832"/>
          </a:xfrm>
          <a:prstGeom prst="rect">
            <a:avLst/>
          </a:prstGeom>
          <a:noFill/>
        </p:spPr>
        <p:txBody>
          <a:bodyPr wrap="square" rtlCol="0">
            <a:spAutoFit/>
          </a:bodyPr>
          <a:lstStyle/>
          <a:p>
            <a:pPr algn="ctr"/>
            <a:r>
              <a:rPr lang="en-US" sz="900" dirty="0"/>
              <a:t>51</a:t>
            </a:r>
          </a:p>
        </p:txBody>
      </p:sp>
      <p:sp>
        <p:nvSpPr>
          <p:cNvPr id="64" name="TextBox 63">
            <a:extLst>
              <a:ext uri="{FF2B5EF4-FFF2-40B4-BE49-F238E27FC236}">
                <a16:creationId xmlns:a16="http://schemas.microsoft.com/office/drawing/2014/main" id="{872B00F4-8724-15F5-3FD0-30866DC7796B}"/>
              </a:ext>
            </a:extLst>
          </p:cNvPr>
          <p:cNvSpPr txBox="1"/>
          <p:nvPr/>
        </p:nvSpPr>
        <p:spPr>
          <a:xfrm>
            <a:off x="6654802" y="3406653"/>
            <a:ext cx="570089" cy="230832"/>
          </a:xfrm>
          <a:prstGeom prst="rect">
            <a:avLst/>
          </a:prstGeom>
          <a:noFill/>
        </p:spPr>
        <p:txBody>
          <a:bodyPr wrap="square" rtlCol="0">
            <a:spAutoFit/>
          </a:bodyPr>
          <a:lstStyle/>
          <a:p>
            <a:pPr algn="ctr"/>
            <a:r>
              <a:rPr lang="en-US" sz="900" dirty="0"/>
              <a:t>16</a:t>
            </a:r>
          </a:p>
        </p:txBody>
      </p:sp>
      <p:sp>
        <p:nvSpPr>
          <p:cNvPr id="65" name="TextBox 64">
            <a:extLst>
              <a:ext uri="{FF2B5EF4-FFF2-40B4-BE49-F238E27FC236}">
                <a16:creationId xmlns:a16="http://schemas.microsoft.com/office/drawing/2014/main" id="{229C048C-6CD8-08C5-AD60-1705EB7E3EA9}"/>
              </a:ext>
            </a:extLst>
          </p:cNvPr>
          <p:cNvSpPr txBox="1"/>
          <p:nvPr/>
        </p:nvSpPr>
        <p:spPr>
          <a:xfrm>
            <a:off x="7157158" y="3406653"/>
            <a:ext cx="570089" cy="230832"/>
          </a:xfrm>
          <a:prstGeom prst="rect">
            <a:avLst/>
          </a:prstGeom>
          <a:noFill/>
        </p:spPr>
        <p:txBody>
          <a:bodyPr wrap="square" rtlCol="0">
            <a:spAutoFit/>
          </a:bodyPr>
          <a:lstStyle/>
          <a:p>
            <a:pPr algn="ctr"/>
            <a:r>
              <a:rPr lang="en-US" sz="900" dirty="0"/>
              <a:t>61</a:t>
            </a:r>
          </a:p>
        </p:txBody>
      </p:sp>
      <p:sp>
        <p:nvSpPr>
          <p:cNvPr id="66" name="TextBox 65">
            <a:extLst>
              <a:ext uri="{FF2B5EF4-FFF2-40B4-BE49-F238E27FC236}">
                <a16:creationId xmlns:a16="http://schemas.microsoft.com/office/drawing/2014/main" id="{029ED0D8-734C-FAD9-6B45-598A3CF1DEE3}"/>
              </a:ext>
            </a:extLst>
          </p:cNvPr>
          <p:cNvSpPr txBox="1"/>
          <p:nvPr/>
        </p:nvSpPr>
        <p:spPr>
          <a:xfrm>
            <a:off x="4216401" y="2734556"/>
            <a:ext cx="462845" cy="584775"/>
          </a:xfrm>
          <a:prstGeom prst="rect">
            <a:avLst/>
          </a:prstGeom>
          <a:noFill/>
        </p:spPr>
        <p:txBody>
          <a:bodyPr wrap="square" rtlCol="0">
            <a:spAutoFit/>
          </a:bodyPr>
          <a:lstStyle/>
          <a:p>
            <a:pPr algn="ctr"/>
            <a:r>
              <a:rPr lang="en-US" sz="3200" dirty="0"/>
              <a:t>5</a:t>
            </a:r>
          </a:p>
        </p:txBody>
      </p:sp>
      <p:sp>
        <p:nvSpPr>
          <p:cNvPr id="67" name="TextBox 66">
            <a:extLst>
              <a:ext uri="{FF2B5EF4-FFF2-40B4-BE49-F238E27FC236}">
                <a16:creationId xmlns:a16="http://schemas.microsoft.com/office/drawing/2014/main" id="{B68050A8-67F2-9962-2CD4-290379B67D36}"/>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68" name="TextBox 67">
            <a:extLst>
              <a:ext uri="{FF2B5EF4-FFF2-40B4-BE49-F238E27FC236}">
                <a16:creationId xmlns:a16="http://schemas.microsoft.com/office/drawing/2014/main" id="{2A66D6DD-9FAF-250E-2E77-1573C6147E3B}"/>
              </a:ext>
            </a:extLst>
          </p:cNvPr>
          <p:cNvSpPr txBox="1"/>
          <p:nvPr/>
        </p:nvSpPr>
        <p:spPr>
          <a:xfrm>
            <a:off x="3716867" y="3237891"/>
            <a:ext cx="462845" cy="584775"/>
          </a:xfrm>
          <a:prstGeom prst="rect">
            <a:avLst/>
          </a:prstGeom>
          <a:noFill/>
        </p:spPr>
        <p:txBody>
          <a:bodyPr wrap="square" rtlCol="0">
            <a:spAutoFit/>
          </a:bodyPr>
          <a:lstStyle/>
          <a:p>
            <a:pPr algn="ctr"/>
            <a:r>
              <a:rPr lang="en-US" sz="3200" dirty="0"/>
              <a:t>4</a:t>
            </a:r>
          </a:p>
        </p:txBody>
      </p:sp>
      <p:sp>
        <p:nvSpPr>
          <p:cNvPr id="9" name="TextBox 8">
            <a:extLst>
              <a:ext uri="{FF2B5EF4-FFF2-40B4-BE49-F238E27FC236}">
                <a16:creationId xmlns:a16="http://schemas.microsoft.com/office/drawing/2014/main" id="{37AD7809-39A5-61FF-AD23-20A72485E7EE}"/>
              </a:ext>
            </a:extLst>
          </p:cNvPr>
          <p:cNvSpPr txBox="1"/>
          <p:nvPr/>
        </p:nvSpPr>
        <p:spPr>
          <a:xfrm>
            <a:off x="5215469" y="2734556"/>
            <a:ext cx="462845" cy="584775"/>
          </a:xfrm>
          <a:prstGeom prst="rect">
            <a:avLst/>
          </a:prstGeom>
          <a:noFill/>
        </p:spPr>
        <p:txBody>
          <a:bodyPr wrap="square" rtlCol="0">
            <a:spAutoFit/>
          </a:bodyPr>
          <a:lstStyle/>
          <a:p>
            <a:pPr algn="ctr"/>
            <a:r>
              <a:rPr lang="en-US" sz="3200" dirty="0"/>
              <a:t>2</a:t>
            </a:r>
          </a:p>
        </p:txBody>
      </p:sp>
      <p:sp>
        <p:nvSpPr>
          <p:cNvPr id="45" name="TextBox 44">
            <a:extLst>
              <a:ext uri="{FF2B5EF4-FFF2-40B4-BE49-F238E27FC236}">
                <a16:creationId xmlns:a16="http://schemas.microsoft.com/office/drawing/2014/main" id="{32BD08C2-C5A6-A2CE-9506-0BC24B9F2478}"/>
              </a:ext>
            </a:extLst>
          </p:cNvPr>
          <p:cNvSpPr txBox="1"/>
          <p:nvPr/>
        </p:nvSpPr>
        <p:spPr>
          <a:xfrm>
            <a:off x="7213604" y="2734556"/>
            <a:ext cx="462845" cy="584775"/>
          </a:xfrm>
          <a:prstGeom prst="rect">
            <a:avLst/>
          </a:prstGeom>
          <a:noFill/>
        </p:spPr>
        <p:txBody>
          <a:bodyPr wrap="square" rtlCol="0">
            <a:spAutoFit/>
          </a:bodyPr>
          <a:lstStyle/>
          <a:p>
            <a:pPr algn="ctr"/>
            <a:r>
              <a:rPr lang="en-US" sz="3200" dirty="0"/>
              <a:t>9</a:t>
            </a:r>
          </a:p>
        </p:txBody>
      </p:sp>
      <p:sp>
        <p:nvSpPr>
          <p:cNvPr id="46" name="TextBox 45">
            <a:extLst>
              <a:ext uri="{FF2B5EF4-FFF2-40B4-BE49-F238E27FC236}">
                <a16:creationId xmlns:a16="http://schemas.microsoft.com/office/drawing/2014/main" id="{BC8B7A43-BAD5-AA45-B2DE-28083A9B95C7}"/>
              </a:ext>
            </a:extLst>
          </p:cNvPr>
          <p:cNvSpPr txBox="1"/>
          <p:nvPr/>
        </p:nvSpPr>
        <p:spPr>
          <a:xfrm>
            <a:off x="6714071" y="2734556"/>
            <a:ext cx="462845" cy="584775"/>
          </a:xfrm>
          <a:prstGeom prst="rect">
            <a:avLst/>
          </a:prstGeom>
          <a:noFill/>
        </p:spPr>
        <p:txBody>
          <a:bodyPr wrap="square" rtlCol="0">
            <a:spAutoFit/>
          </a:bodyPr>
          <a:lstStyle/>
          <a:p>
            <a:pPr algn="ctr"/>
            <a:r>
              <a:rPr lang="en-US" sz="3200" dirty="0"/>
              <a:t>8</a:t>
            </a:r>
          </a:p>
        </p:txBody>
      </p:sp>
      <p:sp>
        <p:nvSpPr>
          <p:cNvPr id="50" name="TextBox 49">
            <a:extLst>
              <a:ext uri="{FF2B5EF4-FFF2-40B4-BE49-F238E27FC236}">
                <a16:creationId xmlns:a16="http://schemas.microsoft.com/office/drawing/2014/main" id="{F81D0317-59FB-E42B-C136-6179BC5BD76B}"/>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54" name="TextBox 53">
            <a:extLst>
              <a:ext uri="{FF2B5EF4-FFF2-40B4-BE49-F238E27FC236}">
                <a16:creationId xmlns:a16="http://schemas.microsoft.com/office/drawing/2014/main" id="{F2D06102-89AA-4B10-308F-38E81A70BC8A}"/>
              </a:ext>
            </a:extLst>
          </p:cNvPr>
          <p:cNvSpPr txBox="1"/>
          <p:nvPr/>
        </p:nvSpPr>
        <p:spPr>
          <a:xfrm>
            <a:off x="3716867" y="721216"/>
            <a:ext cx="462845" cy="584775"/>
          </a:xfrm>
          <a:prstGeom prst="rect">
            <a:avLst/>
          </a:prstGeom>
          <a:noFill/>
        </p:spPr>
        <p:txBody>
          <a:bodyPr wrap="square" rtlCol="0">
            <a:spAutoFit/>
          </a:bodyPr>
          <a:lstStyle/>
          <a:p>
            <a:pPr algn="ctr"/>
            <a:r>
              <a:rPr lang="en-US" sz="3200" dirty="0"/>
              <a:t>3</a:t>
            </a:r>
          </a:p>
        </p:txBody>
      </p:sp>
      <p:sp>
        <p:nvSpPr>
          <p:cNvPr id="55" name="TextBox 54">
            <a:extLst>
              <a:ext uri="{FF2B5EF4-FFF2-40B4-BE49-F238E27FC236}">
                <a16:creationId xmlns:a16="http://schemas.microsoft.com/office/drawing/2014/main" id="{0527D7C3-0E2D-42C9-5822-27039B1B1F6B}"/>
              </a:ext>
            </a:extLst>
          </p:cNvPr>
          <p:cNvSpPr txBox="1"/>
          <p:nvPr/>
        </p:nvSpPr>
        <p:spPr>
          <a:xfrm>
            <a:off x="5715003" y="721216"/>
            <a:ext cx="462845" cy="584775"/>
          </a:xfrm>
          <a:prstGeom prst="rect">
            <a:avLst/>
          </a:prstGeom>
          <a:noFill/>
        </p:spPr>
        <p:txBody>
          <a:bodyPr wrap="square" rtlCol="0">
            <a:spAutoFit/>
          </a:bodyPr>
          <a:lstStyle/>
          <a:p>
            <a:pPr algn="ctr"/>
            <a:r>
              <a:rPr lang="en-US" sz="3200" dirty="0"/>
              <a:t>5</a:t>
            </a:r>
          </a:p>
        </p:txBody>
      </p:sp>
      <p:sp>
        <p:nvSpPr>
          <p:cNvPr id="37" name="TextBox 36">
            <a:extLst>
              <a:ext uri="{FF2B5EF4-FFF2-40B4-BE49-F238E27FC236}">
                <a16:creationId xmlns:a16="http://schemas.microsoft.com/office/drawing/2014/main" id="{6C581EAC-CE1D-30AE-B1A9-971698271A31}"/>
              </a:ext>
            </a:extLst>
          </p:cNvPr>
          <p:cNvSpPr txBox="1"/>
          <p:nvPr/>
        </p:nvSpPr>
        <p:spPr>
          <a:xfrm>
            <a:off x="3716867" y="1224551"/>
            <a:ext cx="462845" cy="584775"/>
          </a:xfrm>
          <a:prstGeom prst="rect">
            <a:avLst/>
          </a:prstGeom>
          <a:noFill/>
        </p:spPr>
        <p:txBody>
          <a:bodyPr wrap="square" rtlCol="0">
            <a:spAutoFit/>
          </a:bodyPr>
          <a:lstStyle/>
          <a:p>
            <a:pPr algn="ctr"/>
            <a:r>
              <a:rPr lang="en-US" sz="3200" dirty="0"/>
              <a:t>5</a:t>
            </a:r>
          </a:p>
        </p:txBody>
      </p:sp>
      <p:sp>
        <p:nvSpPr>
          <p:cNvPr id="38" name="TextBox 37">
            <a:extLst>
              <a:ext uri="{FF2B5EF4-FFF2-40B4-BE49-F238E27FC236}">
                <a16:creationId xmlns:a16="http://schemas.microsoft.com/office/drawing/2014/main" id="{7D05F7E1-37B1-ABE9-0493-4B953EF05F39}"/>
              </a:ext>
            </a:extLst>
          </p:cNvPr>
          <p:cNvSpPr txBox="1"/>
          <p:nvPr/>
        </p:nvSpPr>
        <p:spPr>
          <a:xfrm>
            <a:off x="4715935" y="721216"/>
            <a:ext cx="462845" cy="584775"/>
          </a:xfrm>
          <a:prstGeom prst="rect">
            <a:avLst/>
          </a:prstGeom>
          <a:noFill/>
        </p:spPr>
        <p:txBody>
          <a:bodyPr wrap="square" rtlCol="0">
            <a:spAutoFit/>
          </a:bodyPr>
          <a:lstStyle/>
          <a:p>
            <a:pPr algn="ctr"/>
            <a:r>
              <a:rPr lang="en-US" sz="3200" dirty="0"/>
              <a:t>7</a:t>
            </a:r>
          </a:p>
        </p:txBody>
      </p:sp>
      <p:sp>
        <p:nvSpPr>
          <p:cNvPr id="56" name="TextBox 55">
            <a:extLst>
              <a:ext uri="{FF2B5EF4-FFF2-40B4-BE49-F238E27FC236}">
                <a16:creationId xmlns:a16="http://schemas.microsoft.com/office/drawing/2014/main" id="{D63FE4CC-EDD0-6A99-2928-679583B06937}"/>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
        <p:nvSpPr>
          <p:cNvPr id="25" name="TextBox 24">
            <a:extLst>
              <a:ext uri="{FF2B5EF4-FFF2-40B4-BE49-F238E27FC236}">
                <a16:creationId xmlns:a16="http://schemas.microsoft.com/office/drawing/2014/main" id="{9070E25B-BDCC-6EA1-E855-8A67E23E496C}"/>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39" name="TextBox 38">
            <a:extLst>
              <a:ext uri="{FF2B5EF4-FFF2-40B4-BE49-F238E27FC236}">
                <a16:creationId xmlns:a16="http://schemas.microsoft.com/office/drawing/2014/main" id="{E86EAEC0-684D-3D45-E95F-3EE75CDC7A63}"/>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14" name="TextBox 13">
            <a:extLst>
              <a:ext uri="{FF2B5EF4-FFF2-40B4-BE49-F238E27FC236}">
                <a16:creationId xmlns:a16="http://schemas.microsoft.com/office/drawing/2014/main" id="{5EE761BD-6C41-3C85-BCDF-1A119D480A3B}"/>
              </a:ext>
            </a:extLst>
          </p:cNvPr>
          <p:cNvSpPr txBox="1"/>
          <p:nvPr/>
        </p:nvSpPr>
        <p:spPr>
          <a:xfrm>
            <a:off x="6214537" y="3237891"/>
            <a:ext cx="462845" cy="584775"/>
          </a:xfrm>
          <a:prstGeom prst="rect">
            <a:avLst/>
          </a:prstGeom>
          <a:noFill/>
        </p:spPr>
        <p:txBody>
          <a:bodyPr wrap="square" rtlCol="0">
            <a:spAutoFit/>
          </a:bodyPr>
          <a:lstStyle/>
          <a:p>
            <a:pPr algn="ctr"/>
            <a:r>
              <a:rPr lang="en-US" sz="3200" dirty="0"/>
              <a:t>5</a:t>
            </a:r>
          </a:p>
        </p:txBody>
      </p:sp>
      <p:sp>
        <p:nvSpPr>
          <p:cNvPr id="41" name="TextBox 40">
            <a:extLst>
              <a:ext uri="{FF2B5EF4-FFF2-40B4-BE49-F238E27FC236}">
                <a16:creationId xmlns:a16="http://schemas.microsoft.com/office/drawing/2014/main" id="{AB4E169B-82DC-0B90-E03B-0F994D024DA2}"/>
              </a:ext>
            </a:extLst>
          </p:cNvPr>
          <p:cNvSpPr txBox="1"/>
          <p:nvPr/>
        </p:nvSpPr>
        <p:spPr>
          <a:xfrm>
            <a:off x="4143022" y="4038229"/>
            <a:ext cx="570089" cy="230832"/>
          </a:xfrm>
          <a:prstGeom prst="rect">
            <a:avLst/>
          </a:prstGeom>
          <a:noFill/>
        </p:spPr>
        <p:txBody>
          <a:bodyPr wrap="square" rtlCol="0">
            <a:spAutoFit/>
          </a:bodyPr>
          <a:lstStyle/>
          <a:p>
            <a:pPr algn="ctr"/>
            <a:r>
              <a:rPr lang="en-US" sz="900" dirty="0"/>
              <a:t>34</a:t>
            </a:r>
          </a:p>
        </p:txBody>
      </p:sp>
      <p:sp>
        <p:nvSpPr>
          <p:cNvPr id="57" name="TextBox 56">
            <a:extLst>
              <a:ext uri="{FF2B5EF4-FFF2-40B4-BE49-F238E27FC236}">
                <a16:creationId xmlns:a16="http://schemas.microsoft.com/office/drawing/2014/main" id="{DB607D61-9664-A241-1976-171C02699C24}"/>
              </a:ext>
            </a:extLst>
          </p:cNvPr>
          <p:cNvSpPr txBox="1"/>
          <p:nvPr/>
        </p:nvSpPr>
        <p:spPr>
          <a:xfrm>
            <a:off x="3640666" y="4408541"/>
            <a:ext cx="570089" cy="230832"/>
          </a:xfrm>
          <a:prstGeom prst="rect">
            <a:avLst/>
          </a:prstGeom>
          <a:noFill/>
        </p:spPr>
        <p:txBody>
          <a:bodyPr wrap="square" rtlCol="0">
            <a:spAutoFit/>
          </a:bodyPr>
          <a:lstStyle/>
          <a:p>
            <a:pPr algn="ctr"/>
            <a:r>
              <a:rPr lang="en-US" sz="900" dirty="0"/>
              <a:t>89</a:t>
            </a:r>
          </a:p>
        </p:txBody>
      </p:sp>
      <p:sp>
        <p:nvSpPr>
          <p:cNvPr id="58" name="TextBox 57">
            <a:extLst>
              <a:ext uri="{FF2B5EF4-FFF2-40B4-BE49-F238E27FC236}">
                <a16:creationId xmlns:a16="http://schemas.microsoft.com/office/drawing/2014/main" id="{3E033ED2-F4FB-ED1C-79CD-D092DA2AD6D3}"/>
              </a:ext>
            </a:extLst>
          </p:cNvPr>
          <p:cNvSpPr txBox="1"/>
          <p:nvPr/>
        </p:nvSpPr>
        <p:spPr>
          <a:xfrm>
            <a:off x="4143022" y="4539173"/>
            <a:ext cx="570089" cy="230832"/>
          </a:xfrm>
          <a:prstGeom prst="rect">
            <a:avLst/>
          </a:prstGeom>
          <a:noFill/>
        </p:spPr>
        <p:txBody>
          <a:bodyPr wrap="square" rtlCol="0">
            <a:spAutoFit/>
          </a:bodyPr>
          <a:lstStyle/>
          <a:p>
            <a:pPr algn="ctr"/>
            <a:r>
              <a:rPr lang="en-US" sz="900" dirty="0"/>
              <a:t>347</a:t>
            </a:r>
          </a:p>
        </p:txBody>
      </p:sp>
      <p:sp>
        <p:nvSpPr>
          <p:cNvPr id="59" name="TextBox 58">
            <a:extLst>
              <a:ext uri="{FF2B5EF4-FFF2-40B4-BE49-F238E27FC236}">
                <a16:creationId xmlns:a16="http://schemas.microsoft.com/office/drawing/2014/main" id="{05B07272-EA52-FBCD-A239-5ED7CE4C992E}"/>
              </a:ext>
            </a:extLst>
          </p:cNvPr>
          <p:cNvSpPr txBox="1"/>
          <p:nvPr/>
        </p:nvSpPr>
        <p:spPr>
          <a:xfrm>
            <a:off x="3640666" y="5040116"/>
            <a:ext cx="570089" cy="230832"/>
          </a:xfrm>
          <a:prstGeom prst="rect">
            <a:avLst/>
          </a:prstGeom>
          <a:noFill/>
        </p:spPr>
        <p:txBody>
          <a:bodyPr wrap="square" rtlCol="0">
            <a:spAutoFit/>
          </a:bodyPr>
          <a:lstStyle/>
          <a:p>
            <a:pPr algn="ctr"/>
            <a:r>
              <a:rPr lang="en-US" sz="900" dirty="0"/>
              <a:t>98</a:t>
            </a:r>
          </a:p>
        </p:txBody>
      </p:sp>
      <p:sp>
        <p:nvSpPr>
          <p:cNvPr id="62" name="TextBox 61">
            <a:extLst>
              <a:ext uri="{FF2B5EF4-FFF2-40B4-BE49-F238E27FC236}">
                <a16:creationId xmlns:a16="http://schemas.microsoft.com/office/drawing/2014/main" id="{A814D60F-12EF-56E9-F5CA-DCE836615C1C}"/>
              </a:ext>
            </a:extLst>
          </p:cNvPr>
          <p:cNvSpPr txBox="1"/>
          <p:nvPr/>
        </p:nvSpPr>
        <p:spPr>
          <a:xfrm>
            <a:off x="4143022" y="5040116"/>
            <a:ext cx="570089" cy="230832"/>
          </a:xfrm>
          <a:prstGeom prst="rect">
            <a:avLst/>
          </a:prstGeom>
          <a:noFill/>
        </p:spPr>
        <p:txBody>
          <a:bodyPr wrap="square" rtlCol="0">
            <a:spAutoFit/>
          </a:bodyPr>
          <a:lstStyle/>
          <a:p>
            <a:pPr algn="ctr"/>
            <a:r>
              <a:rPr lang="en-US" sz="900" dirty="0"/>
              <a:t>47</a:t>
            </a:r>
          </a:p>
        </p:txBody>
      </p:sp>
      <p:sp>
        <p:nvSpPr>
          <p:cNvPr id="69" name="TextBox 68">
            <a:extLst>
              <a:ext uri="{FF2B5EF4-FFF2-40B4-BE49-F238E27FC236}">
                <a16:creationId xmlns:a16="http://schemas.microsoft.com/office/drawing/2014/main" id="{A530CD7F-0AFA-5EFA-947C-8E23DF4B5622}"/>
              </a:ext>
            </a:extLst>
          </p:cNvPr>
          <p:cNvSpPr txBox="1"/>
          <p:nvPr/>
        </p:nvSpPr>
        <p:spPr>
          <a:xfrm>
            <a:off x="6152446" y="4539173"/>
            <a:ext cx="570089" cy="230832"/>
          </a:xfrm>
          <a:prstGeom prst="rect">
            <a:avLst/>
          </a:prstGeom>
          <a:noFill/>
        </p:spPr>
        <p:txBody>
          <a:bodyPr wrap="square" rtlCol="0">
            <a:spAutoFit/>
          </a:bodyPr>
          <a:lstStyle/>
          <a:p>
            <a:pPr algn="ctr"/>
            <a:r>
              <a:rPr lang="en-US" sz="900" dirty="0"/>
              <a:t>48</a:t>
            </a:r>
          </a:p>
        </p:txBody>
      </p:sp>
      <p:sp>
        <p:nvSpPr>
          <p:cNvPr id="70" name="TextBox 69">
            <a:extLst>
              <a:ext uri="{FF2B5EF4-FFF2-40B4-BE49-F238E27FC236}">
                <a16:creationId xmlns:a16="http://schemas.microsoft.com/office/drawing/2014/main" id="{2CC9DBD3-9276-F1D2-A247-679B1B35911E}"/>
              </a:ext>
            </a:extLst>
          </p:cNvPr>
          <p:cNvSpPr txBox="1"/>
          <p:nvPr/>
        </p:nvSpPr>
        <p:spPr>
          <a:xfrm>
            <a:off x="6152446" y="5040116"/>
            <a:ext cx="570089" cy="230832"/>
          </a:xfrm>
          <a:prstGeom prst="rect">
            <a:avLst/>
          </a:prstGeom>
          <a:noFill/>
        </p:spPr>
        <p:txBody>
          <a:bodyPr wrap="square" rtlCol="0">
            <a:spAutoFit/>
          </a:bodyPr>
          <a:lstStyle/>
          <a:p>
            <a:pPr algn="ctr"/>
            <a:r>
              <a:rPr lang="en-US" sz="900" dirty="0"/>
              <a:t>84</a:t>
            </a:r>
          </a:p>
        </p:txBody>
      </p:sp>
      <p:sp>
        <p:nvSpPr>
          <p:cNvPr id="71" name="TextBox 70">
            <a:extLst>
              <a:ext uri="{FF2B5EF4-FFF2-40B4-BE49-F238E27FC236}">
                <a16:creationId xmlns:a16="http://schemas.microsoft.com/office/drawing/2014/main" id="{FC68B262-6F97-4042-1BAF-12F44D8C3289}"/>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
        <p:nvSpPr>
          <p:cNvPr id="73" name="TextBox 72">
            <a:extLst>
              <a:ext uri="{FF2B5EF4-FFF2-40B4-BE49-F238E27FC236}">
                <a16:creationId xmlns:a16="http://schemas.microsoft.com/office/drawing/2014/main" id="{69DAE92C-681F-EB76-490D-1FA70FDCE999}"/>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74" name="TextBox 73">
            <a:extLst>
              <a:ext uri="{FF2B5EF4-FFF2-40B4-BE49-F238E27FC236}">
                <a16:creationId xmlns:a16="http://schemas.microsoft.com/office/drawing/2014/main" id="{07F0F8A0-1D79-1602-1487-E7DD4960421F}"/>
              </a:ext>
            </a:extLst>
          </p:cNvPr>
          <p:cNvSpPr txBox="1"/>
          <p:nvPr/>
        </p:nvSpPr>
        <p:spPr>
          <a:xfrm>
            <a:off x="5215469" y="1727886"/>
            <a:ext cx="462845" cy="584775"/>
          </a:xfrm>
          <a:prstGeom prst="rect">
            <a:avLst/>
          </a:prstGeom>
          <a:noFill/>
        </p:spPr>
        <p:txBody>
          <a:bodyPr wrap="square" rtlCol="0">
            <a:spAutoFit/>
          </a:bodyPr>
          <a:lstStyle/>
          <a:p>
            <a:pPr algn="ctr"/>
            <a:r>
              <a:rPr lang="en-US" sz="3200" dirty="0"/>
              <a:t>8</a:t>
            </a:r>
          </a:p>
        </p:txBody>
      </p:sp>
      <p:sp>
        <p:nvSpPr>
          <p:cNvPr id="75" name="TextBox 74">
            <a:extLst>
              <a:ext uri="{FF2B5EF4-FFF2-40B4-BE49-F238E27FC236}">
                <a16:creationId xmlns:a16="http://schemas.microsoft.com/office/drawing/2014/main" id="{BD6852F6-0606-D224-B188-504D627A7A97}"/>
              </a:ext>
            </a:extLst>
          </p:cNvPr>
          <p:cNvSpPr txBox="1"/>
          <p:nvPr/>
        </p:nvSpPr>
        <p:spPr>
          <a:xfrm>
            <a:off x="3217333" y="1224551"/>
            <a:ext cx="462845" cy="584775"/>
          </a:xfrm>
          <a:prstGeom prst="rect">
            <a:avLst/>
          </a:prstGeom>
          <a:noFill/>
        </p:spPr>
        <p:txBody>
          <a:bodyPr wrap="square" rtlCol="0">
            <a:spAutoFit/>
          </a:bodyPr>
          <a:lstStyle/>
          <a:p>
            <a:pPr algn="ctr"/>
            <a:r>
              <a:rPr lang="en-US" sz="3200" dirty="0"/>
              <a:t>8</a:t>
            </a:r>
          </a:p>
        </p:txBody>
      </p:sp>
      <p:sp>
        <p:nvSpPr>
          <p:cNvPr id="76" name="TextBox 75">
            <a:extLst>
              <a:ext uri="{FF2B5EF4-FFF2-40B4-BE49-F238E27FC236}">
                <a16:creationId xmlns:a16="http://schemas.microsoft.com/office/drawing/2014/main" id="{2B107F2E-425F-9306-17C9-4C4126EB5582}"/>
              </a:ext>
            </a:extLst>
          </p:cNvPr>
          <p:cNvSpPr txBox="1"/>
          <p:nvPr/>
        </p:nvSpPr>
        <p:spPr>
          <a:xfrm>
            <a:off x="3217333" y="1727886"/>
            <a:ext cx="462845" cy="584775"/>
          </a:xfrm>
          <a:prstGeom prst="rect">
            <a:avLst/>
          </a:prstGeom>
          <a:noFill/>
        </p:spPr>
        <p:txBody>
          <a:bodyPr wrap="square" rtlCol="0">
            <a:spAutoFit/>
          </a:bodyPr>
          <a:lstStyle/>
          <a:p>
            <a:pPr algn="ctr"/>
            <a:r>
              <a:rPr lang="en-US" sz="3200" dirty="0"/>
              <a:t>9</a:t>
            </a:r>
          </a:p>
        </p:txBody>
      </p:sp>
      <p:sp>
        <p:nvSpPr>
          <p:cNvPr id="77" name="TextBox 76">
            <a:extLst>
              <a:ext uri="{FF2B5EF4-FFF2-40B4-BE49-F238E27FC236}">
                <a16:creationId xmlns:a16="http://schemas.microsoft.com/office/drawing/2014/main" id="{8170C165-D4C9-8860-51C3-20274A382621}"/>
              </a:ext>
            </a:extLst>
          </p:cNvPr>
          <p:cNvSpPr txBox="1"/>
          <p:nvPr/>
        </p:nvSpPr>
        <p:spPr>
          <a:xfrm>
            <a:off x="6714071" y="1727886"/>
            <a:ext cx="462845" cy="584775"/>
          </a:xfrm>
          <a:prstGeom prst="rect">
            <a:avLst/>
          </a:prstGeom>
          <a:noFill/>
        </p:spPr>
        <p:txBody>
          <a:bodyPr wrap="square" rtlCol="0">
            <a:spAutoFit/>
          </a:bodyPr>
          <a:lstStyle/>
          <a:p>
            <a:pPr algn="ctr"/>
            <a:r>
              <a:rPr lang="en-US" sz="3200" dirty="0"/>
              <a:t>3</a:t>
            </a:r>
          </a:p>
        </p:txBody>
      </p:sp>
      <p:sp>
        <p:nvSpPr>
          <p:cNvPr id="78" name="TextBox 77">
            <a:extLst>
              <a:ext uri="{FF2B5EF4-FFF2-40B4-BE49-F238E27FC236}">
                <a16:creationId xmlns:a16="http://schemas.microsoft.com/office/drawing/2014/main" id="{4A441377-8B1C-FE40-B2F7-3FEAC1BE4035}"/>
              </a:ext>
            </a:extLst>
          </p:cNvPr>
          <p:cNvSpPr txBox="1"/>
          <p:nvPr/>
        </p:nvSpPr>
        <p:spPr>
          <a:xfrm>
            <a:off x="7213604" y="1727886"/>
            <a:ext cx="462845" cy="584775"/>
          </a:xfrm>
          <a:prstGeom prst="rect">
            <a:avLst/>
          </a:prstGeom>
          <a:noFill/>
        </p:spPr>
        <p:txBody>
          <a:bodyPr wrap="square" rtlCol="0">
            <a:spAutoFit/>
          </a:bodyPr>
          <a:lstStyle/>
          <a:p>
            <a:pPr algn="ctr"/>
            <a:r>
              <a:rPr lang="en-US" sz="3200" dirty="0"/>
              <a:t>5</a:t>
            </a:r>
          </a:p>
        </p:txBody>
      </p:sp>
      <p:sp>
        <p:nvSpPr>
          <p:cNvPr id="79" name="TextBox 78">
            <a:extLst>
              <a:ext uri="{FF2B5EF4-FFF2-40B4-BE49-F238E27FC236}">
                <a16:creationId xmlns:a16="http://schemas.microsoft.com/office/drawing/2014/main" id="{A71D4C19-A008-63DD-720C-A768C9E02928}"/>
              </a:ext>
            </a:extLst>
          </p:cNvPr>
          <p:cNvSpPr txBox="1"/>
          <p:nvPr/>
        </p:nvSpPr>
        <p:spPr>
          <a:xfrm>
            <a:off x="4715935" y="2734556"/>
            <a:ext cx="462845" cy="584775"/>
          </a:xfrm>
          <a:prstGeom prst="rect">
            <a:avLst/>
          </a:prstGeom>
          <a:noFill/>
        </p:spPr>
        <p:txBody>
          <a:bodyPr wrap="square" rtlCol="0">
            <a:spAutoFit/>
          </a:bodyPr>
          <a:lstStyle/>
          <a:p>
            <a:pPr algn="ctr"/>
            <a:r>
              <a:rPr lang="en-US" sz="3200" dirty="0"/>
              <a:t>1</a:t>
            </a:r>
          </a:p>
        </p:txBody>
      </p:sp>
      <p:sp>
        <p:nvSpPr>
          <p:cNvPr id="80" name="TextBox 79">
            <a:extLst>
              <a:ext uri="{FF2B5EF4-FFF2-40B4-BE49-F238E27FC236}">
                <a16:creationId xmlns:a16="http://schemas.microsoft.com/office/drawing/2014/main" id="{044A01B2-781D-1D8C-A225-A5AEC91CEC28}"/>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9EB71BEB-F8F5-C66C-AB3E-28B50FD8A553}"/>
              </a:ext>
            </a:extLst>
          </p:cNvPr>
          <p:cNvSpPr txBox="1"/>
          <p:nvPr/>
        </p:nvSpPr>
        <p:spPr>
          <a:xfrm>
            <a:off x="3716867" y="3741226"/>
            <a:ext cx="462845" cy="584775"/>
          </a:xfrm>
          <a:prstGeom prst="rect">
            <a:avLst/>
          </a:prstGeom>
          <a:noFill/>
        </p:spPr>
        <p:txBody>
          <a:bodyPr wrap="square" rtlCol="0">
            <a:spAutoFit/>
          </a:bodyPr>
          <a:lstStyle/>
          <a:p>
            <a:pPr algn="ctr"/>
            <a:r>
              <a:rPr lang="en-US" sz="3200" dirty="0"/>
              <a:t>2</a:t>
            </a:r>
          </a:p>
        </p:txBody>
      </p:sp>
      <p:sp>
        <p:nvSpPr>
          <p:cNvPr id="17" name="TextBox 16">
            <a:extLst>
              <a:ext uri="{FF2B5EF4-FFF2-40B4-BE49-F238E27FC236}">
                <a16:creationId xmlns:a16="http://schemas.microsoft.com/office/drawing/2014/main" id="{BC7E1869-85AB-4AEB-487D-E7C2F031EEFA}"/>
              </a:ext>
            </a:extLst>
          </p:cNvPr>
          <p:cNvSpPr txBox="1"/>
          <p:nvPr/>
        </p:nvSpPr>
        <p:spPr>
          <a:xfrm>
            <a:off x="5147734" y="4038229"/>
            <a:ext cx="570089" cy="230832"/>
          </a:xfrm>
          <a:prstGeom prst="rect">
            <a:avLst/>
          </a:prstGeom>
          <a:noFill/>
        </p:spPr>
        <p:txBody>
          <a:bodyPr wrap="square" rtlCol="0">
            <a:spAutoFit/>
          </a:bodyPr>
          <a:lstStyle/>
          <a:p>
            <a:pPr algn="ctr"/>
            <a:r>
              <a:rPr lang="en-US" sz="900" dirty="0"/>
              <a:t>43</a:t>
            </a:r>
          </a:p>
        </p:txBody>
      </p:sp>
      <p:sp>
        <p:nvSpPr>
          <p:cNvPr id="28" name="TextBox 27">
            <a:extLst>
              <a:ext uri="{FF2B5EF4-FFF2-40B4-BE49-F238E27FC236}">
                <a16:creationId xmlns:a16="http://schemas.microsoft.com/office/drawing/2014/main" id="{CD88A29D-47AA-636D-9E7B-0DB0904D5E89}"/>
              </a:ext>
            </a:extLst>
          </p:cNvPr>
          <p:cNvSpPr txBox="1"/>
          <p:nvPr/>
        </p:nvSpPr>
        <p:spPr>
          <a:xfrm>
            <a:off x="4645378" y="4539173"/>
            <a:ext cx="570089" cy="230832"/>
          </a:xfrm>
          <a:prstGeom prst="rect">
            <a:avLst/>
          </a:prstGeom>
          <a:noFill/>
        </p:spPr>
        <p:txBody>
          <a:bodyPr wrap="square" rtlCol="0">
            <a:spAutoFit/>
          </a:bodyPr>
          <a:lstStyle/>
          <a:p>
            <a:pPr algn="ctr"/>
            <a:r>
              <a:rPr lang="en-US" sz="900" dirty="0"/>
              <a:t>239</a:t>
            </a:r>
          </a:p>
        </p:txBody>
      </p:sp>
      <p:sp>
        <p:nvSpPr>
          <p:cNvPr id="29" name="TextBox 28">
            <a:extLst>
              <a:ext uri="{FF2B5EF4-FFF2-40B4-BE49-F238E27FC236}">
                <a16:creationId xmlns:a16="http://schemas.microsoft.com/office/drawing/2014/main" id="{71C87A11-273F-D88F-A513-030F0C2D5AAE}"/>
              </a:ext>
            </a:extLst>
          </p:cNvPr>
          <p:cNvSpPr txBox="1"/>
          <p:nvPr/>
        </p:nvSpPr>
        <p:spPr>
          <a:xfrm>
            <a:off x="5147734" y="4539173"/>
            <a:ext cx="570089" cy="230832"/>
          </a:xfrm>
          <a:prstGeom prst="rect">
            <a:avLst/>
          </a:prstGeom>
          <a:noFill/>
        </p:spPr>
        <p:txBody>
          <a:bodyPr wrap="square" rtlCol="0">
            <a:spAutoFit/>
          </a:bodyPr>
          <a:lstStyle/>
          <a:p>
            <a:pPr algn="ctr"/>
            <a:r>
              <a:rPr lang="en-US" sz="900" dirty="0"/>
              <a:t>3459</a:t>
            </a:r>
          </a:p>
        </p:txBody>
      </p:sp>
      <p:sp>
        <p:nvSpPr>
          <p:cNvPr id="32" name="TextBox 31">
            <a:extLst>
              <a:ext uri="{FF2B5EF4-FFF2-40B4-BE49-F238E27FC236}">
                <a16:creationId xmlns:a16="http://schemas.microsoft.com/office/drawing/2014/main" id="{E9DD3EBB-7BD3-2C4F-4C41-35E1C5D809DF}"/>
              </a:ext>
            </a:extLst>
          </p:cNvPr>
          <p:cNvSpPr txBox="1"/>
          <p:nvPr/>
        </p:nvSpPr>
        <p:spPr>
          <a:xfrm>
            <a:off x="5650090" y="4539173"/>
            <a:ext cx="570089" cy="230832"/>
          </a:xfrm>
          <a:prstGeom prst="rect">
            <a:avLst/>
          </a:prstGeom>
          <a:noFill/>
        </p:spPr>
        <p:txBody>
          <a:bodyPr wrap="square" rtlCol="0">
            <a:spAutoFit/>
          </a:bodyPr>
          <a:lstStyle/>
          <a:p>
            <a:pPr algn="ctr"/>
            <a:r>
              <a:rPr lang="en-US" sz="900" dirty="0"/>
              <a:t>17</a:t>
            </a:r>
          </a:p>
        </p:txBody>
      </p:sp>
      <p:sp>
        <p:nvSpPr>
          <p:cNvPr id="34" name="TextBox 33">
            <a:extLst>
              <a:ext uri="{FF2B5EF4-FFF2-40B4-BE49-F238E27FC236}">
                <a16:creationId xmlns:a16="http://schemas.microsoft.com/office/drawing/2014/main" id="{62E38F7A-CA04-7395-0862-7A2EC110D96C}"/>
              </a:ext>
            </a:extLst>
          </p:cNvPr>
          <p:cNvSpPr txBox="1"/>
          <p:nvPr/>
        </p:nvSpPr>
        <p:spPr>
          <a:xfrm>
            <a:off x="4645378" y="5040116"/>
            <a:ext cx="570089" cy="230832"/>
          </a:xfrm>
          <a:prstGeom prst="rect">
            <a:avLst/>
          </a:prstGeom>
          <a:noFill/>
        </p:spPr>
        <p:txBody>
          <a:bodyPr wrap="square" rtlCol="0">
            <a:spAutoFit/>
          </a:bodyPr>
          <a:lstStyle/>
          <a:p>
            <a:pPr algn="ctr"/>
            <a:r>
              <a:rPr lang="en-US" sz="900" dirty="0"/>
              <a:t>29</a:t>
            </a:r>
          </a:p>
        </p:txBody>
      </p:sp>
      <p:sp>
        <p:nvSpPr>
          <p:cNvPr id="49" name="TextBox 48">
            <a:extLst>
              <a:ext uri="{FF2B5EF4-FFF2-40B4-BE49-F238E27FC236}">
                <a16:creationId xmlns:a16="http://schemas.microsoft.com/office/drawing/2014/main" id="{74C93FD0-C615-EFD5-1FAC-57660D36902D}"/>
              </a:ext>
            </a:extLst>
          </p:cNvPr>
          <p:cNvSpPr txBox="1"/>
          <p:nvPr/>
        </p:nvSpPr>
        <p:spPr>
          <a:xfrm>
            <a:off x="5147734" y="5040116"/>
            <a:ext cx="570089" cy="230832"/>
          </a:xfrm>
          <a:prstGeom prst="rect">
            <a:avLst/>
          </a:prstGeom>
          <a:noFill/>
        </p:spPr>
        <p:txBody>
          <a:bodyPr wrap="square" rtlCol="0">
            <a:spAutoFit/>
          </a:bodyPr>
          <a:lstStyle/>
          <a:p>
            <a:pPr algn="ctr"/>
            <a:r>
              <a:rPr lang="en-US" sz="900" dirty="0"/>
              <a:t>459</a:t>
            </a:r>
          </a:p>
        </p:txBody>
      </p:sp>
      <p:sp>
        <p:nvSpPr>
          <p:cNvPr id="60" name="TextBox 59">
            <a:extLst>
              <a:ext uri="{FF2B5EF4-FFF2-40B4-BE49-F238E27FC236}">
                <a16:creationId xmlns:a16="http://schemas.microsoft.com/office/drawing/2014/main" id="{7150036A-2404-9DE5-D30B-24D8CC87AE3B}"/>
              </a:ext>
            </a:extLst>
          </p:cNvPr>
          <p:cNvSpPr txBox="1"/>
          <p:nvPr/>
        </p:nvSpPr>
        <p:spPr>
          <a:xfrm>
            <a:off x="5650090" y="5040116"/>
            <a:ext cx="570089" cy="230832"/>
          </a:xfrm>
          <a:prstGeom prst="rect">
            <a:avLst/>
          </a:prstGeom>
          <a:noFill/>
        </p:spPr>
        <p:txBody>
          <a:bodyPr wrap="square" rtlCol="0">
            <a:spAutoFit/>
          </a:bodyPr>
          <a:lstStyle/>
          <a:p>
            <a:pPr algn="ctr"/>
            <a:r>
              <a:rPr lang="en-US" sz="900" dirty="0"/>
              <a:t>71</a:t>
            </a:r>
          </a:p>
        </p:txBody>
      </p:sp>
      <p:sp>
        <p:nvSpPr>
          <p:cNvPr id="61" name="TextBox 60">
            <a:extLst>
              <a:ext uri="{FF2B5EF4-FFF2-40B4-BE49-F238E27FC236}">
                <a16:creationId xmlns:a16="http://schemas.microsoft.com/office/drawing/2014/main" id="{9999ADF0-1DE3-45C1-5250-2BD1C00F3150}"/>
              </a:ext>
            </a:extLst>
          </p:cNvPr>
          <p:cNvSpPr txBox="1"/>
          <p:nvPr/>
        </p:nvSpPr>
        <p:spPr>
          <a:xfrm>
            <a:off x="6654802" y="3907597"/>
            <a:ext cx="570089" cy="230832"/>
          </a:xfrm>
          <a:prstGeom prst="rect">
            <a:avLst/>
          </a:prstGeom>
          <a:noFill/>
        </p:spPr>
        <p:txBody>
          <a:bodyPr wrap="square" rtlCol="0">
            <a:spAutoFit/>
          </a:bodyPr>
          <a:lstStyle/>
          <a:p>
            <a:pPr algn="ctr"/>
            <a:r>
              <a:rPr lang="en-US" sz="900" dirty="0"/>
              <a:t>157</a:t>
            </a:r>
          </a:p>
        </p:txBody>
      </p:sp>
      <p:sp>
        <p:nvSpPr>
          <p:cNvPr id="72" name="TextBox 71">
            <a:extLst>
              <a:ext uri="{FF2B5EF4-FFF2-40B4-BE49-F238E27FC236}">
                <a16:creationId xmlns:a16="http://schemas.microsoft.com/office/drawing/2014/main" id="{DEEFAED9-4D79-CA65-3176-C869FF44DB83}"/>
              </a:ext>
            </a:extLst>
          </p:cNvPr>
          <p:cNvSpPr txBox="1"/>
          <p:nvPr/>
        </p:nvSpPr>
        <p:spPr>
          <a:xfrm>
            <a:off x="7157158" y="3907597"/>
            <a:ext cx="570089" cy="230832"/>
          </a:xfrm>
          <a:prstGeom prst="rect">
            <a:avLst/>
          </a:prstGeom>
          <a:noFill/>
        </p:spPr>
        <p:txBody>
          <a:bodyPr wrap="square" rtlCol="0">
            <a:spAutoFit/>
          </a:bodyPr>
          <a:lstStyle/>
          <a:p>
            <a:pPr algn="ctr"/>
            <a:r>
              <a:rPr lang="en-US" sz="900" dirty="0"/>
              <a:t>17</a:t>
            </a:r>
          </a:p>
        </p:txBody>
      </p:sp>
      <p:sp>
        <p:nvSpPr>
          <p:cNvPr id="81" name="TextBox 80">
            <a:extLst>
              <a:ext uri="{FF2B5EF4-FFF2-40B4-BE49-F238E27FC236}">
                <a16:creationId xmlns:a16="http://schemas.microsoft.com/office/drawing/2014/main" id="{D9B4D44F-F162-0D8F-E646-A2A372F92CE0}"/>
              </a:ext>
            </a:extLst>
          </p:cNvPr>
          <p:cNvSpPr txBox="1"/>
          <p:nvPr/>
        </p:nvSpPr>
        <p:spPr>
          <a:xfrm>
            <a:off x="6654802" y="4408541"/>
            <a:ext cx="570089" cy="230832"/>
          </a:xfrm>
          <a:prstGeom prst="rect">
            <a:avLst/>
          </a:prstGeom>
          <a:noFill/>
        </p:spPr>
        <p:txBody>
          <a:bodyPr wrap="square" rtlCol="0">
            <a:spAutoFit/>
          </a:bodyPr>
          <a:lstStyle/>
          <a:p>
            <a:pPr algn="ctr"/>
            <a:r>
              <a:rPr lang="en-US" sz="900" dirty="0"/>
              <a:t>12</a:t>
            </a:r>
          </a:p>
        </p:txBody>
      </p:sp>
      <p:sp>
        <p:nvSpPr>
          <p:cNvPr id="82" name="TextBox 81">
            <a:extLst>
              <a:ext uri="{FF2B5EF4-FFF2-40B4-BE49-F238E27FC236}">
                <a16:creationId xmlns:a16="http://schemas.microsoft.com/office/drawing/2014/main" id="{692960D0-E968-0E61-74E9-979A98995480}"/>
              </a:ext>
            </a:extLst>
          </p:cNvPr>
          <p:cNvSpPr txBox="1"/>
          <p:nvPr/>
        </p:nvSpPr>
        <p:spPr>
          <a:xfrm>
            <a:off x="7157158" y="4408541"/>
            <a:ext cx="570089" cy="230832"/>
          </a:xfrm>
          <a:prstGeom prst="rect">
            <a:avLst/>
          </a:prstGeom>
          <a:noFill/>
        </p:spPr>
        <p:txBody>
          <a:bodyPr wrap="square" rtlCol="0">
            <a:spAutoFit/>
          </a:bodyPr>
          <a:lstStyle/>
          <a:p>
            <a:pPr algn="ctr"/>
            <a:r>
              <a:rPr lang="en-US" sz="900" dirty="0"/>
              <a:t>126</a:t>
            </a:r>
          </a:p>
        </p:txBody>
      </p:sp>
      <p:sp>
        <p:nvSpPr>
          <p:cNvPr id="83" name="TextBox 82">
            <a:extLst>
              <a:ext uri="{FF2B5EF4-FFF2-40B4-BE49-F238E27FC236}">
                <a16:creationId xmlns:a16="http://schemas.microsoft.com/office/drawing/2014/main" id="{3029826E-2A36-1A25-363A-00502D47AC5E}"/>
              </a:ext>
            </a:extLst>
          </p:cNvPr>
          <p:cNvSpPr txBox="1"/>
          <p:nvPr/>
        </p:nvSpPr>
        <p:spPr>
          <a:xfrm>
            <a:off x="6654802" y="5040116"/>
            <a:ext cx="570089" cy="230832"/>
          </a:xfrm>
          <a:prstGeom prst="rect">
            <a:avLst/>
          </a:prstGeom>
          <a:noFill/>
        </p:spPr>
        <p:txBody>
          <a:bodyPr wrap="square" rtlCol="0">
            <a:spAutoFit/>
          </a:bodyPr>
          <a:lstStyle/>
          <a:p>
            <a:pPr algn="ctr"/>
            <a:r>
              <a:rPr lang="en-US" sz="900" dirty="0"/>
              <a:t>125</a:t>
            </a:r>
          </a:p>
        </p:txBody>
      </p:sp>
      <p:sp>
        <p:nvSpPr>
          <p:cNvPr id="84" name="TextBox 83">
            <a:extLst>
              <a:ext uri="{FF2B5EF4-FFF2-40B4-BE49-F238E27FC236}">
                <a16:creationId xmlns:a16="http://schemas.microsoft.com/office/drawing/2014/main" id="{198E13E6-DDF8-26F5-1687-98F993E9A0FB}"/>
              </a:ext>
            </a:extLst>
          </p:cNvPr>
          <p:cNvSpPr txBox="1"/>
          <p:nvPr/>
        </p:nvSpPr>
        <p:spPr>
          <a:xfrm>
            <a:off x="5715003" y="3741226"/>
            <a:ext cx="462845" cy="584775"/>
          </a:xfrm>
          <a:prstGeom prst="rect">
            <a:avLst/>
          </a:prstGeom>
          <a:noFill/>
        </p:spPr>
        <p:txBody>
          <a:bodyPr wrap="square" rtlCol="0">
            <a:spAutoFit/>
          </a:bodyPr>
          <a:lstStyle/>
          <a:p>
            <a:pPr algn="ctr"/>
            <a:r>
              <a:rPr lang="en-US" sz="3200" dirty="0"/>
              <a:t>8</a:t>
            </a:r>
          </a:p>
        </p:txBody>
      </p:sp>
      <p:sp>
        <p:nvSpPr>
          <p:cNvPr id="21" name="TextBox 20">
            <a:extLst>
              <a:ext uri="{FF2B5EF4-FFF2-40B4-BE49-F238E27FC236}">
                <a16:creationId xmlns:a16="http://schemas.microsoft.com/office/drawing/2014/main" id="{1C79F2F1-9D25-04D9-17E9-D95D32FA7191}"/>
              </a:ext>
            </a:extLst>
          </p:cNvPr>
          <p:cNvSpPr txBox="1"/>
          <p:nvPr/>
        </p:nvSpPr>
        <p:spPr>
          <a:xfrm>
            <a:off x="6214537" y="3741226"/>
            <a:ext cx="462845" cy="584775"/>
          </a:xfrm>
          <a:prstGeom prst="rect">
            <a:avLst/>
          </a:prstGeom>
          <a:noFill/>
        </p:spPr>
        <p:txBody>
          <a:bodyPr wrap="square" rtlCol="0">
            <a:spAutoFit/>
          </a:bodyPr>
          <a:lstStyle/>
          <a:p>
            <a:pPr algn="ctr"/>
            <a:r>
              <a:rPr lang="en-US" sz="3200" dirty="0"/>
              <a:t>9</a:t>
            </a:r>
          </a:p>
        </p:txBody>
      </p:sp>
      <p:sp>
        <p:nvSpPr>
          <p:cNvPr id="85" name="TextBox 84">
            <a:extLst>
              <a:ext uri="{FF2B5EF4-FFF2-40B4-BE49-F238E27FC236}">
                <a16:creationId xmlns:a16="http://schemas.microsoft.com/office/drawing/2014/main" id="{4773983B-6CC4-CBD6-56C7-1233B93A38EF}"/>
              </a:ext>
            </a:extLst>
          </p:cNvPr>
          <p:cNvSpPr txBox="1"/>
          <p:nvPr/>
        </p:nvSpPr>
        <p:spPr>
          <a:xfrm>
            <a:off x="4216401" y="2231221"/>
            <a:ext cx="462845" cy="584775"/>
          </a:xfrm>
          <a:prstGeom prst="rect">
            <a:avLst/>
          </a:prstGeom>
          <a:noFill/>
        </p:spPr>
        <p:txBody>
          <a:bodyPr wrap="square" rtlCol="0">
            <a:spAutoFit/>
          </a:bodyPr>
          <a:lstStyle/>
          <a:p>
            <a:pPr algn="ctr"/>
            <a:r>
              <a:rPr lang="en-US" sz="3200" dirty="0"/>
              <a:t>8</a:t>
            </a:r>
          </a:p>
        </p:txBody>
      </p:sp>
      <p:sp>
        <p:nvSpPr>
          <p:cNvPr id="86" name="TextBox 85">
            <a:extLst>
              <a:ext uri="{FF2B5EF4-FFF2-40B4-BE49-F238E27FC236}">
                <a16:creationId xmlns:a16="http://schemas.microsoft.com/office/drawing/2014/main" id="{881D1D48-C53B-B5C0-0C35-683A09F91C95}"/>
              </a:ext>
            </a:extLst>
          </p:cNvPr>
          <p:cNvSpPr txBox="1"/>
          <p:nvPr/>
        </p:nvSpPr>
        <p:spPr>
          <a:xfrm>
            <a:off x="5715003" y="2231221"/>
            <a:ext cx="462845" cy="584775"/>
          </a:xfrm>
          <a:prstGeom prst="rect">
            <a:avLst/>
          </a:prstGeom>
          <a:noFill/>
        </p:spPr>
        <p:txBody>
          <a:bodyPr wrap="square" rtlCol="0">
            <a:spAutoFit/>
          </a:bodyPr>
          <a:lstStyle/>
          <a:p>
            <a:pPr algn="ctr"/>
            <a:r>
              <a:rPr lang="en-US" sz="3200" dirty="0"/>
              <a:t>9</a:t>
            </a:r>
          </a:p>
        </p:txBody>
      </p:sp>
      <p:sp>
        <p:nvSpPr>
          <p:cNvPr id="13" name="TextBox 12">
            <a:extLst>
              <a:ext uri="{FF2B5EF4-FFF2-40B4-BE49-F238E27FC236}">
                <a16:creationId xmlns:a16="http://schemas.microsoft.com/office/drawing/2014/main" id="{4B2F0918-1DC4-8019-8502-DEA6C1D15FE7}"/>
              </a:ext>
            </a:extLst>
          </p:cNvPr>
          <p:cNvSpPr txBox="1"/>
          <p:nvPr/>
        </p:nvSpPr>
        <p:spPr>
          <a:xfrm>
            <a:off x="4216401" y="3237891"/>
            <a:ext cx="462845" cy="584775"/>
          </a:xfrm>
          <a:prstGeom prst="rect">
            <a:avLst/>
          </a:prstGeom>
          <a:noFill/>
        </p:spPr>
        <p:txBody>
          <a:bodyPr wrap="square" rtlCol="0">
            <a:spAutoFit/>
          </a:bodyPr>
          <a:lstStyle/>
          <a:p>
            <a:pPr algn="ctr"/>
            <a:r>
              <a:rPr lang="en-US" sz="3200" dirty="0"/>
              <a:t>9</a:t>
            </a:r>
          </a:p>
        </p:txBody>
      </p:sp>
      <p:sp>
        <p:nvSpPr>
          <p:cNvPr id="16" name="TextBox 15">
            <a:extLst>
              <a:ext uri="{FF2B5EF4-FFF2-40B4-BE49-F238E27FC236}">
                <a16:creationId xmlns:a16="http://schemas.microsoft.com/office/drawing/2014/main" id="{C010F965-1A38-DE5F-BF44-C5F11CC7A6F0}"/>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Tree>
    <p:extLst>
      <p:ext uri="{BB962C8B-B14F-4D97-AF65-F5344CB8AC3E}">
        <p14:creationId xmlns:p14="http://schemas.microsoft.com/office/powerpoint/2010/main" val="323258597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6BEE74-F5B7-A48D-99A9-91F38D38F18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3CDC871-1093-C5A9-B25B-AC740025A552}"/>
              </a:ext>
            </a:extLst>
          </p:cNvPr>
          <p:cNvSpPr>
            <a:spLocks noGrp="1"/>
          </p:cNvSpPr>
          <p:nvPr>
            <p:ph sz="half" idx="1"/>
          </p:nvPr>
        </p:nvSpPr>
        <p:spPr/>
        <p:txBody>
          <a:bodyPr>
            <a:normAutofit/>
          </a:bodyPr>
          <a:lstStyle/>
          <a:p>
            <a:r>
              <a:rPr lang="en-US" dirty="0"/>
              <a:t>Last possible 6 in Column 8.</a:t>
            </a:r>
          </a:p>
          <a:p>
            <a:r>
              <a:rPr lang="en-US" dirty="0"/>
              <a:t>Last possible 6 in Row 8.</a:t>
            </a:r>
          </a:p>
        </p:txBody>
      </p:sp>
      <p:pic>
        <p:nvPicPr>
          <p:cNvPr id="4" name="Picture 3" descr="A grid of sudoku puzzle&#10;&#10;Description automatically generated">
            <a:extLst>
              <a:ext uri="{FF2B5EF4-FFF2-40B4-BE49-F238E27FC236}">
                <a16:creationId xmlns:a16="http://schemas.microsoft.com/office/drawing/2014/main" id="{F1B44796-3414-9F32-E04E-FA26AA437D8C}"/>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A1620B3A-F719-70B3-3F94-3C94BF15A7F2}"/>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CD270741-5D0D-7AB4-0D53-162075742DD7}"/>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19B11985-20B8-B88E-1A87-10EB0CF4E1EA}"/>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E422B997-A225-E18F-AB18-9C0FCC88FC7E}"/>
              </a:ext>
            </a:extLst>
          </p:cNvPr>
          <p:cNvSpPr txBox="1"/>
          <p:nvPr/>
        </p:nvSpPr>
        <p:spPr>
          <a:xfrm>
            <a:off x="3716867" y="2231221"/>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F4700D7B-6A9F-AACB-55EE-52C448E8434E}"/>
              </a:ext>
            </a:extLst>
          </p:cNvPr>
          <p:cNvSpPr txBox="1"/>
          <p:nvPr/>
        </p:nvSpPr>
        <p:spPr>
          <a:xfrm>
            <a:off x="3217333" y="4747898"/>
            <a:ext cx="462845" cy="584775"/>
          </a:xfrm>
          <a:prstGeom prst="rect">
            <a:avLst/>
          </a:prstGeom>
          <a:noFill/>
        </p:spPr>
        <p:txBody>
          <a:bodyPr wrap="square" rtlCol="0">
            <a:spAutoFit/>
          </a:bodyPr>
          <a:lstStyle/>
          <a:p>
            <a:pPr algn="ctr"/>
            <a:r>
              <a:rPr lang="en-US" sz="3200" dirty="0"/>
              <a:t>6</a:t>
            </a:r>
          </a:p>
        </p:txBody>
      </p:sp>
      <p:sp>
        <p:nvSpPr>
          <p:cNvPr id="11" name="TextBox 10">
            <a:extLst>
              <a:ext uri="{FF2B5EF4-FFF2-40B4-BE49-F238E27FC236}">
                <a16:creationId xmlns:a16="http://schemas.microsoft.com/office/drawing/2014/main" id="{C48A0C11-0C64-D604-8514-E47CA3ED054D}"/>
              </a:ext>
            </a:extLst>
          </p:cNvPr>
          <p:cNvSpPr txBox="1"/>
          <p:nvPr/>
        </p:nvSpPr>
        <p:spPr>
          <a:xfrm>
            <a:off x="7213604" y="4747898"/>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604F0EA9-887E-DF86-DF08-BC7D346A20C4}"/>
              </a:ext>
            </a:extLst>
          </p:cNvPr>
          <p:cNvSpPr txBox="1"/>
          <p:nvPr/>
        </p:nvSpPr>
        <p:spPr>
          <a:xfrm>
            <a:off x="6214537" y="2734556"/>
            <a:ext cx="462845" cy="584775"/>
          </a:xfrm>
          <a:prstGeom prst="rect">
            <a:avLst/>
          </a:prstGeom>
          <a:noFill/>
        </p:spPr>
        <p:txBody>
          <a:bodyPr wrap="square" rtlCol="0">
            <a:spAutoFit/>
          </a:bodyPr>
          <a:lstStyle/>
          <a:p>
            <a:pPr algn="ctr"/>
            <a:r>
              <a:rPr lang="en-US" sz="3200" dirty="0"/>
              <a:t>3</a:t>
            </a:r>
          </a:p>
        </p:txBody>
      </p:sp>
      <p:sp>
        <p:nvSpPr>
          <p:cNvPr id="18" name="TextBox 17">
            <a:extLst>
              <a:ext uri="{FF2B5EF4-FFF2-40B4-BE49-F238E27FC236}">
                <a16:creationId xmlns:a16="http://schemas.microsoft.com/office/drawing/2014/main" id="{636A7AD0-ED60-F616-0F3E-9F30AD2CFA29}"/>
              </a:ext>
            </a:extLst>
          </p:cNvPr>
          <p:cNvSpPr txBox="1"/>
          <p:nvPr/>
        </p:nvSpPr>
        <p:spPr>
          <a:xfrm>
            <a:off x="6654802" y="2404765"/>
            <a:ext cx="570089" cy="230832"/>
          </a:xfrm>
          <a:prstGeom prst="rect">
            <a:avLst/>
          </a:prstGeom>
          <a:noFill/>
        </p:spPr>
        <p:txBody>
          <a:bodyPr wrap="square" rtlCol="0">
            <a:spAutoFit/>
          </a:bodyPr>
          <a:lstStyle/>
          <a:p>
            <a:pPr algn="ctr"/>
            <a:r>
              <a:rPr lang="en-US" sz="900" dirty="0"/>
              <a:t>24</a:t>
            </a:r>
          </a:p>
        </p:txBody>
      </p:sp>
      <p:sp>
        <p:nvSpPr>
          <p:cNvPr id="19" name="TextBox 18">
            <a:extLst>
              <a:ext uri="{FF2B5EF4-FFF2-40B4-BE49-F238E27FC236}">
                <a16:creationId xmlns:a16="http://schemas.microsoft.com/office/drawing/2014/main" id="{8065C5DB-11A2-5EB0-BE8A-300B0202DDB7}"/>
              </a:ext>
            </a:extLst>
          </p:cNvPr>
          <p:cNvSpPr txBox="1"/>
          <p:nvPr/>
        </p:nvSpPr>
        <p:spPr>
          <a:xfrm>
            <a:off x="7157158" y="2404765"/>
            <a:ext cx="570089" cy="230832"/>
          </a:xfrm>
          <a:prstGeom prst="rect">
            <a:avLst/>
          </a:prstGeom>
          <a:noFill/>
        </p:spPr>
        <p:txBody>
          <a:bodyPr wrap="square" rtlCol="0">
            <a:spAutoFit/>
          </a:bodyPr>
          <a:lstStyle/>
          <a:p>
            <a:pPr algn="ctr"/>
            <a:r>
              <a:rPr lang="en-US" sz="900" dirty="0"/>
              <a:t>42</a:t>
            </a:r>
          </a:p>
        </p:txBody>
      </p:sp>
      <p:sp>
        <p:nvSpPr>
          <p:cNvPr id="23" name="TextBox 22">
            <a:extLst>
              <a:ext uri="{FF2B5EF4-FFF2-40B4-BE49-F238E27FC236}">
                <a16:creationId xmlns:a16="http://schemas.microsoft.com/office/drawing/2014/main" id="{DDEE05E4-38D0-B460-0E38-A080F097334C}"/>
              </a:ext>
            </a:extLst>
          </p:cNvPr>
          <p:cNvSpPr txBox="1"/>
          <p:nvPr/>
        </p:nvSpPr>
        <p:spPr>
          <a:xfrm>
            <a:off x="6214537" y="721216"/>
            <a:ext cx="462845" cy="584775"/>
          </a:xfrm>
          <a:prstGeom prst="rect">
            <a:avLst/>
          </a:prstGeom>
          <a:noFill/>
        </p:spPr>
        <p:txBody>
          <a:bodyPr wrap="square" rtlCol="0">
            <a:spAutoFit/>
          </a:bodyPr>
          <a:lstStyle/>
          <a:p>
            <a:pPr algn="ctr"/>
            <a:r>
              <a:rPr lang="en-US" sz="3200" dirty="0"/>
              <a:t>2</a:t>
            </a:r>
          </a:p>
        </p:txBody>
      </p:sp>
      <p:sp>
        <p:nvSpPr>
          <p:cNvPr id="24" name="TextBox 23">
            <a:extLst>
              <a:ext uri="{FF2B5EF4-FFF2-40B4-BE49-F238E27FC236}">
                <a16:creationId xmlns:a16="http://schemas.microsoft.com/office/drawing/2014/main" id="{21AA5C0C-9E26-D06C-5EE8-0BD432F60DAC}"/>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7B88808F-CD67-D792-0513-9B3E5C8E52B1}"/>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26" name="TextBox 25">
            <a:extLst>
              <a:ext uri="{FF2B5EF4-FFF2-40B4-BE49-F238E27FC236}">
                <a16:creationId xmlns:a16="http://schemas.microsoft.com/office/drawing/2014/main" id="{37A32AFB-6C00-AE76-26E8-84081D4904EA}"/>
              </a:ext>
            </a:extLst>
          </p:cNvPr>
          <p:cNvSpPr txBox="1"/>
          <p:nvPr/>
        </p:nvSpPr>
        <p:spPr>
          <a:xfrm>
            <a:off x="6654802" y="1402877"/>
            <a:ext cx="570089" cy="230832"/>
          </a:xfrm>
          <a:prstGeom prst="rect">
            <a:avLst/>
          </a:prstGeom>
          <a:noFill/>
        </p:spPr>
        <p:txBody>
          <a:bodyPr wrap="square" rtlCol="0">
            <a:spAutoFit/>
          </a:bodyPr>
          <a:lstStyle/>
          <a:p>
            <a:pPr algn="ctr"/>
            <a:r>
              <a:rPr lang="en-US" sz="900" dirty="0"/>
              <a:t>74</a:t>
            </a:r>
          </a:p>
        </p:txBody>
      </p:sp>
      <p:sp>
        <p:nvSpPr>
          <p:cNvPr id="27" name="TextBox 26">
            <a:extLst>
              <a:ext uri="{FF2B5EF4-FFF2-40B4-BE49-F238E27FC236}">
                <a16:creationId xmlns:a16="http://schemas.microsoft.com/office/drawing/2014/main" id="{359E1C27-F2D2-649B-0515-FFFBA5C48C7E}"/>
              </a:ext>
            </a:extLst>
          </p:cNvPr>
          <p:cNvSpPr txBox="1"/>
          <p:nvPr/>
        </p:nvSpPr>
        <p:spPr>
          <a:xfrm>
            <a:off x="7157158" y="1402877"/>
            <a:ext cx="570089" cy="230832"/>
          </a:xfrm>
          <a:prstGeom prst="rect">
            <a:avLst/>
          </a:prstGeom>
          <a:noFill/>
        </p:spPr>
        <p:txBody>
          <a:bodyPr wrap="square" rtlCol="0">
            <a:spAutoFit/>
          </a:bodyPr>
          <a:lstStyle/>
          <a:p>
            <a:pPr algn="ctr"/>
            <a:r>
              <a:rPr lang="en-US" sz="900" dirty="0"/>
              <a:t>47</a:t>
            </a:r>
          </a:p>
        </p:txBody>
      </p:sp>
      <p:sp>
        <p:nvSpPr>
          <p:cNvPr id="30" name="TextBox 29">
            <a:extLst>
              <a:ext uri="{FF2B5EF4-FFF2-40B4-BE49-F238E27FC236}">
                <a16:creationId xmlns:a16="http://schemas.microsoft.com/office/drawing/2014/main" id="{166B833F-16B7-9A97-3C35-0582FB38C97B}"/>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4D427D8E-9D78-87DC-8DE2-4036B356D06C}"/>
              </a:ext>
            </a:extLst>
          </p:cNvPr>
          <p:cNvSpPr txBox="1"/>
          <p:nvPr/>
        </p:nvSpPr>
        <p:spPr>
          <a:xfrm>
            <a:off x="3217333" y="721216"/>
            <a:ext cx="462845" cy="584775"/>
          </a:xfrm>
          <a:prstGeom prst="rect">
            <a:avLst/>
          </a:prstGeom>
          <a:noFill/>
        </p:spPr>
        <p:txBody>
          <a:bodyPr wrap="square" rtlCol="0">
            <a:spAutoFit/>
          </a:bodyPr>
          <a:lstStyle/>
          <a:p>
            <a:pPr algn="ctr"/>
            <a:r>
              <a:rPr lang="en-US" sz="3200" dirty="0"/>
              <a:t>4</a:t>
            </a:r>
          </a:p>
        </p:txBody>
      </p:sp>
      <p:sp>
        <p:nvSpPr>
          <p:cNvPr id="35" name="TextBox 34">
            <a:extLst>
              <a:ext uri="{FF2B5EF4-FFF2-40B4-BE49-F238E27FC236}">
                <a16:creationId xmlns:a16="http://schemas.microsoft.com/office/drawing/2014/main" id="{806DD6B2-FD99-E23A-E6A5-4C6690B73CCD}"/>
              </a:ext>
            </a:extLst>
          </p:cNvPr>
          <p:cNvSpPr txBox="1"/>
          <p:nvPr/>
        </p:nvSpPr>
        <p:spPr>
          <a:xfrm>
            <a:off x="4216401" y="1224551"/>
            <a:ext cx="462845" cy="584775"/>
          </a:xfrm>
          <a:prstGeom prst="rect">
            <a:avLst/>
          </a:prstGeom>
          <a:noFill/>
        </p:spPr>
        <p:txBody>
          <a:bodyPr wrap="square" rtlCol="0">
            <a:spAutoFit/>
          </a:bodyPr>
          <a:lstStyle/>
          <a:p>
            <a:pPr algn="ctr"/>
            <a:r>
              <a:rPr lang="en-US" sz="3200" dirty="0"/>
              <a:t>1</a:t>
            </a:r>
          </a:p>
        </p:txBody>
      </p:sp>
      <p:sp>
        <p:nvSpPr>
          <p:cNvPr id="36" name="TextBox 35">
            <a:extLst>
              <a:ext uri="{FF2B5EF4-FFF2-40B4-BE49-F238E27FC236}">
                <a16:creationId xmlns:a16="http://schemas.microsoft.com/office/drawing/2014/main" id="{ADE47719-C080-C09D-4854-D25ED33B1A86}"/>
              </a:ext>
            </a:extLst>
          </p:cNvPr>
          <p:cNvSpPr txBox="1"/>
          <p:nvPr/>
        </p:nvSpPr>
        <p:spPr>
          <a:xfrm>
            <a:off x="5215469" y="721216"/>
            <a:ext cx="462845" cy="584775"/>
          </a:xfrm>
          <a:prstGeom prst="rect">
            <a:avLst/>
          </a:prstGeom>
          <a:noFill/>
        </p:spPr>
        <p:txBody>
          <a:bodyPr wrap="square" rtlCol="0">
            <a:spAutoFit/>
          </a:bodyPr>
          <a:lstStyle/>
          <a:p>
            <a:pPr algn="ctr"/>
            <a:r>
              <a:rPr lang="en-US" sz="3200" dirty="0"/>
              <a:t>1</a:t>
            </a:r>
          </a:p>
        </p:txBody>
      </p:sp>
      <p:sp>
        <p:nvSpPr>
          <p:cNvPr id="40" name="TextBox 39">
            <a:extLst>
              <a:ext uri="{FF2B5EF4-FFF2-40B4-BE49-F238E27FC236}">
                <a16:creationId xmlns:a16="http://schemas.microsoft.com/office/drawing/2014/main" id="{0285BA36-F95A-6356-7E2B-60F04A3FFED1}"/>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42" name="TextBox 41">
            <a:extLst>
              <a:ext uri="{FF2B5EF4-FFF2-40B4-BE49-F238E27FC236}">
                <a16:creationId xmlns:a16="http://schemas.microsoft.com/office/drawing/2014/main" id="{8E4D85A4-EDE0-EE3B-3102-03C97F41202F}"/>
              </a:ext>
            </a:extLst>
          </p:cNvPr>
          <p:cNvSpPr txBox="1"/>
          <p:nvPr/>
        </p:nvSpPr>
        <p:spPr>
          <a:xfrm>
            <a:off x="5715003" y="1224551"/>
            <a:ext cx="462845" cy="584775"/>
          </a:xfrm>
          <a:prstGeom prst="rect">
            <a:avLst/>
          </a:prstGeom>
          <a:noFill/>
        </p:spPr>
        <p:txBody>
          <a:bodyPr wrap="square" rtlCol="0">
            <a:spAutoFit/>
          </a:bodyPr>
          <a:lstStyle/>
          <a:p>
            <a:pPr algn="ctr"/>
            <a:r>
              <a:rPr lang="en-US" sz="3200" dirty="0"/>
              <a:t>2</a:t>
            </a:r>
          </a:p>
        </p:txBody>
      </p:sp>
      <p:sp>
        <p:nvSpPr>
          <p:cNvPr id="43" name="TextBox 42">
            <a:extLst>
              <a:ext uri="{FF2B5EF4-FFF2-40B4-BE49-F238E27FC236}">
                <a16:creationId xmlns:a16="http://schemas.microsoft.com/office/drawing/2014/main" id="{FA7367FE-7C91-3A81-409B-B279B6FEBA70}"/>
              </a:ext>
            </a:extLst>
          </p:cNvPr>
          <p:cNvSpPr txBox="1"/>
          <p:nvPr/>
        </p:nvSpPr>
        <p:spPr>
          <a:xfrm>
            <a:off x="4645378" y="1533509"/>
            <a:ext cx="570089" cy="230832"/>
          </a:xfrm>
          <a:prstGeom prst="rect">
            <a:avLst/>
          </a:prstGeom>
          <a:noFill/>
        </p:spPr>
        <p:txBody>
          <a:bodyPr wrap="square" rtlCol="0">
            <a:spAutoFit/>
          </a:bodyPr>
          <a:lstStyle/>
          <a:p>
            <a:pPr algn="ctr"/>
            <a:r>
              <a:rPr lang="en-US" sz="900" dirty="0"/>
              <a:t>39</a:t>
            </a:r>
          </a:p>
        </p:txBody>
      </p:sp>
      <p:sp>
        <p:nvSpPr>
          <p:cNvPr id="44" name="TextBox 43">
            <a:extLst>
              <a:ext uri="{FF2B5EF4-FFF2-40B4-BE49-F238E27FC236}">
                <a16:creationId xmlns:a16="http://schemas.microsoft.com/office/drawing/2014/main" id="{AFDA1965-8788-61CB-DE86-89F960592006}"/>
              </a:ext>
            </a:extLst>
          </p:cNvPr>
          <p:cNvSpPr txBox="1"/>
          <p:nvPr/>
        </p:nvSpPr>
        <p:spPr>
          <a:xfrm>
            <a:off x="5147734" y="1533509"/>
            <a:ext cx="570089" cy="230832"/>
          </a:xfrm>
          <a:prstGeom prst="rect">
            <a:avLst/>
          </a:prstGeom>
          <a:noFill/>
        </p:spPr>
        <p:txBody>
          <a:bodyPr wrap="square" rtlCol="0">
            <a:spAutoFit/>
          </a:bodyPr>
          <a:lstStyle/>
          <a:p>
            <a:pPr algn="ctr"/>
            <a:r>
              <a:rPr lang="en-US" sz="900" dirty="0"/>
              <a:t>93</a:t>
            </a:r>
          </a:p>
        </p:txBody>
      </p:sp>
      <p:sp>
        <p:nvSpPr>
          <p:cNvPr id="51" name="TextBox 50">
            <a:extLst>
              <a:ext uri="{FF2B5EF4-FFF2-40B4-BE49-F238E27FC236}">
                <a16:creationId xmlns:a16="http://schemas.microsoft.com/office/drawing/2014/main" id="{33A4B55A-E187-C39D-4E3E-EC2224AE7E77}"/>
              </a:ext>
            </a:extLst>
          </p:cNvPr>
          <p:cNvSpPr txBox="1"/>
          <p:nvPr/>
        </p:nvSpPr>
        <p:spPr>
          <a:xfrm>
            <a:off x="5215469" y="2231221"/>
            <a:ext cx="462845" cy="584775"/>
          </a:xfrm>
          <a:prstGeom prst="rect">
            <a:avLst/>
          </a:prstGeom>
          <a:noFill/>
        </p:spPr>
        <p:txBody>
          <a:bodyPr wrap="square" rtlCol="0">
            <a:spAutoFit/>
          </a:bodyPr>
          <a:lstStyle/>
          <a:p>
            <a:pPr algn="ctr"/>
            <a:r>
              <a:rPr lang="en-US" sz="3200" dirty="0"/>
              <a:t>6</a:t>
            </a:r>
          </a:p>
        </p:txBody>
      </p:sp>
      <p:sp>
        <p:nvSpPr>
          <p:cNvPr id="15" name="TextBox 14">
            <a:extLst>
              <a:ext uri="{FF2B5EF4-FFF2-40B4-BE49-F238E27FC236}">
                <a16:creationId xmlns:a16="http://schemas.microsoft.com/office/drawing/2014/main" id="{604159EE-F400-7902-D720-59B355C62947}"/>
              </a:ext>
            </a:extLst>
          </p:cNvPr>
          <p:cNvSpPr txBox="1"/>
          <p:nvPr/>
        </p:nvSpPr>
        <p:spPr>
          <a:xfrm>
            <a:off x="3217333" y="2734556"/>
            <a:ext cx="462845" cy="584775"/>
          </a:xfrm>
          <a:prstGeom prst="rect">
            <a:avLst/>
          </a:prstGeom>
          <a:noFill/>
        </p:spPr>
        <p:txBody>
          <a:bodyPr wrap="square" rtlCol="0">
            <a:spAutoFit/>
          </a:bodyPr>
          <a:lstStyle/>
          <a:p>
            <a:pPr algn="ctr"/>
            <a:r>
              <a:rPr lang="en-US" sz="3200" dirty="0"/>
              <a:t>7</a:t>
            </a:r>
          </a:p>
        </p:txBody>
      </p:sp>
      <p:sp>
        <p:nvSpPr>
          <p:cNvPr id="52" name="TextBox 51">
            <a:extLst>
              <a:ext uri="{FF2B5EF4-FFF2-40B4-BE49-F238E27FC236}">
                <a16:creationId xmlns:a16="http://schemas.microsoft.com/office/drawing/2014/main" id="{864B6BA0-79DD-7E8A-BFCF-7034124C83B2}"/>
              </a:ext>
            </a:extLst>
          </p:cNvPr>
          <p:cNvSpPr txBox="1"/>
          <p:nvPr/>
        </p:nvSpPr>
        <p:spPr>
          <a:xfrm>
            <a:off x="3716867" y="2734556"/>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2CF94394-10E4-09F0-136A-8E489B1EC6AB}"/>
              </a:ext>
            </a:extLst>
          </p:cNvPr>
          <p:cNvSpPr txBox="1"/>
          <p:nvPr/>
        </p:nvSpPr>
        <p:spPr>
          <a:xfrm>
            <a:off x="3716867" y="1727886"/>
            <a:ext cx="462845" cy="584775"/>
          </a:xfrm>
          <a:prstGeom prst="rect">
            <a:avLst/>
          </a:prstGeom>
          <a:noFill/>
        </p:spPr>
        <p:txBody>
          <a:bodyPr wrap="square" rtlCol="0">
            <a:spAutoFit/>
          </a:bodyPr>
          <a:lstStyle/>
          <a:p>
            <a:pPr algn="ctr"/>
            <a:r>
              <a:rPr lang="en-US" sz="3200" dirty="0"/>
              <a:t>7</a:t>
            </a:r>
          </a:p>
        </p:txBody>
      </p:sp>
      <p:sp>
        <p:nvSpPr>
          <p:cNvPr id="33" name="TextBox 32">
            <a:extLst>
              <a:ext uri="{FF2B5EF4-FFF2-40B4-BE49-F238E27FC236}">
                <a16:creationId xmlns:a16="http://schemas.microsoft.com/office/drawing/2014/main" id="{59CE2FF8-3F87-6142-76E0-942F1D58800F}"/>
              </a:ext>
            </a:extLst>
          </p:cNvPr>
          <p:cNvSpPr txBox="1"/>
          <p:nvPr/>
        </p:nvSpPr>
        <p:spPr>
          <a:xfrm>
            <a:off x="3138310" y="3907597"/>
            <a:ext cx="570089" cy="230832"/>
          </a:xfrm>
          <a:prstGeom prst="rect">
            <a:avLst/>
          </a:prstGeom>
          <a:noFill/>
        </p:spPr>
        <p:txBody>
          <a:bodyPr wrap="square" rtlCol="0">
            <a:spAutoFit/>
          </a:bodyPr>
          <a:lstStyle/>
          <a:p>
            <a:pPr algn="ctr"/>
            <a:r>
              <a:rPr lang="en-US" sz="900" dirty="0"/>
              <a:t>15</a:t>
            </a:r>
          </a:p>
        </p:txBody>
      </p:sp>
      <p:sp>
        <p:nvSpPr>
          <p:cNvPr id="53" name="TextBox 52">
            <a:extLst>
              <a:ext uri="{FF2B5EF4-FFF2-40B4-BE49-F238E27FC236}">
                <a16:creationId xmlns:a16="http://schemas.microsoft.com/office/drawing/2014/main" id="{FD8CD7D2-D091-9F1F-6E29-F82273931407}"/>
              </a:ext>
            </a:extLst>
          </p:cNvPr>
          <p:cNvSpPr txBox="1"/>
          <p:nvPr/>
        </p:nvSpPr>
        <p:spPr>
          <a:xfrm>
            <a:off x="3138310" y="4408541"/>
            <a:ext cx="570089" cy="230832"/>
          </a:xfrm>
          <a:prstGeom prst="rect">
            <a:avLst/>
          </a:prstGeom>
          <a:noFill/>
        </p:spPr>
        <p:txBody>
          <a:bodyPr wrap="square" rtlCol="0">
            <a:spAutoFit/>
          </a:bodyPr>
          <a:lstStyle/>
          <a:p>
            <a:pPr algn="ctr"/>
            <a:r>
              <a:rPr lang="en-US" sz="900" dirty="0"/>
              <a:t>51</a:t>
            </a:r>
          </a:p>
        </p:txBody>
      </p:sp>
      <p:sp>
        <p:nvSpPr>
          <p:cNvPr id="66" name="TextBox 65">
            <a:extLst>
              <a:ext uri="{FF2B5EF4-FFF2-40B4-BE49-F238E27FC236}">
                <a16:creationId xmlns:a16="http://schemas.microsoft.com/office/drawing/2014/main" id="{ED2E4D9F-E34B-07C9-5B2B-F8843678369A}"/>
              </a:ext>
            </a:extLst>
          </p:cNvPr>
          <p:cNvSpPr txBox="1"/>
          <p:nvPr/>
        </p:nvSpPr>
        <p:spPr>
          <a:xfrm>
            <a:off x="4216401" y="2734556"/>
            <a:ext cx="462845" cy="584775"/>
          </a:xfrm>
          <a:prstGeom prst="rect">
            <a:avLst/>
          </a:prstGeom>
          <a:noFill/>
        </p:spPr>
        <p:txBody>
          <a:bodyPr wrap="square" rtlCol="0">
            <a:spAutoFit/>
          </a:bodyPr>
          <a:lstStyle/>
          <a:p>
            <a:pPr algn="ctr"/>
            <a:r>
              <a:rPr lang="en-US" sz="3200" dirty="0"/>
              <a:t>5</a:t>
            </a:r>
          </a:p>
        </p:txBody>
      </p:sp>
      <p:sp>
        <p:nvSpPr>
          <p:cNvPr id="67" name="TextBox 66">
            <a:extLst>
              <a:ext uri="{FF2B5EF4-FFF2-40B4-BE49-F238E27FC236}">
                <a16:creationId xmlns:a16="http://schemas.microsoft.com/office/drawing/2014/main" id="{F986DB45-0283-22D9-3D54-72A0AF0A10D6}"/>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68" name="TextBox 67">
            <a:extLst>
              <a:ext uri="{FF2B5EF4-FFF2-40B4-BE49-F238E27FC236}">
                <a16:creationId xmlns:a16="http://schemas.microsoft.com/office/drawing/2014/main" id="{39AE9622-3804-F09A-A692-AAD9F01BC55C}"/>
              </a:ext>
            </a:extLst>
          </p:cNvPr>
          <p:cNvSpPr txBox="1"/>
          <p:nvPr/>
        </p:nvSpPr>
        <p:spPr>
          <a:xfrm>
            <a:off x="3716867" y="3237891"/>
            <a:ext cx="462845" cy="584775"/>
          </a:xfrm>
          <a:prstGeom prst="rect">
            <a:avLst/>
          </a:prstGeom>
          <a:noFill/>
        </p:spPr>
        <p:txBody>
          <a:bodyPr wrap="square" rtlCol="0">
            <a:spAutoFit/>
          </a:bodyPr>
          <a:lstStyle/>
          <a:p>
            <a:pPr algn="ctr"/>
            <a:r>
              <a:rPr lang="en-US" sz="3200" dirty="0"/>
              <a:t>4</a:t>
            </a:r>
          </a:p>
        </p:txBody>
      </p:sp>
      <p:sp>
        <p:nvSpPr>
          <p:cNvPr id="9" name="TextBox 8">
            <a:extLst>
              <a:ext uri="{FF2B5EF4-FFF2-40B4-BE49-F238E27FC236}">
                <a16:creationId xmlns:a16="http://schemas.microsoft.com/office/drawing/2014/main" id="{9316B81A-C804-73F3-1AF6-F58E6DBDDE63}"/>
              </a:ext>
            </a:extLst>
          </p:cNvPr>
          <p:cNvSpPr txBox="1"/>
          <p:nvPr/>
        </p:nvSpPr>
        <p:spPr>
          <a:xfrm>
            <a:off x="5215469" y="2734556"/>
            <a:ext cx="462845" cy="584775"/>
          </a:xfrm>
          <a:prstGeom prst="rect">
            <a:avLst/>
          </a:prstGeom>
          <a:noFill/>
        </p:spPr>
        <p:txBody>
          <a:bodyPr wrap="square" rtlCol="0">
            <a:spAutoFit/>
          </a:bodyPr>
          <a:lstStyle/>
          <a:p>
            <a:pPr algn="ctr"/>
            <a:r>
              <a:rPr lang="en-US" sz="3200" dirty="0"/>
              <a:t>2</a:t>
            </a:r>
          </a:p>
        </p:txBody>
      </p:sp>
      <p:sp>
        <p:nvSpPr>
          <p:cNvPr id="45" name="TextBox 44">
            <a:extLst>
              <a:ext uri="{FF2B5EF4-FFF2-40B4-BE49-F238E27FC236}">
                <a16:creationId xmlns:a16="http://schemas.microsoft.com/office/drawing/2014/main" id="{EE3CDFDD-1F92-EF95-301C-0FC2EFC8AC38}"/>
              </a:ext>
            </a:extLst>
          </p:cNvPr>
          <p:cNvSpPr txBox="1"/>
          <p:nvPr/>
        </p:nvSpPr>
        <p:spPr>
          <a:xfrm>
            <a:off x="7213604" y="2734556"/>
            <a:ext cx="462845" cy="584775"/>
          </a:xfrm>
          <a:prstGeom prst="rect">
            <a:avLst/>
          </a:prstGeom>
          <a:noFill/>
        </p:spPr>
        <p:txBody>
          <a:bodyPr wrap="square" rtlCol="0">
            <a:spAutoFit/>
          </a:bodyPr>
          <a:lstStyle/>
          <a:p>
            <a:pPr algn="ctr"/>
            <a:r>
              <a:rPr lang="en-US" sz="3200" dirty="0"/>
              <a:t>9</a:t>
            </a:r>
          </a:p>
        </p:txBody>
      </p:sp>
      <p:sp>
        <p:nvSpPr>
          <p:cNvPr id="46" name="TextBox 45">
            <a:extLst>
              <a:ext uri="{FF2B5EF4-FFF2-40B4-BE49-F238E27FC236}">
                <a16:creationId xmlns:a16="http://schemas.microsoft.com/office/drawing/2014/main" id="{C63EAB77-6636-F11A-2E01-6F61CF787EF5}"/>
              </a:ext>
            </a:extLst>
          </p:cNvPr>
          <p:cNvSpPr txBox="1"/>
          <p:nvPr/>
        </p:nvSpPr>
        <p:spPr>
          <a:xfrm>
            <a:off x="6714071" y="2734556"/>
            <a:ext cx="462845" cy="584775"/>
          </a:xfrm>
          <a:prstGeom prst="rect">
            <a:avLst/>
          </a:prstGeom>
          <a:noFill/>
        </p:spPr>
        <p:txBody>
          <a:bodyPr wrap="square" rtlCol="0">
            <a:spAutoFit/>
          </a:bodyPr>
          <a:lstStyle/>
          <a:p>
            <a:pPr algn="ctr"/>
            <a:r>
              <a:rPr lang="en-US" sz="3200" dirty="0"/>
              <a:t>8</a:t>
            </a:r>
          </a:p>
        </p:txBody>
      </p:sp>
      <p:sp>
        <p:nvSpPr>
          <p:cNvPr id="50" name="TextBox 49">
            <a:extLst>
              <a:ext uri="{FF2B5EF4-FFF2-40B4-BE49-F238E27FC236}">
                <a16:creationId xmlns:a16="http://schemas.microsoft.com/office/drawing/2014/main" id="{B89DB80D-0D20-9788-E358-05570D3A893F}"/>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54" name="TextBox 53">
            <a:extLst>
              <a:ext uri="{FF2B5EF4-FFF2-40B4-BE49-F238E27FC236}">
                <a16:creationId xmlns:a16="http://schemas.microsoft.com/office/drawing/2014/main" id="{71A20542-5CA1-FFE6-211E-B360EF521710}"/>
              </a:ext>
            </a:extLst>
          </p:cNvPr>
          <p:cNvSpPr txBox="1"/>
          <p:nvPr/>
        </p:nvSpPr>
        <p:spPr>
          <a:xfrm>
            <a:off x="3716867" y="721216"/>
            <a:ext cx="462845" cy="584775"/>
          </a:xfrm>
          <a:prstGeom prst="rect">
            <a:avLst/>
          </a:prstGeom>
          <a:noFill/>
        </p:spPr>
        <p:txBody>
          <a:bodyPr wrap="square" rtlCol="0">
            <a:spAutoFit/>
          </a:bodyPr>
          <a:lstStyle/>
          <a:p>
            <a:pPr algn="ctr"/>
            <a:r>
              <a:rPr lang="en-US" sz="3200" dirty="0"/>
              <a:t>3</a:t>
            </a:r>
          </a:p>
        </p:txBody>
      </p:sp>
      <p:sp>
        <p:nvSpPr>
          <p:cNvPr id="55" name="TextBox 54">
            <a:extLst>
              <a:ext uri="{FF2B5EF4-FFF2-40B4-BE49-F238E27FC236}">
                <a16:creationId xmlns:a16="http://schemas.microsoft.com/office/drawing/2014/main" id="{9575DEC2-5379-C85F-708C-D4C71874B149}"/>
              </a:ext>
            </a:extLst>
          </p:cNvPr>
          <p:cNvSpPr txBox="1"/>
          <p:nvPr/>
        </p:nvSpPr>
        <p:spPr>
          <a:xfrm>
            <a:off x="5715003" y="721216"/>
            <a:ext cx="462845" cy="584775"/>
          </a:xfrm>
          <a:prstGeom prst="rect">
            <a:avLst/>
          </a:prstGeom>
          <a:noFill/>
        </p:spPr>
        <p:txBody>
          <a:bodyPr wrap="square" rtlCol="0">
            <a:spAutoFit/>
          </a:bodyPr>
          <a:lstStyle/>
          <a:p>
            <a:pPr algn="ctr"/>
            <a:r>
              <a:rPr lang="en-US" sz="3200" dirty="0"/>
              <a:t>5</a:t>
            </a:r>
          </a:p>
        </p:txBody>
      </p:sp>
      <p:sp>
        <p:nvSpPr>
          <p:cNvPr id="37" name="TextBox 36">
            <a:extLst>
              <a:ext uri="{FF2B5EF4-FFF2-40B4-BE49-F238E27FC236}">
                <a16:creationId xmlns:a16="http://schemas.microsoft.com/office/drawing/2014/main" id="{8F1C61E1-023A-0534-250A-3E78F41B8D1A}"/>
              </a:ext>
            </a:extLst>
          </p:cNvPr>
          <p:cNvSpPr txBox="1"/>
          <p:nvPr/>
        </p:nvSpPr>
        <p:spPr>
          <a:xfrm>
            <a:off x="3716867" y="1224551"/>
            <a:ext cx="462845" cy="584775"/>
          </a:xfrm>
          <a:prstGeom prst="rect">
            <a:avLst/>
          </a:prstGeom>
          <a:noFill/>
        </p:spPr>
        <p:txBody>
          <a:bodyPr wrap="square" rtlCol="0">
            <a:spAutoFit/>
          </a:bodyPr>
          <a:lstStyle/>
          <a:p>
            <a:pPr algn="ctr"/>
            <a:r>
              <a:rPr lang="en-US" sz="3200" dirty="0"/>
              <a:t>5</a:t>
            </a:r>
          </a:p>
        </p:txBody>
      </p:sp>
      <p:sp>
        <p:nvSpPr>
          <p:cNvPr id="38" name="TextBox 37">
            <a:extLst>
              <a:ext uri="{FF2B5EF4-FFF2-40B4-BE49-F238E27FC236}">
                <a16:creationId xmlns:a16="http://schemas.microsoft.com/office/drawing/2014/main" id="{338FF9B6-0BA6-9566-A343-7735502EC5F6}"/>
              </a:ext>
            </a:extLst>
          </p:cNvPr>
          <p:cNvSpPr txBox="1"/>
          <p:nvPr/>
        </p:nvSpPr>
        <p:spPr>
          <a:xfrm>
            <a:off x="4715935" y="721216"/>
            <a:ext cx="462845" cy="584775"/>
          </a:xfrm>
          <a:prstGeom prst="rect">
            <a:avLst/>
          </a:prstGeom>
          <a:noFill/>
        </p:spPr>
        <p:txBody>
          <a:bodyPr wrap="square" rtlCol="0">
            <a:spAutoFit/>
          </a:bodyPr>
          <a:lstStyle/>
          <a:p>
            <a:pPr algn="ctr"/>
            <a:r>
              <a:rPr lang="en-US" sz="3200" dirty="0"/>
              <a:t>7</a:t>
            </a:r>
          </a:p>
        </p:txBody>
      </p:sp>
      <p:sp>
        <p:nvSpPr>
          <p:cNvPr id="56" name="TextBox 55">
            <a:extLst>
              <a:ext uri="{FF2B5EF4-FFF2-40B4-BE49-F238E27FC236}">
                <a16:creationId xmlns:a16="http://schemas.microsoft.com/office/drawing/2014/main" id="{7C3DF5C7-95C0-017B-B8EC-675B8C3F1253}"/>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
        <p:nvSpPr>
          <p:cNvPr id="25" name="TextBox 24">
            <a:extLst>
              <a:ext uri="{FF2B5EF4-FFF2-40B4-BE49-F238E27FC236}">
                <a16:creationId xmlns:a16="http://schemas.microsoft.com/office/drawing/2014/main" id="{D517838A-BD75-C463-7F29-D90A15A33FF1}"/>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39" name="TextBox 38">
            <a:extLst>
              <a:ext uri="{FF2B5EF4-FFF2-40B4-BE49-F238E27FC236}">
                <a16:creationId xmlns:a16="http://schemas.microsoft.com/office/drawing/2014/main" id="{47F0F652-1DAD-D5E2-B5B1-52FCAF6584A2}"/>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14" name="TextBox 13">
            <a:extLst>
              <a:ext uri="{FF2B5EF4-FFF2-40B4-BE49-F238E27FC236}">
                <a16:creationId xmlns:a16="http://schemas.microsoft.com/office/drawing/2014/main" id="{1F541DC9-A059-64B9-17D3-8BF3897414FC}"/>
              </a:ext>
            </a:extLst>
          </p:cNvPr>
          <p:cNvSpPr txBox="1"/>
          <p:nvPr/>
        </p:nvSpPr>
        <p:spPr>
          <a:xfrm>
            <a:off x="6214537" y="3237891"/>
            <a:ext cx="462845" cy="584775"/>
          </a:xfrm>
          <a:prstGeom prst="rect">
            <a:avLst/>
          </a:prstGeom>
          <a:noFill/>
        </p:spPr>
        <p:txBody>
          <a:bodyPr wrap="square" rtlCol="0">
            <a:spAutoFit/>
          </a:bodyPr>
          <a:lstStyle/>
          <a:p>
            <a:pPr algn="ctr"/>
            <a:r>
              <a:rPr lang="en-US" sz="3200" dirty="0"/>
              <a:t>5</a:t>
            </a:r>
          </a:p>
        </p:txBody>
      </p:sp>
      <p:sp>
        <p:nvSpPr>
          <p:cNvPr id="41" name="TextBox 40">
            <a:extLst>
              <a:ext uri="{FF2B5EF4-FFF2-40B4-BE49-F238E27FC236}">
                <a16:creationId xmlns:a16="http://schemas.microsoft.com/office/drawing/2014/main" id="{A047E220-7ABD-3ECE-2ACD-488F57B261D3}"/>
              </a:ext>
            </a:extLst>
          </p:cNvPr>
          <p:cNvSpPr txBox="1"/>
          <p:nvPr/>
        </p:nvSpPr>
        <p:spPr>
          <a:xfrm>
            <a:off x="4143022" y="4038229"/>
            <a:ext cx="570089" cy="230832"/>
          </a:xfrm>
          <a:prstGeom prst="rect">
            <a:avLst/>
          </a:prstGeom>
          <a:noFill/>
        </p:spPr>
        <p:txBody>
          <a:bodyPr wrap="square" rtlCol="0">
            <a:spAutoFit/>
          </a:bodyPr>
          <a:lstStyle/>
          <a:p>
            <a:pPr algn="ctr"/>
            <a:r>
              <a:rPr lang="en-US" sz="900" dirty="0"/>
              <a:t>34</a:t>
            </a:r>
          </a:p>
        </p:txBody>
      </p:sp>
      <p:sp>
        <p:nvSpPr>
          <p:cNvPr id="57" name="TextBox 56">
            <a:extLst>
              <a:ext uri="{FF2B5EF4-FFF2-40B4-BE49-F238E27FC236}">
                <a16:creationId xmlns:a16="http://schemas.microsoft.com/office/drawing/2014/main" id="{7D48A61D-73C3-C5DF-9C9E-DC16A3A5F3F8}"/>
              </a:ext>
            </a:extLst>
          </p:cNvPr>
          <p:cNvSpPr txBox="1"/>
          <p:nvPr/>
        </p:nvSpPr>
        <p:spPr>
          <a:xfrm>
            <a:off x="3640666" y="4408541"/>
            <a:ext cx="570089" cy="230832"/>
          </a:xfrm>
          <a:prstGeom prst="rect">
            <a:avLst/>
          </a:prstGeom>
          <a:noFill/>
        </p:spPr>
        <p:txBody>
          <a:bodyPr wrap="square" rtlCol="0">
            <a:spAutoFit/>
          </a:bodyPr>
          <a:lstStyle/>
          <a:p>
            <a:pPr algn="ctr"/>
            <a:r>
              <a:rPr lang="en-US" sz="900" dirty="0"/>
              <a:t>89</a:t>
            </a:r>
          </a:p>
        </p:txBody>
      </p:sp>
      <p:sp>
        <p:nvSpPr>
          <p:cNvPr id="58" name="TextBox 57">
            <a:extLst>
              <a:ext uri="{FF2B5EF4-FFF2-40B4-BE49-F238E27FC236}">
                <a16:creationId xmlns:a16="http://schemas.microsoft.com/office/drawing/2014/main" id="{E9587954-F094-705F-8A9D-6AA98A16EC95}"/>
              </a:ext>
            </a:extLst>
          </p:cNvPr>
          <p:cNvSpPr txBox="1"/>
          <p:nvPr/>
        </p:nvSpPr>
        <p:spPr>
          <a:xfrm>
            <a:off x="4143022" y="4539173"/>
            <a:ext cx="570089" cy="230832"/>
          </a:xfrm>
          <a:prstGeom prst="rect">
            <a:avLst/>
          </a:prstGeom>
          <a:noFill/>
        </p:spPr>
        <p:txBody>
          <a:bodyPr wrap="square" rtlCol="0">
            <a:spAutoFit/>
          </a:bodyPr>
          <a:lstStyle/>
          <a:p>
            <a:pPr algn="ctr"/>
            <a:r>
              <a:rPr lang="en-US" sz="900" dirty="0"/>
              <a:t>347</a:t>
            </a:r>
          </a:p>
        </p:txBody>
      </p:sp>
      <p:sp>
        <p:nvSpPr>
          <p:cNvPr id="59" name="TextBox 58">
            <a:extLst>
              <a:ext uri="{FF2B5EF4-FFF2-40B4-BE49-F238E27FC236}">
                <a16:creationId xmlns:a16="http://schemas.microsoft.com/office/drawing/2014/main" id="{C46650D4-B036-9866-AF5D-48DCD103D79D}"/>
              </a:ext>
            </a:extLst>
          </p:cNvPr>
          <p:cNvSpPr txBox="1"/>
          <p:nvPr/>
        </p:nvSpPr>
        <p:spPr>
          <a:xfrm>
            <a:off x="3640666" y="5040116"/>
            <a:ext cx="570089" cy="230832"/>
          </a:xfrm>
          <a:prstGeom prst="rect">
            <a:avLst/>
          </a:prstGeom>
          <a:noFill/>
        </p:spPr>
        <p:txBody>
          <a:bodyPr wrap="square" rtlCol="0">
            <a:spAutoFit/>
          </a:bodyPr>
          <a:lstStyle/>
          <a:p>
            <a:pPr algn="ctr"/>
            <a:r>
              <a:rPr lang="en-US" sz="900" dirty="0"/>
              <a:t>98</a:t>
            </a:r>
          </a:p>
        </p:txBody>
      </p:sp>
      <p:sp>
        <p:nvSpPr>
          <p:cNvPr id="62" name="TextBox 61">
            <a:extLst>
              <a:ext uri="{FF2B5EF4-FFF2-40B4-BE49-F238E27FC236}">
                <a16:creationId xmlns:a16="http://schemas.microsoft.com/office/drawing/2014/main" id="{74E85B95-8F7E-16E6-A478-5317D8E0B40D}"/>
              </a:ext>
            </a:extLst>
          </p:cNvPr>
          <p:cNvSpPr txBox="1"/>
          <p:nvPr/>
        </p:nvSpPr>
        <p:spPr>
          <a:xfrm>
            <a:off x="4143022" y="5040116"/>
            <a:ext cx="570089" cy="230832"/>
          </a:xfrm>
          <a:prstGeom prst="rect">
            <a:avLst/>
          </a:prstGeom>
          <a:noFill/>
        </p:spPr>
        <p:txBody>
          <a:bodyPr wrap="square" rtlCol="0">
            <a:spAutoFit/>
          </a:bodyPr>
          <a:lstStyle/>
          <a:p>
            <a:pPr algn="ctr"/>
            <a:r>
              <a:rPr lang="en-US" sz="900" dirty="0"/>
              <a:t>47</a:t>
            </a:r>
          </a:p>
        </p:txBody>
      </p:sp>
      <p:sp>
        <p:nvSpPr>
          <p:cNvPr id="69" name="TextBox 68">
            <a:extLst>
              <a:ext uri="{FF2B5EF4-FFF2-40B4-BE49-F238E27FC236}">
                <a16:creationId xmlns:a16="http://schemas.microsoft.com/office/drawing/2014/main" id="{F61EE6BF-A014-6CF5-2992-B1E33DC517EB}"/>
              </a:ext>
            </a:extLst>
          </p:cNvPr>
          <p:cNvSpPr txBox="1"/>
          <p:nvPr/>
        </p:nvSpPr>
        <p:spPr>
          <a:xfrm>
            <a:off x="6152446" y="4539173"/>
            <a:ext cx="570089" cy="230832"/>
          </a:xfrm>
          <a:prstGeom prst="rect">
            <a:avLst/>
          </a:prstGeom>
          <a:noFill/>
        </p:spPr>
        <p:txBody>
          <a:bodyPr wrap="square" rtlCol="0">
            <a:spAutoFit/>
          </a:bodyPr>
          <a:lstStyle/>
          <a:p>
            <a:pPr algn="ctr"/>
            <a:r>
              <a:rPr lang="en-US" sz="900" dirty="0"/>
              <a:t>48</a:t>
            </a:r>
          </a:p>
        </p:txBody>
      </p:sp>
      <p:sp>
        <p:nvSpPr>
          <p:cNvPr id="70" name="TextBox 69">
            <a:extLst>
              <a:ext uri="{FF2B5EF4-FFF2-40B4-BE49-F238E27FC236}">
                <a16:creationId xmlns:a16="http://schemas.microsoft.com/office/drawing/2014/main" id="{30F631E4-C87D-BA6E-C640-242AAC4392C0}"/>
              </a:ext>
            </a:extLst>
          </p:cNvPr>
          <p:cNvSpPr txBox="1"/>
          <p:nvPr/>
        </p:nvSpPr>
        <p:spPr>
          <a:xfrm>
            <a:off x="6152446" y="5040116"/>
            <a:ext cx="570089" cy="230832"/>
          </a:xfrm>
          <a:prstGeom prst="rect">
            <a:avLst/>
          </a:prstGeom>
          <a:noFill/>
        </p:spPr>
        <p:txBody>
          <a:bodyPr wrap="square" rtlCol="0">
            <a:spAutoFit/>
          </a:bodyPr>
          <a:lstStyle/>
          <a:p>
            <a:pPr algn="ctr"/>
            <a:r>
              <a:rPr lang="en-US" sz="900" dirty="0"/>
              <a:t>84</a:t>
            </a:r>
          </a:p>
        </p:txBody>
      </p:sp>
      <p:sp>
        <p:nvSpPr>
          <p:cNvPr id="71" name="TextBox 70">
            <a:extLst>
              <a:ext uri="{FF2B5EF4-FFF2-40B4-BE49-F238E27FC236}">
                <a16:creationId xmlns:a16="http://schemas.microsoft.com/office/drawing/2014/main" id="{6B62C2DD-1FB1-10DB-A1BD-D31D0515CA8F}"/>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
        <p:nvSpPr>
          <p:cNvPr id="73" name="TextBox 72">
            <a:extLst>
              <a:ext uri="{FF2B5EF4-FFF2-40B4-BE49-F238E27FC236}">
                <a16:creationId xmlns:a16="http://schemas.microsoft.com/office/drawing/2014/main" id="{B24C9C44-7461-4A9A-2BC3-9AE2A2825B9B}"/>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74" name="TextBox 73">
            <a:extLst>
              <a:ext uri="{FF2B5EF4-FFF2-40B4-BE49-F238E27FC236}">
                <a16:creationId xmlns:a16="http://schemas.microsoft.com/office/drawing/2014/main" id="{828D2E5C-6DD8-6FBF-1EF3-0BAF1DC7525D}"/>
              </a:ext>
            </a:extLst>
          </p:cNvPr>
          <p:cNvSpPr txBox="1"/>
          <p:nvPr/>
        </p:nvSpPr>
        <p:spPr>
          <a:xfrm>
            <a:off x="5215469" y="1727886"/>
            <a:ext cx="462845" cy="584775"/>
          </a:xfrm>
          <a:prstGeom prst="rect">
            <a:avLst/>
          </a:prstGeom>
          <a:noFill/>
        </p:spPr>
        <p:txBody>
          <a:bodyPr wrap="square" rtlCol="0">
            <a:spAutoFit/>
          </a:bodyPr>
          <a:lstStyle/>
          <a:p>
            <a:pPr algn="ctr"/>
            <a:r>
              <a:rPr lang="en-US" sz="3200" dirty="0"/>
              <a:t>8</a:t>
            </a:r>
          </a:p>
        </p:txBody>
      </p:sp>
      <p:sp>
        <p:nvSpPr>
          <p:cNvPr id="75" name="TextBox 74">
            <a:extLst>
              <a:ext uri="{FF2B5EF4-FFF2-40B4-BE49-F238E27FC236}">
                <a16:creationId xmlns:a16="http://schemas.microsoft.com/office/drawing/2014/main" id="{1064E6BB-6AA1-1015-9F6E-00EE7C88859E}"/>
              </a:ext>
            </a:extLst>
          </p:cNvPr>
          <p:cNvSpPr txBox="1"/>
          <p:nvPr/>
        </p:nvSpPr>
        <p:spPr>
          <a:xfrm>
            <a:off x="3217333" y="1224551"/>
            <a:ext cx="462845" cy="584775"/>
          </a:xfrm>
          <a:prstGeom prst="rect">
            <a:avLst/>
          </a:prstGeom>
          <a:noFill/>
        </p:spPr>
        <p:txBody>
          <a:bodyPr wrap="square" rtlCol="0">
            <a:spAutoFit/>
          </a:bodyPr>
          <a:lstStyle/>
          <a:p>
            <a:pPr algn="ctr"/>
            <a:r>
              <a:rPr lang="en-US" sz="3200" dirty="0"/>
              <a:t>8</a:t>
            </a:r>
          </a:p>
        </p:txBody>
      </p:sp>
      <p:sp>
        <p:nvSpPr>
          <p:cNvPr id="76" name="TextBox 75">
            <a:extLst>
              <a:ext uri="{FF2B5EF4-FFF2-40B4-BE49-F238E27FC236}">
                <a16:creationId xmlns:a16="http://schemas.microsoft.com/office/drawing/2014/main" id="{421A44EE-389E-FB33-BEF3-167856564C05}"/>
              </a:ext>
            </a:extLst>
          </p:cNvPr>
          <p:cNvSpPr txBox="1"/>
          <p:nvPr/>
        </p:nvSpPr>
        <p:spPr>
          <a:xfrm>
            <a:off x="3217333" y="1727886"/>
            <a:ext cx="462845" cy="584775"/>
          </a:xfrm>
          <a:prstGeom prst="rect">
            <a:avLst/>
          </a:prstGeom>
          <a:noFill/>
        </p:spPr>
        <p:txBody>
          <a:bodyPr wrap="square" rtlCol="0">
            <a:spAutoFit/>
          </a:bodyPr>
          <a:lstStyle/>
          <a:p>
            <a:pPr algn="ctr"/>
            <a:r>
              <a:rPr lang="en-US" sz="3200" dirty="0"/>
              <a:t>9</a:t>
            </a:r>
          </a:p>
        </p:txBody>
      </p:sp>
      <p:sp>
        <p:nvSpPr>
          <p:cNvPr id="77" name="TextBox 76">
            <a:extLst>
              <a:ext uri="{FF2B5EF4-FFF2-40B4-BE49-F238E27FC236}">
                <a16:creationId xmlns:a16="http://schemas.microsoft.com/office/drawing/2014/main" id="{21A41D5B-7875-9418-5B2F-E18099B6BFF8}"/>
              </a:ext>
            </a:extLst>
          </p:cNvPr>
          <p:cNvSpPr txBox="1"/>
          <p:nvPr/>
        </p:nvSpPr>
        <p:spPr>
          <a:xfrm>
            <a:off x="6714071" y="1727886"/>
            <a:ext cx="462845" cy="584775"/>
          </a:xfrm>
          <a:prstGeom prst="rect">
            <a:avLst/>
          </a:prstGeom>
          <a:noFill/>
        </p:spPr>
        <p:txBody>
          <a:bodyPr wrap="square" rtlCol="0">
            <a:spAutoFit/>
          </a:bodyPr>
          <a:lstStyle/>
          <a:p>
            <a:pPr algn="ctr"/>
            <a:r>
              <a:rPr lang="en-US" sz="3200" dirty="0"/>
              <a:t>3</a:t>
            </a:r>
          </a:p>
        </p:txBody>
      </p:sp>
      <p:sp>
        <p:nvSpPr>
          <p:cNvPr id="78" name="TextBox 77">
            <a:extLst>
              <a:ext uri="{FF2B5EF4-FFF2-40B4-BE49-F238E27FC236}">
                <a16:creationId xmlns:a16="http://schemas.microsoft.com/office/drawing/2014/main" id="{17253D65-E7A8-1F43-B6CC-E1051F97B4D1}"/>
              </a:ext>
            </a:extLst>
          </p:cNvPr>
          <p:cNvSpPr txBox="1"/>
          <p:nvPr/>
        </p:nvSpPr>
        <p:spPr>
          <a:xfrm>
            <a:off x="7213604" y="1727886"/>
            <a:ext cx="462845" cy="584775"/>
          </a:xfrm>
          <a:prstGeom prst="rect">
            <a:avLst/>
          </a:prstGeom>
          <a:noFill/>
        </p:spPr>
        <p:txBody>
          <a:bodyPr wrap="square" rtlCol="0">
            <a:spAutoFit/>
          </a:bodyPr>
          <a:lstStyle/>
          <a:p>
            <a:pPr algn="ctr"/>
            <a:r>
              <a:rPr lang="en-US" sz="3200" dirty="0"/>
              <a:t>5</a:t>
            </a:r>
          </a:p>
        </p:txBody>
      </p:sp>
      <p:sp>
        <p:nvSpPr>
          <p:cNvPr id="79" name="TextBox 78">
            <a:extLst>
              <a:ext uri="{FF2B5EF4-FFF2-40B4-BE49-F238E27FC236}">
                <a16:creationId xmlns:a16="http://schemas.microsoft.com/office/drawing/2014/main" id="{A8F3E039-69F3-A523-4BCE-B60FEB729EB9}"/>
              </a:ext>
            </a:extLst>
          </p:cNvPr>
          <p:cNvSpPr txBox="1"/>
          <p:nvPr/>
        </p:nvSpPr>
        <p:spPr>
          <a:xfrm>
            <a:off x="4715935" y="2734556"/>
            <a:ext cx="462845" cy="584775"/>
          </a:xfrm>
          <a:prstGeom prst="rect">
            <a:avLst/>
          </a:prstGeom>
          <a:noFill/>
        </p:spPr>
        <p:txBody>
          <a:bodyPr wrap="square" rtlCol="0">
            <a:spAutoFit/>
          </a:bodyPr>
          <a:lstStyle/>
          <a:p>
            <a:pPr algn="ctr"/>
            <a:r>
              <a:rPr lang="en-US" sz="3200" dirty="0"/>
              <a:t>1</a:t>
            </a:r>
          </a:p>
        </p:txBody>
      </p:sp>
      <p:sp>
        <p:nvSpPr>
          <p:cNvPr id="80" name="TextBox 79">
            <a:extLst>
              <a:ext uri="{FF2B5EF4-FFF2-40B4-BE49-F238E27FC236}">
                <a16:creationId xmlns:a16="http://schemas.microsoft.com/office/drawing/2014/main" id="{9AE315EB-11D1-249F-300A-9464CD49448C}"/>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A5A14037-1DD8-F055-F1D7-F83325A979E9}"/>
              </a:ext>
            </a:extLst>
          </p:cNvPr>
          <p:cNvSpPr txBox="1"/>
          <p:nvPr/>
        </p:nvSpPr>
        <p:spPr>
          <a:xfrm>
            <a:off x="3716867" y="3741226"/>
            <a:ext cx="462845" cy="584775"/>
          </a:xfrm>
          <a:prstGeom prst="rect">
            <a:avLst/>
          </a:prstGeom>
          <a:noFill/>
        </p:spPr>
        <p:txBody>
          <a:bodyPr wrap="square" rtlCol="0">
            <a:spAutoFit/>
          </a:bodyPr>
          <a:lstStyle/>
          <a:p>
            <a:pPr algn="ctr"/>
            <a:r>
              <a:rPr lang="en-US" sz="3200" dirty="0"/>
              <a:t>2</a:t>
            </a:r>
          </a:p>
        </p:txBody>
      </p:sp>
      <p:sp>
        <p:nvSpPr>
          <p:cNvPr id="17" name="TextBox 16">
            <a:extLst>
              <a:ext uri="{FF2B5EF4-FFF2-40B4-BE49-F238E27FC236}">
                <a16:creationId xmlns:a16="http://schemas.microsoft.com/office/drawing/2014/main" id="{C071F46A-CBC2-11E2-480A-651DCDA66CA2}"/>
              </a:ext>
            </a:extLst>
          </p:cNvPr>
          <p:cNvSpPr txBox="1"/>
          <p:nvPr/>
        </p:nvSpPr>
        <p:spPr>
          <a:xfrm>
            <a:off x="5147734" y="4038229"/>
            <a:ext cx="570089" cy="230832"/>
          </a:xfrm>
          <a:prstGeom prst="rect">
            <a:avLst/>
          </a:prstGeom>
          <a:noFill/>
        </p:spPr>
        <p:txBody>
          <a:bodyPr wrap="square" rtlCol="0">
            <a:spAutoFit/>
          </a:bodyPr>
          <a:lstStyle/>
          <a:p>
            <a:pPr algn="ctr"/>
            <a:r>
              <a:rPr lang="en-US" sz="900" dirty="0"/>
              <a:t>43</a:t>
            </a:r>
          </a:p>
        </p:txBody>
      </p:sp>
      <p:sp>
        <p:nvSpPr>
          <p:cNvPr id="28" name="TextBox 27">
            <a:extLst>
              <a:ext uri="{FF2B5EF4-FFF2-40B4-BE49-F238E27FC236}">
                <a16:creationId xmlns:a16="http://schemas.microsoft.com/office/drawing/2014/main" id="{BB242B12-5434-6413-8E75-B06145718898}"/>
              </a:ext>
            </a:extLst>
          </p:cNvPr>
          <p:cNvSpPr txBox="1"/>
          <p:nvPr/>
        </p:nvSpPr>
        <p:spPr>
          <a:xfrm>
            <a:off x="4645378" y="4539173"/>
            <a:ext cx="570089" cy="230832"/>
          </a:xfrm>
          <a:prstGeom prst="rect">
            <a:avLst/>
          </a:prstGeom>
          <a:noFill/>
        </p:spPr>
        <p:txBody>
          <a:bodyPr wrap="square" rtlCol="0">
            <a:spAutoFit/>
          </a:bodyPr>
          <a:lstStyle/>
          <a:p>
            <a:pPr algn="ctr"/>
            <a:r>
              <a:rPr lang="en-US" sz="900" dirty="0"/>
              <a:t>239</a:t>
            </a:r>
          </a:p>
        </p:txBody>
      </p:sp>
      <p:sp>
        <p:nvSpPr>
          <p:cNvPr id="29" name="TextBox 28">
            <a:extLst>
              <a:ext uri="{FF2B5EF4-FFF2-40B4-BE49-F238E27FC236}">
                <a16:creationId xmlns:a16="http://schemas.microsoft.com/office/drawing/2014/main" id="{0E60B0A3-AE98-DFAD-3C38-6DB25630AEF6}"/>
              </a:ext>
            </a:extLst>
          </p:cNvPr>
          <p:cNvSpPr txBox="1"/>
          <p:nvPr/>
        </p:nvSpPr>
        <p:spPr>
          <a:xfrm>
            <a:off x="5147734" y="4539173"/>
            <a:ext cx="570089" cy="230832"/>
          </a:xfrm>
          <a:prstGeom prst="rect">
            <a:avLst/>
          </a:prstGeom>
          <a:noFill/>
        </p:spPr>
        <p:txBody>
          <a:bodyPr wrap="square" rtlCol="0">
            <a:spAutoFit/>
          </a:bodyPr>
          <a:lstStyle/>
          <a:p>
            <a:pPr algn="ctr"/>
            <a:r>
              <a:rPr lang="en-US" sz="900" dirty="0"/>
              <a:t>3459</a:t>
            </a:r>
          </a:p>
        </p:txBody>
      </p:sp>
      <p:sp>
        <p:nvSpPr>
          <p:cNvPr id="32" name="TextBox 31">
            <a:extLst>
              <a:ext uri="{FF2B5EF4-FFF2-40B4-BE49-F238E27FC236}">
                <a16:creationId xmlns:a16="http://schemas.microsoft.com/office/drawing/2014/main" id="{77DD33B1-41EC-4CDC-291B-373E4F3990C1}"/>
              </a:ext>
            </a:extLst>
          </p:cNvPr>
          <p:cNvSpPr txBox="1"/>
          <p:nvPr/>
        </p:nvSpPr>
        <p:spPr>
          <a:xfrm>
            <a:off x="5650090" y="4539173"/>
            <a:ext cx="570089" cy="230832"/>
          </a:xfrm>
          <a:prstGeom prst="rect">
            <a:avLst/>
          </a:prstGeom>
          <a:noFill/>
        </p:spPr>
        <p:txBody>
          <a:bodyPr wrap="square" rtlCol="0">
            <a:spAutoFit/>
          </a:bodyPr>
          <a:lstStyle/>
          <a:p>
            <a:pPr algn="ctr"/>
            <a:r>
              <a:rPr lang="en-US" sz="900" dirty="0"/>
              <a:t>17</a:t>
            </a:r>
          </a:p>
        </p:txBody>
      </p:sp>
      <p:sp>
        <p:nvSpPr>
          <p:cNvPr id="34" name="TextBox 33">
            <a:extLst>
              <a:ext uri="{FF2B5EF4-FFF2-40B4-BE49-F238E27FC236}">
                <a16:creationId xmlns:a16="http://schemas.microsoft.com/office/drawing/2014/main" id="{A710F0D8-54EE-E80C-11B6-7B3A2C3CEDE0}"/>
              </a:ext>
            </a:extLst>
          </p:cNvPr>
          <p:cNvSpPr txBox="1"/>
          <p:nvPr/>
        </p:nvSpPr>
        <p:spPr>
          <a:xfrm>
            <a:off x="4645378" y="5040116"/>
            <a:ext cx="570089" cy="230832"/>
          </a:xfrm>
          <a:prstGeom prst="rect">
            <a:avLst/>
          </a:prstGeom>
          <a:noFill/>
        </p:spPr>
        <p:txBody>
          <a:bodyPr wrap="square" rtlCol="0">
            <a:spAutoFit/>
          </a:bodyPr>
          <a:lstStyle/>
          <a:p>
            <a:pPr algn="ctr"/>
            <a:r>
              <a:rPr lang="en-US" sz="900" dirty="0"/>
              <a:t>29</a:t>
            </a:r>
          </a:p>
        </p:txBody>
      </p:sp>
      <p:sp>
        <p:nvSpPr>
          <p:cNvPr id="49" name="TextBox 48">
            <a:extLst>
              <a:ext uri="{FF2B5EF4-FFF2-40B4-BE49-F238E27FC236}">
                <a16:creationId xmlns:a16="http://schemas.microsoft.com/office/drawing/2014/main" id="{49BC2CF2-4B9E-8856-8197-B8899A8F26FC}"/>
              </a:ext>
            </a:extLst>
          </p:cNvPr>
          <p:cNvSpPr txBox="1"/>
          <p:nvPr/>
        </p:nvSpPr>
        <p:spPr>
          <a:xfrm>
            <a:off x="5147734" y="5040116"/>
            <a:ext cx="570089" cy="230832"/>
          </a:xfrm>
          <a:prstGeom prst="rect">
            <a:avLst/>
          </a:prstGeom>
          <a:noFill/>
        </p:spPr>
        <p:txBody>
          <a:bodyPr wrap="square" rtlCol="0">
            <a:spAutoFit/>
          </a:bodyPr>
          <a:lstStyle/>
          <a:p>
            <a:pPr algn="ctr"/>
            <a:r>
              <a:rPr lang="en-US" sz="900" dirty="0"/>
              <a:t>459</a:t>
            </a:r>
          </a:p>
        </p:txBody>
      </p:sp>
      <p:sp>
        <p:nvSpPr>
          <p:cNvPr id="60" name="TextBox 59">
            <a:extLst>
              <a:ext uri="{FF2B5EF4-FFF2-40B4-BE49-F238E27FC236}">
                <a16:creationId xmlns:a16="http://schemas.microsoft.com/office/drawing/2014/main" id="{9E1CFAA4-7342-9395-0988-BD486435775E}"/>
              </a:ext>
            </a:extLst>
          </p:cNvPr>
          <p:cNvSpPr txBox="1"/>
          <p:nvPr/>
        </p:nvSpPr>
        <p:spPr>
          <a:xfrm>
            <a:off x="5650090" y="5040116"/>
            <a:ext cx="570089" cy="230832"/>
          </a:xfrm>
          <a:prstGeom prst="rect">
            <a:avLst/>
          </a:prstGeom>
          <a:noFill/>
        </p:spPr>
        <p:txBody>
          <a:bodyPr wrap="square" rtlCol="0">
            <a:spAutoFit/>
          </a:bodyPr>
          <a:lstStyle/>
          <a:p>
            <a:pPr algn="ctr"/>
            <a:r>
              <a:rPr lang="en-US" sz="900" dirty="0"/>
              <a:t>71</a:t>
            </a:r>
          </a:p>
        </p:txBody>
      </p:sp>
      <p:sp>
        <p:nvSpPr>
          <p:cNvPr id="61" name="TextBox 60">
            <a:extLst>
              <a:ext uri="{FF2B5EF4-FFF2-40B4-BE49-F238E27FC236}">
                <a16:creationId xmlns:a16="http://schemas.microsoft.com/office/drawing/2014/main" id="{C01EB7B5-ADFC-EE74-175E-05BA034119BB}"/>
              </a:ext>
            </a:extLst>
          </p:cNvPr>
          <p:cNvSpPr txBox="1"/>
          <p:nvPr/>
        </p:nvSpPr>
        <p:spPr>
          <a:xfrm>
            <a:off x="6654802" y="3907597"/>
            <a:ext cx="570089" cy="230832"/>
          </a:xfrm>
          <a:prstGeom prst="rect">
            <a:avLst/>
          </a:prstGeom>
          <a:noFill/>
        </p:spPr>
        <p:txBody>
          <a:bodyPr wrap="square" rtlCol="0">
            <a:spAutoFit/>
          </a:bodyPr>
          <a:lstStyle/>
          <a:p>
            <a:pPr algn="ctr"/>
            <a:r>
              <a:rPr lang="en-US" sz="900" dirty="0"/>
              <a:t>157</a:t>
            </a:r>
          </a:p>
        </p:txBody>
      </p:sp>
      <p:sp>
        <p:nvSpPr>
          <p:cNvPr id="72" name="TextBox 71">
            <a:extLst>
              <a:ext uri="{FF2B5EF4-FFF2-40B4-BE49-F238E27FC236}">
                <a16:creationId xmlns:a16="http://schemas.microsoft.com/office/drawing/2014/main" id="{6C66F3EC-9818-AB4E-42E3-3E7F82F989B6}"/>
              </a:ext>
            </a:extLst>
          </p:cNvPr>
          <p:cNvSpPr txBox="1"/>
          <p:nvPr/>
        </p:nvSpPr>
        <p:spPr>
          <a:xfrm>
            <a:off x="7157158" y="3907597"/>
            <a:ext cx="570089" cy="230832"/>
          </a:xfrm>
          <a:prstGeom prst="rect">
            <a:avLst/>
          </a:prstGeom>
          <a:noFill/>
        </p:spPr>
        <p:txBody>
          <a:bodyPr wrap="square" rtlCol="0">
            <a:spAutoFit/>
          </a:bodyPr>
          <a:lstStyle/>
          <a:p>
            <a:pPr algn="ctr"/>
            <a:r>
              <a:rPr lang="en-US" sz="900" dirty="0"/>
              <a:t>17</a:t>
            </a:r>
          </a:p>
        </p:txBody>
      </p:sp>
      <p:sp>
        <p:nvSpPr>
          <p:cNvPr id="81" name="TextBox 80">
            <a:extLst>
              <a:ext uri="{FF2B5EF4-FFF2-40B4-BE49-F238E27FC236}">
                <a16:creationId xmlns:a16="http://schemas.microsoft.com/office/drawing/2014/main" id="{E967E9E2-A4AB-984D-EE36-0E6ADF20C88D}"/>
              </a:ext>
            </a:extLst>
          </p:cNvPr>
          <p:cNvSpPr txBox="1"/>
          <p:nvPr/>
        </p:nvSpPr>
        <p:spPr>
          <a:xfrm>
            <a:off x="6654802" y="4408541"/>
            <a:ext cx="570089" cy="230832"/>
          </a:xfrm>
          <a:prstGeom prst="rect">
            <a:avLst/>
          </a:prstGeom>
          <a:noFill/>
        </p:spPr>
        <p:txBody>
          <a:bodyPr wrap="square" rtlCol="0">
            <a:spAutoFit/>
          </a:bodyPr>
          <a:lstStyle/>
          <a:p>
            <a:pPr algn="ctr"/>
            <a:r>
              <a:rPr lang="en-US" sz="900" dirty="0"/>
              <a:t>12</a:t>
            </a:r>
          </a:p>
        </p:txBody>
      </p:sp>
      <p:sp>
        <p:nvSpPr>
          <p:cNvPr id="83" name="TextBox 82">
            <a:extLst>
              <a:ext uri="{FF2B5EF4-FFF2-40B4-BE49-F238E27FC236}">
                <a16:creationId xmlns:a16="http://schemas.microsoft.com/office/drawing/2014/main" id="{79431D93-2EA9-7800-8C09-3F4C50611085}"/>
              </a:ext>
            </a:extLst>
          </p:cNvPr>
          <p:cNvSpPr txBox="1"/>
          <p:nvPr/>
        </p:nvSpPr>
        <p:spPr>
          <a:xfrm>
            <a:off x="6654802" y="5040116"/>
            <a:ext cx="570089" cy="230832"/>
          </a:xfrm>
          <a:prstGeom prst="rect">
            <a:avLst/>
          </a:prstGeom>
          <a:noFill/>
        </p:spPr>
        <p:txBody>
          <a:bodyPr wrap="square" rtlCol="0">
            <a:spAutoFit/>
          </a:bodyPr>
          <a:lstStyle/>
          <a:p>
            <a:pPr algn="ctr"/>
            <a:r>
              <a:rPr lang="en-US" sz="900" dirty="0"/>
              <a:t>125</a:t>
            </a:r>
          </a:p>
        </p:txBody>
      </p:sp>
      <p:sp>
        <p:nvSpPr>
          <p:cNvPr id="84" name="TextBox 83">
            <a:extLst>
              <a:ext uri="{FF2B5EF4-FFF2-40B4-BE49-F238E27FC236}">
                <a16:creationId xmlns:a16="http://schemas.microsoft.com/office/drawing/2014/main" id="{3A8EB194-2B0E-3FE1-26C8-80E8BEF8C9C6}"/>
              </a:ext>
            </a:extLst>
          </p:cNvPr>
          <p:cNvSpPr txBox="1"/>
          <p:nvPr/>
        </p:nvSpPr>
        <p:spPr>
          <a:xfrm>
            <a:off x="5715003" y="3741226"/>
            <a:ext cx="462845" cy="584775"/>
          </a:xfrm>
          <a:prstGeom prst="rect">
            <a:avLst/>
          </a:prstGeom>
          <a:noFill/>
        </p:spPr>
        <p:txBody>
          <a:bodyPr wrap="square" rtlCol="0">
            <a:spAutoFit/>
          </a:bodyPr>
          <a:lstStyle/>
          <a:p>
            <a:pPr algn="ctr"/>
            <a:r>
              <a:rPr lang="en-US" sz="3200" dirty="0"/>
              <a:t>8</a:t>
            </a:r>
          </a:p>
        </p:txBody>
      </p:sp>
      <p:sp>
        <p:nvSpPr>
          <p:cNvPr id="21" name="TextBox 20">
            <a:extLst>
              <a:ext uri="{FF2B5EF4-FFF2-40B4-BE49-F238E27FC236}">
                <a16:creationId xmlns:a16="http://schemas.microsoft.com/office/drawing/2014/main" id="{AB193A76-32C8-15D7-46D9-AB310DBA22B9}"/>
              </a:ext>
            </a:extLst>
          </p:cNvPr>
          <p:cNvSpPr txBox="1"/>
          <p:nvPr/>
        </p:nvSpPr>
        <p:spPr>
          <a:xfrm>
            <a:off x="6214537" y="3741226"/>
            <a:ext cx="462845" cy="584775"/>
          </a:xfrm>
          <a:prstGeom prst="rect">
            <a:avLst/>
          </a:prstGeom>
          <a:noFill/>
        </p:spPr>
        <p:txBody>
          <a:bodyPr wrap="square" rtlCol="0">
            <a:spAutoFit/>
          </a:bodyPr>
          <a:lstStyle/>
          <a:p>
            <a:pPr algn="ctr"/>
            <a:r>
              <a:rPr lang="en-US" sz="3200" dirty="0"/>
              <a:t>9</a:t>
            </a:r>
          </a:p>
        </p:txBody>
      </p:sp>
      <p:sp>
        <p:nvSpPr>
          <p:cNvPr id="85" name="TextBox 84">
            <a:extLst>
              <a:ext uri="{FF2B5EF4-FFF2-40B4-BE49-F238E27FC236}">
                <a16:creationId xmlns:a16="http://schemas.microsoft.com/office/drawing/2014/main" id="{337FCEB3-4DB6-DDF3-F614-2E7165FEC0DC}"/>
              </a:ext>
            </a:extLst>
          </p:cNvPr>
          <p:cNvSpPr txBox="1"/>
          <p:nvPr/>
        </p:nvSpPr>
        <p:spPr>
          <a:xfrm>
            <a:off x="4216401" y="2231221"/>
            <a:ext cx="462845" cy="584775"/>
          </a:xfrm>
          <a:prstGeom prst="rect">
            <a:avLst/>
          </a:prstGeom>
          <a:noFill/>
        </p:spPr>
        <p:txBody>
          <a:bodyPr wrap="square" rtlCol="0">
            <a:spAutoFit/>
          </a:bodyPr>
          <a:lstStyle/>
          <a:p>
            <a:pPr algn="ctr"/>
            <a:r>
              <a:rPr lang="en-US" sz="3200" dirty="0"/>
              <a:t>8</a:t>
            </a:r>
          </a:p>
        </p:txBody>
      </p:sp>
      <p:sp>
        <p:nvSpPr>
          <p:cNvPr id="86" name="TextBox 85">
            <a:extLst>
              <a:ext uri="{FF2B5EF4-FFF2-40B4-BE49-F238E27FC236}">
                <a16:creationId xmlns:a16="http://schemas.microsoft.com/office/drawing/2014/main" id="{2723CDB0-D5F5-F6BB-5ED8-7F0F7F1C2F17}"/>
              </a:ext>
            </a:extLst>
          </p:cNvPr>
          <p:cNvSpPr txBox="1"/>
          <p:nvPr/>
        </p:nvSpPr>
        <p:spPr>
          <a:xfrm>
            <a:off x="5715003" y="2231221"/>
            <a:ext cx="462845" cy="584775"/>
          </a:xfrm>
          <a:prstGeom prst="rect">
            <a:avLst/>
          </a:prstGeom>
          <a:noFill/>
        </p:spPr>
        <p:txBody>
          <a:bodyPr wrap="square" rtlCol="0">
            <a:spAutoFit/>
          </a:bodyPr>
          <a:lstStyle/>
          <a:p>
            <a:pPr algn="ctr"/>
            <a:r>
              <a:rPr lang="en-US" sz="3200" dirty="0"/>
              <a:t>9</a:t>
            </a:r>
          </a:p>
        </p:txBody>
      </p:sp>
      <p:sp>
        <p:nvSpPr>
          <p:cNvPr id="13" name="TextBox 12">
            <a:extLst>
              <a:ext uri="{FF2B5EF4-FFF2-40B4-BE49-F238E27FC236}">
                <a16:creationId xmlns:a16="http://schemas.microsoft.com/office/drawing/2014/main" id="{78C77B94-916E-8450-2B95-C892DD7BF932}"/>
              </a:ext>
            </a:extLst>
          </p:cNvPr>
          <p:cNvSpPr txBox="1"/>
          <p:nvPr/>
        </p:nvSpPr>
        <p:spPr>
          <a:xfrm>
            <a:off x="4216401" y="3237891"/>
            <a:ext cx="462845" cy="584775"/>
          </a:xfrm>
          <a:prstGeom prst="rect">
            <a:avLst/>
          </a:prstGeom>
          <a:noFill/>
        </p:spPr>
        <p:txBody>
          <a:bodyPr wrap="square" rtlCol="0">
            <a:spAutoFit/>
          </a:bodyPr>
          <a:lstStyle/>
          <a:p>
            <a:pPr algn="ctr"/>
            <a:r>
              <a:rPr lang="en-US" sz="3200" dirty="0"/>
              <a:t>9</a:t>
            </a:r>
          </a:p>
        </p:txBody>
      </p:sp>
      <p:sp>
        <p:nvSpPr>
          <p:cNvPr id="16" name="TextBox 15">
            <a:extLst>
              <a:ext uri="{FF2B5EF4-FFF2-40B4-BE49-F238E27FC236}">
                <a16:creationId xmlns:a16="http://schemas.microsoft.com/office/drawing/2014/main" id="{7C29F18B-9C39-5188-8CC8-D9EADE864987}"/>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63" name="TextBox 62">
            <a:extLst>
              <a:ext uri="{FF2B5EF4-FFF2-40B4-BE49-F238E27FC236}">
                <a16:creationId xmlns:a16="http://schemas.microsoft.com/office/drawing/2014/main" id="{D4BB496E-2594-A8B1-55DA-28EDFEE30AE2}"/>
              </a:ext>
            </a:extLst>
          </p:cNvPr>
          <p:cNvSpPr txBox="1"/>
          <p:nvPr/>
        </p:nvSpPr>
        <p:spPr>
          <a:xfrm>
            <a:off x="6714071" y="3237891"/>
            <a:ext cx="462845" cy="584775"/>
          </a:xfrm>
          <a:prstGeom prst="rect">
            <a:avLst/>
          </a:prstGeom>
          <a:noFill/>
        </p:spPr>
        <p:txBody>
          <a:bodyPr wrap="square" rtlCol="0">
            <a:spAutoFit/>
          </a:bodyPr>
          <a:lstStyle/>
          <a:p>
            <a:pPr algn="ctr"/>
            <a:r>
              <a:rPr lang="en-US" sz="3200" dirty="0"/>
              <a:t>6</a:t>
            </a:r>
          </a:p>
        </p:txBody>
      </p:sp>
      <p:sp>
        <p:nvSpPr>
          <p:cNvPr id="87" name="TextBox 86">
            <a:extLst>
              <a:ext uri="{FF2B5EF4-FFF2-40B4-BE49-F238E27FC236}">
                <a16:creationId xmlns:a16="http://schemas.microsoft.com/office/drawing/2014/main" id="{27CED3A7-B69F-F04F-B926-1DAA1558A550}"/>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88" name="TextBox 87">
            <a:extLst>
              <a:ext uri="{FF2B5EF4-FFF2-40B4-BE49-F238E27FC236}">
                <a16:creationId xmlns:a16="http://schemas.microsoft.com/office/drawing/2014/main" id="{4A3FB674-A786-6FF2-1119-E7049E1BCE1F}"/>
              </a:ext>
            </a:extLst>
          </p:cNvPr>
          <p:cNvSpPr txBox="1"/>
          <p:nvPr/>
        </p:nvSpPr>
        <p:spPr>
          <a:xfrm>
            <a:off x="7213604" y="4244561"/>
            <a:ext cx="462845" cy="584775"/>
          </a:xfrm>
          <a:prstGeom prst="rect">
            <a:avLst/>
          </a:prstGeom>
          <a:noFill/>
        </p:spPr>
        <p:txBody>
          <a:bodyPr wrap="square" rtlCol="0">
            <a:spAutoFit/>
          </a:bodyPr>
          <a:lstStyle/>
          <a:p>
            <a:pPr algn="ctr"/>
            <a:r>
              <a:rPr lang="en-US" sz="3200" dirty="0"/>
              <a:t>6</a:t>
            </a:r>
          </a:p>
        </p:txBody>
      </p:sp>
    </p:spTree>
    <p:extLst>
      <p:ext uri="{BB962C8B-B14F-4D97-AF65-F5344CB8AC3E}">
        <p14:creationId xmlns:p14="http://schemas.microsoft.com/office/powerpoint/2010/main" val="121355705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051F9C-BDF1-7253-D50E-6A61973CFD2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7C0AF6E-178F-813C-F701-64D8E8792847}"/>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CE88C35E-BF2F-DAAC-2349-AB97034D5C72}"/>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379E3FB6-3266-F2AD-33A7-E87423FD9C86}"/>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84438CBD-42E1-365F-D30D-40FFF6B52C2D}"/>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F4373784-E8AB-9E7C-5CB8-45F3853246FB}"/>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9C8AF001-CADA-6B97-4F00-65322372E250}"/>
              </a:ext>
            </a:extLst>
          </p:cNvPr>
          <p:cNvSpPr txBox="1"/>
          <p:nvPr/>
        </p:nvSpPr>
        <p:spPr>
          <a:xfrm>
            <a:off x="3716867" y="2231221"/>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1DF17C07-33AE-1AC3-D077-56D25E2B98EC}"/>
              </a:ext>
            </a:extLst>
          </p:cNvPr>
          <p:cNvSpPr txBox="1"/>
          <p:nvPr/>
        </p:nvSpPr>
        <p:spPr>
          <a:xfrm>
            <a:off x="3217333" y="4747898"/>
            <a:ext cx="462845" cy="584775"/>
          </a:xfrm>
          <a:prstGeom prst="rect">
            <a:avLst/>
          </a:prstGeom>
          <a:noFill/>
        </p:spPr>
        <p:txBody>
          <a:bodyPr wrap="square" rtlCol="0">
            <a:spAutoFit/>
          </a:bodyPr>
          <a:lstStyle/>
          <a:p>
            <a:pPr algn="ctr"/>
            <a:r>
              <a:rPr lang="en-US" sz="3200" dirty="0"/>
              <a:t>6</a:t>
            </a:r>
          </a:p>
        </p:txBody>
      </p:sp>
      <p:sp>
        <p:nvSpPr>
          <p:cNvPr id="11" name="TextBox 10">
            <a:extLst>
              <a:ext uri="{FF2B5EF4-FFF2-40B4-BE49-F238E27FC236}">
                <a16:creationId xmlns:a16="http://schemas.microsoft.com/office/drawing/2014/main" id="{FF074E40-AD6B-485B-3BCB-EB4240033D86}"/>
              </a:ext>
            </a:extLst>
          </p:cNvPr>
          <p:cNvSpPr txBox="1"/>
          <p:nvPr/>
        </p:nvSpPr>
        <p:spPr>
          <a:xfrm>
            <a:off x="7213604" y="4747898"/>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D4A3FF95-2854-2E8D-53A2-7C296B094A17}"/>
              </a:ext>
            </a:extLst>
          </p:cNvPr>
          <p:cNvSpPr txBox="1"/>
          <p:nvPr/>
        </p:nvSpPr>
        <p:spPr>
          <a:xfrm>
            <a:off x="6214537" y="2734556"/>
            <a:ext cx="462845" cy="584775"/>
          </a:xfrm>
          <a:prstGeom prst="rect">
            <a:avLst/>
          </a:prstGeom>
          <a:noFill/>
        </p:spPr>
        <p:txBody>
          <a:bodyPr wrap="square" rtlCol="0">
            <a:spAutoFit/>
          </a:bodyPr>
          <a:lstStyle/>
          <a:p>
            <a:pPr algn="ctr"/>
            <a:r>
              <a:rPr lang="en-US" sz="3200" dirty="0"/>
              <a:t>3</a:t>
            </a:r>
          </a:p>
        </p:txBody>
      </p:sp>
      <p:sp>
        <p:nvSpPr>
          <p:cNvPr id="18" name="TextBox 17">
            <a:extLst>
              <a:ext uri="{FF2B5EF4-FFF2-40B4-BE49-F238E27FC236}">
                <a16:creationId xmlns:a16="http://schemas.microsoft.com/office/drawing/2014/main" id="{00E32C32-8B90-AE7B-BEE9-7743D1669709}"/>
              </a:ext>
            </a:extLst>
          </p:cNvPr>
          <p:cNvSpPr txBox="1"/>
          <p:nvPr/>
        </p:nvSpPr>
        <p:spPr>
          <a:xfrm>
            <a:off x="6654802" y="2404765"/>
            <a:ext cx="570089" cy="230832"/>
          </a:xfrm>
          <a:prstGeom prst="rect">
            <a:avLst/>
          </a:prstGeom>
          <a:noFill/>
        </p:spPr>
        <p:txBody>
          <a:bodyPr wrap="square" rtlCol="0">
            <a:spAutoFit/>
          </a:bodyPr>
          <a:lstStyle/>
          <a:p>
            <a:pPr algn="ctr"/>
            <a:r>
              <a:rPr lang="en-US" sz="900" dirty="0"/>
              <a:t>24</a:t>
            </a:r>
          </a:p>
        </p:txBody>
      </p:sp>
      <p:sp>
        <p:nvSpPr>
          <p:cNvPr id="19" name="TextBox 18">
            <a:extLst>
              <a:ext uri="{FF2B5EF4-FFF2-40B4-BE49-F238E27FC236}">
                <a16:creationId xmlns:a16="http://schemas.microsoft.com/office/drawing/2014/main" id="{661AA9BE-9807-3EF5-DA2D-84C0A4FEEBA5}"/>
              </a:ext>
            </a:extLst>
          </p:cNvPr>
          <p:cNvSpPr txBox="1"/>
          <p:nvPr/>
        </p:nvSpPr>
        <p:spPr>
          <a:xfrm>
            <a:off x="7157158" y="2404765"/>
            <a:ext cx="570089" cy="230832"/>
          </a:xfrm>
          <a:prstGeom prst="rect">
            <a:avLst/>
          </a:prstGeom>
          <a:noFill/>
        </p:spPr>
        <p:txBody>
          <a:bodyPr wrap="square" rtlCol="0">
            <a:spAutoFit/>
          </a:bodyPr>
          <a:lstStyle/>
          <a:p>
            <a:pPr algn="ctr"/>
            <a:r>
              <a:rPr lang="en-US" sz="900" dirty="0"/>
              <a:t>42</a:t>
            </a:r>
          </a:p>
        </p:txBody>
      </p:sp>
      <p:sp>
        <p:nvSpPr>
          <p:cNvPr id="23" name="TextBox 22">
            <a:extLst>
              <a:ext uri="{FF2B5EF4-FFF2-40B4-BE49-F238E27FC236}">
                <a16:creationId xmlns:a16="http://schemas.microsoft.com/office/drawing/2014/main" id="{99010DB8-4AE2-0279-EAA9-1EBD51D9D7D5}"/>
              </a:ext>
            </a:extLst>
          </p:cNvPr>
          <p:cNvSpPr txBox="1"/>
          <p:nvPr/>
        </p:nvSpPr>
        <p:spPr>
          <a:xfrm>
            <a:off x="6214537" y="721216"/>
            <a:ext cx="462845" cy="584775"/>
          </a:xfrm>
          <a:prstGeom prst="rect">
            <a:avLst/>
          </a:prstGeom>
          <a:noFill/>
        </p:spPr>
        <p:txBody>
          <a:bodyPr wrap="square" rtlCol="0">
            <a:spAutoFit/>
          </a:bodyPr>
          <a:lstStyle/>
          <a:p>
            <a:pPr algn="ctr"/>
            <a:r>
              <a:rPr lang="en-US" sz="3200" dirty="0"/>
              <a:t>2</a:t>
            </a:r>
          </a:p>
        </p:txBody>
      </p:sp>
      <p:sp>
        <p:nvSpPr>
          <p:cNvPr id="24" name="TextBox 23">
            <a:extLst>
              <a:ext uri="{FF2B5EF4-FFF2-40B4-BE49-F238E27FC236}">
                <a16:creationId xmlns:a16="http://schemas.microsoft.com/office/drawing/2014/main" id="{25BA7EF5-3AFF-BC30-7916-B1416ACDA5E2}"/>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1DD38638-C4DC-4DFF-37A3-E307F1A35E65}"/>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26" name="TextBox 25">
            <a:extLst>
              <a:ext uri="{FF2B5EF4-FFF2-40B4-BE49-F238E27FC236}">
                <a16:creationId xmlns:a16="http://schemas.microsoft.com/office/drawing/2014/main" id="{955BF27F-A76A-20B0-C575-6C8EF48293CF}"/>
              </a:ext>
            </a:extLst>
          </p:cNvPr>
          <p:cNvSpPr txBox="1"/>
          <p:nvPr/>
        </p:nvSpPr>
        <p:spPr>
          <a:xfrm>
            <a:off x="6654802" y="1402877"/>
            <a:ext cx="570089" cy="230832"/>
          </a:xfrm>
          <a:prstGeom prst="rect">
            <a:avLst/>
          </a:prstGeom>
          <a:noFill/>
        </p:spPr>
        <p:txBody>
          <a:bodyPr wrap="square" rtlCol="0">
            <a:spAutoFit/>
          </a:bodyPr>
          <a:lstStyle/>
          <a:p>
            <a:pPr algn="ctr"/>
            <a:r>
              <a:rPr lang="en-US" sz="900" dirty="0"/>
              <a:t>74</a:t>
            </a:r>
          </a:p>
        </p:txBody>
      </p:sp>
      <p:sp>
        <p:nvSpPr>
          <p:cNvPr id="27" name="TextBox 26">
            <a:extLst>
              <a:ext uri="{FF2B5EF4-FFF2-40B4-BE49-F238E27FC236}">
                <a16:creationId xmlns:a16="http://schemas.microsoft.com/office/drawing/2014/main" id="{BF7ADD48-D6B5-7387-2145-07D9DA92DF88}"/>
              </a:ext>
            </a:extLst>
          </p:cNvPr>
          <p:cNvSpPr txBox="1"/>
          <p:nvPr/>
        </p:nvSpPr>
        <p:spPr>
          <a:xfrm>
            <a:off x="7157158" y="1402877"/>
            <a:ext cx="570089" cy="230832"/>
          </a:xfrm>
          <a:prstGeom prst="rect">
            <a:avLst/>
          </a:prstGeom>
          <a:noFill/>
        </p:spPr>
        <p:txBody>
          <a:bodyPr wrap="square" rtlCol="0">
            <a:spAutoFit/>
          </a:bodyPr>
          <a:lstStyle/>
          <a:p>
            <a:pPr algn="ctr"/>
            <a:r>
              <a:rPr lang="en-US" sz="900" dirty="0"/>
              <a:t>47</a:t>
            </a:r>
          </a:p>
        </p:txBody>
      </p:sp>
      <p:sp>
        <p:nvSpPr>
          <p:cNvPr id="30" name="TextBox 29">
            <a:extLst>
              <a:ext uri="{FF2B5EF4-FFF2-40B4-BE49-F238E27FC236}">
                <a16:creationId xmlns:a16="http://schemas.microsoft.com/office/drawing/2014/main" id="{0E0C18ED-9BE3-0521-35F0-91E899ACAFF7}"/>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F8CEE5ED-9A91-FAE3-E9CD-0CD4E9E3F203}"/>
              </a:ext>
            </a:extLst>
          </p:cNvPr>
          <p:cNvSpPr txBox="1"/>
          <p:nvPr/>
        </p:nvSpPr>
        <p:spPr>
          <a:xfrm>
            <a:off x="3217333" y="721216"/>
            <a:ext cx="462845" cy="584775"/>
          </a:xfrm>
          <a:prstGeom prst="rect">
            <a:avLst/>
          </a:prstGeom>
          <a:noFill/>
        </p:spPr>
        <p:txBody>
          <a:bodyPr wrap="square" rtlCol="0">
            <a:spAutoFit/>
          </a:bodyPr>
          <a:lstStyle/>
          <a:p>
            <a:pPr algn="ctr"/>
            <a:r>
              <a:rPr lang="en-US" sz="3200" dirty="0"/>
              <a:t>4</a:t>
            </a:r>
          </a:p>
        </p:txBody>
      </p:sp>
      <p:sp>
        <p:nvSpPr>
          <p:cNvPr id="35" name="TextBox 34">
            <a:extLst>
              <a:ext uri="{FF2B5EF4-FFF2-40B4-BE49-F238E27FC236}">
                <a16:creationId xmlns:a16="http://schemas.microsoft.com/office/drawing/2014/main" id="{741AE331-25CA-51CF-BCBA-68122DFABC03}"/>
              </a:ext>
            </a:extLst>
          </p:cNvPr>
          <p:cNvSpPr txBox="1"/>
          <p:nvPr/>
        </p:nvSpPr>
        <p:spPr>
          <a:xfrm>
            <a:off x="4216401" y="1224551"/>
            <a:ext cx="462845" cy="584775"/>
          </a:xfrm>
          <a:prstGeom prst="rect">
            <a:avLst/>
          </a:prstGeom>
          <a:noFill/>
        </p:spPr>
        <p:txBody>
          <a:bodyPr wrap="square" rtlCol="0">
            <a:spAutoFit/>
          </a:bodyPr>
          <a:lstStyle/>
          <a:p>
            <a:pPr algn="ctr"/>
            <a:r>
              <a:rPr lang="en-US" sz="3200" dirty="0"/>
              <a:t>1</a:t>
            </a:r>
          </a:p>
        </p:txBody>
      </p:sp>
      <p:sp>
        <p:nvSpPr>
          <p:cNvPr id="36" name="TextBox 35">
            <a:extLst>
              <a:ext uri="{FF2B5EF4-FFF2-40B4-BE49-F238E27FC236}">
                <a16:creationId xmlns:a16="http://schemas.microsoft.com/office/drawing/2014/main" id="{3DD90CB7-32CD-38FA-2A66-C07FADD5A3EE}"/>
              </a:ext>
            </a:extLst>
          </p:cNvPr>
          <p:cNvSpPr txBox="1"/>
          <p:nvPr/>
        </p:nvSpPr>
        <p:spPr>
          <a:xfrm>
            <a:off x="5215469" y="721216"/>
            <a:ext cx="462845" cy="584775"/>
          </a:xfrm>
          <a:prstGeom prst="rect">
            <a:avLst/>
          </a:prstGeom>
          <a:noFill/>
        </p:spPr>
        <p:txBody>
          <a:bodyPr wrap="square" rtlCol="0">
            <a:spAutoFit/>
          </a:bodyPr>
          <a:lstStyle/>
          <a:p>
            <a:pPr algn="ctr"/>
            <a:r>
              <a:rPr lang="en-US" sz="3200" dirty="0"/>
              <a:t>1</a:t>
            </a:r>
          </a:p>
        </p:txBody>
      </p:sp>
      <p:sp>
        <p:nvSpPr>
          <p:cNvPr id="40" name="TextBox 39">
            <a:extLst>
              <a:ext uri="{FF2B5EF4-FFF2-40B4-BE49-F238E27FC236}">
                <a16:creationId xmlns:a16="http://schemas.microsoft.com/office/drawing/2014/main" id="{AF5CD439-E89C-1A16-6540-D68CB1638D26}"/>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42" name="TextBox 41">
            <a:extLst>
              <a:ext uri="{FF2B5EF4-FFF2-40B4-BE49-F238E27FC236}">
                <a16:creationId xmlns:a16="http://schemas.microsoft.com/office/drawing/2014/main" id="{4A64AACC-B3F5-69D1-ED7E-8ECDCA45144F}"/>
              </a:ext>
            </a:extLst>
          </p:cNvPr>
          <p:cNvSpPr txBox="1"/>
          <p:nvPr/>
        </p:nvSpPr>
        <p:spPr>
          <a:xfrm>
            <a:off x="5715003" y="1224551"/>
            <a:ext cx="462845" cy="584775"/>
          </a:xfrm>
          <a:prstGeom prst="rect">
            <a:avLst/>
          </a:prstGeom>
          <a:noFill/>
        </p:spPr>
        <p:txBody>
          <a:bodyPr wrap="square" rtlCol="0">
            <a:spAutoFit/>
          </a:bodyPr>
          <a:lstStyle/>
          <a:p>
            <a:pPr algn="ctr"/>
            <a:r>
              <a:rPr lang="en-US" sz="3200" dirty="0"/>
              <a:t>2</a:t>
            </a:r>
          </a:p>
        </p:txBody>
      </p:sp>
      <p:sp>
        <p:nvSpPr>
          <p:cNvPr id="43" name="TextBox 42">
            <a:extLst>
              <a:ext uri="{FF2B5EF4-FFF2-40B4-BE49-F238E27FC236}">
                <a16:creationId xmlns:a16="http://schemas.microsoft.com/office/drawing/2014/main" id="{F8CDF3CC-3D25-4BA1-545E-F8727B52C2B7}"/>
              </a:ext>
            </a:extLst>
          </p:cNvPr>
          <p:cNvSpPr txBox="1"/>
          <p:nvPr/>
        </p:nvSpPr>
        <p:spPr>
          <a:xfrm>
            <a:off x="4645378" y="1533509"/>
            <a:ext cx="570089" cy="230832"/>
          </a:xfrm>
          <a:prstGeom prst="rect">
            <a:avLst/>
          </a:prstGeom>
          <a:noFill/>
        </p:spPr>
        <p:txBody>
          <a:bodyPr wrap="square" rtlCol="0">
            <a:spAutoFit/>
          </a:bodyPr>
          <a:lstStyle/>
          <a:p>
            <a:pPr algn="ctr"/>
            <a:r>
              <a:rPr lang="en-US" sz="900" dirty="0"/>
              <a:t>39</a:t>
            </a:r>
          </a:p>
        </p:txBody>
      </p:sp>
      <p:sp>
        <p:nvSpPr>
          <p:cNvPr id="44" name="TextBox 43">
            <a:extLst>
              <a:ext uri="{FF2B5EF4-FFF2-40B4-BE49-F238E27FC236}">
                <a16:creationId xmlns:a16="http://schemas.microsoft.com/office/drawing/2014/main" id="{A848CD82-BFFF-7F5D-1D9E-F3696D05F3BF}"/>
              </a:ext>
            </a:extLst>
          </p:cNvPr>
          <p:cNvSpPr txBox="1"/>
          <p:nvPr/>
        </p:nvSpPr>
        <p:spPr>
          <a:xfrm>
            <a:off x="5147734" y="1533509"/>
            <a:ext cx="570089" cy="230832"/>
          </a:xfrm>
          <a:prstGeom prst="rect">
            <a:avLst/>
          </a:prstGeom>
          <a:noFill/>
        </p:spPr>
        <p:txBody>
          <a:bodyPr wrap="square" rtlCol="0">
            <a:spAutoFit/>
          </a:bodyPr>
          <a:lstStyle/>
          <a:p>
            <a:pPr algn="ctr"/>
            <a:r>
              <a:rPr lang="en-US" sz="900" dirty="0"/>
              <a:t>93</a:t>
            </a:r>
          </a:p>
        </p:txBody>
      </p:sp>
      <p:sp>
        <p:nvSpPr>
          <p:cNvPr id="51" name="TextBox 50">
            <a:extLst>
              <a:ext uri="{FF2B5EF4-FFF2-40B4-BE49-F238E27FC236}">
                <a16:creationId xmlns:a16="http://schemas.microsoft.com/office/drawing/2014/main" id="{CC39ACEB-6F49-FB77-7D79-9CB322441D5C}"/>
              </a:ext>
            </a:extLst>
          </p:cNvPr>
          <p:cNvSpPr txBox="1"/>
          <p:nvPr/>
        </p:nvSpPr>
        <p:spPr>
          <a:xfrm>
            <a:off x="5215469" y="2231221"/>
            <a:ext cx="462845" cy="584775"/>
          </a:xfrm>
          <a:prstGeom prst="rect">
            <a:avLst/>
          </a:prstGeom>
          <a:noFill/>
        </p:spPr>
        <p:txBody>
          <a:bodyPr wrap="square" rtlCol="0">
            <a:spAutoFit/>
          </a:bodyPr>
          <a:lstStyle/>
          <a:p>
            <a:pPr algn="ctr"/>
            <a:r>
              <a:rPr lang="en-US" sz="3200" dirty="0"/>
              <a:t>6</a:t>
            </a:r>
          </a:p>
        </p:txBody>
      </p:sp>
      <p:sp>
        <p:nvSpPr>
          <p:cNvPr id="15" name="TextBox 14">
            <a:extLst>
              <a:ext uri="{FF2B5EF4-FFF2-40B4-BE49-F238E27FC236}">
                <a16:creationId xmlns:a16="http://schemas.microsoft.com/office/drawing/2014/main" id="{99831D73-93E3-9624-0F03-CC897E646E0C}"/>
              </a:ext>
            </a:extLst>
          </p:cNvPr>
          <p:cNvSpPr txBox="1"/>
          <p:nvPr/>
        </p:nvSpPr>
        <p:spPr>
          <a:xfrm>
            <a:off x="3217333" y="2734556"/>
            <a:ext cx="462845" cy="584775"/>
          </a:xfrm>
          <a:prstGeom prst="rect">
            <a:avLst/>
          </a:prstGeom>
          <a:noFill/>
        </p:spPr>
        <p:txBody>
          <a:bodyPr wrap="square" rtlCol="0">
            <a:spAutoFit/>
          </a:bodyPr>
          <a:lstStyle/>
          <a:p>
            <a:pPr algn="ctr"/>
            <a:r>
              <a:rPr lang="en-US" sz="3200" dirty="0"/>
              <a:t>7</a:t>
            </a:r>
          </a:p>
        </p:txBody>
      </p:sp>
      <p:sp>
        <p:nvSpPr>
          <p:cNvPr id="52" name="TextBox 51">
            <a:extLst>
              <a:ext uri="{FF2B5EF4-FFF2-40B4-BE49-F238E27FC236}">
                <a16:creationId xmlns:a16="http://schemas.microsoft.com/office/drawing/2014/main" id="{9B3394DB-0D34-BD1F-31B0-99F244BFEF87}"/>
              </a:ext>
            </a:extLst>
          </p:cNvPr>
          <p:cNvSpPr txBox="1"/>
          <p:nvPr/>
        </p:nvSpPr>
        <p:spPr>
          <a:xfrm>
            <a:off x="3716867" y="2734556"/>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BE1D8FA9-5BE5-0EA8-6BCB-A258FF131BBB}"/>
              </a:ext>
            </a:extLst>
          </p:cNvPr>
          <p:cNvSpPr txBox="1"/>
          <p:nvPr/>
        </p:nvSpPr>
        <p:spPr>
          <a:xfrm>
            <a:off x="3716867" y="1727886"/>
            <a:ext cx="462845" cy="584775"/>
          </a:xfrm>
          <a:prstGeom prst="rect">
            <a:avLst/>
          </a:prstGeom>
          <a:noFill/>
        </p:spPr>
        <p:txBody>
          <a:bodyPr wrap="square" rtlCol="0">
            <a:spAutoFit/>
          </a:bodyPr>
          <a:lstStyle/>
          <a:p>
            <a:pPr algn="ctr"/>
            <a:r>
              <a:rPr lang="en-US" sz="3200" dirty="0"/>
              <a:t>7</a:t>
            </a:r>
          </a:p>
        </p:txBody>
      </p:sp>
      <p:sp>
        <p:nvSpPr>
          <p:cNvPr id="33" name="TextBox 32">
            <a:extLst>
              <a:ext uri="{FF2B5EF4-FFF2-40B4-BE49-F238E27FC236}">
                <a16:creationId xmlns:a16="http://schemas.microsoft.com/office/drawing/2014/main" id="{13F9F9DF-A1D3-88DC-4DCB-E15671A06649}"/>
              </a:ext>
            </a:extLst>
          </p:cNvPr>
          <p:cNvSpPr txBox="1"/>
          <p:nvPr/>
        </p:nvSpPr>
        <p:spPr>
          <a:xfrm>
            <a:off x="3138310" y="3907597"/>
            <a:ext cx="570089" cy="230832"/>
          </a:xfrm>
          <a:prstGeom prst="rect">
            <a:avLst/>
          </a:prstGeom>
          <a:noFill/>
        </p:spPr>
        <p:txBody>
          <a:bodyPr wrap="square" rtlCol="0">
            <a:spAutoFit/>
          </a:bodyPr>
          <a:lstStyle/>
          <a:p>
            <a:pPr algn="ctr"/>
            <a:r>
              <a:rPr lang="en-US" sz="900" dirty="0"/>
              <a:t>15</a:t>
            </a:r>
          </a:p>
        </p:txBody>
      </p:sp>
      <p:sp>
        <p:nvSpPr>
          <p:cNvPr id="53" name="TextBox 52">
            <a:extLst>
              <a:ext uri="{FF2B5EF4-FFF2-40B4-BE49-F238E27FC236}">
                <a16:creationId xmlns:a16="http://schemas.microsoft.com/office/drawing/2014/main" id="{33698D23-06EE-3CD0-0BE9-A68454001DCA}"/>
              </a:ext>
            </a:extLst>
          </p:cNvPr>
          <p:cNvSpPr txBox="1"/>
          <p:nvPr/>
        </p:nvSpPr>
        <p:spPr>
          <a:xfrm>
            <a:off x="3138310" y="4408541"/>
            <a:ext cx="570089" cy="230832"/>
          </a:xfrm>
          <a:prstGeom prst="rect">
            <a:avLst/>
          </a:prstGeom>
          <a:noFill/>
        </p:spPr>
        <p:txBody>
          <a:bodyPr wrap="square" rtlCol="0">
            <a:spAutoFit/>
          </a:bodyPr>
          <a:lstStyle/>
          <a:p>
            <a:pPr algn="ctr"/>
            <a:r>
              <a:rPr lang="en-US" sz="900" dirty="0"/>
              <a:t>51</a:t>
            </a:r>
          </a:p>
        </p:txBody>
      </p:sp>
      <p:sp>
        <p:nvSpPr>
          <p:cNvPr id="66" name="TextBox 65">
            <a:extLst>
              <a:ext uri="{FF2B5EF4-FFF2-40B4-BE49-F238E27FC236}">
                <a16:creationId xmlns:a16="http://schemas.microsoft.com/office/drawing/2014/main" id="{C9882300-3903-6DB1-2FA6-01E85311C7F2}"/>
              </a:ext>
            </a:extLst>
          </p:cNvPr>
          <p:cNvSpPr txBox="1"/>
          <p:nvPr/>
        </p:nvSpPr>
        <p:spPr>
          <a:xfrm>
            <a:off x="4216401" y="2734556"/>
            <a:ext cx="462845" cy="584775"/>
          </a:xfrm>
          <a:prstGeom prst="rect">
            <a:avLst/>
          </a:prstGeom>
          <a:noFill/>
        </p:spPr>
        <p:txBody>
          <a:bodyPr wrap="square" rtlCol="0">
            <a:spAutoFit/>
          </a:bodyPr>
          <a:lstStyle/>
          <a:p>
            <a:pPr algn="ctr"/>
            <a:r>
              <a:rPr lang="en-US" sz="3200" dirty="0"/>
              <a:t>5</a:t>
            </a:r>
          </a:p>
        </p:txBody>
      </p:sp>
      <p:sp>
        <p:nvSpPr>
          <p:cNvPr id="67" name="TextBox 66">
            <a:extLst>
              <a:ext uri="{FF2B5EF4-FFF2-40B4-BE49-F238E27FC236}">
                <a16:creationId xmlns:a16="http://schemas.microsoft.com/office/drawing/2014/main" id="{C4453A7D-AB06-109C-EB07-B0B3852CB60B}"/>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68" name="TextBox 67">
            <a:extLst>
              <a:ext uri="{FF2B5EF4-FFF2-40B4-BE49-F238E27FC236}">
                <a16:creationId xmlns:a16="http://schemas.microsoft.com/office/drawing/2014/main" id="{41B1048F-04CC-03E7-A8E6-F7C4C639C152}"/>
              </a:ext>
            </a:extLst>
          </p:cNvPr>
          <p:cNvSpPr txBox="1"/>
          <p:nvPr/>
        </p:nvSpPr>
        <p:spPr>
          <a:xfrm>
            <a:off x="3716867" y="3237891"/>
            <a:ext cx="462845" cy="584775"/>
          </a:xfrm>
          <a:prstGeom prst="rect">
            <a:avLst/>
          </a:prstGeom>
          <a:noFill/>
        </p:spPr>
        <p:txBody>
          <a:bodyPr wrap="square" rtlCol="0">
            <a:spAutoFit/>
          </a:bodyPr>
          <a:lstStyle/>
          <a:p>
            <a:pPr algn="ctr"/>
            <a:r>
              <a:rPr lang="en-US" sz="3200" dirty="0"/>
              <a:t>4</a:t>
            </a:r>
          </a:p>
        </p:txBody>
      </p:sp>
      <p:sp>
        <p:nvSpPr>
          <p:cNvPr id="9" name="TextBox 8">
            <a:extLst>
              <a:ext uri="{FF2B5EF4-FFF2-40B4-BE49-F238E27FC236}">
                <a16:creationId xmlns:a16="http://schemas.microsoft.com/office/drawing/2014/main" id="{29DC45C8-0C9D-6CCF-61FE-05C49B786244}"/>
              </a:ext>
            </a:extLst>
          </p:cNvPr>
          <p:cNvSpPr txBox="1"/>
          <p:nvPr/>
        </p:nvSpPr>
        <p:spPr>
          <a:xfrm>
            <a:off x="5215469" y="2734556"/>
            <a:ext cx="462845" cy="584775"/>
          </a:xfrm>
          <a:prstGeom prst="rect">
            <a:avLst/>
          </a:prstGeom>
          <a:noFill/>
        </p:spPr>
        <p:txBody>
          <a:bodyPr wrap="square" rtlCol="0">
            <a:spAutoFit/>
          </a:bodyPr>
          <a:lstStyle/>
          <a:p>
            <a:pPr algn="ctr"/>
            <a:r>
              <a:rPr lang="en-US" sz="3200" dirty="0"/>
              <a:t>2</a:t>
            </a:r>
          </a:p>
        </p:txBody>
      </p:sp>
      <p:sp>
        <p:nvSpPr>
          <p:cNvPr id="45" name="TextBox 44">
            <a:extLst>
              <a:ext uri="{FF2B5EF4-FFF2-40B4-BE49-F238E27FC236}">
                <a16:creationId xmlns:a16="http://schemas.microsoft.com/office/drawing/2014/main" id="{84DC4105-FDD1-F69F-25B7-47FCD1634D03}"/>
              </a:ext>
            </a:extLst>
          </p:cNvPr>
          <p:cNvSpPr txBox="1"/>
          <p:nvPr/>
        </p:nvSpPr>
        <p:spPr>
          <a:xfrm>
            <a:off x="7213604" y="2734556"/>
            <a:ext cx="462845" cy="584775"/>
          </a:xfrm>
          <a:prstGeom prst="rect">
            <a:avLst/>
          </a:prstGeom>
          <a:noFill/>
        </p:spPr>
        <p:txBody>
          <a:bodyPr wrap="square" rtlCol="0">
            <a:spAutoFit/>
          </a:bodyPr>
          <a:lstStyle/>
          <a:p>
            <a:pPr algn="ctr"/>
            <a:r>
              <a:rPr lang="en-US" sz="3200" dirty="0"/>
              <a:t>9</a:t>
            </a:r>
          </a:p>
        </p:txBody>
      </p:sp>
      <p:sp>
        <p:nvSpPr>
          <p:cNvPr id="46" name="TextBox 45">
            <a:extLst>
              <a:ext uri="{FF2B5EF4-FFF2-40B4-BE49-F238E27FC236}">
                <a16:creationId xmlns:a16="http://schemas.microsoft.com/office/drawing/2014/main" id="{1D675FAD-2861-F895-A668-4EBD1C0E36AA}"/>
              </a:ext>
            </a:extLst>
          </p:cNvPr>
          <p:cNvSpPr txBox="1"/>
          <p:nvPr/>
        </p:nvSpPr>
        <p:spPr>
          <a:xfrm>
            <a:off x="6714071" y="2734556"/>
            <a:ext cx="462845" cy="584775"/>
          </a:xfrm>
          <a:prstGeom prst="rect">
            <a:avLst/>
          </a:prstGeom>
          <a:noFill/>
        </p:spPr>
        <p:txBody>
          <a:bodyPr wrap="square" rtlCol="0">
            <a:spAutoFit/>
          </a:bodyPr>
          <a:lstStyle/>
          <a:p>
            <a:pPr algn="ctr"/>
            <a:r>
              <a:rPr lang="en-US" sz="3200" dirty="0"/>
              <a:t>8</a:t>
            </a:r>
          </a:p>
        </p:txBody>
      </p:sp>
      <p:sp>
        <p:nvSpPr>
          <p:cNvPr id="50" name="TextBox 49">
            <a:extLst>
              <a:ext uri="{FF2B5EF4-FFF2-40B4-BE49-F238E27FC236}">
                <a16:creationId xmlns:a16="http://schemas.microsoft.com/office/drawing/2014/main" id="{A51CDD49-8072-5DD4-364E-1FEB0CF71DE5}"/>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54" name="TextBox 53">
            <a:extLst>
              <a:ext uri="{FF2B5EF4-FFF2-40B4-BE49-F238E27FC236}">
                <a16:creationId xmlns:a16="http://schemas.microsoft.com/office/drawing/2014/main" id="{6F9405D7-32F9-BD01-1E1B-85DE7AA46E43}"/>
              </a:ext>
            </a:extLst>
          </p:cNvPr>
          <p:cNvSpPr txBox="1"/>
          <p:nvPr/>
        </p:nvSpPr>
        <p:spPr>
          <a:xfrm>
            <a:off x="3716867" y="721216"/>
            <a:ext cx="462845" cy="584775"/>
          </a:xfrm>
          <a:prstGeom prst="rect">
            <a:avLst/>
          </a:prstGeom>
          <a:noFill/>
        </p:spPr>
        <p:txBody>
          <a:bodyPr wrap="square" rtlCol="0">
            <a:spAutoFit/>
          </a:bodyPr>
          <a:lstStyle/>
          <a:p>
            <a:pPr algn="ctr"/>
            <a:r>
              <a:rPr lang="en-US" sz="3200" dirty="0"/>
              <a:t>3</a:t>
            </a:r>
          </a:p>
        </p:txBody>
      </p:sp>
      <p:sp>
        <p:nvSpPr>
          <p:cNvPr id="55" name="TextBox 54">
            <a:extLst>
              <a:ext uri="{FF2B5EF4-FFF2-40B4-BE49-F238E27FC236}">
                <a16:creationId xmlns:a16="http://schemas.microsoft.com/office/drawing/2014/main" id="{2AAF4A48-E835-7AAA-7260-45FB30C6FFD4}"/>
              </a:ext>
            </a:extLst>
          </p:cNvPr>
          <p:cNvSpPr txBox="1"/>
          <p:nvPr/>
        </p:nvSpPr>
        <p:spPr>
          <a:xfrm>
            <a:off x="5715003" y="721216"/>
            <a:ext cx="462845" cy="584775"/>
          </a:xfrm>
          <a:prstGeom prst="rect">
            <a:avLst/>
          </a:prstGeom>
          <a:noFill/>
        </p:spPr>
        <p:txBody>
          <a:bodyPr wrap="square" rtlCol="0">
            <a:spAutoFit/>
          </a:bodyPr>
          <a:lstStyle/>
          <a:p>
            <a:pPr algn="ctr"/>
            <a:r>
              <a:rPr lang="en-US" sz="3200" dirty="0"/>
              <a:t>5</a:t>
            </a:r>
          </a:p>
        </p:txBody>
      </p:sp>
      <p:sp>
        <p:nvSpPr>
          <p:cNvPr id="37" name="TextBox 36">
            <a:extLst>
              <a:ext uri="{FF2B5EF4-FFF2-40B4-BE49-F238E27FC236}">
                <a16:creationId xmlns:a16="http://schemas.microsoft.com/office/drawing/2014/main" id="{61ECE5C5-96A3-21FE-EC5D-74BE72FAF8B7}"/>
              </a:ext>
            </a:extLst>
          </p:cNvPr>
          <p:cNvSpPr txBox="1"/>
          <p:nvPr/>
        </p:nvSpPr>
        <p:spPr>
          <a:xfrm>
            <a:off x="3716867" y="1224551"/>
            <a:ext cx="462845" cy="584775"/>
          </a:xfrm>
          <a:prstGeom prst="rect">
            <a:avLst/>
          </a:prstGeom>
          <a:noFill/>
        </p:spPr>
        <p:txBody>
          <a:bodyPr wrap="square" rtlCol="0">
            <a:spAutoFit/>
          </a:bodyPr>
          <a:lstStyle/>
          <a:p>
            <a:pPr algn="ctr"/>
            <a:r>
              <a:rPr lang="en-US" sz="3200" dirty="0"/>
              <a:t>5</a:t>
            </a:r>
          </a:p>
        </p:txBody>
      </p:sp>
      <p:sp>
        <p:nvSpPr>
          <p:cNvPr id="38" name="TextBox 37">
            <a:extLst>
              <a:ext uri="{FF2B5EF4-FFF2-40B4-BE49-F238E27FC236}">
                <a16:creationId xmlns:a16="http://schemas.microsoft.com/office/drawing/2014/main" id="{F05F39FD-AE25-C8AC-0899-00564786A1CE}"/>
              </a:ext>
            </a:extLst>
          </p:cNvPr>
          <p:cNvSpPr txBox="1"/>
          <p:nvPr/>
        </p:nvSpPr>
        <p:spPr>
          <a:xfrm>
            <a:off x="4715935" y="721216"/>
            <a:ext cx="462845" cy="584775"/>
          </a:xfrm>
          <a:prstGeom prst="rect">
            <a:avLst/>
          </a:prstGeom>
          <a:noFill/>
        </p:spPr>
        <p:txBody>
          <a:bodyPr wrap="square" rtlCol="0">
            <a:spAutoFit/>
          </a:bodyPr>
          <a:lstStyle/>
          <a:p>
            <a:pPr algn="ctr"/>
            <a:r>
              <a:rPr lang="en-US" sz="3200" dirty="0"/>
              <a:t>7</a:t>
            </a:r>
          </a:p>
        </p:txBody>
      </p:sp>
      <p:sp>
        <p:nvSpPr>
          <p:cNvPr id="56" name="TextBox 55">
            <a:extLst>
              <a:ext uri="{FF2B5EF4-FFF2-40B4-BE49-F238E27FC236}">
                <a16:creationId xmlns:a16="http://schemas.microsoft.com/office/drawing/2014/main" id="{49ACCA31-5080-81E9-EA9B-7C26F4FF4D6C}"/>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
        <p:nvSpPr>
          <p:cNvPr id="25" name="TextBox 24">
            <a:extLst>
              <a:ext uri="{FF2B5EF4-FFF2-40B4-BE49-F238E27FC236}">
                <a16:creationId xmlns:a16="http://schemas.microsoft.com/office/drawing/2014/main" id="{C6ADD720-5ECC-28E6-1F0F-50FED1CBC161}"/>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39" name="TextBox 38">
            <a:extLst>
              <a:ext uri="{FF2B5EF4-FFF2-40B4-BE49-F238E27FC236}">
                <a16:creationId xmlns:a16="http://schemas.microsoft.com/office/drawing/2014/main" id="{E3812B50-B2A8-DECD-66F4-7D3EBE8D6239}"/>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14" name="TextBox 13">
            <a:extLst>
              <a:ext uri="{FF2B5EF4-FFF2-40B4-BE49-F238E27FC236}">
                <a16:creationId xmlns:a16="http://schemas.microsoft.com/office/drawing/2014/main" id="{6413ECE9-098F-43B5-930A-DFE0C09E16D0}"/>
              </a:ext>
            </a:extLst>
          </p:cNvPr>
          <p:cNvSpPr txBox="1"/>
          <p:nvPr/>
        </p:nvSpPr>
        <p:spPr>
          <a:xfrm>
            <a:off x="6214537" y="3237891"/>
            <a:ext cx="462845" cy="584775"/>
          </a:xfrm>
          <a:prstGeom prst="rect">
            <a:avLst/>
          </a:prstGeom>
          <a:noFill/>
        </p:spPr>
        <p:txBody>
          <a:bodyPr wrap="square" rtlCol="0">
            <a:spAutoFit/>
          </a:bodyPr>
          <a:lstStyle/>
          <a:p>
            <a:pPr algn="ctr"/>
            <a:r>
              <a:rPr lang="en-US" sz="3200" dirty="0"/>
              <a:t>5</a:t>
            </a:r>
          </a:p>
        </p:txBody>
      </p:sp>
      <p:sp>
        <p:nvSpPr>
          <p:cNvPr id="41" name="TextBox 40">
            <a:extLst>
              <a:ext uri="{FF2B5EF4-FFF2-40B4-BE49-F238E27FC236}">
                <a16:creationId xmlns:a16="http://schemas.microsoft.com/office/drawing/2014/main" id="{597B441D-D72B-D14C-02F6-980649A52D8A}"/>
              </a:ext>
            </a:extLst>
          </p:cNvPr>
          <p:cNvSpPr txBox="1"/>
          <p:nvPr/>
        </p:nvSpPr>
        <p:spPr>
          <a:xfrm>
            <a:off x="4143022" y="4038229"/>
            <a:ext cx="570089" cy="230832"/>
          </a:xfrm>
          <a:prstGeom prst="rect">
            <a:avLst/>
          </a:prstGeom>
          <a:noFill/>
        </p:spPr>
        <p:txBody>
          <a:bodyPr wrap="square" rtlCol="0">
            <a:spAutoFit/>
          </a:bodyPr>
          <a:lstStyle/>
          <a:p>
            <a:pPr algn="ctr"/>
            <a:r>
              <a:rPr lang="en-US" sz="900" dirty="0"/>
              <a:t>34</a:t>
            </a:r>
          </a:p>
        </p:txBody>
      </p:sp>
      <p:sp>
        <p:nvSpPr>
          <p:cNvPr id="57" name="TextBox 56">
            <a:extLst>
              <a:ext uri="{FF2B5EF4-FFF2-40B4-BE49-F238E27FC236}">
                <a16:creationId xmlns:a16="http://schemas.microsoft.com/office/drawing/2014/main" id="{43EE5460-9486-BA53-3A71-2FDDACD6EB46}"/>
              </a:ext>
            </a:extLst>
          </p:cNvPr>
          <p:cNvSpPr txBox="1"/>
          <p:nvPr/>
        </p:nvSpPr>
        <p:spPr>
          <a:xfrm>
            <a:off x="3640666" y="4408541"/>
            <a:ext cx="570089" cy="230832"/>
          </a:xfrm>
          <a:prstGeom prst="rect">
            <a:avLst/>
          </a:prstGeom>
          <a:noFill/>
        </p:spPr>
        <p:txBody>
          <a:bodyPr wrap="square" rtlCol="0">
            <a:spAutoFit/>
          </a:bodyPr>
          <a:lstStyle/>
          <a:p>
            <a:pPr algn="ctr"/>
            <a:r>
              <a:rPr lang="en-US" sz="900" dirty="0"/>
              <a:t>89</a:t>
            </a:r>
          </a:p>
        </p:txBody>
      </p:sp>
      <p:sp>
        <p:nvSpPr>
          <p:cNvPr id="58" name="TextBox 57">
            <a:extLst>
              <a:ext uri="{FF2B5EF4-FFF2-40B4-BE49-F238E27FC236}">
                <a16:creationId xmlns:a16="http://schemas.microsoft.com/office/drawing/2014/main" id="{19C4CC08-B48F-27A0-93BE-4E7255035841}"/>
              </a:ext>
            </a:extLst>
          </p:cNvPr>
          <p:cNvSpPr txBox="1"/>
          <p:nvPr/>
        </p:nvSpPr>
        <p:spPr>
          <a:xfrm>
            <a:off x="4143022" y="4539173"/>
            <a:ext cx="570089" cy="230832"/>
          </a:xfrm>
          <a:prstGeom prst="rect">
            <a:avLst/>
          </a:prstGeom>
          <a:noFill/>
        </p:spPr>
        <p:txBody>
          <a:bodyPr wrap="square" rtlCol="0">
            <a:spAutoFit/>
          </a:bodyPr>
          <a:lstStyle/>
          <a:p>
            <a:pPr algn="ctr"/>
            <a:r>
              <a:rPr lang="en-US" sz="900" dirty="0"/>
              <a:t>347</a:t>
            </a:r>
          </a:p>
        </p:txBody>
      </p:sp>
      <p:sp>
        <p:nvSpPr>
          <p:cNvPr id="59" name="TextBox 58">
            <a:extLst>
              <a:ext uri="{FF2B5EF4-FFF2-40B4-BE49-F238E27FC236}">
                <a16:creationId xmlns:a16="http://schemas.microsoft.com/office/drawing/2014/main" id="{D40FD727-F4FF-4B74-BE17-6AF30FD525B2}"/>
              </a:ext>
            </a:extLst>
          </p:cNvPr>
          <p:cNvSpPr txBox="1"/>
          <p:nvPr/>
        </p:nvSpPr>
        <p:spPr>
          <a:xfrm>
            <a:off x="3640666" y="5040116"/>
            <a:ext cx="570089" cy="230832"/>
          </a:xfrm>
          <a:prstGeom prst="rect">
            <a:avLst/>
          </a:prstGeom>
          <a:noFill/>
        </p:spPr>
        <p:txBody>
          <a:bodyPr wrap="square" rtlCol="0">
            <a:spAutoFit/>
          </a:bodyPr>
          <a:lstStyle/>
          <a:p>
            <a:pPr algn="ctr"/>
            <a:r>
              <a:rPr lang="en-US" sz="900" dirty="0"/>
              <a:t>98</a:t>
            </a:r>
          </a:p>
        </p:txBody>
      </p:sp>
      <p:sp>
        <p:nvSpPr>
          <p:cNvPr id="62" name="TextBox 61">
            <a:extLst>
              <a:ext uri="{FF2B5EF4-FFF2-40B4-BE49-F238E27FC236}">
                <a16:creationId xmlns:a16="http://schemas.microsoft.com/office/drawing/2014/main" id="{4E540727-92AB-58C9-816A-0CD29A6F2CDF}"/>
              </a:ext>
            </a:extLst>
          </p:cNvPr>
          <p:cNvSpPr txBox="1"/>
          <p:nvPr/>
        </p:nvSpPr>
        <p:spPr>
          <a:xfrm>
            <a:off x="4143022" y="5040116"/>
            <a:ext cx="570089" cy="230832"/>
          </a:xfrm>
          <a:prstGeom prst="rect">
            <a:avLst/>
          </a:prstGeom>
          <a:noFill/>
        </p:spPr>
        <p:txBody>
          <a:bodyPr wrap="square" rtlCol="0">
            <a:spAutoFit/>
          </a:bodyPr>
          <a:lstStyle/>
          <a:p>
            <a:pPr algn="ctr"/>
            <a:r>
              <a:rPr lang="en-US" sz="900" dirty="0"/>
              <a:t>47</a:t>
            </a:r>
          </a:p>
        </p:txBody>
      </p:sp>
      <p:sp>
        <p:nvSpPr>
          <p:cNvPr id="69" name="TextBox 68">
            <a:extLst>
              <a:ext uri="{FF2B5EF4-FFF2-40B4-BE49-F238E27FC236}">
                <a16:creationId xmlns:a16="http://schemas.microsoft.com/office/drawing/2014/main" id="{BDC5F24D-9277-C621-0A3F-48000C03FF1D}"/>
              </a:ext>
            </a:extLst>
          </p:cNvPr>
          <p:cNvSpPr txBox="1"/>
          <p:nvPr/>
        </p:nvSpPr>
        <p:spPr>
          <a:xfrm>
            <a:off x="6152446" y="4539173"/>
            <a:ext cx="570089" cy="230832"/>
          </a:xfrm>
          <a:prstGeom prst="rect">
            <a:avLst/>
          </a:prstGeom>
          <a:noFill/>
        </p:spPr>
        <p:txBody>
          <a:bodyPr wrap="square" rtlCol="0">
            <a:spAutoFit/>
          </a:bodyPr>
          <a:lstStyle/>
          <a:p>
            <a:pPr algn="ctr"/>
            <a:r>
              <a:rPr lang="en-US" sz="900" dirty="0"/>
              <a:t>48</a:t>
            </a:r>
          </a:p>
        </p:txBody>
      </p:sp>
      <p:sp>
        <p:nvSpPr>
          <p:cNvPr id="70" name="TextBox 69">
            <a:extLst>
              <a:ext uri="{FF2B5EF4-FFF2-40B4-BE49-F238E27FC236}">
                <a16:creationId xmlns:a16="http://schemas.microsoft.com/office/drawing/2014/main" id="{3319EC48-35B9-9496-C8FD-48172ECFC0D6}"/>
              </a:ext>
            </a:extLst>
          </p:cNvPr>
          <p:cNvSpPr txBox="1"/>
          <p:nvPr/>
        </p:nvSpPr>
        <p:spPr>
          <a:xfrm>
            <a:off x="6152446" y="5040116"/>
            <a:ext cx="570089" cy="230832"/>
          </a:xfrm>
          <a:prstGeom prst="rect">
            <a:avLst/>
          </a:prstGeom>
          <a:noFill/>
        </p:spPr>
        <p:txBody>
          <a:bodyPr wrap="square" rtlCol="0">
            <a:spAutoFit/>
          </a:bodyPr>
          <a:lstStyle/>
          <a:p>
            <a:pPr algn="ctr"/>
            <a:r>
              <a:rPr lang="en-US" sz="900" dirty="0"/>
              <a:t>84</a:t>
            </a:r>
          </a:p>
        </p:txBody>
      </p:sp>
      <p:sp>
        <p:nvSpPr>
          <p:cNvPr id="71" name="TextBox 70">
            <a:extLst>
              <a:ext uri="{FF2B5EF4-FFF2-40B4-BE49-F238E27FC236}">
                <a16:creationId xmlns:a16="http://schemas.microsoft.com/office/drawing/2014/main" id="{9403D7B9-745A-C3A6-F809-E1E2B9ED15DF}"/>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
        <p:nvSpPr>
          <p:cNvPr id="73" name="TextBox 72">
            <a:extLst>
              <a:ext uri="{FF2B5EF4-FFF2-40B4-BE49-F238E27FC236}">
                <a16:creationId xmlns:a16="http://schemas.microsoft.com/office/drawing/2014/main" id="{775116A0-1096-0754-9A8E-36F4DD7ADC8E}"/>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74" name="TextBox 73">
            <a:extLst>
              <a:ext uri="{FF2B5EF4-FFF2-40B4-BE49-F238E27FC236}">
                <a16:creationId xmlns:a16="http://schemas.microsoft.com/office/drawing/2014/main" id="{E9D1A1DA-DCE6-E92A-9585-BBAE825A733F}"/>
              </a:ext>
            </a:extLst>
          </p:cNvPr>
          <p:cNvSpPr txBox="1"/>
          <p:nvPr/>
        </p:nvSpPr>
        <p:spPr>
          <a:xfrm>
            <a:off x="5215469" y="1727886"/>
            <a:ext cx="462845" cy="584775"/>
          </a:xfrm>
          <a:prstGeom prst="rect">
            <a:avLst/>
          </a:prstGeom>
          <a:noFill/>
        </p:spPr>
        <p:txBody>
          <a:bodyPr wrap="square" rtlCol="0">
            <a:spAutoFit/>
          </a:bodyPr>
          <a:lstStyle/>
          <a:p>
            <a:pPr algn="ctr"/>
            <a:r>
              <a:rPr lang="en-US" sz="3200" dirty="0"/>
              <a:t>8</a:t>
            </a:r>
          </a:p>
        </p:txBody>
      </p:sp>
      <p:sp>
        <p:nvSpPr>
          <p:cNvPr id="75" name="TextBox 74">
            <a:extLst>
              <a:ext uri="{FF2B5EF4-FFF2-40B4-BE49-F238E27FC236}">
                <a16:creationId xmlns:a16="http://schemas.microsoft.com/office/drawing/2014/main" id="{D7F28ED7-12FC-94E2-6C20-5DA814782C37}"/>
              </a:ext>
            </a:extLst>
          </p:cNvPr>
          <p:cNvSpPr txBox="1"/>
          <p:nvPr/>
        </p:nvSpPr>
        <p:spPr>
          <a:xfrm>
            <a:off x="3217333" y="1224551"/>
            <a:ext cx="462845" cy="584775"/>
          </a:xfrm>
          <a:prstGeom prst="rect">
            <a:avLst/>
          </a:prstGeom>
          <a:noFill/>
        </p:spPr>
        <p:txBody>
          <a:bodyPr wrap="square" rtlCol="0">
            <a:spAutoFit/>
          </a:bodyPr>
          <a:lstStyle/>
          <a:p>
            <a:pPr algn="ctr"/>
            <a:r>
              <a:rPr lang="en-US" sz="3200" dirty="0"/>
              <a:t>8</a:t>
            </a:r>
          </a:p>
        </p:txBody>
      </p:sp>
      <p:sp>
        <p:nvSpPr>
          <p:cNvPr id="76" name="TextBox 75">
            <a:extLst>
              <a:ext uri="{FF2B5EF4-FFF2-40B4-BE49-F238E27FC236}">
                <a16:creationId xmlns:a16="http://schemas.microsoft.com/office/drawing/2014/main" id="{D232846F-46BD-4748-7CBF-451232EC6A16}"/>
              </a:ext>
            </a:extLst>
          </p:cNvPr>
          <p:cNvSpPr txBox="1"/>
          <p:nvPr/>
        </p:nvSpPr>
        <p:spPr>
          <a:xfrm>
            <a:off x="3217333" y="1727886"/>
            <a:ext cx="462845" cy="584775"/>
          </a:xfrm>
          <a:prstGeom prst="rect">
            <a:avLst/>
          </a:prstGeom>
          <a:noFill/>
        </p:spPr>
        <p:txBody>
          <a:bodyPr wrap="square" rtlCol="0">
            <a:spAutoFit/>
          </a:bodyPr>
          <a:lstStyle/>
          <a:p>
            <a:pPr algn="ctr"/>
            <a:r>
              <a:rPr lang="en-US" sz="3200" dirty="0"/>
              <a:t>9</a:t>
            </a:r>
          </a:p>
        </p:txBody>
      </p:sp>
      <p:sp>
        <p:nvSpPr>
          <p:cNvPr id="77" name="TextBox 76">
            <a:extLst>
              <a:ext uri="{FF2B5EF4-FFF2-40B4-BE49-F238E27FC236}">
                <a16:creationId xmlns:a16="http://schemas.microsoft.com/office/drawing/2014/main" id="{09594CCD-3B68-0505-D726-9AF105E7AA4A}"/>
              </a:ext>
            </a:extLst>
          </p:cNvPr>
          <p:cNvSpPr txBox="1"/>
          <p:nvPr/>
        </p:nvSpPr>
        <p:spPr>
          <a:xfrm>
            <a:off x="6714071" y="1727886"/>
            <a:ext cx="462845" cy="584775"/>
          </a:xfrm>
          <a:prstGeom prst="rect">
            <a:avLst/>
          </a:prstGeom>
          <a:noFill/>
        </p:spPr>
        <p:txBody>
          <a:bodyPr wrap="square" rtlCol="0">
            <a:spAutoFit/>
          </a:bodyPr>
          <a:lstStyle/>
          <a:p>
            <a:pPr algn="ctr"/>
            <a:r>
              <a:rPr lang="en-US" sz="3200" dirty="0"/>
              <a:t>3</a:t>
            </a:r>
          </a:p>
        </p:txBody>
      </p:sp>
      <p:sp>
        <p:nvSpPr>
          <p:cNvPr id="78" name="TextBox 77">
            <a:extLst>
              <a:ext uri="{FF2B5EF4-FFF2-40B4-BE49-F238E27FC236}">
                <a16:creationId xmlns:a16="http://schemas.microsoft.com/office/drawing/2014/main" id="{87F55F83-B14A-0501-0A9C-E4EFEBA884F7}"/>
              </a:ext>
            </a:extLst>
          </p:cNvPr>
          <p:cNvSpPr txBox="1"/>
          <p:nvPr/>
        </p:nvSpPr>
        <p:spPr>
          <a:xfrm>
            <a:off x="7213604" y="1727886"/>
            <a:ext cx="462845" cy="584775"/>
          </a:xfrm>
          <a:prstGeom prst="rect">
            <a:avLst/>
          </a:prstGeom>
          <a:noFill/>
        </p:spPr>
        <p:txBody>
          <a:bodyPr wrap="square" rtlCol="0">
            <a:spAutoFit/>
          </a:bodyPr>
          <a:lstStyle/>
          <a:p>
            <a:pPr algn="ctr"/>
            <a:r>
              <a:rPr lang="en-US" sz="3200" dirty="0"/>
              <a:t>5</a:t>
            </a:r>
          </a:p>
        </p:txBody>
      </p:sp>
      <p:sp>
        <p:nvSpPr>
          <p:cNvPr id="79" name="TextBox 78">
            <a:extLst>
              <a:ext uri="{FF2B5EF4-FFF2-40B4-BE49-F238E27FC236}">
                <a16:creationId xmlns:a16="http://schemas.microsoft.com/office/drawing/2014/main" id="{74898D2A-9B82-49E5-1FCE-85417E57FD7B}"/>
              </a:ext>
            </a:extLst>
          </p:cNvPr>
          <p:cNvSpPr txBox="1"/>
          <p:nvPr/>
        </p:nvSpPr>
        <p:spPr>
          <a:xfrm>
            <a:off x="4715935" y="2734556"/>
            <a:ext cx="462845" cy="584775"/>
          </a:xfrm>
          <a:prstGeom prst="rect">
            <a:avLst/>
          </a:prstGeom>
          <a:noFill/>
        </p:spPr>
        <p:txBody>
          <a:bodyPr wrap="square" rtlCol="0">
            <a:spAutoFit/>
          </a:bodyPr>
          <a:lstStyle/>
          <a:p>
            <a:pPr algn="ctr"/>
            <a:r>
              <a:rPr lang="en-US" sz="3200" dirty="0"/>
              <a:t>1</a:t>
            </a:r>
          </a:p>
        </p:txBody>
      </p:sp>
      <p:sp>
        <p:nvSpPr>
          <p:cNvPr id="80" name="TextBox 79">
            <a:extLst>
              <a:ext uri="{FF2B5EF4-FFF2-40B4-BE49-F238E27FC236}">
                <a16:creationId xmlns:a16="http://schemas.microsoft.com/office/drawing/2014/main" id="{989AB52A-F7B1-878D-9A48-878A021D113C}"/>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3CEDD2D9-CB4C-CB32-42AF-CB3CBA3E4676}"/>
              </a:ext>
            </a:extLst>
          </p:cNvPr>
          <p:cNvSpPr txBox="1"/>
          <p:nvPr/>
        </p:nvSpPr>
        <p:spPr>
          <a:xfrm>
            <a:off x="3716867" y="3741226"/>
            <a:ext cx="462845" cy="584775"/>
          </a:xfrm>
          <a:prstGeom prst="rect">
            <a:avLst/>
          </a:prstGeom>
          <a:noFill/>
        </p:spPr>
        <p:txBody>
          <a:bodyPr wrap="square" rtlCol="0">
            <a:spAutoFit/>
          </a:bodyPr>
          <a:lstStyle/>
          <a:p>
            <a:pPr algn="ctr"/>
            <a:r>
              <a:rPr lang="en-US" sz="3200" dirty="0"/>
              <a:t>2</a:t>
            </a:r>
          </a:p>
        </p:txBody>
      </p:sp>
      <p:sp>
        <p:nvSpPr>
          <p:cNvPr id="17" name="TextBox 16">
            <a:extLst>
              <a:ext uri="{FF2B5EF4-FFF2-40B4-BE49-F238E27FC236}">
                <a16:creationId xmlns:a16="http://schemas.microsoft.com/office/drawing/2014/main" id="{67608C90-7128-D57D-D8D1-102F4DF6898E}"/>
              </a:ext>
            </a:extLst>
          </p:cNvPr>
          <p:cNvSpPr txBox="1"/>
          <p:nvPr/>
        </p:nvSpPr>
        <p:spPr>
          <a:xfrm>
            <a:off x="5147734" y="4038229"/>
            <a:ext cx="570089" cy="230832"/>
          </a:xfrm>
          <a:prstGeom prst="rect">
            <a:avLst/>
          </a:prstGeom>
          <a:noFill/>
        </p:spPr>
        <p:txBody>
          <a:bodyPr wrap="square" rtlCol="0">
            <a:spAutoFit/>
          </a:bodyPr>
          <a:lstStyle/>
          <a:p>
            <a:pPr algn="ctr"/>
            <a:r>
              <a:rPr lang="en-US" sz="900" dirty="0"/>
              <a:t>43</a:t>
            </a:r>
          </a:p>
        </p:txBody>
      </p:sp>
      <p:sp>
        <p:nvSpPr>
          <p:cNvPr id="28" name="TextBox 27">
            <a:extLst>
              <a:ext uri="{FF2B5EF4-FFF2-40B4-BE49-F238E27FC236}">
                <a16:creationId xmlns:a16="http://schemas.microsoft.com/office/drawing/2014/main" id="{BC1A3A0F-B8A1-BA69-A172-8F1062BEED00}"/>
              </a:ext>
            </a:extLst>
          </p:cNvPr>
          <p:cNvSpPr txBox="1"/>
          <p:nvPr/>
        </p:nvSpPr>
        <p:spPr>
          <a:xfrm>
            <a:off x="4645378" y="4539173"/>
            <a:ext cx="570089" cy="230832"/>
          </a:xfrm>
          <a:prstGeom prst="rect">
            <a:avLst/>
          </a:prstGeom>
          <a:noFill/>
        </p:spPr>
        <p:txBody>
          <a:bodyPr wrap="square" rtlCol="0">
            <a:spAutoFit/>
          </a:bodyPr>
          <a:lstStyle/>
          <a:p>
            <a:pPr algn="ctr"/>
            <a:r>
              <a:rPr lang="en-US" sz="900" dirty="0"/>
              <a:t>239</a:t>
            </a:r>
          </a:p>
        </p:txBody>
      </p:sp>
      <p:sp>
        <p:nvSpPr>
          <p:cNvPr id="29" name="TextBox 28">
            <a:extLst>
              <a:ext uri="{FF2B5EF4-FFF2-40B4-BE49-F238E27FC236}">
                <a16:creationId xmlns:a16="http://schemas.microsoft.com/office/drawing/2014/main" id="{5613C5F3-9663-E1F6-7CCD-762E6B968BCE}"/>
              </a:ext>
            </a:extLst>
          </p:cNvPr>
          <p:cNvSpPr txBox="1"/>
          <p:nvPr/>
        </p:nvSpPr>
        <p:spPr>
          <a:xfrm>
            <a:off x="5147734" y="4539173"/>
            <a:ext cx="570089" cy="230832"/>
          </a:xfrm>
          <a:prstGeom prst="rect">
            <a:avLst/>
          </a:prstGeom>
          <a:noFill/>
        </p:spPr>
        <p:txBody>
          <a:bodyPr wrap="square" rtlCol="0">
            <a:spAutoFit/>
          </a:bodyPr>
          <a:lstStyle/>
          <a:p>
            <a:pPr algn="ctr"/>
            <a:r>
              <a:rPr lang="en-US" sz="900" dirty="0"/>
              <a:t>3459</a:t>
            </a:r>
          </a:p>
        </p:txBody>
      </p:sp>
      <p:sp>
        <p:nvSpPr>
          <p:cNvPr id="32" name="TextBox 31">
            <a:extLst>
              <a:ext uri="{FF2B5EF4-FFF2-40B4-BE49-F238E27FC236}">
                <a16:creationId xmlns:a16="http://schemas.microsoft.com/office/drawing/2014/main" id="{BCA3C69F-8C66-DC68-E3DC-0663AD190665}"/>
              </a:ext>
            </a:extLst>
          </p:cNvPr>
          <p:cNvSpPr txBox="1"/>
          <p:nvPr/>
        </p:nvSpPr>
        <p:spPr>
          <a:xfrm>
            <a:off x="5650090" y="4539173"/>
            <a:ext cx="570089" cy="230832"/>
          </a:xfrm>
          <a:prstGeom prst="rect">
            <a:avLst/>
          </a:prstGeom>
          <a:noFill/>
        </p:spPr>
        <p:txBody>
          <a:bodyPr wrap="square" rtlCol="0">
            <a:spAutoFit/>
          </a:bodyPr>
          <a:lstStyle/>
          <a:p>
            <a:pPr algn="ctr"/>
            <a:r>
              <a:rPr lang="en-US" sz="900" dirty="0"/>
              <a:t>17</a:t>
            </a:r>
          </a:p>
        </p:txBody>
      </p:sp>
      <p:sp>
        <p:nvSpPr>
          <p:cNvPr id="34" name="TextBox 33">
            <a:extLst>
              <a:ext uri="{FF2B5EF4-FFF2-40B4-BE49-F238E27FC236}">
                <a16:creationId xmlns:a16="http://schemas.microsoft.com/office/drawing/2014/main" id="{2BB345F5-AB67-0BB4-001F-7334A20B620E}"/>
              </a:ext>
            </a:extLst>
          </p:cNvPr>
          <p:cNvSpPr txBox="1"/>
          <p:nvPr/>
        </p:nvSpPr>
        <p:spPr>
          <a:xfrm>
            <a:off x="4645378" y="5040116"/>
            <a:ext cx="570089" cy="230832"/>
          </a:xfrm>
          <a:prstGeom prst="rect">
            <a:avLst/>
          </a:prstGeom>
          <a:noFill/>
        </p:spPr>
        <p:txBody>
          <a:bodyPr wrap="square" rtlCol="0">
            <a:spAutoFit/>
          </a:bodyPr>
          <a:lstStyle/>
          <a:p>
            <a:pPr algn="ctr"/>
            <a:r>
              <a:rPr lang="en-US" sz="900" dirty="0"/>
              <a:t>29</a:t>
            </a:r>
          </a:p>
        </p:txBody>
      </p:sp>
      <p:sp>
        <p:nvSpPr>
          <p:cNvPr id="49" name="TextBox 48">
            <a:extLst>
              <a:ext uri="{FF2B5EF4-FFF2-40B4-BE49-F238E27FC236}">
                <a16:creationId xmlns:a16="http://schemas.microsoft.com/office/drawing/2014/main" id="{B026F95E-9424-A161-686A-FC7DA049D2D6}"/>
              </a:ext>
            </a:extLst>
          </p:cNvPr>
          <p:cNvSpPr txBox="1"/>
          <p:nvPr/>
        </p:nvSpPr>
        <p:spPr>
          <a:xfrm>
            <a:off x="5147734" y="5040116"/>
            <a:ext cx="570089" cy="230832"/>
          </a:xfrm>
          <a:prstGeom prst="rect">
            <a:avLst/>
          </a:prstGeom>
          <a:noFill/>
        </p:spPr>
        <p:txBody>
          <a:bodyPr wrap="square" rtlCol="0">
            <a:spAutoFit/>
          </a:bodyPr>
          <a:lstStyle/>
          <a:p>
            <a:pPr algn="ctr"/>
            <a:r>
              <a:rPr lang="en-US" sz="900" dirty="0"/>
              <a:t>459</a:t>
            </a:r>
          </a:p>
        </p:txBody>
      </p:sp>
      <p:sp>
        <p:nvSpPr>
          <p:cNvPr id="60" name="TextBox 59">
            <a:extLst>
              <a:ext uri="{FF2B5EF4-FFF2-40B4-BE49-F238E27FC236}">
                <a16:creationId xmlns:a16="http://schemas.microsoft.com/office/drawing/2014/main" id="{8ECA7D54-0999-9456-45B9-B28867F757F8}"/>
              </a:ext>
            </a:extLst>
          </p:cNvPr>
          <p:cNvSpPr txBox="1"/>
          <p:nvPr/>
        </p:nvSpPr>
        <p:spPr>
          <a:xfrm>
            <a:off x="5650090" y="5040116"/>
            <a:ext cx="570089" cy="230832"/>
          </a:xfrm>
          <a:prstGeom prst="rect">
            <a:avLst/>
          </a:prstGeom>
          <a:noFill/>
        </p:spPr>
        <p:txBody>
          <a:bodyPr wrap="square" rtlCol="0">
            <a:spAutoFit/>
          </a:bodyPr>
          <a:lstStyle/>
          <a:p>
            <a:pPr algn="ctr"/>
            <a:r>
              <a:rPr lang="en-US" sz="900" dirty="0"/>
              <a:t>71</a:t>
            </a:r>
          </a:p>
        </p:txBody>
      </p:sp>
      <p:sp>
        <p:nvSpPr>
          <p:cNvPr id="61" name="TextBox 60">
            <a:extLst>
              <a:ext uri="{FF2B5EF4-FFF2-40B4-BE49-F238E27FC236}">
                <a16:creationId xmlns:a16="http://schemas.microsoft.com/office/drawing/2014/main" id="{04063D92-2DE0-5546-49E8-08575ABFCF8D}"/>
              </a:ext>
            </a:extLst>
          </p:cNvPr>
          <p:cNvSpPr txBox="1"/>
          <p:nvPr/>
        </p:nvSpPr>
        <p:spPr>
          <a:xfrm>
            <a:off x="6654802" y="3907597"/>
            <a:ext cx="570089" cy="230832"/>
          </a:xfrm>
          <a:prstGeom prst="rect">
            <a:avLst/>
          </a:prstGeom>
          <a:noFill/>
        </p:spPr>
        <p:txBody>
          <a:bodyPr wrap="square" rtlCol="0">
            <a:spAutoFit/>
          </a:bodyPr>
          <a:lstStyle/>
          <a:p>
            <a:pPr algn="ctr"/>
            <a:r>
              <a:rPr lang="en-US" sz="900" dirty="0"/>
              <a:t>157</a:t>
            </a:r>
          </a:p>
        </p:txBody>
      </p:sp>
      <p:sp>
        <p:nvSpPr>
          <p:cNvPr id="81" name="TextBox 80">
            <a:extLst>
              <a:ext uri="{FF2B5EF4-FFF2-40B4-BE49-F238E27FC236}">
                <a16:creationId xmlns:a16="http://schemas.microsoft.com/office/drawing/2014/main" id="{1A2BE5AA-493F-B145-FA73-8CB6D9196D22}"/>
              </a:ext>
            </a:extLst>
          </p:cNvPr>
          <p:cNvSpPr txBox="1"/>
          <p:nvPr/>
        </p:nvSpPr>
        <p:spPr>
          <a:xfrm>
            <a:off x="6654802" y="4408541"/>
            <a:ext cx="570089" cy="230832"/>
          </a:xfrm>
          <a:prstGeom prst="rect">
            <a:avLst/>
          </a:prstGeom>
          <a:noFill/>
        </p:spPr>
        <p:txBody>
          <a:bodyPr wrap="square" rtlCol="0">
            <a:spAutoFit/>
          </a:bodyPr>
          <a:lstStyle/>
          <a:p>
            <a:pPr algn="ctr"/>
            <a:r>
              <a:rPr lang="en-US" sz="900" dirty="0"/>
              <a:t>12</a:t>
            </a:r>
          </a:p>
        </p:txBody>
      </p:sp>
      <p:sp>
        <p:nvSpPr>
          <p:cNvPr id="83" name="TextBox 82">
            <a:extLst>
              <a:ext uri="{FF2B5EF4-FFF2-40B4-BE49-F238E27FC236}">
                <a16:creationId xmlns:a16="http://schemas.microsoft.com/office/drawing/2014/main" id="{26ABFCDE-351D-AF04-DF1B-B4AE13D4F447}"/>
              </a:ext>
            </a:extLst>
          </p:cNvPr>
          <p:cNvSpPr txBox="1"/>
          <p:nvPr/>
        </p:nvSpPr>
        <p:spPr>
          <a:xfrm>
            <a:off x="6654802" y="5040116"/>
            <a:ext cx="570089" cy="230832"/>
          </a:xfrm>
          <a:prstGeom prst="rect">
            <a:avLst/>
          </a:prstGeom>
          <a:noFill/>
        </p:spPr>
        <p:txBody>
          <a:bodyPr wrap="square" rtlCol="0">
            <a:spAutoFit/>
          </a:bodyPr>
          <a:lstStyle/>
          <a:p>
            <a:pPr algn="ctr"/>
            <a:r>
              <a:rPr lang="en-US" sz="900" dirty="0"/>
              <a:t>125</a:t>
            </a:r>
          </a:p>
        </p:txBody>
      </p:sp>
      <p:sp>
        <p:nvSpPr>
          <p:cNvPr id="84" name="TextBox 83">
            <a:extLst>
              <a:ext uri="{FF2B5EF4-FFF2-40B4-BE49-F238E27FC236}">
                <a16:creationId xmlns:a16="http://schemas.microsoft.com/office/drawing/2014/main" id="{CF4B0A14-3A0C-024F-777B-5837D8543B54}"/>
              </a:ext>
            </a:extLst>
          </p:cNvPr>
          <p:cNvSpPr txBox="1"/>
          <p:nvPr/>
        </p:nvSpPr>
        <p:spPr>
          <a:xfrm>
            <a:off x="5715003" y="3741226"/>
            <a:ext cx="462845" cy="584775"/>
          </a:xfrm>
          <a:prstGeom prst="rect">
            <a:avLst/>
          </a:prstGeom>
          <a:noFill/>
        </p:spPr>
        <p:txBody>
          <a:bodyPr wrap="square" rtlCol="0">
            <a:spAutoFit/>
          </a:bodyPr>
          <a:lstStyle/>
          <a:p>
            <a:pPr algn="ctr"/>
            <a:r>
              <a:rPr lang="en-US" sz="3200" dirty="0"/>
              <a:t>8</a:t>
            </a:r>
          </a:p>
        </p:txBody>
      </p:sp>
      <p:sp>
        <p:nvSpPr>
          <p:cNvPr id="21" name="TextBox 20">
            <a:extLst>
              <a:ext uri="{FF2B5EF4-FFF2-40B4-BE49-F238E27FC236}">
                <a16:creationId xmlns:a16="http://schemas.microsoft.com/office/drawing/2014/main" id="{439B4CC0-F239-986F-74F4-E95CC767D40E}"/>
              </a:ext>
            </a:extLst>
          </p:cNvPr>
          <p:cNvSpPr txBox="1"/>
          <p:nvPr/>
        </p:nvSpPr>
        <p:spPr>
          <a:xfrm>
            <a:off x="6214537" y="3741226"/>
            <a:ext cx="462845" cy="584775"/>
          </a:xfrm>
          <a:prstGeom prst="rect">
            <a:avLst/>
          </a:prstGeom>
          <a:noFill/>
        </p:spPr>
        <p:txBody>
          <a:bodyPr wrap="square" rtlCol="0">
            <a:spAutoFit/>
          </a:bodyPr>
          <a:lstStyle/>
          <a:p>
            <a:pPr algn="ctr"/>
            <a:r>
              <a:rPr lang="en-US" sz="3200" dirty="0"/>
              <a:t>9</a:t>
            </a:r>
          </a:p>
        </p:txBody>
      </p:sp>
      <p:sp>
        <p:nvSpPr>
          <p:cNvPr id="85" name="TextBox 84">
            <a:extLst>
              <a:ext uri="{FF2B5EF4-FFF2-40B4-BE49-F238E27FC236}">
                <a16:creationId xmlns:a16="http://schemas.microsoft.com/office/drawing/2014/main" id="{ECB51364-45E4-58D0-5DF2-4101C9F79618}"/>
              </a:ext>
            </a:extLst>
          </p:cNvPr>
          <p:cNvSpPr txBox="1"/>
          <p:nvPr/>
        </p:nvSpPr>
        <p:spPr>
          <a:xfrm>
            <a:off x="4216401" y="2231221"/>
            <a:ext cx="462845" cy="584775"/>
          </a:xfrm>
          <a:prstGeom prst="rect">
            <a:avLst/>
          </a:prstGeom>
          <a:noFill/>
        </p:spPr>
        <p:txBody>
          <a:bodyPr wrap="square" rtlCol="0">
            <a:spAutoFit/>
          </a:bodyPr>
          <a:lstStyle/>
          <a:p>
            <a:pPr algn="ctr"/>
            <a:r>
              <a:rPr lang="en-US" sz="3200" dirty="0"/>
              <a:t>8</a:t>
            </a:r>
          </a:p>
        </p:txBody>
      </p:sp>
      <p:sp>
        <p:nvSpPr>
          <p:cNvPr id="86" name="TextBox 85">
            <a:extLst>
              <a:ext uri="{FF2B5EF4-FFF2-40B4-BE49-F238E27FC236}">
                <a16:creationId xmlns:a16="http://schemas.microsoft.com/office/drawing/2014/main" id="{5647C678-E5AE-CFF3-1223-4E02E982B3D7}"/>
              </a:ext>
            </a:extLst>
          </p:cNvPr>
          <p:cNvSpPr txBox="1"/>
          <p:nvPr/>
        </p:nvSpPr>
        <p:spPr>
          <a:xfrm>
            <a:off x="5715003" y="2231221"/>
            <a:ext cx="462845" cy="584775"/>
          </a:xfrm>
          <a:prstGeom prst="rect">
            <a:avLst/>
          </a:prstGeom>
          <a:noFill/>
        </p:spPr>
        <p:txBody>
          <a:bodyPr wrap="square" rtlCol="0">
            <a:spAutoFit/>
          </a:bodyPr>
          <a:lstStyle/>
          <a:p>
            <a:pPr algn="ctr"/>
            <a:r>
              <a:rPr lang="en-US" sz="3200" dirty="0"/>
              <a:t>9</a:t>
            </a:r>
          </a:p>
        </p:txBody>
      </p:sp>
      <p:sp>
        <p:nvSpPr>
          <p:cNvPr id="13" name="TextBox 12">
            <a:extLst>
              <a:ext uri="{FF2B5EF4-FFF2-40B4-BE49-F238E27FC236}">
                <a16:creationId xmlns:a16="http://schemas.microsoft.com/office/drawing/2014/main" id="{A802FCD0-C5BA-5B32-F3F0-C8A41675B10C}"/>
              </a:ext>
            </a:extLst>
          </p:cNvPr>
          <p:cNvSpPr txBox="1"/>
          <p:nvPr/>
        </p:nvSpPr>
        <p:spPr>
          <a:xfrm>
            <a:off x="4216401" y="3237891"/>
            <a:ext cx="462845" cy="584775"/>
          </a:xfrm>
          <a:prstGeom prst="rect">
            <a:avLst/>
          </a:prstGeom>
          <a:noFill/>
        </p:spPr>
        <p:txBody>
          <a:bodyPr wrap="square" rtlCol="0">
            <a:spAutoFit/>
          </a:bodyPr>
          <a:lstStyle/>
          <a:p>
            <a:pPr algn="ctr"/>
            <a:r>
              <a:rPr lang="en-US" sz="3200" dirty="0"/>
              <a:t>9</a:t>
            </a:r>
          </a:p>
        </p:txBody>
      </p:sp>
      <p:sp>
        <p:nvSpPr>
          <p:cNvPr id="16" name="TextBox 15">
            <a:extLst>
              <a:ext uri="{FF2B5EF4-FFF2-40B4-BE49-F238E27FC236}">
                <a16:creationId xmlns:a16="http://schemas.microsoft.com/office/drawing/2014/main" id="{7C1C8A69-6A0C-3BFD-BA0F-E90210DEE05D}"/>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63" name="TextBox 62">
            <a:extLst>
              <a:ext uri="{FF2B5EF4-FFF2-40B4-BE49-F238E27FC236}">
                <a16:creationId xmlns:a16="http://schemas.microsoft.com/office/drawing/2014/main" id="{82A671C4-E362-D5D6-0442-3B1359B58D21}"/>
              </a:ext>
            </a:extLst>
          </p:cNvPr>
          <p:cNvSpPr txBox="1"/>
          <p:nvPr/>
        </p:nvSpPr>
        <p:spPr>
          <a:xfrm>
            <a:off x="6714071" y="3237891"/>
            <a:ext cx="462845" cy="584775"/>
          </a:xfrm>
          <a:prstGeom prst="rect">
            <a:avLst/>
          </a:prstGeom>
          <a:noFill/>
        </p:spPr>
        <p:txBody>
          <a:bodyPr wrap="square" rtlCol="0">
            <a:spAutoFit/>
          </a:bodyPr>
          <a:lstStyle/>
          <a:p>
            <a:pPr algn="ctr"/>
            <a:r>
              <a:rPr lang="en-US" sz="3200" dirty="0"/>
              <a:t>6</a:t>
            </a:r>
          </a:p>
        </p:txBody>
      </p:sp>
      <p:sp>
        <p:nvSpPr>
          <p:cNvPr id="87" name="TextBox 86">
            <a:extLst>
              <a:ext uri="{FF2B5EF4-FFF2-40B4-BE49-F238E27FC236}">
                <a16:creationId xmlns:a16="http://schemas.microsoft.com/office/drawing/2014/main" id="{FA6DAD1B-D710-1BBF-413E-A52341AEFBCF}"/>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88" name="TextBox 87">
            <a:extLst>
              <a:ext uri="{FF2B5EF4-FFF2-40B4-BE49-F238E27FC236}">
                <a16:creationId xmlns:a16="http://schemas.microsoft.com/office/drawing/2014/main" id="{B182DD6F-098E-AD3E-9D03-3FAFEB145802}"/>
              </a:ext>
            </a:extLst>
          </p:cNvPr>
          <p:cNvSpPr txBox="1"/>
          <p:nvPr/>
        </p:nvSpPr>
        <p:spPr>
          <a:xfrm>
            <a:off x="7213604" y="4244561"/>
            <a:ext cx="462845" cy="584775"/>
          </a:xfrm>
          <a:prstGeom prst="rect">
            <a:avLst/>
          </a:prstGeom>
          <a:noFill/>
        </p:spPr>
        <p:txBody>
          <a:bodyPr wrap="square" rtlCol="0">
            <a:spAutoFit/>
          </a:bodyPr>
          <a:lstStyle/>
          <a:p>
            <a:pPr algn="ctr"/>
            <a:r>
              <a:rPr lang="en-US" sz="3200" dirty="0"/>
              <a:t>6</a:t>
            </a:r>
          </a:p>
        </p:txBody>
      </p:sp>
      <p:sp>
        <p:nvSpPr>
          <p:cNvPr id="47" name="TextBox 46">
            <a:extLst>
              <a:ext uri="{FF2B5EF4-FFF2-40B4-BE49-F238E27FC236}">
                <a16:creationId xmlns:a16="http://schemas.microsoft.com/office/drawing/2014/main" id="{1C99CC30-7F12-27C4-EC12-923B1313159A}"/>
              </a:ext>
            </a:extLst>
          </p:cNvPr>
          <p:cNvSpPr txBox="1"/>
          <p:nvPr/>
        </p:nvSpPr>
        <p:spPr>
          <a:xfrm>
            <a:off x="7213604" y="3741226"/>
            <a:ext cx="462845" cy="584775"/>
          </a:xfrm>
          <a:prstGeom prst="rect">
            <a:avLst/>
          </a:prstGeom>
          <a:noFill/>
        </p:spPr>
        <p:txBody>
          <a:bodyPr wrap="square" rtlCol="0">
            <a:spAutoFit/>
          </a:bodyPr>
          <a:lstStyle/>
          <a:p>
            <a:pPr algn="ctr"/>
            <a:r>
              <a:rPr lang="en-US" sz="3200" dirty="0"/>
              <a:t>7</a:t>
            </a:r>
          </a:p>
        </p:txBody>
      </p:sp>
    </p:spTree>
    <p:extLst>
      <p:ext uri="{BB962C8B-B14F-4D97-AF65-F5344CB8AC3E}">
        <p14:creationId xmlns:p14="http://schemas.microsoft.com/office/powerpoint/2010/main" val="138641970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54287-2AF7-ED69-A466-5EA8A74330B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3471F5D-61D2-1706-2E5C-EFD41BBC3A24}"/>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0F0F3502-BC34-7B30-7738-DC265BBCFCAF}"/>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1A368B34-C22B-19C0-3E5F-9246A1C0B9EF}"/>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3223D796-14C7-5682-50C3-11A9CCA5FDB3}"/>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81768005-F140-F8D6-D19D-5D455482A1EE}"/>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6E29E467-7DF8-D80E-78BB-2B0DA6744DFC}"/>
              </a:ext>
            </a:extLst>
          </p:cNvPr>
          <p:cNvSpPr txBox="1"/>
          <p:nvPr/>
        </p:nvSpPr>
        <p:spPr>
          <a:xfrm>
            <a:off x="3716867" y="2231221"/>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93C0B0D9-CF11-A6C8-99B5-7401EF58D043}"/>
              </a:ext>
            </a:extLst>
          </p:cNvPr>
          <p:cNvSpPr txBox="1"/>
          <p:nvPr/>
        </p:nvSpPr>
        <p:spPr>
          <a:xfrm>
            <a:off x="3217333" y="4747898"/>
            <a:ext cx="462845" cy="584775"/>
          </a:xfrm>
          <a:prstGeom prst="rect">
            <a:avLst/>
          </a:prstGeom>
          <a:noFill/>
        </p:spPr>
        <p:txBody>
          <a:bodyPr wrap="square" rtlCol="0">
            <a:spAutoFit/>
          </a:bodyPr>
          <a:lstStyle/>
          <a:p>
            <a:pPr algn="ctr"/>
            <a:r>
              <a:rPr lang="en-US" sz="3200" dirty="0"/>
              <a:t>6</a:t>
            </a:r>
          </a:p>
        </p:txBody>
      </p:sp>
      <p:sp>
        <p:nvSpPr>
          <p:cNvPr id="11" name="TextBox 10">
            <a:extLst>
              <a:ext uri="{FF2B5EF4-FFF2-40B4-BE49-F238E27FC236}">
                <a16:creationId xmlns:a16="http://schemas.microsoft.com/office/drawing/2014/main" id="{2399ABD3-380F-2326-9FDD-728081451552}"/>
              </a:ext>
            </a:extLst>
          </p:cNvPr>
          <p:cNvSpPr txBox="1"/>
          <p:nvPr/>
        </p:nvSpPr>
        <p:spPr>
          <a:xfrm>
            <a:off x="7213604" y="4747898"/>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E080516D-CE56-1F15-9BC7-08DBB65BB46F}"/>
              </a:ext>
            </a:extLst>
          </p:cNvPr>
          <p:cNvSpPr txBox="1"/>
          <p:nvPr/>
        </p:nvSpPr>
        <p:spPr>
          <a:xfrm>
            <a:off x="6214537" y="2734556"/>
            <a:ext cx="462845" cy="584775"/>
          </a:xfrm>
          <a:prstGeom prst="rect">
            <a:avLst/>
          </a:prstGeom>
          <a:noFill/>
        </p:spPr>
        <p:txBody>
          <a:bodyPr wrap="square" rtlCol="0">
            <a:spAutoFit/>
          </a:bodyPr>
          <a:lstStyle/>
          <a:p>
            <a:pPr algn="ctr"/>
            <a:r>
              <a:rPr lang="en-US" sz="3200" dirty="0"/>
              <a:t>3</a:t>
            </a:r>
          </a:p>
        </p:txBody>
      </p:sp>
      <p:sp>
        <p:nvSpPr>
          <p:cNvPr id="18" name="TextBox 17">
            <a:extLst>
              <a:ext uri="{FF2B5EF4-FFF2-40B4-BE49-F238E27FC236}">
                <a16:creationId xmlns:a16="http://schemas.microsoft.com/office/drawing/2014/main" id="{F2F20253-4BCA-D303-6E5B-C98CC2BEB84C}"/>
              </a:ext>
            </a:extLst>
          </p:cNvPr>
          <p:cNvSpPr txBox="1"/>
          <p:nvPr/>
        </p:nvSpPr>
        <p:spPr>
          <a:xfrm>
            <a:off x="6654802" y="2404765"/>
            <a:ext cx="570089" cy="230832"/>
          </a:xfrm>
          <a:prstGeom prst="rect">
            <a:avLst/>
          </a:prstGeom>
          <a:noFill/>
        </p:spPr>
        <p:txBody>
          <a:bodyPr wrap="square" rtlCol="0">
            <a:spAutoFit/>
          </a:bodyPr>
          <a:lstStyle/>
          <a:p>
            <a:pPr algn="ctr"/>
            <a:r>
              <a:rPr lang="en-US" sz="900" dirty="0"/>
              <a:t>24</a:t>
            </a:r>
          </a:p>
        </p:txBody>
      </p:sp>
      <p:sp>
        <p:nvSpPr>
          <p:cNvPr id="19" name="TextBox 18">
            <a:extLst>
              <a:ext uri="{FF2B5EF4-FFF2-40B4-BE49-F238E27FC236}">
                <a16:creationId xmlns:a16="http://schemas.microsoft.com/office/drawing/2014/main" id="{6E2CDF68-8100-5F9B-52C7-5C552B58BFAE}"/>
              </a:ext>
            </a:extLst>
          </p:cNvPr>
          <p:cNvSpPr txBox="1"/>
          <p:nvPr/>
        </p:nvSpPr>
        <p:spPr>
          <a:xfrm>
            <a:off x="7157158" y="2404765"/>
            <a:ext cx="570089" cy="230832"/>
          </a:xfrm>
          <a:prstGeom prst="rect">
            <a:avLst/>
          </a:prstGeom>
          <a:noFill/>
        </p:spPr>
        <p:txBody>
          <a:bodyPr wrap="square" rtlCol="0">
            <a:spAutoFit/>
          </a:bodyPr>
          <a:lstStyle/>
          <a:p>
            <a:pPr algn="ctr"/>
            <a:r>
              <a:rPr lang="en-US" sz="900" dirty="0"/>
              <a:t>42</a:t>
            </a:r>
          </a:p>
        </p:txBody>
      </p:sp>
      <p:sp>
        <p:nvSpPr>
          <p:cNvPr id="23" name="TextBox 22">
            <a:extLst>
              <a:ext uri="{FF2B5EF4-FFF2-40B4-BE49-F238E27FC236}">
                <a16:creationId xmlns:a16="http://schemas.microsoft.com/office/drawing/2014/main" id="{8FD1EA04-8B2B-0ED1-4C3B-498E34277347}"/>
              </a:ext>
            </a:extLst>
          </p:cNvPr>
          <p:cNvSpPr txBox="1"/>
          <p:nvPr/>
        </p:nvSpPr>
        <p:spPr>
          <a:xfrm>
            <a:off x="6214537" y="721216"/>
            <a:ext cx="462845" cy="584775"/>
          </a:xfrm>
          <a:prstGeom prst="rect">
            <a:avLst/>
          </a:prstGeom>
          <a:noFill/>
        </p:spPr>
        <p:txBody>
          <a:bodyPr wrap="square" rtlCol="0">
            <a:spAutoFit/>
          </a:bodyPr>
          <a:lstStyle/>
          <a:p>
            <a:pPr algn="ctr"/>
            <a:r>
              <a:rPr lang="en-US" sz="3200" dirty="0"/>
              <a:t>2</a:t>
            </a:r>
          </a:p>
        </p:txBody>
      </p:sp>
      <p:sp>
        <p:nvSpPr>
          <p:cNvPr id="24" name="TextBox 23">
            <a:extLst>
              <a:ext uri="{FF2B5EF4-FFF2-40B4-BE49-F238E27FC236}">
                <a16:creationId xmlns:a16="http://schemas.microsoft.com/office/drawing/2014/main" id="{24FAA6F5-6F17-123E-7BAC-4B33C8EC818B}"/>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0B1E8DDE-6893-1818-B194-431E656FD666}"/>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30" name="TextBox 29">
            <a:extLst>
              <a:ext uri="{FF2B5EF4-FFF2-40B4-BE49-F238E27FC236}">
                <a16:creationId xmlns:a16="http://schemas.microsoft.com/office/drawing/2014/main" id="{1A0BD286-2F5C-D802-C11B-A5A21298574B}"/>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CBAAEB13-3BDC-EC46-FB85-84F056E76D35}"/>
              </a:ext>
            </a:extLst>
          </p:cNvPr>
          <p:cNvSpPr txBox="1"/>
          <p:nvPr/>
        </p:nvSpPr>
        <p:spPr>
          <a:xfrm>
            <a:off x="3217333" y="721216"/>
            <a:ext cx="462845" cy="584775"/>
          </a:xfrm>
          <a:prstGeom prst="rect">
            <a:avLst/>
          </a:prstGeom>
          <a:noFill/>
        </p:spPr>
        <p:txBody>
          <a:bodyPr wrap="square" rtlCol="0">
            <a:spAutoFit/>
          </a:bodyPr>
          <a:lstStyle/>
          <a:p>
            <a:pPr algn="ctr"/>
            <a:r>
              <a:rPr lang="en-US" sz="3200" dirty="0"/>
              <a:t>4</a:t>
            </a:r>
          </a:p>
        </p:txBody>
      </p:sp>
      <p:sp>
        <p:nvSpPr>
          <p:cNvPr id="35" name="TextBox 34">
            <a:extLst>
              <a:ext uri="{FF2B5EF4-FFF2-40B4-BE49-F238E27FC236}">
                <a16:creationId xmlns:a16="http://schemas.microsoft.com/office/drawing/2014/main" id="{0DD80915-EA6A-7795-CADA-5050D1A2DDDC}"/>
              </a:ext>
            </a:extLst>
          </p:cNvPr>
          <p:cNvSpPr txBox="1"/>
          <p:nvPr/>
        </p:nvSpPr>
        <p:spPr>
          <a:xfrm>
            <a:off x="4216401" y="1224551"/>
            <a:ext cx="462845" cy="584775"/>
          </a:xfrm>
          <a:prstGeom prst="rect">
            <a:avLst/>
          </a:prstGeom>
          <a:noFill/>
        </p:spPr>
        <p:txBody>
          <a:bodyPr wrap="square" rtlCol="0">
            <a:spAutoFit/>
          </a:bodyPr>
          <a:lstStyle/>
          <a:p>
            <a:pPr algn="ctr"/>
            <a:r>
              <a:rPr lang="en-US" sz="3200" dirty="0"/>
              <a:t>1</a:t>
            </a:r>
          </a:p>
        </p:txBody>
      </p:sp>
      <p:sp>
        <p:nvSpPr>
          <p:cNvPr id="36" name="TextBox 35">
            <a:extLst>
              <a:ext uri="{FF2B5EF4-FFF2-40B4-BE49-F238E27FC236}">
                <a16:creationId xmlns:a16="http://schemas.microsoft.com/office/drawing/2014/main" id="{E31B4FB0-FA88-3C16-7554-90DA1FC704EB}"/>
              </a:ext>
            </a:extLst>
          </p:cNvPr>
          <p:cNvSpPr txBox="1"/>
          <p:nvPr/>
        </p:nvSpPr>
        <p:spPr>
          <a:xfrm>
            <a:off x="5215469" y="721216"/>
            <a:ext cx="462845" cy="584775"/>
          </a:xfrm>
          <a:prstGeom prst="rect">
            <a:avLst/>
          </a:prstGeom>
          <a:noFill/>
        </p:spPr>
        <p:txBody>
          <a:bodyPr wrap="square" rtlCol="0">
            <a:spAutoFit/>
          </a:bodyPr>
          <a:lstStyle/>
          <a:p>
            <a:pPr algn="ctr"/>
            <a:r>
              <a:rPr lang="en-US" sz="3200" dirty="0"/>
              <a:t>1</a:t>
            </a:r>
          </a:p>
        </p:txBody>
      </p:sp>
      <p:sp>
        <p:nvSpPr>
          <p:cNvPr id="40" name="TextBox 39">
            <a:extLst>
              <a:ext uri="{FF2B5EF4-FFF2-40B4-BE49-F238E27FC236}">
                <a16:creationId xmlns:a16="http://schemas.microsoft.com/office/drawing/2014/main" id="{6EA6B028-7AF1-6660-CED6-B5C13C4EE173}"/>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42" name="TextBox 41">
            <a:extLst>
              <a:ext uri="{FF2B5EF4-FFF2-40B4-BE49-F238E27FC236}">
                <a16:creationId xmlns:a16="http://schemas.microsoft.com/office/drawing/2014/main" id="{0795856F-C5B4-9DEC-535D-04C9C31453DF}"/>
              </a:ext>
            </a:extLst>
          </p:cNvPr>
          <p:cNvSpPr txBox="1"/>
          <p:nvPr/>
        </p:nvSpPr>
        <p:spPr>
          <a:xfrm>
            <a:off x="5715003" y="1224551"/>
            <a:ext cx="462845" cy="584775"/>
          </a:xfrm>
          <a:prstGeom prst="rect">
            <a:avLst/>
          </a:prstGeom>
          <a:noFill/>
        </p:spPr>
        <p:txBody>
          <a:bodyPr wrap="square" rtlCol="0">
            <a:spAutoFit/>
          </a:bodyPr>
          <a:lstStyle/>
          <a:p>
            <a:pPr algn="ctr"/>
            <a:r>
              <a:rPr lang="en-US" sz="3200" dirty="0"/>
              <a:t>2</a:t>
            </a:r>
          </a:p>
        </p:txBody>
      </p:sp>
      <p:sp>
        <p:nvSpPr>
          <p:cNvPr id="43" name="TextBox 42">
            <a:extLst>
              <a:ext uri="{FF2B5EF4-FFF2-40B4-BE49-F238E27FC236}">
                <a16:creationId xmlns:a16="http://schemas.microsoft.com/office/drawing/2014/main" id="{106E73EC-B879-A239-03D9-FB282A1D3FC0}"/>
              </a:ext>
            </a:extLst>
          </p:cNvPr>
          <p:cNvSpPr txBox="1"/>
          <p:nvPr/>
        </p:nvSpPr>
        <p:spPr>
          <a:xfrm>
            <a:off x="4645378" y="1533509"/>
            <a:ext cx="570089" cy="230832"/>
          </a:xfrm>
          <a:prstGeom prst="rect">
            <a:avLst/>
          </a:prstGeom>
          <a:noFill/>
        </p:spPr>
        <p:txBody>
          <a:bodyPr wrap="square" rtlCol="0">
            <a:spAutoFit/>
          </a:bodyPr>
          <a:lstStyle/>
          <a:p>
            <a:pPr algn="ctr"/>
            <a:r>
              <a:rPr lang="en-US" sz="900" dirty="0"/>
              <a:t>39</a:t>
            </a:r>
          </a:p>
        </p:txBody>
      </p:sp>
      <p:sp>
        <p:nvSpPr>
          <p:cNvPr id="44" name="TextBox 43">
            <a:extLst>
              <a:ext uri="{FF2B5EF4-FFF2-40B4-BE49-F238E27FC236}">
                <a16:creationId xmlns:a16="http://schemas.microsoft.com/office/drawing/2014/main" id="{DEBAF4CF-C11E-C229-652F-D69615D1CA9C}"/>
              </a:ext>
            </a:extLst>
          </p:cNvPr>
          <p:cNvSpPr txBox="1"/>
          <p:nvPr/>
        </p:nvSpPr>
        <p:spPr>
          <a:xfrm>
            <a:off x="5147734" y="1533509"/>
            <a:ext cx="570089" cy="230832"/>
          </a:xfrm>
          <a:prstGeom prst="rect">
            <a:avLst/>
          </a:prstGeom>
          <a:noFill/>
        </p:spPr>
        <p:txBody>
          <a:bodyPr wrap="square" rtlCol="0">
            <a:spAutoFit/>
          </a:bodyPr>
          <a:lstStyle/>
          <a:p>
            <a:pPr algn="ctr"/>
            <a:r>
              <a:rPr lang="en-US" sz="900" dirty="0"/>
              <a:t>93</a:t>
            </a:r>
          </a:p>
        </p:txBody>
      </p:sp>
      <p:sp>
        <p:nvSpPr>
          <p:cNvPr id="51" name="TextBox 50">
            <a:extLst>
              <a:ext uri="{FF2B5EF4-FFF2-40B4-BE49-F238E27FC236}">
                <a16:creationId xmlns:a16="http://schemas.microsoft.com/office/drawing/2014/main" id="{B4DCD724-8AAA-91B9-019B-960315F5158A}"/>
              </a:ext>
            </a:extLst>
          </p:cNvPr>
          <p:cNvSpPr txBox="1"/>
          <p:nvPr/>
        </p:nvSpPr>
        <p:spPr>
          <a:xfrm>
            <a:off x="5215469" y="2231221"/>
            <a:ext cx="462845" cy="584775"/>
          </a:xfrm>
          <a:prstGeom prst="rect">
            <a:avLst/>
          </a:prstGeom>
          <a:noFill/>
        </p:spPr>
        <p:txBody>
          <a:bodyPr wrap="square" rtlCol="0">
            <a:spAutoFit/>
          </a:bodyPr>
          <a:lstStyle/>
          <a:p>
            <a:pPr algn="ctr"/>
            <a:r>
              <a:rPr lang="en-US" sz="3200" dirty="0"/>
              <a:t>6</a:t>
            </a:r>
          </a:p>
        </p:txBody>
      </p:sp>
      <p:sp>
        <p:nvSpPr>
          <p:cNvPr id="15" name="TextBox 14">
            <a:extLst>
              <a:ext uri="{FF2B5EF4-FFF2-40B4-BE49-F238E27FC236}">
                <a16:creationId xmlns:a16="http://schemas.microsoft.com/office/drawing/2014/main" id="{1A057403-03BE-E65F-0E54-79A9986900A3}"/>
              </a:ext>
            </a:extLst>
          </p:cNvPr>
          <p:cNvSpPr txBox="1"/>
          <p:nvPr/>
        </p:nvSpPr>
        <p:spPr>
          <a:xfrm>
            <a:off x="3217333" y="2734556"/>
            <a:ext cx="462845" cy="584775"/>
          </a:xfrm>
          <a:prstGeom prst="rect">
            <a:avLst/>
          </a:prstGeom>
          <a:noFill/>
        </p:spPr>
        <p:txBody>
          <a:bodyPr wrap="square" rtlCol="0">
            <a:spAutoFit/>
          </a:bodyPr>
          <a:lstStyle/>
          <a:p>
            <a:pPr algn="ctr"/>
            <a:r>
              <a:rPr lang="en-US" sz="3200" dirty="0"/>
              <a:t>7</a:t>
            </a:r>
          </a:p>
        </p:txBody>
      </p:sp>
      <p:sp>
        <p:nvSpPr>
          <p:cNvPr id="52" name="TextBox 51">
            <a:extLst>
              <a:ext uri="{FF2B5EF4-FFF2-40B4-BE49-F238E27FC236}">
                <a16:creationId xmlns:a16="http://schemas.microsoft.com/office/drawing/2014/main" id="{513ACE00-39E6-5B40-5FA9-219BFB3A6BF0}"/>
              </a:ext>
            </a:extLst>
          </p:cNvPr>
          <p:cNvSpPr txBox="1"/>
          <p:nvPr/>
        </p:nvSpPr>
        <p:spPr>
          <a:xfrm>
            <a:off x="3716867" y="2734556"/>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8AC69659-0F52-B660-FCE9-83053AE77914}"/>
              </a:ext>
            </a:extLst>
          </p:cNvPr>
          <p:cNvSpPr txBox="1"/>
          <p:nvPr/>
        </p:nvSpPr>
        <p:spPr>
          <a:xfrm>
            <a:off x="3716867" y="1727886"/>
            <a:ext cx="462845" cy="584775"/>
          </a:xfrm>
          <a:prstGeom prst="rect">
            <a:avLst/>
          </a:prstGeom>
          <a:noFill/>
        </p:spPr>
        <p:txBody>
          <a:bodyPr wrap="square" rtlCol="0">
            <a:spAutoFit/>
          </a:bodyPr>
          <a:lstStyle/>
          <a:p>
            <a:pPr algn="ctr"/>
            <a:r>
              <a:rPr lang="en-US" sz="3200" dirty="0"/>
              <a:t>7</a:t>
            </a:r>
          </a:p>
        </p:txBody>
      </p:sp>
      <p:sp>
        <p:nvSpPr>
          <p:cNvPr id="33" name="TextBox 32">
            <a:extLst>
              <a:ext uri="{FF2B5EF4-FFF2-40B4-BE49-F238E27FC236}">
                <a16:creationId xmlns:a16="http://schemas.microsoft.com/office/drawing/2014/main" id="{3DB59183-F122-1C33-911B-8EDC8F894D00}"/>
              </a:ext>
            </a:extLst>
          </p:cNvPr>
          <p:cNvSpPr txBox="1"/>
          <p:nvPr/>
        </p:nvSpPr>
        <p:spPr>
          <a:xfrm>
            <a:off x="3138310" y="3907597"/>
            <a:ext cx="570089" cy="230832"/>
          </a:xfrm>
          <a:prstGeom prst="rect">
            <a:avLst/>
          </a:prstGeom>
          <a:noFill/>
        </p:spPr>
        <p:txBody>
          <a:bodyPr wrap="square" rtlCol="0">
            <a:spAutoFit/>
          </a:bodyPr>
          <a:lstStyle/>
          <a:p>
            <a:pPr algn="ctr"/>
            <a:r>
              <a:rPr lang="en-US" sz="900" dirty="0"/>
              <a:t>15</a:t>
            </a:r>
          </a:p>
        </p:txBody>
      </p:sp>
      <p:sp>
        <p:nvSpPr>
          <p:cNvPr id="53" name="TextBox 52">
            <a:extLst>
              <a:ext uri="{FF2B5EF4-FFF2-40B4-BE49-F238E27FC236}">
                <a16:creationId xmlns:a16="http://schemas.microsoft.com/office/drawing/2014/main" id="{0EF52D25-18AD-853A-7979-75B875496558}"/>
              </a:ext>
            </a:extLst>
          </p:cNvPr>
          <p:cNvSpPr txBox="1"/>
          <p:nvPr/>
        </p:nvSpPr>
        <p:spPr>
          <a:xfrm>
            <a:off x="3138310" y="4408541"/>
            <a:ext cx="570089" cy="230832"/>
          </a:xfrm>
          <a:prstGeom prst="rect">
            <a:avLst/>
          </a:prstGeom>
          <a:noFill/>
        </p:spPr>
        <p:txBody>
          <a:bodyPr wrap="square" rtlCol="0">
            <a:spAutoFit/>
          </a:bodyPr>
          <a:lstStyle/>
          <a:p>
            <a:pPr algn="ctr"/>
            <a:r>
              <a:rPr lang="en-US" sz="900" dirty="0"/>
              <a:t>51</a:t>
            </a:r>
          </a:p>
        </p:txBody>
      </p:sp>
      <p:sp>
        <p:nvSpPr>
          <p:cNvPr id="66" name="TextBox 65">
            <a:extLst>
              <a:ext uri="{FF2B5EF4-FFF2-40B4-BE49-F238E27FC236}">
                <a16:creationId xmlns:a16="http://schemas.microsoft.com/office/drawing/2014/main" id="{22A97780-F8C6-9C1C-2DF4-EE984C8EB2C2}"/>
              </a:ext>
            </a:extLst>
          </p:cNvPr>
          <p:cNvSpPr txBox="1"/>
          <p:nvPr/>
        </p:nvSpPr>
        <p:spPr>
          <a:xfrm>
            <a:off x="4216401" y="2734556"/>
            <a:ext cx="462845" cy="584775"/>
          </a:xfrm>
          <a:prstGeom prst="rect">
            <a:avLst/>
          </a:prstGeom>
          <a:noFill/>
        </p:spPr>
        <p:txBody>
          <a:bodyPr wrap="square" rtlCol="0">
            <a:spAutoFit/>
          </a:bodyPr>
          <a:lstStyle/>
          <a:p>
            <a:pPr algn="ctr"/>
            <a:r>
              <a:rPr lang="en-US" sz="3200" dirty="0"/>
              <a:t>5</a:t>
            </a:r>
          </a:p>
        </p:txBody>
      </p:sp>
      <p:sp>
        <p:nvSpPr>
          <p:cNvPr id="67" name="TextBox 66">
            <a:extLst>
              <a:ext uri="{FF2B5EF4-FFF2-40B4-BE49-F238E27FC236}">
                <a16:creationId xmlns:a16="http://schemas.microsoft.com/office/drawing/2014/main" id="{204CC47E-C531-7191-7178-D1201B67370E}"/>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68" name="TextBox 67">
            <a:extLst>
              <a:ext uri="{FF2B5EF4-FFF2-40B4-BE49-F238E27FC236}">
                <a16:creationId xmlns:a16="http://schemas.microsoft.com/office/drawing/2014/main" id="{1FE0B3B5-4A45-76EE-FEBA-F7F6B3702513}"/>
              </a:ext>
            </a:extLst>
          </p:cNvPr>
          <p:cNvSpPr txBox="1"/>
          <p:nvPr/>
        </p:nvSpPr>
        <p:spPr>
          <a:xfrm>
            <a:off x="3716867" y="3237891"/>
            <a:ext cx="462845" cy="584775"/>
          </a:xfrm>
          <a:prstGeom prst="rect">
            <a:avLst/>
          </a:prstGeom>
          <a:noFill/>
        </p:spPr>
        <p:txBody>
          <a:bodyPr wrap="square" rtlCol="0">
            <a:spAutoFit/>
          </a:bodyPr>
          <a:lstStyle/>
          <a:p>
            <a:pPr algn="ctr"/>
            <a:r>
              <a:rPr lang="en-US" sz="3200" dirty="0"/>
              <a:t>4</a:t>
            </a:r>
          </a:p>
        </p:txBody>
      </p:sp>
      <p:sp>
        <p:nvSpPr>
          <p:cNvPr id="9" name="TextBox 8">
            <a:extLst>
              <a:ext uri="{FF2B5EF4-FFF2-40B4-BE49-F238E27FC236}">
                <a16:creationId xmlns:a16="http://schemas.microsoft.com/office/drawing/2014/main" id="{BA29117C-A0E2-337B-42B5-55EE62660B4B}"/>
              </a:ext>
            </a:extLst>
          </p:cNvPr>
          <p:cNvSpPr txBox="1"/>
          <p:nvPr/>
        </p:nvSpPr>
        <p:spPr>
          <a:xfrm>
            <a:off x="5215469" y="2734556"/>
            <a:ext cx="462845" cy="584775"/>
          </a:xfrm>
          <a:prstGeom prst="rect">
            <a:avLst/>
          </a:prstGeom>
          <a:noFill/>
        </p:spPr>
        <p:txBody>
          <a:bodyPr wrap="square" rtlCol="0">
            <a:spAutoFit/>
          </a:bodyPr>
          <a:lstStyle/>
          <a:p>
            <a:pPr algn="ctr"/>
            <a:r>
              <a:rPr lang="en-US" sz="3200" dirty="0"/>
              <a:t>2</a:t>
            </a:r>
          </a:p>
        </p:txBody>
      </p:sp>
      <p:sp>
        <p:nvSpPr>
          <p:cNvPr id="45" name="TextBox 44">
            <a:extLst>
              <a:ext uri="{FF2B5EF4-FFF2-40B4-BE49-F238E27FC236}">
                <a16:creationId xmlns:a16="http://schemas.microsoft.com/office/drawing/2014/main" id="{5FD7DCC8-4FA6-651D-5995-97D6595DEE5F}"/>
              </a:ext>
            </a:extLst>
          </p:cNvPr>
          <p:cNvSpPr txBox="1"/>
          <p:nvPr/>
        </p:nvSpPr>
        <p:spPr>
          <a:xfrm>
            <a:off x="7213604" y="2734556"/>
            <a:ext cx="462845" cy="584775"/>
          </a:xfrm>
          <a:prstGeom prst="rect">
            <a:avLst/>
          </a:prstGeom>
          <a:noFill/>
        </p:spPr>
        <p:txBody>
          <a:bodyPr wrap="square" rtlCol="0">
            <a:spAutoFit/>
          </a:bodyPr>
          <a:lstStyle/>
          <a:p>
            <a:pPr algn="ctr"/>
            <a:r>
              <a:rPr lang="en-US" sz="3200" dirty="0"/>
              <a:t>9</a:t>
            </a:r>
          </a:p>
        </p:txBody>
      </p:sp>
      <p:sp>
        <p:nvSpPr>
          <p:cNvPr id="46" name="TextBox 45">
            <a:extLst>
              <a:ext uri="{FF2B5EF4-FFF2-40B4-BE49-F238E27FC236}">
                <a16:creationId xmlns:a16="http://schemas.microsoft.com/office/drawing/2014/main" id="{5EEE7A0E-A5A7-8C53-E8F1-54069AB98BDF}"/>
              </a:ext>
            </a:extLst>
          </p:cNvPr>
          <p:cNvSpPr txBox="1"/>
          <p:nvPr/>
        </p:nvSpPr>
        <p:spPr>
          <a:xfrm>
            <a:off x="6714071" y="2734556"/>
            <a:ext cx="462845" cy="584775"/>
          </a:xfrm>
          <a:prstGeom prst="rect">
            <a:avLst/>
          </a:prstGeom>
          <a:noFill/>
        </p:spPr>
        <p:txBody>
          <a:bodyPr wrap="square" rtlCol="0">
            <a:spAutoFit/>
          </a:bodyPr>
          <a:lstStyle/>
          <a:p>
            <a:pPr algn="ctr"/>
            <a:r>
              <a:rPr lang="en-US" sz="3200" dirty="0"/>
              <a:t>8</a:t>
            </a:r>
          </a:p>
        </p:txBody>
      </p:sp>
      <p:sp>
        <p:nvSpPr>
          <p:cNvPr id="50" name="TextBox 49">
            <a:extLst>
              <a:ext uri="{FF2B5EF4-FFF2-40B4-BE49-F238E27FC236}">
                <a16:creationId xmlns:a16="http://schemas.microsoft.com/office/drawing/2014/main" id="{58DA5578-2FA2-A401-1D03-92210EC4D140}"/>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54" name="TextBox 53">
            <a:extLst>
              <a:ext uri="{FF2B5EF4-FFF2-40B4-BE49-F238E27FC236}">
                <a16:creationId xmlns:a16="http://schemas.microsoft.com/office/drawing/2014/main" id="{81F88FE0-BA1E-EB8B-1D6B-0CFAF0CB9D33}"/>
              </a:ext>
            </a:extLst>
          </p:cNvPr>
          <p:cNvSpPr txBox="1"/>
          <p:nvPr/>
        </p:nvSpPr>
        <p:spPr>
          <a:xfrm>
            <a:off x="3716867" y="721216"/>
            <a:ext cx="462845" cy="584775"/>
          </a:xfrm>
          <a:prstGeom prst="rect">
            <a:avLst/>
          </a:prstGeom>
          <a:noFill/>
        </p:spPr>
        <p:txBody>
          <a:bodyPr wrap="square" rtlCol="0">
            <a:spAutoFit/>
          </a:bodyPr>
          <a:lstStyle/>
          <a:p>
            <a:pPr algn="ctr"/>
            <a:r>
              <a:rPr lang="en-US" sz="3200" dirty="0"/>
              <a:t>3</a:t>
            </a:r>
          </a:p>
        </p:txBody>
      </p:sp>
      <p:sp>
        <p:nvSpPr>
          <p:cNvPr id="55" name="TextBox 54">
            <a:extLst>
              <a:ext uri="{FF2B5EF4-FFF2-40B4-BE49-F238E27FC236}">
                <a16:creationId xmlns:a16="http://schemas.microsoft.com/office/drawing/2014/main" id="{6B9A080C-56D8-3D64-CCF2-0E1BD69F46FC}"/>
              </a:ext>
            </a:extLst>
          </p:cNvPr>
          <p:cNvSpPr txBox="1"/>
          <p:nvPr/>
        </p:nvSpPr>
        <p:spPr>
          <a:xfrm>
            <a:off x="5715003" y="721216"/>
            <a:ext cx="462845" cy="584775"/>
          </a:xfrm>
          <a:prstGeom prst="rect">
            <a:avLst/>
          </a:prstGeom>
          <a:noFill/>
        </p:spPr>
        <p:txBody>
          <a:bodyPr wrap="square" rtlCol="0">
            <a:spAutoFit/>
          </a:bodyPr>
          <a:lstStyle/>
          <a:p>
            <a:pPr algn="ctr"/>
            <a:r>
              <a:rPr lang="en-US" sz="3200" dirty="0"/>
              <a:t>5</a:t>
            </a:r>
          </a:p>
        </p:txBody>
      </p:sp>
      <p:sp>
        <p:nvSpPr>
          <p:cNvPr id="37" name="TextBox 36">
            <a:extLst>
              <a:ext uri="{FF2B5EF4-FFF2-40B4-BE49-F238E27FC236}">
                <a16:creationId xmlns:a16="http://schemas.microsoft.com/office/drawing/2014/main" id="{E0D13C3F-5F32-ABD5-F2D4-AE13A4DE5E69}"/>
              </a:ext>
            </a:extLst>
          </p:cNvPr>
          <p:cNvSpPr txBox="1"/>
          <p:nvPr/>
        </p:nvSpPr>
        <p:spPr>
          <a:xfrm>
            <a:off x="3716867" y="1224551"/>
            <a:ext cx="462845" cy="584775"/>
          </a:xfrm>
          <a:prstGeom prst="rect">
            <a:avLst/>
          </a:prstGeom>
          <a:noFill/>
        </p:spPr>
        <p:txBody>
          <a:bodyPr wrap="square" rtlCol="0">
            <a:spAutoFit/>
          </a:bodyPr>
          <a:lstStyle/>
          <a:p>
            <a:pPr algn="ctr"/>
            <a:r>
              <a:rPr lang="en-US" sz="3200" dirty="0"/>
              <a:t>5</a:t>
            </a:r>
          </a:p>
        </p:txBody>
      </p:sp>
      <p:sp>
        <p:nvSpPr>
          <p:cNvPr id="38" name="TextBox 37">
            <a:extLst>
              <a:ext uri="{FF2B5EF4-FFF2-40B4-BE49-F238E27FC236}">
                <a16:creationId xmlns:a16="http://schemas.microsoft.com/office/drawing/2014/main" id="{39B83C55-5D04-1BD9-32F4-6BB63DCF2051}"/>
              </a:ext>
            </a:extLst>
          </p:cNvPr>
          <p:cNvSpPr txBox="1"/>
          <p:nvPr/>
        </p:nvSpPr>
        <p:spPr>
          <a:xfrm>
            <a:off x="4715935" y="721216"/>
            <a:ext cx="462845" cy="584775"/>
          </a:xfrm>
          <a:prstGeom prst="rect">
            <a:avLst/>
          </a:prstGeom>
          <a:noFill/>
        </p:spPr>
        <p:txBody>
          <a:bodyPr wrap="square" rtlCol="0">
            <a:spAutoFit/>
          </a:bodyPr>
          <a:lstStyle/>
          <a:p>
            <a:pPr algn="ctr"/>
            <a:r>
              <a:rPr lang="en-US" sz="3200" dirty="0"/>
              <a:t>7</a:t>
            </a:r>
          </a:p>
        </p:txBody>
      </p:sp>
      <p:sp>
        <p:nvSpPr>
          <p:cNvPr id="56" name="TextBox 55">
            <a:extLst>
              <a:ext uri="{FF2B5EF4-FFF2-40B4-BE49-F238E27FC236}">
                <a16:creationId xmlns:a16="http://schemas.microsoft.com/office/drawing/2014/main" id="{8649088E-16F8-0D99-649E-705752A15D8F}"/>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
        <p:nvSpPr>
          <p:cNvPr id="25" name="TextBox 24">
            <a:extLst>
              <a:ext uri="{FF2B5EF4-FFF2-40B4-BE49-F238E27FC236}">
                <a16:creationId xmlns:a16="http://schemas.microsoft.com/office/drawing/2014/main" id="{E862EA3A-F70A-2045-142B-95D102EA59E3}"/>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39" name="TextBox 38">
            <a:extLst>
              <a:ext uri="{FF2B5EF4-FFF2-40B4-BE49-F238E27FC236}">
                <a16:creationId xmlns:a16="http://schemas.microsoft.com/office/drawing/2014/main" id="{372A6C43-A5F7-15AE-1792-95F99AB5427D}"/>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14" name="TextBox 13">
            <a:extLst>
              <a:ext uri="{FF2B5EF4-FFF2-40B4-BE49-F238E27FC236}">
                <a16:creationId xmlns:a16="http://schemas.microsoft.com/office/drawing/2014/main" id="{381948F1-CFAD-F52B-BA52-7CBD8B4C75C3}"/>
              </a:ext>
            </a:extLst>
          </p:cNvPr>
          <p:cNvSpPr txBox="1"/>
          <p:nvPr/>
        </p:nvSpPr>
        <p:spPr>
          <a:xfrm>
            <a:off x="6214537" y="3237891"/>
            <a:ext cx="462845" cy="584775"/>
          </a:xfrm>
          <a:prstGeom prst="rect">
            <a:avLst/>
          </a:prstGeom>
          <a:noFill/>
        </p:spPr>
        <p:txBody>
          <a:bodyPr wrap="square" rtlCol="0">
            <a:spAutoFit/>
          </a:bodyPr>
          <a:lstStyle/>
          <a:p>
            <a:pPr algn="ctr"/>
            <a:r>
              <a:rPr lang="en-US" sz="3200" dirty="0"/>
              <a:t>5</a:t>
            </a:r>
          </a:p>
        </p:txBody>
      </p:sp>
      <p:sp>
        <p:nvSpPr>
          <p:cNvPr id="41" name="TextBox 40">
            <a:extLst>
              <a:ext uri="{FF2B5EF4-FFF2-40B4-BE49-F238E27FC236}">
                <a16:creationId xmlns:a16="http://schemas.microsoft.com/office/drawing/2014/main" id="{99FC3353-98FF-BF3C-FA94-8CA240ED9D13}"/>
              </a:ext>
            </a:extLst>
          </p:cNvPr>
          <p:cNvSpPr txBox="1"/>
          <p:nvPr/>
        </p:nvSpPr>
        <p:spPr>
          <a:xfrm>
            <a:off x="4143022" y="4038229"/>
            <a:ext cx="570089" cy="230832"/>
          </a:xfrm>
          <a:prstGeom prst="rect">
            <a:avLst/>
          </a:prstGeom>
          <a:noFill/>
        </p:spPr>
        <p:txBody>
          <a:bodyPr wrap="square" rtlCol="0">
            <a:spAutoFit/>
          </a:bodyPr>
          <a:lstStyle/>
          <a:p>
            <a:pPr algn="ctr"/>
            <a:r>
              <a:rPr lang="en-US" sz="900" dirty="0"/>
              <a:t>34</a:t>
            </a:r>
          </a:p>
        </p:txBody>
      </p:sp>
      <p:sp>
        <p:nvSpPr>
          <p:cNvPr id="57" name="TextBox 56">
            <a:extLst>
              <a:ext uri="{FF2B5EF4-FFF2-40B4-BE49-F238E27FC236}">
                <a16:creationId xmlns:a16="http://schemas.microsoft.com/office/drawing/2014/main" id="{4FAB88B9-D7B5-A0CE-6925-6FBD3FF63C26}"/>
              </a:ext>
            </a:extLst>
          </p:cNvPr>
          <p:cNvSpPr txBox="1"/>
          <p:nvPr/>
        </p:nvSpPr>
        <p:spPr>
          <a:xfrm>
            <a:off x="3640666" y="4408541"/>
            <a:ext cx="570089" cy="230832"/>
          </a:xfrm>
          <a:prstGeom prst="rect">
            <a:avLst/>
          </a:prstGeom>
          <a:noFill/>
        </p:spPr>
        <p:txBody>
          <a:bodyPr wrap="square" rtlCol="0">
            <a:spAutoFit/>
          </a:bodyPr>
          <a:lstStyle/>
          <a:p>
            <a:pPr algn="ctr"/>
            <a:r>
              <a:rPr lang="en-US" sz="900" dirty="0"/>
              <a:t>89</a:t>
            </a:r>
          </a:p>
        </p:txBody>
      </p:sp>
      <p:sp>
        <p:nvSpPr>
          <p:cNvPr id="58" name="TextBox 57">
            <a:extLst>
              <a:ext uri="{FF2B5EF4-FFF2-40B4-BE49-F238E27FC236}">
                <a16:creationId xmlns:a16="http://schemas.microsoft.com/office/drawing/2014/main" id="{5F2557BB-D8DE-8B49-988A-55C6F788F48C}"/>
              </a:ext>
            </a:extLst>
          </p:cNvPr>
          <p:cNvSpPr txBox="1"/>
          <p:nvPr/>
        </p:nvSpPr>
        <p:spPr>
          <a:xfrm>
            <a:off x="4143022" y="4539173"/>
            <a:ext cx="570089" cy="230832"/>
          </a:xfrm>
          <a:prstGeom prst="rect">
            <a:avLst/>
          </a:prstGeom>
          <a:noFill/>
        </p:spPr>
        <p:txBody>
          <a:bodyPr wrap="square" rtlCol="0">
            <a:spAutoFit/>
          </a:bodyPr>
          <a:lstStyle/>
          <a:p>
            <a:pPr algn="ctr"/>
            <a:r>
              <a:rPr lang="en-US" sz="900" dirty="0"/>
              <a:t>347</a:t>
            </a:r>
          </a:p>
        </p:txBody>
      </p:sp>
      <p:sp>
        <p:nvSpPr>
          <p:cNvPr id="59" name="TextBox 58">
            <a:extLst>
              <a:ext uri="{FF2B5EF4-FFF2-40B4-BE49-F238E27FC236}">
                <a16:creationId xmlns:a16="http://schemas.microsoft.com/office/drawing/2014/main" id="{E206C044-43F7-6F08-D670-F83AD7E49565}"/>
              </a:ext>
            </a:extLst>
          </p:cNvPr>
          <p:cNvSpPr txBox="1"/>
          <p:nvPr/>
        </p:nvSpPr>
        <p:spPr>
          <a:xfrm>
            <a:off x="3640666" y="5040116"/>
            <a:ext cx="570089" cy="230832"/>
          </a:xfrm>
          <a:prstGeom prst="rect">
            <a:avLst/>
          </a:prstGeom>
          <a:noFill/>
        </p:spPr>
        <p:txBody>
          <a:bodyPr wrap="square" rtlCol="0">
            <a:spAutoFit/>
          </a:bodyPr>
          <a:lstStyle/>
          <a:p>
            <a:pPr algn="ctr"/>
            <a:r>
              <a:rPr lang="en-US" sz="900" dirty="0"/>
              <a:t>98</a:t>
            </a:r>
          </a:p>
        </p:txBody>
      </p:sp>
      <p:sp>
        <p:nvSpPr>
          <p:cNvPr id="62" name="TextBox 61">
            <a:extLst>
              <a:ext uri="{FF2B5EF4-FFF2-40B4-BE49-F238E27FC236}">
                <a16:creationId xmlns:a16="http://schemas.microsoft.com/office/drawing/2014/main" id="{E980486A-B355-0E83-C188-D9B9379F481B}"/>
              </a:ext>
            </a:extLst>
          </p:cNvPr>
          <p:cNvSpPr txBox="1"/>
          <p:nvPr/>
        </p:nvSpPr>
        <p:spPr>
          <a:xfrm>
            <a:off x="4143022" y="5040116"/>
            <a:ext cx="570089" cy="230832"/>
          </a:xfrm>
          <a:prstGeom prst="rect">
            <a:avLst/>
          </a:prstGeom>
          <a:noFill/>
        </p:spPr>
        <p:txBody>
          <a:bodyPr wrap="square" rtlCol="0">
            <a:spAutoFit/>
          </a:bodyPr>
          <a:lstStyle/>
          <a:p>
            <a:pPr algn="ctr"/>
            <a:r>
              <a:rPr lang="en-US" sz="900" dirty="0"/>
              <a:t>47</a:t>
            </a:r>
          </a:p>
        </p:txBody>
      </p:sp>
      <p:sp>
        <p:nvSpPr>
          <p:cNvPr id="69" name="TextBox 68">
            <a:extLst>
              <a:ext uri="{FF2B5EF4-FFF2-40B4-BE49-F238E27FC236}">
                <a16:creationId xmlns:a16="http://schemas.microsoft.com/office/drawing/2014/main" id="{74CE3975-5CDE-BD56-A7EA-88B8722FA200}"/>
              </a:ext>
            </a:extLst>
          </p:cNvPr>
          <p:cNvSpPr txBox="1"/>
          <p:nvPr/>
        </p:nvSpPr>
        <p:spPr>
          <a:xfrm>
            <a:off x="6152446" y="4539173"/>
            <a:ext cx="570089" cy="230832"/>
          </a:xfrm>
          <a:prstGeom prst="rect">
            <a:avLst/>
          </a:prstGeom>
          <a:noFill/>
        </p:spPr>
        <p:txBody>
          <a:bodyPr wrap="square" rtlCol="0">
            <a:spAutoFit/>
          </a:bodyPr>
          <a:lstStyle/>
          <a:p>
            <a:pPr algn="ctr"/>
            <a:r>
              <a:rPr lang="en-US" sz="900" dirty="0"/>
              <a:t>48</a:t>
            </a:r>
          </a:p>
        </p:txBody>
      </p:sp>
      <p:sp>
        <p:nvSpPr>
          <p:cNvPr id="70" name="TextBox 69">
            <a:extLst>
              <a:ext uri="{FF2B5EF4-FFF2-40B4-BE49-F238E27FC236}">
                <a16:creationId xmlns:a16="http://schemas.microsoft.com/office/drawing/2014/main" id="{DA57E974-E1EF-AFA6-F0DA-4D13AE71F4D3}"/>
              </a:ext>
            </a:extLst>
          </p:cNvPr>
          <p:cNvSpPr txBox="1"/>
          <p:nvPr/>
        </p:nvSpPr>
        <p:spPr>
          <a:xfrm>
            <a:off x="6152446" y="5040116"/>
            <a:ext cx="570089" cy="230832"/>
          </a:xfrm>
          <a:prstGeom prst="rect">
            <a:avLst/>
          </a:prstGeom>
          <a:noFill/>
        </p:spPr>
        <p:txBody>
          <a:bodyPr wrap="square" rtlCol="0">
            <a:spAutoFit/>
          </a:bodyPr>
          <a:lstStyle/>
          <a:p>
            <a:pPr algn="ctr"/>
            <a:r>
              <a:rPr lang="en-US" sz="900" dirty="0"/>
              <a:t>84</a:t>
            </a:r>
          </a:p>
        </p:txBody>
      </p:sp>
      <p:sp>
        <p:nvSpPr>
          <p:cNvPr id="71" name="TextBox 70">
            <a:extLst>
              <a:ext uri="{FF2B5EF4-FFF2-40B4-BE49-F238E27FC236}">
                <a16:creationId xmlns:a16="http://schemas.microsoft.com/office/drawing/2014/main" id="{00A12EE5-027A-B0F8-48FF-40E82088D09B}"/>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
        <p:nvSpPr>
          <p:cNvPr id="73" name="TextBox 72">
            <a:extLst>
              <a:ext uri="{FF2B5EF4-FFF2-40B4-BE49-F238E27FC236}">
                <a16:creationId xmlns:a16="http://schemas.microsoft.com/office/drawing/2014/main" id="{1C365EA9-B70D-7E03-2227-A3C10E760A1B}"/>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74" name="TextBox 73">
            <a:extLst>
              <a:ext uri="{FF2B5EF4-FFF2-40B4-BE49-F238E27FC236}">
                <a16:creationId xmlns:a16="http://schemas.microsoft.com/office/drawing/2014/main" id="{852D7532-1CF3-C704-A913-F51044309B2F}"/>
              </a:ext>
            </a:extLst>
          </p:cNvPr>
          <p:cNvSpPr txBox="1"/>
          <p:nvPr/>
        </p:nvSpPr>
        <p:spPr>
          <a:xfrm>
            <a:off x="5215469" y="1727886"/>
            <a:ext cx="462845" cy="584775"/>
          </a:xfrm>
          <a:prstGeom prst="rect">
            <a:avLst/>
          </a:prstGeom>
          <a:noFill/>
        </p:spPr>
        <p:txBody>
          <a:bodyPr wrap="square" rtlCol="0">
            <a:spAutoFit/>
          </a:bodyPr>
          <a:lstStyle/>
          <a:p>
            <a:pPr algn="ctr"/>
            <a:r>
              <a:rPr lang="en-US" sz="3200" dirty="0"/>
              <a:t>8</a:t>
            </a:r>
          </a:p>
        </p:txBody>
      </p:sp>
      <p:sp>
        <p:nvSpPr>
          <p:cNvPr id="75" name="TextBox 74">
            <a:extLst>
              <a:ext uri="{FF2B5EF4-FFF2-40B4-BE49-F238E27FC236}">
                <a16:creationId xmlns:a16="http://schemas.microsoft.com/office/drawing/2014/main" id="{882E90F6-4438-F34F-1737-BC2126C826B6}"/>
              </a:ext>
            </a:extLst>
          </p:cNvPr>
          <p:cNvSpPr txBox="1"/>
          <p:nvPr/>
        </p:nvSpPr>
        <p:spPr>
          <a:xfrm>
            <a:off x="3217333" y="1224551"/>
            <a:ext cx="462845" cy="584775"/>
          </a:xfrm>
          <a:prstGeom prst="rect">
            <a:avLst/>
          </a:prstGeom>
          <a:noFill/>
        </p:spPr>
        <p:txBody>
          <a:bodyPr wrap="square" rtlCol="0">
            <a:spAutoFit/>
          </a:bodyPr>
          <a:lstStyle/>
          <a:p>
            <a:pPr algn="ctr"/>
            <a:r>
              <a:rPr lang="en-US" sz="3200" dirty="0"/>
              <a:t>8</a:t>
            </a:r>
          </a:p>
        </p:txBody>
      </p:sp>
      <p:sp>
        <p:nvSpPr>
          <p:cNvPr id="76" name="TextBox 75">
            <a:extLst>
              <a:ext uri="{FF2B5EF4-FFF2-40B4-BE49-F238E27FC236}">
                <a16:creationId xmlns:a16="http://schemas.microsoft.com/office/drawing/2014/main" id="{2DE3810D-01BA-55C8-2812-DDCA5F8BB651}"/>
              </a:ext>
            </a:extLst>
          </p:cNvPr>
          <p:cNvSpPr txBox="1"/>
          <p:nvPr/>
        </p:nvSpPr>
        <p:spPr>
          <a:xfrm>
            <a:off x="3217333" y="1727886"/>
            <a:ext cx="462845" cy="584775"/>
          </a:xfrm>
          <a:prstGeom prst="rect">
            <a:avLst/>
          </a:prstGeom>
          <a:noFill/>
        </p:spPr>
        <p:txBody>
          <a:bodyPr wrap="square" rtlCol="0">
            <a:spAutoFit/>
          </a:bodyPr>
          <a:lstStyle/>
          <a:p>
            <a:pPr algn="ctr"/>
            <a:r>
              <a:rPr lang="en-US" sz="3200" dirty="0"/>
              <a:t>9</a:t>
            </a:r>
          </a:p>
        </p:txBody>
      </p:sp>
      <p:sp>
        <p:nvSpPr>
          <p:cNvPr id="77" name="TextBox 76">
            <a:extLst>
              <a:ext uri="{FF2B5EF4-FFF2-40B4-BE49-F238E27FC236}">
                <a16:creationId xmlns:a16="http://schemas.microsoft.com/office/drawing/2014/main" id="{3EC4CF25-732A-77F1-EFA6-24EE7EDF04D3}"/>
              </a:ext>
            </a:extLst>
          </p:cNvPr>
          <p:cNvSpPr txBox="1"/>
          <p:nvPr/>
        </p:nvSpPr>
        <p:spPr>
          <a:xfrm>
            <a:off x="6714071" y="1727886"/>
            <a:ext cx="462845" cy="584775"/>
          </a:xfrm>
          <a:prstGeom prst="rect">
            <a:avLst/>
          </a:prstGeom>
          <a:noFill/>
        </p:spPr>
        <p:txBody>
          <a:bodyPr wrap="square" rtlCol="0">
            <a:spAutoFit/>
          </a:bodyPr>
          <a:lstStyle/>
          <a:p>
            <a:pPr algn="ctr"/>
            <a:r>
              <a:rPr lang="en-US" sz="3200" dirty="0"/>
              <a:t>3</a:t>
            </a:r>
          </a:p>
        </p:txBody>
      </p:sp>
      <p:sp>
        <p:nvSpPr>
          <p:cNvPr id="78" name="TextBox 77">
            <a:extLst>
              <a:ext uri="{FF2B5EF4-FFF2-40B4-BE49-F238E27FC236}">
                <a16:creationId xmlns:a16="http://schemas.microsoft.com/office/drawing/2014/main" id="{A0A47B13-10AD-A4AD-12C6-075B9013D54C}"/>
              </a:ext>
            </a:extLst>
          </p:cNvPr>
          <p:cNvSpPr txBox="1"/>
          <p:nvPr/>
        </p:nvSpPr>
        <p:spPr>
          <a:xfrm>
            <a:off x="7213604" y="1727886"/>
            <a:ext cx="462845" cy="584775"/>
          </a:xfrm>
          <a:prstGeom prst="rect">
            <a:avLst/>
          </a:prstGeom>
          <a:noFill/>
        </p:spPr>
        <p:txBody>
          <a:bodyPr wrap="square" rtlCol="0">
            <a:spAutoFit/>
          </a:bodyPr>
          <a:lstStyle/>
          <a:p>
            <a:pPr algn="ctr"/>
            <a:r>
              <a:rPr lang="en-US" sz="3200" dirty="0"/>
              <a:t>5</a:t>
            </a:r>
          </a:p>
        </p:txBody>
      </p:sp>
      <p:sp>
        <p:nvSpPr>
          <p:cNvPr id="79" name="TextBox 78">
            <a:extLst>
              <a:ext uri="{FF2B5EF4-FFF2-40B4-BE49-F238E27FC236}">
                <a16:creationId xmlns:a16="http://schemas.microsoft.com/office/drawing/2014/main" id="{EBDA8030-D157-CF31-FF92-AF697F822491}"/>
              </a:ext>
            </a:extLst>
          </p:cNvPr>
          <p:cNvSpPr txBox="1"/>
          <p:nvPr/>
        </p:nvSpPr>
        <p:spPr>
          <a:xfrm>
            <a:off x="4715935" y="2734556"/>
            <a:ext cx="462845" cy="584775"/>
          </a:xfrm>
          <a:prstGeom prst="rect">
            <a:avLst/>
          </a:prstGeom>
          <a:noFill/>
        </p:spPr>
        <p:txBody>
          <a:bodyPr wrap="square" rtlCol="0">
            <a:spAutoFit/>
          </a:bodyPr>
          <a:lstStyle/>
          <a:p>
            <a:pPr algn="ctr"/>
            <a:r>
              <a:rPr lang="en-US" sz="3200" dirty="0"/>
              <a:t>1</a:t>
            </a:r>
          </a:p>
        </p:txBody>
      </p:sp>
      <p:sp>
        <p:nvSpPr>
          <p:cNvPr id="80" name="TextBox 79">
            <a:extLst>
              <a:ext uri="{FF2B5EF4-FFF2-40B4-BE49-F238E27FC236}">
                <a16:creationId xmlns:a16="http://schemas.microsoft.com/office/drawing/2014/main" id="{310A8A98-0B0D-D2D7-248A-6489406F47B1}"/>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82F8C219-95DA-F8A2-3A7B-AC356097B81B}"/>
              </a:ext>
            </a:extLst>
          </p:cNvPr>
          <p:cNvSpPr txBox="1"/>
          <p:nvPr/>
        </p:nvSpPr>
        <p:spPr>
          <a:xfrm>
            <a:off x="3716867" y="3741226"/>
            <a:ext cx="462845" cy="584775"/>
          </a:xfrm>
          <a:prstGeom prst="rect">
            <a:avLst/>
          </a:prstGeom>
          <a:noFill/>
        </p:spPr>
        <p:txBody>
          <a:bodyPr wrap="square" rtlCol="0">
            <a:spAutoFit/>
          </a:bodyPr>
          <a:lstStyle/>
          <a:p>
            <a:pPr algn="ctr"/>
            <a:r>
              <a:rPr lang="en-US" sz="3200" dirty="0"/>
              <a:t>2</a:t>
            </a:r>
          </a:p>
        </p:txBody>
      </p:sp>
      <p:sp>
        <p:nvSpPr>
          <p:cNvPr id="17" name="TextBox 16">
            <a:extLst>
              <a:ext uri="{FF2B5EF4-FFF2-40B4-BE49-F238E27FC236}">
                <a16:creationId xmlns:a16="http://schemas.microsoft.com/office/drawing/2014/main" id="{D3E089E2-50DE-DF2F-BCF8-CDE1C76CFF0B}"/>
              </a:ext>
            </a:extLst>
          </p:cNvPr>
          <p:cNvSpPr txBox="1"/>
          <p:nvPr/>
        </p:nvSpPr>
        <p:spPr>
          <a:xfrm>
            <a:off x="5147734" y="4038229"/>
            <a:ext cx="570089" cy="230832"/>
          </a:xfrm>
          <a:prstGeom prst="rect">
            <a:avLst/>
          </a:prstGeom>
          <a:noFill/>
        </p:spPr>
        <p:txBody>
          <a:bodyPr wrap="square" rtlCol="0">
            <a:spAutoFit/>
          </a:bodyPr>
          <a:lstStyle/>
          <a:p>
            <a:pPr algn="ctr"/>
            <a:r>
              <a:rPr lang="en-US" sz="900" dirty="0"/>
              <a:t>43</a:t>
            </a:r>
          </a:p>
        </p:txBody>
      </p:sp>
      <p:sp>
        <p:nvSpPr>
          <p:cNvPr id="28" name="TextBox 27">
            <a:extLst>
              <a:ext uri="{FF2B5EF4-FFF2-40B4-BE49-F238E27FC236}">
                <a16:creationId xmlns:a16="http://schemas.microsoft.com/office/drawing/2014/main" id="{91D56E03-FDC3-84D9-7E87-1C6AFB8DE593}"/>
              </a:ext>
            </a:extLst>
          </p:cNvPr>
          <p:cNvSpPr txBox="1"/>
          <p:nvPr/>
        </p:nvSpPr>
        <p:spPr>
          <a:xfrm>
            <a:off x="4645378" y="4539173"/>
            <a:ext cx="570089" cy="230832"/>
          </a:xfrm>
          <a:prstGeom prst="rect">
            <a:avLst/>
          </a:prstGeom>
          <a:noFill/>
        </p:spPr>
        <p:txBody>
          <a:bodyPr wrap="square" rtlCol="0">
            <a:spAutoFit/>
          </a:bodyPr>
          <a:lstStyle/>
          <a:p>
            <a:pPr algn="ctr"/>
            <a:r>
              <a:rPr lang="en-US" sz="900" dirty="0"/>
              <a:t>239</a:t>
            </a:r>
          </a:p>
        </p:txBody>
      </p:sp>
      <p:sp>
        <p:nvSpPr>
          <p:cNvPr id="29" name="TextBox 28">
            <a:extLst>
              <a:ext uri="{FF2B5EF4-FFF2-40B4-BE49-F238E27FC236}">
                <a16:creationId xmlns:a16="http://schemas.microsoft.com/office/drawing/2014/main" id="{D90F06CE-5B9E-42B2-7161-11C9B47AC69F}"/>
              </a:ext>
            </a:extLst>
          </p:cNvPr>
          <p:cNvSpPr txBox="1"/>
          <p:nvPr/>
        </p:nvSpPr>
        <p:spPr>
          <a:xfrm>
            <a:off x="5147734" y="4539173"/>
            <a:ext cx="570089" cy="230832"/>
          </a:xfrm>
          <a:prstGeom prst="rect">
            <a:avLst/>
          </a:prstGeom>
          <a:noFill/>
        </p:spPr>
        <p:txBody>
          <a:bodyPr wrap="square" rtlCol="0">
            <a:spAutoFit/>
          </a:bodyPr>
          <a:lstStyle/>
          <a:p>
            <a:pPr algn="ctr"/>
            <a:r>
              <a:rPr lang="en-US" sz="900" dirty="0"/>
              <a:t>3459</a:t>
            </a:r>
          </a:p>
        </p:txBody>
      </p:sp>
      <p:sp>
        <p:nvSpPr>
          <p:cNvPr id="32" name="TextBox 31">
            <a:extLst>
              <a:ext uri="{FF2B5EF4-FFF2-40B4-BE49-F238E27FC236}">
                <a16:creationId xmlns:a16="http://schemas.microsoft.com/office/drawing/2014/main" id="{42E3A330-C779-849E-E490-35195FCC768C}"/>
              </a:ext>
            </a:extLst>
          </p:cNvPr>
          <p:cNvSpPr txBox="1"/>
          <p:nvPr/>
        </p:nvSpPr>
        <p:spPr>
          <a:xfrm>
            <a:off x="5650090" y="4539173"/>
            <a:ext cx="570089" cy="230832"/>
          </a:xfrm>
          <a:prstGeom prst="rect">
            <a:avLst/>
          </a:prstGeom>
          <a:noFill/>
        </p:spPr>
        <p:txBody>
          <a:bodyPr wrap="square" rtlCol="0">
            <a:spAutoFit/>
          </a:bodyPr>
          <a:lstStyle/>
          <a:p>
            <a:pPr algn="ctr"/>
            <a:r>
              <a:rPr lang="en-US" sz="900" dirty="0"/>
              <a:t>17</a:t>
            </a:r>
          </a:p>
        </p:txBody>
      </p:sp>
      <p:sp>
        <p:nvSpPr>
          <p:cNvPr id="34" name="TextBox 33">
            <a:extLst>
              <a:ext uri="{FF2B5EF4-FFF2-40B4-BE49-F238E27FC236}">
                <a16:creationId xmlns:a16="http://schemas.microsoft.com/office/drawing/2014/main" id="{FBE18604-204F-089E-86A2-AB6EFA58B7A9}"/>
              </a:ext>
            </a:extLst>
          </p:cNvPr>
          <p:cNvSpPr txBox="1"/>
          <p:nvPr/>
        </p:nvSpPr>
        <p:spPr>
          <a:xfrm>
            <a:off x="4645378" y="5040116"/>
            <a:ext cx="570089" cy="230832"/>
          </a:xfrm>
          <a:prstGeom prst="rect">
            <a:avLst/>
          </a:prstGeom>
          <a:noFill/>
        </p:spPr>
        <p:txBody>
          <a:bodyPr wrap="square" rtlCol="0">
            <a:spAutoFit/>
          </a:bodyPr>
          <a:lstStyle/>
          <a:p>
            <a:pPr algn="ctr"/>
            <a:r>
              <a:rPr lang="en-US" sz="900" dirty="0"/>
              <a:t>29</a:t>
            </a:r>
          </a:p>
        </p:txBody>
      </p:sp>
      <p:sp>
        <p:nvSpPr>
          <p:cNvPr id="49" name="TextBox 48">
            <a:extLst>
              <a:ext uri="{FF2B5EF4-FFF2-40B4-BE49-F238E27FC236}">
                <a16:creationId xmlns:a16="http://schemas.microsoft.com/office/drawing/2014/main" id="{8C8D132C-809D-6E32-8D34-963D7D24D183}"/>
              </a:ext>
            </a:extLst>
          </p:cNvPr>
          <p:cNvSpPr txBox="1"/>
          <p:nvPr/>
        </p:nvSpPr>
        <p:spPr>
          <a:xfrm>
            <a:off x="5147734" y="5040116"/>
            <a:ext cx="570089" cy="230832"/>
          </a:xfrm>
          <a:prstGeom prst="rect">
            <a:avLst/>
          </a:prstGeom>
          <a:noFill/>
        </p:spPr>
        <p:txBody>
          <a:bodyPr wrap="square" rtlCol="0">
            <a:spAutoFit/>
          </a:bodyPr>
          <a:lstStyle/>
          <a:p>
            <a:pPr algn="ctr"/>
            <a:r>
              <a:rPr lang="en-US" sz="900" dirty="0"/>
              <a:t>459</a:t>
            </a:r>
          </a:p>
        </p:txBody>
      </p:sp>
      <p:sp>
        <p:nvSpPr>
          <p:cNvPr id="60" name="TextBox 59">
            <a:extLst>
              <a:ext uri="{FF2B5EF4-FFF2-40B4-BE49-F238E27FC236}">
                <a16:creationId xmlns:a16="http://schemas.microsoft.com/office/drawing/2014/main" id="{C71A206D-0681-C025-EC06-9F7158A5F9E6}"/>
              </a:ext>
            </a:extLst>
          </p:cNvPr>
          <p:cNvSpPr txBox="1"/>
          <p:nvPr/>
        </p:nvSpPr>
        <p:spPr>
          <a:xfrm>
            <a:off x="5650090" y="5040116"/>
            <a:ext cx="570089" cy="230832"/>
          </a:xfrm>
          <a:prstGeom prst="rect">
            <a:avLst/>
          </a:prstGeom>
          <a:noFill/>
        </p:spPr>
        <p:txBody>
          <a:bodyPr wrap="square" rtlCol="0">
            <a:spAutoFit/>
          </a:bodyPr>
          <a:lstStyle/>
          <a:p>
            <a:pPr algn="ctr"/>
            <a:r>
              <a:rPr lang="en-US" sz="900" dirty="0"/>
              <a:t>71</a:t>
            </a:r>
          </a:p>
        </p:txBody>
      </p:sp>
      <p:sp>
        <p:nvSpPr>
          <p:cNvPr id="61" name="TextBox 60">
            <a:extLst>
              <a:ext uri="{FF2B5EF4-FFF2-40B4-BE49-F238E27FC236}">
                <a16:creationId xmlns:a16="http://schemas.microsoft.com/office/drawing/2014/main" id="{B0CE3544-AC06-F190-3238-A31E91B75A3C}"/>
              </a:ext>
            </a:extLst>
          </p:cNvPr>
          <p:cNvSpPr txBox="1"/>
          <p:nvPr/>
        </p:nvSpPr>
        <p:spPr>
          <a:xfrm>
            <a:off x="6654802" y="3907597"/>
            <a:ext cx="570089" cy="230832"/>
          </a:xfrm>
          <a:prstGeom prst="rect">
            <a:avLst/>
          </a:prstGeom>
          <a:noFill/>
        </p:spPr>
        <p:txBody>
          <a:bodyPr wrap="square" rtlCol="0">
            <a:spAutoFit/>
          </a:bodyPr>
          <a:lstStyle/>
          <a:p>
            <a:pPr algn="ctr"/>
            <a:r>
              <a:rPr lang="en-US" sz="900" dirty="0"/>
              <a:t>51</a:t>
            </a:r>
          </a:p>
        </p:txBody>
      </p:sp>
      <p:sp>
        <p:nvSpPr>
          <p:cNvPr id="81" name="TextBox 80">
            <a:extLst>
              <a:ext uri="{FF2B5EF4-FFF2-40B4-BE49-F238E27FC236}">
                <a16:creationId xmlns:a16="http://schemas.microsoft.com/office/drawing/2014/main" id="{6D3D0E09-32BE-57D1-2476-7F1174DBA632}"/>
              </a:ext>
            </a:extLst>
          </p:cNvPr>
          <p:cNvSpPr txBox="1"/>
          <p:nvPr/>
        </p:nvSpPr>
        <p:spPr>
          <a:xfrm>
            <a:off x="6654802" y="4408541"/>
            <a:ext cx="570089" cy="230832"/>
          </a:xfrm>
          <a:prstGeom prst="rect">
            <a:avLst/>
          </a:prstGeom>
          <a:noFill/>
        </p:spPr>
        <p:txBody>
          <a:bodyPr wrap="square" rtlCol="0">
            <a:spAutoFit/>
          </a:bodyPr>
          <a:lstStyle/>
          <a:p>
            <a:pPr algn="ctr"/>
            <a:r>
              <a:rPr lang="en-US" sz="900" dirty="0"/>
              <a:t>12</a:t>
            </a:r>
          </a:p>
        </p:txBody>
      </p:sp>
      <p:sp>
        <p:nvSpPr>
          <p:cNvPr id="83" name="TextBox 82">
            <a:extLst>
              <a:ext uri="{FF2B5EF4-FFF2-40B4-BE49-F238E27FC236}">
                <a16:creationId xmlns:a16="http://schemas.microsoft.com/office/drawing/2014/main" id="{465A8B11-3DFB-88B8-2469-352F7E013925}"/>
              </a:ext>
            </a:extLst>
          </p:cNvPr>
          <p:cNvSpPr txBox="1"/>
          <p:nvPr/>
        </p:nvSpPr>
        <p:spPr>
          <a:xfrm>
            <a:off x="6654802" y="5040116"/>
            <a:ext cx="570089" cy="230832"/>
          </a:xfrm>
          <a:prstGeom prst="rect">
            <a:avLst/>
          </a:prstGeom>
          <a:noFill/>
        </p:spPr>
        <p:txBody>
          <a:bodyPr wrap="square" rtlCol="0">
            <a:spAutoFit/>
          </a:bodyPr>
          <a:lstStyle/>
          <a:p>
            <a:pPr algn="ctr"/>
            <a:r>
              <a:rPr lang="en-US" sz="900" dirty="0"/>
              <a:t>125</a:t>
            </a:r>
          </a:p>
        </p:txBody>
      </p:sp>
      <p:sp>
        <p:nvSpPr>
          <p:cNvPr id="84" name="TextBox 83">
            <a:extLst>
              <a:ext uri="{FF2B5EF4-FFF2-40B4-BE49-F238E27FC236}">
                <a16:creationId xmlns:a16="http://schemas.microsoft.com/office/drawing/2014/main" id="{A414C2B6-E531-F8E0-319A-CCCF927F323F}"/>
              </a:ext>
            </a:extLst>
          </p:cNvPr>
          <p:cNvSpPr txBox="1"/>
          <p:nvPr/>
        </p:nvSpPr>
        <p:spPr>
          <a:xfrm>
            <a:off x="5715003" y="3741226"/>
            <a:ext cx="462845" cy="584775"/>
          </a:xfrm>
          <a:prstGeom prst="rect">
            <a:avLst/>
          </a:prstGeom>
          <a:noFill/>
        </p:spPr>
        <p:txBody>
          <a:bodyPr wrap="square" rtlCol="0">
            <a:spAutoFit/>
          </a:bodyPr>
          <a:lstStyle/>
          <a:p>
            <a:pPr algn="ctr"/>
            <a:r>
              <a:rPr lang="en-US" sz="3200" dirty="0"/>
              <a:t>8</a:t>
            </a:r>
          </a:p>
        </p:txBody>
      </p:sp>
      <p:sp>
        <p:nvSpPr>
          <p:cNvPr id="21" name="TextBox 20">
            <a:extLst>
              <a:ext uri="{FF2B5EF4-FFF2-40B4-BE49-F238E27FC236}">
                <a16:creationId xmlns:a16="http://schemas.microsoft.com/office/drawing/2014/main" id="{807E1BAC-97CB-ABBB-1009-3407EC527DD2}"/>
              </a:ext>
            </a:extLst>
          </p:cNvPr>
          <p:cNvSpPr txBox="1"/>
          <p:nvPr/>
        </p:nvSpPr>
        <p:spPr>
          <a:xfrm>
            <a:off x="6214537" y="3741226"/>
            <a:ext cx="462845" cy="584775"/>
          </a:xfrm>
          <a:prstGeom prst="rect">
            <a:avLst/>
          </a:prstGeom>
          <a:noFill/>
        </p:spPr>
        <p:txBody>
          <a:bodyPr wrap="square" rtlCol="0">
            <a:spAutoFit/>
          </a:bodyPr>
          <a:lstStyle/>
          <a:p>
            <a:pPr algn="ctr"/>
            <a:r>
              <a:rPr lang="en-US" sz="3200" dirty="0"/>
              <a:t>9</a:t>
            </a:r>
          </a:p>
        </p:txBody>
      </p:sp>
      <p:sp>
        <p:nvSpPr>
          <p:cNvPr id="85" name="TextBox 84">
            <a:extLst>
              <a:ext uri="{FF2B5EF4-FFF2-40B4-BE49-F238E27FC236}">
                <a16:creationId xmlns:a16="http://schemas.microsoft.com/office/drawing/2014/main" id="{342895B5-7303-83D8-D66B-19AA218D6774}"/>
              </a:ext>
            </a:extLst>
          </p:cNvPr>
          <p:cNvSpPr txBox="1"/>
          <p:nvPr/>
        </p:nvSpPr>
        <p:spPr>
          <a:xfrm>
            <a:off x="4216401" y="2231221"/>
            <a:ext cx="462845" cy="584775"/>
          </a:xfrm>
          <a:prstGeom prst="rect">
            <a:avLst/>
          </a:prstGeom>
          <a:noFill/>
        </p:spPr>
        <p:txBody>
          <a:bodyPr wrap="square" rtlCol="0">
            <a:spAutoFit/>
          </a:bodyPr>
          <a:lstStyle/>
          <a:p>
            <a:pPr algn="ctr"/>
            <a:r>
              <a:rPr lang="en-US" sz="3200" dirty="0"/>
              <a:t>8</a:t>
            </a:r>
          </a:p>
        </p:txBody>
      </p:sp>
      <p:sp>
        <p:nvSpPr>
          <p:cNvPr id="86" name="TextBox 85">
            <a:extLst>
              <a:ext uri="{FF2B5EF4-FFF2-40B4-BE49-F238E27FC236}">
                <a16:creationId xmlns:a16="http://schemas.microsoft.com/office/drawing/2014/main" id="{F01B2899-3044-E626-7FFF-39DD1FA31AAC}"/>
              </a:ext>
            </a:extLst>
          </p:cNvPr>
          <p:cNvSpPr txBox="1"/>
          <p:nvPr/>
        </p:nvSpPr>
        <p:spPr>
          <a:xfrm>
            <a:off x="5715003" y="2231221"/>
            <a:ext cx="462845" cy="584775"/>
          </a:xfrm>
          <a:prstGeom prst="rect">
            <a:avLst/>
          </a:prstGeom>
          <a:noFill/>
        </p:spPr>
        <p:txBody>
          <a:bodyPr wrap="square" rtlCol="0">
            <a:spAutoFit/>
          </a:bodyPr>
          <a:lstStyle/>
          <a:p>
            <a:pPr algn="ctr"/>
            <a:r>
              <a:rPr lang="en-US" sz="3200" dirty="0"/>
              <a:t>9</a:t>
            </a:r>
          </a:p>
        </p:txBody>
      </p:sp>
      <p:sp>
        <p:nvSpPr>
          <p:cNvPr id="13" name="TextBox 12">
            <a:extLst>
              <a:ext uri="{FF2B5EF4-FFF2-40B4-BE49-F238E27FC236}">
                <a16:creationId xmlns:a16="http://schemas.microsoft.com/office/drawing/2014/main" id="{4CD063A0-859B-0398-29D5-CC194FE3E205}"/>
              </a:ext>
            </a:extLst>
          </p:cNvPr>
          <p:cNvSpPr txBox="1"/>
          <p:nvPr/>
        </p:nvSpPr>
        <p:spPr>
          <a:xfrm>
            <a:off x="4216401" y="3237891"/>
            <a:ext cx="462845" cy="584775"/>
          </a:xfrm>
          <a:prstGeom prst="rect">
            <a:avLst/>
          </a:prstGeom>
          <a:noFill/>
        </p:spPr>
        <p:txBody>
          <a:bodyPr wrap="square" rtlCol="0">
            <a:spAutoFit/>
          </a:bodyPr>
          <a:lstStyle/>
          <a:p>
            <a:pPr algn="ctr"/>
            <a:r>
              <a:rPr lang="en-US" sz="3200" dirty="0"/>
              <a:t>9</a:t>
            </a:r>
          </a:p>
        </p:txBody>
      </p:sp>
      <p:sp>
        <p:nvSpPr>
          <p:cNvPr id="16" name="TextBox 15">
            <a:extLst>
              <a:ext uri="{FF2B5EF4-FFF2-40B4-BE49-F238E27FC236}">
                <a16:creationId xmlns:a16="http://schemas.microsoft.com/office/drawing/2014/main" id="{E7F880F2-7658-5F16-47DB-24E1DF9FCDDF}"/>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63" name="TextBox 62">
            <a:extLst>
              <a:ext uri="{FF2B5EF4-FFF2-40B4-BE49-F238E27FC236}">
                <a16:creationId xmlns:a16="http://schemas.microsoft.com/office/drawing/2014/main" id="{2B3C2944-C4A4-7433-8889-95B56539828F}"/>
              </a:ext>
            </a:extLst>
          </p:cNvPr>
          <p:cNvSpPr txBox="1"/>
          <p:nvPr/>
        </p:nvSpPr>
        <p:spPr>
          <a:xfrm>
            <a:off x="6714071" y="3237891"/>
            <a:ext cx="462845" cy="584775"/>
          </a:xfrm>
          <a:prstGeom prst="rect">
            <a:avLst/>
          </a:prstGeom>
          <a:noFill/>
        </p:spPr>
        <p:txBody>
          <a:bodyPr wrap="square" rtlCol="0">
            <a:spAutoFit/>
          </a:bodyPr>
          <a:lstStyle/>
          <a:p>
            <a:pPr algn="ctr"/>
            <a:r>
              <a:rPr lang="en-US" sz="3200" dirty="0"/>
              <a:t>6</a:t>
            </a:r>
          </a:p>
        </p:txBody>
      </p:sp>
      <p:sp>
        <p:nvSpPr>
          <p:cNvPr id="87" name="TextBox 86">
            <a:extLst>
              <a:ext uri="{FF2B5EF4-FFF2-40B4-BE49-F238E27FC236}">
                <a16:creationId xmlns:a16="http://schemas.microsoft.com/office/drawing/2014/main" id="{1CB5A33F-3C5E-FA88-DD21-FDC258E6C35A}"/>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88" name="TextBox 87">
            <a:extLst>
              <a:ext uri="{FF2B5EF4-FFF2-40B4-BE49-F238E27FC236}">
                <a16:creationId xmlns:a16="http://schemas.microsoft.com/office/drawing/2014/main" id="{DD398BA6-7275-5548-40D5-93C33DEC6AC9}"/>
              </a:ext>
            </a:extLst>
          </p:cNvPr>
          <p:cNvSpPr txBox="1"/>
          <p:nvPr/>
        </p:nvSpPr>
        <p:spPr>
          <a:xfrm>
            <a:off x="7213604" y="4244561"/>
            <a:ext cx="462845" cy="584775"/>
          </a:xfrm>
          <a:prstGeom prst="rect">
            <a:avLst/>
          </a:prstGeom>
          <a:noFill/>
        </p:spPr>
        <p:txBody>
          <a:bodyPr wrap="square" rtlCol="0">
            <a:spAutoFit/>
          </a:bodyPr>
          <a:lstStyle/>
          <a:p>
            <a:pPr algn="ctr"/>
            <a:r>
              <a:rPr lang="en-US" sz="3200" dirty="0"/>
              <a:t>6</a:t>
            </a:r>
          </a:p>
        </p:txBody>
      </p:sp>
      <p:sp>
        <p:nvSpPr>
          <p:cNvPr id="47" name="TextBox 46">
            <a:extLst>
              <a:ext uri="{FF2B5EF4-FFF2-40B4-BE49-F238E27FC236}">
                <a16:creationId xmlns:a16="http://schemas.microsoft.com/office/drawing/2014/main" id="{539062D4-233A-5D54-2EE3-65408FF00E69}"/>
              </a:ext>
            </a:extLst>
          </p:cNvPr>
          <p:cNvSpPr txBox="1"/>
          <p:nvPr/>
        </p:nvSpPr>
        <p:spPr>
          <a:xfrm>
            <a:off x="7213604" y="3741226"/>
            <a:ext cx="462845" cy="584775"/>
          </a:xfrm>
          <a:prstGeom prst="rect">
            <a:avLst/>
          </a:prstGeom>
          <a:noFill/>
        </p:spPr>
        <p:txBody>
          <a:bodyPr wrap="square" rtlCol="0">
            <a:spAutoFit/>
          </a:bodyPr>
          <a:lstStyle/>
          <a:p>
            <a:pPr algn="ctr"/>
            <a:r>
              <a:rPr lang="en-US" sz="3200" dirty="0"/>
              <a:t>7</a:t>
            </a:r>
          </a:p>
        </p:txBody>
      </p:sp>
      <p:sp>
        <p:nvSpPr>
          <p:cNvPr id="48" name="TextBox 47">
            <a:extLst>
              <a:ext uri="{FF2B5EF4-FFF2-40B4-BE49-F238E27FC236}">
                <a16:creationId xmlns:a16="http://schemas.microsoft.com/office/drawing/2014/main" id="{FF2674C9-97C9-7418-29BB-D7881C62E884}"/>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64" name="TextBox 63">
            <a:extLst>
              <a:ext uri="{FF2B5EF4-FFF2-40B4-BE49-F238E27FC236}">
                <a16:creationId xmlns:a16="http://schemas.microsoft.com/office/drawing/2014/main" id="{42FE9913-C6CB-1EB8-E984-DD4E6BAA8405}"/>
              </a:ext>
            </a:extLst>
          </p:cNvPr>
          <p:cNvSpPr txBox="1"/>
          <p:nvPr/>
        </p:nvSpPr>
        <p:spPr>
          <a:xfrm>
            <a:off x="7213604" y="1224551"/>
            <a:ext cx="462845" cy="584775"/>
          </a:xfrm>
          <a:prstGeom prst="rect">
            <a:avLst/>
          </a:prstGeom>
          <a:noFill/>
        </p:spPr>
        <p:txBody>
          <a:bodyPr wrap="square" rtlCol="0">
            <a:spAutoFit/>
          </a:bodyPr>
          <a:lstStyle/>
          <a:p>
            <a:pPr algn="ctr"/>
            <a:r>
              <a:rPr lang="en-US" sz="3200" dirty="0"/>
              <a:t>4</a:t>
            </a:r>
          </a:p>
        </p:txBody>
      </p:sp>
    </p:spTree>
    <p:extLst>
      <p:ext uri="{BB962C8B-B14F-4D97-AF65-F5344CB8AC3E}">
        <p14:creationId xmlns:p14="http://schemas.microsoft.com/office/powerpoint/2010/main" val="234997186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AB1DDB-52BD-8579-2A2A-82ADEB441B1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8133315-12F2-4452-2F9B-6C6D999D5DD1}"/>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9F95A7DA-1F5B-0153-4E5F-94EE5F04DFC5}"/>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D452A8AD-0423-810B-8DC0-9026636E60D9}"/>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3DC43856-B4BD-4053-77AD-91AC3E9DDB4D}"/>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3A3CD541-223D-B2E4-45F0-355C4A2393AD}"/>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D965D1A9-AE3D-C6A8-2BFB-E7AB1989A239}"/>
              </a:ext>
            </a:extLst>
          </p:cNvPr>
          <p:cNvSpPr txBox="1"/>
          <p:nvPr/>
        </p:nvSpPr>
        <p:spPr>
          <a:xfrm>
            <a:off x="3716867" y="2231221"/>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5A413850-1B87-C5A0-28F5-88A98639E5E9}"/>
              </a:ext>
            </a:extLst>
          </p:cNvPr>
          <p:cNvSpPr txBox="1"/>
          <p:nvPr/>
        </p:nvSpPr>
        <p:spPr>
          <a:xfrm>
            <a:off x="3217333" y="4747898"/>
            <a:ext cx="462845" cy="584775"/>
          </a:xfrm>
          <a:prstGeom prst="rect">
            <a:avLst/>
          </a:prstGeom>
          <a:noFill/>
        </p:spPr>
        <p:txBody>
          <a:bodyPr wrap="square" rtlCol="0">
            <a:spAutoFit/>
          </a:bodyPr>
          <a:lstStyle/>
          <a:p>
            <a:pPr algn="ctr"/>
            <a:r>
              <a:rPr lang="en-US" sz="3200" dirty="0"/>
              <a:t>6</a:t>
            </a:r>
          </a:p>
        </p:txBody>
      </p:sp>
      <p:sp>
        <p:nvSpPr>
          <p:cNvPr id="11" name="TextBox 10">
            <a:extLst>
              <a:ext uri="{FF2B5EF4-FFF2-40B4-BE49-F238E27FC236}">
                <a16:creationId xmlns:a16="http://schemas.microsoft.com/office/drawing/2014/main" id="{43AD1E29-C876-1B55-D3B6-3150A019AF15}"/>
              </a:ext>
            </a:extLst>
          </p:cNvPr>
          <p:cNvSpPr txBox="1"/>
          <p:nvPr/>
        </p:nvSpPr>
        <p:spPr>
          <a:xfrm>
            <a:off x="7213604" y="4747898"/>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8B5457D4-25D9-B1E7-374E-9C510A8ABAFA}"/>
              </a:ext>
            </a:extLst>
          </p:cNvPr>
          <p:cNvSpPr txBox="1"/>
          <p:nvPr/>
        </p:nvSpPr>
        <p:spPr>
          <a:xfrm>
            <a:off x="6214537" y="2734556"/>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06F62A9B-DF54-5A69-C7E7-221316B683F3}"/>
              </a:ext>
            </a:extLst>
          </p:cNvPr>
          <p:cNvSpPr txBox="1"/>
          <p:nvPr/>
        </p:nvSpPr>
        <p:spPr>
          <a:xfrm>
            <a:off x="6214537" y="721216"/>
            <a:ext cx="462845" cy="584775"/>
          </a:xfrm>
          <a:prstGeom prst="rect">
            <a:avLst/>
          </a:prstGeom>
          <a:noFill/>
        </p:spPr>
        <p:txBody>
          <a:bodyPr wrap="square" rtlCol="0">
            <a:spAutoFit/>
          </a:bodyPr>
          <a:lstStyle/>
          <a:p>
            <a:pPr algn="ctr"/>
            <a:r>
              <a:rPr lang="en-US" sz="3200" dirty="0"/>
              <a:t>2</a:t>
            </a:r>
          </a:p>
        </p:txBody>
      </p:sp>
      <p:sp>
        <p:nvSpPr>
          <p:cNvPr id="24" name="TextBox 23">
            <a:extLst>
              <a:ext uri="{FF2B5EF4-FFF2-40B4-BE49-F238E27FC236}">
                <a16:creationId xmlns:a16="http://schemas.microsoft.com/office/drawing/2014/main" id="{A20DBD22-15B7-003C-6098-95BB251D020D}"/>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370B875F-1D30-3E5F-060D-7069CD75E193}"/>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30" name="TextBox 29">
            <a:extLst>
              <a:ext uri="{FF2B5EF4-FFF2-40B4-BE49-F238E27FC236}">
                <a16:creationId xmlns:a16="http://schemas.microsoft.com/office/drawing/2014/main" id="{64433C7B-7528-C843-28CE-A4DBF3FC06CE}"/>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95F91BF4-30CE-9EF1-35DC-89F4E811E291}"/>
              </a:ext>
            </a:extLst>
          </p:cNvPr>
          <p:cNvSpPr txBox="1"/>
          <p:nvPr/>
        </p:nvSpPr>
        <p:spPr>
          <a:xfrm>
            <a:off x="3217333" y="721216"/>
            <a:ext cx="462845" cy="584775"/>
          </a:xfrm>
          <a:prstGeom prst="rect">
            <a:avLst/>
          </a:prstGeom>
          <a:noFill/>
        </p:spPr>
        <p:txBody>
          <a:bodyPr wrap="square" rtlCol="0">
            <a:spAutoFit/>
          </a:bodyPr>
          <a:lstStyle/>
          <a:p>
            <a:pPr algn="ctr"/>
            <a:r>
              <a:rPr lang="en-US" sz="3200" dirty="0"/>
              <a:t>4</a:t>
            </a:r>
          </a:p>
        </p:txBody>
      </p:sp>
      <p:sp>
        <p:nvSpPr>
          <p:cNvPr id="35" name="TextBox 34">
            <a:extLst>
              <a:ext uri="{FF2B5EF4-FFF2-40B4-BE49-F238E27FC236}">
                <a16:creationId xmlns:a16="http://schemas.microsoft.com/office/drawing/2014/main" id="{150DE39F-C4BA-660F-DEEE-66E8095459F7}"/>
              </a:ext>
            </a:extLst>
          </p:cNvPr>
          <p:cNvSpPr txBox="1"/>
          <p:nvPr/>
        </p:nvSpPr>
        <p:spPr>
          <a:xfrm>
            <a:off x="4216401" y="1224551"/>
            <a:ext cx="462845" cy="584775"/>
          </a:xfrm>
          <a:prstGeom prst="rect">
            <a:avLst/>
          </a:prstGeom>
          <a:noFill/>
        </p:spPr>
        <p:txBody>
          <a:bodyPr wrap="square" rtlCol="0">
            <a:spAutoFit/>
          </a:bodyPr>
          <a:lstStyle/>
          <a:p>
            <a:pPr algn="ctr"/>
            <a:r>
              <a:rPr lang="en-US" sz="3200" dirty="0"/>
              <a:t>1</a:t>
            </a:r>
          </a:p>
        </p:txBody>
      </p:sp>
      <p:sp>
        <p:nvSpPr>
          <p:cNvPr id="36" name="TextBox 35">
            <a:extLst>
              <a:ext uri="{FF2B5EF4-FFF2-40B4-BE49-F238E27FC236}">
                <a16:creationId xmlns:a16="http://schemas.microsoft.com/office/drawing/2014/main" id="{FDC2329F-55C3-E1C8-1B81-9C03E66FD300}"/>
              </a:ext>
            </a:extLst>
          </p:cNvPr>
          <p:cNvSpPr txBox="1"/>
          <p:nvPr/>
        </p:nvSpPr>
        <p:spPr>
          <a:xfrm>
            <a:off x="5215469" y="721216"/>
            <a:ext cx="462845" cy="584775"/>
          </a:xfrm>
          <a:prstGeom prst="rect">
            <a:avLst/>
          </a:prstGeom>
          <a:noFill/>
        </p:spPr>
        <p:txBody>
          <a:bodyPr wrap="square" rtlCol="0">
            <a:spAutoFit/>
          </a:bodyPr>
          <a:lstStyle/>
          <a:p>
            <a:pPr algn="ctr"/>
            <a:r>
              <a:rPr lang="en-US" sz="3200" dirty="0"/>
              <a:t>1</a:t>
            </a:r>
          </a:p>
        </p:txBody>
      </p:sp>
      <p:sp>
        <p:nvSpPr>
          <p:cNvPr id="40" name="TextBox 39">
            <a:extLst>
              <a:ext uri="{FF2B5EF4-FFF2-40B4-BE49-F238E27FC236}">
                <a16:creationId xmlns:a16="http://schemas.microsoft.com/office/drawing/2014/main" id="{E10B18F1-746B-BA09-DCE1-AA227601C93C}"/>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42" name="TextBox 41">
            <a:extLst>
              <a:ext uri="{FF2B5EF4-FFF2-40B4-BE49-F238E27FC236}">
                <a16:creationId xmlns:a16="http://schemas.microsoft.com/office/drawing/2014/main" id="{8A149919-3596-0C23-233D-4BAAF79C83EB}"/>
              </a:ext>
            </a:extLst>
          </p:cNvPr>
          <p:cNvSpPr txBox="1"/>
          <p:nvPr/>
        </p:nvSpPr>
        <p:spPr>
          <a:xfrm>
            <a:off x="5715003" y="1224551"/>
            <a:ext cx="462845" cy="584775"/>
          </a:xfrm>
          <a:prstGeom prst="rect">
            <a:avLst/>
          </a:prstGeom>
          <a:noFill/>
        </p:spPr>
        <p:txBody>
          <a:bodyPr wrap="square" rtlCol="0">
            <a:spAutoFit/>
          </a:bodyPr>
          <a:lstStyle/>
          <a:p>
            <a:pPr algn="ctr"/>
            <a:r>
              <a:rPr lang="en-US" sz="3200" dirty="0"/>
              <a:t>2</a:t>
            </a:r>
          </a:p>
        </p:txBody>
      </p:sp>
      <p:sp>
        <p:nvSpPr>
          <p:cNvPr id="43" name="TextBox 42">
            <a:extLst>
              <a:ext uri="{FF2B5EF4-FFF2-40B4-BE49-F238E27FC236}">
                <a16:creationId xmlns:a16="http://schemas.microsoft.com/office/drawing/2014/main" id="{B3B76E92-8FC4-F4BD-B3B5-FDC781E70B67}"/>
              </a:ext>
            </a:extLst>
          </p:cNvPr>
          <p:cNvSpPr txBox="1"/>
          <p:nvPr/>
        </p:nvSpPr>
        <p:spPr>
          <a:xfrm>
            <a:off x="4645378" y="1533509"/>
            <a:ext cx="570089" cy="230832"/>
          </a:xfrm>
          <a:prstGeom prst="rect">
            <a:avLst/>
          </a:prstGeom>
          <a:noFill/>
        </p:spPr>
        <p:txBody>
          <a:bodyPr wrap="square" rtlCol="0">
            <a:spAutoFit/>
          </a:bodyPr>
          <a:lstStyle/>
          <a:p>
            <a:pPr algn="ctr"/>
            <a:r>
              <a:rPr lang="en-US" sz="900" dirty="0"/>
              <a:t>39</a:t>
            </a:r>
          </a:p>
        </p:txBody>
      </p:sp>
      <p:sp>
        <p:nvSpPr>
          <p:cNvPr id="44" name="TextBox 43">
            <a:extLst>
              <a:ext uri="{FF2B5EF4-FFF2-40B4-BE49-F238E27FC236}">
                <a16:creationId xmlns:a16="http://schemas.microsoft.com/office/drawing/2014/main" id="{1437A0BD-A603-B4FE-041D-33328BBBEA1E}"/>
              </a:ext>
            </a:extLst>
          </p:cNvPr>
          <p:cNvSpPr txBox="1"/>
          <p:nvPr/>
        </p:nvSpPr>
        <p:spPr>
          <a:xfrm>
            <a:off x="5147734" y="1533509"/>
            <a:ext cx="570089" cy="230832"/>
          </a:xfrm>
          <a:prstGeom prst="rect">
            <a:avLst/>
          </a:prstGeom>
          <a:noFill/>
        </p:spPr>
        <p:txBody>
          <a:bodyPr wrap="square" rtlCol="0">
            <a:spAutoFit/>
          </a:bodyPr>
          <a:lstStyle/>
          <a:p>
            <a:pPr algn="ctr"/>
            <a:r>
              <a:rPr lang="en-US" sz="900" dirty="0"/>
              <a:t>93</a:t>
            </a:r>
          </a:p>
        </p:txBody>
      </p:sp>
      <p:sp>
        <p:nvSpPr>
          <p:cNvPr id="51" name="TextBox 50">
            <a:extLst>
              <a:ext uri="{FF2B5EF4-FFF2-40B4-BE49-F238E27FC236}">
                <a16:creationId xmlns:a16="http://schemas.microsoft.com/office/drawing/2014/main" id="{AB675C77-A517-391D-6C08-CEB3C63E8F06}"/>
              </a:ext>
            </a:extLst>
          </p:cNvPr>
          <p:cNvSpPr txBox="1"/>
          <p:nvPr/>
        </p:nvSpPr>
        <p:spPr>
          <a:xfrm>
            <a:off x="5215469" y="2231221"/>
            <a:ext cx="462845" cy="584775"/>
          </a:xfrm>
          <a:prstGeom prst="rect">
            <a:avLst/>
          </a:prstGeom>
          <a:noFill/>
        </p:spPr>
        <p:txBody>
          <a:bodyPr wrap="square" rtlCol="0">
            <a:spAutoFit/>
          </a:bodyPr>
          <a:lstStyle/>
          <a:p>
            <a:pPr algn="ctr"/>
            <a:r>
              <a:rPr lang="en-US" sz="3200" dirty="0"/>
              <a:t>6</a:t>
            </a:r>
          </a:p>
        </p:txBody>
      </p:sp>
      <p:sp>
        <p:nvSpPr>
          <p:cNvPr id="15" name="TextBox 14">
            <a:extLst>
              <a:ext uri="{FF2B5EF4-FFF2-40B4-BE49-F238E27FC236}">
                <a16:creationId xmlns:a16="http://schemas.microsoft.com/office/drawing/2014/main" id="{7DB48A5A-D2D0-90C2-ADB5-16C487D8E39A}"/>
              </a:ext>
            </a:extLst>
          </p:cNvPr>
          <p:cNvSpPr txBox="1"/>
          <p:nvPr/>
        </p:nvSpPr>
        <p:spPr>
          <a:xfrm>
            <a:off x="3217333" y="2734556"/>
            <a:ext cx="462845" cy="584775"/>
          </a:xfrm>
          <a:prstGeom prst="rect">
            <a:avLst/>
          </a:prstGeom>
          <a:noFill/>
        </p:spPr>
        <p:txBody>
          <a:bodyPr wrap="square" rtlCol="0">
            <a:spAutoFit/>
          </a:bodyPr>
          <a:lstStyle/>
          <a:p>
            <a:pPr algn="ctr"/>
            <a:r>
              <a:rPr lang="en-US" sz="3200" dirty="0"/>
              <a:t>7</a:t>
            </a:r>
          </a:p>
        </p:txBody>
      </p:sp>
      <p:sp>
        <p:nvSpPr>
          <p:cNvPr id="52" name="TextBox 51">
            <a:extLst>
              <a:ext uri="{FF2B5EF4-FFF2-40B4-BE49-F238E27FC236}">
                <a16:creationId xmlns:a16="http://schemas.microsoft.com/office/drawing/2014/main" id="{CBE20F60-2A81-F123-F543-0E02F10F97FA}"/>
              </a:ext>
            </a:extLst>
          </p:cNvPr>
          <p:cNvSpPr txBox="1"/>
          <p:nvPr/>
        </p:nvSpPr>
        <p:spPr>
          <a:xfrm>
            <a:off x="3716867" y="2734556"/>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F637A7DF-1729-C1D9-4B5B-994F602FBAC1}"/>
              </a:ext>
            </a:extLst>
          </p:cNvPr>
          <p:cNvSpPr txBox="1"/>
          <p:nvPr/>
        </p:nvSpPr>
        <p:spPr>
          <a:xfrm>
            <a:off x="3716867" y="1727886"/>
            <a:ext cx="462845" cy="584775"/>
          </a:xfrm>
          <a:prstGeom prst="rect">
            <a:avLst/>
          </a:prstGeom>
          <a:noFill/>
        </p:spPr>
        <p:txBody>
          <a:bodyPr wrap="square" rtlCol="0">
            <a:spAutoFit/>
          </a:bodyPr>
          <a:lstStyle/>
          <a:p>
            <a:pPr algn="ctr"/>
            <a:r>
              <a:rPr lang="en-US" sz="3200" dirty="0"/>
              <a:t>7</a:t>
            </a:r>
          </a:p>
        </p:txBody>
      </p:sp>
      <p:sp>
        <p:nvSpPr>
          <p:cNvPr id="33" name="TextBox 32">
            <a:extLst>
              <a:ext uri="{FF2B5EF4-FFF2-40B4-BE49-F238E27FC236}">
                <a16:creationId xmlns:a16="http://schemas.microsoft.com/office/drawing/2014/main" id="{20165114-D40A-FBC2-F9FB-5343C1EA28F7}"/>
              </a:ext>
            </a:extLst>
          </p:cNvPr>
          <p:cNvSpPr txBox="1"/>
          <p:nvPr/>
        </p:nvSpPr>
        <p:spPr>
          <a:xfrm>
            <a:off x="3138310" y="3907597"/>
            <a:ext cx="570089" cy="230832"/>
          </a:xfrm>
          <a:prstGeom prst="rect">
            <a:avLst/>
          </a:prstGeom>
          <a:noFill/>
        </p:spPr>
        <p:txBody>
          <a:bodyPr wrap="square" rtlCol="0">
            <a:spAutoFit/>
          </a:bodyPr>
          <a:lstStyle/>
          <a:p>
            <a:pPr algn="ctr"/>
            <a:r>
              <a:rPr lang="en-US" sz="900" dirty="0"/>
              <a:t>15</a:t>
            </a:r>
          </a:p>
        </p:txBody>
      </p:sp>
      <p:sp>
        <p:nvSpPr>
          <p:cNvPr id="53" name="TextBox 52">
            <a:extLst>
              <a:ext uri="{FF2B5EF4-FFF2-40B4-BE49-F238E27FC236}">
                <a16:creationId xmlns:a16="http://schemas.microsoft.com/office/drawing/2014/main" id="{A70EB957-715D-6834-3A8D-1977325AA67A}"/>
              </a:ext>
            </a:extLst>
          </p:cNvPr>
          <p:cNvSpPr txBox="1"/>
          <p:nvPr/>
        </p:nvSpPr>
        <p:spPr>
          <a:xfrm>
            <a:off x="3138310" y="4408541"/>
            <a:ext cx="570089" cy="230832"/>
          </a:xfrm>
          <a:prstGeom prst="rect">
            <a:avLst/>
          </a:prstGeom>
          <a:noFill/>
        </p:spPr>
        <p:txBody>
          <a:bodyPr wrap="square" rtlCol="0">
            <a:spAutoFit/>
          </a:bodyPr>
          <a:lstStyle/>
          <a:p>
            <a:pPr algn="ctr"/>
            <a:r>
              <a:rPr lang="en-US" sz="900" dirty="0"/>
              <a:t>51</a:t>
            </a:r>
          </a:p>
        </p:txBody>
      </p:sp>
      <p:sp>
        <p:nvSpPr>
          <p:cNvPr id="66" name="TextBox 65">
            <a:extLst>
              <a:ext uri="{FF2B5EF4-FFF2-40B4-BE49-F238E27FC236}">
                <a16:creationId xmlns:a16="http://schemas.microsoft.com/office/drawing/2014/main" id="{0F003AA9-E5FA-41FC-875D-1F5B8723DE65}"/>
              </a:ext>
            </a:extLst>
          </p:cNvPr>
          <p:cNvSpPr txBox="1"/>
          <p:nvPr/>
        </p:nvSpPr>
        <p:spPr>
          <a:xfrm>
            <a:off x="4216401" y="2734556"/>
            <a:ext cx="462845" cy="584775"/>
          </a:xfrm>
          <a:prstGeom prst="rect">
            <a:avLst/>
          </a:prstGeom>
          <a:noFill/>
        </p:spPr>
        <p:txBody>
          <a:bodyPr wrap="square" rtlCol="0">
            <a:spAutoFit/>
          </a:bodyPr>
          <a:lstStyle/>
          <a:p>
            <a:pPr algn="ctr"/>
            <a:r>
              <a:rPr lang="en-US" sz="3200" dirty="0"/>
              <a:t>5</a:t>
            </a:r>
          </a:p>
        </p:txBody>
      </p:sp>
      <p:sp>
        <p:nvSpPr>
          <p:cNvPr id="67" name="TextBox 66">
            <a:extLst>
              <a:ext uri="{FF2B5EF4-FFF2-40B4-BE49-F238E27FC236}">
                <a16:creationId xmlns:a16="http://schemas.microsoft.com/office/drawing/2014/main" id="{C76BA8BA-E8DE-F160-989F-24B77507FA4C}"/>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68" name="TextBox 67">
            <a:extLst>
              <a:ext uri="{FF2B5EF4-FFF2-40B4-BE49-F238E27FC236}">
                <a16:creationId xmlns:a16="http://schemas.microsoft.com/office/drawing/2014/main" id="{6F8B7729-9F68-31CA-1EFF-A7FEE1751B3C}"/>
              </a:ext>
            </a:extLst>
          </p:cNvPr>
          <p:cNvSpPr txBox="1"/>
          <p:nvPr/>
        </p:nvSpPr>
        <p:spPr>
          <a:xfrm>
            <a:off x="3716867" y="3237891"/>
            <a:ext cx="462845" cy="584775"/>
          </a:xfrm>
          <a:prstGeom prst="rect">
            <a:avLst/>
          </a:prstGeom>
          <a:noFill/>
        </p:spPr>
        <p:txBody>
          <a:bodyPr wrap="square" rtlCol="0">
            <a:spAutoFit/>
          </a:bodyPr>
          <a:lstStyle/>
          <a:p>
            <a:pPr algn="ctr"/>
            <a:r>
              <a:rPr lang="en-US" sz="3200" dirty="0"/>
              <a:t>4</a:t>
            </a:r>
          </a:p>
        </p:txBody>
      </p:sp>
      <p:sp>
        <p:nvSpPr>
          <p:cNvPr id="9" name="TextBox 8">
            <a:extLst>
              <a:ext uri="{FF2B5EF4-FFF2-40B4-BE49-F238E27FC236}">
                <a16:creationId xmlns:a16="http://schemas.microsoft.com/office/drawing/2014/main" id="{DDF32770-D1ED-0414-3DC5-91495E0719FC}"/>
              </a:ext>
            </a:extLst>
          </p:cNvPr>
          <p:cNvSpPr txBox="1"/>
          <p:nvPr/>
        </p:nvSpPr>
        <p:spPr>
          <a:xfrm>
            <a:off x="5215469" y="2734556"/>
            <a:ext cx="462845" cy="584775"/>
          </a:xfrm>
          <a:prstGeom prst="rect">
            <a:avLst/>
          </a:prstGeom>
          <a:noFill/>
        </p:spPr>
        <p:txBody>
          <a:bodyPr wrap="square" rtlCol="0">
            <a:spAutoFit/>
          </a:bodyPr>
          <a:lstStyle/>
          <a:p>
            <a:pPr algn="ctr"/>
            <a:r>
              <a:rPr lang="en-US" sz="3200" dirty="0"/>
              <a:t>2</a:t>
            </a:r>
          </a:p>
        </p:txBody>
      </p:sp>
      <p:sp>
        <p:nvSpPr>
          <p:cNvPr id="45" name="TextBox 44">
            <a:extLst>
              <a:ext uri="{FF2B5EF4-FFF2-40B4-BE49-F238E27FC236}">
                <a16:creationId xmlns:a16="http://schemas.microsoft.com/office/drawing/2014/main" id="{9D137B71-ACA2-C245-ADFA-9F3B87FCA2C2}"/>
              </a:ext>
            </a:extLst>
          </p:cNvPr>
          <p:cNvSpPr txBox="1"/>
          <p:nvPr/>
        </p:nvSpPr>
        <p:spPr>
          <a:xfrm>
            <a:off x="7213604" y="2734556"/>
            <a:ext cx="462845" cy="584775"/>
          </a:xfrm>
          <a:prstGeom prst="rect">
            <a:avLst/>
          </a:prstGeom>
          <a:noFill/>
        </p:spPr>
        <p:txBody>
          <a:bodyPr wrap="square" rtlCol="0">
            <a:spAutoFit/>
          </a:bodyPr>
          <a:lstStyle/>
          <a:p>
            <a:pPr algn="ctr"/>
            <a:r>
              <a:rPr lang="en-US" sz="3200" dirty="0"/>
              <a:t>9</a:t>
            </a:r>
          </a:p>
        </p:txBody>
      </p:sp>
      <p:sp>
        <p:nvSpPr>
          <p:cNvPr id="46" name="TextBox 45">
            <a:extLst>
              <a:ext uri="{FF2B5EF4-FFF2-40B4-BE49-F238E27FC236}">
                <a16:creationId xmlns:a16="http://schemas.microsoft.com/office/drawing/2014/main" id="{543D915E-6BB6-83C5-D36E-14D5F5FAF5C6}"/>
              </a:ext>
            </a:extLst>
          </p:cNvPr>
          <p:cNvSpPr txBox="1"/>
          <p:nvPr/>
        </p:nvSpPr>
        <p:spPr>
          <a:xfrm>
            <a:off x="6714071" y="2734556"/>
            <a:ext cx="462845" cy="584775"/>
          </a:xfrm>
          <a:prstGeom prst="rect">
            <a:avLst/>
          </a:prstGeom>
          <a:noFill/>
        </p:spPr>
        <p:txBody>
          <a:bodyPr wrap="square" rtlCol="0">
            <a:spAutoFit/>
          </a:bodyPr>
          <a:lstStyle/>
          <a:p>
            <a:pPr algn="ctr"/>
            <a:r>
              <a:rPr lang="en-US" sz="3200" dirty="0"/>
              <a:t>8</a:t>
            </a:r>
          </a:p>
        </p:txBody>
      </p:sp>
      <p:sp>
        <p:nvSpPr>
          <p:cNvPr id="50" name="TextBox 49">
            <a:extLst>
              <a:ext uri="{FF2B5EF4-FFF2-40B4-BE49-F238E27FC236}">
                <a16:creationId xmlns:a16="http://schemas.microsoft.com/office/drawing/2014/main" id="{7F9B99CC-BFFE-2833-F6CA-4C20D5559560}"/>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54" name="TextBox 53">
            <a:extLst>
              <a:ext uri="{FF2B5EF4-FFF2-40B4-BE49-F238E27FC236}">
                <a16:creationId xmlns:a16="http://schemas.microsoft.com/office/drawing/2014/main" id="{4F256536-C671-E1CE-71F7-45249EA74D28}"/>
              </a:ext>
            </a:extLst>
          </p:cNvPr>
          <p:cNvSpPr txBox="1"/>
          <p:nvPr/>
        </p:nvSpPr>
        <p:spPr>
          <a:xfrm>
            <a:off x="3716867" y="721216"/>
            <a:ext cx="462845" cy="584775"/>
          </a:xfrm>
          <a:prstGeom prst="rect">
            <a:avLst/>
          </a:prstGeom>
          <a:noFill/>
        </p:spPr>
        <p:txBody>
          <a:bodyPr wrap="square" rtlCol="0">
            <a:spAutoFit/>
          </a:bodyPr>
          <a:lstStyle/>
          <a:p>
            <a:pPr algn="ctr"/>
            <a:r>
              <a:rPr lang="en-US" sz="3200" dirty="0"/>
              <a:t>3</a:t>
            </a:r>
          </a:p>
        </p:txBody>
      </p:sp>
      <p:sp>
        <p:nvSpPr>
          <p:cNvPr id="55" name="TextBox 54">
            <a:extLst>
              <a:ext uri="{FF2B5EF4-FFF2-40B4-BE49-F238E27FC236}">
                <a16:creationId xmlns:a16="http://schemas.microsoft.com/office/drawing/2014/main" id="{81A08E44-2197-4195-5CCD-E2EC359F4AAA}"/>
              </a:ext>
            </a:extLst>
          </p:cNvPr>
          <p:cNvSpPr txBox="1"/>
          <p:nvPr/>
        </p:nvSpPr>
        <p:spPr>
          <a:xfrm>
            <a:off x="5715003" y="721216"/>
            <a:ext cx="462845" cy="584775"/>
          </a:xfrm>
          <a:prstGeom prst="rect">
            <a:avLst/>
          </a:prstGeom>
          <a:noFill/>
        </p:spPr>
        <p:txBody>
          <a:bodyPr wrap="square" rtlCol="0">
            <a:spAutoFit/>
          </a:bodyPr>
          <a:lstStyle/>
          <a:p>
            <a:pPr algn="ctr"/>
            <a:r>
              <a:rPr lang="en-US" sz="3200" dirty="0"/>
              <a:t>5</a:t>
            </a:r>
          </a:p>
        </p:txBody>
      </p:sp>
      <p:sp>
        <p:nvSpPr>
          <p:cNvPr id="37" name="TextBox 36">
            <a:extLst>
              <a:ext uri="{FF2B5EF4-FFF2-40B4-BE49-F238E27FC236}">
                <a16:creationId xmlns:a16="http://schemas.microsoft.com/office/drawing/2014/main" id="{0A5362DC-9263-E0B8-4794-D3C5767FD3F7}"/>
              </a:ext>
            </a:extLst>
          </p:cNvPr>
          <p:cNvSpPr txBox="1"/>
          <p:nvPr/>
        </p:nvSpPr>
        <p:spPr>
          <a:xfrm>
            <a:off x="3716867" y="1224551"/>
            <a:ext cx="462845" cy="584775"/>
          </a:xfrm>
          <a:prstGeom prst="rect">
            <a:avLst/>
          </a:prstGeom>
          <a:noFill/>
        </p:spPr>
        <p:txBody>
          <a:bodyPr wrap="square" rtlCol="0">
            <a:spAutoFit/>
          </a:bodyPr>
          <a:lstStyle/>
          <a:p>
            <a:pPr algn="ctr"/>
            <a:r>
              <a:rPr lang="en-US" sz="3200" dirty="0"/>
              <a:t>5</a:t>
            </a:r>
          </a:p>
        </p:txBody>
      </p:sp>
      <p:sp>
        <p:nvSpPr>
          <p:cNvPr id="38" name="TextBox 37">
            <a:extLst>
              <a:ext uri="{FF2B5EF4-FFF2-40B4-BE49-F238E27FC236}">
                <a16:creationId xmlns:a16="http://schemas.microsoft.com/office/drawing/2014/main" id="{A4DBB5AE-53DA-447A-356B-81820584A670}"/>
              </a:ext>
            </a:extLst>
          </p:cNvPr>
          <p:cNvSpPr txBox="1"/>
          <p:nvPr/>
        </p:nvSpPr>
        <p:spPr>
          <a:xfrm>
            <a:off x="4715935" y="721216"/>
            <a:ext cx="462845" cy="584775"/>
          </a:xfrm>
          <a:prstGeom prst="rect">
            <a:avLst/>
          </a:prstGeom>
          <a:noFill/>
        </p:spPr>
        <p:txBody>
          <a:bodyPr wrap="square" rtlCol="0">
            <a:spAutoFit/>
          </a:bodyPr>
          <a:lstStyle/>
          <a:p>
            <a:pPr algn="ctr"/>
            <a:r>
              <a:rPr lang="en-US" sz="3200" dirty="0"/>
              <a:t>7</a:t>
            </a:r>
          </a:p>
        </p:txBody>
      </p:sp>
      <p:sp>
        <p:nvSpPr>
          <p:cNvPr id="56" name="TextBox 55">
            <a:extLst>
              <a:ext uri="{FF2B5EF4-FFF2-40B4-BE49-F238E27FC236}">
                <a16:creationId xmlns:a16="http://schemas.microsoft.com/office/drawing/2014/main" id="{4BD7EAFF-D50F-4890-3442-1393D6CA2D79}"/>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
        <p:nvSpPr>
          <p:cNvPr id="25" name="TextBox 24">
            <a:extLst>
              <a:ext uri="{FF2B5EF4-FFF2-40B4-BE49-F238E27FC236}">
                <a16:creationId xmlns:a16="http://schemas.microsoft.com/office/drawing/2014/main" id="{30F8EDE4-402D-8F98-FE95-95FB6562226D}"/>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39" name="TextBox 38">
            <a:extLst>
              <a:ext uri="{FF2B5EF4-FFF2-40B4-BE49-F238E27FC236}">
                <a16:creationId xmlns:a16="http://schemas.microsoft.com/office/drawing/2014/main" id="{F7F93151-F1B2-8F50-CB90-955B46B852BE}"/>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14" name="TextBox 13">
            <a:extLst>
              <a:ext uri="{FF2B5EF4-FFF2-40B4-BE49-F238E27FC236}">
                <a16:creationId xmlns:a16="http://schemas.microsoft.com/office/drawing/2014/main" id="{93FD5BB1-7CDD-CC03-3406-F03F922C8230}"/>
              </a:ext>
            </a:extLst>
          </p:cNvPr>
          <p:cNvSpPr txBox="1"/>
          <p:nvPr/>
        </p:nvSpPr>
        <p:spPr>
          <a:xfrm>
            <a:off x="6214537" y="3237891"/>
            <a:ext cx="462845" cy="584775"/>
          </a:xfrm>
          <a:prstGeom prst="rect">
            <a:avLst/>
          </a:prstGeom>
          <a:noFill/>
        </p:spPr>
        <p:txBody>
          <a:bodyPr wrap="square" rtlCol="0">
            <a:spAutoFit/>
          </a:bodyPr>
          <a:lstStyle/>
          <a:p>
            <a:pPr algn="ctr"/>
            <a:r>
              <a:rPr lang="en-US" sz="3200" dirty="0"/>
              <a:t>5</a:t>
            </a:r>
          </a:p>
        </p:txBody>
      </p:sp>
      <p:sp>
        <p:nvSpPr>
          <p:cNvPr id="41" name="TextBox 40">
            <a:extLst>
              <a:ext uri="{FF2B5EF4-FFF2-40B4-BE49-F238E27FC236}">
                <a16:creationId xmlns:a16="http://schemas.microsoft.com/office/drawing/2014/main" id="{810CAFC1-B31B-70E5-A34F-910799C90564}"/>
              </a:ext>
            </a:extLst>
          </p:cNvPr>
          <p:cNvSpPr txBox="1"/>
          <p:nvPr/>
        </p:nvSpPr>
        <p:spPr>
          <a:xfrm>
            <a:off x="4143022" y="4038229"/>
            <a:ext cx="570089" cy="230832"/>
          </a:xfrm>
          <a:prstGeom prst="rect">
            <a:avLst/>
          </a:prstGeom>
          <a:noFill/>
        </p:spPr>
        <p:txBody>
          <a:bodyPr wrap="square" rtlCol="0">
            <a:spAutoFit/>
          </a:bodyPr>
          <a:lstStyle/>
          <a:p>
            <a:pPr algn="ctr"/>
            <a:r>
              <a:rPr lang="en-US" sz="900" dirty="0"/>
              <a:t>34</a:t>
            </a:r>
          </a:p>
        </p:txBody>
      </p:sp>
      <p:sp>
        <p:nvSpPr>
          <p:cNvPr id="57" name="TextBox 56">
            <a:extLst>
              <a:ext uri="{FF2B5EF4-FFF2-40B4-BE49-F238E27FC236}">
                <a16:creationId xmlns:a16="http://schemas.microsoft.com/office/drawing/2014/main" id="{83AB4883-6D17-C2CD-1E61-51F49637750F}"/>
              </a:ext>
            </a:extLst>
          </p:cNvPr>
          <p:cNvSpPr txBox="1"/>
          <p:nvPr/>
        </p:nvSpPr>
        <p:spPr>
          <a:xfrm>
            <a:off x="3640666" y="4408541"/>
            <a:ext cx="570089" cy="230832"/>
          </a:xfrm>
          <a:prstGeom prst="rect">
            <a:avLst/>
          </a:prstGeom>
          <a:noFill/>
        </p:spPr>
        <p:txBody>
          <a:bodyPr wrap="square" rtlCol="0">
            <a:spAutoFit/>
          </a:bodyPr>
          <a:lstStyle/>
          <a:p>
            <a:pPr algn="ctr"/>
            <a:r>
              <a:rPr lang="en-US" sz="900" dirty="0"/>
              <a:t>89</a:t>
            </a:r>
          </a:p>
        </p:txBody>
      </p:sp>
      <p:sp>
        <p:nvSpPr>
          <p:cNvPr id="58" name="TextBox 57">
            <a:extLst>
              <a:ext uri="{FF2B5EF4-FFF2-40B4-BE49-F238E27FC236}">
                <a16:creationId xmlns:a16="http://schemas.microsoft.com/office/drawing/2014/main" id="{D4A3D172-6825-8BD7-4EA6-C9A9459B9638}"/>
              </a:ext>
            </a:extLst>
          </p:cNvPr>
          <p:cNvSpPr txBox="1"/>
          <p:nvPr/>
        </p:nvSpPr>
        <p:spPr>
          <a:xfrm>
            <a:off x="4143022" y="4539173"/>
            <a:ext cx="570089" cy="230832"/>
          </a:xfrm>
          <a:prstGeom prst="rect">
            <a:avLst/>
          </a:prstGeom>
          <a:noFill/>
        </p:spPr>
        <p:txBody>
          <a:bodyPr wrap="square" rtlCol="0">
            <a:spAutoFit/>
          </a:bodyPr>
          <a:lstStyle/>
          <a:p>
            <a:pPr algn="ctr"/>
            <a:r>
              <a:rPr lang="en-US" sz="900" dirty="0"/>
              <a:t>347</a:t>
            </a:r>
          </a:p>
        </p:txBody>
      </p:sp>
      <p:sp>
        <p:nvSpPr>
          <p:cNvPr id="59" name="TextBox 58">
            <a:extLst>
              <a:ext uri="{FF2B5EF4-FFF2-40B4-BE49-F238E27FC236}">
                <a16:creationId xmlns:a16="http://schemas.microsoft.com/office/drawing/2014/main" id="{95EA42D7-DC59-5181-639B-8302B10AEC1F}"/>
              </a:ext>
            </a:extLst>
          </p:cNvPr>
          <p:cNvSpPr txBox="1"/>
          <p:nvPr/>
        </p:nvSpPr>
        <p:spPr>
          <a:xfrm>
            <a:off x="3640666" y="5040116"/>
            <a:ext cx="570089" cy="230832"/>
          </a:xfrm>
          <a:prstGeom prst="rect">
            <a:avLst/>
          </a:prstGeom>
          <a:noFill/>
        </p:spPr>
        <p:txBody>
          <a:bodyPr wrap="square" rtlCol="0">
            <a:spAutoFit/>
          </a:bodyPr>
          <a:lstStyle/>
          <a:p>
            <a:pPr algn="ctr"/>
            <a:r>
              <a:rPr lang="en-US" sz="900" dirty="0"/>
              <a:t>98</a:t>
            </a:r>
          </a:p>
        </p:txBody>
      </p:sp>
      <p:sp>
        <p:nvSpPr>
          <p:cNvPr id="62" name="TextBox 61">
            <a:extLst>
              <a:ext uri="{FF2B5EF4-FFF2-40B4-BE49-F238E27FC236}">
                <a16:creationId xmlns:a16="http://schemas.microsoft.com/office/drawing/2014/main" id="{40B0988A-923B-2654-5ECF-6F522C0F4C2B}"/>
              </a:ext>
            </a:extLst>
          </p:cNvPr>
          <p:cNvSpPr txBox="1"/>
          <p:nvPr/>
        </p:nvSpPr>
        <p:spPr>
          <a:xfrm>
            <a:off x="4143022" y="5040116"/>
            <a:ext cx="570089" cy="230832"/>
          </a:xfrm>
          <a:prstGeom prst="rect">
            <a:avLst/>
          </a:prstGeom>
          <a:noFill/>
        </p:spPr>
        <p:txBody>
          <a:bodyPr wrap="square" rtlCol="0">
            <a:spAutoFit/>
          </a:bodyPr>
          <a:lstStyle/>
          <a:p>
            <a:pPr algn="ctr"/>
            <a:r>
              <a:rPr lang="en-US" sz="900" dirty="0"/>
              <a:t>47</a:t>
            </a:r>
          </a:p>
        </p:txBody>
      </p:sp>
      <p:sp>
        <p:nvSpPr>
          <p:cNvPr id="69" name="TextBox 68">
            <a:extLst>
              <a:ext uri="{FF2B5EF4-FFF2-40B4-BE49-F238E27FC236}">
                <a16:creationId xmlns:a16="http://schemas.microsoft.com/office/drawing/2014/main" id="{8784BD9B-50D9-5F64-FBEA-30EA0AC538C1}"/>
              </a:ext>
            </a:extLst>
          </p:cNvPr>
          <p:cNvSpPr txBox="1"/>
          <p:nvPr/>
        </p:nvSpPr>
        <p:spPr>
          <a:xfrm>
            <a:off x="6152446" y="4539173"/>
            <a:ext cx="570089" cy="230832"/>
          </a:xfrm>
          <a:prstGeom prst="rect">
            <a:avLst/>
          </a:prstGeom>
          <a:noFill/>
        </p:spPr>
        <p:txBody>
          <a:bodyPr wrap="square" rtlCol="0">
            <a:spAutoFit/>
          </a:bodyPr>
          <a:lstStyle/>
          <a:p>
            <a:pPr algn="ctr"/>
            <a:r>
              <a:rPr lang="en-US" sz="900" dirty="0"/>
              <a:t>48</a:t>
            </a:r>
          </a:p>
        </p:txBody>
      </p:sp>
      <p:sp>
        <p:nvSpPr>
          <p:cNvPr id="70" name="TextBox 69">
            <a:extLst>
              <a:ext uri="{FF2B5EF4-FFF2-40B4-BE49-F238E27FC236}">
                <a16:creationId xmlns:a16="http://schemas.microsoft.com/office/drawing/2014/main" id="{4053D0BB-88EC-AA7E-A79D-C556C525F79E}"/>
              </a:ext>
            </a:extLst>
          </p:cNvPr>
          <p:cNvSpPr txBox="1"/>
          <p:nvPr/>
        </p:nvSpPr>
        <p:spPr>
          <a:xfrm>
            <a:off x="6152446" y="5040116"/>
            <a:ext cx="570089" cy="230832"/>
          </a:xfrm>
          <a:prstGeom prst="rect">
            <a:avLst/>
          </a:prstGeom>
          <a:noFill/>
        </p:spPr>
        <p:txBody>
          <a:bodyPr wrap="square" rtlCol="0">
            <a:spAutoFit/>
          </a:bodyPr>
          <a:lstStyle/>
          <a:p>
            <a:pPr algn="ctr"/>
            <a:r>
              <a:rPr lang="en-US" sz="900" dirty="0"/>
              <a:t>84</a:t>
            </a:r>
          </a:p>
        </p:txBody>
      </p:sp>
      <p:sp>
        <p:nvSpPr>
          <p:cNvPr id="71" name="TextBox 70">
            <a:extLst>
              <a:ext uri="{FF2B5EF4-FFF2-40B4-BE49-F238E27FC236}">
                <a16:creationId xmlns:a16="http://schemas.microsoft.com/office/drawing/2014/main" id="{15936424-9136-DEC5-0749-0652DEC8536E}"/>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
        <p:nvSpPr>
          <p:cNvPr id="73" name="TextBox 72">
            <a:extLst>
              <a:ext uri="{FF2B5EF4-FFF2-40B4-BE49-F238E27FC236}">
                <a16:creationId xmlns:a16="http://schemas.microsoft.com/office/drawing/2014/main" id="{4D14AD92-F5E6-9D3C-08FD-BC3F2E37DFA2}"/>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74" name="TextBox 73">
            <a:extLst>
              <a:ext uri="{FF2B5EF4-FFF2-40B4-BE49-F238E27FC236}">
                <a16:creationId xmlns:a16="http://schemas.microsoft.com/office/drawing/2014/main" id="{D9541C87-F210-00A1-D3E5-C6B6DA3C974A}"/>
              </a:ext>
            </a:extLst>
          </p:cNvPr>
          <p:cNvSpPr txBox="1"/>
          <p:nvPr/>
        </p:nvSpPr>
        <p:spPr>
          <a:xfrm>
            <a:off x="5215469" y="1727886"/>
            <a:ext cx="462845" cy="584775"/>
          </a:xfrm>
          <a:prstGeom prst="rect">
            <a:avLst/>
          </a:prstGeom>
          <a:noFill/>
        </p:spPr>
        <p:txBody>
          <a:bodyPr wrap="square" rtlCol="0">
            <a:spAutoFit/>
          </a:bodyPr>
          <a:lstStyle/>
          <a:p>
            <a:pPr algn="ctr"/>
            <a:r>
              <a:rPr lang="en-US" sz="3200" dirty="0"/>
              <a:t>8</a:t>
            </a:r>
          </a:p>
        </p:txBody>
      </p:sp>
      <p:sp>
        <p:nvSpPr>
          <p:cNvPr id="75" name="TextBox 74">
            <a:extLst>
              <a:ext uri="{FF2B5EF4-FFF2-40B4-BE49-F238E27FC236}">
                <a16:creationId xmlns:a16="http://schemas.microsoft.com/office/drawing/2014/main" id="{D95EB214-EC55-9988-B3F5-15E1A2BE1C3F}"/>
              </a:ext>
            </a:extLst>
          </p:cNvPr>
          <p:cNvSpPr txBox="1"/>
          <p:nvPr/>
        </p:nvSpPr>
        <p:spPr>
          <a:xfrm>
            <a:off x="3217333" y="1224551"/>
            <a:ext cx="462845" cy="584775"/>
          </a:xfrm>
          <a:prstGeom prst="rect">
            <a:avLst/>
          </a:prstGeom>
          <a:noFill/>
        </p:spPr>
        <p:txBody>
          <a:bodyPr wrap="square" rtlCol="0">
            <a:spAutoFit/>
          </a:bodyPr>
          <a:lstStyle/>
          <a:p>
            <a:pPr algn="ctr"/>
            <a:r>
              <a:rPr lang="en-US" sz="3200" dirty="0"/>
              <a:t>8</a:t>
            </a:r>
          </a:p>
        </p:txBody>
      </p:sp>
      <p:sp>
        <p:nvSpPr>
          <p:cNvPr id="76" name="TextBox 75">
            <a:extLst>
              <a:ext uri="{FF2B5EF4-FFF2-40B4-BE49-F238E27FC236}">
                <a16:creationId xmlns:a16="http://schemas.microsoft.com/office/drawing/2014/main" id="{DE211FCF-30D0-3EBA-10AC-937BAAB426A7}"/>
              </a:ext>
            </a:extLst>
          </p:cNvPr>
          <p:cNvSpPr txBox="1"/>
          <p:nvPr/>
        </p:nvSpPr>
        <p:spPr>
          <a:xfrm>
            <a:off x="3217333" y="1727886"/>
            <a:ext cx="462845" cy="584775"/>
          </a:xfrm>
          <a:prstGeom prst="rect">
            <a:avLst/>
          </a:prstGeom>
          <a:noFill/>
        </p:spPr>
        <p:txBody>
          <a:bodyPr wrap="square" rtlCol="0">
            <a:spAutoFit/>
          </a:bodyPr>
          <a:lstStyle/>
          <a:p>
            <a:pPr algn="ctr"/>
            <a:r>
              <a:rPr lang="en-US" sz="3200" dirty="0"/>
              <a:t>9</a:t>
            </a:r>
          </a:p>
        </p:txBody>
      </p:sp>
      <p:sp>
        <p:nvSpPr>
          <p:cNvPr id="77" name="TextBox 76">
            <a:extLst>
              <a:ext uri="{FF2B5EF4-FFF2-40B4-BE49-F238E27FC236}">
                <a16:creationId xmlns:a16="http://schemas.microsoft.com/office/drawing/2014/main" id="{D509C2B5-12F7-3C25-0FC1-9066B9C3CE4E}"/>
              </a:ext>
            </a:extLst>
          </p:cNvPr>
          <p:cNvSpPr txBox="1"/>
          <p:nvPr/>
        </p:nvSpPr>
        <p:spPr>
          <a:xfrm>
            <a:off x="6714071" y="1727886"/>
            <a:ext cx="462845" cy="584775"/>
          </a:xfrm>
          <a:prstGeom prst="rect">
            <a:avLst/>
          </a:prstGeom>
          <a:noFill/>
        </p:spPr>
        <p:txBody>
          <a:bodyPr wrap="square" rtlCol="0">
            <a:spAutoFit/>
          </a:bodyPr>
          <a:lstStyle/>
          <a:p>
            <a:pPr algn="ctr"/>
            <a:r>
              <a:rPr lang="en-US" sz="3200" dirty="0"/>
              <a:t>3</a:t>
            </a:r>
          </a:p>
        </p:txBody>
      </p:sp>
      <p:sp>
        <p:nvSpPr>
          <p:cNvPr id="78" name="TextBox 77">
            <a:extLst>
              <a:ext uri="{FF2B5EF4-FFF2-40B4-BE49-F238E27FC236}">
                <a16:creationId xmlns:a16="http://schemas.microsoft.com/office/drawing/2014/main" id="{DD238BD8-7C29-7DD7-39E8-2ADDF3465586}"/>
              </a:ext>
            </a:extLst>
          </p:cNvPr>
          <p:cNvSpPr txBox="1"/>
          <p:nvPr/>
        </p:nvSpPr>
        <p:spPr>
          <a:xfrm>
            <a:off x="7213604" y="1727886"/>
            <a:ext cx="462845" cy="584775"/>
          </a:xfrm>
          <a:prstGeom prst="rect">
            <a:avLst/>
          </a:prstGeom>
          <a:noFill/>
        </p:spPr>
        <p:txBody>
          <a:bodyPr wrap="square" rtlCol="0">
            <a:spAutoFit/>
          </a:bodyPr>
          <a:lstStyle/>
          <a:p>
            <a:pPr algn="ctr"/>
            <a:r>
              <a:rPr lang="en-US" sz="3200" dirty="0"/>
              <a:t>5</a:t>
            </a:r>
          </a:p>
        </p:txBody>
      </p:sp>
      <p:sp>
        <p:nvSpPr>
          <p:cNvPr id="79" name="TextBox 78">
            <a:extLst>
              <a:ext uri="{FF2B5EF4-FFF2-40B4-BE49-F238E27FC236}">
                <a16:creationId xmlns:a16="http://schemas.microsoft.com/office/drawing/2014/main" id="{A909E645-191D-334F-371E-EED11E3D83A2}"/>
              </a:ext>
            </a:extLst>
          </p:cNvPr>
          <p:cNvSpPr txBox="1"/>
          <p:nvPr/>
        </p:nvSpPr>
        <p:spPr>
          <a:xfrm>
            <a:off x="4715935" y="2734556"/>
            <a:ext cx="462845" cy="584775"/>
          </a:xfrm>
          <a:prstGeom prst="rect">
            <a:avLst/>
          </a:prstGeom>
          <a:noFill/>
        </p:spPr>
        <p:txBody>
          <a:bodyPr wrap="square" rtlCol="0">
            <a:spAutoFit/>
          </a:bodyPr>
          <a:lstStyle/>
          <a:p>
            <a:pPr algn="ctr"/>
            <a:r>
              <a:rPr lang="en-US" sz="3200" dirty="0"/>
              <a:t>1</a:t>
            </a:r>
          </a:p>
        </p:txBody>
      </p:sp>
      <p:sp>
        <p:nvSpPr>
          <p:cNvPr id="80" name="TextBox 79">
            <a:extLst>
              <a:ext uri="{FF2B5EF4-FFF2-40B4-BE49-F238E27FC236}">
                <a16:creationId xmlns:a16="http://schemas.microsoft.com/office/drawing/2014/main" id="{70663D9A-FF12-73D5-928D-AEC155646D59}"/>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41ACE944-017B-9FE3-BDC9-E2BABEB53A36}"/>
              </a:ext>
            </a:extLst>
          </p:cNvPr>
          <p:cNvSpPr txBox="1"/>
          <p:nvPr/>
        </p:nvSpPr>
        <p:spPr>
          <a:xfrm>
            <a:off x="3716867" y="3741226"/>
            <a:ext cx="462845" cy="584775"/>
          </a:xfrm>
          <a:prstGeom prst="rect">
            <a:avLst/>
          </a:prstGeom>
          <a:noFill/>
        </p:spPr>
        <p:txBody>
          <a:bodyPr wrap="square" rtlCol="0">
            <a:spAutoFit/>
          </a:bodyPr>
          <a:lstStyle/>
          <a:p>
            <a:pPr algn="ctr"/>
            <a:r>
              <a:rPr lang="en-US" sz="3200" dirty="0"/>
              <a:t>2</a:t>
            </a:r>
          </a:p>
        </p:txBody>
      </p:sp>
      <p:sp>
        <p:nvSpPr>
          <p:cNvPr id="17" name="TextBox 16">
            <a:extLst>
              <a:ext uri="{FF2B5EF4-FFF2-40B4-BE49-F238E27FC236}">
                <a16:creationId xmlns:a16="http://schemas.microsoft.com/office/drawing/2014/main" id="{26D96A93-456D-FAC5-8825-36F1D4C8CCAC}"/>
              </a:ext>
            </a:extLst>
          </p:cNvPr>
          <p:cNvSpPr txBox="1"/>
          <p:nvPr/>
        </p:nvSpPr>
        <p:spPr>
          <a:xfrm>
            <a:off x="5147734" y="4038229"/>
            <a:ext cx="570089" cy="230832"/>
          </a:xfrm>
          <a:prstGeom prst="rect">
            <a:avLst/>
          </a:prstGeom>
          <a:noFill/>
        </p:spPr>
        <p:txBody>
          <a:bodyPr wrap="square" rtlCol="0">
            <a:spAutoFit/>
          </a:bodyPr>
          <a:lstStyle/>
          <a:p>
            <a:pPr algn="ctr"/>
            <a:r>
              <a:rPr lang="en-US" sz="900" dirty="0"/>
              <a:t>43</a:t>
            </a:r>
          </a:p>
        </p:txBody>
      </p:sp>
      <p:sp>
        <p:nvSpPr>
          <p:cNvPr id="28" name="TextBox 27">
            <a:extLst>
              <a:ext uri="{FF2B5EF4-FFF2-40B4-BE49-F238E27FC236}">
                <a16:creationId xmlns:a16="http://schemas.microsoft.com/office/drawing/2014/main" id="{2987B8C2-E987-6794-314D-94D366CAAF3A}"/>
              </a:ext>
            </a:extLst>
          </p:cNvPr>
          <p:cNvSpPr txBox="1"/>
          <p:nvPr/>
        </p:nvSpPr>
        <p:spPr>
          <a:xfrm>
            <a:off x="4645378" y="4539173"/>
            <a:ext cx="570089" cy="230832"/>
          </a:xfrm>
          <a:prstGeom prst="rect">
            <a:avLst/>
          </a:prstGeom>
          <a:noFill/>
        </p:spPr>
        <p:txBody>
          <a:bodyPr wrap="square" rtlCol="0">
            <a:spAutoFit/>
          </a:bodyPr>
          <a:lstStyle/>
          <a:p>
            <a:pPr algn="ctr"/>
            <a:r>
              <a:rPr lang="en-US" sz="900" dirty="0"/>
              <a:t>239</a:t>
            </a:r>
          </a:p>
        </p:txBody>
      </p:sp>
      <p:sp>
        <p:nvSpPr>
          <p:cNvPr id="29" name="TextBox 28">
            <a:extLst>
              <a:ext uri="{FF2B5EF4-FFF2-40B4-BE49-F238E27FC236}">
                <a16:creationId xmlns:a16="http://schemas.microsoft.com/office/drawing/2014/main" id="{40B6F103-A752-8979-405E-BFC6C3115F73}"/>
              </a:ext>
            </a:extLst>
          </p:cNvPr>
          <p:cNvSpPr txBox="1"/>
          <p:nvPr/>
        </p:nvSpPr>
        <p:spPr>
          <a:xfrm>
            <a:off x="5147734" y="4539173"/>
            <a:ext cx="570089" cy="230832"/>
          </a:xfrm>
          <a:prstGeom prst="rect">
            <a:avLst/>
          </a:prstGeom>
          <a:noFill/>
        </p:spPr>
        <p:txBody>
          <a:bodyPr wrap="square" rtlCol="0">
            <a:spAutoFit/>
          </a:bodyPr>
          <a:lstStyle/>
          <a:p>
            <a:pPr algn="ctr"/>
            <a:r>
              <a:rPr lang="en-US" sz="900" dirty="0"/>
              <a:t>3459</a:t>
            </a:r>
          </a:p>
        </p:txBody>
      </p:sp>
      <p:sp>
        <p:nvSpPr>
          <p:cNvPr id="32" name="TextBox 31">
            <a:extLst>
              <a:ext uri="{FF2B5EF4-FFF2-40B4-BE49-F238E27FC236}">
                <a16:creationId xmlns:a16="http://schemas.microsoft.com/office/drawing/2014/main" id="{8F608078-EAA7-8C58-9E69-07D7765368FC}"/>
              </a:ext>
            </a:extLst>
          </p:cNvPr>
          <p:cNvSpPr txBox="1"/>
          <p:nvPr/>
        </p:nvSpPr>
        <p:spPr>
          <a:xfrm>
            <a:off x="5650090" y="4539173"/>
            <a:ext cx="570089" cy="230832"/>
          </a:xfrm>
          <a:prstGeom prst="rect">
            <a:avLst/>
          </a:prstGeom>
          <a:noFill/>
        </p:spPr>
        <p:txBody>
          <a:bodyPr wrap="square" rtlCol="0">
            <a:spAutoFit/>
          </a:bodyPr>
          <a:lstStyle/>
          <a:p>
            <a:pPr algn="ctr"/>
            <a:r>
              <a:rPr lang="en-US" sz="900" dirty="0"/>
              <a:t>17</a:t>
            </a:r>
          </a:p>
        </p:txBody>
      </p:sp>
      <p:sp>
        <p:nvSpPr>
          <p:cNvPr id="34" name="TextBox 33">
            <a:extLst>
              <a:ext uri="{FF2B5EF4-FFF2-40B4-BE49-F238E27FC236}">
                <a16:creationId xmlns:a16="http://schemas.microsoft.com/office/drawing/2014/main" id="{2124EAF9-577F-7304-E1E4-DFAC32216088}"/>
              </a:ext>
            </a:extLst>
          </p:cNvPr>
          <p:cNvSpPr txBox="1"/>
          <p:nvPr/>
        </p:nvSpPr>
        <p:spPr>
          <a:xfrm>
            <a:off x="4645378" y="5040116"/>
            <a:ext cx="570089" cy="230832"/>
          </a:xfrm>
          <a:prstGeom prst="rect">
            <a:avLst/>
          </a:prstGeom>
          <a:noFill/>
        </p:spPr>
        <p:txBody>
          <a:bodyPr wrap="square" rtlCol="0">
            <a:spAutoFit/>
          </a:bodyPr>
          <a:lstStyle/>
          <a:p>
            <a:pPr algn="ctr"/>
            <a:r>
              <a:rPr lang="en-US" sz="900" dirty="0"/>
              <a:t>29</a:t>
            </a:r>
          </a:p>
        </p:txBody>
      </p:sp>
      <p:sp>
        <p:nvSpPr>
          <p:cNvPr id="49" name="TextBox 48">
            <a:extLst>
              <a:ext uri="{FF2B5EF4-FFF2-40B4-BE49-F238E27FC236}">
                <a16:creationId xmlns:a16="http://schemas.microsoft.com/office/drawing/2014/main" id="{314FB78B-3DE9-09D1-F9B1-5E1D0DB88A12}"/>
              </a:ext>
            </a:extLst>
          </p:cNvPr>
          <p:cNvSpPr txBox="1"/>
          <p:nvPr/>
        </p:nvSpPr>
        <p:spPr>
          <a:xfrm>
            <a:off x="5147734" y="5040116"/>
            <a:ext cx="570089" cy="230832"/>
          </a:xfrm>
          <a:prstGeom prst="rect">
            <a:avLst/>
          </a:prstGeom>
          <a:noFill/>
        </p:spPr>
        <p:txBody>
          <a:bodyPr wrap="square" rtlCol="0">
            <a:spAutoFit/>
          </a:bodyPr>
          <a:lstStyle/>
          <a:p>
            <a:pPr algn="ctr"/>
            <a:r>
              <a:rPr lang="en-US" sz="900" dirty="0"/>
              <a:t>459</a:t>
            </a:r>
          </a:p>
        </p:txBody>
      </p:sp>
      <p:sp>
        <p:nvSpPr>
          <p:cNvPr id="60" name="TextBox 59">
            <a:extLst>
              <a:ext uri="{FF2B5EF4-FFF2-40B4-BE49-F238E27FC236}">
                <a16:creationId xmlns:a16="http://schemas.microsoft.com/office/drawing/2014/main" id="{8C7C3701-5655-0045-4126-32021828B8BF}"/>
              </a:ext>
            </a:extLst>
          </p:cNvPr>
          <p:cNvSpPr txBox="1"/>
          <p:nvPr/>
        </p:nvSpPr>
        <p:spPr>
          <a:xfrm>
            <a:off x="5650090" y="5040116"/>
            <a:ext cx="570089" cy="230832"/>
          </a:xfrm>
          <a:prstGeom prst="rect">
            <a:avLst/>
          </a:prstGeom>
          <a:noFill/>
        </p:spPr>
        <p:txBody>
          <a:bodyPr wrap="square" rtlCol="0">
            <a:spAutoFit/>
          </a:bodyPr>
          <a:lstStyle/>
          <a:p>
            <a:pPr algn="ctr"/>
            <a:r>
              <a:rPr lang="en-US" sz="900" dirty="0"/>
              <a:t>71</a:t>
            </a:r>
          </a:p>
        </p:txBody>
      </p:sp>
      <p:sp>
        <p:nvSpPr>
          <p:cNvPr id="61" name="TextBox 60">
            <a:extLst>
              <a:ext uri="{FF2B5EF4-FFF2-40B4-BE49-F238E27FC236}">
                <a16:creationId xmlns:a16="http://schemas.microsoft.com/office/drawing/2014/main" id="{9FB6D863-6F94-FEFF-9627-C7C4A28B5275}"/>
              </a:ext>
            </a:extLst>
          </p:cNvPr>
          <p:cNvSpPr txBox="1"/>
          <p:nvPr/>
        </p:nvSpPr>
        <p:spPr>
          <a:xfrm>
            <a:off x="6654802" y="3907597"/>
            <a:ext cx="570089" cy="230832"/>
          </a:xfrm>
          <a:prstGeom prst="rect">
            <a:avLst/>
          </a:prstGeom>
          <a:noFill/>
        </p:spPr>
        <p:txBody>
          <a:bodyPr wrap="square" rtlCol="0">
            <a:spAutoFit/>
          </a:bodyPr>
          <a:lstStyle/>
          <a:p>
            <a:pPr algn="ctr"/>
            <a:r>
              <a:rPr lang="en-US" sz="900" dirty="0"/>
              <a:t>51</a:t>
            </a:r>
          </a:p>
        </p:txBody>
      </p:sp>
      <p:sp>
        <p:nvSpPr>
          <p:cNvPr id="81" name="TextBox 80">
            <a:extLst>
              <a:ext uri="{FF2B5EF4-FFF2-40B4-BE49-F238E27FC236}">
                <a16:creationId xmlns:a16="http://schemas.microsoft.com/office/drawing/2014/main" id="{0E60A630-75D8-A698-10BC-DAD697FA0283}"/>
              </a:ext>
            </a:extLst>
          </p:cNvPr>
          <p:cNvSpPr txBox="1"/>
          <p:nvPr/>
        </p:nvSpPr>
        <p:spPr>
          <a:xfrm>
            <a:off x="6654802" y="4408541"/>
            <a:ext cx="570089" cy="230832"/>
          </a:xfrm>
          <a:prstGeom prst="rect">
            <a:avLst/>
          </a:prstGeom>
          <a:noFill/>
        </p:spPr>
        <p:txBody>
          <a:bodyPr wrap="square" rtlCol="0">
            <a:spAutoFit/>
          </a:bodyPr>
          <a:lstStyle/>
          <a:p>
            <a:pPr algn="ctr"/>
            <a:r>
              <a:rPr lang="en-US" sz="900" dirty="0"/>
              <a:t>12</a:t>
            </a:r>
          </a:p>
        </p:txBody>
      </p:sp>
      <p:sp>
        <p:nvSpPr>
          <p:cNvPr id="83" name="TextBox 82">
            <a:extLst>
              <a:ext uri="{FF2B5EF4-FFF2-40B4-BE49-F238E27FC236}">
                <a16:creationId xmlns:a16="http://schemas.microsoft.com/office/drawing/2014/main" id="{588828CD-5131-07F8-AA05-ED0AB62A297D}"/>
              </a:ext>
            </a:extLst>
          </p:cNvPr>
          <p:cNvSpPr txBox="1"/>
          <p:nvPr/>
        </p:nvSpPr>
        <p:spPr>
          <a:xfrm>
            <a:off x="6654802" y="5040116"/>
            <a:ext cx="570089" cy="230832"/>
          </a:xfrm>
          <a:prstGeom prst="rect">
            <a:avLst/>
          </a:prstGeom>
          <a:noFill/>
        </p:spPr>
        <p:txBody>
          <a:bodyPr wrap="square" rtlCol="0">
            <a:spAutoFit/>
          </a:bodyPr>
          <a:lstStyle/>
          <a:p>
            <a:pPr algn="ctr"/>
            <a:r>
              <a:rPr lang="en-US" sz="900" dirty="0"/>
              <a:t>125</a:t>
            </a:r>
          </a:p>
        </p:txBody>
      </p:sp>
      <p:sp>
        <p:nvSpPr>
          <p:cNvPr id="84" name="TextBox 83">
            <a:extLst>
              <a:ext uri="{FF2B5EF4-FFF2-40B4-BE49-F238E27FC236}">
                <a16:creationId xmlns:a16="http://schemas.microsoft.com/office/drawing/2014/main" id="{0A3E1A29-B734-CB8D-1C6D-2D77A87DAC95}"/>
              </a:ext>
            </a:extLst>
          </p:cNvPr>
          <p:cNvSpPr txBox="1"/>
          <p:nvPr/>
        </p:nvSpPr>
        <p:spPr>
          <a:xfrm>
            <a:off x="5715003" y="3741226"/>
            <a:ext cx="462845" cy="584775"/>
          </a:xfrm>
          <a:prstGeom prst="rect">
            <a:avLst/>
          </a:prstGeom>
          <a:noFill/>
        </p:spPr>
        <p:txBody>
          <a:bodyPr wrap="square" rtlCol="0">
            <a:spAutoFit/>
          </a:bodyPr>
          <a:lstStyle/>
          <a:p>
            <a:pPr algn="ctr"/>
            <a:r>
              <a:rPr lang="en-US" sz="3200" dirty="0"/>
              <a:t>8</a:t>
            </a:r>
          </a:p>
        </p:txBody>
      </p:sp>
      <p:sp>
        <p:nvSpPr>
          <p:cNvPr id="21" name="TextBox 20">
            <a:extLst>
              <a:ext uri="{FF2B5EF4-FFF2-40B4-BE49-F238E27FC236}">
                <a16:creationId xmlns:a16="http://schemas.microsoft.com/office/drawing/2014/main" id="{22C7B02B-E5C7-5163-7C22-95350430F018}"/>
              </a:ext>
            </a:extLst>
          </p:cNvPr>
          <p:cNvSpPr txBox="1"/>
          <p:nvPr/>
        </p:nvSpPr>
        <p:spPr>
          <a:xfrm>
            <a:off x="6214537" y="3741226"/>
            <a:ext cx="462845" cy="584775"/>
          </a:xfrm>
          <a:prstGeom prst="rect">
            <a:avLst/>
          </a:prstGeom>
          <a:noFill/>
        </p:spPr>
        <p:txBody>
          <a:bodyPr wrap="square" rtlCol="0">
            <a:spAutoFit/>
          </a:bodyPr>
          <a:lstStyle/>
          <a:p>
            <a:pPr algn="ctr"/>
            <a:r>
              <a:rPr lang="en-US" sz="3200" dirty="0"/>
              <a:t>9</a:t>
            </a:r>
          </a:p>
        </p:txBody>
      </p:sp>
      <p:sp>
        <p:nvSpPr>
          <p:cNvPr id="85" name="TextBox 84">
            <a:extLst>
              <a:ext uri="{FF2B5EF4-FFF2-40B4-BE49-F238E27FC236}">
                <a16:creationId xmlns:a16="http://schemas.microsoft.com/office/drawing/2014/main" id="{51367760-4C5A-6316-D0A7-6218B19F7F74}"/>
              </a:ext>
            </a:extLst>
          </p:cNvPr>
          <p:cNvSpPr txBox="1"/>
          <p:nvPr/>
        </p:nvSpPr>
        <p:spPr>
          <a:xfrm>
            <a:off x="4216401" y="2231221"/>
            <a:ext cx="462845" cy="584775"/>
          </a:xfrm>
          <a:prstGeom prst="rect">
            <a:avLst/>
          </a:prstGeom>
          <a:noFill/>
        </p:spPr>
        <p:txBody>
          <a:bodyPr wrap="square" rtlCol="0">
            <a:spAutoFit/>
          </a:bodyPr>
          <a:lstStyle/>
          <a:p>
            <a:pPr algn="ctr"/>
            <a:r>
              <a:rPr lang="en-US" sz="3200" dirty="0"/>
              <a:t>8</a:t>
            </a:r>
          </a:p>
        </p:txBody>
      </p:sp>
      <p:sp>
        <p:nvSpPr>
          <p:cNvPr id="86" name="TextBox 85">
            <a:extLst>
              <a:ext uri="{FF2B5EF4-FFF2-40B4-BE49-F238E27FC236}">
                <a16:creationId xmlns:a16="http://schemas.microsoft.com/office/drawing/2014/main" id="{68B3E67A-5EFC-880B-FE2C-C62FF227DE94}"/>
              </a:ext>
            </a:extLst>
          </p:cNvPr>
          <p:cNvSpPr txBox="1"/>
          <p:nvPr/>
        </p:nvSpPr>
        <p:spPr>
          <a:xfrm>
            <a:off x="5715003" y="2231221"/>
            <a:ext cx="462845" cy="584775"/>
          </a:xfrm>
          <a:prstGeom prst="rect">
            <a:avLst/>
          </a:prstGeom>
          <a:noFill/>
        </p:spPr>
        <p:txBody>
          <a:bodyPr wrap="square" rtlCol="0">
            <a:spAutoFit/>
          </a:bodyPr>
          <a:lstStyle/>
          <a:p>
            <a:pPr algn="ctr"/>
            <a:r>
              <a:rPr lang="en-US" sz="3200" dirty="0"/>
              <a:t>9</a:t>
            </a:r>
          </a:p>
        </p:txBody>
      </p:sp>
      <p:sp>
        <p:nvSpPr>
          <p:cNvPr id="13" name="TextBox 12">
            <a:extLst>
              <a:ext uri="{FF2B5EF4-FFF2-40B4-BE49-F238E27FC236}">
                <a16:creationId xmlns:a16="http://schemas.microsoft.com/office/drawing/2014/main" id="{3E576B87-4B8D-9C60-76C7-FBA85C388F4E}"/>
              </a:ext>
            </a:extLst>
          </p:cNvPr>
          <p:cNvSpPr txBox="1"/>
          <p:nvPr/>
        </p:nvSpPr>
        <p:spPr>
          <a:xfrm>
            <a:off x="4216401" y="3237891"/>
            <a:ext cx="462845" cy="584775"/>
          </a:xfrm>
          <a:prstGeom prst="rect">
            <a:avLst/>
          </a:prstGeom>
          <a:noFill/>
        </p:spPr>
        <p:txBody>
          <a:bodyPr wrap="square" rtlCol="0">
            <a:spAutoFit/>
          </a:bodyPr>
          <a:lstStyle/>
          <a:p>
            <a:pPr algn="ctr"/>
            <a:r>
              <a:rPr lang="en-US" sz="3200" dirty="0"/>
              <a:t>9</a:t>
            </a:r>
          </a:p>
        </p:txBody>
      </p:sp>
      <p:sp>
        <p:nvSpPr>
          <p:cNvPr id="16" name="TextBox 15">
            <a:extLst>
              <a:ext uri="{FF2B5EF4-FFF2-40B4-BE49-F238E27FC236}">
                <a16:creationId xmlns:a16="http://schemas.microsoft.com/office/drawing/2014/main" id="{90D3F922-761B-DFD8-0370-7EE42A4C8C39}"/>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63" name="TextBox 62">
            <a:extLst>
              <a:ext uri="{FF2B5EF4-FFF2-40B4-BE49-F238E27FC236}">
                <a16:creationId xmlns:a16="http://schemas.microsoft.com/office/drawing/2014/main" id="{7D1E1D81-8888-6819-AE5C-BCFA115D53FF}"/>
              </a:ext>
            </a:extLst>
          </p:cNvPr>
          <p:cNvSpPr txBox="1"/>
          <p:nvPr/>
        </p:nvSpPr>
        <p:spPr>
          <a:xfrm>
            <a:off x="6714071" y="3237891"/>
            <a:ext cx="462845" cy="584775"/>
          </a:xfrm>
          <a:prstGeom prst="rect">
            <a:avLst/>
          </a:prstGeom>
          <a:noFill/>
        </p:spPr>
        <p:txBody>
          <a:bodyPr wrap="square" rtlCol="0">
            <a:spAutoFit/>
          </a:bodyPr>
          <a:lstStyle/>
          <a:p>
            <a:pPr algn="ctr"/>
            <a:r>
              <a:rPr lang="en-US" sz="3200" dirty="0"/>
              <a:t>6</a:t>
            </a:r>
          </a:p>
        </p:txBody>
      </p:sp>
      <p:sp>
        <p:nvSpPr>
          <p:cNvPr id="87" name="TextBox 86">
            <a:extLst>
              <a:ext uri="{FF2B5EF4-FFF2-40B4-BE49-F238E27FC236}">
                <a16:creationId xmlns:a16="http://schemas.microsoft.com/office/drawing/2014/main" id="{522F9E77-A99B-5EF1-422F-5FA7F9DEB7B7}"/>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88" name="TextBox 87">
            <a:extLst>
              <a:ext uri="{FF2B5EF4-FFF2-40B4-BE49-F238E27FC236}">
                <a16:creationId xmlns:a16="http://schemas.microsoft.com/office/drawing/2014/main" id="{475F21F9-6DC3-1F19-53C6-BB818F0DF5A3}"/>
              </a:ext>
            </a:extLst>
          </p:cNvPr>
          <p:cNvSpPr txBox="1"/>
          <p:nvPr/>
        </p:nvSpPr>
        <p:spPr>
          <a:xfrm>
            <a:off x="7213604" y="4244561"/>
            <a:ext cx="462845" cy="584775"/>
          </a:xfrm>
          <a:prstGeom prst="rect">
            <a:avLst/>
          </a:prstGeom>
          <a:noFill/>
        </p:spPr>
        <p:txBody>
          <a:bodyPr wrap="square" rtlCol="0">
            <a:spAutoFit/>
          </a:bodyPr>
          <a:lstStyle/>
          <a:p>
            <a:pPr algn="ctr"/>
            <a:r>
              <a:rPr lang="en-US" sz="3200" dirty="0"/>
              <a:t>6</a:t>
            </a:r>
          </a:p>
        </p:txBody>
      </p:sp>
      <p:sp>
        <p:nvSpPr>
          <p:cNvPr id="47" name="TextBox 46">
            <a:extLst>
              <a:ext uri="{FF2B5EF4-FFF2-40B4-BE49-F238E27FC236}">
                <a16:creationId xmlns:a16="http://schemas.microsoft.com/office/drawing/2014/main" id="{955C36FB-3FC5-8085-98F3-FF559002EBF5}"/>
              </a:ext>
            </a:extLst>
          </p:cNvPr>
          <p:cNvSpPr txBox="1"/>
          <p:nvPr/>
        </p:nvSpPr>
        <p:spPr>
          <a:xfrm>
            <a:off x="7213604" y="3741226"/>
            <a:ext cx="462845" cy="584775"/>
          </a:xfrm>
          <a:prstGeom prst="rect">
            <a:avLst/>
          </a:prstGeom>
          <a:noFill/>
        </p:spPr>
        <p:txBody>
          <a:bodyPr wrap="square" rtlCol="0">
            <a:spAutoFit/>
          </a:bodyPr>
          <a:lstStyle/>
          <a:p>
            <a:pPr algn="ctr"/>
            <a:r>
              <a:rPr lang="en-US" sz="3200" dirty="0"/>
              <a:t>7</a:t>
            </a:r>
          </a:p>
        </p:txBody>
      </p:sp>
      <p:sp>
        <p:nvSpPr>
          <p:cNvPr id="48" name="TextBox 47">
            <a:extLst>
              <a:ext uri="{FF2B5EF4-FFF2-40B4-BE49-F238E27FC236}">
                <a16:creationId xmlns:a16="http://schemas.microsoft.com/office/drawing/2014/main" id="{D1D9D9F4-A8EA-B037-063D-2CFA57BC0C91}"/>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64" name="TextBox 63">
            <a:extLst>
              <a:ext uri="{FF2B5EF4-FFF2-40B4-BE49-F238E27FC236}">
                <a16:creationId xmlns:a16="http://schemas.microsoft.com/office/drawing/2014/main" id="{7DAEBCFF-CC1F-8E2F-BC42-D17828458E08}"/>
              </a:ext>
            </a:extLst>
          </p:cNvPr>
          <p:cNvSpPr txBox="1"/>
          <p:nvPr/>
        </p:nvSpPr>
        <p:spPr>
          <a:xfrm>
            <a:off x="7213604" y="1224551"/>
            <a:ext cx="462845" cy="584775"/>
          </a:xfrm>
          <a:prstGeom prst="rect">
            <a:avLst/>
          </a:prstGeom>
          <a:noFill/>
        </p:spPr>
        <p:txBody>
          <a:bodyPr wrap="square" rtlCol="0">
            <a:spAutoFit/>
          </a:bodyPr>
          <a:lstStyle/>
          <a:p>
            <a:pPr algn="ctr"/>
            <a:r>
              <a:rPr lang="en-US" sz="3200" dirty="0"/>
              <a:t>4</a:t>
            </a:r>
          </a:p>
        </p:txBody>
      </p:sp>
      <p:sp>
        <p:nvSpPr>
          <p:cNvPr id="26" name="TextBox 25">
            <a:extLst>
              <a:ext uri="{FF2B5EF4-FFF2-40B4-BE49-F238E27FC236}">
                <a16:creationId xmlns:a16="http://schemas.microsoft.com/office/drawing/2014/main" id="{0E53F889-B7A2-884A-053F-6B27D76E2638}"/>
              </a:ext>
            </a:extLst>
          </p:cNvPr>
          <p:cNvSpPr txBox="1"/>
          <p:nvPr/>
        </p:nvSpPr>
        <p:spPr>
          <a:xfrm>
            <a:off x="6714071" y="2231221"/>
            <a:ext cx="462845" cy="584775"/>
          </a:xfrm>
          <a:prstGeom prst="rect">
            <a:avLst/>
          </a:prstGeom>
          <a:noFill/>
        </p:spPr>
        <p:txBody>
          <a:bodyPr wrap="square" rtlCol="0">
            <a:spAutoFit/>
          </a:bodyPr>
          <a:lstStyle/>
          <a:p>
            <a:pPr algn="ctr"/>
            <a:r>
              <a:rPr lang="en-US" sz="3200" dirty="0"/>
              <a:t>4</a:t>
            </a:r>
          </a:p>
        </p:txBody>
      </p:sp>
      <p:sp>
        <p:nvSpPr>
          <p:cNvPr id="27" name="TextBox 26">
            <a:extLst>
              <a:ext uri="{FF2B5EF4-FFF2-40B4-BE49-F238E27FC236}">
                <a16:creationId xmlns:a16="http://schemas.microsoft.com/office/drawing/2014/main" id="{8F194769-AA00-421C-CDCF-E361DBEACF90}"/>
              </a:ext>
            </a:extLst>
          </p:cNvPr>
          <p:cNvSpPr txBox="1"/>
          <p:nvPr/>
        </p:nvSpPr>
        <p:spPr>
          <a:xfrm>
            <a:off x="7213604" y="2231221"/>
            <a:ext cx="462845" cy="584775"/>
          </a:xfrm>
          <a:prstGeom prst="rect">
            <a:avLst/>
          </a:prstGeom>
          <a:noFill/>
        </p:spPr>
        <p:txBody>
          <a:bodyPr wrap="square" rtlCol="0">
            <a:spAutoFit/>
          </a:bodyPr>
          <a:lstStyle/>
          <a:p>
            <a:pPr algn="ctr"/>
            <a:r>
              <a:rPr lang="en-US" sz="3200" dirty="0"/>
              <a:t>2</a:t>
            </a:r>
          </a:p>
        </p:txBody>
      </p:sp>
    </p:spTree>
    <p:extLst>
      <p:ext uri="{BB962C8B-B14F-4D97-AF65-F5344CB8AC3E}">
        <p14:creationId xmlns:p14="http://schemas.microsoft.com/office/powerpoint/2010/main" val="212204975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1D989B-E8B0-4E26-2B8E-476F1A653D6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8A23DAD-7B54-7A1C-A848-3CE82CA515F9}"/>
              </a:ext>
            </a:extLst>
          </p:cNvPr>
          <p:cNvSpPr>
            <a:spLocks noGrp="1"/>
          </p:cNvSpPr>
          <p:nvPr>
            <p:ph sz="half" idx="1"/>
          </p:nvPr>
        </p:nvSpPr>
        <p:spPr/>
        <p:txBody>
          <a:bodyPr>
            <a:normAutofit/>
          </a:bodyPr>
          <a:lstStyle/>
          <a:p>
            <a:r>
              <a:rPr lang="en-US" dirty="0"/>
              <a:t>In Row 8 there are four possibilities: 1+8+18=27, 1+9+19=29, 2+8+28=38, and 2+9+29=40. 45-those are 18, 16, 7, and 5. Only 11 and 7 are possible, leading to one solution.</a:t>
            </a:r>
          </a:p>
        </p:txBody>
      </p:sp>
      <p:pic>
        <p:nvPicPr>
          <p:cNvPr id="4" name="Picture 3" descr="A grid of sudoku puzzle&#10;&#10;Description automatically generated">
            <a:extLst>
              <a:ext uri="{FF2B5EF4-FFF2-40B4-BE49-F238E27FC236}">
                <a16:creationId xmlns:a16="http://schemas.microsoft.com/office/drawing/2014/main" id="{8E93E5B5-56AE-ED8F-A8DB-E4C626B4D9D4}"/>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E974F20D-DACC-9A54-2AA4-42666B954FA1}"/>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D0500F4E-C8D1-9274-4A05-F020E049BAC2}"/>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DAE5893B-4A50-3337-AF60-69B8D3E340F2}"/>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5981C794-E428-0384-3268-283D6496E164}"/>
              </a:ext>
            </a:extLst>
          </p:cNvPr>
          <p:cNvSpPr txBox="1"/>
          <p:nvPr/>
        </p:nvSpPr>
        <p:spPr>
          <a:xfrm>
            <a:off x="3716867" y="2231221"/>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2EDB456D-96CC-F8E8-6605-FB3094F6CC4C}"/>
              </a:ext>
            </a:extLst>
          </p:cNvPr>
          <p:cNvSpPr txBox="1"/>
          <p:nvPr/>
        </p:nvSpPr>
        <p:spPr>
          <a:xfrm>
            <a:off x="3217333" y="4747898"/>
            <a:ext cx="462845" cy="584775"/>
          </a:xfrm>
          <a:prstGeom prst="rect">
            <a:avLst/>
          </a:prstGeom>
          <a:noFill/>
        </p:spPr>
        <p:txBody>
          <a:bodyPr wrap="square" rtlCol="0">
            <a:spAutoFit/>
          </a:bodyPr>
          <a:lstStyle/>
          <a:p>
            <a:pPr algn="ctr"/>
            <a:r>
              <a:rPr lang="en-US" sz="3200" dirty="0"/>
              <a:t>6</a:t>
            </a:r>
          </a:p>
        </p:txBody>
      </p:sp>
      <p:sp>
        <p:nvSpPr>
          <p:cNvPr id="11" name="TextBox 10">
            <a:extLst>
              <a:ext uri="{FF2B5EF4-FFF2-40B4-BE49-F238E27FC236}">
                <a16:creationId xmlns:a16="http://schemas.microsoft.com/office/drawing/2014/main" id="{9F198355-8B4C-ACA9-06DD-8C50EC02F9AA}"/>
              </a:ext>
            </a:extLst>
          </p:cNvPr>
          <p:cNvSpPr txBox="1"/>
          <p:nvPr/>
        </p:nvSpPr>
        <p:spPr>
          <a:xfrm>
            <a:off x="7213604" y="4747898"/>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704E2273-7600-1C9A-E19B-1A41CA510ED3}"/>
              </a:ext>
            </a:extLst>
          </p:cNvPr>
          <p:cNvSpPr txBox="1"/>
          <p:nvPr/>
        </p:nvSpPr>
        <p:spPr>
          <a:xfrm>
            <a:off x="6214537" y="2734556"/>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0052F144-1B88-BEEE-A074-E1D36CB8C974}"/>
              </a:ext>
            </a:extLst>
          </p:cNvPr>
          <p:cNvSpPr txBox="1"/>
          <p:nvPr/>
        </p:nvSpPr>
        <p:spPr>
          <a:xfrm>
            <a:off x="6214537" y="721216"/>
            <a:ext cx="462845" cy="584775"/>
          </a:xfrm>
          <a:prstGeom prst="rect">
            <a:avLst/>
          </a:prstGeom>
          <a:noFill/>
        </p:spPr>
        <p:txBody>
          <a:bodyPr wrap="square" rtlCol="0">
            <a:spAutoFit/>
          </a:bodyPr>
          <a:lstStyle/>
          <a:p>
            <a:pPr algn="ctr"/>
            <a:r>
              <a:rPr lang="en-US" sz="3200" dirty="0"/>
              <a:t>2</a:t>
            </a:r>
          </a:p>
        </p:txBody>
      </p:sp>
      <p:sp>
        <p:nvSpPr>
          <p:cNvPr id="24" name="TextBox 23">
            <a:extLst>
              <a:ext uri="{FF2B5EF4-FFF2-40B4-BE49-F238E27FC236}">
                <a16:creationId xmlns:a16="http://schemas.microsoft.com/office/drawing/2014/main" id="{B1B72BB0-CD3E-512B-A937-BE0274D093C2}"/>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9AB825D7-9A19-4FC7-9847-B2691756DE17}"/>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30" name="TextBox 29">
            <a:extLst>
              <a:ext uri="{FF2B5EF4-FFF2-40B4-BE49-F238E27FC236}">
                <a16:creationId xmlns:a16="http://schemas.microsoft.com/office/drawing/2014/main" id="{00FF2BA6-A2F6-8192-68FC-C5B1C053531A}"/>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4B64524A-D551-9428-825C-22FDAE9EE475}"/>
              </a:ext>
            </a:extLst>
          </p:cNvPr>
          <p:cNvSpPr txBox="1"/>
          <p:nvPr/>
        </p:nvSpPr>
        <p:spPr>
          <a:xfrm>
            <a:off x="3217333" y="721216"/>
            <a:ext cx="462845" cy="584775"/>
          </a:xfrm>
          <a:prstGeom prst="rect">
            <a:avLst/>
          </a:prstGeom>
          <a:noFill/>
        </p:spPr>
        <p:txBody>
          <a:bodyPr wrap="square" rtlCol="0">
            <a:spAutoFit/>
          </a:bodyPr>
          <a:lstStyle/>
          <a:p>
            <a:pPr algn="ctr"/>
            <a:r>
              <a:rPr lang="en-US" sz="3200" dirty="0"/>
              <a:t>4</a:t>
            </a:r>
          </a:p>
        </p:txBody>
      </p:sp>
      <p:sp>
        <p:nvSpPr>
          <p:cNvPr id="35" name="TextBox 34">
            <a:extLst>
              <a:ext uri="{FF2B5EF4-FFF2-40B4-BE49-F238E27FC236}">
                <a16:creationId xmlns:a16="http://schemas.microsoft.com/office/drawing/2014/main" id="{BF6ADBDC-D52E-EB95-E07C-0F052E883F27}"/>
              </a:ext>
            </a:extLst>
          </p:cNvPr>
          <p:cNvSpPr txBox="1"/>
          <p:nvPr/>
        </p:nvSpPr>
        <p:spPr>
          <a:xfrm>
            <a:off x="4216401" y="1224551"/>
            <a:ext cx="462845" cy="584775"/>
          </a:xfrm>
          <a:prstGeom prst="rect">
            <a:avLst/>
          </a:prstGeom>
          <a:noFill/>
        </p:spPr>
        <p:txBody>
          <a:bodyPr wrap="square" rtlCol="0">
            <a:spAutoFit/>
          </a:bodyPr>
          <a:lstStyle/>
          <a:p>
            <a:pPr algn="ctr"/>
            <a:r>
              <a:rPr lang="en-US" sz="3200" dirty="0"/>
              <a:t>1</a:t>
            </a:r>
          </a:p>
        </p:txBody>
      </p:sp>
      <p:sp>
        <p:nvSpPr>
          <p:cNvPr id="36" name="TextBox 35">
            <a:extLst>
              <a:ext uri="{FF2B5EF4-FFF2-40B4-BE49-F238E27FC236}">
                <a16:creationId xmlns:a16="http://schemas.microsoft.com/office/drawing/2014/main" id="{5E1715A2-CB7A-9FF7-8AE6-1FF12149F51A}"/>
              </a:ext>
            </a:extLst>
          </p:cNvPr>
          <p:cNvSpPr txBox="1"/>
          <p:nvPr/>
        </p:nvSpPr>
        <p:spPr>
          <a:xfrm>
            <a:off x="5215469" y="721216"/>
            <a:ext cx="462845" cy="584775"/>
          </a:xfrm>
          <a:prstGeom prst="rect">
            <a:avLst/>
          </a:prstGeom>
          <a:noFill/>
        </p:spPr>
        <p:txBody>
          <a:bodyPr wrap="square" rtlCol="0">
            <a:spAutoFit/>
          </a:bodyPr>
          <a:lstStyle/>
          <a:p>
            <a:pPr algn="ctr"/>
            <a:r>
              <a:rPr lang="en-US" sz="3200" dirty="0"/>
              <a:t>1</a:t>
            </a:r>
          </a:p>
        </p:txBody>
      </p:sp>
      <p:sp>
        <p:nvSpPr>
          <p:cNvPr id="40" name="TextBox 39">
            <a:extLst>
              <a:ext uri="{FF2B5EF4-FFF2-40B4-BE49-F238E27FC236}">
                <a16:creationId xmlns:a16="http://schemas.microsoft.com/office/drawing/2014/main" id="{1028C95E-ADA4-A054-211B-104493549C70}"/>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42" name="TextBox 41">
            <a:extLst>
              <a:ext uri="{FF2B5EF4-FFF2-40B4-BE49-F238E27FC236}">
                <a16:creationId xmlns:a16="http://schemas.microsoft.com/office/drawing/2014/main" id="{4E29F97B-4CC7-1F2C-7535-46F7983469BF}"/>
              </a:ext>
            </a:extLst>
          </p:cNvPr>
          <p:cNvSpPr txBox="1"/>
          <p:nvPr/>
        </p:nvSpPr>
        <p:spPr>
          <a:xfrm>
            <a:off x="5715003" y="1224551"/>
            <a:ext cx="462845" cy="584775"/>
          </a:xfrm>
          <a:prstGeom prst="rect">
            <a:avLst/>
          </a:prstGeom>
          <a:noFill/>
        </p:spPr>
        <p:txBody>
          <a:bodyPr wrap="square" rtlCol="0">
            <a:spAutoFit/>
          </a:bodyPr>
          <a:lstStyle/>
          <a:p>
            <a:pPr algn="ctr"/>
            <a:r>
              <a:rPr lang="en-US" sz="3200" dirty="0"/>
              <a:t>2</a:t>
            </a:r>
          </a:p>
        </p:txBody>
      </p:sp>
      <p:sp>
        <p:nvSpPr>
          <p:cNvPr id="43" name="TextBox 42">
            <a:extLst>
              <a:ext uri="{FF2B5EF4-FFF2-40B4-BE49-F238E27FC236}">
                <a16:creationId xmlns:a16="http://schemas.microsoft.com/office/drawing/2014/main" id="{4BD19F8B-EA2F-064D-53A8-5B37BB0D0D25}"/>
              </a:ext>
            </a:extLst>
          </p:cNvPr>
          <p:cNvSpPr txBox="1"/>
          <p:nvPr/>
        </p:nvSpPr>
        <p:spPr>
          <a:xfrm>
            <a:off x="4645378" y="1533509"/>
            <a:ext cx="570089" cy="230832"/>
          </a:xfrm>
          <a:prstGeom prst="rect">
            <a:avLst/>
          </a:prstGeom>
          <a:noFill/>
        </p:spPr>
        <p:txBody>
          <a:bodyPr wrap="square" rtlCol="0">
            <a:spAutoFit/>
          </a:bodyPr>
          <a:lstStyle/>
          <a:p>
            <a:pPr algn="ctr"/>
            <a:r>
              <a:rPr lang="en-US" sz="900" dirty="0"/>
              <a:t>39</a:t>
            </a:r>
          </a:p>
        </p:txBody>
      </p:sp>
      <p:sp>
        <p:nvSpPr>
          <p:cNvPr id="44" name="TextBox 43">
            <a:extLst>
              <a:ext uri="{FF2B5EF4-FFF2-40B4-BE49-F238E27FC236}">
                <a16:creationId xmlns:a16="http://schemas.microsoft.com/office/drawing/2014/main" id="{4346FF3B-55B6-8894-5D4A-412B3E5168FD}"/>
              </a:ext>
            </a:extLst>
          </p:cNvPr>
          <p:cNvSpPr txBox="1"/>
          <p:nvPr/>
        </p:nvSpPr>
        <p:spPr>
          <a:xfrm>
            <a:off x="5147734" y="1533509"/>
            <a:ext cx="570089" cy="230832"/>
          </a:xfrm>
          <a:prstGeom prst="rect">
            <a:avLst/>
          </a:prstGeom>
          <a:noFill/>
        </p:spPr>
        <p:txBody>
          <a:bodyPr wrap="square" rtlCol="0">
            <a:spAutoFit/>
          </a:bodyPr>
          <a:lstStyle/>
          <a:p>
            <a:pPr algn="ctr"/>
            <a:r>
              <a:rPr lang="en-US" sz="900" dirty="0"/>
              <a:t>93</a:t>
            </a:r>
          </a:p>
        </p:txBody>
      </p:sp>
      <p:sp>
        <p:nvSpPr>
          <p:cNvPr id="51" name="TextBox 50">
            <a:extLst>
              <a:ext uri="{FF2B5EF4-FFF2-40B4-BE49-F238E27FC236}">
                <a16:creationId xmlns:a16="http://schemas.microsoft.com/office/drawing/2014/main" id="{A6FFA219-EFB2-8E86-77C3-17EE66527B1C}"/>
              </a:ext>
            </a:extLst>
          </p:cNvPr>
          <p:cNvSpPr txBox="1"/>
          <p:nvPr/>
        </p:nvSpPr>
        <p:spPr>
          <a:xfrm>
            <a:off x="5215469" y="2231221"/>
            <a:ext cx="462845" cy="584775"/>
          </a:xfrm>
          <a:prstGeom prst="rect">
            <a:avLst/>
          </a:prstGeom>
          <a:noFill/>
        </p:spPr>
        <p:txBody>
          <a:bodyPr wrap="square" rtlCol="0">
            <a:spAutoFit/>
          </a:bodyPr>
          <a:lstStyle/>
          <a:p>
            <a:pPr algn="ctr"/>
            <a:r>
              <a:rPr lang="en-US" sz="3200" dirty="0"/>
              <a:t>6</a:t>
            </a:r>
          </a:p>
        </p:txBody>
      </p:sp>
      <p:sp>
        <p:nvSpPr>
          <p:cNvPr id="15" name="TextBox 14">
            <a:extLst>
              <a:ext uri="{FF2B5EF4-FFF2-40B4-BE49-F238E27FC236}">
                <a16:creationId xmlns:a16="http://schemas.microsoft.com/office/drawing/2014/main" id="{8C38D72C-C33F-DA5C-648D-FC0FE8530068}"/>
              </a:ext>
            </a:extLst>
          </p:cNvPr>
          <p:cNvSpPr txBox="1"/>
          <p:nvPr/>
        </p:nvSpPr>
        <p:spPr>
          <a:xfrm>
            <a:off x="3217333" y="2734556"/>
            <a:ext cx="462845" cy="584775"/>
          </a:xfrm>
          <a:prstGeom prst="rect">
            <a:avLst/>
          </a:prstGeom>
          <a:noFill/>
        </p:spPr>
        <p:txBody>
          <a:bodyPr wrap="square" rtlCol="0">
            <a:spAutoFit/>
          </a:bodyPr>
          <a:lstStyle/>
          <a:p>
            <a:pPr algn="ctr"/>
            <a:r>
              <a:rPr lang="en-US" sz="3200" dirty="0"/>
              <a:t>7</a:t>
            </a:r>
          </a:p>
        </p:txBody>
      </p:sp>
      <p:sp>
        <p:nvSpPr>
          <p:cNvPr id="52" name="TextBox 51">
            <a:extLst>
              <a:ext uri="{FF2B5EF4-FFF2-40B4-BE49-F238E27FC236}">
                <a16:creationId xmlns:a16="http://schemas.microsoft.com/office/drawing/2014/main" id="{BCB5F21A-1E58-CDF3-BDC8-BB1F3C6A3724}"/>
              </a:ext>
            </a:extLst>
          </p:cNvPr>
          <p:cNvSpPr txBox="1"/>
          <p:nvPr/>
        </p:nvSpPr>
        <p:spPr>
          <a:xfrm>
            <a:off x="3716867" y="2734556"/>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611CD5B2-B266-0B7F-C1A5-AAC736288141}"/>
              </a:ext>
            </a:extLst>
          </p:cNvPr>
          <p:cNvSpPr txBox="1"/>
          <p:nvPr/>
        </p:nvSpPr>
        <p:spPr>
          <a:xfrm>
            <a:off x="3716867" y="1727886"/>
            <a:ext cx="462845" cy="584775"/>
          </a:xfrm>
          <a:prstGeom prst="rect">
            <a:avLst/>
          </a:prstGeom>
          <a:noFill/>
        </p:spPr>
        <p:txBody>
          <a:bodyPr wrap="square" rtlCol="0">
            <a:spAutoFit/>
          </a:bodyPr>
          <a:lstStyle/>
          <a:p>
            <a:pPr algn="ctr"/>
            <a:r>
              <a:rPr lang="en-US" sz="3200" dirty="0"/>
              <a:t>7</a:t>
            </a:r>
          </a:p>
        </p:txBody>
      </p:sp>
      <p:sp>
        <p:nvSpPr>
          <p:cNvPr id="33" name="TextBox 32">
            <a:extLst>
              <a:ext uri="{FF2B5EF4-FFF2-40B4-BE49-F238E27FC236}">
                <a16:creationId xmlns:a16="http://schemas.microsoft.com/office/drawing/2014/main" id="{48B5CE01-814F-F4A3-5A92-9A56C2914224}"/>
              </a:ext>
            </a:extLst>
          </p:cNvPr>
          <p:cNvSpPr txBox="1"/>
          <p:nvPr/>
        </p:nvSpPr>
        <p:spPr>
          <a:xfrm>
            <a:off x="3138310" y="3907597"/>
            <a:ext cx="570089" cy="230832"/>
          </a:xfrm>
          <a:prstGeom prst="rect">
            <a:avLst/>
          </a:prstGeom>
          <a:noFill/>
        </p:spPr>
        <p:txBody>
          <a:bodyPr wrap="square" rtlCol="0">
            <a:spAutoFit/>
          </a:bodyPr>
          <a:lstStyle/>
          <a:p>
            <a:pPr algn="ctr"/>
            <a:r>
              <a:rPr lang="en-US" sz="900" dirty="0"/>
              <a:t>15</a:t>
            </a:r>
          </a:p>
        </p:txBody>
      </p:sp>
      <p:sp>
        <p:nvSpPr>
          <p:cNvPr id="66" name="TextBox 65">
            <a:extLst>
              <a:ext uri="{FF2B5EF4-FFF2-40B4-BE49-F238E27FC236}">
                <a16:creationId xmlns:a16="http://schemas.microsoft.com/office/drawing/2014/main" id="{2FA839AF-F0A4-393C-26A7-304CE1F01992}"/>
              </a:ext>
            </a:extLst>
          </p:cNvPr>
          <p:cNvSpPr txBox="1"/>
          <p:nvPr/>
        </p:nvSpPr>
        <p:spPr>
          <a:xfrm>
            <a:off x="4216401" y="2734556"/>
            <a:ext cx="462845" cy="584775"/>
          </a:xfrm>
          <a:prstGeom prst="rect">
            <a:avLst/>
          </a:prstGeom>
          <a:noFill/>
        </p:spPr>
        <p:txBody>
          <a:bodyPr wrap="square" rtlCol="0">
            <a:spAutoFit/>
          </a:bodyPr>
          <a:lstStyle/>
          <a:p>
            <a:pPr algn="ctr"/>
            <a:r>
              <a:rPr lang="en-US" sz="3200" dirty="0"/>
              <a:t>5</a:t>
            </a:r>
          </a:p>
        </p:txBody>
      </p:sp>
      <p:sp>
        <p:nvSpPr>
          <p:cNvPr id="67" name="TextBox 66">
            <a:extLst>
              <a:ext uri="{FF2B5EF4-FFF2-40B4-BE49-F238E27FC236}">
                <a16:creationId xmlns:a16="http://schemas.microsoft.com/office/drawing/2014/main" id="{8D99CD41-09D5-71E3-C142-011E28FB35EA}"/>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68" name="TextBox 67">
            <a:extLst>
              <a:ext uri="{FF2B5EF4-FFF2-40B4-BE49-F238E27FC236}">
                <a16:creationId xmlns:a16="http://schemas.microsoft.com/office/drawing/2014/main" id="{81EA05C6-C5A4-9A6C-63D2-72A0E9C6CE1E}"/>
              </a:ext>
            </a:extLst>
          </p:cNvPr>
          <p:cNvSpPr txBox="1"/>
          <p:nvPr/>
        </p:nvSpPr>
        <p:spPr>
          <a:xfrm>
            <a:off x="3716867" y="3237891"/>
            <a:ext cx="462845" cy="584775"/>
          </a:xfrm>
          <a:prstGeom prst="rect">
            <a:avLst/>
          </a:prstGeom>
          <a:noFill/>
        </p:spPr>
        <p:txBody>
          <a:bodyPr wrap="square" rtlCol="0">
            <a:spAutoFit/>
          </a:bodyPr>
          <a:lstStyle/>
          <a:p>
            <a:pPr algn="ctr"/>
            <a:r>
              <a:rPr lang="en-US" sz="3200" dirty="0"/>
              <a:t>4</a:t>
            </a:r>
          </a:p>
        </p:txBody>
      </p:sp>
      <p:sp>
        <p:nvSpPr>
          <p:cNvPr id="9" name="TextBox 8">
            <a:extLst>
              <a:ext uri="{FF2B5EF4-FFF2-40B4-BE49-F238E27FC236}">
                <a16:creationId xmlns:a16="http://schemas.microsoft.com/office/drawing/2014/main" id="{711AE343-0F99-05B0-99A7-000160F494A4}"/>
              </a:ext>
            </a:extLst>
          </p:cNvPr>
          <p:cNvSpPr txBox="1"/>
          <p:nvPr/>
        </p:nvSpPr>
        <p:spPr>
          <a:xfrm>
            <a:off x="5215469" y="2734556"/>
            <a:ext cx="462845" cy="584775"/>
          </a:xfrm>
          <a:prstGeom prst="rect">
            <a:avLst/>
          </a:prstGeom>
          <a:noFill/>
        </p:spPr>
        <p:txBody>
          <a:bodyPr wrap="square" rtlCol="0">
            <a:spAutoFit/>
          </a:bodyPr>
          <a:lstStyle/>
          <a:p>
            <a:pPr algn="ctr"/>
            <a:r>
              <a:rPr lang="en-US" sz="3200" dirty="0"/>
              <a:t>2</a:t>
            </a:r>
          </a:p>
        </p:txBody>
      </p:sp>
      <p:sp>
        <p:nvSpPr>
          <p:cNvPr id="45" name="TextBox 44">
            <a:extLst>
              <a:ext uri="{FF2B5EF4-FFF2-40B4-BE49-F238E27FC236}">
                <a16:creationId xmlns:a16="http://schemas.microsoft.com/office/drawing/2014/main" id="{02DE3D8E-5CF0-3FA7-8DC5-46A9A70C6DA2}"/>
              </a:ext>
            </a:extLst>
          </p:cNvPr>
          <p:cNvSpPr txBox="1"/>
          <p:nvPr/>
        </p:nvSpPr>
        <p:spPr>
          <a:xfrm>
            <a:off x="7213604" y="2734556"/>
            <a:ext cx="462845" cy="584775"/>
          </a:xfrm>
          <a:prstGeom prst="rect">
            <a:avLst/>
          </a:prstGeom>
          <a:noFill/>
        </p:spPr>
        <p:txBody>
          <a:bodyPr wrap="square" rtlCol="0">
            <a:spAutoFit/>
          </a:bodyPr>
          <a:lstStyle/>
          <a:p>
            <a:pPr algn="ctr"/>
            <a:r>
              <a:rPr lang="en-US" sz="3200" dirty="0"/>
              <a:t>9</a:t>
            </a:r>
          </a:p>
        </p:txBody>
      </p:sp>
      <p:sp>
        <p:nvSpPr>
          <p:cNvPr id="46" name="TextBox 45">
            <a:extLst>
              <a:ext uri="{FF2B5EF4-FFF2-40B4-BE49-F238E27FC236}">
                <a16:creationId xmlns:a16="http://schemas.microsoft.com/office/drawing/2014/main" id="{1133C074-6FFE-C3C7-A4A0-2FF4BB56AAC4}"/>
              </a:ext>
            </a:extLst>
          </p:cNvPr>
          <p:cNvSpPr txBox="1"/>
          <p:nvPr/>
        </p:nvSpPr>
        <p:spPr>
          <a:xfrm>
            <a:off x="6714071" y="2734556"/>
            <a:ext cx="462845" cy="584775"/>
          </a:xfrm>
          <a:prstGeom prst="rect">
            <a:avLst/>
          </a:prstGeom>
          <a:noFill/>
        </p:spPr>
        <p:txBody>
          <a:bodyPr wrap="square" rtlCol="0">
            <a:spAutoFit/>
          </a:bodyPr>
          <a:lstStyle/>
          <a:p>
            <a:pPr algn="ctr"/>
            <a:r>
              <a:rPr lang="en-US" sz="3200" dirty="0"/>
              <a:t>8</a:t>
            </a:r>
          </a:p>
        </p:txBody>
      </p:sp>
      <p:sp>
        <p:nvSpPr>
          <p:cNvPr id="50" name="TextBox 49">
            <a:extLst>
              <a:ext uri="{FF2B5EF4-FFF2-40B4-BE49-F238E27FC236}">
                <a16:creationId xmlns:a16="http://schemas.microsoft.com/office/drawing/2014/main" id="{9A454F02-B16B-2C9D-51D5-BB1432E7C6F0}"/>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54" name="TextBox 53">
            <a:extLst>
              <a:ext uri="{FF2B5EF4-FFF2-40B4-BE49-F238E27FC236}">
                <a16:creationId xmlns:a16="http://schemas.microsoft.com/office/drawing/2014/main" id="{5B19523E-2E94-F8E8-7CAE-4FAB6FD38079}"/>
              </a:ext>
            </a:extLst>
          </p:cNvPr>
          <p:cNvSpPr txBox="1"/>
          <p:nvPr/>
        </p:nvSpPr>
        <p:spPr>
          <a:xfrm>
            <a:off x="3716867" y="721216"/>
            <a:ext cx="462845" cy="584775"/>
          </a:xfrm>
          <a:prstGeom prst="rect">
            <a:avLst/>
          </a:prstGeom>
          <a:noFill/>
        </p:spPr>
        <p:txBody>
          <a:bodyPr wrap="square" rtlCol="0">
            <a:spAutoFit/>
          </a:bodyPr>
          <a:lstStyle/>
          <a:p>
            <a:pPr algn="ctr"/>
            <a:r>
              <a:rPr lang="en-US" sz="3200" dirty="0"/>
              <a:t>3</a:t>
            </a:r>
          </a:p>
        </p:txBody>
      </p:sp>
      <p:sp>
        <p:nvSpPr>
          <p:cNvPr id="55" name="TextBox 54">
            <a:extLst>
              <a:ext uri="{FF2B5EF4-FFF2-40B4-BE49-F238E27FC236}">
                <a16:creationId xmlns:a16="http://schemas.microsoft.com/office/drawing/2014/main" id="{0C3A01BF-C960-C9D1-54B9-CF3EE6EE030D}"/>
              </a:ext>
            </a:extLst>
          </p:cNvPr>
          <p:cNvSpPr txBox="1"/>
          <p:nvPr/>
        </p:nvSpPr>
        <p:spPr>
          <a:xfrm>
            <a:off x="5715003" y="721216"/>
            <a:ext cx="462845" cy="584775"/>
          </a:xfrm>
          <a:prstGeom prst="rect">
            <a:avLst/>
          </a:prstGeom>
          <a:noFill/>
        </p:spPr>
        <p:txBody>
          <a:bodyPr wrap="square" rtlCol="0">
            <a:spAutoFit/>
          </a:bodyPr>
          <a:lstStyle/>
          <a:p>
            <a:pPr algn="ctr"/>
            <a:r>
              <a:rPr lang="en-US" sz="3200" dirty="0"/>
              <a:t>5</a:t>
            </a:r>
          </a:p>
        </p:txBody>
      </p:sp>
      <p:sp>
        <p:nvSpPr>
          <p:cNvPr id="37" name="TextBox 36">
            <a:extLst>
              <a:ext uri="{FF2B5EF4-FFF2-40B4-BE49-F238E27FC236}">
                <a16:creationId xmlns:a16="http://schemas.microsoft.com/office/drawing/2014/main" id="{4FBBF348-A842-90AF-CB07-BFD93D1AAEEF}"/>
              </a:ext>
            </a:extLst>
          </p:cNvPr>
          <p:cNvSpPr txBox="1"/>
          <p:nvPr/>
        </p:nvSpPr>
        <p:spPr>
          <a:xfrm>
            <a:off x="3716867" y="1224551"/>
            <a:ext cx="462845" cy="584775"/>
          </a:xfrm>
          <a:prstGeom prst="rect">
            <a:avLst/>
          </a:prstGeom>
          <a:noFill/>
        </p:spPr>
        <p:txBody>
          <a:bodyPr wrap="square" rtlCol="0">
            <a:spAutoFit/>
          </a:bodyPr>
          <a:lstStyle/>
          <a:p>
            <a:pPr algn="ctr"/>
            <a:r>
              <a:rPr lang="en-US" sz="3200" dirty="0"/>
              <a:t>5</a:t>
            </a:r>
          </a:p>
        </p:txBody>
      </p:sp>
      <p:sp>
        <p:nvSpPr>
          <p:cNvPr id="38" name="TextBox 37">
            <a:extLst>
              <a:ext uri="{FF2B5EF4-FFF2-40B4-BE49-F238E27FC236}">
                <a16:creationId xmlns:a16="http://schemas.microsoft.com/office/drawing/2014/main" id="{AE0F07B4-17A4-ECDF-EB03-E9782082B3E1}"/>
              </a:ext>
            </a:extLst>
          </p:cNvPr>
          <p:cNvSpPr txBox="1"/>
          <p:nvPr/>
        </p:nvSpPr>
        <p:spPr>
          <a:xfrm>
            <a:off x="4715935" y="721216"/>
            <a:ext cx="462845" cy="584775"/>
          </a:xfrm>
          <a:prstGeom prst="rect">
            <a:avLst/>
          </a:prstGeom>
          <a:noFill/>
        </p:spPr>
        <p:txBody>
          <a:bodyPr wrap="square" rtlCol="0">
            <a:spAutoFit/>
          </a:bodyPr>
          <a:lstStyle/>
          <a:p>
            <a:pPr algn="ctr"/>
            <a:r>
              <a:rPr lang="en-US" sz="3200" dirty="0"/>
              <a:t>7</a:t>
            </a:r>
          </a:p>
        </p:txBody>
      </p:sp>
      <p:sp>
        <p:nvSpPr>
          <p:cNvPr id="56" name="TextBox 55">
            <a:extLst>
              <a:ext uri="{FF2B5EF4-FFF2-40B4-BE49-F238E27FC236}">
                <a16:creationId xmlns:a16="http://schemas.microsoft.com/office/drawing/2014/main" id="{1C03E7B9-EF15-6366-00B6-B86E5CAEF45B}"/>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
        <p:nvSpPr>
          <p:cNvPr id="25" name="TextBox 24">
            <a:extLst>
              <a:ext uri="{FF2B5EF4-FFF2-40B4-BE49-F238E27FC236}">
                <a16:creationId xmlns:a16="http://schemas.microsoft.com/office/drawing/2014/main" id="{FDF8618D-0B14-32CE-1B37-07632EC9693F}"/>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39" name="TextBox 38">
            <a:extLst>
              <a:ext uri="{FF2B5EF4-FFF2-40B4-BE49-F238E27FC236}">
                <a16:creationId xmlns:a16="http://schemas.microsoft.com/office/drawing/2014/main" id="{3C90B021-2E97-DE18-3F2F-BE4B8F98910C}"/>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14" name="TextBox 13">
            <a:extLst>
              <a:ext uri="{FF2B5EF4-FFF2-40B4-BE49-F238E27FC236}">
                <a16:creationId xmlns:a16="http://schemas.microsoft.com/office/drawing/2014/main" id="{BC1C578F-94A8-B34A-5A31-1F54E3A26428}"/>
              </a:ext>
            </a:extLst>
          </p:cNvPr>
          <p:cNvSpPr txBox="1"/>
          <p:nvPr/>
        </p:nvSpPr>
        <p:spPr>
          <a:xfrm>
            <a:off x="6214537" y="3237891"/>
            <a:ext cx="462845" cy="584775"/>
          </a:xfrm>
          <a:prstGeom prst="rect">
            <a:avLst/>
          </a:prstGeom>
          <a:noFill/>
        </p:spPr>
        <p:txBody>
          <a:bodyPr wrap="square" rtlCol="0">
            <a:spAutoFit/>
          </a:bodyPr>
          <a:lstStyle/>
          <a:p>
            <a:pPr algn="ctr"/>
            <a:r>
              <a:rPr lang="en-US" sz="3200" dirty="0"/>
              <a:t>5</a:t>
            </a:r>
          </a:p>
        </p:txBody>
      </p:sp>
      <p:sp>
        <p:nvSpPr>
          <p:cNvPr id="41" name="TextBox 40">
            <a:extLst>
              <a:ext uri="{FF2B5EF4-FFF2-40B4-BE49-F238E27FC236}">
                <a16:creationId xmlns:a16="http://schemas.microsoft.com/office/drawing/2014/main" id="{2568B5A7-13FB-7268-155E-9A063198297B}"/>
              </a:ext>
            </a:extLst>
          </p:cNvPr>
          <p:cNvSpPr txBox="1"/>
          <p:nvPr/>
        </p:nvSpPr>
        <p:spPr>
          <a:xfrm>
            <a:off x="4143022" y="4038229"/>
            <a:ext cx="570089" cy="230832"/>
          </a:xfrm>
          <a:prstGeom prst="rect">
            <a:avLst/>
          </a:prstGeom>
          <a:noFill/>
        </p:spPr>
        <p:txBody>
          <a:bodyPr wrap="square" rtlCol="0">
            <a:spAutoFit/>
          </a:bodyPr>
          <a:lstStyle/>
          <a:p>
            <a:pPr algn="ctr"/>
            <a:r>
              <a:rPr lang="en-US" sz="900" dirty="0"/>
              <a:t>34</a:t>
            </a:r>
          </a:p>
        </p:txBody>
      </p:sp>
      <p:sp>
        <p:nvSpPr>
          <p:cNvPr id="58" name="TextBox 57">
            <a:extLst>
              <a:ext uri="{FF2B5EF4-FFF2-40B4-BE49-F238E27FC236}">
                <a16:creationId xmlns:a16="http://schemas.microsoft.com/office/drawing/2014/main" id="{D0BCA883-5577-7208-CFBC-99E1E3578B6C}"/>
              </a:ext>
            </a:extLst>
          </p:cNvPr>
          <p:cNvSpPr txBox="1"/>
          <p:nvPr/>
        </p:nvSpPr>
        <p:spPr>
          <a:xfrm>
            <a:off x="4143022" y="4539173"/>
            <a:ext cx="570089" cy="230832"/>
          </a:xfrm>
          <a:prstGeom prst="rect">
            <a:avLst/>
          </a:prstGeom>
          <a:noFill/>
        </p:spPr>
        <p:txBody>
          <a:bodyPr wrap="square" rtlCol="0">
            <a:spAutoFit/>
          </a:bodyPr>
          <a:lstStyle/>
          <a:p>
            <a:pPr algn="ctr"/>
            <a:r>
              <a:rPr lang="en-US" sz="900" dirty="0"/>
              <a:t>347</a:t>
            </a:r>
          </a:p>
        </p:txBody>
      </p:sp>
      <p:sp>
        <p:nvSpPr>
          <p:cNvPr id="59" name="TextBox 58">
            <a:extLst>
              <a:ext uri="{FF2B5EF4-FFF2-40B4-BE49-F238E27FC236}">
                <a16:creationId xmlns:a16="http://schemas.microsoft.com/office/drawing/2014/main" id="{387E2032-9494-74D5-13D3-0E0B904C37BA}"/>
              </a:ext>
            </a:extLst>
          </p:cNvPr>
          <p:cNvSpPr txBox="1"/>
          <p:nvPr/>
        </p:nvSpPr>
        <p:spPr>
          <a:xfrm>
            <a:off x="3640666" y="5040116"/>
            <a:ext cx="570089" cy="230832"/>
          </a:xfrm>
          <a:prstGeom prst="rect">
            <a:avLst/>
          </a:prstGeom>
          <a:noFill/>
        </p:spPr>
        <p:txBody>
          <a:bodyPr wrap="square" rtlCol="0">
            <a:spAutoFit/>
          </a:bodyPr>
          <a:lstStyle/>
          <a:p>
            <a:pPr algn="ctr"/>
            <a:r>
              <a:rPr lang="en-US" sz="900" dirty="0"/>
              <a:t>98</a:t>
            </a:r>
          </a:p>
        </p:txBody>
      </p:sp>
      <p:sp>
        <p:nvSpPr>
          <p:cNvPr id="62" name="TextBox 61">
            <a:extLst>
              <a:ext uri="{FF2B5EF4-FFF2-40B4-BE49-F238E27FC236}">
                <a16:creationId xmlns:a16="http://schemas.microsoft.com/office/drawing/2014/main" id="{8C5845A1-05D3-B12A-0A6D-B87AD239599D}"/>
              </a:ext>
            </a:extLst>
          </p:cNvPr>
          <p:cNvSpPr txBox="1"/>
          <p:nvPr/>
        </p:nvSpPr>
        <p:spPr>
          <a:xfrm>
            <a:off x="4143022" y="5040116"/>
            <a:ext cx="570089" cy="230832"/>
          </a:xfrm>
          <a:prstGeom prst="rect">
            <a:avLst/>
          </a:prstGeom>
          <a:noFill/>
        </p:spPr>
        <p:txBody>
          <a:bodyPr wrap="square" rtlCol="0">
            <a:spAutoFit/>
          </a:bodyPr>
          <a:lstStyle/>
          <a:p>
            <a:pPr algn="ctr"/>
            <a:r>
              <a:rPr lang="en-US" sz="900" dirty="0"/>
              <a:t>47</a:t>
            </a:r>
          </a:p>
        </p:txBody>
      </p:sp>
      <p:sp>
        <p:nvSpPr>
          <p:cNvPr id="69" name="TextBox 68">
            <a:extLst>
              <a:ext uri="{FF2B5EF4-FFF2-40B4-BE49-F238E27FC236}">
                <a16:creationId xmlns:a16="http://schemas.microsoft.com/office/drawing/2014/main" id="{33CE8AAD-7998-9A46-A640-60CDC7111982}"/>
              </a:ext>
            </a:extLst>
          </p:cNvPr>
          <p:cNvSpPr txBox="1"/>
          <p:nvPr/>
        </p:nvSpPr>
        <p:spPr>
          <a:xfrm>
            <a:off x="6152446" y="4539173"/>
            <a:ext cx="570089" cy="230832"/>
          </a:xfrm>
          <a:prstGeom prst="rect">
            <a:avLst/>
          </a:prstGeom>
          <a:noFill/>
        </p:spPr>
        <p:txBody>
          <a:bodyPr wrap="square" rtlCol="0">
            <a:spAutoFit/>
          </a:bodyPr>
          <a:lstStyle/>
          <a:p>
            <a:pPr algn="ctr"/>
            <a:r>
              <a:rPr lang="en-US" sz="900" dirty="0"/>
              <a:t>48</a:t>
            </a:r>
          </a:p>
        </p:txBody>
      </p:sp>
      <p:sp>
        <p:nvSpPr>
          <p:cNvPr id="70" name="TextBox 69">
            <a:extLst>
              <a:ext uri="{FF2B5EF4-FFF2-40B4-BE49-F238E27FC236}">
                <a16:creationId xmlns:a16="http://schemas.microsoft.com/office/drawing/2014/main" id="{C92EAB40-FD16-9E78-888B-637F3D525B1B}"/>
              </a:ext>
            </a:extLst>
          </p:cNvPr>
          <p:cNvSpPr txBox="1"/>
          <p:nvPr/>
        </p:nvSpPr>
        <p:spPr>
          <a:xfrm>
            <a:off x="6152446" y="5040116"/>
            <a:ext cx="570089" cy="230832"/>
          </a:xfrm>
          <a:prstGeom prst="rect">
            <a:avLst/>
          </a:prstGeom>
          <a:noFill/>
        </p:spPr>
        <p:txBody>
          <a:bodyPr wrap="square" rtlCol="0">
            <a:spAutoFit/>
          </a:bodyPr>
          <a:lstStyle/>
          <a:p>
            <a:pPr algn="ctr"/>
            <a:r>
              <a:rPr lang="en-US" sz="900" dirty="0"/>
              <a:t>84</a:t>
            </a:r>
          </a:p>
        </p:txBody>
      </p:sp>
      <p:sp>
        <p:nvSpPr>
          <p:cNvPr id="71" name="TextBox 70">
            <a:extLst>
              <a:ext uri="{FF2B5EF4-FFF2-40B4-BE49-F238E27FC236}">
                <a16:creationId xmlns:a16="http://schemas.microsoft.com/office/drawing/2014/main" id="{8A53B9B9-1CDA-2125-73F4-90FA47A1D7D2}"/>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
        <p:nvSpPr>
          <p:cNvPr id="73" name="TextBox 72">
            <a:extLst>
              <a:ext uri="{FF2B5EF4-FFF2-40B4-BE49-F238E27FC236}">
                <a16:creationId xmlns:a16="http://schemas.microsoft.com/office/drawing/2014/main" id="{3A0AE1A8-8046-E265-5621-9167DD76BBDF}"/>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74" name="TextBox 73">
            <a:extLst>
              <a:ext uri="{FF2B5EF4-FFF2-40B4-BE49-F238E27FC236}">
                <a16:creationId xmlns:a16="http://schemas.microsoft.com/office/drawing/2014/main" id="{AF9A2A57-463D-E093-32D8-93D707D9E749}"/>
              </a:ext>
            </a:extLst>
          </p:cNvPr>
          <p:cNvSpPr txBox="1"/>
          <p:nvPr/>
        </p:nvSpPr>
        <p:spPr>
          <a:xfrm>
            <a:off x="5215469" y="1727886"/>
            <a:ext cx="462845" cy="584775"/>
          </a:xfrm>
          <a:prstGeom prst="rect">
            <a:avLst/>
          </a:prstGeom>
          <a:noFill/>
        </p:spPr>
        <p:txBody>
          <a:bodyPr wrap="square" rtlCol="0">
            <a:spAutoFit/>
          </a:bodyPr>
          <a:lstStyle/>
          <a:p>
            <a:pPr algn="ctr"/>
            <a:r>
              <a:rPr lang="en-US" sz="3200" dirty="0"/>
              <a:t>8</a:t>
            </a:r>
          </a:p>
        </p:txBody>
      </p:sp>
      <p:sp>
        <p:nvSpPr>
          <p:cNvPr id="75" name="TextBox 74">
            <a:extLst>
              <a:ext uri="{FF2B5EF4-FFF2-40B4-BE49-F238E27FC236}">
                <a16:creationId xmlns:a16="http://schemas.microsoft.com/office/drawing/2014/main" id="{321632F4-B335-B51D-04BE-F97F317352D3}"/>
              </a:ext>
            </a:extLst>
          </p:cNvPr>
          <p:cNvSpPr txBox="1"/>
          <p:nvPr/>
        </p:nvSpPr>
        <p:spPr>
          <a:xfrm>
            <a:off x="3217333" y="1224551"/>
            <a:ext cx="462845" cy="584775"/>
          </a:xfrm>
          <a:prstGeom prst="rect">
            <a:avLst/>
          </a:prstGeom>
          <a:noFill/>
        </p:spPr>
        <p:txBody>
          <a:bodyPr wrap="square" rtlCol="0">
            <a:spAutoFit/>
          </a:bodyPr>
          <a:lstStyle/>
          <a:p>
            <a:pPr algn="ctr"/>
            <a:r>
              <a:rPr lang="en-US" sz="3200" dirty="0"/>
              <a:t>8</a:t>
            </a:r>
          </a:p>
        </p:txBody>
      </p:sp>
      <p:sp>
        <p:nvSpPr>
          <p:cNvPr id="76" name="TextBox 75">
            <a:extLst>
              <a:ext uri="{FF2B5EF4-FFF2-40B4-BE49-F238E27FC236}">
                <a16:creationId xmlns:a16="http://schemas.microsoft.com/office/drawing/2014/main" id="{24579417-1602-3DCF-FCE1-2DC2A6B92143}"/>
              </a:ext>
            </a:extLst>
          </p:cNvPr>
          <p:cNvSpPr txBox="1"/>
          <p:nvPr/>
        </p:nvSpPr>
        <p:spPr>
          <a:xfrm>
            <a:off x="3217333" y="1727886"/>
            <a:ext cx="462845" cy="584775"/>
          </a:xfrm>
          <a:prstGeom prst="rect">
            <a:avLst/>
          </a:prstGeom>
          <a:noFill/>
        </p:spPr>
        <p:txBody>
          <a:bodyPr wrap="square" rtlCol="0">
            <a:spAutoFit/>
          </a:bodyPr>
          <a:lstStyle/>
          <a:p>
            <a:pPr algn="ctr"/>
            <a:r>
              <a:rPr lang="en-US" sz="3200" dirty="0"/>
              <a:t>9</a:t>
            </a:r>
          </a:p>
        </p:txBody>
      </p:sp>
      <p:sp>
        <p:nvSpPr>
          <p:cNvPr id="77" name="TextBox 76">
            <a:extLst>
              <a:ext uri="{FF2B5EF4-FFF2-40B4-BE49-F238E27FC236}">
                <a16:creationId xmlns:a16="http://schemas.microsoft.com/office/drawing/2014/main" id="{41838A02-1026-9B72-26AE-6037390A8B68}"/>
              </a:ext>
            </a:extLst>
          </p:cNvPr>
          <p:cNvSpPr txBox="1"/>
          <p:nvPr/>
        </p:nvSpPr>
        <p:spPr>
          <a:xfrm>
            <a:off x="6714071" y="1727886"/>
            <a:ext cx="462845" cy="584775"/>
          </a:xfrm>
          <a:prstGeom prst="rect">
            <a:avLst/>
          </a:prstGeom>
          <a:noFill/>
        </p:spPr>
        <p:txBody>
          <a:bodyPr wrap="square" rtlCol="0">
            <a:spAutoFit/>
          </a:bodyPr>
          <a:lstStyle/>
          <a:p>
            <a:pPr algn="ctr"/>
            <a:r>
              <a:rPr lang="en-US" sz="3200" dirty="0"/>
              <a:t>3</a:t>
            </a:r>
          </a:p>
        </p:txBody>
      </p:sp>
      <p:sp>
        <p:nvSpPr>
          <p:cNvPr id="78" name="TextBox 77">
            <a:extLst>
              <a:ext uri="{FF2B5EF4-FFF2-40B4-BE49-F238E27FC236}">
                <a16:creationId xmlns:a16="http://schemas.microsoft.com/office/drawing/2014/main" id="{11781BB6-F42A-C76F-FA90-0BFF7B0C6175}"/>
              </a:ext>
            </a:extLst>
          </p:cNvPr>
          <p:cNvSpPr txBox="1"/>
          <p:nvPr/>
        </p:nvSpPr>
        <p:spPr>
          <a:xfrm>
            <a:off x="7213604" y="1727886"/>
            <a:ext cx="462845" cy="584775"/>
          </a:xfrm>
          <a:prstGeom prst="rect">
            <a:avLst/>
          </a:prstGeom>
          <a:noFill/>
        </p:spPr>
        <p:txBody>
          <a:bodyPr wrap="square" rtlCol="0">
            <a:spAutoFit/>
          </a:bodyPr>
          <a:lstStyle/>
          <a:p>
            <a:pPr algn="ctr"/>
            <a:r>
              <a:rPr lang="en-US" sz="3200" dirty="0"/>
              <a:t>5</a:t>
            </a:r>
          </a:p>
        </p:txBody>
      </p:sp>
      <p:sp>
        <p:nvSpPr>
          <p:cNvPr id="79" name="TextBox 78">
            <a:extLst>
              <a:ext uri="{FF2B5EF4-FFF2-40B4-BE49-F238E27FC236}">
                <a16:creationId xmlns:a16="http://schemas.microsoft.com/office/drawing/2014/main" id="{4D87F245-B830-6615-43C6-89AC6F9627C1}"/>
              </a:ext>
            </a:extLst>
          </p:cNvPr>
          <p:cNvSpPr txBox="1"/>
          <p:nvPr/>
        </p:nvSpPr>
        <p:spPr>
          <a:xfrm>
            <a:off x="4715935" y="2734556"/>
            <a:ext cx="462845" cy="584775"/>
          </a:xfrm>
          <a:prstGeom prst="rect">
            <a:avLst/>
          </a:prstGeom>
          <a:noFill/>
        </p:spPr>
        <p:txBody>
          <a:bodyPr wrap="square" rtlCol="0">
            <a:spAutoFit/>
          </a:bodyPr>
          <a:lstStyle/>
          <a:p>
            <a:pPr algn="ctr"/>
            <a:r>
              <a:rPr lang="en-US" sz="3200" dirty="0"/>
              <a:t>1</a:t>
            </a:r>
          </a:p>
        </p:txBody>
      </p:sp>
      <p:sp>
        <p:nvSpPr>
          <p:cNvPr id="80" name="TextBox 79">
            <a:extLst>
              <a:ext uri="{FF2B5EF4-FFF2-40B4-BE49-F238E27FC236}">
                <a16:creationId xmlns:a16="http://schemas.microsoft.com/office/drawing/2014/main" id="{FC817282-2774-B2E0-1F01-D10F6F9F40D9}"/>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C1D6315B-90EA-888D-C447-3BA9F24B44CF}"/>
              </a:ext>
            </a:extLst>
          </p:cNvPr>
          <p:cNvSpPr txBox="1"/>
          <p:nvPr/>
        </p:nvSpPr>
        <p:spPr>
          <a:xfrm>
            <a:off x="3716867" y="3741226"/>
            <a:ext cx="462845" cy="584775"/>
          </a:xfrm>
          <a:prstGeom prst="rect">
            <a:avLst/>
          </a:prstGeom>
          <a:noFill/>
        </p:spPr>
        <p:txBody>
          <a:bodyPr wrap="square" rtlCol="0">
            <a:spAutoFit/>
          </a:bodyPr>
          <a:lstStyle/>
          <a:p>
            <a:pPr algn="ctr"/>
            <a:r>
              <a:rPr lang="en-US" sz="3200" dirty="0"/>
              <a:t>2</a:t>
            </a:r>
          </a:p>
        </p:txBody>
      </p:sp>
      <p:sp>
        <p:nvSpPr>
          <p:cNvPr id="17" name="TextBox 16">
            <a:extLst>
              <a:ext uri="{FF2B5EF4-FFF2-40B4-BE49-F238E27FC236}">
                <a16:creationId xmlns:a16="http://schemas.microsoft.com/office/drawing/2014/main" id="{93A672B2-581E-F965-7930-53F19A4D3145}"/>
              </a:ext>
            </a:extLst>
          </p:cNvPr>
          <p:cNvSpPr txBox="1"/>
          <p:nvPr/>
        </p:nvSpPr>
        <p:spPr>
          <a:xfrm>
            <a:off x="5147734" y="4038229"/>
            <a:ext cx="570089" cy="230832"/>
          </a:xfrm>
          <a:prstGeom prst="rect">
            <a:avLst/>
          </a:prstGeom>
          <a:noFill/>
        </p:spPr>
        <p:txBody>
          <a:bodyPr wrap="square" rtlCol="0">
            <a:spAutoFit/>
          </a:bodyPr>
          <a:lstStyle/>
          <a:p>
            <a:pPr algn="ctr"/>
            <a:r>
              <a:rPr lang="en-US" sz="900" dirty="0"/>
              <a:t>43</a:t>
            </a:r>
          </a:p>
        </p:txBody>
      </p:sp>
      <p:sp>
        <p:nvSpPr>
          <p:cNvPr id="28" name="TextBox 27">
            <a:extLst>
              <a:ext uri="{FF2B5EF4-FFF2-40B4-BE49-F238E27FC236}">
                <a16:creationId xmlns:a16="http://schemas.microsoft.com/office/drawing/2014/main" id="{5E5B2B51-B615-B809-DD88-CEF53C562458}"/>
              </a:ext>
            </a:extLst>
          </p:cNvPr>
          <p:cNvSpPr txBox="1"/>
          <p:nvPr/>
        </p:nvSpPr>
        <p:spPr>
          <a:xfrm>
            <a:off x="4645378" y="4539173"/>
            <a:ext cx="570089" cy="230832"/>
          </a:xfrm>
          <a:prstGeom prst="rect">
            <a:avLst/>
          </a:prstGeom>
          <a:noFill/>
        </p:spPr>
        <p:txBody>
          <a:bodyPr wrap="square" rtlCol="0">
            <a:spAutoFit/>
          </a:bodyPr>
          <a:lstStyle/>
          <a:p>
            <a:pPr algn="ctr"/>
            <a:r>
              <a:rPr lang="en-US" sz="900" dirty="0"/>
              <a:t>239</a:t>
            </a:r>
          </a:p>
        </p:txBody>
      </p:sp>
      <p:sp>
        <p:nvSpPr>
          <p:cNvPr id="29" name="TextBox 28">
            <a:extLst>
              <a:ext uri="{FF2B5EF4-FFF2-40B4-BE49-F238E27FC236}">
                <a16:creationId xmlns:a16="http://schemas.microsoft.com/office/drawing/2014/main" id="{8D1A2814-6118-603D-0210-690763923ACC}"/>
              </a:ext>
            </a:extLst>
          </p:cNvPr>
          <p:cNvSpPr txBox="1"/>
          <p:nvPr/>
        </p:nvSpPr>
        <p:spPr>
          <a:xfrm>
            <a:off x="5147734" y="4539173"/>
            <a:ext cx="570089" cy="230832"/>
          </a:xfrm>
          <a:prstGeom prst="rect">
            <a:avLst/>
          </a:prstGeom>
          <a:noFill/>
        </p:spPr>
        <p:txBody>
          <a:bodyPr wrap="square" rtlCol="0">
            <a:spAutoFit/>
          </a:bodyPr>
          <a:lstStyle/>
          <a:p>
            <a:pPr algn="ctr"/>
            <a:r>
              <a:rPr lang="en-US" sz="900" dirty="0"/>
              <a:t>3459</a:t>
            </a:r>
          </a:p>
        </p:txBody>
      </p:sp>
      <p:sp>
        <p:nvSpPr>
          <p:cNvPr id="32" name="TextBox 31">
            <a:extLst>
              <a:ext uri="{FF2B5EF4-FFF2-40B4-BE49-F238E27FC236}">
                <a16:creationId xmlns:a16="http://schemas.microsoft.com/office/drawing/2014/main" id="{7DFDFF6F-8B8F-2B37-860D-0DDB1EEE74FD}"/>
              </a:ext>
            </a:extLst>
          </p:cNvPr>
          <p:cNvSpPr txBox="1"/>
          <p:nvPr/>
        </p:nvSpPr>
        <p:spPr>
          <a:xfrm>
            <a:off x="5650090" y="4539173"/>
            <a:ext cx="570089" cy="230832"/>
          </a:xfrm>
          <a:prstGeom prst="rect">
            <a:avLst/>
          </a:prstGeom>
          <a:noFill/>
        </p:spPr>
        <p:txBody>
          <a:bodyPr wrap="square" rtlCol="0">
            <a:spAutoFit/>
          </a:bodyPr>
          <a:lstStyle/>
          <a:p>
            <a:pPr algn="ctr"/>
            <a:r>
              <a:rPr lang="en-US" sz="900" dirty="0"/>
              <a:t>17</a:t>
            </a:r>
          </a:p>
        </p:txBody>
      </p:sp>
      <p:sp>
        <p:nvSpPr>
          <p:cNvPr id="34" name="TextBox 33">
            <a:extLst>
              <a:ext uri="{FF2B5EF4-FFF2-40B4-BE49-F238E27FC236}">
                <a16:creationId xmlns:a16="http://schemas.microsoft.com/office/drawing/2014/main" id="{8B54A016-AAED-921B-1BCC-CF602C83C3B6}"/>
              </a:ext>
            </a:extLst>
          </p:cNvPr>
          <p:cNvSpPr txBox="1"/>
          <p:nvPr/>
        </p:nvSpPr>
        <p:spPr>
          <a:xfrm>
            <a:off x="4645378" y="5040116"/>
            <a:ext cx="570089" cy="230832"/>
          </a:xfrm>
          <a:prstGeom prst="rect">
            <a:avLst/>
          </a:prstGeom>
          <a:noFill/>
        </p:spPr>
        <p:txBody>
          <a:bodyPr wrap="square" rtlCol="0">
            <a:spAutoFit/>
          </a:bodyPr>
          <a:lstStyle/>
          <a:p>
            <a:pPr algn="ctr"/>
            <a:r>
              <a:rPr lang="en-US" sz="900" dirty="0"/>
              <a:t>29</a:t>
            </a:r>
          </a:p>
        </p:txBody>
      </p:sp>
      <p:sp>
        <p:nvSpPr>
          <p:cNvPr id="49" name="TextBox 48">
            <a:extLst>
              <a:ext uri="{FF2B5EF4-FFF2-40B4-BE49-F238E27FC236}">
                <a16:creationId xmlns:a16="http://schemas.microsoft.com/office/drawing/2014/main" id="{59C14BD4-B5FE-1EF8-9B79-0577E2191159}"/>
              </a:ext>
            </a:extLst>
          </p:cNvPr>
          <p:cNvSpPr txBox="1"/>
          <p:nvPr/>
        </p:nvSpPr>
        <p:spPr>
          <a:xfrm>
            <a:off x="5147734" y="5040116"/>
            <a:ext cx="570089" cy="230832"/>
          </a:xfrm>
          <a:prstGeom prst="rect">
            <a:avLst/>
          </a:prstGeom>
          <a:noFill/>
        </p:spPr>
        <p:txBody>
          <a:bodyPr wrap="square" rtlCol="0">
            <a:spAutoFit/>
          </a:bodyPr>
          <a:lstStyle/>
          <a:p>
            <a:pPr algn="ctr"/>
            <a:r>
              <a:rPr lang="en-US" sz="900" dirty="0"/>
              <a:t>459</a:t>
            </a:r>
          </a:p>
        </p:txBody>
      </p:sp>
      <p:sp>
        <p:nvSpPr>
          <p:cNvPr id="60" name="TextBox 59">
            <a:extLst>
              <a:ext uri="{FF2B5EF4-FFF2-40B4-BE49-F238E27FC236}">
                <a16:creationId xmlns:a16="http://schemas.microsoft.com/office/drawing/2014/main" id="{8EE15879-DBF7-D15D-07A7-7A602A2980A5}"/>
              </a:ext>
            </a:extLst>
          </p:cNvPr>
          <p:cNvSpPr txBox="1"/>
          <p:nvPr/>
        </p:nvSpPr>
        <p:spPr>
          <a:xfrm>
            <a:off x="5650090" y="5040116"/>
            <a:ext cx="570089" cy="230832"/>
          </a:xfrm>
          <a:prstGeom prst="rect">
            <a:avLst/>
          </a:prstGeom>
          <a:noFill/>
        </p:spPr>
        <p:txBody>
          <a:bodyPr wrap="square" rtlCol="0">
            <a:spAutoFit/>
          </a:bodyPr>
          <a:lstStyle/>
          <a:p>
            <a:pPr algn="ctr"/>
            <a:r>
              <a:rPr lang="en-US" sz="900" dirty="0"/>
              <a:t>71</a:t>
            </a:r>
          </a:p>
        </p:txBody>
      </p:sp>
      <p:sp>
        <p:nvSpPr>
          <p:cNvPr id="61" name="TextBox 60">
            <a:extLst>
              <a:ext uri="{FF2B5EF4-FFF2-40B4-BE49-F238E27FC236}">
                <a16:creationId xmlns:a16="http://schemas.microsoft.com/office/drawing/2014/main" id="{8F9FE8DA-E199-E677-9F42-D2712F6F1690}"/>
              </a:ext>
            </a:extLst>
          </p:cNvPr>
          <p:cNvSpPr txBox="1"/>
          <p:nvPr/>
        </p:nvSpPr>
        <p:spPr>
          <a:xfrm>
            <a:off x="6654802" y="3907597"/>
            <a:ext cx="570089" cy="230832"/>
          </a:xfrm>
          <a:prstGeom prst="rect">
            <a:avLst/>
          </a:prstGeom>
          <a:noFill/>
        </p:spPr>
        <p:txBody>
          <a:bodyPr wrap="square" rtlCol="0">
            <a:spAutoFit/>
          </a:bodyPr>
          <a:lstStyle/>
          <a:p>
            <a:pPr algn="ctr"/>
            <a:r>
              <a:rPr lang="en-US" sz="900" dirty="0"/>
              <a:t>51</a:t>
            </a:r>
          </a:p>
        </p:txBody>
      </p:sp>
      <p:sp>
        <p:nvSpPr>
          <p:cNvPr id="83" name="TextBox 82">
            <a:extLst>
              <a:ext uri="{FF2B5EF4-FFF2-40B4-BE49-F238E27FC236}">
                <a16:creationId xmlns:a16="http://schemas.microsoft.com/office/drawing/2014/main" id="{9C3F7A20-8273-215F-BDCC-82427B914C38}"/>
              </a:ext>
            </a:extLst>
          </p:cNvPr>
          <p:cNvSpPr txBox="1"/>
          <p:nvPr/>
        </p:nvSpPr>
        <p:spPr>
          <a:xfrm>
            <a:off x="6654802" y="5040116"/>
            <a:ext cx="570089" cy="230832"/>
          </a:xfrm>
          <a:prstGeom prst="rect">
            <a:avLst/>
          </a:prstGeom>
          <a:noFill/>
        </p:spPr>
        <p:txBody>
          <a:bodyPr wrap="square" rtlCol="0">
            <a:spAutoFit/>
          </a:bodyPr>
          <a:lstStyle/>
          <a:p>
            <a:pPr algn="ctr"/>
            <a:r>
              <a:rPr lang="en-US" sz="900" dirty="0"/>
              <a:t>125</a:t>
            </a:r>
          </a:p>
        </p:txBody>
      </p:sp>
      <p:sp>
        <p:nvSpPr>
          <p:cNvPr id="84" name="TextBox 83">
            <a:extLst>
              <a:ext uri="{FF2B5EF4-FFF2-40B4-BE49-F238E27FC236}">
                <a16:creationId xmlns:a16="http://schemas.microsoft.com/office/drawing/2014/main" id="{CB80F689-D691-B47B-9128-7D6288C36DC9}"/>
              </a:ext>
            </a:extLst>
          </p:cNvPr>
          <p:cNvSpPr txBox="1"/>
          <p:nvPr/>
        </p:nvSpPr>
        <p:spPr>
          <a:xfrm>
            <a:off x="5715003" y="3741226"/>
            <a:ext cx="462845" cy="584775"/>
          </a:xfrm>
          <a:prstGeom prst="rect">
            <a:avLst/>
          </a:prstGeom>
          <a:noFill/>
        </p:spPr>
        <p:txBody>
          <a:bodyPr wrap="square" rtlCol="0">
            <a:spAutoFit/>
          </a:bodyPr>
          <a:lstStyle/>
          <a:p>
            <a:pPr algn="ctr"/>
            <a:r>
              <a:rPr lang="en-US" sz="3200" dirty="0"/>
              <a:t>8</a:t>
            </a:r>
          </a:p>
        </p:txBody>
      </p:sp>
      <p:sp>
        <p:nvSpPr>
          <p:cNvPr id="21" name="TextBox 20">
            <a:extLst>
              <a:ext uri="{FF2B5EF4-FFF2-40B4-BE49-F238E27FC236}">
                <a16:creationId xmlns:a16="http://schemas.microsoft.com/office/drawing/2014/main" id="{116B3F4E-607E-AA5A-1C4A-C87865A28A26}"/>
              </a:ext>
            </a:extLst>
          </p:cNvPr>
          <p:cNvSpPr txBox="1"/>
          <p:nvPr/>
        </p:nvSpPr>
        <p:spPr>
          <a:xfrm>
            <a:off x="6214537" y="3741226"/>
            <a:ext cx="462845" cy="584775"/>
          </a:xfrm>
          <a:prstGeom prst="rect">
            <a:avLst/>
          </a:prstGeom>
          <a:noFill/>
        </p:spPr>
        <p:txBody>
          <a:bodyPr wrap="square" rtlCol="0">
            <a:spAutoFit/>
          </a:bodyPr>
          <a:lstStyle/>
          <a:p>
            <a:pPr algn="ctr"/>
            <a:r>
              <a:rPr lang="en-US" sz="3200" dirty="0"/>
              <a:t>9</a:t>
            </a:r>
          </a:p>
        </p:txBody>
      </p:sp>
      <p:sp>
        <p:nvSpPr>
          <p:cNvPr id="85" name="TextBox 84">
            <a:extLst>
              <a:ext uri="{FF2B5EF4-FFF2-40B4-BE49-F238E27FC236}">
                <a16:creationId xmlns:a16="http://schemas.microsoft.com/office/drawing/2014/main" id="{F9136AE5-A64C-7F99-67EF-C779A2CF99B3}"/>
              </a:ext>
            </a:extLst>
          </p:cNvPr>
          <p:cNvSpPr txBox="1"/>
          <p:nvPr/>
        </p:nvSpPr>
        <p:spPr>
          <a:xfrm>
            <a:off x="4216401" y="2231221"/>
            <a:ext cx="462845" cy="584775"/>
          </a:xfrm>
          <a:prstGeom prst="rect">
            <a:avLst/>
          </a:prstGeom>
          <a:noFill/>
        </p:spPr>
        <p:txBody>
          <a:bodyPr wrap="square" rtlCol="0">
            <a:spAutoFit/>
          </a:bodyPr>
          <a:lstStyle/>
          <a:p>
            <a:pPr algn="ctr"/>
            <a:r>
              <a:rPr lang="en-US" sz="3200" dirty="0"/>
              <a:t>8</a:t>
            </a:r>
          </a:p>
        </p:txBody>
      </p:sp>
      <p:sp>
        <p:nvSpPr>
          <p:cNvPr id="86" name="TextBox 85">
            <a:extLst>
              <a:ext uri="{FF2B5EF4-FFF2-40B4-BE49-F238E27FC236}">
                <a16:creationId xmlns:a16="http://schemas.microsoft.com/office/drawing/2014/main" id="{48879336-72E1-4BD8-6E0E-994E0D5E39C7}"/>
              </a:ext>
            </a:extLst>
          </p:cNvPr>
          <p:cNvSpPr txBox="1"/>
          <p:nvPr/>
        </p:nvSpPr>
        <p:spPr>
          <a:xfrm>
            <a:off x="5715003" y="2231221"/>
            <a:ext cx="462845" cy="584775"/>
          </a:xfrm>
          <a:prstGeom prst="rect">
            <a:avLst/>
          </a:prstGeom>
          <a:noFill/>
        </p:spPr>
        <p:txBody>
          <a:bodyPr wrap="square" rtlCol="0">
            <a:spAutoFit/>
          </a:bodyPr>
          <a:lstStyle/>
          <a:p>
            <a:pPr algn="ctr"/>
            <a:r>
              <a:rPr lang="en-US" sz="3200" dirty="0"/>
              <a:t>9</a:t>
            </a:r>
          </a:p>
        </p:txBody>
      </p:sp>
      <p:sp>
        <p:nvSpPr>
          <p:cNvPr id="13" name="TextBox 12">
            <a:extLst>
              <a:ext uri="{FF2B5EF4-FFF2-40B4-BE49-F238E27FC236}">
                <a16:creationId xmlns:a16="http://schemas.microsoft.com/office/drawing/2014/main" id="{7DF2E753-EE40-2611-7412-35DE515360E8}"/>
              </a:ext>
            </a:extLst>
          </p:cNvPr>
          <p:cNvSpPr txBox="1"/>
          <p:nvPr/>
        </p:nvSpPr>
        <p:spPr>
          <a:xfrm>
            <a:off x="4216401" y="3237891"/>
            <a:ext cx="462845" cy="584775"/>
          </a:xfrm>
          <a:prstGeom prst="rect">
            <a:avLst/>
          </a:prstGeom>
          <a:noFill/>
        </p:spPr>
        <p:txBody>
          <a:bodyPr wrap="square" rtlCol="0">
            <a:spAutoFit/>
          </a:bodyPr>
          <a:lstStyle/>
          <a:p>
            <a:pPr algn="ctr"/>
            <a:r>
              <a:rPr lang="en-US" sz="3200" dirty="0"/>
              <a:t>9</a:t>
            </a:r>
          </a:p>
        </p:txBody>
      </p:sp>
      <p:sp>
        <p:nvSpPr>
          <p:cNvPr id="16" name="TextBox 15">
            <a:extLst>
              <a:ext uri="{FF2B5EF4-FFF2-40B4-BE49-F238E27FC236}">
                <a16:creationId xmlns:a16="http://schemas.microsoft.com/office/drawing/2014/main" id="{D6C2BAC0-AB40-FF5A-B096-4B87369072F9}"/>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63" name="TextBox 62">
            <a:extLst>
              <a:ext uri="{FF2B5EF4-FFF2-40B4-BE49-F238E27FC236}">
                <a16:creationId xmlns:a16="http://schemas.microsoft.com/office/drawing/2014/main" id="{7AF4C5BF-46A4-2881-F164-1F408960B91F}"/>
              </a:ext>
            </a:extLst>
          </p:cNvPr>
          <p:cNvSpPr txBox="1"/>
          <p:nvPr/>
        </p:nvSpPr>
        <p:spPr>
          <a:xfrm>
            <a:off x="6714071" y="3237891"/>
            <a:ext cx="462845" cy="584775"/>
          </a:xfrm>
          <a:prstGeom prst="rect">
            <a:avLst/>
          </a:prstGeom>
          <a:noFill/>
        </p:spPr>
        <p:txBody>
          <a:bodyPr wrap="square" rtlCol="0">
            <a:spAutoFit/>
          </a:bodyPr>
          <a:lstStyle/>
          <a:p>
            <a:pPr algn="ctr"/>
            <a:r>
              <a:rPr lang="en-US" sz="3200" dirty="0"/>
              <a:t>6</a:t>
            </a:r>
          </a:p>
        </p:txBody>
      </p:sp>
      <p:sp>
        <p:nvSpPr>
          <p:cNvPr id="87" name="TextBox 86">
            <a:extLst>
              <a:ext uri="{FF2B5EF4-FFF2-40B4-BE49-F238E27FC236}">
                <a16:creationId xmlns:a16="http://schemas.microsoft.com/office/drawing/2014/main" id="{436D3886-5F5E-A3ED-DDDF-C9349903D3A1}"/>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88" name="TextBox 87">
            <a:extLst>
              <a:ext uri="{FF2B5EF4-FFF2-40B4-BE49-F238E27FC236}">
                <a16:creationId xmlns:a16="http://schemas.microsoft.com/office/drawing/2014/main" id="{D2652771-C7FB-C6B6-DF18-CC23E2C0F724}"/>
              </a:ext>
            </a:extLst>
          </p:cNvPr>
          <p:cNvSpPr txBox="1"/>
          <p:nvPr/>
        </p:nvSpPr>
        <p:spPr>
          <a:xfrm>
            <a:off x="7213604" y="4244561"/>
            <a:ext cx="462845" cy="584775"/>
          </a:xfrm>
          <a:prstGeom prst="rect">
            <a:avLst/>
          </a:prstGeom>
          <a:noFill/>
        </p:spPr>
        <p:txBody>
          <a:bodyPr wrap="square" rtlCol="0">
            <a:spAutoFit/>
          </a:bodyPr>
          <a:lstStyle/>
          <a:p>
            <a:pPr algn="ctr"/>
            <a:r>
              <a:rPr lang="en-US" sz="3200" dirty="0"/>
              <a:t>6</a:t>
            </a:r>
          </a:p>
        </p:txBody>
      </p:sp>
      <p:sp>
        <p:nvSpPr>
          <p:cNvPr id="47" name="TextBox 46">
            <a:extLst>
              <a:ext uri="{FF2B5EF4-FFF2-40B4-BE49-F238E27FC236}">
                <a16:creationId xmlns:a16="http://schemas.microsoft.com/office/drawing/2014/main" id="{C258D486-D5D6-3E44-2BFE-8220E231CDD5}"/>
              </a:ext>
            </a:extLst>
          </p:cNvPr>
          <p:cNvSpPr txBox="1"/>
          <p:nvPr/>
        </p:nvSpPr>
        <p:spPr>
          <a:xfrm>
            <a:off x="7213604" y="3741226"/>
            <a:ext cx="462845" cy="584775"/>
          </a:xfrm>
          <a:prstGeom prst="rect">
            <a:avLst/>
          </a:prstGeom>
          <a:noFill/>
        </p:spPr>
        <p:txBody>
          <a:bodyPr wrap="square" rtlCol="0">
            <a:spAutoFit/>
          </a:bodyPr>
          <a:lstStyle/>
          <a:p>
            <a:pPr algn="ctr"/>
            <a:r>
              <a:rPr lang="en-US" sz="3200" dirty="0"/>
              <a:t>7</a:t>
            </a:r>
          </a:p>
        </p:txBody>
      </p:sp>
      <p:sp>
        <p:nvSpPr>
          <p:cNvPr id="48" name="TextBox 47">
            <a:extLst>
              <a:ext uri="{FF2B5EF4-FFF2-40B4-BE49-F238E27FC236}">
                <a16:creationId xmlns:a16="http://schemas.microsoft.com/office/drawing/2014/main" id="{1046B11A-5F0A-D72D-BC39-48349B2D14D9}"/>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64" name="TextBox 63">
            <a:extLst>
              <a:ext uri="{FF2B5EF4-FFF2-40B4-BE49-F238E27FC236}">
                <a16:creationId xmlns:a16="http://schemas.microsoft.com/office/drawing/2014/main" id="{BF2BEB7B-7DE9-8A9C-8166-9D763458CE73}"/>
              </a:ext>
            </a:extLst>
          </p:cNvPr>
          <p:cNvSpPr txBox="1"/>
          <p:nvPr/>
        </p:nvSpPr>
        <p:spPr>
          <a:xfrm>
            <a:off x="7213604" y="1224551"/>
            <a:ext cx="462845" cy="584775"/>
          </a:xfrm>
          <a:prstGeom prst="rect">
            <a:avLst/>
          </a:prstGeom>
          <a:noFill/>
        </p:spPr>
        <p:txBody>
          <a:bodyPr wrap="square" rtlCol="0">
            <a:spAutoFit/>
          </a:bodyPr>
          <a:lstStyle/>
          <a:p>
            <a:pPr algn="ctr"/>
            <a:r>
              <a:rPr lang="en-US" sz="3200" dirty="0"/>
              <a:t>4</a:t>
            </a:r>
          </a:p>
        </p:txBody>
      </p:sp>
      <p:sp>
        <p:nvSpPr>
          <p:cNvPr id="26" name="TextBox 25">
            <a:extLst>
              <a:ext uri="{FF2B5EF4-FFF2-40B4-BE49-F238E27FC236}">
                <a16:creationId xmlns:a16="http://schemas.microsoft.com/office/drawing/2014/main" id="{56CEC7AB-06DB-CD47-E973-A09CA3D4D066}"/>
              </a:ext>
            </a:extLst>
          </p:cNvPr>
          <p:cNvSpPr txBox="1"/>
          <p:nvPr/>
        </p:nvSpPr>
        <p:spPr>
          <a:xfrm>
            <a:off x="6714071" y="2231221"/>
            <a:ext cx="462845" cy="584775"/>
          </a:xfrm>
          <a:prstGeom prst="rect">
            <a:avLst/>
          </a:prstGeom>
          <a:noFill/>
        </p:spPr>
        <p:txBody>
          <a:bodyPr wrap="square" rtlCol="0">
            <a:spAutoFit/>
          </a:bodyPr>
          <a:lstStyle/>
          <a:p>
            <a:pPr algn="ctr"/>
            <a:r>
              <a:rPr lang="en-US" sz="3200" dirty="0"/>
              <a:t>4</a:t>
            </a:r>
          </a:p>
        </p:txBody>
      </p:sp>
      <p:sp>
        <p:nvSpPr>
          <p:cNvPr id="27" name="TextBox 26">
            <a:extLst>
              <a:ext uri="{FF2B5EF4-FFF2-40B4-BE49-F238E27FC236}">
                <a16:creationId xmlns:a16="http://schemas.microsoft.com/office/drawing/2014/main" id="{2FAD810B-BA4C-D25E-ED78-862D5F61D002}"/>
              </a:ext>
            </a:extLst>
          </p:cNvPr>
          <p:cNvSpPr txBox="1"/>
          <p:nvPr/>
        </p:nvSpPr>
        <p:spPr>
          <a:xfrm>
            <a:off x="7213604" y="2231221"/>
            <a:ext cx="462845" cy="584775"/>
          </a:xfrm>
          <a:prstGeom prst="rect">
            <a:avLst/>
          </a:prstGeom>
          <a:noFill/>
        </p:spPr>
        <p:txBody>
          <a:bodyPr wrap="square" rtlCol="0">
            <a:spAutoFit/>
          </a:bodyPr>
          <a:lstStyle/>
          <a:p>
            <a:pPr algn="ctr"/>
            <a:r>
              <a:rPr lang="en-US" sz="3200" dirty="0"/>
              <a:t>2</a:t>
            </a:r>
          </a:p>
        </p:txBody>
      </p:sp>
      <p:sp>
        <p:nvSpPr>
          <p:cNvPr id="18" name="TextBox 17">
            <a:extLst>
              <a:ext uri="{FF2B5EF4-FFF2-40B4-BE49-F238E27FC236}">
                <a16:creationId xmlns:a16="http://schemas.microsoft.com/office/drawing/2014/main" id="{FCBF525C-217E-CB3A-C0B9-3B544B24FE1B}"/>
              </a:ext>
            </a:extLst>
          </p:cNvPr>
          <p:cNvSpPr txBox="1"/>
          <p:nvPr/>
        </p:nvSpPr>
        <p:spPr>
          <a:xfrm>
            <a:off x="3217333" y="4244561"/>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73B199CF-A92A-6E3B-1DD5-A7936A59636F}"/>
              </a:ext>
            </a:extLst>
          </p:cNvPr>
          <p:cNvSpPr txBox="1"/>
          <p:nvPr/>
        </p:nvSpPr>
        <p:spPr>
          <a:xfrm>
            <a:off x="3716867" y="4244561"/>
            <a:ext cx="462845" cy="584775"/>
          </a:xfrm>
          <a:prstGeom prst="rect">
            <a:avLst/>
          </a:prstGeom>
          <a:noFill/>
        </p:spPr>
        <p:txBody>
          <a:bodyPr wrap="square" rtlCol="0">
            <a:spAutoFit/>
          </a:bodyPr>
          <a:lstStyle/>
          <a:p>
            <a:pPr algn="ctr"/>
            <a:r>
              <a:rPr lang="en-US" sz="3200" dirty="0"/>
              <a:t>8</a:t>
            </a:r>
          </a:p>
        </p:txBody>
      </p:sp>
      <p:sp>
        <p:nvSpPr>
          <p:cNvPr id="65" name="TextBox 64">
            <a:extLst>
              <a:ext uri="{FF2B5EF4-FFF2-40B4-BE49-F238E27FC236}">
                <a16:creationId xmlns:a16="http://schemas.microsoft.com/office/drawing/2014/main" id="{512B31E3-0943-C0C1-C23C-AEEC83E11C0B}"/>
              </a:ext>
            </a:extLst>
          </p:cNvPr>
          <p:cNvSpPr txBox="1"/>
          <p:nvPr/>
        </p:nvSpPr>
        <p:spPr>
          <a:xfrm>
            <a:off x="6714071" y="4244561"/>
            <a:ext cx="462845" cy="584775"/>
          </a:xfrm>
          <a:prstGeom prst="rect">
            <a:avLst/>
          </a:prstGeom>
          <a:noFill/>
        </p:spPr>
        <p:txBody>
          <a:bodyPr wrap="square" rtlCol="0">
            <a:spAutoFit/>
          </a:bodyPr>
          <a:lstStyle/>
          <a:p>
            <a:pPr algn="ctr"/>
            <a:r>
              <a:rPr lang="en-US" sz="3200" dirty="0"/>
              <a:t>2</a:t>
            </a:r>
          </a:p>
        </p:txBody>
      </p:sp>
    </p:spTree>
    <p:extLst>
      <p:ext uri="{BB962C8B-B14F-4D97-AF65-F5344CB8AC3E}">
        <p14:creationId xmlns:p14="http://schemas.microsoft.com/office/powerpoint/2010/main" val="70652777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4C41FC-B2DB-F796-A9B2-CCB088AC3BE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8386E35-B070-2973-F599-50E34BF93DF7}"/>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F30521ED-6986-E607-3CD8-C89BC5879412}"/>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306A2439-567A-E0CC-0003-5508158202F8}"/>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D0374737-FD8F-C3A7-444F-18A469EA54A0}"/>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C23C564B-C4E7-0B9A-D3C6-C6EB979C441C}"/>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3361489B-97B9-9973-EC8C-4A1B06D2AF0B}"/>
              </a:ext>
            </a:extLst>
          </p:cNvPr>
          <p:cNvSpPr txBox="1"/>
          <p:nvPr/>
        </p:nvSpPr>
        <p:spPr>
          <a:xfrm>
            <a:off x="3716867" y="2231221"/>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A8034C4E-53EB-51D7-34A3-46D7411AA409}"/>
              </a:ext>
            </a:extLst>
          </p:cNvPr>
          <p:cNvSpPr txBox="1"/>
          <p:nvPr/>
        </p:nvSpPr>
        <p:spPr>
          <a:xfrm>
            <a:off x="3217333" y="4747898"/>
            <a:ext cx="462845" cy="584775"/>
          </a:xfrm>
          <a:prstGeom prst="rect">
            <a:avLst/>
          </a:prstGeom>
          <a:noFill/>
        </p:spPr>
        <p:txBody>
          <a:bodyPr wrap="square" rtlCol="0">
            <a:spAutoFit/>
          </a:bodyPr>
          <a:lstStyle/>
          <a:p>
            <a:pPr algn="ctr"/>
            <a:r>
              <a:rPr lang="en-US" sz="3200" dirty="0"/>
              <a:t>6</a:t>
            </a:r>
          </a:p>
        </p:txBody>
      </p:sp>
      <p:sp>
        <p:nvSpPr>
          <p:cNvPr id="11" name="TextBox 10">
            <a:extLst>
              <a:ext uri="{FF2B5EF4-FFF2-40B4-BE49-F238E27FC236}">
                <a16:creationId xmlns:a16="http://schemas.microsoft.com/office/drawing/2014/main" id="{F22C53D1-2085-DEAA-96EA-03742703591F}"/>
              </a:ext>
            </a:extLst>
          </p:cNvPr>
          <p:cNvSpPr txBox="1"/>
          <p:nvPr/>
        </p:nvSpPr>
        <p:spPr>
          <a:xfrm>
            <a:off x="7213604" y="4747898"/>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E891CC85-A218-850D-792D-A130BD286960}"/>
              </a:ext>
            </a:extLst>
          </p:cNvPr>
          <p:cNvSpPr txBox="1"/>
          <p:nvPr/>
        </p:nvSpPr>
        <p:spPr>
          <a:xfrm>
            <a:off x="6214537" y="2734556"/>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D1EE1F3C-2680-5E8A-2E55-96D019F1E29B}"/>
              </a:ext>
            </a:extLst>
          </p:cNvPr>
          <p:cNvSpPr txBox="1"/>
          <p:nvPr/>
        </p:nvSpPr>
        <p:spPr>
          <a:xfrm>
            <a:off x="6214537" y="721216"/>
            <a:ext cx="462845" cy="584775"/>
          </a:xfrm>
          <a:prstGeom prst="rect">
            <a:avLst/>
          </a:prstGeom>
          <a:noFill/>
        </p:spPr>
        <p:txBody>
          <a:bodyPr wrap="square" rtlCol="0">
            <a:spAutoFit/>
          </a:bodyPr>
          <a:lstStyle/>
          <a:p>
            <a:pPr algn="ctr"/>
            <a:r>
              <a:rPr lang="en-US" sz="3200" dirty="0"/>
              <a:t>2</a:t>
            </a:r>
          </a:p>
        </p:txBody>
      </p:sp>
      <p:sp>
        <p:nvSpPr>
          <p:cNvPr id="24" name="TextBox 23">
            <a:extLst>
              <a:ext uri="{FF2B5EF4-FFF2-40B4-BE49-F238E27FC236}">
                <a16:creationId xmlns:a16="http://schemas.microsoft.com/office/drawing/2014/main" id="{FFD9A11B-6E5E-DCC8-A300-CBD9FCB06A97}"/>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A4A85836-56A9-AB1B-F603-0307DFF21BCA}"/>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30" name="TextBox 29">
            <a:extLst>
              <a:ext uri="{FF2B5EF4-FFF2-40B4-BE49-F238E27FC236}">
                <a16:creationId xmlns:a16="http://schemas.microsoft.com/office/drawing/2014/main" id="{02269754-9663-8AF6-E51A-004B17AA5352}"/>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CA17BF3B-C4F4-BBBC-E2BC-1A5FDD70483C}"/>
              </a:ext>
            </a:extLst>
          </p:cNvPr>
          <p:cNvSpPr txBox="1"/>
          <p:nvPr/>
        </p:nvSpPr>
        <p:spPr>
          <a:xfrm>
            <a:off x="3217333" y="721216"/>
            <a:ext cx="462845" cy="584775"/>
          </a:xfrm>
          <a:prstGeom prst="rect">
            <a:avLst/>
          </a:prstGeom>
          <a:noFill/>
        </p:spPr>
        <p:txBody>
          <a:bodyPr wrap="square" rtlCol="0">
            <a:spAutoFit/>
          </a:bodyPr>
          <a:lstStyle/>
          <a:p>
            <a:pPr algn="ctr"/>
            <a:r>
              <a:rPr lang="en-US" sz="3200" dirty="0"/>
              <a:t>4</a:t>
            </a:r>
          </a:p>
        </p:txBody>
      </p:sp>
      <p:sp>
        <p:nvSpPr>
          <p:cNvPr id="35" name="TextBox 34">
            <a:extLst>
              <a:ext uri="{FF2B5EF4-FFF2-40B4-BE49-F238E27FC236}">
                <a16:creationId xmlns:a16="http://schemas.microsoft.com/office/drawing/2014/main" id="{42CD6FD5-DDF0-D4ED-568C-65C5B4F416F6}"/>
              </a:ext>
            </a:extLst>
          </p:cNvPr>
          <p:cNvSpPr txBox="1"/>
          <p:nvPr/>
        </p:nvSpPr>
        <p:spPr>
          <a:xfrm>
            <a:off x="4216401" y="1224551"/>
            <a:ext cx="462845" cy="584775"/>
          </a:xfrm>
          <a:prstGeom prst="rect">
            <a:avLst/>
          </a:prstGeom>
          <a:noFill/>
        </p:spPr>
        <p:txBody>
          <a:bodyPr wrap="square" rtlCol="0">
            <a:spAutoFit/>
          </a:bodyPr>
          <a:lstStyle/>
          <a:p>
            <a:pPr algn="ctr"/>
            <a:r>
              <a:rPr lang="en-US" sz="3200" dirty="0"/>
              <a:t>1</a:t>
            </a:r>
          </a:p>
        </p:txBody>
      </p:sp>
      <p:sp>
        <p:nvSpPr>
          <p:cNvPr id="36" name="TextBox 35">
            <a:extLst>
              <a:ext uri="{FF2B5EF4-FFF2-40B4-BE49-F238E27FC236}">
                <a16:creationId xmlns:a16="http://schemas.microsoft.com/office/drawing/2014/main" id="{91F74C57-B175-2235-5D75-F0DB0142407D}"/>
              </a:ext>
            </a:extLst>
          </p:cNvPr>
          <p:cNvSpPr txBox="1"/>
          <p:nvPr/>
        </p:nvSpPr>
        <p:spPr>
          <a:xfrm>
            <a:off x="5215469" y="721216"/>
            <a:ext cx="462845" cy="584775"/>
          </a:xfrm>
          <a:prstGeom prst="rect">
            <a:avLst/>
          </a:prstGeom>
          <a:noFill/>
        </p:spPr>
        <p:txBody>
          <a:bodyPr wrap="square" rtlCol="0">
            <a:spAutoFit/>
          </a:bodyPr>
          <a:lstStyle/>
          <a:p>
            <a:pPr algn="ctr"/>
            <a:r>
              <a:rPr lang="en-US" sz="3200" dirty="0"/>
              <a:t>1</a:t>
            </a:r>
          </a:p>
        </p:txBody>
      </p:sp>
      <p:sp>
        <p:nvSpPr>
          <p:cNvPr id="40" name="TextBox 39">
            <a:extLst>
              <a:ext uri="{FF2B5EF4-FFF2-40B4-BE49-F238E27FC236}">
                <a16:creationId xmlns:a16="http://schemas.microsoft.com/office/drawing/2014/main" id="{16083E57-C757-B1C7-1D61-7668D469D270}"/>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42" name="TextBox 41">
            <a:extLst>
              <a:ext uri="{FF2B5EF4-FFF2-40B4-BE49-F238E27FC236}">
                <a16:creationId xmlns:a16="http://schemas.microsoft.com/office/drawing/2014/main" id="{28DF8889-883B-8F73-4A66-1EAE9385FB4E}"/>
              </a:ext>
            </a:extLst>
          </p:cNvPr>
          <p:cNvSpPr txBox="1"/>
          <p:nvPr/>
        </p:nvSpPr>
        <p:spPr>
          <a:xfrm>
            <a:off x="5715003" y="1224551"/>
            <a:ext cx="462845" cy="584775"/>
          </a:xfrm>
          <a:prstGeom prst="rect">
            <a:avLst/>
          </a:prstGeom>
          <a:noFill/>
        </p:spPr>
        <p:txBody>
          <a:bodyPr wrap="square" rtlCol="0">
            <a:spAutoFit/>
          </a:bodyPr>
          <a:lstStyle/>
          <a:p>
            <a:pPr algn="ctr"/>
            <a:r>
              <a:rPr lang="en-US" sz="3200" dirty="0"/>
              <a:t>2</a:t>
            </a:r>
          </a:p>
        </p:txBody>
      </p:sp>
      <p:sp>
        <p:nvSpPr>
          <p:cNvPr id="43" name="TextBox 42">
            <a:extLst>
              <a:ext uri="{FF2B5EF4-FFF2-40B4-BE49-F238E27FC236}">
                <a16:creationId xmlns:a16="http://schemas.microsoft.com/office/drawing/2014/main" id="{95EACC37-2D32-A5D9-C611-611A845CA8DE}"/>
              </a:ext>
            </a:extLst>
          </p:cNvPr>
          <p:cNvSpPr txBox="1"/>
          <p:nvPr/>
        </p:nvSpPr>
        <p:spPr>
          <a:xfrm>
            <a:off x="4645378" y="1533509"/>
            <a:ext cx="570089" cy="230832"/>
          </a:xfrm>
          <a:prstGeom prst="rect">
            <a:avLst/>
          </a:prstGeom>
          <a:noFill/>
        </p:spPr>
        <p:txBody>
          <a:bodyPr wrap="square" rtlCol="0">
            <a:spAutoFit/>
          </a:bodyPr>
          <a:lstStyle/>
          <a:p>
            <a:pPr algn="ctr"/>
            <a:r>
              <a:rPr lang="en-US" sz="900" dirty="0"/>
              <a:t>39</a:t>
            </a:r>
          </a:p>
        </p:txBody>
      </p:sp>
      <p:sp>
        <p:nvSpPr>
          <p:cNvPr id="44" name="TextBox 43">
            <a:extLst>
              <a:ext uri="{FF2B5EF4-FFF2-40B4-BE49-F238E27FC236}">
                <a16:creationId xmlns:a16="http://schemas.microsoft.com/office/drawing/2014/main" id="{51AAF00A-5E3D-2AD5-19DE-6FED825BFB80}"/>
              </a:ext>
            </a:extLst>
          </p:cNvPr>
          <p:cNvSpPr txBox="1"/>
          <p:nvPr/>
        </p:nvSpPr>
        <p:spPr>
          <a:xfrm>
            <a:off x="5147734" y="1533509"/>
            <a:ext cx="570089" cy="230832"/>
          </a:xfrm>
          <a:prstGeom prst="rect">
            <a:avLst/>
          </a:prstGeom>
          <a:noFill/>
        </p:spPr>
        <p:txBody>
          <a:bodyPr wrap="square" rtlCol="0">
            <a:spAutoFit/>
          </a:bodyPr>
          <a:lstStyle/>
          <a:p>
            <a:pPr algn="ctr"/>
            <a:r>
              <a:rPr lang="en-US" sz="900" dirty="0"/>
              <a:t>93</a:t>
            </a:r>
          </a:p>
        </p:txBody>
      </p:sp>
      <p:sp>
        <p:nvSpPr>
          <p:cNvPr id="51" name="TextBox 50">
            <a:extLst>
              <a:ext uri="{FF2B5EF4-FFF2-40B4-BE49-F238E27FC236}">
                <a16:creationId xmlns:a16="http://schemas.microsoft.com/office/drawing/2014/main" id="{D0625CB7-480E-8BB3-D8A5-2594DB21B241}"/>
              </a:ext>
            </a:extLst>
          </p:cNvPr>
          <p:cNvSpPr txBox="1"/>
          <p:nvPr/>
        </p:nvSpPr>
        <p:spPr>
          <a:xfrm>
            <a:off x="5215469" y="2231221"/>
            <a:ext cx="462845" cy="584775"/>
          </a:xfrm>
          <a:prstGeom prst="rect">
            <a:avLst/>
          </a:prstGeom>
          <a:noFill/>
        </p:spPr>
        <p:txBody>
          <a:bodyPr wrap="square" rtlCol="0">
            <a:spAutoFit/>
          </a:bodyPr>
          <a:lstStyle/>
          <a:p>
            <a:pPr algn="ctr"/>
            <a:r>
              <a:rPr lang="en-US" sz="3200" dirty="0"/>
              <a:t>6</a:t>
            </a:r>
          </a:p>
        </p:txBody>
      </p:sp>
      <p:sp>
        <p:nvSpPr>
          <p:cNvPr id="15" name="TextBox 14">
            <a:extLst>
              <a:ext uri="{FF2B5EF4-FFF2-40B4-BE49-F238E27FC236}">
                <a16:creationId xmlns:a16="http://schemas.microsoft.com/office/drawing/2014/main" id="{FD5A4070-899A-27DC-8E96-5B8D3558C09F}"/>
              </a:ext>
            </a:extLst>
          </p:cNvPr>
          <p:cNvSpPr txBox="1"/>
          <p:nvPr/>
        </p:nvSpPr>
        <p:spPr>
          <a:xfrm>
            <a:off x="3217333" y="2734556"/>
            <a:ext cx="462845" cy="584775"/>
          </a:xfrm>
          <a:prstGeom prst="rect">
            <a:avLst/>
          </a:prstGeom>
          <a:noFill/>
        </p:spPr>
        <p:txBody>
          <a:bodyPr wrap="square" rtlCol="0">
            <a:spAutoFit/>
          </a:bodyPr>
          <a:lstStyle/>
          <a:p>
            <a:pPr algn="ctr"/>
            <a:r>
              <a:rPr lang="en-US" sz="3200" dirty="0"/>
              <a:t>7</a:t>
            </a:r>
          </a:p>
        </p:txBody>
      </p:sp>
      <p:sp>
        <p:nvSpPr>
          <p:cNvPr id="52" name="TextBox 51">
            <a:extLst>
              <a:ext uri="{FF2B5EF4-FFF2-40B4-BE49-F238E27FC236}">
                <a16:creationId xmlns:a16="http://schemas.microsoft.com/office/drawing/2014/main" id="{3357954D-D41C-B9A8-1A02-C207C585DCDB}"/>
              </a:ext>
            </a:extLst>
          </p:cNvPr>
          <p:cNvSpPr txBox="1"/>
          <p:nvPr/>
        </p:nvSpPr>
        <p:spPr>
          <a:xfrm>
            <a:off x="3716867" y="2734556"/>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A7963C91-C552-1BF4-8DC9-180F5A4E7F52}"/>
              </a:ext>
            </a:extLst>
          </p:cNvPr>
          <p:cNvSpPr txBox="1"/>
          <p:nvPr/>
        </p:nvSpPr>
        <p:spPr>
          <a:xfrm>
            <a:off x="3716867" y="1727886"/>
            <a:ext cx="462845" cy="584775"/>
          </a:xfrm>
          <a:prstGeom prst="rect">
            <a:avLst/>
          </a:prstGeom>
          <a:noFill/>
        </p:spPr>
        <p:txBody>
          <a:bodyPr wrap="square" rtlCol="0">
            <a:spAutoFit/>
          </a:bodyPr>
          <a:lstStyle/>
          <a:p>
            <a:pPr algn="ctr"/>
            <a:r>
              <a:rPr lang="en-US" sz="3200" dirty="0"/>
              <a:t>7</a:t>
            </a:r>
          </a:p>
        </p:txBody>
      </p:sp>
      <p:sp>
        <p:nvSpPr>
          <p:cNvPr id="66" name="TextBox 65">
            <a:extLst>
              <a:ext uri="{FF2B5EF4-FFF2-40B4-BE49-F238E27FC236}">
                <a16:creationId xmlns:a16="http://schemas.microsoft.com/office/drawing/2014/main" id="{AE7CE1BF-170D-1CC5-7A67-88EBF84C0143}"/>
              </a:ext>
            </a:extLst>
          </p:cNvPr>
          <p:cNvSpPr txBox="1"/>
          <p:nvPr/>
        </p:nvSpPr>
        <p:spPr>
          <a:xfrm>
            <a:off x="4216401" y="2734556"/>
            <a:ext cx="462845" cy="584775"/>
          </a:xfrm>
          <a:prstGeom prst="rect">
            <a:avLst/>
          </a:prstGeom>
          <a:noFill/>
        </p:spPr>
        <p:txBody>
          <a:bodyPr wrap="square" rtlCol="0">
            <a:spAutoFit/>
          </a:bodyPr>
          <a:lstStyle/>
          <a:p>
            <a:pPr algn="ctr"/>
            <a:r>
              <a:rPr lang="en-US" sz="3200" dirty="0"/>
              <a:t>5</a:t>
            </a:r>
          </a:p>
        </p:txBody>
      </p:sp>
      <p:sp>
        <p:nvSpPr>
          <p:cNvPr id="67" name="TextBox 66">
            <a:extLst>
              <a:ext uri="{FF2B5EF4-FFF2-40B4-BE49-F238E27FC236}">
                <a16:creationId xmlns:a16="http://schemas.microsoft.com/office/drawing/2014/main" id="{A3597E51-C006-0997-B47C-3F80BC7542DA}"/>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68" name="TextBox 67">
            <a:extLst>
              <a:ext uri="{FF2B5EF4-FFF2-40B4-BE49-F238E27FC236}">
                <a16:creationId xmlns:a16="http://schemas.microsoft.com/office/drawing/2014/main" id="{A8209F45-EA9E-1404-572E-8FC790FE247B}"/>
              </a:ext>
            </a:extLst>
          </p:cNvPr>
          <p:cNvSpPr txBox="1"/>
          <p:nvPr/>
        </p:nvSpPr>
        <p:spPr>
          <a:xfrm>
            <a:off x="3716867" y="3237891"/>
            <a:ext cx="462845" cy="584775"/>
          </a:xfrm>
          <a:prstGeom prst="rect">
            <a:avLst/>
          </a:prstGeom>
          <a:noFill/>
        </p:spPr>
        <p:txBody>
          <a:bodyPr wrap="square" rtlCol="0">
            <a:spAutoFit/>
          </a:bodyPr>
          <a:lstStyle/>
          <a:p>
            <a:pPr algn="ctr"/>
            <a:r>
              <a:rPr lang="en-US" sz="3200" dirty="0"/>
              <a:t>4</a:t>
            </a:r>
          </a:p>
        </p:txBody>
      </p:sp>
      <p:sp>
        <p:nvSpPr>
          <p:cNvPr id="9" name="TextBox 8">
            <a:extLst>
              <a:ext uri="{FF2B5EF4-FFF2-40B4-BE49-F238E27FC236}">
                <a16:creationId xmlns:a16="http://schemas.microsoft.com/office/drawing/2014/main" id="{EC3FA466-143A-1369-B912-4CFB8A534158}"/>
              </a:ext>
            </a:extLst>
          </p:cNvPr>
          <p:cNvSpPr txBox="1"/>
          <p:nvPr/>
        </p:nvSpPr>
        <p:spPr>
          <a:xfrm>
            <a:off x="5215469" y="2734556"/>
            <a:ext cx="462845" cy="584775"/>
          </a:xfrm>
          <a:prstGeom prst="rect">
            <a:avLst/>
          </a:prstGeom>
          <a:noFill/>
        </p:spPr>
        <p:txBody>
          <a:bodyPr wrap="square" rtlCol="0">
            <a:spAutoFit/>
          </a:bodyPr>
          <a:lstStyle/>
          <a:p>
            <a:pPr algn="ctr"/>
            <a:r>
              <a:rPr lang="en-US" sz="3200" dirty="0"/>
              <a:t>2</a:t>
            </a:r>
          </a:p>
        </p:txBody>
      </p:sp>
      <p:sp>
        <p:nvSpPr>
          <p:cNvPr id="45" name="TextBox 44">
            <a:extLst>
              <a:ext uri="{FF2B5EF4-FFF2-40B4-BE49-F238E27FC236}">
                <a16:creationId xmlns:a16="http://schemas.microsoft.com/office/drawing/2014/main" id="{A8AFB06C-B935-2AF9-52F8-5BD178E5A7F6}"/>
              </a:ext>
            </a:extLst>
          </p:cNvPr>
          <p:cNvSpPr txBox="1"/>
          <p:nvPr/>
        </p:nvSpPr>
        <p:spPr>
          <a:xfrm>
            <a:off x="7213604" y="2734556"/>
            <a:ext cx="462845" cy="584775"/>
          </a:xfrm>
          <a:prstGeom prst="rect">
            <a:avLst/>
          </a:prstGeom>
          <a:noFill/>
        </p:spPr>
        <p:txBody>
          <a:bodyPr wrap="square" rtlCol="0">
            <a:spAutoFit/>
          </a:bodyPr>
          <a:lstStyle/>
          <a:p>
            <a:pPr algn="ctr"/>
            <a:r>
              <a:rPr lang="en-US" sz="3200" dirty="0"/>
              <a:t>9</a:t>
            </a:r>
          </a:p>
        </p:txBody>
      </p:sp>
      <p:sp>
        <p:nvSpPr>
          <p:cNvPr id="46" name="TextBox 45">
            <a:extLst>
              <a:ext uri="{FF2B5EF4-FFF2-40B4-BE49-F238E27FC236}">
                <a16:creationId xmlns:a16="http://schemas.microsoft.com/office/drawing/2014/main" id="{5149D707-1599-91CC-3C6B-3E1DE3C88F25}"/>
              </a:ext>
            </a:extLst>
          </p:cNvPr>
          <p:cNvSpPr txBox="1"/>
          <p:nvPr/>
        </p:nvSpPr>
        <p:spPr>
          <a:xfrm>
            <a:off x="6714071" y="2734556"/>
            <a:ext cx="462845" cy="584775"/>
          </a:xfrm>
          <a:prstGeom prst="rect">
            <a:avLst/>
          </a:prstGeom>
          <a:noFill/>
        </p:spPr>
        <p:txBody>
          <a:bodyPr wrap="square" rtlCol="0">
            <a:spAutoFit/>
          </a:bodyPr>
          <a:lstStyle/>
          <a:p>
            <a:pPr algn="ctr"/>
            <a:r>
              <a:rPr lang="en-US" sz="3200" dirty="0"/>
              <a:t>8</a:t>
            </a:r>
          </a:p>
        </p:txBody>
      </p:sp>
      <p:sp>
        <p:nvSpPr>
          <p:cNvPr id="50" name="TextBox 49">
            <a:extLst>
              <a:ext uri="{FF2B5EF4-FFF2-40B4-BE49-F238E27FC236}">
                <a16:creationId xmlns:a16="http://schemas.microsoft.com/office/drawing/2014/main" id="{2E4E386C-7C7E-4595-FFB6-6228DED9AB21}"/>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54" name="TextBox 53">
            <a:extLst>
              <a:ext uri="{FF2B5EF4-FFF2-40B4-BE49-F238E27FC236}">
                <a16:creationId xmlns:a16="http://schemas.microsoft.com/office/drawing/2014/main" id="{E981D502-709E-93D7-B6AF-76EAB3402702}"/>
              </a:ext>
            </a:extLst>
          </p:cNvPr>
          <p:cNvSpPr txBox="1"/>
          <p:nvPr/>
        </p:nvSpPr>
        <p:spPr>
          <a:xfrm>
            <a:off x="3716867" y="721216"/>
            <a:ext cx="462845" cy="584775"/>
          </a:xfrm>
          <a:prstGeom prst="rect">
            <a:avLst/>
          </a:prstGeom>
          <a:noFill/>
        </p:spPr>
        <p:txBody>
          <a:bodyPr wrap="square" rtlCol="0">
            <a:spAutoFit/>
          </a:bodyPr>
          <a:lstStyle/>
          <a:p>
            <a:pPr algn="ctr"/>
            <a:r>
              <a:rPr lang="en-US" sz="3200" dirty="0"/>
              <a:t>3</a:t>
            </a:r>
          </a:p>
        </p:txBody>
      </p:sp>
      <p:sp>
        <p:nvSpPr>
          <p:cNvPr id="55" name="TextBox 54">
            <a:extLst>
              <a:ext uri="{FF2B5EF4-FFF2-40B4-BE49-F238E27FC236}">
                <a16:creationId xmlns:a16="http://schemas.microsoft.com/office/drawing/2014/main" id="{9FF9B24D-73E4-040E-E26A-AF8D60DAB40F}"/>
              </a:ext>
            </a:extLst>
          </p:cNvPr>
          <p:cNvSpPr txBox="1"/>
          <p:nvPr/>
        </p:nvSpPr>
        <p:spPr>
          <a:xfrm>
            <a:off x="5715003" y="721216"/>
            <a:ext cx="462845" cy="584775"/>
          </a:xfrm>
          <a:prstGeom prst="rect">
            <a:avLst/>
          </a:prstGeom>
          <a:noFill/>
        </p:spPr>
        <p:txBody>
          <a:bodyPr wrap="square" rtlCol="0">
            <a:spAutoFit/>
          </a:bodyPr>
          <a:lstStyle/>
          <a:p>
            <a:pPr algn="ctr"/>
            <a:r>
              <a:rPr lang="en-US" sz="3200" dirty="0"/>
              <a:t>5</a:t>
            </a:r>
          </a:p>
        </p:txBody>
      </p:sp>
      <p:sp>
        <p:nvSpPr>
          <p:cNvPr id="37" name="TextBox 36">
            <a:extLst>
              <a:ext uri="{FF2B5EF4-FFF2-40B4-BE49-F238E27FC236}">
                <a16:creationId xmlns:a16="http://schemas.microsoft.com/office/drawing/2014/main" id="{A30C354E-41D0-087A-3739-6A62722C50A3}"/>
              </a:ext>
            </a:extLst>
          </p:cNvPr>
          <p:cNvSpPr txBox="1"/>
          <p:nvPr/>
        </p:nvSpPr>
        <p:spPr>
          <a:xfrm>
            <a:off x="3716867" y="1224551"/>
            <a:ext cx="462845" cy="584775"/>
          </a:xfrm>
          <a:prstGeom prst="rect">
            <a:avLst/>
          </a:prstGeom>
          <a:noFill/>
        </p:spPr>
        <p:txBody>
          <a:bodyPr wrap="square" rtlCol="0">
            <a:spAutoFit/>
          </a:bodyPr>
          <a:lstStyle/>
          <a:p>
            <a:pPr algn="ctr"/>
            <a:r>
              <a:rPr lang="en-US" sz="3200" dirty="0"/>
              <a:t>5</a:t>
            </a:r>
          </a:p>
        </p:txBody>
      </p:sp>
      <p:sp>
        <p:nvSpPr>
          <p:cNvPr id="38" name="TextBox 37">
            <a:extLst>
              <a:ext uri="{FF2B5EF4-FFF2-40B4-BE49-F238E27FC236}">
                <a16:creationId xmlns:a16="http://schemas.microsoft.com/office/drawing/2014/main" id="{DF7C9F36-4453-892E-9F73-FA1EA5ACF6CA}"/>
              </a:ext>
            </a:extLst>
          </p:cNvPr>
          <p:cNvSpPr txBox="1"/>
          <p:nvPr/>
        </p:nvSpPr>
        <p:spPr>
          <a:xfrm>
            <a:off x="4715935" y="721216"/>
            <a:ext cx="462845" cy="584775"/>
          </a:xfrm>
          <a:prstGeom prst="rect">
            <a:avLst/>
          </a:prstGeom>
          <a:noFill/>
        </p:spPr>
        <p:txBody>
          <a:bodyPr wrap="square" rtlCol="0">
            <a:spAutoFit/>
          </a:bodyPr>
          <a:lstStyle/>
          <a:p>
            <a:pPr algn="ctr"/>
            <a:r>
              <a:rPr lang="en-US" sz="3200" dirty="0"/>
              <a:t>7</a:t>
            </a:r>
          </a:p>
        </p:txBody>
      </p:sp>
      <p:sp>
        <p:nvSpPr>
          <p:cNvPr id="56" name="TextBox 55">
            <a:extLst>
              <a:ext uri="{FF2B5EF4-FFF2-40B4-BE49-F238E27FC236}">
                <a16:creationId xmlns:a16="http://schemas.microsoft.com/office/drawing/2014/main" id="{075F91AF-A182-40EA-FD40-C94CA11A0C16}"/>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
        <p:nvSpPr>
          <p:cNvPr id="25" name="TextBox 24">
            <a:extLst>
              <a:ext uri="{FF2B5EF4-FFF2-40B4-BE49-F238E27FC236}">
                <a16:creationId xmlns:a16="http://schemas.microsoft.com/office/drawing/2014/main" id="{F8ADD5D9-3B30-74EC-F467-647D0B0AA57B}"/>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39" name="TextBox 38">
            <a:extLst>
              <a:ext uri="{FF2B5EF4-FFF2-40B4-BE49-F238E27FC236}">
                <a16:creationId xmlns:a16="http://schemas.microsoft.com/office/drawing/2014/main" id="{A0846E88-EFB8-F9AE-C8F6-72BC66A24171}"/>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14" name="TextBox 13">
            <a:extLst>
              <a:ext uri="{FF2B5EF4-FFF2-40B4-BE49-F238E27FC236}">
                <a16:creationId xmlns:a16="http://schemas.microsoft.com/office/drawing/2014/main" id="{AC80A2BB-CDCD-068E-DDF3-A57B624EBE0B}"/>
              </a:ext>
            </a:extLst>
          </p:cNvPr>
          <p:cNvSpPr txBox="1"/>
          <p:nvPr/>
        </p:nvSpPr>
        <p:spPr>
          <a:xfrm>
            <a:off x="6214537" y="3237891"/>
            <a:ext cx="462845" cy="584775"/>
          </a:xfrm>
          <a:prstGeom prst="rect">
            <a:avLst/>
          </a:prstGeom>
          <a:noFill/>
        </p:spPr>
        <p:txBody>
          <a:bodyPr wrap="square" rtlCol="0">
            <a:spAutoFit/>
          </a:bodyPr>
          <a:lstStyle/>
          <a:p>
            <a:pPr algn="ctr"/>
            <a:r>
              <a:rPr lang="en-US" sz="3200" dirty="0"/>
              <a:t>5</a:t>
            </a:r>
          </a:p>
        </p:txBody>
      </p:sp>
      <p:sp>
        <p:nvSpPr>
          <p:cNvPr id="41" name="TextBox 40">
            <a:extLst>
              <a:ext uri="{FF2B5EF4-FFF2-40B4-BE49-F238E27FC236}">
                <a16:creationId xmlns:a16="http://schemas.microsoft.com/office/drawing/2014/main" id="{EA100C32-7D69-58DB-C61F-E8DE5421ACC9}"/>
              </a:ext>
            </a:extLst>
          </p:cNvPr>
          <p:cNvSpPr txBox="1"/>
          <p:nvPr/>
        </p:nvSpPr>
        <p:spPr>
          <a:xfrm>
            <a:off x="4143022" y="4038229"/>
            <a:ext cx="570089" cy="230832"/>
          </a:xfrm>
          <a:prstGeom prst="rect">
            <a:avLst/>
          </a:prstGeom>
          <a:noFill/>
        </p:spPr>
        <p:txBody>
          <a:bodyPr wrap="square" rtlCol="0">
            <a:spAutoFit/>
          </a:bodyPr>
          <a:lstStyle/>
          <a:p>
            <a:pPr algn="ctr"/>
            <a:r>
              <a:rPr lang="en-US" sz="900" dirty="0"/>
              <a:t>34</a:t>
            </a:r>
          </a:p>
        </p:txBody>
      </p:sp>
      <p:sp>
        <p:nvSpPr>
          <p:cNvPr id="58" name="TextBox 57">
            <a:extLst>
              <a:ext uri="{FF2B5EF4-FFF2-40B4-BE49-F238E27FC236}">
                <a16:creationId xmlns:a16="http://schemas.microsoft.com/office/drawing/2014/main" id="{C200B988-706F-9824-3757-FD6F98E07443}"/>
              </a:ext>
            </a:extLst>
          </p:cNvPr>
          <p:cNvSpPr txBox="1"/>
          <p:nvPr/>
        </p:nvSpPr>
        <p:spPr>
          <a:xfrm>
            <a:off x="4143022" y="4539173"/>
            <a:ext cx="570089" cy="230832"/>
          </a:xfrm>
          <a:prstGeom prst="rect">
            <a:avLst/>
          </a:prstGeom>
          <a:noFill/>
        </p:spPr>
        <p:txBody>
          <a:bodyPr wrap="square" rtlCol="0">
            <a:spAutoFit/>
          </a:bodyPr>
          <a:lstStyle/>
          <a:p>
            <a:pPr algn="ctr"/>
            <a:r>
              <a:rPr lang="en-US" sz="900" dirty="0"/>
              <a:t>347</a:t>
            </a:r>
          </a:p>
        </p:txBody>
      </p:sp>
      <p:sp>
        <p:nvSpPr>
          <p:cNvPr id="62" name="TextBox 61">
            <a:extLst>
              <a:ext uri="{FF2B5EF4-FFF2-40B4-BE49-F238E27FC236}">
                <a16:creationId xmlns:a16="http://schemas.microsoft.com/office/drawing/2014/main" id="{C6E4F976-607F-743D-6B87-3ADBFB9A575E}"/>
              </a:ext>
            </a:extLst>
          </p:cNvPr>
          <p:cNvSpPr txBox="1"/>
          <p:nvPr/>
        </p:nvSpPr>
        <p:spPr>
          <a:xfrm>
            <a:off x="4143022" y="5040116"/>
            <a:ext cx="570089" cy="230832"/>
          </a:xfrm>
          <a:prstGeom prst="rect">
            <a:avLst/>
          </a:prstGeom>
          <a:noFill/>
        </p:spPr>
        <p:txBody>
          <a:bodyPr wrap="square" rtlCol="0">
            <a:spAutoFit/>
          </a:bodyPr>
          <a:lstStyle/>
          <a:p>
            <a:pPr algn="ctr"/>
            <a:r>
              <a:rPr lang="en-US" sz="900" dirty="0"/>
              <a:t>47</a:t>
            </a:r>
          </a:p>
        </p:txBody>
      </p:sp>
      <p:sp>
        <p:nvSpPr>
          <p:cNvPr id="71" name="TextBox 70">
            <a:extLst>
              <a:ext uri="{FF2B5EF4-FFF2-40B4-BE49-F238E27FC236}">
                <a16:creationId xmlns:a16="http://schemas.microsoft.com/office/drawing/2014/main" id="{844B134B-D6BB-3BCA-3205-A716290D68E1}"/>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
        <p:nvSpPr>
          <p:cNvPr id="73" name="TextBox 72">
            <a:extLst>
              <a:ext uri="{FF2B5EF4-FFF2-40B4-BE49-F238E27FC236}">
                <a16:creationId xmlns:a16="http://schemas.microsoft.com/office/drawing/2014/main" id="{16415254-CB8C-8808-5E1A-C42D01C55531}"/>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74" name="TextBox 73">
            <a:extLst>
              <a:ext uri="{FF2B5EF4-FFF2-40B4-BE49-F238E27FC236}">
                <a16:creationId xmlns:a16="http://schemas.microsoft.com/office/drawing/2014/main" id="{F3518BDB-A136-4796-6B5C-983DFA659124}"/>
              </a:ext>
            </a:extLst>
          </p:cNvPr>
          <p:cNvSpPr txBox="1"/>
          <p:nvPr/>
        </p:nvSpPr>
        <p:spPr>
          <a:xfrm>
            <a:off x="5215469" y="1727886"/>
            <a:ext cx="462845" cy="584775"/>
          </a:xfrm>
          <a:prstGeom prst="rect">
            <a:avLst/>
          </a:prstGeom>
          <a:noFill/>
        </p:spPr>
        <p:txBody>
          <a:bodyPr wrap="square" rtlCol="0">
            <a:spAutoFit/>
          </a:bodyPr>
          <a:lstStyle/>
          <a:p>
            <a:pPr algn="ctr"/>
            <a:r>
              <a:rPr lang="en-US" sz="3200" dirty="0"/>
              <a:t>8</a:t>
            </a:r>
          </a:p>
        </p:txBody>
      </p:sp>
      <p:sp>
        <p:nvSpPr>
          <p:cNvPr id="75" name="TextBox 74">
            <a:extLst>
              <a:ext uri="{FF2B5EF4-FFF2-40B4-BE49-F238E27FC236}">
                <a16:creationId xmlns:a16="http://schemas.microsoft.com/office/drawing/2014/main" id="{E15A8A2A-01E6-A41D-739D-C39B09B9863C}"/>
              </a:ext>
            </a:extLst>
          </p:cNvPr>
          <p:cNvSpPr txBox="1"/>
          <p:nvPr/>
        </p:nvSpPr>
        <p:spPr>
          <a:xfrm>
            <a:off x="3217333" y="1224551"/>
            <a:ext cx="462845" cy="584775"/>
          </a:xfrm>
          <a:prstGeom prst="rect">
            <a:avLst/>
          </a:prstGeom>
          <a:noFill/>
        </p:spPr>
        <p:txBody>
          <a:bodyPr wrap="square" rtlCol="0">
            <a:spAutoFit/>
          </a:bodyPr>
          <a:lstStyle/>
          <a:p>
            <a:pPr algn="ctr"/>
            <a:r>
              <a:rPr lang="en-US" sz="3200" dirty="0"/>
              <a:t>8</a:t>
            </a:r>
          </a:p>
        </p:txBody>
      </p:sp>
      <p:sp>
        <p:nvSpPr>
          <p:cNvPr id="76" name="TextBox 75">
            <a:extLst>
              <a:ext uri="{FF2B5EF4-FFF2-40B4-BE49-F238E27FC236}">
                <a16:creationId xmlns:a16="http://schemas.microsoft.com/office/drawing/2014/main" id="{A2158140-2776-BC61-5C18-6587DDADE130}"/>
              </a:ext>
            </a:extLst>
          </p:cNvPr>
          <p:cNvSpPr txBox="1"/>
          <p:nvPr/>
        </p:nvSpPr>
        <p:spPr>
          <a:xfrm>
            <a:off x="3217333" y="1727886"/>
            <a:ext cx="462845" cy="584775"/>
          </a:xfrm>
          <a:prstGeom prst="rect">
            <a:avLst/>
          </a:prstGeom>
          <a:noFill/>
        </p:spPr>
        <p:txBody>
          <a:bodyPr wrap="square" rtlCol="0">
            <a:spAutoFit/>
          </a:bodyPr>
          <a:lstStyle/>
          <a:p>
            <a:pPr algn="ctr"/>
            <a:r>
              <a:rPr lang="en-US" sz="3200" dirty="0"/>
              <a:t>9</a:t>
            </a:r>
          </a:p>
        </p:txBody>
      </p:sp>
      <p:sp>
        <p:nvSpPr>
          <p:cNvPr id="77" name="TextBox 76">
            <a:extLst>
              <a:ext uri="{FF2B5EF4-FFF2-40B4-BE49-F238E27FC236}">
                <a16:creationId xmlns:a16="http://schemas.microsoft.com/office/drawing/2014/main" id="{551DEB6B-F19B-591C-698B-807950E2F18B}"/>
              </a:ext>
            </a:extLst>
          </p:cNvPr>
          <p:cNvSpPr txBox="1"/>
          <p:nvPr/>
        </p:nvSpPr>
        <p:spPr>
          <a:xfrm>
            <a:off x="6714071" y="1727886"/>
            <a:ext cx="462845" cy="584775"/>
          </a:xfrm>
          <a:prstGeom prst="rect">
            <a:avLst/>
          </a:prstGeom>
          <a:noFill/>
        </p:spPr>
        <p:txBody>
          <a:bodyPr wrap="square" rtlCol="0">
            <a:spAutoFit/>
          </a:bodyPr>
          <a:lstStyle/>
          <a:p>
            <a:pPr algn="ctr"/>
            <a:r>
              <a:rPr lang="en-US" sz="3200" dirty="0"/>
              <a:t>3</a:t>
            </a:r>
          </a:p>
        </p:txBody>
      </p:sp>
      <p:sp>
        <p:nvSpPr>
          <p:cNvPr id="78" name="TextBox 77">
            <a:extLst>
              <a:ext uri="{FF2B5EF4-FFF2-40B4-BE49-F238E27FC236}">
                <a16:creationId xmlns:a16="http://schemas.microsoft.com/office/drawing/2014/main" id="{694F4F90-C01C-0157-85C3-4418AF35923B}"/>
              </a:ext>
            </a:extLst>
          </p:cNvPr>
          <p:cNvSpPr txBox="1"/>
          <p:nvPr/>
        </p:nvSpPr>
        <p:spPr>
          <a:xfrm>
            <a:off x="7213604" y="1727886"/>
            <a:ext cx="462845" cy="584775"/>
          </a:xfrm>
          <a:prstGeom prst="rect">
            <a:avLst/>
          </a:prstGeom>
          <a:noFill/>
        </p:spPr>
        <p:txBody>
          <a:bodyPr wrap="square" rtlCol="0">
            <a:spAutoFit/>
          </a:bodyPr>
          <a:lstStyle/>
          <a:p>
            <a:pPr algn="ctr"/>
            <a:r>
              <a:rPr lang="en-US" sz="3200" dirty="0"/>
              <a:t>5</a:t>
            </a:r>
          </a:p>
        </p:txBody>
      </p:sp>
      <p:sp>
        <p:nvSpPr>
          <p:cNvPr id="79" name="TextBox 78">
            <a:extLst>
              <a:ext uri="{FF2B5EF4-FFF2-40B4-BE49-F238E27FC236}">
                <a16:creationId xmlns:a16="http://schemas.microsoft.com/office/drawing/2014/main" id="{83056009-845C-D240-E84B-42706E6F4456}"/>
              </a:ext>
            </a:extLst>
          </p:cNvPr>
          <p:cNvSpPr txBox="1"/>
          <p:nvPr/>
        </p:nvSpPr>
        <p:spPr>
          <a:xfrm>
            <a:off x="4715935" y="2734556"/>
            <a:ext cx="462845" cy="584775"/>
          </a:xfrm>
          <a:prstGeom prst="rect">
            <a:avLst/>
          </a:prstGeom>
          <a:noFill/>
        </p:spPr>
        <p:txBody>
          <a:bodyPr wrap="square" rtlCol="0">
            <a:spAutoFit/>
          </a:bodyPr>
          <a:lstStyle/>
          <a:p>
            <a:pPr algn="ctr"/>
            <a:r>
              <a:rPr lang="en-US" sz="3200" dirty="0"/>
              <a:t>1</a:t>
            </a:r>
          </a:p>
        </p:txBody>
      </p:sp>
      <p:sp>
        <p:nvSpPr>
          <p:cNvPr id="80" name="TextBox 79">
            <a:extLst>
              <a:ext uri="{FF2B5EF4-FFF2-40B4-BE49-F238E27FC236}">
                <a16:creationId xmlns:a16="http://schemas.microsoft.com/office/drawing/2014/main" id="{11B23443-8B5D-8F86-7C9B-F6BC8DE1A84F}"/>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09B81AA8-FBC5-EB80-4493-309E36B6029E}"/>
              </a:ext>
            </a:extLst>
          </p:cNvPr>
          <p:cNvSpPr txBox="1"/>
          <p:nvPr/>
        </p:nvSpPr>
        <p:spPr>
          <a:xfrm>
            <a:off x="3716867" y="3741226"/>
            <a:ext cx="462845" cy="584775"/>
          </a:xfrm>
          <a:prstGeom prst="rect">
            <a:avLst/>
          </a:prstGeom>
          <a:noFill/>
        </p:spPr>
        <p:txBody>
          <a:bodyPr wrap="square" rtlCol="0">
            <a:spAutoFit/>
          </a:bodyPr>
          <a:lstStyle/>
          <a:p>
            <a:pPr algn="ctr"/>
            <a:r>
              <a:rPr lang="en-US" sz="3200" dirty="0"/>
              <a:t>2</a:t>
            </a:r>
          </a:p>
        </p:txBody>
      </p:sp>
      <p:sp>
        <p:nvSpPr>
          <p:cNvPr id="17" name="TextBox 16">
            <a:extLst>
              <a:ext uri="{FF2B5EF4-FFF2-40B4-BE49-F238E27FC236}">
                <a16:creationId xmlns:a16="http://schemas.microsoft.com/office/drawing/2014/main" id="{F770E6BE-247E-C1FD-5B06-874FCF15F498}"/>
              </a:ext>
            </a:extLst>
          </p:cNvPr>
          <p:cNvSpPr txBox="1"/>
          <p:nvPr/>
        </p:nvSpPr>
        <p:spPr>
          <a:xfrm>
            <a:off x="5147734" y="4038229"/>
            <a:ext cx="570089" cy="230832"/>
          </a:xfrm>
          <a:prstGeom prst="rect">
            <a:avLst/>
          </a:prstGeom>
          <a:noFill/>
        </p:spPr>
        <p:txBody>
          <a:bodyPr wrap="square" rtlCol="0">
            <a:spAutoFit/>
          </a:bodyPr>
          <a:lstStyle/>
          <a:p>
            <a:pPr algn="ctr"/>
            <a:r>
              <a:rPr lang="en-US" sz="900" dirty="0"/>
              <a:t>43</a:t>
            </a:r>
          </a:p>
        </p:txBody>
      </p:sp>
      <p:sp>
        <p:nvSpPr>
          <p:cNvPr id="28" name="TextBox 27">
            <a:extLst>
              <a:ext uri="{FF2B5EF4-FFF2-40B4-BE49-F238E27FC236}">
                <a16:creationId xmlns:a16="http://schemas.microsoft.com/office/drawing/2014/main" id="{2522413F-DBC6-D0B1-DFF7-D0B88C3D994E}"/>
              </a:ext>
            </a:extLst>
          </p:cNvPr>
          <p:cNvSpPr txBox="1"/>
          <p:nvPr/>
        </p:nvSpPr>
        <p:spPr>
          <a:xfrm>
            <a:off x="4645378" y="4539173"/>
            <a:ext cx="570089" cy="230832"/>
          </a:xfrm>
          <a:prstGeom prst="rect">
            <a:avLst/>
          </a:prstGeom>
          <a:noFill/>
        </p:spPr>
        <p:txBody>
          <a:bodyPr wrap="square" rtlCol="0">
            <a:spAutoFit/>
          </a:bodyPr>
          <a:lstStyle/>
          <a:p>
            <a:pPr algn="ctr"/>
            <a:r>
              <a:rPr lang="en-US" sz="900" dirty="0"/>
              <a:t>93</a:t>
            </a:r>
          </a:p>
        </p:txBody>
      </p:sp>
      <p:sp>
        <p:nvSpPr>
          <p:cNvPr id="29" name="TextBox 28">
            <a:extLst>
              <a:ext uri="{FF2B5EF4-FFF2-40B4-BE49-F238E27FC236}">
                <a16:creationId xmlns:a16="http://schemas.microsoft.com/office/drawing/2014/main" id="{68B4ACD0-33DD-F0B3-061B-F5110FBEE6DD}"/>
              </a:ext>
            </a:extLst>
          </p:cNvPr>
          <p:cNvSpPr txBox="1"/>
          <p:nvPr/>
        </p:nvSpPr>
        <p:spPr>
          <a:xfrm>
            <a:off x="5147734" y="4539173"/>
            <a:ext cx="570089" cy="230832"/>
          </a:xfrm>
          <a:prstGeom prst="rect">
            <a:avLst/>
          </a:prstGeom>
          <a:noFill/>
        </p:spPr>
        <p:txBody>
          <a:bodyPr wrap="square" rtlCol="0">
            <a:spAutoFit/>
          </a:bodyPr>
          <a:lstStyle/>
          <a:p>
            <a:pPr algn="ctr"/>
            <a:r>
              <a:rPr lang="en-US" sz="900" dirty="0"/>
              <a:t>3459</a:t>
            </a:r>
          </a:p>
        </p:txBody>
      </p:sp>
      <p:sp>
        <p:nvSpPr>
          <p:cNvPr id="34" name="TextBox 33">
            <a:extLst>
              <a:ext uri="{FF2B5EF4-FFF2-40B4-BE49-F238E27FC236}">
                <a16:creationId xmlns:a16="http://schemas.microsoft.com/office/drawing/2014/main" id="{5D43FC62-F7BC-0532-3176-07BF51E3F974}"/>
              </a:ext>
            </a:extLst>
          </p:cNvPr>
          <p:cNvSpPr txBox="1"/>
          <p:nvPr/>
        </p:nvSpPr>
        <p:spPr>
          <a:xfrm>
            <a:off x="4645378" y="5040116"/>
            <a:ext cx="570089" cy="230832"/>
          </a:xfrm>
          <a:prstGeom prst="rect">
            <a:avLst/>
          </a:prstGeom>
          <a:noFill/>
        </p:spPr>
        <p:txBody>
          <a:bodyPr wrap="square" rtlCol="0">
            <a:spAutoFit/>
          </a:bodyPr>
          <a:lstStyle/>
          <a:p>
            <a:pPr algn="ctr"/>
            <a:r>
              <a:rPr lang="en-US" sz="900" dirty="0"/>
              <a:t>29</a:t>
            </a:r>
          </a:p>
        </p:txBody>
      </p:sp>
      <p:sp>
        <p:nvSpPr>
          <p:cNvPr id="49" name="TextBox 48">
            <a:extLst>
              <a:ext uri="{FF2B5EF4-FFF2-40B4-BE49-F238E27FC236}">
                <a16:creationId xmlns:a16="http://schemas.microsoft.com/office/drawing/2014/main" id="{CC7EC207-42EA-48C5-CD1C-945883ED593B}"/>
              </a:ext>
            </a:extLst>
          </p:cNvPr>
          <p:cNvSpPr txBox="1"/>
          <p:nvPr/>
        </p:nvSpPr>
        <p:spPr>
          <a:xfrm>
            <a:off x="5147734" y="5040116"/>
            <a:ext cx="570089" cy="230832"/>
          </a:xfrm>
          <a:prstGeom prst="rect">
            <a:avLst/>
          </a:prstGeom>
          <a:noFill/>
        </p:spPr>
        <p:txBody>
          <a:bodyPr wrap="square" rtlCol="0">
            <a:spAutoFit/>
          </a:bodyPr>
          <a:lstStyle/>
          <a:p>
            <a:pPr algn="ctr"/>
            <a:r>
              <a:rPr lang="en-US" sz="900" dirty="0"/>
              <a:t>459</a:t>
            </a:r>
          </a:p>
        </p:txBody>
      </p:sp>
      <p:sp>
        <p:nvSpPr>
          <p:cNvPr id="83" name="TextBox 82">
            <a:extLst>
              <a:ext uri="{FF2B5EF4-FFF2-40B4-BE49-F238E27FC236}">
                <a16:creationId xmlns:a16="http://schemas.microsoft.com/office/drawing/2014/main" id="{4EC6C522-B687-1ECD-5C47-015210265728}"/>
              </a:ext>
            </a:extLst>
          </p:cNvPr>
          <p:cNvSpPr txBox="1"/>
          <p:nvPr/>
        </p:nvSpPr>
        <p:spPr>
          <a:xfrm>
            <a:off x="6654802" y="5040116"/>
            <a:ext cx="570089" cy="230832"/>
          </a:xfrm>
          <a:prstGeom prst="rect">
            <a:avLst/>
          </a:prstGeom>
          <a:noFill/>
        </p:spPr>
        <p:txBody>
          <a:bodyPr wrap="square" rtlCol="0">
            <a:spAutoFit/>
          </a:bodyPr>
          <a:lstStyle/>
          <a:p>
            <a:pPr algn="ctr"/>
            <a:r>
              <a:rPr lang="en-US" sz="900" dirty="0"/>
              <a:t>15</a:t>
            </a:r>
          </a:p>
        </p:txBody>
      </p:sp>
      <p:sp>
        <p:nvSpPr>
          <p:cNvPr id="84" name="TextBox 83">
            <a:extLst>
              <a:ext uri="{FF2B5EF4-FFF2-40B4-BE49-F238E27FC236}">
                <a16:creationId xmlns:a16="http://schemas.microsoft.com/office/drawing/2014/main" id="{A3005DCF-A2B3-B995-755C-81CE8726EDDD}"/>
              </a:ext>
            </a:extLst>
          </p:cNvPr>
          <p:cNvSpPr txBox="1"/>
          <p:nvPr/>
        </p:nvSpPr>
        <p:spPr>
          <a:xfrm>
            <a:off x="5715003" y="3741226"/>
            <a:ext cx="462845" cy="584775"/>
          </a:xfrm>
          <a:prstGeom prst="rect">
            <a:avLst/>
          </a:prstGeom>
          <a:noFill/>
        </p:spPr>
        <p:txBody>
          <a:bodyPr wrap="square" rtlCol="0">
            <a:spAutoFit/>
          </a:bodyPr>
          <a:lstStyle/>
          <a:p>
            <a:pPr algn="ctr"/>
            <a:r>
              <a:rPr lang="en-US" sz="3200" dirty="0"/>
              <a:t>8</a:t>
            </a:r>
          </a:p>
        </p:txBody>
      </p:sp>
      <p:sp>
        <p:nvSpPr>
          <p:cNvPr id="21" name="TextBox 20">
            <a:extLst>
              <a:ext uri="{FF2B5EF4-FFF2-40B4-BE49-F238E27FC236}">
                <a16:creationId xmlns:a16="http://schemas.microsoft.com/office/drawing/2014/main" id="{8919CA21-45EE-78C9-E027-EBDA883E2D45}"/>
              </a:ext>
            </a:extLst>
          </p:cNvPr>
          <p:cNvSpPr txBox="1"/>
          <p:nvPr/>
        </p:nvSpPr>
        <p:spPr>
          <a:xfrm>
            <a:off x="6214537" y="3741226"/>
            <a:ext cx="462845" cy="584775"/>
          </a:xfrm>
          <a:prstGeom prst="rect">
            <a:avLst/>
          </a:prstGeom>
          <a:noFill/>
        </p:spPr>
        <p:txBody>
          <a:bodyPr wrap="square" rtlCol="0">
            <a:spAutoFit/>
          </a:bodyPr>
          <a:lstStyle/>
          <a:p>
            <a:pPr algn="ctr"/>
            <a:r>
              <a:rPr lang="en-US" sz="3200" dirty="0"/>
              <a:t>9</a:t>
            </a:r>
          </a:p>
        </p:txBody>
      </p:sp>
      <p:sp>
        <p:nvSpPr>
          <p:cNvPr id="85" name="TextBox 84">
            <a:extLst>
              <a:ext uri="{FF2B5EF4-FFF2-40B4-BE49-F238E27FC236}">
                <a16:creationId xmlns:a16="http://schemas.microsoft.com/office/drawing/2014/main" id="{36B2F22D-9BC4-9BE4-4BD0-D400FAEB71D3}"/>
              </a:ext>
            </a:extLst>
          </p:cNvPr>
          <p:cNvSpPr txBox="1"/>
          <p:nvPr/>
        </p:nvSpPr>
        <p:spPr>
          <a:xfrm>
            <a:off x="4216401" y="2231221"/>
            <a:ext cx="462845" cy="584775"/>
          </a:xfrm>
          <a:prstGeom prst="rect">
            <a:avLst/>
          </a:prstGeom>
          <a:noFill/>
        </p:spPr>
        <p:txBody>
          <a:bodyPr wrap="square" rtlCol="0">
            <a:spAutoFit/>
          </a:bodyPr>
          <a:lstStyle/>
          <a:p>
            <a:pPr algn="ctr"/>
            <a:r>
              <a:rPr lang="en-US" sz="3200" dirty="0"/>
              <a:t>8</a:t>
            </a:r>
          </a:p>
        </p:txBody>
      </p:sp>
      <p:sp>
        <p:nvSpPr>
          <p:cNvPr id="86" name="TextBox 85">
            <a:extLst>
              <a:ext uri="{FF2B5EF4-FFF2-40B4-BE49-F238E27FC236}">
                <a16:creationId xmlns:a16="http://schemas.microsoft.com/office/drawing/2014/main" id="{2831B0F8-902E-EBBD-3CE1-62A44DC6F8BC}"/>
              </a:ext>
            </a:extLst>
          </p:cNvPr>
          <p:cNvSpPr txBox="1"/>
          <p:nvPr/>
        </p:nvSpPr>
        <p:spPr>
          <a:xfrm>
            <a:off x="5715003" y="2231221"/>
            <a:ext cx="462845" cy="584775"/>
          </a:xfrm>
          <a:prstGeom prst="rect">
            <a:avLst/>
          </a:prstGeom>
          <a:noFill/>
        </p:spPr>
        <p:txBody>
          <a:bodyPr wrap="square" rtlCol="0">
            <a:spAutoFit/>
          </a:bodyPr>
          <a:lstStyle/>
          <a:p>
            <a:pPr algn="ctr"/>
            <a:r>
              <a:rPr lang="en-US" sz="3200" dirty="0"/>
              <a:t>9</a:t>
            </a:r>
          </a:p>
        </p:txBody>
      </p:sp>
      <p:sp>
        <p:nvSpPr>
          <p:cNvPr id="13" name="TextBox 12">
            <a:extLst>
              <a:ext uri="{FF2B5EF4-FFF2-40B4-BE49-F238E27FC236}">
                <a16:creationId xmlns:a16="http://schemas.microsoft.com/office/drawing/2014/main" id="{FF36495D-1F67-0B8D-57E5-1FFBE5F02BDF}"/>
              </a:ext>
            </a:extLst>
          </p:cNvPr>
          <p:cNvSpPr txBox="1"/>
          <p:nvPr/>
        </p:nvSpPr>
        <p:spPr>
          <a:xfrm>
            <a:off x="4216401" y="3237891"/>
            <a:ext cx="462845" cy="584775"/>
          </a:xfrm>
          <a:prstGeom prst="rect">
            <a:avLst/>
          </a:prstGeom>
          <a:noFill/>
        </p:spPr>
        <p:txBody>
          <a:bodyPr wrap="square" rtlCol="0">
            <a:spAutoFit/>
          </a:bodyPr>
          <a:lstStyle/>
          <a:p>
            <a:pPr algn="ctr"/>
            <a:r>
              <a:rPr lang="en-US" sz="3200" dirty="0"/>
              <a:t>9</a:t>
            </a:r>
          </a:p>
        </p:txBody>
      </p:sp>
      <p:sp>
        <p:nvSpPr>
          <p:cNvPr id="16" name="TextBox 15">
            <a:extLst>
              <a:ext uri="{FF2B5EF4-FFF2-40B4-BE49-F238E27FC236}">
                <a16:creationId xmlns:a16="http://schemas.microsoft.com/office/drawing/2014/main" id="{6925E2E1-EF41-B083-444D-85F2FAE6944D}"/>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63" name="TextBox 62">
            <a:extLst>
              <a:ext uri="{FF2B5EF4-FFF2-40B4-BE49-F238E27FC236}">
                <a16:creationId xmlns:a16="http://schemas.microsoft.com/office/drawing/2014/main" id="{3BB58784-209D-E5DB-D64C-7C69CE435CD4}"/>
              </a:ext>
            </a:extLst>
          </p:cNvPr>
          <p:cNvSpPr txBox="1"/>
          <p:nvPr/>
        </p:nvSpPr>
        <p:spPr>
          <a:xfrm>
            <a:off x="6714071" y="3237891"/>
            <a:ext cx="462845" cy="584775"/>
          </a:xfrm>
          <a:prstGeom prst="rect">
            <a:avLst/>
          </a:prstGeom>
          <a:noFill/>
        </p:spPr>
        <p:txBody>
          <a:bodyPr wrap="square" rtlCol="0">
            <a:spAutoFit/>
          </a:bodyPr>
          <a:lstStyle/>
          <a:p>
            <a:pPr algn="ctr"/>
            <a:r>
              <a:rPr lang="en-US" sz="3200" dirty="0"/>
              <a:t>6</a:t>
            </a:r>
          </a:p>
        </p:txBody>
      </p:sp>
      <p:sp>
        <p:nvSpPr>
          <p:cNvPr id="87" name="TextBox 86">
            <a:extLst>
              <a:ext uri="{FF2B5EF4-FFF2-40B4-BE49-F238E27FC236}">
                <a16:creationId xmlns:a16="http://schemas.microsoft.com/office/drawing/2014/main" id="{F135E933-1CA2-BC78-0B00-5C91F989BE80}"/>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88" name="TextBox 87">
            <a:extLst>
              <a:ext uri="{FF2B5EF4-FFF2-40B4-BE49-F238E27FC236}">
                <a16:creationId xmlns:a16="http://schemas.microsoft.com/office/drawing/2014/main" id="{CBC9E197-EF08-2605-A22F-77BF34623A70}"/>
              </a:ext>
            </a:extLst>
          </p:cNvPr>
          <p:cNvSpPr txBox="1"/>
          <p:nvPr/>
        </p:nvSpPr>
        <p:spPr>
          <a:xfrm>
            <a:off x="7213604" y="4244561"/>
            <a:ext cx="462845" cy="584775"/>
          </a:xfrm>
          <a:prstGeom prst="rect">
            <a:avLst/>
          </a:prstGeom>
          <a:noFill/>
        </p:spPr>
        <p:txBody>
          <a:bodyPr wrap="square" rtlCol="0">
            <a:spAutoFit/>
          </a:bodyPr>
          <a:lstStyle/>
          <a:p>
            <a:pPr algn="ctr"/>
            <a:r>
              <a:rPr lang="en-US" sz="3200" dirty="0"/>
              <a:t>6</a:t>
            </a:r>
          </a:p>
        </p:txBody>
      </p:sp>
      <p:sp>
        <p:nvSpPr>
          <p:cNvPr id="47" name="TextBox 46">
            <a:extLst>
              <a:ext uri="{FF2B5EF4-FFF2-40B4-BE49-F238E27FC236}">
                <a16:creationId xmlns:a16="http://schemas.microsoft.com/office/drawing/2014/main" id="{D58CC5A3-D7DE-7793-6AA2-E9E38E3ED64C}"/>
              </a:ext>
            </a:extLst>
          </p:cNvPr>
          <p:cNvSpPr txBox="1"/>
          <p:nvPr/>
        </p:nvSpPr>
        <p:spPr>
          <a:xfrm>
            <a:off x="7213604" y="3741226"/>
            <a:ext cx="462845" cy="584775"/>
          </a:xfrm>
          <a:prstGeom prst="rect">
            <a:avLst/>
          </a:prstGeom>
          <a:noFill/>
        </p:spPr>
        <p:txBody>
          <a:bodyPr wrap="square" rtlCol="0">
            <a:spAutoFit/>
          </a:bodyPr>
          <a:lstStyle/>
          <a:p>
            <a:pPr algn="ctr"/>
            <a:r>
              <a:rPr lang="en-US" sz="3200" dirty="0"/>
              <a:t>7</a:t>
            </a:r>
          </a:p>
        </p:txBody>
      </p:sp>
      <p:sp>
        <p:nvSpPr>
          <p:cNvPr id="48" name="TextBox 47">
            <a:extLst>
              <a:ext uri="{FF2B5EF4-FFF2-40B4-BE49-F238E27FC236}">
                <a16:creationId xmlns:a16="http://schemas.microsoft.com/office/drawing/2014/main" id="{B8116FDC-4E15-A621-A65A-4E487AC8A7E7}"/>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64" name="TextBox 63">
            <a:extLst>
              <a:ext uri="{FF2B5EF4-FFF2-40B4-BE49-F238E27FC236}">
                <a16:creationId xmlns:a16="http://schemas.microsoft.com/office/drawing/2014/main" id="{14ED6D0C-2751-0E11-F053-8C5A35977FE4}"/>
              </a:ext>
            </a:extLst>
          </p:cNvPr>
          <p:cNvSpPr txBox="1"/>
          <p:nvPr/>
        </p:nvSpPr>
        <p:spPr>
          <a:xfrm>
            <a:off x="7213604" y="1224551"/>
            <a:ext cx="462845" cy="584775"/>
          </a:xfrm>
          <a:prstGeom prst="rect">
            <a:avLst/>
          </a:prstGeom>
          <a:noFill/>
        </p:spPr>
        <p:txBody>
          <a:bodyPr wrap="square" rtlCol="0">
            <a:spAutoFit/>
          </a:bodyPr>
          <a:lstStyle/>
          <a:p>
            <a:pPr algn="ctr"/>
            <a:r>
              <a:rPr lang="en-US" sz="3200" dirty="0"/>
              <a:t>4</a:t>
            </a:r>
          </a:p>
        </p:txBody>
      </p:sp>
      <p:sp>
        <p:nvSpPr>
          <p:cNvPr id="26" name="TextBox 25">
            <a:extLst>
              <a:ext uri="{FF2B5EF4-FFF2-40B4-BE49-F238E27FC236}">
                <a16:creationId xmlns:a16="http://schemas.microsoft.com/office/drawing/2014/main" id="{B0980B67-D6BD-0761-94B8-17A080A1C468}"/>
              </a:ext>
            </a:extLst>
          </p:cNvPr>
          <p:cNvSpPr txBox="1"/>
          <p:nvPr/>
        </p:nvSpPr>
        <p:spPr>
          <a:xfrm>
            <a:off x="6714071" y="2231221"/>
            <a:ext cx="462845" cy="584775"/>
          </a:xfrm>
          <a:prstGeom prst="rect">
            <a:avLst/>
          </a:prstGeom>
          <a:noFill/>
        </p:spPr>
        <p:txBody>
          <a:bodyPr wrap="square" rtlCol="0">
            <a:spAutoFit/>
          </a:bodyPr>
          <a:lstStyle/>
          <a:p>
            <a:pPr algn="ctr"/>
            <a:r>
              <a:rPr lang="en-US" sz="3200" dirty="0"/>
              <a:t>4</a:t>
            </a:r>
          </a:p>
        </p:txBody>
      </p:sp>
      <p:sp>
        <p:nvSpPr>
          <p:cNvPr id="27" name="TextBox 26">
            <a:extLst>
              <a:ext uri="{FF2B5EF4-FFF2-40B4-BE49-F238E27FC236}">
                <a16:creationId xmlns:a16="http://schemas.microsoft.com/office/drawing/2014/main" id="{30FC573B-10CD-C78A-0330-FC7A00F86308}"/>
              </a:ext>
            </a:extLst>
          </p:cNvPr>
          <p:cNvSpPr txBox="1"/>
          <p:nvPr/>
        </p:nvSpPr>
        <p:spPr>
          <a:xfrm>
            <a:off x="7213604" y="2231221"/>
            <a:ext cx="462845" cy="584775"/>
          </a:xfrm>
          <a:prstGeom prst="rect">
            <a:avLst/>
          </a:prstGeom>
          <a:noFill/>
        </p:spPr>
        <p:txBody>
          <a:bodyPr wrap="square" rtlCol="0">
            <a:spAutoFit/>
          </a:bodyPr>
          <a:lstStyle/>
          <a:p>
            <a:pPr algn="ctr"/>
            <a:r>
              <a:rPr lang="en-US" sz="3200" dirty="0"/>
              <a:t>2</a:t>
            </a:r>
          </a:p>
        </p:txBody>
      </p:sp>
      <p:sp>
        <p:nvSpPr>
          <p:cNvPr id="18" name="TextBox 17">
            <a:extLst>
              <a:ext uri="{FF2B5EF4-FFF2-40B4-BE49-F238E27FC236}">
                <a16:creationId xmlns:a16="http://schemas.microsoft.com/office/drawing/2014/main" id="{1A4DEA4A-0215-4BBC-2CED-588F07B375C6}"/>
              </a:ext>
            </a:extLst>
          </p:cNvPr>
          <p:cNvSpPr txBox="1"/>
          <p:nvPr/>
        </p:nvSpPr>
        <p:spPr>
          <a:xfrm>
            <a:off x="3217333" y="4244561"/>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CEAFCEC4-E79B-581C-1C5C-3B16030A2544}"/>
              </a:ext>
            </a:extLst>
          </p:cNvPr>
          <p:cNvSpPr txBox="1"/>
          <p:nvPr/>
        </p:nvSpPr>
        <p:spPr>
          <a:xfrm>
            <a:off x="3716867" y="4244561"/>
            <a:ext cx="462845" cy="584775"/>
          </a:xfrm>
          <a:prstGeom prst="rect">
            <a:avLst/>
          </a:prstGeom>
          <a:noFill/>
        </p:spPr>
        <p:txBody>
          <a:bodyPr wrap="square" rtlCol="0">
            <a:spAutoFit/>
          </a:bodyPr>
          <a:lstStyle/>
          <a:p>
            <a:pPr algn="ctr"/>
            <a:r>
              <a:rPr lang="en-US" sz="3200" dirty="0"/>
              <a:t>8</a:t>
            </a:r>
          </a:p>
        </p:txBody>
      </p:sp>
      <p:sp>
        <p:nvSpPr>
          <p:cNvPr id="65" name="TextBox 64">
            <a:extLst>
              <a:ext uri="{FF2B5EF4-FFF2-40B4-BE49-F238E27FC236}">
                <a16:creationId xmlns:a16="http://schemas.microsoft.com/office/drawing/2014/main" id="{16A4291B-81CF-D157-BFA0-C97962482F2A}"/>
              </a:ext>
            </a:extLst>
          </p:cNvPr>
          <p:cNvSpPr txBox="1"/>
          <p:nvPr/>
        </p:nvSpPr>
        <p:spPr>
          <a:xfrm>
            <a:off x="6714071" y="4244561"/>
            <a:ext cx="462845" cy="584775"/>
          </a:xfrm>
          <a:prstGeom prst="rect">
            <a:avLst/>
          </a:prstGeom>
          <a:noFill/>
        </p:spPr>
        <p:txBody>
          <a:bodyPr wrap="square" rtlCol="0">
            <a:spAutoFit/>
          </a:bodyPr>
          <a:lstStyle/>
          <a:p>
            <a:pPr algn="ctr"/>
            <a:r>
              <a:rPr lang="en-US" sz="3200" dirty="0"/>
              <a:t>2</a:t>
            </a:r>
          </a:p>
        </p:txBody>
      </p:sp>
      <p:sp>
        <p:nvSpPr>
          <p:cNvPr id="53" name="TextBox 52">
            <a:extLst>
              <a:ext uri="{FF2B5EF4-FFF2-40B4-BE49-F238E27FC236}">
                <a16:creationId xmlns:a16="http://schemas.microsoft.com/office/drawing/2014/main" id="{39F0B5BD-EE20-39B0-0E3E-C24940983E1E}"/>
              </a:ext>
            </a:extLst>
          </p:cNvPr>
          <p:cNvSpPr txBox="1"/>
          <p:nvPr/>
        </p:nvSpPr>
        <p:spPr>
          <a:xfrm>
            <a:off x="3217333" y="3741226"/>
            <a:ext cx="462845" cy="584775"/>
          </a:xfrm>
          <a:prstGeom prst="rect">
            <a:avLst/>
          </a:prstGeom>
          <a:noFill/>
        </p:spPr>
        <p:txBody>
          <a:bodyPr wrap="square" rtlCol="0">
            <a:spAutoFit/>
          </a:bodyPr>
          <a:lstStyle/>
          <a:p>
            <a:pPr algn="ctr"/>
            <a:r>
              <a:rPr lang="en-US" sz="3200" dirty="0"/>
              <a:t>5</a:t>
            </a:r>
          </a:p>
        </p:txBody>
      </p:sp>
      <p:sp>
        <p:nvSpPr>
          <p:cNvPr id="57" name="TextBox 56">
            <a:extLst>
              <a:ext uri="{FF2B5EF4-FFF2-40B4-BE49-F238E27FC236}">
                <a16:creationId xmlns:a16="http://schemas.microsoft.com/office/drawing/2014/main" id="{47CF711F-A8A0-0492-946B-E7B911F65226}"/>
              </a:ext>
            </a:extLst>
          </p:cNvPr>
          <p:cNvSpPr txBox="1"/>
          <p:nvPr/>
        </p:nvSpPr>
        <p:spPr>
          <a:xfrm>
            <a:off x="6714071" y="3741226"/>
            <a:ext cx="462845" cy="584775"/>
          </a:xfrm>
          <a:prstGeom prst="rect">
            <a:avLst/>
          </a:prstGeom>
          <a:noFill/>
        </p:spPr>
        <p:txBody>
          <a:bodyPr wrap="square" rtlCol="0">
            <a:spAutoFit/>
          </a:bodyPr>
          <a:lstStyle/>
          <a:p>
            <a:pPr algn="ctr"/>
            <a:r>
              <a:rPr lang="en-US" sz="3200" dirty="0"/>
              <a:t>1</a:t>
            </a:r>
          </a:p>
        </p:txBody>
      </p:sp>
      <p:sp>
        <p:nvSpPr>
          <p:cNvPr id="72" name="TextBox 71">
            <a:extLst>
              <a:ext uri="{FF2B5EF4-FFF2-40B4-BE49-F238E27FC236}">
                <a16:creationId xmlns:a16="http://schemas.microsoft.com/office/drawing/2014/main" id="{A2BC8B0B-B56C-6E7E-A9D8-57A360CC7A56}"/>
              </a:ext>
            </a:extLst>
          </p:cNvPr>
          <p:cNvSpPr txBox="1"/>
          <p:nvPr/>
        </p:nvSpPr>
        <p:spPr>
          <a:xfrm>
            <a:off x="3716867" y="4747898"/>
            <a:ext cx="462845" cy="584775"/>
          </a:xfrm>
          <a:prstGeom prst="rect">
            <a:avLst/>
          </a:prstGeom>
          <a:noFill/>
        </p:spPr>
        <p:txBody>
          <a:bodyPr wrap="square" rtlCol="0">
            <a:spAutoFit/>
          </a:bodyPr>
          <a:lstStyle/>
          <a:p>
            <a:pPr algn="ctr"/>
            <a:r>
              <a:rPr lang="en-US" sz="3200" dirty="0"/>
              <a:t>9</a:t>
            </a:r>
          </a:p>
        </p:txBody>
      </p:sp>
      <p:sp>
        <p:nvSpPr>
          <p:cNvPr id="81" name="TextBox 80">
            <a:extLst>
              <a:ext uri="{FF2B5EF4-FFF2-40B4-BE49-F238E27FC236}">
                <a16:creationId xmlns:a16="http://schemas.microsoft.com/office/drawing/2014/main" id="{7963C636-E087-9D68-C63B-5721EF33859B}"/>
              </a:ext>
            </a:extLst>
          </p:cNvPr>
          <p:cNvSpPr txBox="1"/>
          <p:nvPr/>
        </p:nvSpPr>
        <p:spPr>
          <a:xfrm>
            <a:off x="6214537" y="4244561"/>
            <a:ext cx="462845" cy="584775"/>
          </a:xfrm>
          <a:prstGeom prst="rect">
            <a:avLst/>
          </a:prstGeom>
          <a:noFill/>
        </p:spPr>
        <p:txBody>
          <a:bodyPr wrap="square" rtlCol="0">
            <a:spAutoFit/>
          </a:bodyPr>
          <a:lstStyle/>
          <a:p>
            <a:pPr algn="ctr"/>
            <a:r>
              <a:rPr lang="en-US" sz="3200" dirty="0"/>
              <a:t>4</a:t>
            </a:r>
          </a:p>
        </p:txBody>
      </p:sp>
      <p:sp>
        <p:nvSpPr>
          <p:cNvPr id="82" name="TextBox 81">
            <a:extLst>
              <a:ext uri="{FF2B5EF4-FFF2-40B4-BE49-F238E27FC236}">
                <a16:creationId xmlns:a16="http://schemas.microsoft.com/office/drawing/2014/main" id="{EE4D2EB3-8E22-9AB9-AB9B-2CA34F6AE66F}"/>
              </a:ext>
            </a:extLst>
          </p:cNvPr>
          <p:cNvSpPr txBox="1"/>
          <p:nvPr/>
        </p:nvSpPr>
        <p:spPr>
          <a:xfrm>
            <a:off x="6214537" y="4747898"/>
            <a:ext cx="462845" cy="584775"/>
          </a:xfrm>
          <a:prstGeom prst="rect">
            <a:avLst/>
          </a:prstGeom>
          <a:noFill/>
        </p:spPr>
        <p:txBody>
          <a:bodyPr wrap="square" rtlCol="0">
            <a:spAutoFit/>
          </a:bodyPr>
          <a:lstStyle/>
          <a:p>
            <a:pPr algn="ctr"/>
            <a:r>
              <a:rPr lang="en-US" sz="3200" dirty="0"/>
              <a:t>8</a:t>
            </a:r>
          </a:p>
        </p:txBody>
      </p:sp>
      <p:sp>
        <p:nvSpPr>
          <p:cNvPr id="89" name="TextBox 88">
            <a:extLst>
              <a:ext uri="{FF2B5EF4-FFF2-40B4-BE49-F238E27FC236}">
                <a16:creationId xmlns:a16="http://schemas.microsoft.com/office/drawing/2014/main" id="{480159CF-B53D-8522-220E-8D86CD29888F}"/>
              </a:ext>
            </a:extLst>
          </p:cNvPr>
          <p:cNvSpPr txBox="1"/>
          <p:nvPr/>
        </p:nvSpPr>
        <p:spPr>
          <a:xfrm>
            <a:off x="5715003" y="4244561"/>
            <a:ext cx="462845" cy="584775"/>
          </a:xfrm>
          <a:prstGeom prst="rect">
            <a:avLst/>
          </a:prstGeom>
          <a:noFill/>
        </p:spPr>
        <p:txBody>
          <a:bodyPr wrap="square" rtlCol="0">
            <a:spAutoFit/>
          </a:bodyPr>
          <a:lstStyle/>
          <a:p>
            <a:pPr algn="ctr"/>
            <a:r>
              <a:rPr lang="en-US" sz="3200" dirty="0"/>
              <a:t>7</a:t>
            </a:r>
          </a:p>
        </p:txBody>
      </p:sp>
      <p:sp>
        <p:nvSpPr>
          <p:cNvPr id="90" name="TextBox 89">
            <a:extLst>
              <a:ext uri="{FF2B5EF4-FFF2-40B4-BE49-F238E27FC236}">
                <a16:creationId xmlns:a16="http://schemas.microsoft.com/office/drawing/2014/main" id="{D11192D0-0970-DA49-09B5-B6066F572C96}"/>
              </a:ext>
            </a:extLst>
          </p:cNvPr>
          <p:cNvSpPr txBox="1"/>
          <p:nvPr/>
        </p:nvSpPr>
        <p:spPr>
          <a:xfrm>
            <a:off x="5715003" y="4747898"/>
            <a:ext cx="462845" cy="584775"/>
          </a:xfrm>
          <a:prstGeom prst="rect">
            <a:avLst/>
          </a:prstGeom>
          <a:noFill/>
        </p:spPr>
        <p:txBody>
          <a:bodyPr wrap="square" rtlCol="0">
            <a:spAutoFit/>
          </a:bodyPr>
          <a:lstStyle/>
          <a:p>
            <a:pPr algn="ctr"/>
            <a:r>
              <a:rPr lang="en-US" sz="3200" dirty="0"/>
              <a:t>1</a:t>
            </a:r>
          </a:p>
        </p:txBody>
      </p:sp>
    </p:spTree>
    <p:extLst>
      <p:ext uri="{BB962C8B-B14F-4D97-AF65-F5344CB8AC3E}">
        <p14:creationId xmlns:p14="http://schemas.microsoft.com/office/powerpoint/2010/main" val="270296972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D38EDA-62B0-BDCF-7D77-C7DAE4F6DE1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E656371-510E-646E-794B-C9CA742850C6}"/>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6E26C07F-21A1-A37F-B418-C13B19F1739C}"/>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197052C7-8794-AC62-CC82-A634F91BA7C7}"/>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F68F66C6-D285-1E14-8B08-847B82BBD872}"/>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DE6314FB-5581-7951-E93F-832EF1126714}"/>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5A32AC14-4E69-CBD9-55BD-73E24A1F4F73}"/>
              </a:ext>
            </a:extLst>
          </p:cNvPr>
          <p:cNvSpPr txBox="1"/>
          <p:nvPr/>
        </p:nvSpPr>
        <p:spPr>
          <a:xfrm>
            <a:off x="3716867" y="2231221"/>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470ABADB-726F-8D1C-2E8E-2CBDCA4B417A}"/>
              </a:ext>
            </a:extLst>
          </p:cNvPr>
          <p:cNvSpPr txBox="1"/>
          <p:nvPr/>
        </p:nvSpPr>
        <p:spPr>
          <a:xfrm>
            <a:off x="3217333" y="4747898"/>
            <a:ext cx="462845" cy="584775"/>
          </a:xfrm>
          <a:prstGeom prst="rect">
            <a:avLst/>
          </a:prstGeom>
          <a:noFill/>
        </p:spPr>
        <p:txBody>
          <a:bodyPr wrap="square" rtlCol="0">
            <a:spAutoFit/>
          </a:bodyPr>
          <a:lstStyle/>
          <a:p>
            <a:pPr algn="ctr"/>
            <a:r>
              <a:rPr lang="en-US" sz="3200" dirty="0"/>
              <a:t>6</a:t>
            </a:r>
          </a:p>
        </p:txBody>
      </p:sp>
      <p:sp>
        <p:nvSpPr>
          <p:cNvPr id="11" name="TextBox 10">
            <a:extLst>
              <a:ext uri="{FF2B5EF4-FFF2-40B4-BE49-F238E27FC236}">
                <a16:creationId xmlns:a16="http://schemas.microsoft.com/office/drawing/2014/main" id="{1DF00D31-8D31-53FE-EE3E-42433909F971}"/>
              </a:ext>
            </a:extLst>
          </p:cNvPr>
          <p:cNvSpPr txBox="1"/>
          <p:nvPr/>
        </p:nvSpPr>
        <p:spPr>
          <a:xfrm>
            <a:off x="7213604" y="4747898"/>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2E9F77BC-B290-283B-EC00-8A4183D21E36}"/>
              </a:ext>
            </a:extLst>
          </p:cNvPr>
          <p:cNvSpPr txBox="1"/>
          <p:nvPr/>
        </p:nvSpPr>
        <p:spPr>
          <a:xfrm>
            <a:off x="6214537" y="2734556"/>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ACF31F48-5B86-F68C-DFFA-813DEB50409E}"/>
              </a:ext>
            </a:extLst>
          </p:cNvPr>
          <p:cNvSpPr txBox="1"/>
          <p:nvPr/>
        </p:nvSpPr>
        <p:spPr>
          <a:xfrm>
            <a:off x="6214537" y="721216"/>
            <a:ext cx="462845" cy="584775"/>
          </a:xfrm>
          <a:prstGeom prst="rect">
            <a:avLst/>
          </a:prstGeom>
          <a:noFill/>
        </p:spPr>
        <p:txBody>
          <a:bodyPr wrap="square" rtlCol="0">
            <a:spAutoFit/>
          </a:bodyPr>
          <a:lstStyle/>
          <a:p>
            <a:pPr algn="ctr"/>
            <a:r>
              <a:rPr lang="en-US" sz="3200" dirty="0"/>
              <a:t>2</a:t>
            </a:r>
          </a:p>
        </p:txBody>
      </p:sp>
      <p:sp>
        <p:nvSpPr>
          <p:cNvPr id="24" name="TextBox 23">
            <a:extLst>
              <a:ext uri="{FF2B5EF4-FFF2-40B4-BE49-F238E27FC236}">
                <a16:creationId xmlns:a16="http://schemas.microsoft.com/office/drawing/2014/main" id="{BC721536-54F4-40B1-D730-8DE9493EFCAC}"/>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12282E3F-4C13-9D31-48DF-DBEA51BAA551}"/>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30" name="TextBox 29">
            <a:extLst>
              <a:ext uri="{FF2B5EF4-FFF2-40B4-BE49-F238E27FC236}">
                <a16:creationId xmlns:a16="http://schemas.microsoft.com/office/drawing/2014/main" id="{891871A8-0DB6-A556-AC5E-A9AF8E8E7500}"/>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AB4E7E7E-F74F-EC6D-D7BD-0E6EA1547C1D}"/>
              </a:ext>
            </a:extLst>
          </p:cNvPr>
          <p:cNvSpPr txBox="1"/>
          <p:nvPr/>
        </p:nvSpPr>
        <p:spPr>
          <a:xfrm>
            <a:off x="3217333" y="721216"/>
            <a:ext cx="462845" cy="584775"/>
          </a:xfrm>
          <a:prstGeom prst="rect">
            <a:avLst/>
          </a:prstGeom>
          <a:noFill/>
        </p:spPr>
        <p:txBody>
          <a:bodyPr wrap="square" rtlCol="0">
            <a:spAutoFit/>
          </a:bodyPr>
          <a:lstStyle/>
          <a:p>
            <a:pPr algn="ctr"/>
            <a:r>
              <a:rPr lang="en-US" sz="3200" dirty="0"/>
              <a:t>4</a:t>
            </a:r>
          </a:p>
        </p:txBody>
      </p:sp>
      <p:sp>
        <p:nvSpPr>
          <p:cNvPr id="35" name="TextBox 34">
            <a:extLst>
              <a:ext uri="{FF2B5EF4-FFF2-40B4-BE49-F238E27FC236}">
                <a16:creationId xmlns:a16="http://schemas.microsoft.com/office/drawing/2014/main" id="{3A7CFF82-2826-C662-7DDF-A15CFD7FFEA2}"/>
              </a:ext>
            </a:extLst>
          </p:cNvPr>
          <p:cNvSpPr txBox="1"/>
          <p:nvPr/>
        </p:nvSpPr>
        <p:spPr>
          <a:xfrm>
            <a:off x="4216401" y="1224551"/>
            <a:ext cx="462845" cy="584775"/>
          </a:xfrm>
          <a:prstGeom prst="rect">
            <a:avLst/>
          </a:prstGeom>
          <a:noFill/>
        </p:spPr>
        <p:txBody>
          <a:bodyPr wrap="square" rtlCol="0">
            <a:spAutoFit/>
          </a:bodyPr>
          <a:lstStyle/>
          <a:p>
            <a:pPr algn="ctr"/>
            <a:r>
              <a:rPr lang="en-US" sz="3200" dirty="0"/>
              <a:t>1</a:t>
            </a:r>
          </a:p>
        </p:txBody>
      </p:sp>
      <p:sp>
        <p:nvSpPr>
          <p:cNvPr id="36" name="TextBox 35">
            <a:extLst>
              <a:ext uri="{FF2B5EF4-FFF2-40B4-BE49-F238E27FC236}">
                <a16:creationId xmlns:a16="http://schemas.microsoft.com/office/drawing/2014/main" id="{D4734F20-5A4F-8494-55C1-C9E2CA6327A5}"/>
              </a:ext>
            </a:extLst>
          </p:cNvPr>
          <p:cNvSpPr txBox="1"/>
          <p:nvPr/>
        </p:nvSpPr>
        <p:spPr>
          <a:xfrm>
            <a:off x="5215469" y="721216"/>
            <a:ext cx="462845" cy="584775"/>
          </a:xfrm>
          <a:prstGeom prst="rect">
            <a:avLst/>
          </a:prstGeom>
          <a:noFill/>
        </p:spPr>
        <p:txBody>
          <a:bodyPr wrap="square" rtlCol="0">
            <a:spAutoFit/>
          </a:bodyPr>
          <a:lstStyle/>
          <a:p>
            <a:pPr algn="ctr"/>
            <a:r>
              <a:rPr lang="en-US" sz="3200" dirty="0"/>
              <a:t>1</a:t>
            </a:r>
          </a:p>
        </p:txBody>
      </p:sp>
      <p:sp>
        <p:nvSpPr>
          <p:cNvPr id="40" name="TextBox 39">
            <a:extLst>
              <a:ext uri="{FF2B5EF4-FFF2-40B4-BE49-F238E27FC236}">
                <a16:creationId xmlns:a16="http://schemas.microsoft.com/office/drawing/2014/main" id="{DB510DAF-7531-B589-B2A9-059C05362A07}"/>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42" name="TextBox 41">
            <a:extLst>
              <a:ext uri="{FF2B5EF4-FFF2-40B4-BE49-F238E27FC236}">
                <a16:creationId xmlns:a16="http://schemas.microsoft.com/office/drawing/2014/main" id="{F303FE4C-860C-0824-E065-A596D86D24C2}"/>
              </a:ext>
            </a:extLst>
          </p:cNvPr>
          <p:cNvSpPr txBox="1"/>
          <p:nvPr/>
        </p:nvSpPr>
        <p:spPr>
          <a:xfrm>
            <a:off x="5715003" y="1224551"/>
            <a:ext cx="462845" cy="584775"/>
          </a:xfrm>
          <a:prstGeom prst="rect">
            <a:avLst/>
          </a:prstGeom>
          <a:noFill/>
        </p:spPr>
        <p:txBody>
          <a:bodyPr wrap="square" rtlCol="0">
            <a:spAutoFit/>
          </a:bodyPr>
          <a:lstStyle/>
          <a:p>
            <a:pPr algn="ctr"/>
            <a:r>
              <a:rPr lang="en-US" sz="3200" dirty="0"/>
              <a:t>2</a:t>
            </a:r>
          </a:p>
        </p:txBody>
      </p:sp>
      <p:sp>
        <p:nvSpPr>
          <p:cNvPr id="43" name="TextBox 42">
            <a:extLst>
              <a:ext uri="{FF2B5EF4-FFF2-40B4-BE49-F238E27FC236}">
                <a16:creationId xmlns:a16="http://schemas.microsoft.com/office/drawing/2014/main" id="{BF28F5CE-7D6A-AEEF-22A2-0DE69511A2D0}"/>
              </a:ext>
            </a:extLst>
          </p:cNvPr>
          <p:cNvSpPr txBox="1"/>
          <p:nvPr/>
        </p:nvSpPr>
        <p:spPr>
          <a:xfrm>
            <a:off x="4645378" y="1533509"/>
            <a:ext cx="570089" cy="230832"/>
          </a:xfrm>
          <a:prstGeom prst="rect">
            <a:avLst/>
          </a:prstGeom>
          <a:noFill/>
        </p:spPr>
        <p:txBody>
          <a:bodyPr wrap="square" rtlCol="0">
            <a:spAutoFit/>
          </a:bodyPr>
          <a:lstStyle/>
          <a:p>
            <a:pPr algn="ctr"/>
            <a:r>
              <a:rPr lang="en-US" sz="900" dirty="0"/>
              <a:t>39</a:t>
            </a:r>
          </a:p>
        </p:txBody>
      </p:sp>
      <p:sp>
        <p:nvSpPr>
          <p:cNvPr id="44" name="TextBox 43">
            <a:extLst>
              <a:ext uri="{FF2B5EF4-FFF2-40B4-BE49-F238E27FC236}">
                <a16:creationId xmlns:a16="http://schemas.microsoft.com/office/drawing/2014/main" id="{BC0C49E1-EB2A-E473-5797-9071C7F44DB1}"/>
              </a:ext>
            </a:extLst>
          </p:cNvPr>
          <p:cNvSpPr txBox="1"/>
          <p:nvPr/>
        </p:nvSpPr>
        <p:spPr>
          <a:xfrm>
            <a:off x="5147734" y="1533509"/>
            <a:ext cx="570089" cy="230832"/>
          </a:xfrm>
          <a:prstGeom prst="rect">
            <a:avLst/>
          </a:prstGeom>
          <a:noFill/>
        </p:spPr>
        <p:txBody>
          <a:bodyPr wrap="square" rtlCol="0">
            <a:spAutoFit/>
          </a:bodyPr>
          <a:lstStyle/>
          <a:p>
            <a:pPr algn="ctr"/>
            <a:r>
              <a:rPr lang="en-US" sz="900" dirty="0"/>
              <a:t>93</a:t>
            </a:r>
          </a:p>
        </p:txBody>
      </p:sp>
      <p:sp>
        <p:nvSpPr>
          <p:cNvPr id="51" name="TextBox 50">
            <a:extLst>
              <a:ext uri="{FF2B5EF4-FFF2-40B4-BE49-F238E27FC236}">
                <a16:creationId xmlns:a16="http://schemas.microsoft.com/office/drawing/2014/main" id="{8C1F31E7-4BBC-808F-FAC4-F4FCA59590E8}"/>
              </a:ext>
            </a:extLst>
          </p:cNvPr>
          <p:cNvSpPr txBox="1"/>
          <p:nvPr/>
        </p:nvSpPr>
        <p:spPr>
          <a:xfrm>
            <a:off x="5215469" y="2231221"/>
            <a:ext cx="462845" cy="584775"/>
          </a:xfrm>
          <a:prstGeom prst="rect">
            <a:avLst/>
          </a:prstGeom>
          <a:noFill/>
        </p:spPr>
        <p:txBody>
          <a:bodyPr wrap="square" rtlCol="0">
            <a:spAutoFit/>
          </a:bodyPr>
          <a:lstStyle/>
          <a:p>
            <a:pPr algn="ctr"/>
            <a:r>
              <a:rPr lang="en-US" sz="3200" dirty="0"/>
              <a:t>6</a:t>
            </a:r>
          </a:p>
        </p:txBody>
      </p:sp>
      <p:sp>
        <p:nvSpPr>
          <p:cNvPr id="15" name="TextBox 14">
            <a:extLst>
              <a:ext uri="{FF2B5EF4-FFF2-40B4-BE49-F238E27FC236}">
                <a16:creationId xmlns:a16="http://schemas.microsoft.com/office/drawing/2014/main" id="{609CFE79-8B78-7B28-DF6F-BB7FFDE78A86}"/>
              </a:ext>
            </a:extLst>
          </p:cNvPr>
          <p:cNvSpPr txBox="1"/>
          <p:nvPr/>
        </p:nvSpPr>
        <p:spPr>
          <a:xfrm>
            <a:off x="3217333" y="2734556"/>
            <a:ext cx="462845" cy="584775"/>
          </a:xfrm>
          <a:prstGeom prst="rect">
            <a:avLst/>
          </a:prstGeom>
          <a:noFill/>
        </p:spPr>
        <p:txBody>
          <a:bodyPr wrap="square" rtlCol="0">
            <a:spAutoFit/>
          </a:bodyPr>
          <a:lstStyle/>
          <a:p>
            <a:pPr algn="ctr"/>
            <a:r>
              <a:rPr lang="en-US" sz="3200" dirty="0"/>
              <a:t>7</a:t>
            </a:r>
          </a:p>
        </p:txBody>
      </p:sp>
      <p:sp>
        <p:nvSpPr>
          <p:cNvPr id="52" name="TextBox 51">
            <a:extLst>
              <a:ext uri="{FF2B5EF4-FFF2-40B4-BE49-F238E27FC236}">
                <a16:creationId xmlns:a16="http://schemas.microsoft.com/office/drawing/2014/main" id="{88271807-DF60-2762-75BE-782A0AA7FACD}"/>
              </a:ext>
            </a:extLst>
          </p:cNvPr>
          <p:cNvSpPr txBox="1"/>
          <p:nvPr/>
        </p:nvSpPr>
        <p:spPr>
          <a:xfrm>
            <a:off x="3716867" y="2734556"/>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CE21A764-445C-71B4-B876-944491008932}"/>
              </a:ext>
            </a:extLst>
          </p:cNvPr>
          <p:cNvSpPr txBox="1"/>
          <p:nvPr/>
        </p:nvSpPr>
        <p:spPr>
          <a:xfrm>
            <a:off x="3716867" y="1727886"/>
            <a:ext cx="462845" cy="584775"/>
          </a:xfrm>
          <a:prstGeom prst="rect">
            <a:avLst/>
          </a:prstGeom>
          <a:noFill/>
        </p:spPr>
        <p:txBody>
          <a:bodyPr wrap="square" rtlCol="0">
            <a:spAutoFit/>
          </a:bodyPr>
          <a:lstStyle/>
          <a:p>
            <a:pPr algn="ctr"/>
            <a:r>
              <a:rPr lang="en-US" sz="3200" dirty="0"/>
              <a:t>7</a:t>
            </a:r>
          </a:p>
        </p:txBody>
      </p:sp>
      <p:sp>
        <p:nvSpPr>
          <p:cNvPr id="66" name="TextBox 65">
            <a:extLst>
              <a:ext uri="{FF2B5EF4-FFF2-40B4-BE49-F238E27FC236}">
                <a16:creationId xmlns:a16="http://schemas.microsoft.com/office/drawing/2014/main" id="{8544EDD6-7CB1-2E83-6687-09D4D2FB6595}"/>
              </a:ext>
            </a:extLst>
          </p:cNvPr>
          <p:cNvSpPr txBox="1"/>
          <p:nvPr/>
        </p:nvSpPr>
        <p:spPr>
          <a:xfrm>
            <a:off x="4216401" y="2734556"/>
            <a:ext cx="462845" cy="584775"/>
          </a:xfrm>
          <a:prstGeom prst="rect">
            <a:avLst/>
          </a:prstGeom>
          <a:noFill/>
        </p:spPr>
        <p:txBody>
          <a:bodyPr wrap="square" rtlCol="0">
            <a:spAutoFit/>
          </a:bodyPr>
          <a:lstStyle/>
          <a:p>
            <a:pPr algn="ctr"/>
            <a:r>
              <a:rPr lang="en-US" sz="3200" dirty="0"/>
              <a:t>5</a:t>
            </a:r>
          </a:p>
        </p:txBody>
      </p:sp>
      <p:sp>
        <p:nvSpPr>
          <p:cNvPr id="67" name="TextBox 66">
            <a:extLst>
              <a:ext uri="{FF2B5EF4-FFF2-40B4-BE49-F238E27FC236}">
                <a16:creationId xmlns:a16="http://schemas.microsoft.com/office/drawing/2014/main" id="{D5139C40-18C1-91EE-A261-13AE907A242C}"/>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68" name="TextBox 67">
            <a:extLst>
              <a:ext uri="{FF2B5EF4-FFF2-40B4-BE49-F238E27FC236}">
                <a16:creationId xmlns:a16="http://schemas.microsoft.com/office/drawing/2014/main" id="{415665CC-03A7-D5B4-EA80-4B68D5F70269}"/>
              </a:ext>
            </a:extLst>
          </p:cNvPr>
          <p:cNvSpPr txBox="1"/>
          <p:nvPr/>
        </p:nvSpPr>
        <p:spPr>
          <a:xfrm>
            <a:off x="3716867" y="3237891"/>
            <a:ext cx="462845" cy="584775"/>
          </a:xfrm>
          <a:prstGeom prst="rect">
            <a:avLst/>
          </a:prstGeom>
          <a:noFill/>
        </p:spPr>
        <p:txBody>
          <a:bodyPr wrap="square" rtlCol="0">
            <a:spAutoFit/>
          </a:bodyPr>
          <a:lstStyle/>
          <a:p>
            <a:pPr algn="ctr"/>
            <a:r>
              <a:rPr lang="en-US" sz="3200" dirty="0"/>
              <a:t>4</a:t>
            </a:r>
          </a:p>
        </p:txBody>
      </p:sp>
      <p:sp>
        <p:nvSpPr>
          <p:cNvPr id="9" name="TextBox 8">
            <a:extLst>
              <a:ext uri="{FF2B5EF4-FFF2-40B4-BE49-F238E27FC236}">
                <a16:creationId xmlns:a16="http://schemas.microsoft.com/office/drawing/2014/main" id="{760C8AC2-352D-A0E6-72F7-1D5A96332A08}"/>
              </a:ext>
            </a:extLst>
          </p:cNvPr>
          <p:cNvSpPr txBox="1"/>
          <p:nvPr/>
        </p:nvSpPr>
        <p:spPr>
          <a:xfrm>
            <a:off x="5215469" y="2734556"/>
            <a:ext cx="462845" cy="584775"/>
          </a:xfrm>
          <a:prstGeom prst="rect">
            <a:avLst/>
          </a:prstGeom>
          <a:noFill/>
        </p:spPr>
        <p:txBody>
          <a:bodyPr wrap="square" rtlCol="0">
            <a:spAutoFit/>
          </a:bodyPr>
          <a:lstStyle/>
          <a:p>
            <a:pPr algn="ctr"/>
            <a:r>
              <a:rPr lang="en-US" sz="3200" dirty="0"/>
              <a:t>2</a:t>
            </a:r>
          </a:p>
        </p:txBody>
      </p:sp>
      <p:sp>
        <p:nvSpPr>
          <p:cNvPr id="45" name="TextBox 44">
            <a:extLst>
              <a:ext uri="{FF2B5EF4-FFF2-40B4-BE49-F238E27FC236}">
                <a16:creationId xmlns:a16="http://schemas.microsoft.com/office/drawing/2014/main" id="{82A7C90F-9772-5FE7-EB18-14C83530EAD4}"/>
              </a:ext>
            </a:extLst>
          </p:cNvPr>
          <p:cNvSpPr txBox="1"/>
          <p:nvPr/>
        </p:nvSpPr>
        <p:spPr>
          <a:xfrm>
            <a:off x="7213604" y="2734556"/>
            <a:ext cx="462845" cy="584775"/>
          </a:xfrm>
          <a:prstGeom prst="rect">
            <a:avLst/>
          </a:prstGeom>
          <a:noFill/>
        </p:spPr>
        <p:txBody>
          <a:bodyPr wrap="square" rtlCol="0">
            <a:spAutoFit/>
          </a:bodyPr>
          <a:lstStyle/>
          <a:p>
            <a:pPr algn="ctr"/>
            <a:r>
              <a:rPr lang="en-US" sz="3200" dirty="0"/>
              <a:t>9</a:t>
            </a:r>
          </a:p>
        </p:txBody>
      </p:sp>
      <p:sp>
        <p:nvSpPr>
          <p:cNvPr id="46" name="TextBox 45">
            <a:extLst>
              <a:ext uri="{FF2B5EF4-FFF2-40B4-BE49-F238E27FC236}">
                <a16:creationId xmlns:a16="http://schemas.microsoft.com/office/drawing/2014/main" id="{08E16F6F-7EE8-F3FE-55E6-488EC9110245}"/>
              </a:ext>
            </a:extLst>
          </p:cNvPr>
          <p:cNvSpPr txBox="1"/>
          <p:nvPr/>
        </p:nvSpPr>
        <p:spPr>
          <a:xfrm>
            <a:off x="6714071" y="2734556"/>
            <a:ext cx="462845" cy="584775"/>
          </a:xfrm>
          <a:prstGeom prst="rect">
            <a:avLst/>
          </a:prstGeom>
          <a:noFill/>
        </p:spPr>
        <p:txBody>
          <a:bodyPr wrap="square" rtlCol="0">
            <a:spAutoFit/>
          </a:bodyPr>
          <a:lstStyle/>
          <a:p>
            <a:pPr algn="ctr"/>
            <a:r>
              <a:rPr lang="en-US" sz="3200" dirty="0"/>
              <a:t>8</a:t>
            </a:r>
          </a:p>
        </p:txBody>
      </p:sp>
      <p:sp>
        <p:nvSpPr>
          <p:cNvPr id="50" name="TextBox 49">
            <a:extLst>
              <a:ext uri="{FF2B5EF4-FFF2-40B4-BE49-F238E27FC236}">
                <a16:creationId xmlns:a16="http://schemas.microsoft.com/office/drawing/2014/main" id="{AC45BD38-CD73-0909-DE95-199794805322}"/>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54" name="TextBox 53">
            <a:extLst>
              <a:ext uri="{FF2B5EF4-FFF2-40B4-BE49-F238E27FC236}">
                <a16:creationId xmlns:a16="http://schemas.microsoft.com/office/drawing/2014/main" id="{45B6EC61-75EF-9785-91A4-11A56EC9C909}"/>
              </a:ext>
            </a:extLst>
          </p:cNvPr>
          <p:cNvSpPr txBox="1"/>
          <p:nvPr/>
        </p:nvSpPr>
        <p:spPr>
          <a:xfrm>
            <a:off x="3716867" y="721216"/>
            <a:ext cx="462845" cy="584775"/>
          </a:xfrm>
          <a:prstGeom prst="rect">
            <a:avLst/>
          </a:prstGeom>
          <a:noFill/>
        </p:spPr>
        <p:txBody>
          <a:bodyPr wrap="square" rtlCol="0">
            <a:spAutoFit/>
          </a:bodyPr>
          <a:lstStyle/>
          <a:p>
            <a:pPr algn="ctr"/>
            <a:r>
              <a:rPr lang="en-US" sz="3200" dirty="0"/>
              <a:t>3</a:t>
            </a:r>
          </a:p>
        </p:txBody>
      </p:sp>
      <p:sp>
        <p:nvSpPr>
          <p:cNvPr id="55" name="TextBox 54">
            <a:extLst>
              <a:ext uri="{FF2B5EF4-FFF2-40B4-BE49-F238E27FC236}">
                <a16:creationId xmlns:a16="http://schemas.microsoft.com/office/drawing/2014/main" id="{64F34140-3E25-DBC5-4211-4019246591E2}"/>
              </a:ext>
            </a:extLst>
          </p:cNvPr>
          <p:cNvSpPr txBox="1"/>
          <p:nvPr/>
        </p:nvSpPr>
        <p:spPr>
          <a:xfrm>
            <a:off x="5715003" y="721216"/>
            <a:ext cx="462845" cy="584775"/>
          </a:xfrm>
          <a:prstGeom prst="rect">
            <a:avLst/>
          </a:prstGeom>
          <a:noFill/>
        </p:spPr>
        <p:txBody>
          <a:bodyPr wrap="square" rtlCol="0">
            <a:spAutoFit/>
          </a:bodyPr>
          <a:lstStyle/>
          <a:p>
            <a:pPr algn="ctr"/>
            <a:r>
              <a:rPr lang="en-US" sz="3200" dirty="0"/>
              <a:t>5</a:t>
            </a:r>
          </a:p>
        </p:txBody>
      </p:sp>
      <p:sp>
        <p:nvSpPr>
          <p:cNvPr id="37" name="TextBox 36">
            <a:extLst>
              <a:ext uri="{FF2B5EF4-FFF2-40B4-BE49-F238E27FC236}">
                <a16:creationId xmlns:a16="http://schemas.microsoft.com/office/drawing/2014/main" id="{99B025B5-D86E-A24A-98CE-B0E4FD2CCA14}"/>
              </a:ext>
            </a:extLst>
          </p:cNvPr>
          <p:cNvSpPr txBox="1"/>
          <p:nvPr/>
        </p:nvSpPr>
        <p:spPr>
          <a:xfrm>
            <a:off x="3716867" y="1224551"/>
            <a:ext cx="462845" cy="584775"/>
          </a:xfrm>
          <a:prstGeom prst="rect">
            <a:avLst/>
          </a:prstGeom>
          <a:noFill/>
        </p:spPr>
        <p:txBody>
          <a:bodyPr wrap="square" rtlCol="0">
            <a:spAutoFit/>
          </a:bodyPr>
          <a:lstStyle/>
          <a:p>
            <a:pPr algn="ctr"/>
            <a:r>
              <a:rPr lang="en-US" sz="3200" dirty="0"/>
              <a:t>5</a:t>
            </a:r>
          </a:p>
        </p:txBody>
      </p:sp>
      <p:sp>
        <p:nvSpPr>
          <p:cNvPr id="38" name="TextBox 37">
            <a:extLst>
              <a:ext uri="{FF2B5EF4-FFF2-40B4-BE49-F238E27FC236}">
                <a16:creationId xmlns:a16="http://schemas.microsoft.com/office/drawing/2014/main" id="{82F5CD4B-C2F3-D33C-184D-53787C091AF3}"/>
              </a:ext>
            </a:extLst>
          </p:cNvPr>
          <p:cNvSpPr txBox="1"/>
          <p:nvPr/>
        </p:nvSpPr>
        <p:spPr>
          <a:xfrm>
            <a:off x="4715935" y="721216"/>
            <a:ext cx="462845" cy="584775"/>
          </a:xfrm>
          <a:prstGeom prst="rect">
            <a:avLst/>
          </a:prstGeom>
          <a:noFill/>
        </p:spPr>
        <p:txBody>
          <a:bodyPr wrap="square" rtlCol="0">
            <a:spAutoFit/>
          </a:bodyPr>
          <a:lstStyle/>
          <a:p>
            <a:pPr algn="ctr"/>
            <a:r>
              <a:rPr lang="en-US" sz="3200" dirty="0"/>
              <a:t>7</a:t>
            </a:r>
          </a:p>
        </p:txBody>
      </p:sp>
      <p:sp>
        <p:nvSpPr>
          <p:cNvPr id="56" name="TextBox 55">
            <a:extLst>
              <a:ext uri="{FF2B5EF4-FFF2-40B4-BE49-F238E27FC236}">
                <a16:creationId xmlns:a16="http://schemas.microsoft.com/office/drawing/2014/main" id="{82FB8711-209D-D50F-CFE6-2B7B3BE96F66}"/>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
        <p:nvSpPr>
          <p:cNvPr id="25" name="TextBox 24">
            <a:extLst>
              <a:ext uri="{FF2B5EF4-FFF2-40B4-BE49-F238E27FC236}">
                <a16:creationId xmlns:a16="http://schemas.microsoft.com/office/drawing/2014/main" id="{57CA6A76-D522-DF65-D389-8AE200DF9732}"/>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39" name="TextBox 38">
            <a:extLst>
              <a:ext uri="{FF2B5EF4-FFF2-40B4-BE49-F238E27FC236}">
                <a16:creationId xmlns:a16="http://schemas.microsoft.com/office/drawing/2014/main" id="{7CC8B976-E09A-3C9E-4238-9EDE7A337DBB}"/>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14" name="TextBox 13">
            <a:extLst>
              <a:ext uri="{FF2B5EF4-FFF2-40B4-BE49-F238E27FC236}">
                <a16:creationId xmlns:a16="http://schemas.microsoft.com/office/drawing/2014/main" id="{641912EF-F829-EEE0-4FBE-F393B62995EF}"/>
              </a:ext>
            </a:extLst>
          </p:cNvPr>
          <p:cNvSpPr txBox="1"/>
          <p:nvPr/>
        </p:nvSpPr>
        <p:spPr>
          <a:xfrm>
            <a:off x="6214537" y="3237891"/>
            <a:ext cx="462845" cy="584775"/>
          </a:xfrm>
          <a:prstGeom prst="rect">
            <a:avLst/>
          </a:prstGeom>
          <a:noFill/>
        </p:spPr>
        <p:txBody>
          <a:bodyPr wrap="square" rtlCol="0">
            <a:spAutoFit/>
          </a:bodyPr>
          <a:lstStyle/>
          <a:p>
            <a:pPr algn="ctr"/>
            <a:r>
              <a:rPr lang="en-US" sz="3200" dirty="0"/>
              <a:t>5</a:t>
            </a:r>
          </a:p>
        </p:txBody>
      </p:sp>
      <p:sp>
        <p:nvSpPr>
          <p:cNvPr id="41" name="TextBox 40">
            <a:extLst>
              <a:ext uri="{FF2B5EF4-FFF2-40B4-BE49-F238E27FC236}">
                <a16:creationId xmlns:a16="http://schemas.microsoft.com/office/drawing/2014/main" id="{F10635CC-B35C-2F70-B1C5-2C60A2677E51}"/>
              </a:ext>
            </a:extLst>
          </p:cNvPr>
          <p:cNvSpPr txBox="1"/>
          <p:nvPr/>
        </p:nvSpPr>
        <p:spPr>
          <a:xfrm>
            <a:off x="4143022" y="4038229"/>
            <a:ext cx="570089" cy="230832"/>
          </a:xfrm>
          <a:prstGeom prst="rect">
            <a:avLst/>
          </a:prstGeom>
          <a:noFill/>
        </p:spPr>
        <p:txBody>
          <a:bodyPr wrap="square" rtlCol="0">
            <a:spAutoFit/>
          </a:bodyPr>
          <a:lstStyle/>
          <a:p>
            <a:pPr algn="ctr"/>
            <a:r>
              <a:rPr lang="en-US" sz="900" dirty="0"/>
              <a:t>34</a:t>
            </a:r>
          </a:p>
        </p:txBody>
      </p:sp>
      <p:sp>
        <p:nvSpPr>
          <p:cNvPr id="62" name="TextBox 61">
            <a:extLst>
              <a:ext uri="{FF2B5EF4-FFF2-40B4-BE49-F238E27FC236}">
                <a16:creationId xmlns:a16="http://schemas.microsoft.com/office/drawing/2014/main" id="{89F26C34-F257-94F3-7415-490AEAB5E40E}"/>
              </a:ext>
            </a:extLst>
          </p:cNvPr>
          <p:cNvSpPr txBox="1"/>
          <p:nvPr/>
        </p:nvSpPr>
        <p:spPr>
          <a:xfrm>
            <a:off x="4143022" y="5040116"/>
            <a:ext cx="570089" cy="230832"/>
          </a:xfrm>
          <a:prstGeom prst="rect">
            <a:avLst/>
          </a:prstGeom>
          <a:noFill/>
        </p:spPr>
        <p:txBody>
          <a:bodyPr wrap="square" rtlCol="0">
            <a:spAutoFit/>
          </a:bodyPr>
          <a:lstStyle/>
          <a:p>
            <a:pPr algn="ctr"/>
            <a:r>
              <a:rPr lang="en-US" sz="900" dirty="0"/>
              <a:t>47</a:t>
            </a:r>
          </a:p>
        </p:txBody>
      </p:sp>
      <p:sp>
        <p:nvSpPr>
          <p:cNvPr id="71" name="TextBox 70">
            <a:extLst>
              <a:ext uri="{FF2B5EF4-FFF2-40B4-BE49-F238E27FC236}">
                <a16:creationId xmlns:a16="http://schemas.microsoft.com/office/drawing/2014/main" id="{6A794605-8EDA-119C-2C66-A952F2B8EDF6}"/>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
        <p:nvSpPr>
          <p:cNvPr id="73" name="TextBox 72">
            <a:extLst>
              <a:ext uri="{FF2B5EF4-FFF2-40B4-BE49-F238E27FC236}">
                <a16:creationId xmlns:a16="http://schemas.microsoft.com/office/drawing/2014/main" id="{3F29B627-82CC-F154-441D-642A25D60478}"/>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74" name="TextBox 73">
            <a:extLst>
              <a:ext uri="{FF2B5EF4-FFF2-40B4-BE49-F238E27FC236}">
                <a16:creationId xmlns:a16="http://schemas.microsoft.com/office/drawing/2014/main" id="{6068E99B-AAE9-38AE-BB76-9592E47B3DF3}"/>
              </a:ext>
            </a:extLst>
          </p:cNvPr>
          <p:cNvSpPr txBox="1"/>
          <p:nvPr/>
        </p:nvSpPr>
        <p:spPr>
          <a:xfrm>
            <a:off x="5215469" y="1727886"/>
            <a:ext cx="462845" cy="584775"/>
          </a:xfrm>
          <a:prstGeom prst="rect">
            <a:avLst/>
          </a:prstGeom>
          <a:noFill/>
        </p:spPr>
        <p:txBody>
          <a:bodyPr wrap="square" rtlCol="0">
            <a:spAutoFit/>
          </a:bodyPr>
          <a:lstStyle/>
          <a:p>
            <a:pPr algn="ctr"/>
            <a:r>
              <a:rPr lang="en-US" sz="3200" dirty="0"/>
              <a:t>8</a:t>
            </a:r>
          </a:p>
        </p:txBody>
      </p:sp>
      <p:sp>
        <p:nvSpPr>
          <p:cNvPr id="75" name="TextBox 74">
            <a:extLst>
              <a:ext uri="{FF2B5EF4-FFF2-40B4-BE49-F238E27FC236}">
                <a16:creationId xmlns:a16="http://schemas.microsoft.com/office/drawing/2014/main" id="{69D32399-86EE-1197-6F4D-92CF06E6B67A}"/>
              </a:ext>
            </a:extLst>
          </p:cNvPr>
          <p:cNvSpPr txBox="1"/>
          <p:nvPr/>
        </p:nvSpPr>
        <p:spPr>
          <a:xfrm>
            <a:off x="3217333" y="1224551"/>
            <a:ext cx="462845" cy="584775"/>
          </a:xfrm>
          <a:prstGeom prst="rect">
            <a:avLst/>
          </a:prstGeom>
          <a:noFill/>
        </p:spPr>
        <p:txBody>
          <a:bodyPr wrap="square" rtlCol="0">
            <a:spAutoFit/>
          </a:bodyPr>
          <a:lstStyle/>
          <a:p>
            <a:pPr algn="ctr"/>
            <a:r>
              <a:rPr lang="en-US" sz="3200" dirty="0"/>
              <a:t>8</a:t>
            </a:r>
          </a:p>
        </p:txBody>
      </p:sp>
      <p:sp>
        <p:nvSpPr>
          <p:cNvPr id="76" name="TextBox 75">
            <a:extLst>
              <a:ext uri="{FF2B5EF4-FFF2-40B4-BE49-F238E27FC236}">
                <a16:creationId xmlns:a16="http://schemas.microsoft.com/office/drawing/2014/main" id="{4F870C70-2FC9-30A6-4DBF-95A0A83791BD}"/>
              </a:ext>
            </a:extLst>
          </p:cNvPr>
          <p:cNvSpPr txBox="1"/>
          <p:nvPr/>
        </p:nvSpPr>
        <p:spPr>
          <a:xfrm>
            <a:off x="3217333" y="1727886"/>
            <a:ext cx="462845" cy="584775"/>
          </a:xfrm>
          <a:prstGeom prst="rect">
            <a:avLst/>
          </a:prstGeom>
          <a:noFill/>
        </p:spPr>
        <p:txBody>
          <a:bodyPr wrap="square" rtlCol="0">
            <a:spAutoFit/>
          </a:bodyPr>
          <a:lstStyle/>
          <a:p>
            <a:pPr algn="ctr"/>
            <a:r>
              <a:rPr lang="en-US" sz="3200" dirty="0"/>
              <a:t>9</a:t>
            </a:r>
          </a:p>
        </p:txBody>
      </p:sp>
      <p:sp>
        <p:nvSpPr>
          <p:cNvPr id="77" name="TextBox 76">
            <a:extLst>
              <a:ext uri="{FF2B5EF4-FFF2-40B4-BE49-F238E27FC236}">
                <a16:creationId xmlns:a16="http://schemas.microsoft.com/office/drawing/2014/main" id="{EFF6F24F-9691-D8B9-F93F-6136257366B8}"/>
              </a:ext>
            </a:extLst>
          </p:cNvPr>
          <p:cNvSpPr txBox="1"/>
          <p:nvPr/>
        </p:nvSpPr>
        <p:spPr>
          <a:xfrm>
            <a:off x="6714071" y="1727886"/>
            <a:ext cx="462845" cy="584775"/>
          </a:xfrm>
          <a:prstGeom prst="rect">
            <a:avLst/>
          </a:prstGeom>
          <a:noFill/>
        </p:spPr>
        <p:txBody>
          <a:bodyPr wrap="square" rtlCol="0">
            <a:spAutoFit/>
          </a:bodyPr>
          <a:lstStyle/>
          <a:p>
            <a:pPr algn="ctr"/>
            <a:r>
              <a:rPr lang="en-US" sz="3200" dirty="0"/>
              <a:t>3</a:t>
            </a:r>
          </a:p>
        </p:txBody>
      </p:sp>
      <p:sp>
        <p:nvSpPr>
          <p:cNvPr id="78" name="TextBox 77">
            <a:extLst>
              <a:ext uri="{FF2B5EF4-FFF2-40B4-BE49-F238E27FC236}">
                <a16:creationId xmlns:a16="http://schemas.microsoft.com/office/drawing/2014/main" id="{4C6B67A0-6C25-883A-30F2-8B40F18022FB}"/>
              </a:ext>
            </a:extLst>
          </p:cNvPr>
          <p:cNvSpPr txBox="1"/>
          <p:nvPr/>
        </p:nvSpPr>
        <p:spPr>
          <a:xfrm>
            <a:off x="7213604" y="1727886"/>
            <a:ext cx="462845" cy="584775"/>
          </a:xfrm>
          <a:prstGeom prst="rect">
            <a:avLst/>
          </a:prstGeom>
          <a:noFill/>
        </p:spPr>
        <p:txBody>
          <a:bodyPr wrap="square" rtlCol="0">
            <a:spAutoFit/>
          </a:bodyPr>
          <a:lstStyle/>
          <a:p>
            <a:pPr algn="ctr"/>
            <a:r>
              <a:rPr lang="en-US" sz="3200" dirty="0"/>
              <a:t>5</a:t>
            </a:r>
          </a:p>
        </p:txBody>
      </p:sp>
      <p:sp>
        <p:nvSpPr>
          <p:cNvPr id="79" name="TextBox 78">
            <a:extLst>
              <a:ext uri="{FF2B5EF4-FFF2-40B4-BE49-F238E27FC236}">
                <a16:creationId xmlns:a16="http://schemas.microsoft.com/office/drawing/2014/main" id="{41A5E3DF-DA46-448B-C6B6-776DBF1C6203}"/>
              </a:ext>
            </a:extLst>
          </p:cNvPr>
          <p:cNvSpPr txBox="1"/>
          <p:nvPr/>
        </p:nvSpPr>
        <p:spPr>
          <a:xfrm>
            <a:off x="4715935" y="2734556"/>
            <a:ext cx="462845" cy="584775"/>
          </a:xfrm>
          <a:prstGeom prst="rect">
            <a:avLst/>
          </a:prstGeom>
          <a:noFill/>
        </p:spPr>
        <p:txBody>
          <a:bodyPr wrap="square" rtlCol="0">
            <a:spAutoFit/>
          </a:bodyPr>
          <a:lstStyle/>
          <a:p>
            <a:pPr algn="ctr"/>
            <a:r>
              <a:rPr lang="en-US" sz="3200" dirty="0"/>
              <a:t>1</a:t>
            </a:r>
          </a:p>
        </p:txBody>
      </p:sp>
      <p:sp>
        <p:nvSpPr>
          <p:cNvPr id="80" name="TextBox 79">
            <a:extLst>
              <a:ext uri="{FF2B5EF4-FFF2-40B4-BE49-F238E27FC236}">
                <a16:creationId xmlns:a16="http://schemas.microsoft.com/office/drawing/2014/main" id="{CD34BB23-2F7C-4219-8AD1-E7C54467A6D3}"/>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DC6D270B-BC4D-F1E9-5FCF-E0730A3CE2DD}"/>
              </a:ext>
            </a:extLst>
          </p:cNvPr>
          <p:cNvSpPr txBox="1"/>
          <p:nvPr/>
        </p:nvSpPr>
        <p:spPr>
          <a:xfrm>
            <a:off x="3716867" y="3741226"/>
            <a:ext cx="462845" cy="584775"/>
          </a:xfrm>
          <a:prstGeom prst="rect">
            <a:avLst/>
          </a:prstGeom>
          <a:noFill/>
        </p:spPr>
        <p:txBody>
          <a:bodyPr wrap="square" rtlCol="0">
            <a:spAutoFit/>
          </a:bodyPr>
          <a:lstStyle/>
          <a:p>
            <a:pPr algn="ctr"/>
            <a:r>
              <a:rPr lang="en-US" sz="3200" dirty="0"/>
              <a:t>2</a:t>
            </a:r>
          </a:p>
        </p:txBody>
      </p:sp>
      <p:sp>
        <p:nvSpPr>
          <p:cNvPr id="17" name="TextBox 16">
            <a:extLst>
              <a:ext uri="{FF2B5EF4-FFF2-40B4-BE49-F238E27FC236}">
                <a16:creationId xmlns:a16="http://schemas.microsoft.com/office/drawing/2014/main" id="{AE336F09-F9D6-D4E0-42C4-CB1D64B9C7BD}"/>
              </a:ext>
            </a:extLst>
          </p:cNvPr>
          <p:cNvSpPr txBox="1"/>
          <p:nvPr/>
        </p:nvSpPr>
        <p:spPr>
          <a:xfrm>
            <a:off x="5147734" y="4038229"/>
            <a:ext cx="570089" cy="230832"/>
          </a:xfrm>
          <a:prstGeom prst="rect">
            <a:avLst/>
          </a:prstGeom>
          <a:noFill/>
        </p:spPr>
        <p:txBody>
          <a:bodyPr wrap="square" rtlCol="0">
            <a:spAutoFit/>
          </a:bodyPr>
          <a:lstStyle/>
          <a:p>
            <a:pPr algn="ctr"/>
            <a:r>
              <a:rPr lang="en-US" sz="900" dirty="0"/>
              <a:t>43</a:t>
            </a:r>
          </a:p>
        </p:txBody>
      </p:sp>
      <p:sp>
        <p:nvSpPr>
          <p:cNvPr id="28" name="TextBox 27">
            <a:extLst>
              <a:ext uri="{FF2B5EF4-FFF2-40B4-BE49-F238E27FC236}">
                <a16:creationId xmlns:a16="http://schemas.microsoft.com/office/drawing/2014/main" id="{9A3E301B-1522-0945-58C1-D8C0300C5AC2}"/>
              </a:ext>
            </a:extLst>
          </p:cNvPr>
          <p:cNvSpPr txBox="1"/>
          <p:nvPr/>
        </p:nvSpPr>
        <p:spPr>
          <a:xfrm>
            <a:off x="4645378" y="4539173"/>
            <a:ext cx="570089" cy="230832"/>
          </a:xfrm>
          <a:prstGeom prst="rect">
            <a:avLst/>
          </a:prstGeom>
          <a:noFill/>
        </p:spPr>
        <p:txBody>
          <a:bodyPr wrap="square" rtlCol="0">
            <a:spAutoFit/>
          </a:bodyPr>
          <a:lstStyle/>
          <a:p>
            <a:pPr algn="ctr"/>
            <a:r>
              <a:rPr lang="en-US" sz="900" dirty="0"/>
              <a:t>93</a:t>
            </a:r>
          </a:p>
        </p:txBody>
      </p:sp>
      <p:sp>
        <p:nvSpPr>
          <p:cNvPr id="29" name="TextBox 28">
            <a:extLst>
              <a:ext uri="{FF2B5EF4-FFF2-40B4-BE49-F238E27FC236}">
                <a16:creationId xmlns:a16="http://schemas.microsoft.com/office/drawing/2014/main" id="{E40363C8-AA82-A216-5B0F-51E78B9770A9}"/>
              </a:ext>
            </a:extLst>
          </p:cNvPr>
          <p:cNvSpPr txBox="1"/>
          <p:nvPr/>
        </p:nvSpPr>
        <p:spPr>
          <a:xfrm>
            <a:off x="5147734" y="4539173"/>
            <a:ext cx="570089" cy="230832"/>
          </a:xfrm>
          <a:prstGeom prst="rect">
            <a:avLst/>
          </a:prstGeom>
          <a:noFill/>
        </p:spPr>
        <p:txBody>
          <a:bodyPr wrap="square" rtlCol="0">
            <a:spAutoFit/>
          </a:bodyPr>
          <a:lstStyle/>
          <a:p>
            <a:pPr algn="ctr"/>
            <a:r>
              <a:rPr lang="en-US" sz="900" dirty="0"/>
              <a:t>359</a:t>
            </a:r>
          </a:p>
        </p:txBody>
      </p:sp>
      <p:sp>
        <p:nvSpPr>
          <p:cNvPr id="49" name="TextBox 48">
            <a:extLst>
              <a:ext uri="{FF2B5EF4-FFF2-40B4-BE49-F238E27FC236}">
                <a16:creationId xmlns:a16="http://schemas.microsoft.com/office/drawing/2014/main" id="{9FA984C2-D4B5-32E1-C8A5-184CEA5CB77E}"/>
              </a:ext>
            </a:extLst>
          </p:cNvPr>
          <p:cNvSpPr txBox="1"/>
          <p:nvPr/>
        </p:nvSpPr>
        <p:spPr>
          <a:xfrm>
            <a:off x="5147734" y="5040116"/>
            <a:ext cx="570089" cy="230832"/>
          </a:xfrm>
          <a:prstGeom prst="rect">
            <a:avLst/>
          </a:prstGeom>
          <a:noFill/>
        </p:spPr>
        <p:txBody>
          <a:bodyPr wrap="square" rtlCol="0">
            <a:spAutoFit/>
          </a:bodyPr>
          <a:lstStyle/>
          <a:p>
            <a:pPr algn="ctr"/>
            <a:r>
              <a:rPr lang="en-US" sz="900" dirty="0"/>
              <a:t>45</a:t>
            </a:r>
          </a:p>
        </p:txBody>
      </p:sp>
      <p:sp>
        <p:nvSpPr>
          <p:cNvPr id="84" name="TextBox 83">
            <a:extLst>
              <a:ext uri="{FF2B5EF4-FFF2-40B4-BE49-F238E27FC236}">
                <a16:creationId xmlns:a16="http://schemas.microsoft.com/office/drawing/2014/main" id="{C00828C1-0A49-EF01-5C3A-92B7F8A6FCF2}"/>
              </a:ext>
            </a:extLst>
          </p:cNvPr>
          <p:cNvSpPr txBox="1"/>
          <p:nvPr/>
        </p:nvSpPr>
        <p:spPr>
          <a:xfrm>
            <a:off x="5715003" y="3741226"/>
            <a:ext cx="462845" cy="584775"/>
          </a:xfrm>
          <a:prstGeom prst="rect">
            <a:avLst/>
          </a:prstGeom>
          <a:noFill/>
        </p:spPr>
        <p:txBody>
          <a:bodyPr wrap="square" rtlCol="0">
            <a:spAutoFit/>
          </a:bodyPr>
          <a:lstStyle/>
          <a:p>
            <a:pPr algn="ctr"/>
            <a:r>
              <a:rPr lang="en-US" sz="3200" dirty="0"/>
              <a:t>8</a:t>
            </a:r>
          </a:p>
        </p:txBody>
      </p:sp>
      <p:sp>
        <p:nvSpPr>
          <p:cNvPr id="21" name="TextBox 20">
            <a:extLst>
              <a:ext uri="{FF2B5EF4-FFF2-40B4-BE49-F238E27FC236}">
                <a16:creationId xmlns:a16="http://schemas.microsoft.com/office/drawing/2014/main" id="{8A9C97D3-06E3-4867-A67E-29F927A7A01F}"/>
              </a:ext>
            </a:extLst>
          </p:cNvPr>
          <p:cNvSpPr txBox="1"/>
          <p:nvPr/>
        </p:nvSpPr>
        <p:spPr>
          <a:xfrm>
            <a:off x="6214537" y="3741226"/>
            <a:ext cx="462845" cy="584775"/>
          </a:xfrm>
          <a:prstGeom prst="rect">
            <a:avLst/>
          </a:prstGeom>
          <a:noFill/>
        </p:spPr>
        <p:txBody>
          <a:bodyPr wrap="square" rtlCol="0">
            <a:spAutoFit/>
          </a:bodyPr>
          <a:lstStyle/>
          <a:p>
            <a:pPr algn="ctr"/>
            <a:r>
              <a:rPr lang="en-US" sz="3200" dirty="0"/>
              <a:t>9</a:t>
            </a:r>
          </a:p>
        </p:txBody>
      </p:sp>
      <p:sp>
        <p:nvSpPr>
          <p:cNvPr id="85" name="TextBox 84">
            <a:extLst>
              <a:ext uri="{FF2B5EF4-FFF2-40B4-BE49-F238E27FC236}">
                <a16:creationId xmlns:a16="http://schemas.microsoft.com/office/drawing/2014/main" id="{88BB06A8-A7FE-594A-8FA4-4B0039FD4D5E}"/>
              </a:ext>
            </a:extLst>
          </p:cNvPr>
          <p:cNvSpPr txBox="1"/>
          <p:nvPr/>
        </p:nvSpPr>
        <p:spPr>
          <a:xfrm>
            <a:off x="4216401" y="2231221"/>
            <a:ext cx="462845" cy="584775"/>
          </a:xfrm>
          <a:prstGeom prst="rect">
            <a:avLst/>
          </a:prstGeom>
          <a:noFill/>
        </p:spPr>
        <p:txBody>
          <a:bodyPr wrap="square" rtlCol="0">
            <a:spAutoFit/>
          </a:bodyPr>
          <a:lstStyle/>
          <a:p>
            <a:pPr algn="ctr"/>
            <a:r>
              <a:rPr lang="en-US" sz="3200" dirty="0"/>
              <a:t>8</a:t>
            </a:r>
          </a:p>
        </p:txBody>
      </p:sp>
      <p:sp>
        <p:nvSpPr>
          <p:cNvPr id="86" name="TextBox 85">
            <a:extLst>
              <a:ext uri="{FF2B5EF4-FFF2-40B4-BE49-F238E27FC236}">
                <a16:creationId xmlns:a16="http://schemas.microsoft.com/office/drawing/2014/main" id="{18FCBBAF-1EB4-F7A3-55C1-447F0F325C4C}"/>
              </a:ext>
            </a:extLst>
          </p:cNvPr>
          <p:cNvSpPr txBox="1"/>
          <p:nvPr/>
        </p:nvSpPr>
        <p:spPr>
          <a:xfrm>
            <a:off x="5715003" y="2231221"/>
            <a:ext cx="462845" cy="584775"/>
          </a:xfrm>
          <a:prstGeom prst="rect">
            <a:avLst/>
          </a:prstGeom>
          <a:noFill/>
        </p:spPr>
        <p:txBody>
          <a:bodyPr wrap="square" rtlCol="0">
            <a:spAutoFit/>
          </a:bodyPr>
          <a:lstStyle/>
          <a:p>
            <a:pPr algn="ctr"/>
            <a:r>
              <a:rPr lang="en-US" sz="3200" dirty="0"/>
              <a:t>9</a:t>
            </a:r>
          </a:p>
        </p:txBody>
      </p:sp>
      <p:sp>
        <p:nvSpPr>
          <p:cNvPr id="13" name="TextBox 12">
            <a:extLst>
              <a:ext uri="{FF2B5EF4-FFF2-40B4-BE49-F238E27FC236}">
                <a16:creationId xmlns:a16="http://schemas.microsoft.com/office/drawing/2014/main" id="{1CC6B0D3-C752-60B3-7768-24C532AEA396}"/>
              </a:ext>
            </a:extLst>
          </p:cNvPr>
          <p:cNvSpPr txBox="1"/>
          <p:nvPr/>
        </p:nvSpPr>
        <p:spPr>
          <a:xfrm>
            <a:off x="4216401" y="3237891"/>
            <a:ext cx="462845" cy="584775"/>
          </a:xfrm>
          <a:prstGeom prst="rect">
            <a:avLst/>
          </a:prstGeom>
          <a:noFill/>
        </p:spPr>
        <p:txBody>
          <a:bodyPr wrap="square" rtlCol="0">
            <a:spAutoFit/>
          </a:bodyPr>
          <a:lstStyle/>
          <a:p>
            <a:pPr algn="ctr"/>
            <a:r>
              <a:rPr lang="en-US" sz="3200" dirty="0"/>
              <a:t>9</a:t>
            </a:r>
          </a:p>
        </p:txBody>
      </p:sp>
      <p:sp>
        <p:nvSpPr>
          <p:cNvPr id="16" name="TextBox 15">
            <a:extLst>
              <a:ext uri="{FF2B5EF4-FFF2-40B4-BE49-F238E27FC236}">
                <a16:creationId xmlns:a16="http://schemas.microsoft.com/office/drawing/2014/main" id="{CFD88A03-E927-38B6-987A-9347D6FCE013}"/>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63" name="TextBox 62">
            <a:extLst>
              <a:ext uri="{FF2B5EF4-FFF2-40B4-BE49-F238E27FC236}">
                <a16:creationId xmlns:a16="http://schemas.microsoft.com/office/drawing/2014/main" id="{FB9071FB-4169-B7A9-33BC-429BBCA353A6}"/>
              </a:ext>
            </a:extLst>
          </p:cNvPr>
          <p:cNvSpPr txBox="1"/>
          <p:nvPr/>
        </p:nvSpPr>
        <p:spPr>
          <a:xfrm>
            <a:off x="6714071" y="3237891"/>
            <a:ext cx="462845" cy="584775"/>
          </a:xfrm>
          <a:prstGeom prst="rect">
            <a:avLst/>
          </a:prstGeom>
          <a:noFill/>
        </p:spPr>
        <p:txBody>
          <a:bodyPr wrap="square" rtlCol="0">
            <a:spAutoFit/>
          </a:bodyPr>
          <a:lstStyle/>
          <a:p>
            <a:pPr algn="ctr"/>
            <a:r>
              <a:rPr lang="en-US" sz="3200" dirty="0"/>
              <a:t>6</a:t>
            </a:r>
          </a:p>
        </p:txBody>
      </p:sp>
      <p:sp>
        <p:nvSpPr>
          <p:cNvPr id="87" name="TextBox 86">
            <a:extLst>
              <a:ext uri="{FF2B5EF4-FFF2-40B4-BE49-F238E27FC236}">
                <a16:creationId xmlns:a16="http://schemas.microsoft.com/office/drawing/2014/main" id="{85A5D7B5-2195-093D-4554-E5AC45EF7820}"/>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88" name="TextBox 87">
            <a:extLst>
              <a:ext uri="{FF2B5EF4-FFF2-40B4-BE49-F238E27FC236}">
                <a16:creationId xmlns:a16="http://schemas.microsoft.com/office/drawing/2014/main" id="{2335FB97-238B-1A86-C897-E127608B7171}"/>
              </a:ext>
            </a:extLst>
          </p:cNvPr>
          <p:cNvSpPr txBox="1"/>
          <p:nvPr/>
        </p:nvSpPr>
        <p:spPr>
          <a:xfrm>
            <a:off x="7213604" y="4244561"/>
            <a:ext cx="462845" cy="584775"/>
          </a:xfrm>
          <a:prstGeom prst="rect">
            <a:avLst/>
          </a:prstGeom>
          <a:noFill/>
        </p:spPr>
        <p:txBody>
          <a:bodyPr wrap="square" rtlCol="0">
            <a:spAutoFit/>
          </a:bodyPr>
          <a:lstStyle/>
          <a:p>
            <a:pPr algn="ctr"/>
            <a:r>
              <a:rPr lang="en-US" sz="3200" dirty="0"/>
              <a:t>6</a:t>
            </a:r>
          </a:p>
        </p:txBody>
      </p:sp>
      <p:sp>
        <p:nvSpPr>
          <p:cNvPr id="47" name="TextBox 46">
            <a:extLst>
              <a:ext uri="{FF2B5EF4-FFF2-40B4-BE49-F238E27FC236}">
                <a16:creationId xmlns:a16="http://schemas.microsoft.com/office/drawing/2014/main" id="{F97FBAED-DCBA-23CF-A0BC-F0E3E334AA6A}"/>
              </a:ext>
            </a:extLst>
          </p:cNvPr>
          <p:cNvSpPr txBox="1"/>
          <p:nvPr/>
        </p:nvSpPr>
        <p:spPr>
          <a:xfrm>
            <a:off x="7213604" y="3741226"/>
            <a:ext cx="462845" cy="584775"/>
          </a:xfrm>
          <a:prstGeom prst="rect">
            <a:avLst/>
          </a:prstGeom>
          <a:noFill/>
        </p:spPr>
        <p:txBody>
          <a:bodyPr wrap="square" rtlCol="0">
            <a:spAutoFit/>
          </a:bodyPr>
          <a:lstStyle/>
          <a:p>
            <a:pPr algn="ctr"/>
            <a:r>
              <a:rPr lang="en-US" sz="3200" dirty="0"/>
              <a:t>7</a:t>
            </a:r>
          </a:p>
        </p:txBody>
      </p:sp>
      <p:sp>
        <p:nvSpPr>
          <p:cNvPr id="48" name="TextBox 47">
            <a:extLst>
              <a:ext uri="{FF2B5EF4-FFF2-40B4-BE49-F238E27FC236}">
                <a16:creationId xmlns:a16="http://schemas.microsoft.com/office/drawing/2014/main" id="{5D3892CA-F3DF-6583-4656-0C0823E04327}"/>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64" name="TextBox 63">
            <a:extLst>
              <a:ext uri="{FF2B5EF4-FFF2-40B4-BE49-F238E27FC236}">
                <a16:creationId xmlns:a16="http://schemas.microsoft.com/office/drawing/2014/main" id="{0BC1D7E1-5AA1-97AD-3F11-DDE2B98F5914}"/>
              </a:ext>
            </a:extLst>
          </p:cNvPr>
          <p:cNvSpPr txBox="1"/>
          <p:nvPr/>
        </p:nvSpPr>
        <p:spPr>
          <a:xfrm>
            <a:off x="7213604" y="1224551"/>
            <a:ext cx="462845" cy="584775"/>
          </a:xfrm>
          <a:prstGeom prst="rect">
            <a:avLst/>
          </a:prstGeom>
          <a:noFill/>
        </p:spPr>
        <p:txBody>
          <a:bodyPr wrap="square" rtlCol="0">
            <a:spAutoFit/>
          </a:bodyPr>
          <a:lstStyle/>
          <a:p>
            <a:pPr algn="ctr"/>
            <a:r>
              <a:rPr lang="en-US" sz="3200" dirty="0"/>
              <a:t>4</a:t>
            </a:r>
          </a:p>
        </p:txBody>
      </p:sp>
      <p:sp>
        <p:nvSpPr>
          <p:cNvPr id="26" name="TextBox 25">
            <a:extLst>
              <a:ext uri="{FF2B5EF4-FFF2-40B4-BE49-F238E27FC236}">
                <a16:creationId xmlns:a16="http://schemas.microsoft.com/office/drawing/2014/main" id="{06B462C0-B362-59FB-D0CA-49324799BD95}"/>
              </a:ext>
            </a:extLst>
          </p:cNvPr>
          <p:cNvSpPr txBox="1"/>
          <p:nvPr/>
        </p:nvSpPr>
        <p:spPr>
          <a:xfrm>
            <a:off x="6714071" y="2231221"/>
            <a:ext cx="462845" cy="584775"/>
          </a:xfrm>
          <a:prstGeom prst="rect">
            <a:avLst/>
          </a:prstGeom>
          <a:noFill/>
        </p:spPr>
        <p:txBody>
          <a:bodyPr wrap="square" rtlCol="0">
            <a:spAutoFit/>
          </a:bodyPr>
          <a:lstStyle/>
          <a:p>
            <a:pPr algn="ctr"/>
            <a:r>
              <a:rPr lang="en-US" sz="3200" dirty="0"/>
              <a:t>4</a:t>
            </a:r>
          </a:p>
        </p:txBody>
      </p:sp>
      <p:sp>
        <p:nvSpPr>
          <p:cNvPr id="27" name="TextBox 26">
            <a:extLst>
              <a:ext uri="{FF2B5EF4-FFF2-40B4-BE49-F238E27FC236}">
                <a16:creationId xmlns:a16="http://schemas.microsoft.com/office/drawing/2014/main" id="{3EA25E66-537C-977C-E82A-667D50CD2343}"/>
              </a:ext>
            </a:extLst>
          </p:cNvPr>
          <p:cNvSpPr txBox="1"/>
          <p:nvPr/>
        </p:nvSpPr>
        <p:spPr>
          <a:xfrm>
            <a:off x="7213604" y="2231221"/>
            <a:ext cx="462845" cy="584775"/>
          </a:xfrm>
          <a:prstGeom prst="rect">
            <a:avLst/>
          </a:prstGeom>
          <a:noFill/>
        </p:spPr>
        <p:txBody>
          <a:bodyPr wrap="square" rtlCol="0">
            <a:spAutoFit/>
          </a:bodyPr>
          <a:lstStyle/>
          <a:p>
            <a:pPr algn="ctr"/>
            <a:r>
              <a:rPr lang="en-US" sz="3200" dirty="0"/>
              <a:t>2</a:t>
            </a:r>
          </a:p>
        </p:txBody>
      </p:sp>
      <p:sp>
        <p:nvSpPr>
          <p:cNvPr id="18" name="TextBox 17">
            <a:extLst>
              <a:ext uri="{FF2B5EF4-FFF2-40B4-BE49-F238E27FC236}">
                <a16:creationId xmlns:a16="http://schemas.microsoft.com/office/drawing/2014/main" id="{219B297F-2E25-D835-8BC8-A5C0BF137070}"/>
              </a:ext>
            </a:extLst>
          </p:cNvPr>
          <p:cNvSpPr txBox="1"/>
          <p:nvPr/>
        </p:nvSpPr>
        <p:spPr>
          <a:xfrm>
            <a:off x="3217333" y="4244561"/>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5DB46826-2BA0-FA1B-91B0-AE8D13B0C886}"/>
              </a:ext>
            </a:extLst>
          </p:cNvPr>
          <p:cNvSpPr txBox="1"/>
          <p:nvPr/>
        </p:nvSpPr>
        <p:spPr>
          <a:xfrm>
            <a:off x="3716867" y="4244561"/>
            <a:ext cx="462845" cy="584775"/>
          </a:xfrm>
          <a:prstGeom prst="rect">
            <a:avLst/>
          </a:prstGeom>
          <a:noFill/>
        </p:spPr>
        <p:txBody>
          <a:bodyPr wrap="square" rtlCol="0">
            <a:spAutoFit/>
          </a:bodyPr>
          <a:lstStyle/>
          <a:p>
            <a:pPr algn="ctr"/>
            <a:r>
              <a:rPr lang="en-US" sz="3200" dirty="0"/>
              <a:t>8</a:t>
            </a:r>
          </a:p>
        </p:txBody>
      </p:sp>
      <p:sp>
        <p:nvSpPr>
          <p:cNvPr id="65" name="TextBox 64">
            <a:extLst>
              <a:ext uri="{FF2B5EF4-FFF2-40B4-BE49-F238E27FC236}">
                <a16:creationId xmlns:a16="http://schemas.microsoft.com/office/drawing/2014/main" id="{303280ED-13FE-CD9F-5286-4675C6AE4B58}"/>
              </a:ext>
            </a:extLst>
          </p:cNvPr>
          <p:cNvSpPr txBox="1"/>
          <p:nvPr/>
        </p:nvSpPr>
        <p:spPr>
          <a:xfrm>
            <a:off x="6714071" y="4244561"/>
            <a:ext cx="462845" cy="584775"/>
          </a:xfrm>
          <a:prstGeom prst="rect">
            <a:avLst/>
          </a:prstGeom>
          <a:noFill/>
        </p:spPr>
        <p:txBody>
          <a:bodyPr wrap="square" rtlCol="0">
            <a:spAutoFit/>
          </a:bodyPr>
          <a:lstStyle/>
          <a:p>
            <a:pPr algn="ctr"/>
            <a:r>
              <a:rPr lang="en-US" sz="3200" dirty="0"/>
              <a:t>2</a:t>
            </a:r>
          </a:p>
        </p:txBody>
      </p:sp>
      <p:sp>
        <p:nvSpPr>
          <p:cNvPr id="53" name="TextBox 52">
            <a:extLst>
              <a:ext uri="{FF2B5EF4-FFF2-40B4-BE49-F238E27FC236}">
                <a16:creationId xmlns:a16="http://schemas.microsoft.com/office/drawing/2014/main" id="{0417DD6B-3FBF-6202-8513-B166CA481F47}"/>
              </a:ext>
            </a:extLst>
          </p:cNvPr>
          <p:cNvSpPr txBox="1"/>
          <p:nvPr/>
        </p:nvSpPr>
        <p:spPr>
          <a:xfrm>
            <a:off x="3217333" y="3741226"/>
            <a:ext cx="462845" cy="584775"/>
          </a:xfrm>
          <a:prstGeom prst="rect">
            <a:avLst/>
          </a:prstGeom>
          <a:noFill/>
        </p:spPr>
        <p:txBody>
          <a:bodyPr wrap="square" rtlCol="0">
            <a:spAutoFit/>
          </a:bodyPr>
          <a:lstStyle/>
          <a:p>
            <a:pPr algn="ctr"/>
            <a:r>
              <a:rPr lang="en-US" sz="3200" dirty="0"/>
              <a:t>5</a:t>
            </a:r>
          </a:p>
        </p:txBody>
      </p:sp>
      <p:sp>
        <p:nvSpPr>
          <p:cNvPr id="57" name="TextBox 56">
            <a:extLst>
              <a:ext uri="{FF2B5EF4-FFF2-40B4-BE49-F238E27FC236}">
                <a16:creationId xmlns:a16="http://schemas.microsoft.com/office/drawing/2014/main" id="{103BFC04-292A-13C4-B44F-D714A02756EC}"/>
              </a:ext>
            </a:extLst>
          </p:cNvPr>
          <p:cNvSpPr txBox="1"/>
          <p:nvPr/>
        </p:nvSpPr>
        <p:spPr>
          <a:xfrm>
            <a:off x="6714071" y="3741226"/>
            <a:ext cx="462845" cy="584775"/>
          </a:xfrm>
          <a:prstGeom prst="rect">
            <a:avLst/>
          </a:prstGeom>
          <a:noFill/>
        </p:spPr>
        <p:txBody>
          <a:bodyPr wrap="square" rtlCol="0">
            <a:spAutoFit/>
          </a:bodyPr>
          <a:lstStyle/>
          <a:p>
            <a:pPr algn="ctr"/>
            <a:r>
              <a:rPr lang="en-US" sz="3200" dirty="0"/>
              <a:t>1</a:t>
            </a:r>
          </a:p>
        </p:txBody>
      </p:sp>
      <p:sp>
        <p:nvSpPr>
          <p:cNvPr id="72" name="TextBox 71">
            <a:extLst>
              <a:ext uri="{FF2B5EF4-FFF2-40B4-BE49-F238E27FC236}">
                <a16:creationId xmlns:a16="http://schemas.microsoft.com/office/drawing/2014/main" id="{90D6F022-C71A-8A6B-EFAB-CEA0C55B62E0}"/>
              </a:ext>
            </a:extLst>
          </p:cNvPr>
          <p:cNvSpPr txBox="1"/>
          <p:nvPr/>
        </p:nvSpPr>
        <p:spPr>
          <a:xfrm>
            <a:off x="3716867" y="4747898"/>
            <a:ext cx="462845" cy="584775"/>
          </a:xfrm>
          <a:prstGeom prst="rect">
            <a:avLst/>
          </a:prstGeom>
          <a:noFill/>
        </p:spPr>
        <p:txBody>
          <a:bodyPr wrap="square" rtlCol="0">
            <a:spAutoFit/>
          </a:bodyPr>
          <a:lstStyle/>
          <a:p>
            <a:pPr algn="ctr"/>
            <a:r>
              <a:rPr lang="en-US" sz="3200" dirty="0"/>
              <a:t>9</a:t>
            </a:r>
          </a:p>
        </p:txBody>
      </p:sp>
      <p:sp>
        <p:nvSpPr>
          <p:cNvPr id="81" name="TextBox 80">
            <a:extLst>
              <a:ext uri="{FF2B5EF4-FFF2-40B4-BE49-F238E27FC236}">
                <a16:creationId xmlns:a16="http://schemas.microsoft.com/office/drawing/2014/main" id="{216D3FB2-8905-C259-0411-849C2EACB5A4}"/>
              </a:ext>
            </a:extLst>
          </p:cNvPr>
          <p:cNvSpPr txBox="1"/>
          <p:nvPr/>
        </p:nvSpPr>
        <p:spPr>
          <a:xfrm>
            <a:off x="6214537" y="4244561"/>
            <a:ext cx="462845" cy="584775"/>
          </a:xfrm>
          <a:prstGeom prst="rect">
            <a:avLst/>
          </a:prstGeom>
          <a:noFill/>
        </p:spPr>
        <p:txBody>
          <a:bodyPr wrap="square" rtlCol="0">
            <a:spAutoFit/>
          </a:bodyPr>
          <a:lstStyle/>
          <a:p>
            <a:pPr algn="ctr"/>
            <a:r>
              <a:rPr lang="en-US" sz="3200" dirty="0"/>
              <a:t>4</a:t>
            </a:r>
          </a:p>
        </p:txBody>
      </p:sp>
      <p:sp>
        <p:nvSpPr>
          <p:cNvPr id="82" name="TextBox 81">
            <a:extLst>
              <a:ext uri="{FF2B5EF4-FFF2-40B4-BE49-F238E27FC236}">
                <a16:creationId xmlns:a16="http://schemas.microsoft.com/office/drawing/2014/main" id="{992AE243-59A5-13CB-1DCC-0E950C6D61EE}"/>
              </a:ext>
            </a:extLst>
          </p:cNvPr>
          <p:cNvSpPr txBox="1"/>
          <p:nvPr/>
        </p:nvSpPr>
        <p:spPr>
          <a:xfrm>
            <a:off x="6214537" y="4747898"/>
            <a:ext cx="462845" cy="584775"/>
          </a:xfrm>
          <a:prstGeom prst="rect">
            <a:avLst/>
          </a:prstGeom>
          <a:noFill/>
        </p:spPr>
        <p:txBody>
          <a:bodyPr wrap="square" rtlCol="0">
            <a:spAutoFit/>
          </a:bodyPr>
          <a:lstStyle/>
          <a:p>
            <a:pPr algn="ctr"/>
            <a:r>
              <a:rPr lang="en-US" sz="3200" dirty="0"/>
              <a:t>8</a:t>
            </a:r>
          </a:p>
        </p:txBody>
      </p:sp>
      <p:sp>
        <p:nvSpPr>
          <p:cNvPr id="89" name="TextBox 88">
            <a:extLst>
              <a:ext uri="{FF2B5EF4-FFF2-40B4-BE49-F238E27FC236}">
                <a16:creationId xmlns:a16="http://schemas.microsoft.com/office/drawing/2014/main" id="{44B8E50B-7842-2750-ADED-1F224F47384A}"/>
              </a:ext>
            </a:extLst>
          </p:cNvPr>
          <p:cNvSpPr txBox="1"/>
          <p:nvPr/>
        </p:nvSpPr>
        <p:spPr>
          <a:xfrm>
            <a:off x="5715003" y="4244561"/>
            <a:ext cx="462845" cy="584775"/>
          </a:xfrm>
          <a:prstGeom prst="rect">
            <a:avLst/>
          </a:prstGeom>
          <a:noFill/>
        </p:spPr>
        <p:txBody>
          <a:bodyPr wrap="square" rtlCol="0">
            <a:spAutoFit/>
          </a:bodyPr>
          <a:lstStyle/>
          <a:p>
            <a:pPr algn="ctr"/>
            <a:r>
              <a:rPr lang="en-US" sz="3200" dirty="0"/>
              <a:t>7</a:t>
            </a:r>
          </a:p>
        </p:txBody>
      </p:sp>
      <p:sp>
        <p:nvSpPr>
          <p:cNvPr id="90" name="TextBox 89">
            <a:extLst>
              <a:ext uri="{FF2B5EF4-FFF2-40B4-BE49-F238E27FC236}">
                <a16:creationId xmlns:a16="http://schemas.microsoft.com/office/drawing/2014/main" id="{59CC2F2C-07D2-4180-286E-504319957E7E}"/>
              </a:ext>
            </a:extLst>
          </p:cNvPr>
          <p:cNvSpPr txBox="1"/>
          <p:nvPr/>
        </p:nvSpPr>
        <p:spPr>
          <a:xfrm>
            <a:off x="5715003" y="4747898"/>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78952B8D-ED84-102F-834A-6569438BDFC8}"/>
              </a:ext>
            </a:extLst>
          </p:cNvPr>
          <p:cNvSpPr txBox="1"/>
          <p:nvPr/>
        </p:nvSpPr>
        <p:spPr>
          <a:xfrm>
            <a:off x="4715935" y="4747898"/>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04715874-1D73-3E48-AC56-44AAE9F1BCFD}"/>
              </a:ext>
            </a:extLst>
          </p:cNvPr>
          <p:cNvSpPr txBox="1"/>
          <p:nvPr/>
        </p:nvSpPr>
        <p:spPr>
          <a:xfrm>
            <a:off x="6714071" y="4747898"/>
            <a:ext cx="462845" cy="584775"/>
          </a:xfrm>
          <a:prstGeom prst="rect">
            <a:avLst/>
          </a:prstGeom>
          <a:noFill/>
        </p:spPr>
        <p:txBody>
          <a:bodyPr wrap="square" rtlCol="0">
            <a:spAutoFit/>
          </a:bodyPr>
          <a:lstStyle/>
          <a:p>
            <a:pPr algn="ctr"/>
            <a:r>
              <a:rPr lang="en-US" sz="3200" dirty="0"/>
              <a:t>5</a:t>
            </a:r>
          </a:p>
        </p:txBody>
      </p:sp>
      <p:sp>
        <p:nvSpPr>
          <p:cNvPr id="59" name="TextBox 58">
            <a:extLst>
              <a:ext uri="{FF2B5EF4-FFF2-40B4-BE49-F238E27FC236}">
                <a16:creationId xmlns:a16="http://schemas.microsoft.com/office/drawing/2014/main" id="{1E59B75F-5BE9-FB24-60AA-C59C73BD15F3}"/>
              </a:ext>
            </a:extLst>
          </p:cNvPr>
          <p:cNvSpPr txBox="1"/>
          <p:nvPr/>
        </p:nvSpPr>
        <p:spPr>
          <a:xfrm>
            <a:off x="4216401" y="4244561"/>
            <a:ext cx="462845" cy="584775"/>
          </a:xfrm>
          <a:prstGeom prst="rect">
            <a:avLst/>
          </a:prstGeom>
          <a:noFill/>
        </p:spPr>
        <p:txBody>
          <a:bodyPr wrap="square" rtlCol="0">
            <a:spAutoFit/>
          </a:bodyPr>
          <a:lstStyle/>
          <a:p>
            <a:pPr algn="ctr"/>
            <a:r>
              <a:rPr lang="en-US" sz="3200" dirty="0"/>
              <a:t>3</a:t>
            </a:r>
          </a:p>
        </p:txBody>
      </p:sp>
    </p:spTree>
    <p:extLst>
      <p:ext uri="{BB962C8B-B14F-4D97-AF65-F5344CB8AC3E}">
        <p14:creationId xmlns:p14="http://schemas.microsoft.com/office/powerpoint/2010/main" val="264865974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22CAD-0447-82B3-B355-F6B2C46F9B3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8C8612E-6B43-498B-E59C-0CF4E7F7F0B7}"/>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C4769981-44B5-2040-A6BE-797C84E1ECD0}"/>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27D4CDEE-7F43-FF1E-CD99-148A92482361}"/>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217CE238-FE23-D914-21F2-163001EABF33}"/>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54F76CBB-2B4A-B399-5087-2611F3007B07}"/>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3AE89F8E-86C0-DC02-C456-DD715635FEDE}"/>
              </a:ext>
            </a:extLst>
          </p:cNvPr>
          <p:cNvSpPr txBox="1"/>
          <p:nvPr/>
        </p:nvSpPr>
        <p:spPr>
          <a:xfrm>
            <a:off x="3716867" y="2231221"/>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136CD552-5CC7-4153-8B55-7D0F6969019D}"/>
              </a:ext>
            </a:extLst>
          </p:cNvPr>
          <p:cNvSpPr txBox="1"/>
          <p:nvPr/>
        </p:nvSpPr>
        <p:spPr>
          <a:xfrm>
            <a:off x="3217333" y="4747898"/>
            <a:ext cx="462845" cy="584775"/>
          </a:xfrm>
          <a:prstGeom prst="rect">
            <a:avLst/>
          </a:prstGeom>
          <a:noFill/>
        </p:spPr>
        <p:txBody>
          <a:bodyPr wrap="square" rtlCol="0">
            <a:spAutoFit/>
          </a:bodyPr>
          <a:lstStyle/>
          <a:p>
            <a:pPr algn="ctr"/>
            <a:r>
              <a:rPr lang="en-US" sz="3200" dirty="0"/>
              <a:t>6</a:t>
            </a:r>
          </a:p>
        </p:txBody>
      </p:sp>
      <p:sp>
        <p:nvSpPr>
          <p:cNvPr id="11" name="TextBox 10">
            <a:extLst>
              <a:ext uri="{FF2B5EF4-FFF2-40B4-BE49-F238E27FC236}">
                <a16:creationId xmlns:a16="http://schemas.microsoft.com/office/drawing/2014/main" id="{B3B50488-39D9-2E7E-2997-8A33726512BD}"/>
              </a:ext>
            </a:extLst>
          </p:cNvPr>
          <p:cNvSpPr txBox="1"/>
          <p:nvPr/>
        </p:nvSpPr>
        <p:spPr>
          <a:xfrm>
            <a:off x="7213604" y="4747898"/>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82D8233A-B89A-5EC8-0A05-23FBADB383C3}"/>
              </a:ext>
            </a:extLst>
          </p:cNvPr>
          <p:cNvSpPr txBox="1"/>
          <p:nvPr/>
        </p:nvSpPr>
        <p:spPr>
          <a:xfrm>
            <a:off x="6214537" y="2734556"/>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0C90081E-A24F-2722-163A-866E08FABE75}"/>
              </a:ext>
            </a:extLst>
          </p:cNvPr>
          <p:cNvSpPr txBox="1"/>
          <p:nvPr/>
        </p:nvSpPr>
        <p:spPr>
          <a:xfrm>
            <a:off x="6214537" y="721216"/>
            <a:ext cx="462845" cy="584775"/>
          </a:xfrm>
          <a:prstGeom prst="rect">
            <a:avLst/>
          </a:prstGeom>
          <a:noFill/>
        </p:spPr>
        <p:txBody>
          <a:bodyPr wrap="square" rtlCol="0">
            <a:spAutoFit/>
          </a:bodyPr>
          <a:lstStyle/>
          <a:p>
            <a:pPr algn="ctr"/>
            <a:r>
              <a:rPr lang="en-US" sz="3200" dirty="0"/>
              <a:t>2</a:t>
            </a:r>
          </a:p>
        </p:txBody>
      </p:sp>
      <p:sp>
        <p:nvSpPr>
          <p:cNvPr id="24" name="TextBox 23">
            <a:extLst>
              <a:ext uri="{FF2B5EF4-FFF2-40B4-BE49-F238E27FC236}">
                <a16:creationId xmlns:a16="http://schemas.microsoft.com/office/drawing/2014/main" id="{FC6985D3-9CAE-DFFA-C917-1BBA28A2D473}"/>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D6F9C1A0-6425-FD4C-013F-BC7014349A5F}"/>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30" name="TextBox 29">
            <a:extLst>
              <a:ext uri="{FF2B5EF4-FFF2-40B4-BE49-F238E27FC236}">
                <a16:creationId xmlns:a16="http://schemas.microsoft.com/office/drawing/2014/main" id="{4819B916-E1D2-9FF2-04D8-41EA5A6F7867}"/>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333A9AEE-5794-23FD-63FA-A3D44689F2B8}"/>
              </a:ext>
            </a:extLst>
          </p:cNvPr>
          <p:cNvSpPr txBox="1"/>
          <p:nvPr/>
        </p:nvSpPr>
        <p:spPr>
          <a:xfrm>
            <a:off x="3217333" y="721216"/>
            <a:ext cx="462845" cy="584775"/>
          </a:xfrm>
          <a:prstGeom prst="rect">
            <a:avLst/>
          </a:prstGeom>
          <a:noFill/>
        </p:spPr>
        <p:txBody>
          <a:bodyPr wrap="square" rtlCol="0">
            <a:spAutoFit/>
          </a:bodyPr>
          <a:lstStyle/>
          <a:p>
            <a:pPr algn="ctr"/>
            <a:r>
              <a:rPr lang="en-US" sz="3200" dirty="0"/>
              <a:t>4</a:t>
            </a:r>
          </a:p>
        </p:txBody>
      </p:sp>
      <p:sp>
        <p:nvSpPr>
          <p:cNvPr id="35" name="TextBox 34">
            <a:extLst>
              <a:ext uri="{FF2B5EF4-FFF2-40B4-BE49-F238E27FC236}">
                <a16:creationId xmlns:a16="http://schemas.microsoft.com/office/drawing/2014/main" id="{1DE058AA-8661-771C-B030-ABA667A39B6B}"/>
              </a:ext>
            </a:extLst>
          </p:cNvPr>
          <p:cNvSpPr txBox="1"/>
          <p:nvPr/>
        </p:nvSpPr>
        <p:spPr>
          <a:xfrm>
            <a:off x="4216401" y="1224551"/>
            <a:ext cx="462845" cy="584775"/>
          </a:xfrm>
          <a:prstGeom prst="rect">
            <a:avLst/>
          </a:prstGeom>
          <a:noFill/>
        </p:spPr>
        <p:txBody>
          <a:bodyPr wrap="square" rtlCol="0">
            <a:spAutoFit/>
          </a:bodyPr>
          <a:lstStyle/>
          <a:p>
            <a:pPr algn="ctr"/>
            <a:r>
              <a:rPr lang="en-US" sz="3200" dirty="0"/>
              <a:t>1</a:t>
            </a:r>
          </a:p>
        </p:txBody>
      </p:sp>
      <p:sp>
        <p:nvSpPr>
          <p:cNvPr id="36" name="TextBox 35">
            <a:extLst>
              <a:ext uri="{FF2B5EF4-FFF2-40B4-BE49-F238E27FC236}">
                <a16:creationId xmlns:a16="http://schemas.microsoft.com/office/drawing/2014/main" id="{68F00E3B-A8CF-6896-EF94-B20AB766033B}"/>
              </a:ext>
            </a:extLst>
          </p:cNvPr>
          <p:cNvSpPr txBox="1"/>
          <p:nvPr/>
        </p:nvSpPr>
        <p:spPr>
          <a:xfrm>
            <a:off x="5215469" y="721216"/>
            <a:ext cx="462845" cy="584775"/>
          </a:xfrm>
          <a:prstGeom prst="rect">
            <a:avLst/>
          </a:prstGeom>
          <a:noFill/>
        </p:spPr>
        <p:txBody>
          <a:bodyPr wrap="square" rtlCol="0">
            <a:spAutoFit/>
          </a:bodyPr>
          <a:lstStyle/>
          <a:p>
            <a:pPr algn="ctr"/>
            <a:r>
              <a:rPr lang="en-US" sz="3200" dirty="0"/>
              <a:t>1</a:t>
            </a:r>
          </a:p>
        </p:txBody>
      </p:sp>
      <p:sp>
        <p:nvSpPr>
          <p:cNvPr id="40" name="TextBox 39">
            <a:extLst>
              <a:ext uri="{FF2B5EF4-FFF2-40B4-BE49-F238E27FC236}">
                <a16:creationId xmlns:a16="http://schemas.microsoft.com/office/drawing/2014/main" id="{DCC5C2A7-99AD-96CE-CF01-D98140C1D5EB}"/>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42" name="TextBox 41">
            <a:extLst>
              <a:ext uri="{FF2B5EF4-FFF2-40B4-BE49-F238E27FC236}">
                <a16:creationId xmlns:a16="http://schemas.microsoft.com/office/drawing/2014/main" id="{7DC8A973-342C-984B-C27A-E00C57FFFB80}"/>
              </a:ext>
            </a:extLst>
          </p:cNvPr>
          <p:cNvSpPr txBox="1"/>
          <p:nvPr/>
        </p:nvSpPr>
        <p:spPr>
          <a:xfrm>
            <a:off x="5715003" y="1224551"/>
            <a:ext cx="462845" cy="584775"/>
          </a:xfrm>
          <a:prstGeom prst="rect">
            <a:avLst/>
          </a:prstGeom>
          <a:noFill/>
        </p:spPr>
        <p:txBody>
          <a:bodyPr wrap="square" rtlCol="0">
            <a:spAutoFit/>
          </a:bodyPr>
          <a:lstStyle/>
          <a:p>
            <a:pPr algn="ctr"/>
            <a:r>
              <a:rPr lang="en-US" sz="3200" dirty="0"/>
              <a:t>2</a:t>
            </a:r>
          </a:p>
        </p:txBody>
      </p:sp>
      <p:sp>
        <p:nvSpPr>
          <p:cNvPr id="43" name="TextBox 42">
            <a:extLst>
              <a:ext uri="{FF2B5EF4-FFF2-40B4-BE49-F238E27FC236}">
                <a16:creationId xmlns:a16="http://schemas.microsoft.com/office/drawing/2014/main" id="{7CEDBAB7-6196-E25C-B419-EB7E00CB0BE7}"/>
              </a:ext>
            </a:extLst>
          </p:cNvPr>
          <p:cNvSpPr txBox="1"/>
          <p:nvPr/>
        </p:nvSpPr>
        <p:spPr>
          <a:xfrm>
            <a:off x="4645378" y="1533509"/>
            <a:ext cx="570089" cy="230832"/>
          </a:xfrm>
          <a:prstGeom prst="rect">
            <a:avLst/>
          </a:prstGeom>
          <a:noFill/>
        </p:spPr>
        <p:txBody>
          <a:bodyPr wrap="square" rtlCol="0">
            <a:spAutoFit/>
          </a:bodyPr>
          <a:lstStyle/>
          <a:p>
            <a:pPr algn="ctr"/>
            <a:r>
              <a:rPr lang="en-US" sz="900" dirty="0"/>
              <a:t>39</a:t>
            </a:r>
          </a:p>
        </p:txBody>
      </p:sp>
      <p:sp>
        <p:nvSpPr>
          <p:cNvPr id="44" name="TextBox 43">
            <a:extLst>
              <a:ext uri="{FF2B5EF4-FFF2-40B4-BE49-F238E27FC236}">
                <a16:creationId xmlns:a16="http://schemas.microsoft.com/office/drawing/2014/main" id="{61C0C0DE-AD46-BD18-E0D1-384BF9A76A25}"/>
              </a:ext>
            </a:extLst>
          </p:cNvPr>
          <p:cNvSpPr txBox="1"/>
          <p:nvPr/>
        </p:nvSpPr>
        <p:spPr>
          <a:xfrm>
            <a:off x="5147734" y="1533509"/>
            <a:ext cx="570089" cy="230832"/>
          </a:xfrm>
          <a:prstGeom prst="rect">
            <a:avLst/>
          </a:prstGeom>
          <a:noFill/>
        </p:spPr>
        <p:txBody>
          <a:bodyPr wrap="square" rtlCol="0">
            <a:spAutoFit/>
          </a:bodyPr>
          <a:lstStyle/>
          <a:p>
            <a:pPr algn="ctr"/>
            <a:r>
              <a:rPr lang="en-US" sz="900" dirty="0"/>
              <a:t>93</a:t>
            </a:r>
          </a:p>
        </p:txBody>
      </p:sp>
      <p:sp>
        <p:nvSpPr>
          <p:cNvPr id="51" name="TextBox 50">
            <a:extLst>
              <a:ext uri="{FF2B5EF4-FFF2-40B4-BE49-F238E27FC236}">
                <a16:creationId xmlns:a16="http://schemas.microsoft.com/office/drawing/2014/main" id="{5F7E0149-0A8B-200E-B7A2-345DC287F567}"/>
              </a:ext>
            </a:extLst>
          </p:cNvPr>
          <p:cNvSpPr txBox="1"/>
          <p:nvPr/>
        </p:nvSpPr>
        <p:spPr>
          <a:xfrm>
            <a:off x="5215469" y="2231221"/>
            <a:ext cx="462845" cy="584775"/>
          </a:xfrm>
          <a:prstGeom prst="rect">
            <a:avLst/>
          </a:prstGeom>
          <a:noFill/>
        </p:spPr>
        <p:txBody>
          <a:bodyPr wrap="square" rtlCol="0">
            <a:spAutoFit/>
          </a:bodyPr>
          <a:lstStyle/>
          <a:p>
            <a:pPr algn="ctr"/>
            <a:r>
              <a:rPr lang="en-US" sz="3200" dirty="0"/>
              <a:t>6</a:t>
            </a:r>
          </a:p>
        </p:txBody>
      </p:sp>
      <p:sp>
        <p:nvSpPr>
          <p:cNvPr id="15" name="TextBox 14">
            <a:extLst>
              <a:ext uri="{FF2B5EF4-FFF2-40B4-BE49-F238E27FC236}">
                <a16:creationId xmlns:a16="http://schemas.microsoft.com/office/drawing/2014/main" id="{3E676FAB-FCA6-5F64-E9DE-151E678F6BC9}"/>
              </a:ext>
            </a:extLst>
          </p:cNvPr>
          <p:cNvSpPr txBox="1"/>
          <p:nvPr/>
        </p:nvSpPr>
        <p:spPr>
          <a:xfrm>
            <a:off x="3217333" y="2734556"/>
            <a:ext cx="462845" cy="584775"/>
          </a:xfrm>
          <a:prstGeom prst="rect">
            <a:avLst/>
          </a:prstGeom>
          <a:noFill/>
        </p:spPr>
        <p:txBody>
          <a:bodyPr wrap="square" rtlCol="0">
            <a:spAutoFit/>
          </a:bodyPr>
          <a:lstStyle/>
          <a:p>
            <a:pPr algn="ctr"/>
            <a:r>
              <a:rPr lang="en-US" sz="3200" dirty="0"/>
              <a:t>7</a:t>
            </a:r>
          </a:p>
        </p:txBody>
      </p:sp>
      <p:sp>
        <p:nvSpPr>
          <p:cNvPr id="52" name="TextBox 51">
            <a:extLst>
              <a:ext uri="{FF2B5EF4-FFF2-40B4-BE49-F238E27FC236}">
                <a16:creationId xmlns:a16="http://schemas.microsoft.com/office/drawing/2014/main" id="{1FDDEEEB-7903-4171-F78B-2EF67ED6320F}"/>
              </a:ext>
            </a:extLst>
          </p:cNvPr>
          <p:cNvSpPr txBox="1"/>
          <p:nvPr/>
        </p:nvSpPr>
        <p:spPr>
          <a:xfrm>
            <a:off x="3716867" y="2734556"/>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DC553DAA-51A3-F450-C39F-4606464C2B87}"/>
              </a:ext>
            </a:extLst>
          </p:cNvPr>
          <p:cNvSpPr txBox="1"/>
          <p:nvPr/>
        </p:nvSpPr>
        <p:spPr>
          <a:xfrm>
            <a:off x="3716867" y="1727886"/>
            <a:ext cx="462845" cy="584775"/>
          </a:xfrm>
          <a:prstGeom prst="rect">
            <a:avLst/>
          </a:prstGeom>
          <a:noFill/>
        </p:spPr>
        <p:txBody>
          <a:bodyPr wrap="square" rtlCol="0">
            <a:spAutoFit/>
          </a:bodyPr>
          <a:lstStyle/>
          <a:p>
            <a:pPr algn="ctr"/>
            <a:r>
              <a:rPr lang="en-US" sz="3200" dirty="0"/>
              <a:t>7</a:t>
            </a:r>
          </a:p>
        </p:txBody>
      </p:sp>
      <p:sp>
        <p:nvSpPr>
          <p:cNvPr id="66" name="TextBox 65">
            <a:extLst>
              <a:ext uri="{FF2B5EF4-FFF2-40B4-BE49-F238E27FC236}">
                <a16:creationId xmlns:a16="http://schemas.microsoft.com/office/drawing/2014/main" id="{7D17FDC7-10EF-AC42-3576-CFAD3C62714C}"/>
              </a:ext>
            </a:extLst>
          </p:cNvPr>
          <p:cNvSpPr txBox="1"/>
          <p:nvPr/>
        </p:nvSpPr>
        <p:spPr>
          <a:xfrm>
            <a:off x="4216401" y="2734556"/>
            <a:ext cx="462845" cy="584775"/>
          </a:xfrm>
          <a:prstGeom prst="rect">
            <a:avLst/>
          </a:prstGeom>
          <a:noFill/>
        </p:spPr>
        <p:txBody>
          <a:bodyPr wrap="square" rtlCol="0">
            <a:spAutoFit/>
          </a:bodyPr>
          <a:lstStyle/>
          <a:p>
            <a:pPr algn="ctr"/>
            <a:r>
              <a:rPr lang="en-US" sz="3200" dirty="0"/>
              <a:t>5</a:t>
            </a:r>
          </a:p>
        </p:txBody>
      </p:sp>
      <p:sp>
        <p:nvSpPr>
          <p:cNvPr id="67" name="TextBox 66">
            <a:extLst>
              <a:ext uri="{FF2B5EF4-FFF2-40B4-BE49-F238E27FC236}">
                <a16:creationId xmlns:a16="http://schemas.microsoft.com/office/drawing/2014/main" id="{F46EB7F8-956E-3EC3-D795-12D0307FDBA7}"/>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68" name="TextBox 67">
            <a:extLst>
              <a:ext uri="{FF2B5EF4-FFF2-40B4-BE49-F238E27FC236}">
                <a16:creationId xmlns:a16="http://schemas.microsoft.com/office/drawing/2014/main" id="{C4231C1D-8835-35DF-6EB9-95B91F775D67}"/>
              </a:ext>
            </a:extLst>
          </p:cNvPr>
          <p:cNvSpPr txBox="1"/>
          <p:nvPr/>
        </p:nvSpPr>
        <p:spPr>
          <a:xfrm>
            <a:off x="3716867" y="3237891"/>
            <a:ext cx="462845" cy="584775"/>
          </a:xfrm>
          <a:prstGeom prst="rect">
            <a:avLst/>
          </a:prstGeom>
          <a:noFill/>
        </p:spPr>
        <p:txBody>
          <a:bodyPr wrap="square" rtlCol="0">
            <a:spAutoFit/>
          </a:bodyPr>
          <a:lstStyle/>
          <a:p>
            <a:pPr algn="ctr"/>
            <a:r>
              <a:rPr lang="en-US" sz="3200" dirty="0"/>
              <a:t>4</a:t>
            </a:r>
          </a:p>
        </p:txBody>
      </p:sp>
      <p:sp>
        <p:nvSpPr>
          <p:cNvPr id="9" name="TextBox 8">
            <a:extLst>
              <a:ext uri="{FF2B5EF4-FFF2-40B4-BE49-F238E27FC236}">
                <a16:creationId xmlns:a16="http://schemas.microsoft.com/office/drawing/2014/main" id="{F6DC924C-FF24-DE32-016E-9328311B43BC}"/>
              </a:ext>
            </a:extLst>
          </p:cNvPr>
          <p:cNvSpPr txBox="1"/>
          <p:nvPr/>
        </p:nvSpPr>
        <p:spPr>
          <a:xfrm>
            <a:off x="5215469" y="2734556"/>
            <a:ext cx="462845" cy="584775"/>
          </a:xfrm>
          <a:prstGeom prst="rect">
            <a:avLst/>
          </a:prstGeom>
          <a:noFill/>
        </p:spPr>
        <p:txBody>
          <a:bodyPr wrap="square" rtlCol="0">
            <a:spAutoFit/>
          </a:bodyPr>
          <a:lstStyle/>
          <a:p>
            <a:pPr algn="ctr"/>
            <a:r>
              <a:rPr lang="en-US" sz="3200" dirty="0"/>
              <a:t>2</a:t>
            </a:r>
          </a:p>
        </p:txBody>
      </p:sp>
      <p:sp>
        <p:nvSpPr>
          <p:cNvPr id="45" name="TextBox 44">
            <a:extLst>
              <a:ext uri="{FF2B5EF4-FFF2-40B4-BE49-F238E27FC236}">
                <a16:creationId xmlns:a16="http://schemas.microsoft.com/office/drawing/2014/main" id="{AD74063A-1804-9DF9-1A31-21C8C83D9F9F}"/>
              </a:ext>
            </a:extLst>
          </p:cNvPr>
          <p:cNvSpPr txBox="1"/>
          <p:nvPr/>
        </p:nvSpPr>
        <p:spPr>
          <a:xfrm>
            <a:off x="7213604" y="2734556"/>
            <a:ext cx="462845" cy="584775"/>
          </a:xfrm>
          <a:prstGeom prst="rect">
            <a:avLst/>
          </a:prstGeom>
          <a:noFill/>
        </p:spPr>
        <p:txBody>
          <a:bodyPr wrap="square" rtlCol="0">
            <a:spAutoFit/>
          </a:bodyPr>
          <a:lstStyle/>
          <a:p>
            <a:pPr algn="ctr"/>
            <a:r>
              <a:rPr lang="en-US" sz="3200" dirty="0"/>
              <a:t>9</a:t>
            </a:r>
          </a:p>
        </p:txBody>
      </p:sp>
      <p:sp>
        <p:nvSpPr>
          <p:cNvPr id="46" name="TextBox 45">
            <a:extLst>
              <a:ext uri="{FF2B5EF4-FFF2-40B4-BE49-F238E27FC236}">
                <a16:creationId xmlns:a16="http://schemas.microsoft.com/office/drawing/2014/main" id="{250233B9-DA50-F5F7-9189-1864E8B5D118}"/>
              </a:ext>
            </a:extLst>
          </p:cNvPr>
          <p:cNvSpPr txBox="1"/>
          <p:nvPr/>
        </p:nvSpPr>
        <p:spPr>
          <a:xfrm>
            <a:off x="6714071" y="2734556"/>
            <a:ext cx="462845" cy="584775"/>
          </a:xfrm>
          <a:prstGeom prst="rect">
            <a:avLst/>
          </a:prstGeom>
          <a:noFill/>
        </p:spPr>
        <p:txBody>
          <a:bodyPr wrap="square" rtlCol="0">
            <a:spAutoFit/>
          </a:bodyPr>
          <a:lstStyle/>
          <a:p>
            <a:pPr algn="ctr"/>
            <a:r>
              <a:rPr lang="en-US" sz="3200" dirty="0"/>
              <a:t>8</a:t>
            </a:r>
          </a:p>
        </p:txBody>
      </p:sp>
      <p:sp>
        <p:nvSpPr>
          <p:cNvPr id="50" name="TextBox 49">
            <a:extLst>
              <a:ext uri="{FF2B5EF4-FFF2-40B4-BE49-F238E27FC236}">
                <a16:creationId xmlns:a16="http://schemas.microsoft.com/office/drawing/2014/main" id="{960452F7-6593-92A5-468D-58683B7862FA}"/>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54" name="TextBox 53">
            <a:extLst>
              <a:ext uri="{FF2B5EF4-FFF2-40B4-BE49-F238E27FC236}">
                <a16:creationId xmlns:a16="http://schemas.microsoft.com/office/drawing/2014/main" id="{72E2AEE3-D532-136B-DFC7-B25D2DF657E8}"/>
              </a:ext>
            </a:extLst>
          </p:cNvPr>
          <p:cNvSpPr txBox="1"/>
          <p:nvPr/>
        </p:nvSpPr>
        <p:spPr>
          <a:xfrm>
            <a:off x="3716867" y="721216"/>
            <a:ext cx="462845" cy="584775"/>
          </a:xfrm>
          <a:prstGeom prst="rect">
            <a:avLst/>
          </a:prstGeom>
          <a:noFill/>
        </p:spPr>
        <p:txBody>
          <a:bodyPr wrap="square" rtlCol="0">
            <a:spAutoFit/>
          </a:bodyPr>
          <a:lstStyle/>
          <a:p>
            <a:pPr algn="ctr"/>
            <a:r>
              <a:rPr lang="en-US" sz="3200" dirty="0"/>
              <a:t>3</a:t>
            </a:r>
          </a:p>
        </p:txBody>
      </p:sp>
      <p:sp>
        <p:nvSpPr>
          <p:cNvPr id="55" name="TextBox 54">
            <a:extLst>
              <a:ext uri="{FF2B5EF4-FFF2-40B4-BE49-F238E27FC236}">
                <a16:creationId xmlns:a16="http://schemas.microsoft.com/office/drawing/2014/main" id="{3475F671-C915-B502-45FD-7A7FE1E4596D}"/>
              </a:ext>
            </a:extLst>
          </p:cNvPr>
          <p:cNvSpPr txBox="1"/>
          <p:nvPr/>
        </p:nvSpPr>
        <p:spPr>
          <a:xfrm>
            <a:off x="5715003" y="721216"/>
            <a:ext cx="462845" cy="584775"/>
          </a:xfrm>
          <a:prstGeom prst="rect">
            <a:avLst/>
          </a:prstGeom>
          <a:noFill/>
        </p:spPr>
        <p:txBody>
          <a:bodyPr wrap="square" rtlCol="0">
            <a:spAutoFit/>
          </a:bodyPr>
          <a:lstStyle/>
          <a:p>
            <a:pPr algn="ctr"/>
            <a:r>
              <a:rPr lang="en-US" sz="3200" dirty="0"/>
              <a:t>5</a:t>
            </a:r>
          </a:p>
        </p:txBody>
      </p:sp>
      <p:sp>
        <p:nvSpPr>
          <p:cNvPr id="37" name="TextBox 36">
            <a:extLst>
              <a:ext uri="{FF2B5EF4-FFF2-40B4-BE49-F238E27FC236}">
                <a16:creationId xmlns:a16="http://schemas.microsoft.com/office/drawing/2014/main" id="{614054C6-BB56-6503-20B1-C923DDBE0A3C}"/>
              </a:ext>
            </a:extLst>
          </p:cNvPr>
          <p:cNvSpPr txBox="1"/>
          <p:nvPr/>
        </p:nvSpPr>
        <p:spPr>
          <a:xfrm>
            <a:off x="3716867" y="1224551"/>
            <a:ext cx="462845" cy="584775"/>
          </a:xfrm>
          <a:prstGeom prst="rect">
            <a:avLst/>
          </a:prstGeom>
          <a:noFill/>
        </p:spPr>
        <p:txBody>
          <a:bodyPr wrap="square" rtlCol="0">
            <a:spAutoFit/>
          </a:bodyPr>
          <a:lstStyle/>
          <a:p>
            <a:pPr algn="ctr"/>
            <a:r>
              <a:rPr lang="en-US" sz="3200" dirty="0"/>
              <a:t>5</a:t>
            </a:r>
          </a:p>
        </p:txBody>
      </p:sp>
      <p:sp>
        <p:nvSpPr>
          <p:cNvPr id="38" name="TextBox 37">
            <a:extLst>
              <a:ext uri="{FF2B5EF4-FFF2-40B4-BE49-F238E27FC236}">
                <a16:creationId xmlns:a16="http://schemas.microsoft.com/office/drawing/2014/main" id="{52B35FF5-5D76-6664-7946-274654A928CF}"/>
              </a:ext>
            </a:extLst>
          </p:cNvPr>
          <p:cNvSpPr txBox="1"/>
          <p:nvPr/>
        </p:nvSpPr>
        <p:spPr>
          <a:xfrm>
            <a:off x="4715935" y="721216"/>
            <a:ext cx="462845" cy="584775"/>
          </a:xfrm>
          <a:prstGeom prst="rect">
            <a:avLst/>
          </a:prstGeom>
          <a:noFill/>
        </p:spPr>
        <p:txBody>
          <a:bodyPr wrap="square" rtlCol="0">
            <a:spAutoFit/>
          </a:bodyPr>
          <a:lstStyle/>
          <a:p>
            <a:pPr algn="ctr"/>
            <a:r>
              <a:rPr lang="en-US" sz="3200" dirty="0"/>
              <a:t>7</a:t>
            </a:r>
          </a:p>
        </p:txBody>
      </p:sp>
      <p:sp>
        <p:nvSpPr>
          <p:cNvPr id="56" name="TextBox 55">
            <a:extLst>
              <a:ext uri="{FF2B5EF4-FFF2-40B4-BE49-F238E27FC236}">
                <a16:creationId xmlns:a16="http://schemas.microsoft.com/office/drawing/2014/main" id="{5629A0B7-9924-9622-7CB5-6B3D168A3A7C}"/>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
        <p:nvSpPr>
          <p:cNvPr id="25" name="TextBox 24">
            <a:extLst>
              <a:ext uri="{FF2B5EF4-FFF2-40B4-BE49-F238E27FC236}">
                <a16:creationId xmlns:a16="http://schemas.microsoft.com/office/drawing/2014/main" id="{2F9A6662-DADE-5D92-BB17-6CE555A04932}"/>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39" name="TextBox 38">
            <a:extLst>
              <a:ext uri="{FF2B5EF4-FFF2-40B4-BE49-F238E27FC236}">
                <a16:creationId xmlns:a16="http://schemas.microsoft.com/office/drawing/2014/main" id="{30E73C11-5478-5E8C-B97C-FE1B965AD89C}"/>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14" name="TextBox 13">
            <a:extLst>
              <a:ext uri="{FF2B5EF4-FFF2-40B4-BE49-F238E27FC236}">
                <a16:creationId xmlns:a16="http://schemas.microsoft.com/office/drawing/2014/main" id="{90436B3C-B39C-BC92-0AC3-AA38DCA4E792}"/>
              </a:ext>
            </a:extLst>
          </p:cNvPr>
          <p:cNvSpPr txBox="1"/>
          <p:nvPr/>
        </p:nvSpPr>
        <p:spPr>
          <a:xfrm>
            <a:off x="6214537" y="3237891"/>
            <a:ext cx="462845" cy="584775"/>
          </a:xfrm>
          <a:prstGeom prst="rect">
            <a:avLst/>
          </a:prstGeom>
          <a:noFill/>
        </p:spPr>
        <p:txBody>
          <a:bodyPr wrap="square" rtlCol="0">
            <a:spAutoFit/>
          </a:bodyPr>
          <a:lstStyle/>
          <a:p>
            <a:pPr algn="ctr"/>
            <a:r>
              <a:rPr lang="en-US" sz="3200" dirty="0"/>
              <a:t>5</a:t>
            </a:r>
          </a:p>
        </p:txBody>
      </p:sp>
      <p:sp>
        <p:nvSpPr>
          <p:cNvPr id="62" name="TextBox 61">
            <a:extLst>
              <a:ext uri="{FF2B5EF4-FFF2-40B4-BE49-F238E27FC236}">
                <a16:creationId xmlns:a16="http://schemas.microsoft.com/office/drawing/2014/main" id="{E96F7968-AF09-E580-8770-AE81652454CA}"/>
              </a:ext>
            </a:extLst>
          </p:cNvPr>
          <p:cNvSpPr txBox="1"/>
          <p:nvPr/>
        </p:nvSpPr>
        <p:spPr>
          <a:xfrm>
            <a:off x="4143022" y="5040116"/>
            <a:ext cx="570089" cy="230832"/>
          </a:xfrm>
          <a:prstGeom prst="rect">
            <a:avLst/>
          </a:prstGeom>
          <a:noFill/>
        </p:spPr>
        <p:txBody>
          <a:bodyPr wrap="square" rtlCol="0">
            <a:spAutoFit/>
          </a:bodyPr>
          <a:lstStyle/>
          <a:p>
            <a:pPr algn="ctr"/>
            <a:r>
              <a:rPr lang="en-US" sz="900" dirty="0"/>
              <a:t>47</a:t>
            </a:r>
          </a:p>
        </p:txBody>
      </p:sp>
      <p:sp>
        <p:nvSpPr>
          <p:cNvPr id="71" name="TextBox 70">
            <a:extLst>
              <a:ext uri="{FF2B5EF4-FFF2-40B4-BE49-F238E27FC236}">
                <a16:creationId xmlns:a16="http://schemas.microsoft.com/office/drawing/2014/main" id="{09F5469D-0B6B-74CF-34F4-952A6A5484C1}"/>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
        <p:nvSpPr>
          <p:cNvPr id="73" name="TextBox 72">
            <a:extLst>
              <a:ext uri="{FF2B5EF4-FFF2-40B4-BE49-F238E27FC236}">
                <a16:creationId xmlns:a16="http://schemas.microsoft.com/office/drawing/2014/main" id="{31F7CCEF-7747-F12B-8A5B-E0B0B7BB8814}"/>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74" name="TextBox 73">
            <a:extLst>
              <a:ext uri="{FF2B5EF4-FFF2-40B4-BE49-F238E27FC236}">
                <a16:creationId xmlns:a16="http://schemas.microsoft.com/office/drawing/2014/main" id="{762661F9-DF0E-00C6-6BE9-2990B867A805}"/>
              </a:ext>
            </a:extLst>
          </p:cNvPr>
          <p:cNvSpPr txBox="1"/>
          <p:nvPr/>
        </p:nvSpPr>
        <p:spPr>
          <a:xfrm>
            <a:off x="5215469" y="1727886"/>
            <a:ext cx="462845" cy="584775"/>
          </a:xfrm>
          <a:prstGeom prst="rect">
            <a:avLst/>
          </a:prstGeom>
          <a:noFill/>
        </p:spPr>
        <p:txBody>
          <a:bodyPr wrap="square" rtlCol="0">
            <a:spAutoFit/>
          </a:bodyPr>
          <a:lstStyle/>
          <a:p>
            <a:pPr algn="ctr"/>
            <a:r>
              <a:rPr lang="en-US" sz="3200" dirty="0"/>
              <a:t>8</a:t>
            </a:r>
          </a:p>
        </p:txBody>
      </p:sp>
      <p:sp>
        <p:nvSpPr>
          <p:cNvPr id="75" name="TextBox 74">
            <a:extLst>
              <a:ext uri="{FF2B5EF4-FFF2-40B4-BE49-F238E27FC236}">
                <a16:creationId xmlns:a16="http://schemas.microsoft.com/office/drawing/2014/main" id="{CCD56B60-818B-025A-FEE0-5B3C8E098834}"/>
              </a:ext>
            </a:extLst>
          </p:cNvPr>
          <p:cNvSpPr txBox="1"/>
          <p:nvPr/>
        </p:nvSpPr>
        <p:spPr>
          <a:xfrm>
            <a:off x="3217333" y="1224551"/>
            <a:ext cx="462845" cy="584775"/>
          </a:xfrm>
          <a:prstGeom prst="rect">
            <a:avLst/>
          </a:prstGeom>
          <a:noFill/>
        </p:spPr>
        <p:txBody>
          <a:bodyPr wrap="square" rtlCol="0">
            <a:spAutoFit/>
          </a:bodyPr>
          <a:lstStyle/>
          <a:p>
            <a:pPr algn="ctr"/>
            <a:r>
              <a:rPr lang="en-US" sz="3200" dirty="0"/>
              <a:t>8</a:t>
            </a:r>
          </a:p>
        </p:txBody>
      </p:sp>
      <p:sp>
        <p:nvSpPr>
          <p:cNvPr id="76" name="TextBox 75">
            <a:extLst>
              <a:ext uri="{FF2B5EF4-FFF2-40B4-BE49-F238E27FC236}">
                <a16:creationId xmlns:a16="http://schemas.microsoft.com/office/drawing/2014/main" id="{EE89FB1A-E414-9A04-5C8A-49708495297E}"/>
              </a:ext>
            </a:extLst>
          </p:cNvPr>
          <p:cNvSpPr txBox="1"/>
          <p:nvPr/>
        </p:nvSpPr>
        <p:spPr>
          <a:xfrm>
            <a:off x="3217333" y="1727886"/>
            <a:ext cx="462845" cy="584775"/>
          </a:xfrm>
          <a:prstGeom prst="rect">
            <a:avLst/>
          </a:prstGeom>
          <a:noFill/>
        </p:spPr>
        <p:txBody>
          <a:bodyPr wrap="square" rtlCol="0">
            <a:spAutoFit/>
          </a:bodyPr>
          <a:lstStyle/>
          <a:p>
            <a:pPr algn="ctr"/>
            <a:r>
              <a:rPr lang="en-US" sz="3200" dirty="0"/>
              <a:t>9</a:t>
            </a:r>
          </a:p>
        </p:txBody>
      </p:sp>
      <p:sp>
        <p:nvSpPr>
          <p:cNvPr id="77" name="TextBox 76">
            <a:extLst>
              <a:ext uri="{FF2B5EF4-FFF2-40B4-BE49-F238E27FC236}">
                <a16:creationId xmlns:a16="http://schemas.microsoft.com/office/drawing/2014/main" id="{A11D6F6D-49F9-4B15-19E4-3A7FA7CD9C7C}"/>
              </a:ext>
            </a:extLst>
          </p:cNvPr>
          <p:cNvSpPr txBox="1"/>
          <p:nvPr/>
        </p:nvSpPr>
        <p:spPr>
          <a:xfrm>
            <a:off x="6714071" y="1727886"/>
            <a:ext cx="462845" cy="584775"/>
          </a:xfrm>
          <a:prstGeom prst="rect">
            <a:avLst/>
          </a:prstGeom>
          <a:noFill/>
        </p:spPr>
        <p:txBody>
          <a:bodyPr wrap="square" rtlCol="0">
            <a:spAutoFit/>
          </a:bodyPr>
          <a:lstStyle/>
          <a:p>
            <a:pPr algn="ctr"/>
            <a:r>
              <a:rPr lang="en-US" sz="3200" dirty="0"/>
              <a:t>3</a:t>
            </a:r>
          </a:p>
        </p:txBody>
      </p:sp>
      <p:sp>
        <p:nvSpPr>
          <p:cNvPr id="78" name="TextBox 77">
            <a:extLst>
              <a:ext uri="{FF2B5EF4-FFF2-40B4-BE49-F238E27FC236}">
                <a16:creationId xmlns:a16="http://schemas.microsoft.com/office/drawing/2014/main" id="{5439BB27-49D6-D852-8C7A-A7F841FCBA6D}"/>
              </a:ext>
            </a:extLst>
          </p:cNvPr>
          <p:cNvSpPr txBox="1"/>
          <p:nvPr/>
        </p:nvSpPr>
        <p:spPr>
          <a:xfrm>
            <a:off x="7213604" y="1727886"/>
            <a:ext cx="462845" cy="584775"/>
          </a:xfrm>
          <a:prstGeom prst="rect">
            <a:avLst/>
          </a:prstGeom>
          <a:noFill/>
        </p:spPr>
        <p:txBody>
          <a:bodyPr wrap="square" rtlCol="0">
            <a:spAutoFit/>
          </a:bodyPr>
          <a:lstStyle/>
          <a:p>
            <a:pPr algn="ctr"/>
            <a:r>
              <a:rPr lang="en-US" sz="3200" dirty="0"/>
              <a:t>5</a:t>
            </a:r>
          </a:p>
        </p:txBody>
      </p:sp>
      <p:sp>
        <p:nvSpPr>
          <p:cNvPr id="79" name="TextBox 78">
            <a:extLst>
              <a:ext uri="{FF2B5EF4-FFF2-40B4-BE49-F238E27FC236}">
                <a16:creationId xmlns:a16="http://schemas.microsoft.com/office/drawing/2014/main" id="{75E766B5-32FC-2CB4-2251-77E056162BCC}"/>
              </a:ext>
            </a:extLst>
          </p:cNvPr>
          <p:cNvSpPr txBox="1"/>
          <p:nvPr/>
        </p:nvSpPr>
        <p:spPr>
          <a:xfrm>
            <a:off x="4715935" y="2734556"/>
            <a:ext cx="462845" cy="584775"/>
          </a:xfrm>
          <a:prstGeom prst="rect">
            <a:avLst/>
          </a:prstGeom>
          <a:noFill/>
        </p:spPr>
        <p:txBody>
          <a:bodyPr wrap="square" rtlCol="0">
            <a:spAutoFit/>
          </a:bodyPr>
          <a:lstStyle/>
          <a:p>
            <a:pPr algn="ctr"/>
            <a:r>
              <a:rPr lang="en-US" sz="3200" dirty="0"/>
              <a:t>1</a:t>
            </a:r>
          </a:p>
        </p:txBody>
      </p:sp>
      <p:sp>
        <p:nvSpPr>
          <p:cNvPr id="80" name="TextBox 79">
            <a:extLst>
              <a:ext uri="{FF2B5EF4-FFF2-40B4-BE49-F238E27FC236}">
                <a16:creationId xmlns:a16="http://schemas.microsoft.com/office/drawing/2014/main" id="{594890CC-20B0-1E99-F070-EB04376DD831}"/>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D8C9E90C-5795-FFCB-C233-991C7A4E6001}"/>
              </a:ext>
            </a:extLst>
          </p:cNvPr>
          <p:cNvSpPr txBox="1"/>
          <p:nvPr/>
        </p:nvSpPr>
        <p:spPr>
          <a:xfrm>
            <a:off x="3716867" y="3741226"/>
            <a:ext cx="462845" cy="584775"/>
          </a:xfrm>
          <a:prstGeom prst="rect">
            <a:avLst/>
          </a:prstGeom>
          <a:noFill/>
        </p:spPr>
        <p:txBody>
          <a:bodyPr wrap="square" rtlCol="0">
            <a:spAutoFit/>
          </a:bodyPr>
          <a:lstStyle/>
          <a:p>
            <a:pPr algn="ctr"/>
            <a:r>
              <a:rPr lang="en-US" sz="3200" dirty="0"/>
              <a:t>2</a:t>
            </a:r>
          </a:p>
        </p:txBody>
      </p:sp>
      <p:sp>
        <p:nvSpPr>
          <p:cNvPr id="29" name="TextBox 28">
            <a:extLst>
              <a:ext uri="{FF2B5EF4-FFF2-40B4-BE49-F238E27FC236}">
                <a16:creationId xmlns:a16="http://schemas.microsoft.com/office/drawing/2014/main" id="{C46DB16B-1124-AC14-54DD-28B9669E0569}"/>
              </a:ext>
            </a:extLst>
          </p:cNvPr>
          <p:cNvSpPr txBox="1"/>
          <p:nvPr/>
        </p:nvSpPr>
        <p:spPr>
          <a:xfrm>
            <a:off x="5147734" y="4539173"/>
            <a:ext cx="570089" cy="230832"/>
          </a:xfrm>
          <a:prstGeom prst="rect">
            <a:avLst/>
          </a:prstGeom>
          <a:noFill/>
        </p:spPr>
        <p:txBody>
          <a:bodyPr wrap="square" rtlCol="0">
            <a:spAutoFit/>
          </a:bodyPr>
          <a:lstStyle/>
          <a:p>
            <a:pPr algn="ctr"/>
            <a:r>
              <a:rPr lang="en-US" sz="900" dirty="0"/>
              <a:t>59</a:t>
            </a:r>
          </a:p>
        </p:txBody>
      </p:sp>
      <p:sp>
        <p:nvSpPr>
          <p:cNvPr id="84" name="TextBox 83">
            <a:extLst>
              <a:ext uri="{FF2B5EF4-FFF2-40B4-BE49-F238E27FC236}">
                <a16:creationId xmlns:a16="http://schemas.microsoft.com/office/drawing/2014/main" id="{441CF7C1-1A8B-36AD-34DB-DA2A653CDAA3}"/>
              </a:ext>
            </a:extLst>
          </p:cNvPr>
          <p:cNvSpPr txBox="1"/>
          <p:nvPr/>
        </p:nvSpPr>
        <p:spPr>
          <a:xfrm>
            <a:off x="5715003" y="3741226"/>
            <a:ext cx="462845" cy="584775"/>
          </a:xfrm>
          <a:prstGeom prst="rect">
            <a:avLst/>
          </a:prstGeom>
          <a:noFill/>
        </p:spPr>
        <p:txBody>
          <a:bodyPr wrap="square" rtlCol="0">
            <a:spAutoFit/>
          </a:bodyPr>
          <a:lstStyle/>
          <a:p>
            <a:pPr algn="ctr"/>
            <a:r>
              <a:rPr lang="en-US" sz="3200" dirty="0"/>
              <a:t>8</a:t>
            </a:r>
          </a:p>
        </p:txBody>
      </p:sp>
      <p:sp>
        <p:nvSpPr>
          <p:cNvPr id="21" name="TextBox 20">
            <a:extLst>
              <a:ext uri="{FF2B5EF4-FFF2-40B4-BE49-F238E27FC236}">
                <a16:creationId xmlns:a16="http://schemas.microsoft.com/office/drawing/2014/main" id="{99ACB210-66F4-B34E-4255-ADFD33BC7C21}"/>
              </a:ext>
            </a:extLst>
          </p:cNvPr>
          <p:cNvSpPr txBox="1"/>
          <p:nvPr/>
        </p:nvSpPr>
        <p:spPr>
          <a:xfrm>
            <a:off x="6214537" y="3741226"/>
            <a:ext cx="462845" cy="584775"/>
          </a:xfrm>
          <a:prstGeom prst="rect">
            <a:avLst/>
          </a:prstGeom>
          <a:noFill/>
        </p:spPr>
        <p:txBody>
          <a:bodyPr wrap="square" rtlCol="0">
            <a:spAutoFit/>
          </a:bodyPr>
          <a:lstStyle/>
          <a:p>
            <a:pPr algn="ctr"/>
            <a:r>
              <a:rPr lang="en-US" sz="3200" dirty="0"/>
              <a:t>9</a:t>
            </a:r>
          </a:p>
        </p:txBody>
      </p:sp>
      <p:sp>
        <p:nvSpPr>
          <p:cNvPr id="85" name="TextBox 84">
            <a:extLst>
              <a:ext uri="{FF2B5EF4-FFF2-40B4-BE49-F238E27FC236}">
                <a16:creationId xmlns:a16="http://schemas.microsoft.com/office/drawing/2014/main" id="{101AD03D-E33D-6D6D-4E3C-A8BE54177CAD}"/>
              </a:ext>
            </a:extLst>
          </p:cNvPr>
          <p:cNvSpPr txBox="1"/>
          <p:nvPr/>
        </p:nvSpPr>
        <p:spPr>
          <a:xfrm>
            <a:off x="4216401" y="2231221"/>
            <a:ext cx="462845" cy="584775"/>
          </a:xfrm>
          <a:prstGeom prst="rect">
            <a:avLst/>
          </a:prstGeom>
          <a:noFill/>
        </p:spPr>
        <p:txBody>
          <a:bodyPr wrap="square" rtlCol="0">
            <a:spAutoFit/>
          </a:bodyPr>
          <a:lstStyle/>
          <a:p>
            <a:pPr algn="ctr"/>
            <a:r>
              <a:rPr lang="en-US" sz="3200" dirty="0"/>
              <a:t>8</a:t>
            </a:r>
          </a:p>
        </p:txBody>
      </p:sp>
      <p:sp>
        <p:nvSpPr>
          <p:cNvPr id="86" name="TextBox 85">
            <a:extLst>
              <a:ext uri="{FF2B5EF4-FFF2-40B4-BE49-F238E27FC236}">
                <a16:creationId xmlns:a16="http://schemas.microsoft.com/office/drawing/2014/main" id="{D23EB7DC-FA61-F0A1-AC1E-A78C7D5A9A38}"/>
              </a:ext>
            </a:extLst>
          </p:cNvPr>
          <p:cNvSpPr txBox="1"/>
          <p:nvPr/>
        </p:nvSpPr>
        <p:spPr>
          <a:xfrm>
            <a:off x="5715003" y="2231221"/>
            <a:ext cx="462845" cy="584775"/>
          </a:xfrm>
          <a:prstGeom prst="rect">
            <a:avLst/>
          </a:prstGeom>
          <a:noFill/>
        </p:spPr>
        <p:txBody>
          <a:bodyPr wrap="square" rtlCol="0">
            <a:spAutoFit/>
          </a:bodyPr>
          <a:lstStyle/>
          <a:p>
            <a:pPr algn="ctr"/>
            <a:r>
              <a:rPr lang="en-US" sz="3200" dirty="0"/>
              <a:t>9</a:t>
            </a:r>
          </a:p>
        </p:txBody>
      </p:sp>
      <p:sp>
        <p:nvSpPr>
          <p:cNvPr id="13" name="TextBox 12">
            <a:extLst>
              <a:ext uri="{FF2B5EF4-FFF2-40B4-BE49-F238E27FC236}">
                <a16:creationId xmlns:a16="http://schemas.microsoft.com/office/drawing/2014/main" id="{1A52EA86-6052-E05A-44FD-7860E3A563A6}"/>
              </a:ext>
            </a:extLst>
          </p:cNvPr>
          <p:cNvSpPr txBox="1"/>
          <p:nvPr/>
        </p:nvSpPr>
        <p:spPr>
          <a:xfrm>
            <a:off x="4216401" y="3237891"/>
            <a:ext cx="462845" cy="584775"/>
          </a:xfrm>
          <a:prstGeom prst="rect">
            <a:avLst/>
          </a:prstGeom>
          <a:noFill/>
        </p:spPr>
        <p:txBody>
          <a:bodyPr wrap="square" rtlCol="0">
            <a:spAutoFit/>
          </a:bodyPr>
          <a:lstStyle/>
          <a:p>
            <a:pPr algn="ctr"/>
            <a:r>
              <a:rPr lang="en-US" sz="3200" dirty="0"/>
              <a:t>9</a:t>
            </a:r>
          </a:p>
        </p:txBody>
      </p:sp>
      <p:sp>
        <p:nvSpPr>
          <p:cNvPr id="16" name="TextBox 15">
            <a:extLst>
              <a:ext uri="{FF2B5EF4-FFF2-40B4-BE49-F238E27FC236}">
                <a16:creationId xmlns:a16="http://schemas.microsoft.com/office/drawing/2014/main" id="{95CAC748-4E63-EBC1-D2B5-2342149C1C22}"/>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63" name="TextBox 62">
            <a:extLst>
              <a:ext uri="{FF2B5EF4-FFF2-40B4-BE49-F238E27FC236}">
                <a16:creationId xmlns:a16="http://schemas.microsoft.com/office/drawing/2014/main" id="{1C24CD0E-3C8A-2013-13A9-E5349A3ABBB5}"/>
              </a:ext>
            </a:extLst>
          </p:cNvPr>
          <p:cNvSpPr txBox="1"/>
          <p:nvPr/>
        </p:nvSpPr>
        <p:spPr>
          <a:xfrm>
            <a:off x="6714071" y="3237891"/>
            <a:ext cx="462845" cy="584775"/>
          </a:xfrm>
          <a:prstGeom prst="rect">
            <a:avLst/>
          </a:prstGeom>
          <a:noFill/>
        </p:spPr>
        <p:txBody>
          <a:bodyPr wrap="square" rtlCol="0">
            <a:spAutoFit/>
          </a:bodyPr>
          <a:lstStyle/>
          <a:p>
            <a:pPr algn="ctr"/>
            <a:r>
              <a:rPr lang="en-US" sz="3200" dirty="0"/>
              <a:t>6</a:t>
            </a:r>
          </a:p>
        </p:txBody>
      </p:sp>
      <p:sp>
        <p:nvSpPr>
          <p:cNvPr id="87" name="TextBox 86">
            <a:extLst>
              <a:ext uri="{FF2B5EF4-FFF2-40B4-BE49-F238E27FC236}">
                <a16:creationId xmlns:a16="http://schemas.microsoft.com/office/drawing/2014/main" id="{F19D09F6-E755-C9A6-0F35-3F4BD3B909CA}"/>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88" name="TextBox 87">
            <a:extLst>
              <a:ext uri="{FF2B5EF4-FFF2-40B4-BE49-F238E27FC236}">
                <a16:creationId xmlns:a16="http://schemas.microsoft.com/office/drawing/2014/main" id="{9920EEB0-E0C4-E468-CF61-EEF71F19ADEA}"/>
              </a:ext>
            </a:extLst>
          </p:cNvPr>
          <p:cNvSpPr txBox="1"/>
          <p:nvPr/>
        </p:nvSpPr>
        <p:spPr>
          <a:xfrm>
            <a:off x="7213604" y="4244561"/>
            <a:ext cx="462845" cy="584775"/>
          </a:xfrm>
          <a:prstGeom prst="rect">
            <a:avLst/>
          </a:prstGeom>
          <a:noFill/>
        </p:spPr>
        <p:txBody>
          <a:bodyPr wrap="square" rtlCol="0">
            <a:spAutoFit/>
          </a:bodyPr>
          <a:lstStyle/>
          <a:p>
            <a:pPr algn="ctr"/>
            <a:r>
              <a:rPr lang="en-US" sz="3200" dirty="0"/>
              <a:t>6</a:t>
            </a:r>
          </a:p>
        </p:txBody>
      </p:sp>
      <p:sp>
        <p:nvSpPr>
          <p:cNvPr id="47" name="TextBox 46">
            <a:extLst>
              <a:ext uri="{FF2B5EF4-FFF2-40B4-BE49-F238E27FC236}">
                <a16:creationId xmlns:a16="http://schemas.microsoft.com/office/drawing/2014/main" id="{18852EDC-0157-4F4F-19D2-38D8DD5C3394}"/>
              </a:ext>
            </a:extLst>
          </p:cNvPr>
          <p:cNvSpPr txBox="1"/>
          <p:nvPr/>
        </p:nvSpPr>
        <p:spPr>
          <a:xfrm>
            <a:off x="7213604" y="3741226"/>
            <a:ext cx="462845" cy="584775"/>
          </a:xfrm>
          <a:prstGeom prst="rect">
            <a:avLst/>
          </a:prstGeom>
          <a:noFill/>
        </p:spPr>
        <p:txBody>
          <a:bodyPr wrap="square" rtlCol="0">
            <a:spAutoFit/>
          </a:bodyPr>
          <a:lstStyle/>
          <a:p>
            <a:pPr algn="ctr"/>
            <a:r>
              <a:rPr lang="en-US" sz="3200" dirty="0"/>
              <a:t>7</a:t>
            </a:r>
          </a:p>
        </p:txBody>
      </p:sp>
      <p:sp>
        <p:nvSpPr>
          <p:cNvPr id="48" name="TextBox 47">
            <a:extLst>
              <a:ext uri="{FF2B5EF4-FFF2-40B4-BE49-F238E27FC236}">
                <a16:creationId xmlns:a16="http://schemas.microsoft.com/office/drawing/2014/main" id="{14262437-70AA-8FC8-F669-3CDAE64B2A42}"/>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64" name="TextBox 63">
            <a:extLst>
              <a:ext uri="{FF2B5EF4-FFF2-40B4-BE49-F238E27FC236}">
                <a16:creationId xmlns:a16="http://schemas.microsoft.com/office/drawing/2014/main" id="{54678A56-A415-A036-247E-2386032395C5}"/>
              </a:ext>
            </a:extLst>
          </p:cNvPr>
          <p:cNvSpPr txBox="1"/>
          <p:nvPr/>
        </p:nvSpPr>
        <p:spPr>
          <a:xfrm>
            <a:off x="7213604" y="1224551"/>
            <a:ext cx="462845" cy="584775"/>
          </a:xfrm>
          <a:prstGeom prst="rect">
            <a:avLst/>
          </a:prstGeom>
          <a:noFill/>
        </p:spPr>
        <p:txBody>
          <a:bodyPr wrap="square" rtlCol="0">
            <a:spAutoFit/>
          </a:bodyPr>
          <a:lstStyle/>
          <a:p>
            <a:pPr algn="ctr"/>
            <a:r>
              <a:rPr lang="en-US" sz="3200" dirty="0"/>
              <a:t>4</a:t>
            </a:r>
          </a:p>
        </p:txBody>
      </p:sp>
      <p:sp>
        <p:nvSpPr>
          <p:cNvPr id="26" name="TextBox 25">
            <a:extLst>
              <a:ext uri="{FF2B5EF4-FFF2-40B4-BE49-F238E27FC236}">
                <a16:creationId xmlns:a16="http://schemas.microsoft.com/office/drawing/2014/main" id="{DF36E655-D698-72CC-618A-6C58BFD8F12D}"/>
              </a:ext>
            </a:extLst>
          </p:cNvPr>
          <p:cNvSpPr txBox="1"/>
          <p:nvPr/>
        </p:nvSpPr>
        <p:spPr>
          <a:xfrm>
            <a:off x="6714071" y="2231221"/>
            <a:ext cx="462845" cy="584775"/>
          </a:xfrm>
          <a:prstGeom prst="rect">
            <a:avLst/>
          </a:prstGeom>
          <a:noFill/>
        </p:spPr>
        <p:txBody>
          <a:bodyPr wrap="square" rtlCol="0">
            <a:spAutoFit/>
          </a:bodyPr>
          <a:lstStyle/>
          <a:p>
            <a:pPr algn="ctr"/>
            <a:r>
              <a:rPr lang="en-US" sz="3200" dirty="0"/>
              <a:t>4</a:t>
            </a:r>
          </a:p>
        </p:txBody>
      </p:sp>
      <p:sp>
        <p:nvSpPr>
          <p:cNvPr id="27" name="TextBox 26">
            <a:extLst>
              <a:ext uri="{FF2B5EF4-FFF2-40B4-BE49-F238E27FC236}">
                <a16:creationId xmlns:a16="http://schemas.microsoft.com/office/drawing/2014/main" id="{BC977EF9-51DD-9457-31DA-275AE4D7FA45}"/>
              </a:ext>
            </a:extLst>
          </p:cNvPr>
          <p:cNvSpPr txBox="1"/>
          <p:nvPr/>
        </p:nvSpPr>
        <p:spPr>
          <a:xfrm>
            <a:off x="7213604" y="2231221"/>
            <a:ext cx="462845" cy="584775"/>
          </a:xfrm>
          <a:prstGeom prst="rect">
            <a:avLst/>
          </a:prstGeom>
          <a:noFill/>
        </p:spPr>
        <p:txBody>
          <a:bodyPr wrap="square" rtlCol="0">
            <a:spAutoFit/>
          </a:bodyPr>
          <a:lstStyle/>
          <a:p>
            <a:pPr algn="ctr"/>
            <a:r>
              <a:rPr lang="en-US" sz="3200" dirty="0"/>
              <a:t>2</a:t>
            </a:r>
          </a:p>
        </p:txBody>
      </p:sp>
      <p:sp>
        <p:nvSpPr>
          <p:cNvPr id="18" name="TextBox 17">
            <a:extLst>
              <a:ext uri="{FF2B5EF4-FFF2-40B4-BE49-F238E27FC236}">
                <a16:creationId xmlns:a16="http://schemas.microsoft.com/office/drawing/2014/main" id="{F734C015-C4A4-A524-9E1D-D6C09068A089}"/>
              </a:ext>
            </a:extLst>
          </p:cNvPr>
          <p:cNvSpPr txBox="1"/>
          <p:nvPr/>
        </p:nvSpPr>
        <p:spPr>
          <a:xfrm>
            <a:off x="3217333" y="4244561"/>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87209302-9FEA-A021-5C93-FE02C231BF14}"/>
              </a:ext>
            </a:extLst>
          </p:cNvPr>
          <p:cNvSpPr txBox="1"/>
          <p:nvPr/>
        </p:nvSpPr>
        <p:spPr>
          <a:xfrm>
            <a:off x="3716867" y="4244561"/>
            <a:ext cx="462845" cy="584775"/>
          </a:xfrm>
          <a:prstGeom prst="rect">
            <a:avLst/>
          </a:prstGeom>
          <a:noFill/>
        </p:spPr>
        <p:txBody>
          <a:bodyPr wrap="square" rtlCol="0">
            <a:spAutoFit/>
          </a:bodyPr>
          <a:lstStyle/>
          <a:p>
            <a:pPr algn="ctr"/>
            <a:r>
              <a:rPr lang="en-US" sz="3200" dirty="0"/>
              <a:t>8</a:t>
            </a:r>
          </a:p>
        </p:txBody>
      </p:sp>
      <p:sp>
        <p:nvSpPr>
          <p:cNvPr id="65" name="TextBox 64">
            <a:extLst>
              <a:ext uri="{FF2B5EF4-FFF2-40B4-BE49-F238E27FC236}">
                <a16:creationId xmlns:a16="http://schemas.microsoft.com/office/drawing/2014/main" id="{D1251970-79DB-EBB6-7FC4-E1D21F47299D}"/>
              </a:ext>
            </a:extLst>
          </p:cNvPr>
          <p:cNvSpPr txBox="1"/>
          <p:nvPr/>
        </p:nvSpPr>
        <p:spPr>
          <a:xfrm>
            <a:off x="6714071" y="4244561"/>
            <a:ext cx="462845" cy="584775"/>
          </a:xfrm>
          <a:prstGeom prst="rect">
            <a:avLst/>
          </a:prstGeom>
          <a:noFill/>
        </p:spPr>
        <p:txBody>
          <a:bodyPr wrap="square" rtlCol="0">
            <a:spAutoFit/>
          </a:bodyPr>
          <a:lstStyle/>
          <a:p>
            <a:pPr algn="ctr"/>
            <a:r>
              <a:rPr lang="en-US" sz="3200" dirty="0"/>
              <a:t>2</a:t>
            </a:r>
          </a:p>
        </p:txBody>
      </p:sp>
      <p:sp>
        <p:nvSpPr>
          <p:cNvPr id="53" name="TextBox 52">
            <a:extLst>
              <a:ext uri="{FF2B5EF4-FFF2-40B4-BE49-F238E27FC236}">
                <a16:creationId xmlns:a16="http://schemas.microsoft.com/office/drawing/2014/main" id="{CF9C3F9A-B81C-41AD-F69F-ACE4A6261829}"/>
              </a:ext>
            </a:extLst>
          </p:cNvPr>
          <p:cNvSpPr txBox="1"/>
          <p:nvPr/>
        </p:nvSpPr>
        <p:spPr>
          <a:xfrm>
            <a:off x="3217333" y="3741226"/>
            <a:ext cx="462845" cy="584775"/>
          </a:xfrm>
          <a:prstGeom prst="rect">
            <a:avLst/>
          </a:prstGeom>
          <a:noFill/>
        </p:spPr>
        <p:txBody>
          <a:bodyPr wrap="square" rtlCol="0">
            <a:spAutoFit/>
          </a:bodyPr>
          <a:lstStyle/>
          <a:p>
            <a:pPr algn="ctr"/>
            <a:r>
              <a:rPr lang="en-US" sz="3200" dirty="0"/>
              <a:t>5</a:t>
            </a:r>
          </a:p>
        </p:txBody>
      </p:sp>
      <p:sp>
        <p:nvSpPr>
          <p:cNvPr id="57" name="TextBox 56">
            <a:extLst>
              <a:ext uri="{FF2B5EF4-FFF2-40B4-BE49-F238E27FC236}">
                <a16:creationId xmlns:a16="http://schemas.microsoft.com/office/drawing/2014/main" id="{6F89FDB6-40F8-BBFA-D60E-439FFF31FC05}"/>
              </a:ext>
            </a:extLst>
          </p:cNvPr>
          <p:cNvSpPr txBox="1"/>
          <p:nvPr/>
        </p:nvSpPr>
        <p:spPr>
          <a:xfrm>
            <a:off x="6714071" y="3741226"/>
            <a:ext cx="462845" cy="584775"/>
          </a:xfrm>
          <a:prstGeom prst="rect">
            <a:avLst/>
          </a:prstGeom>
          <a:noFill/>
        </p:spPr>
        <p:txBody>
          <a:bodyPr wrap="square" rtlCol="0">
            <a:spAutoFit/>
          </a:bodyPr>
          <a:lstStyle/>
          <a:p>
            <a:pPr algn="ctr"/>
            <a:r>
              <a:rPr lang="en-US" sz="3200" dirty="0"/>
              <a:t>1</a:t>
            </a:r>
          </a:p>
        </p:txBody>
      </p:sp>
      <p:sp>
        <p:nvSpPr>
          <p:cNvPr id="72" name="TextBox 71">
            <a:extLst>
              <a:ext uri="{FF2B5EF4-FFF2-40B4-BE49-F238E27FC236}">
                <a16:creationId xmlns:a16="http://schemas.microsoft.com/office/drawing/2014/main" id="{71728F5E-E23A-1F92-6E3A-35D81D73DD54}"/>
              </a:ext>
            </a:extLst>
          </p:cNvPr>
          <p:cNvSpPr txBox="1"/>
          <p:nvPr/>
        </p:nvSpPr>
        <p:spPr>
          <a:xfrm>
            <a:off x="3716867" y="4747898"/>
            <a:ext cx="462845" cy="584775"/>
          </a:xfrm>
          <a:prstGeom prst="rect">
            <a:avLst/>
          </a:prstGeom>
          <a:noFill/>
        </p:spPr>
        <p:txBody>
          <a:bodyPr wrap="square" rtlCol="0">
            <a:spAutoFit/>
          </a:bodyPr>
          <a:lstStyle/>
          <a:p>
            <a:pPr algn="ctr"/>
            <a:r>
              <a:rPr lang="en-US" sz="3200" dirty="0"/>
              <a:t>9</a:t>
            </a:r>
          </a:p>
        </p:txBody>
      </p:sp>
      <p:sp>
        <p:nvSpPr>
          <p:cNvPr id="81" name="TextBox 80">
            <a:extLst>
              <a:ext uri="{FF2B5EF4-FFF2-40B4-BE49-F238E27FC236}">
                <a16:creationId xmlns:a16="http://schemas.microsoft.com/office/drawing/2014/main" id="{291BF273-00DF-7488-41CC-6DA06BA89F63}"/>
              </a:ext>
            </a:extLst>
          </p:cNvPr>
          <p:cNvSpPr txBox="1"/>
          <p:nvPr/>
        </p:nvSpPr>
        <p:spPr>
          <a:xfrm>
            <a:off x="6214537" y="4244561"/>
            <a:ext cx="462845" cy="584775"/>
          </a:xfrm>
          <a:prstGeom prst="rect">
            <a:avLst/>
          </a:prstGeom>
          <a:noFill/>
        </p:spPr>
        <p:txBody>
          <a:bodyPr wrap="square" rtlCol="0">
            <a:spAutoFit/>
          </a:bodyPr>
          <a:lstStyle/>
          <a:p>
            <a:pPr algn="ctr"/>
            <a:r>
              <a:rPr lang="en-US" sz="3200" dirty="0"/>
              <a:t>4</a:t>
            </a:r>
          </a:p>
        </p:txBody>
      </p:sp>
      <p:sp>
        <p:nvSpPr>
          <p:cNvPr id="82" name="TextBox 81">
            <a:extLst>
              <a:ext uri="{FF2B5EF4-FFF2-40B4-BE49-F238E27FC236}">
                <a16:creationId xmlns:a16="http://schemas.microsoft.com/office/drawing/2014/main" id="{8499A275-7307-762B-88FF-3E02C4629725}"/>
              </a:ext>
            </a:extLst>
          </p:cNvPr>
          <p:cNvSpPr txBox="1"/>
          <p:nvPr/>
        </p:nvSpPr>
        <p:spPr>
          <a:xfrm>
            <a:off x="6214537" y="4747898"/>
            <a:ext cx="462845" cy="584775"/>
          </a:xfrm>
          <a:prstGeom prst="rect">
            <a:avLst/>
          </a:prstGeom>
          <a:noFill/>
        </p:spPr>
        <p:txBody>
          <a:bodyPr wrap="square" rtlCol="0">
            <a:spAutoFit/>
          </a:bodyPr>
          <a:lstStyle/>
          <a:p>
            <a:pPr algn="ctr"/>
            <a:r>
              <a:rPr lang="en-US" sz="3200" dirty="0"/>
              <a:t>8</a:t>
            </a:r>
          </a:p>
        </p:txBody>
      </p:sp>
      <p:sp>
        <p:nvSpPr>
          <p:cNvPr id="89" name="TextBox 88">
            <a:extLst>
              <a:ext uri="{FF2B5EF4-FFF2-40B4-BE49-F238E27FC236}">
                <a16:creationId xmlns:a16="http://schemas.microsoft.com/office/drawing/2014/main" id="{55E0986F-45AE-AC5A-DBCC-AA17D00C0210}"/>
              </a:ext>
            </a:extLst>
          </p:cNvPr>
          <p:cNvSpPr txBox="1"/>
          <p:nvPr/>
        </p:nvSpPr>
        <p:spPr>
          <a:xfrm>
            <a:off x="5715003" y="4244561"/>
            <a:ext cx="462845" cy="584775"/>
          </a:xfrm>
          <a:prstGeom prst="rect">
            <a:avLst/>
          </a:prstGeom>
          <a:noFill/>
        </p:spPr>
        <p:txBody>
          <a:bodyPr wrap="square" rtlCol="0">
            <a:spAutoFit/>
          </a:bodyPr>
          <a:lstStyle/>
          <a:p>
            <a:pPr algn="ctr"/>
            <a:r>
              <a:rPr lang="en-US" sz="3200" dirty="0"/>
              <a:t>7</a:t>
            </a:r>
          </a:p>
        </p:txBody>
      </p:sp>
      <p:sp>
        <p:nvSpPr>
          <p:cNvPr id="90" name="TextBox 89">
            <a:extLst>
              <a:ext uri="{FF2B5EF4-FFF2-40B4-BE49-F238E27FC236}">
                <a16:creationId xmlns:a16="http://schemas.microsoft.com/office/drawing/2014/main" id="{E49AE3B2-3B36-0B7C-39AE-B79551AD9D02}"/>
              </a:ext>
            </a:extLst>
          </p:cNvPr>
          <p:cNvSpPr txBox="1"/>
          <p:nvPr/>
        </p:nvSpPr>
        <p:spPr>
          <a:xfrm>
            <a:off x="5715003" y="4747898"/>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2B3DD519-9F5C-7F8A-5D24-29C148FC12C3}"/>
              </a:ext>
            </a:extLst>
          </p:cNvPr>
          <p:cNvSpPr txBox="1"/>
          <p:nvPr/>
        </p:nvSpPr>
        <p:spPr>
          <a:xfrm>
            <a:off x="4715935" y="4747898"/>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9CFDC642-18BE-E38F-93D7-4B3A4A7D5013}"/>
              </a:ext>
            </a:extLst>
          </p:cNvPr>
          <p:cNvSpPr txBox="1"/>
          <p:nvPr/>
        </p:nvSpPr>
        <p:spPr>
          <a:xfrm>
            <a:off x="6714071" y="4747898"/>
            <a:ext cx="462845" cy="584775"/>
          </a:xfrm>
          <a:prstGeom prst="rect">
            <a:avLst/>
          </a:prstGeom>
          <a:noFill/>
        </p:spPr>
        <p:txBody>
          <a:bodyPr wrap="square" rtlCol="0">
            <a:spAutoFit/>
          </a:bodyPr>
          <a:lstStyle/>
          <a:p>
            <a:pPr algn="ctr"/>
            <a:r>
              <a:rPr lang="en-US" sz="3200" dirty="0"/>
              <a:t>5</a:t>
            </a:r>
          </a:p>
        </p:txBody>
      </p:sp>
      <p:sp>
        <p:nvSpPr>
          <p:cNvPr id="59" name="TextBox 58">
            <a:extLst>
              <a:ext uri="{FF2B5EF4-FFF2-40B4-BE49-F238E27FC236}">
                <a16:creationId xmlns:a16="http://schemas.microsoft.com/office/drawing/2014/main" id="{0635DAE0-1DD9-8BA2-5056-C2752D30CB44}"/>
              </a:ext>
            </a:extLst>
          </p:cNvPr>
          <p:cNvSpPr txBox="1"/>
          <p:nvPr/>
        </p:nvSpPr>
        <p:spPr>
          <a:xfrm>
            <a:off x="4216401" y="4244561"/>
            <a:ext cx="462845" cy="584775"/>
          </a:xfrm>
          <a:prstGeom prst="rect">
            <a:avLst/>
          </a:prstGeom>
          <a:noFill/>
        </p:spPr>
        <p:txBody>
          <a:bodyPr wrap="square" rtlCol="0">
            <a:spAutoFit/>
          </a:bodyPr>
          <a:lstStyle/>
          <a:p>
            <a:pPr algn="ctr"/>
            <a:r>
              <a:rPr lang="en-US" sz="3200" dirty="0"/>
              <a:t>3</a:t>
            </a:r>
          </a:p>
        </p:txBody>
      </p:sp>
      <p:sp>
        <p:nvSpPr>
          <p:cNvPr id="34" name="TextBox 33">
            <a:extLst>
              <a:ext uri="{FF2B5EF4-FFF2-40B4-BE49-F238E27FC236}">
                <a16:creationId xmlns:a16="http://schemas.microsoft.com/office/drawing/2014/main" id="{3145B75E-1279-A937-3610-B718A0959A64}"/>
              </a:ext>
            </a:extLst>
          </p:cNvPr>
          <p:cNvSpPr txBox="1"/>
          <p:nvPr/>
        </p:nvSpPr>
        <p:spPr>
          <a:xfrm>
            <a:off x="4216401" y="3741226"/>
            <a:ext cx="462845" cy="584775"/>
          </a:xfrm>
          <a:prstGeom prst="rect">
            <a:avLst/>
          </a:prstGeom>
          <a:noFill/>
        </p:spPr>
        <p:txBody>
          <a:bodyPr wrap="square" rtlCol="0">
            <a:spAutoFit/>
          </a:bodyPr>
          <a:lstStyle/>
          <a:p>
            <a:pPr algn="ctr"/>
            <a:r>
              <a:rPr lang="en-US" sz="3200" dirty="0"/>
              <a:t>4</a:t>
            </a:r>
          </a:p>
        </p:txBody>
      </p:sp>
      <p:sp>
        <p:nvSpPr>
          <p:cNvPr id="58" name="TextBox 57">
            <a:extLst>
              <a:ext uri="{FF2B5EF4-FFF2-40B4-BE49-F238E27FC236}">
                <a16:creationId xmlns:a16="http://schemas.microsoft.com/office/drawing/2014/main" id="{0DDCD786-C952-0A97-C763-B6CD9BA69A2E}"/>
              </a:ext>
            </a:extLst>
          </p:cNvPr>
          <p:cNvSpPr txBox="1"/>
          <p:nvPr/>
        </p:nvSpPr>
        <p:spPr>
          <a:xfrm>
            <a:off x="5215469" y="3741226"/>
            <a:ext cx="462845" cy="584775"/>
          </a:xfrm>
          <a:prstGeom prst="rect">
            <a:avLst/>
          </a:prstGeom>
          <a:noFill/>
        </p:spPr>
        <p:txBody>
          <a:bodyPr wrap="square" rtlCol="0">
            <a:spAutoFit/>
          </a:bodyPr>
          <a:lstStyle/>
          <a:p>
            <a:pPr algn="ctr"/>
            <a:r>
              <a:rPr lang="en-US" sz="3200" dirty="0"/>
              <a:t>3</a:t>
            </a:r>
          </a:p>
        </p:txBody>
      </p:sp>
      <p:sp>
        <p:nvSpPr>
          <p:cNvPr id="60" name="TextBox 59">
            <a:extLst>
              <a:ext uri="{FF2B5EF4-FFF2-40B4-BE49-F238E27FC236}">
                <a16:creationId xmlns:a16="http://schemas.microsoft.com/office/drawing/2014/main" id="{8BFDBDDC-AA41-57F7-7F66-34AC88735CC4}"/>
              </a:ext>
            </a:extLst>
          </p:cNvPr>
          <p:cNvSpPr txBox="1"/>
          <p:nvPr/>
        </p:nvSpPr>
        <p:spPr>
          <a:xfrm>
            <a:off x="4715935" y="4244561"/>
            <a:ext cx="462845" cy="584775"/>
          </a:xfrm>
          <a:prstGeom prst="rect">
            <a:avLst/>
          </a:prstGeom>
          <a:noFill/>
        </p:spPr>
        <p:txBody>
          <a:bodyPr wrap="square" rtlCol="0">
            <a:spAutoFit/>
          </a:bodyPr>
          <a:lstStyle/>
          <a:p>
            <a:pPr algn="ctr"/>
            <a:r>
              <a:rPr lang="en-US" sz="3200" dirty="0"/>
              <a:t>9</a:t>
            </a:r>
          </a:p>
        </p:txBody>
      </p:sp>
      <p:sp>
        <p:nvSpPr>
          <p:cNvPr id="61" name="TextBox 60">
            <a:extLst>
              <a:ext uri="{FF2B5EF4-FFF2-40B4-BE49-F238E27FC236}">
                <a16:creationId xmlns:a16="http://schemas.microsoft.com/office/drawing/2014/main" id="{A342F429-9233-7F9C-26BC-FEEE246FCFA2}"/>
              </a:ext>
            </a:extLst>
          </p:cNvPr>
          <p:cNvSpPr txBox="1"/>
          <p:nvPr/>
        </p:nvSpPr>
        <p:spPr>
          <a:xfrm>
            <a:off x="5215469" y="4747898"/>
            <a:ext cx="462845" cy="584775"/>
          </a:xfrm>
          <a:prstGeom prst="rect">
            <a:avLst/>
          </a:prstGeom>
          <a:noFill/>
        </p:spPr>
        <p:txBody>
          <a:bodyPr wrap="square" rtlCol="0">
            <a:spAutoFit/>
          </a:bodyPr>
          <a:lstStyle/>
          <a:p>
            <a:pPr algn="ctr"/>
            <a:r>
              <a:rPr lang="en-US" sz="3200" dirty="0"/>
              <a:t>4</a:t>
            </a:r>
          </a:p>
        </p:txBody>
      </p:sp>
    </p:spTree>
    <p:extLst>
      <p:ext uri="{BB962C8B-B14F-4D97-AF65-F5344CB8AC3E}">
        <p14:creationId xmlns:p14="http://schemas.microsoft.com/office/powerpoint/2010/main" val="199355621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189096-C000-2CF6-6754-177E6560600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1DD81BE-5297-24C2-5DFD-7A6252333181}"/>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25CD4055-F62D-061B-AF3D-7252244C2424}"/>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1DBB6EFB-B0F2-00C0-9FAC-5BFC146480E1}"/>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51748D50-0841-A422-58EF-02D87CEEA631}"/>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F27787FB-D70B-E718-22D5-646C5799D9B6}"/>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CDF572BC-C443-C26D-BD79-2DCE43D3C95E}"/>
              </a:ext>
            </a:extLst>
          </p:cNvPr>
          <p:cNvSpPr txBox="1"/>
          <p:nvPr/>
        </p:nvSpPr>
        <p:spPr>
          <a:xfrm>
            <a:off x="3716867" y="2231221"/>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1449BC63-B712-5620-FE98-1A00859034E8}"/>
              </a:ext>
            </a:extLst>
          </p:cNvPr>
          <p:cNvSpPr txBox="1"/>
          <p:nvPr/>
        </p:nvSpPr>
        <p:spPr>
          <a:xfrm>
            <a:off x="3217333" y="4747898"/>
            <a:ext cx="462845" cy="584775"/>
          </a:xfrm>
          <a:prstGeom prst="rect">
            <a:avLst/>
          </a:prstGeom>
          <a:noFill/>
        </p:spPr>
        <p:txBody>
          <a:bodyPr wrap="square" rtlCol="0">
            <a:spAutoFit/>
          </a:bodyPr>
          <a:lstStyle/>
          <a:p>
            <a:pPr algn="ctr"/>
            <a:r>
              <a:rPr lang="en-US" sz="3200" dirty="0"/>
              <a:t>6</a:t>
            </a:r>
          </a:p>
        </p:txBody>
      </p:sp>
      <p:sp>
        <p:nvSpPr>
          <p:cNvPr id="11" name="TextBox 10">
            <a:extLst>
              <a:ext uri="{FF2B5EF4-FFF2-40B4-BE49-F238E27FC236}">
                <a16:creationId xmlns:a16="http://schemas.microsoft.com/office/drawing/2014/main" id="{3586DD55-83D2-852E-3720-51A2AA62D169}"/>
              </a:ext>
            </a:extLst>
          </p:cNvPr>
          <p:cNvSpPr txBox="1"/>
          <p:nvPr/>
        </p:nvSpPr>
        <p:spPr>
          <a:xfrm>
            <a:off x="7213604" y="4747898"/>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3647A0C7-432C-CF59-D50D-FEF3D5195818}"/>
              </a:ext>
            </a:extLst>
          </p:cNvPr>
          <p:cNvSpPr txBox="1"/>
          <p:nvPr/>
        </p:nvSpPr>
        <p:spPr>
          <a:xfrm>
            <a:off x="6214537" y="2734556"/>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0E4649A9-0923-ABBD-9B51-6449B1DF7349}"/>
              </a:ext>
            </a:extLst>
          </p:cNvPr>
          <p:cNvSpPr txBox="1"/>
          <p:nvPr/>
        </p:nvSpPr>
        <p:spPr>
          <a:xfrm>
            <a:off x="6214537" y="721216"/>
            <a:ext cx="462845" cy="584775"/>
          </a:xfrm>
          <a:prstGeom prst="rect">
            <a:avLst/>
          </a:prstGeom>
          <a:noFill/>
        </p:spPr>
        <p:txBody>
          <a:bodyPr wrap="square" rtlCol="0">
            <a:spAutoFit/>
          </a:bodyPr>
          <a:lstStyle/>
          <a:p>
            <a:pPr algn="ctr"/>
            <a:r>
              <a:rPr lang="en-US" sz="3200" dirty="0"/>
              <a:t>2</a:t>
            </a:r>
          </a:p>
        </p:txBody>
      </p:sp>
      <p:sp>
        <p:nvSpPr>
          <p:cNvPr id="24" name="TextBox 23">
            <a:extLst>
              <a:ext uri="{FF2B5EF4-FFF2-40B4-BE49-F238E27FC236}">
                <a16:creationId xmlns:a16="http://schemas.microsoft.com/office/drawing/2014/main" id="{5F3F0A1D-6D56-FB64-471D-70A4CF1D068E}"/>
              </a:ext>
            </a:extLst>
          </p:cNvPr>
          <p:cNvSpPr txBox="1"/>
          <p:nvPr/>
        </p:nvSpPr>
        <p:spPr>
          <a:xfrm>
            <a:off x="6214537" y="172788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F916A8FC-6E92-F79C-6FFE-5DFE32540247}"/>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30" name="TextBox 29">
            <a:extLst>
              <a:ext uri="{FF2B5EF4-FFF2-40B4-BE49-F238E27FC236}">
                <a16:creationId xmlns:a16="http://schemas.microsoft.com/office/drawing/2014/main" id="{8B55F898-4DC6-E4E5-E817-548E75716313}"/>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2C07EED7-5F8F-0BB7-D961-15DFB7BAF847}"/>
              </a:ext>
            </a:extLst>
          </p:cNvPr>
          <p:cNvSpPr txBox="1"/>
          <p:nvPr/>
        </p:nvSpPr>
        <p:spPr>
          <a:xfrm>
            <a:off x="3217333" y="721216"/>
            <a:ext cx="462845" cy="584775"/>
          </a:xfrm>
          <a:prstGeom prst="rect">
            <a:avLst/>
          </a:prstGeom>
          <a:noFill/>
        </p:spPr>
        <p:txBody>
          <a:bodyPr wrap="square" rtlCol="0">
            <a:spAutoFit/>
          </a:bodyPr>
          <a:lstStyle/>
          <a:p>
            <a:pPr algn="ctr"/>
            <a:r>
              <a:rPr lang="en-US" sz="3200" dirty="0"/>
              <a:t>4</a:t>
            </a:r>
          </a:p>
        </p:txBody>
      </p:sp>
      <p:sp>
        <p:nvSpPr>
          <p:cNvPr id="35" name="TextBox 34">
            <a:extLst>
              <a:ext uri="{FF2B5EF4-FFF2-40B4-BE49-F238E27FC236}">
                <a16:creationId xmlns:a16="http://schemas.microsoft.com/office/drawing/2014/main" id="{FDF876FC-F669-F4DF-045F-B6474F321AC7}"/>
              </a:ext>
            </a:extLst>
          </p:cNvPr>
          <p:cNvSpPr txBox="1"/>
          <p:nvPr/>
        </p:nvSpPr>
        <p:spPr>
          <a:xfrm>
            <a:off x="4216401" y="1224551"/>
            <a:ext cx="462845" cy="584775"/>
          </a:xfrm>
          <a:prstGeom prst="rect">
            <a:avLst/>
          </a:prstGeom>
          <a:noFill/>
        </p:spPr>
        <p:txBody>
          <a:bodyPr wrap="square" rtlCol="0">
            <a:spAutoFit/>
          </a:bodyPr>
          <a:lstStyle/>
          <a:p>
            <a:pPr algn="ctr"/>
            <a:r>
              <a:rPr lang="en-US" sz="3200" dirty="0"/>
              <a:t>1</a:t>
            </a:r>
          </a:p>
        </p:txBody>
      </p:sp>
      <p:sp>
        <p:nvSpPr>
          <p:cNvPr id="36" name="TextBox 35">
            <a:extLst>
              <a:ext uri="{FF2B5EF4-FFF2-40B4-BE49-F238E27FC236}">
                <a16:creationId xmlns:a16="http://schemas.microsoft.com/office/drawing/2014/main" id="{D67DAF5C-A90F-65DD-E2CF-10D09DDFB8E1}"/>
              </a:ext>
            </a:extLst>
          </p:cNvPr>
          <p:cNvSpPr txBox="1"/>
          <p:nvPr/>
        </p:nvSpPr>
        <p:spPr>
          <a:xfrm>
            <a:off x="5215469" y="721216"/>
            <a:ext cx="462845" cy="584775"/>
          </a:xfrm>
          <a:prstGeom prst="rect">
            <a:avLst/>
          </a:prstGeom>
          <a:noFill/>
        </p:spPr>
        <p:txBody>
          <a:bodyPr wrap="square" rtlCol="0">
            <a:spAutoFit/>
          </a:bodyPr>
          <a:lstStyle/>
          <a:p>
            <a:pPr algn="ctr"/>
            <a:r>
              <a:rPr lang="en-US" sz="3200" dirty="0"/>
              <a:t>1</a:t>
            </a:r>
          </a:p>
        </p:txBody>
      </p:sp>
      <p:sp>
        <p:nvSpPr>
          <p:cNvPr id="40" name="TextBox 39">
            <a:extLst>
              <a:ext uri="{FF2B5EF4-FFF2-40B4-BE49-F238E27FC236}">
                <a16:creationId xmlns:a16="http://schemas.microsoft.com/office/drawing/2014/main" id="{2577BD58-DC8F-322A-644E-40312E70CB89}"/>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42" name="TextBox 41">
            <a:extLst>
              <a:ext uri="{FF2B5EF4-FFF2-40B4-BE49-F238E27FC236}">
                <a16:creationId xmlns:a16="http://schemas.microsoft.com/office/drawing/2014/main" id="{216B0AC0-653D-2B0E-9EBD-02219F07FE12}"/>
              </a:ext>
            </a:extLst>
          </p:cNvPr>
          <p:cNvSpPr txBox="1"/>
          <p:nvPr/>
        </p:nvSpPr>
        <p:spPr>
          <a:xfrm>
            <a:off x="5715003" y="1224551"/>
            <a:ext cx="462845" cy="584775"/>
          </a:xfrm>
          <a:prstGeom prst="rect">
            <a:avLst/>
          </a:prstGeom>
          <a:noFill/>
        </p:spPr>
        <p:txBody>
          <a:bodyPr wrap="square" rtlCol="0">
            <a:spAutoFit/>
          </a:bodyPr>
          <a:lstStyle/>
          <a:p>
            <a:pPr algn="ctr"/>
            <a:r>
              <a:rPr lang="en-US" sz="3200" dirty="0"/>
              <a:t>2</a:t>
            </a:r>
          </a:p>
        </p:txBody>
      </p:sp>
      <p:sp>
        <p:nvSpPr>
          <p:cNvPr id="51" name="TextBox 50">
            <a:extLst>
              <a:ext uri="{FF2B5EF4-FFF2-40B4-BE49-F238E27FC236}">
                <a16:creationId xmlns:a16="http://schemas.microsoft.com/office/drawing/2014/main" id="{D2FB4197-35FF-8359-C870-A2D9A7F9FECF}"/>
              </a:ext>
            </a:extLst>
          </p:cNvPr>
          <p:cNvSpPr txBox="1"/>
          <p:nvPr/>
        </p:nvSpPr>
        <p:spPr>
          <a:xfrm>
            <a:off x="5215469" y="2231221"/>
            <a:ext cx="462845" cy="584775"/>
          </a:xfrm>
          <a:prstGeom prst="rect">
            <a:avLst/>
          </a:prstGeom>
          <a:noFill/>
        </p:spPr>
        <p:txBody>
          <a:bodyPr wrap="square" rtlCol="0">
            <a:spAutoFit/>
          </a:bodyPr>
          <a:lstStyle/>
          <a:p>
            <a:pPr algn="ctr"/>
            <a:r>
              <a:rPr lang="en-US" sz="3200" dirty="0"/>
              <a:t>6</a:t>
            </a:r>
          </a:p>
        </p:txBody>
      </p:sp>
      <p:sp>
        <p:nvSpPr>
          <p:cNvPr id="15" name="TextBox 14">
            <a:extLst>
              <a:ext uri="{FF2B5EF4-FFF2-40B4-BE49-F238E27FC236}">
                <a16:creationId xmlns:a16="http://schemas.microsoft.com/office/drawing/2014/main" id="{8B253FB5-D68B-B7BC-2F56-26812DE3F7E1}"/>
              </a:ext>
            </a:extLst>
          </p:cNvPr>
          <p:cNvSpPr txBox="1"/>
          <p:nvPr/>
        </p:nvSpPr>
        <p:spPr>
          <a:xfrm>
            <a:off x="3217333" y="2734556"/>
            <a:ext cx="462845" cy="584775"/>
          </a:xfrm>
          <a:prstGeom prst="rect">
            <a:avLst/>
          </a:prstGeom>
          <a:noFill/>
        </p:spPr>
        <p:txBody>
          <a:bodyPr wrap="square" rtlCol="0">
            <a:spAutoFit/>
          </a:bodyPr>
          <a:lstStyle/>
          <a:p>
            <a:pPr algn="ctr"/>
            <a:r>
              <a:rPr lang="en-US" sz="3200" dirty="0"/>
              <a:t>7</a:t>
            </a:r>
          </a:p>
        </p:txBody>
      </p:sp>
      <p:sp>
        <p:nvSpPr>
          <p:cNvPr id="52" name="TextBox 51">
            <a:extLst>
              <a:ext uri="{FF2B5EF4-FFF2-40B4-BE49-F238E27FC236}">
                <a16:creationId xmlns:a16="http://schemas.microsoft.com/office/drawing/2014/main" id="{FE7EB1D9-5E66-07F6-B79A-592D31816A87}"/>
              </a:ext>
            </a:extLst>
          </p:cNvPr>
          <p:cNvSpPr txBox="1"/>
          <p:nvPr/>
        </p:nvSpPr>
        <p:spPr>
          <a:xfrm>
            <a:off x="3716867" y="2734556"/>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050B5815-DACA-E2CF-12AC-11C2BA7D66EC}"/>
              </a:ext>
            </a:extLst>
          </p:cNvPr>
          <p:cNvSpPr txBox="1"/>
          <p:nvPr/>
        </p:nvSpPr>
        <p:spPr>
          <a:xfrm>
            <a:off x="3716867" y="1727886"/>
            <a:ext cx="462845" cy="584775"/>
          </a:xfrm>
          <a:prstGeom prst="rect">
            <a:avLst/>
          </a:prstGeom>
          <a:noFill/>
        </p:spPr>
        <p:txBody>
          <a:bodyPr wrap="square" rtlCol="0">
            <a:spAutoFit/>
          </a:bodyPr>
          <a:lstStyle/>
          <a:p>
            <a:pPr algn="ctr"/>
            <a:r>
              <a:rPr lang="en-US" sz="3200" dirty="0"/>
              <a:t>7</a:t>
            </a:r>
          </a:p>
        </p:txBody>
      </p:sp>
      <p:sp>
        <p:nvSpPr>
          <p:cNvPr id="66" name="TextBox 65">
            <a:extLst>
              <a:ext uri="{FF2B5EF4-FFF2-40B4-BE49-F238E27FC236}">
                <a16:creationId xmlns:a16="http://schemas.microsoft.com/office/drawing/2014/main" id="{2F633D7A-3909-E7FE-7006-9E1E9D33A09E}"/>
              </a:ext>
            </a:extLst>
          </p:cNvPr>
          <p:cNvSpPr txBox="1"/>
          <p:nvPr/>
        </p:nvSpPr>
        <p:spPr>
          <a:xfrm>
            <a:off x="4216401" y="2734556"/>
            <a:ext cx="462845" cy="584775"/>
          </a:xfrm>
          <a:prstGeom prst="rect">
            <a:avLst/>
          </a:prstGeom>
          <a:noFill/>
        </p:spPr>
        <p:txBody>
          <a:bodyPr wrap="square" rtlCol="0">
            <a:spAutoFit/>
          </a:bodyPr>
          <a:lstStyle/>
          <a:p>
            <a:pPr algn="ctr"/>
            <a:r>
              <a:rPr lang="en-US" sz="3200" dirty="0"/>
              <a:t>5</a:t>
            </a:r>
          </a:p>
        </p:txBody>
      </p:sp>
      <p:sp>
        <p:nvSpPr>
          <p:cNvPr id="67" name="TextBox 66">
            <a:extLst>
              <a:ext uri="{FF2B5EF4-FFF2-40B4-BE49-F238E27FC236}">
                <a16:creationId xmlns:a16="http://schemas.microsoft.com/office/drawing/2014/main" id="{1B1A8096-B27D-8F65-3778-15CE7D049CCB}"/>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68" name="TextBox 67">
            <a:extLst>
              <a:ext uri="{FF2B5EF4-FFF2-40B4-BE49-F238E27FC236}">
                <a16:creationId xmlns:a16="http://schemas.microsoft.com/office/drawing/2014/main" id="{18BD4980-8B31-A1A5-5B2B-309FCF42456B}"/>
              </a:ext>
            </a:extLst>
          </p:cNvPr>
          <p:cNvSpPr txBox="1"/>
          <p:nvPr/>
        </p:nvSpPr>
        <p:spPr>
          <a:xfrm>
            <a:off x="3716867" y="3237891"/>
            <a:ext cx="462845" cy="584775"/>
          </a:xfrm>
          <a:prstGeom prst="rect">
            <a:avLst/>
          </a:prstGeom>
          <a:noFill/>
        </p:spPr>
        <p:txBody>
          <a:bodyPr wrap="square" rtlCol="0">
            <a:spAutoFit/>
          </a:bodyPr>
          <a:lstStyle/>
          <a:p>
            <a:pPr algn="ctr"/>
            <a:r>
              <a:rPr lang="en-US" sz="3200" dirty="0"/>
              <a:t>4</a:t>
            </a:r>
          </a:p>
        </p:txBody>
      </p:sp>
      <p:sp>
        <p:nvSpPr>
          <p:cNvPr id="9" name="TextBox 8">
            <a:extLst>
              <a:ext uri="{FF2B5EF4-FFF2-40B4-BE49-F238E27FC236}">
                <a16:creationId xmlns:a16="http://schemas.microsoft.com/office/drawing/2014/main" id="{B74D4971-DE0A-1F42-9F78-420808C730D0}"/>
              </a:ext>
            </a:extLst>
          </p:cNvPr>
          <p:cNvSpPr txBox="1"/>
          <p:nvPr/>
        </p:nvSpPr>
        <p:spPr>
          <a:xfrm>
            <a:off x="5215469" y="2734556"/>
            <a:ext cx="462845" cy="584775"/>
          </a:xfrm>
          <a:prstGeom prst="rect">
            <a:avLst/>
          </a:prstGeom>
          <a:noFill/>
        </p:spPr>
        <p:txBody>
          <a:bodyPr wrap="square" rtlCol="0">
            <a:spAutoFit/>
          </a:bodyPr>
          <a:lstStyle/>
          <a:p>
            <a:pPr algn="ctr"/>
            <a:r>
              <a:rPr lang="en-US" sz="3200" dirty="0"/>
              <a:t>2</a:t>
            </a:r>
          </a:p>
        </p:txBody>
      </p:sp>
      <p:sp>
        <p:nvSpPr>
          <p:cNvPr id="45" name="TextBox 44">
            <a:extLst>
              <a:ext uri="{FF2B5EF4-FFF2-40B4-BE49-F238E27FC236}">
                <a16:creationId xmlns:a16="http://schemas.microsoft.com/office/drawing/2014/main" id="{6757644A-81DE-297E-E806-3584748F74F9}"/>
              </a:ext>
            </a:extLst>
          </p:cNvPr>
          <p:cNvSpPr txBox="1"/>
          <p:nvPr/>
        </p:nvSpPr>
        <p:spPr>
          <a:xfrm>
            <a:off x="7213604" y="2734556"/>
            <a:ext cx="462845" cy="584775"/>
          </a:xfrm>
          <a:prstGeom prst="rect">
            <a:avLst/>
          </a:prstGeom>
          <a:noFill/>
        </p:spPr>
        <p:txBody>
          <a:bodyPr wrap="square" rtlCol="0">
            <a:spAutoFit/>
          </a:bodyPr>
          <a:lstStyle/>
          <a:p>
            <a:pPr algn="ctr"/>
            <a:r>
              <a:rPr lang="en-US" sz="3200" dirty="0"/>
              <a:t>9</a:t>
            </a:r>
          </a:p>
        </p:txBody>
      </p:sp>
      <p:sp>
        <p:nvSpPr>
          <p:cNvPr id="46" name="TextBox 45">
            <a:extLst>
              <a:ext uri="{FF2B5EF4-FFF2-40B4-BE49-F238E27FC236}">
                <a16:creationId xmlns:a16="http://schemas.microsoft.com/office/drawing/2014/main" id="{132AED18-6A3A-344F-7D14-19D82A15CE37}"/>
              </a:ext>
            </a:extLst>
          </p:cNvPr>
          <p:cNvSpPr txBox="1"/>
          <p:nvPr/>
        </p:nvSpPr>
        <p:spPr>
          <a:xfrm>
            <a:off x="6714071" y="2734556"/>
            <a:ext cx="462845" cy="584775"/>
          </a:xfrm>
          <a:prstGeom prst="rect">
            <a:avLst/>
          </a:prstGeom>
          <a:noFill/>
        </p:spPr>
        <p:txBody>
          <a:bodyPr wrap="square" rtlCol="0">
            <a:spAutoFit/>
          </a:bodyPr>
          <a:lstStyle/>
          <a:p>
            <a:pPr algn="ctr"/>
            <a:r>
              <a:rPr lang="en-US" sz="3200" dirty="0"/>
              <a:t>8</a:t>
            </a:r>
          </a:p>
        </p:txBody>
      </p:sp>
      <p:sp>
        <p:nvSpPr>
          <p:cNvPr id="50" name="TextBox 49">
            <a:extLst>
              <a:ext uri="{FF2B5EF4-FFF2-40B4-BE49-F238E27FC236}">
                <a16:creationId xmlns:a16="http://schemas.microsoft.com/office/drawing/2014/main" id="{6622056B-4AD4-AB5B-B8AC-3899816D4113}"/>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54" name="TextBox 53">
            <a:extLst>
              <a:ext uri="{FF2B5EF4-FFF2-40B4-BE49-F238E27FC236}">
                <a16:creationId xmlns:a16="http://schemas.microsoft.com/office/drawing/2014/main" id="{76FC8BB4-C2FE-5F6C-8514-75BA38A0A98B}"/>
              </a:ext>
            </a:extLst>
          </p:cNvPr>
          <p:cNvSpPr txBox="1"/>
          <p:nvPr/>
        </p:nvSpPr>
        <p:spPr>
          <a:xfrm>
            <a:off x="3716867" y="721216"/>
            <a:ext cx="462845" cy="584775"/>
          </a:xfrm>
          <a:prstGeom prst="rect">
            <a:avLst/>
          </a:prstGeom>
          <a:noFill/>
        </p:spPr>
        <p:txBody>
          <a:bodyPr wrap="square" rtlCol="0">
            <a:spAutoFit/>
          </a:bodyPr>
          <a:lstStyle/>
          <a:p>
            <a:pPr algn="ctr"/>
            <a:r>
              <a:rPr lang="en-US" sz="3200" dirty="0"/>
              <a:t>3</a:t>
            </a:r>
          </a:p>
        </p:txBody>
      </p:sp>
      <p:sp>
        <p:nvSpPr>
          <p:cNvPr id="55" name="TextBox 54">
            <a:extLst>
              <a:ext uri="{FF2B5EF4-FFF2-40B4-BE49-F238E27FC236}">
                <a16:creationId xmlns:a16="http://schemas.microsoft.com/office/drawing/2014/main" id="{7201B1AF-6F76-BAB0-A58A-56ED934C588B}"/>
              </a:ext>
            </a:extLst>
          </p:cNvPr>
          <p:cNvSpPr txBox="1"/>
          <p:nvPr/>
        </p:nvSpPr>
        <p:spPr>
          <a:xfrm>
            <a:off x="5715003" y="721216"/>
            <a:ext cx="462845" cy="584775"/>
          </a:xfrm>
          <a:prstGeom prst="rect">
            <a:avLst/>
          </a:prstGeom>
          <a:noFill/>
        </p:spPr>
        <p:txBody>
          <a:bodyPr wrap="square" rtlCol="0">
            <a:spAutoFit/>
          </a:bodyPr>
          <a:lstStyle/>
          <a:p>
            <a:pPr algn="ctr"/>
            <a:r>
              <a:rPr lang="en-US" sz="3200" dirty="0"/>
              <a:t>5</a:t>
            </a:r>
          </a:p>
        </p:txBody>
      </p:sp>
      <p:sp>
        <p:nvSpPr>
          <p:cNvPr id="37" name="TextBox 36">
            <a:extLst>
              <a:ext uri="{FF2B5EF4-FFF2-40B4-BE49-F238E27FC236}">
                <a16:creationId xmlns:a16="http://schemas.microsoft.com/office/drawing/2014/main" id="{BF29765A-16E0-735E-B359-5F635064BA19}"/>
              </a:ext>
            </a:extLst>
          </p:cNvPr>
          <p:cNvSpPr txBox="1"/>
          <p:nvPr/>
        </p:nvSpPr>
        <p:spPr>
          <a:xfrm>
            <a:off x="3716867" y="1224551"/>
            <a:ext cx="462845" cy="584775"/>
          </a:xfrm>
          <a:prstGeom prst="rect">
            <a:avLst/>
          </a:prstGeom>
          <a:noFill/>
        </p:spPr>
        <p:txBody>
          <a:bodyPr wrap="square" rtlCol="0">
            <a:spAutoFit/>
          </a:bodyPr>
          <a:lstStyle/>
          <a:p>
            <a:pPr algn="ctr"/>
            <a:r>
              <a:rPr lang="en-US" sz="3200" dirty="0"/>
              <a:t>5</a:t>
            </a:r>
          </a:p>
        </p:txBody>
      </p:sp>
      <p:sp>
        <p:nvSpPr>
          <p:cNvPr id="38" name="TextBox 37">
            <a:extLst>
              <a:ext uri="{FF2B5EF4-FFF2-40B4-BE49-F238E27FC236}">
                <a16:creationId xmlns:a16="http://schemas.microsoft.com/office/drawing/2014/main" id="{ACBFBA35-6784-E6D3-6CC9-5ADADAC273A8}"/>
              </a:ext>
            </a:extLst>
          </p:cNvPr>
          <p:cNvSpPr txBox="1"/>
          <p:nvPr/>
        </p:nvSpPr>
        <p:spPr>
          <a:xfrm>
            <a:off x="4715935" y="721216"/>
            <a:ext cx="462845" cy="584775"/>
          </a:xfrm>
          <a:prstGeom prst="rect">
            <a:avLst/>
          </a:prstGeom>
          <a:noFill/>
        </p:spPr>
        <p:txBody>
          <a:bodyPr wrap="square" rtlCol="0">
            <a:spAutoFit/>
          </a:bodyPr>
          <a:lstStyle/>
          <a:p>
            <a:pPr algn="ctr"/>
            <a:r>
              <a:rPr lang="en-US" sz="3200" dirty="0"/>
              <a:t>7</a:t>
            </a:r>
          </a:p>
        </p:txBody>
      </p:sp>
      <p:sp>
        <p:nvSpPr>
          <p:cNvPr id="56" name="TextBox 55">
            <a:extLst>
              <a:ext uri="{FF2B5EF4-FFF2-40B4-BE49-F238E27FC236}">
                <a16:creationId xmlns:a16="http://schemas.microsoft.com/office/drawing/2014/main" id="{9D2E65F8-EAD3-B801-FA19-0264F5C4F54F}"/>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
        <p:nvSpPr>
          <p:cNvPr id="25" name="TextBox 24">
            <a:extLst>
              <a:ext uri="{FF2B5EF4-FFF2-40B4-BE49-F238E27FC236}">
                <a16:creationId xmlns:a16="http://schemas.microsoft.com/office/drawing/2014/main" id="{C0890054-64E1-BBF2-C63F-1C3565B85821}"/>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39" name="TextBox 38">
            <a:extLst>
              <a:ext uri="{FF2B5EF4-FFF2-40B4-BE49-F238E27FC236}">
                <a16:creationId xmlns:a16="http://schemas.microsoft.com/office/drawing/2014/main" id="{038CC219-B237-E292-3381-162B66105459}"/>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14" name="TextBox 13">
            <a:extLst>
              <a:ext uri="{FF2B5EF4-FFF2-40B4-BE49-F238E27FC236}">
                <a16:creationId xmlns:a16="http://schemas.microsoft.com/office/drawing/2014/main" id="{F7E949EA-DF0F-931D-FF60-759E5D709AC0}"/>
              </a:ext>
            </a:extLst>
          </p:cNvPr>
          <p:cNvSpPr txBox="1"/>
          <p:nvPr/>
        </p:nvSpPr>
        <p:spPr>
          <a:xfrm>
            <a:off x="6214537" y="3237891"/>
            <a:ext cx="462845" cy="584775"/>
          </a:xfrm>
          <a:prstGeom prst="rect">
            <a:avLst/>
          </a:prstGeom>
          <a:noFill/>
        </p:spPr>
        <p:txBody>
          <a:bodyPr wrap="square" rtlCol="0">
            <a:spAutoFit/>
          </a:bodyPr>
          <a:lstStyle/>
          <a:p>
            <a:pPr algn="ctr"/>
            <a:r>
              <a:rPr lang="en-US" sz="3200" dirty="0"/>
              <a:t>5</a:t>
            </a:r>
          </a:p>
        </p:txBody>
      </p:sp>
      <p:sp>
        <p:nvSpPr>
          <p:cNvPr id="71" name="TextBox 70">
            <a:extLst>
              <a:ext uri="{FF2B5EF4-FFF2-40B4-BE49-F238E27FC236}">
                <a16:creationId xmlns:a16="http://schemas.microsoft.com/office/drawing/2014/main" id="{DD4FB429-E359-B7BF-3E62-93C1637C9C5D}"/>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
        <p:nvSpPr>
          <p:cNvPr id="73" name="TextBox 72">
            <a:extLst>
              <a:ext uri="{FF2B5EF4-FFF2-40B4-BE49-F238E27FC236}">
                <a16:creationId xmlns:a16="http://schemas.microsoft.com/office/drawing/2014/main" id="{E287E78C-1022-3585-D075-C6E71DA6F39D}"/>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74" name="TextBox 73">
            <a:extLst>
              <a:ext uri="{FF2B5EF4-FFF2-40B4-BE49-F238E27FC236}">
                <a16:creationId xmlns:a16="http://schemas.microsoft.com/office/drawing/2014/main" id="{4AE59AD2-8F82-8505-1186-4D6862BD4484}"/>
              </a:ext>
            </a:extLst>
          </p:cNvPr>
          <p:cNvSpPr txBox="1"/>
          <p:nvPr/>
        </p:nvSpPr>
        <p:spPr>
          <a:xfrm>
            <a:off x="5215469" y="1727886"/>
            <a:ext cx="462845" cy="584775"/>
          </a:xfrm>
          <a:prstGeom prst="rect">
            <a:avLst/>
          </a:prstGeom>
          <a:noFill/>
        </p:spPr>
        <p:txBody>
          <a:bodyPr wrap="square" rtlCol="0">
            <a:spAutoFit/>
          </a:bodyPr>
          <a:lstStyle/>
          <a:p>
            <a:pPr algn="ctr"/>
            <a:r>
              <a:rPr lang="en-US" sz="3200" dirty="0"/>
              <a:t>8</a:t>
            </a:r>
          </a:p>
        </p:txBody>
      </p:sp>
      <p:sp>
        <p:nvSpPr>
          <p:cNvPr id="75" name="TextBox 74">
            <a:extLst>
              <a:ext uri="{FF2B5EF4-FFF2-40B4-BE49-F238E27FC236}">
                <a16:creationId xmlns:a16="http://schemas.microsoft.com/office/drawing/2014/main" id="{6FB6B456-6CD8-5480-CB54-5A4FDC8DA211}"/>
              </a:ext>
            </a:extLst>
          </p:cNvPr>
          <p:cNvSpPr txBox="1"/>
          <p:nvPr/>
        </p:nvSpPr>
        <p:spPr>
          <a:xfrm>
            <a:off x="3217333" y="1224551"/>
            <a:ext cx="462845" cy="584775"/>
          </a:xfrm>
          <a:prstGeom prst="rect">
            <a:avLst/>
          </a:prstGeom>
          <a:noFill/>
        </p:spPr>
        <p:txBody>
          <a:bodyPr wrap="square" rtlCol="0">
            <a:spAutoFit/>
          </a:bodyPr>
          <a:lstStyle/>
          <a:p>
            <a:pPr algn="ctr"/>
            <a:r>
              <a:rPr lang="en-US" sz="3200" dirty="0"/>
              <a:t>8</a:t>
            </a:r>
          </a:p>
        </p:txBody>
      </p:sp>
      <p:sp>
        <p:nvSpPr>
          <p:cNvPr id="76" name="TextBox 75">
            <a:extLst>
              <a:ext uri="{FF2B5EF4-FFF2-40B4-BE49-F238E27FC236}">
                <a16:creationId xmlns:a16="http://schemas.microsoft.com/office/drawing/2014/main" id="{E436B901-E457-AA8D-3F27-AC54DC198AC7}"/>
              </a:ext>
            </a:extLst>
          </p:cNvPr>
          <p:cNvSpPr txBox="1"/>
          <p:nvPr/>
        </p:nvSpPr>
        <p:spPr>
          <a:xfrm>
            <a:off x="3217333" y="1727886"/>
            <a:ext cx="462845" cy="584775"/>
          </a:xfrm>
          <a:prstGeom prst="rect">
            <a:avLst/>
          </a:prstGeom>
          <a:noFill/>
        </p:spPr>
        <p:txBody>
          <a:bodyPr wrap="square" rtlCol="0">
            <a:spAutoFit/>
          </a:bodyPr>
          <a:lstStyle/>
          <a:p>
            <a:pPr algn="ctr"/>
            <a:r>
              <a:rPr lang="en-US" sz="3200" dirty="0"/>
              <a:t>9</a:t>
            </a:r>
          </a:p>
        </p:txBody>
      </p:sp>
      <p:sp>
        <p:nvSpPr>
          <p:cNvPr id="77" name="TextBox 76">
            <a:extLst>
              <a:ext uri="{FF2B5EF4-FFF2-40B4-BE49-F238E27FC236}">
                <a16:creationId xmlns:a16="http://schemas.microsoft.com/office/drawing/2014/main" id="{2FF9F3D9-D27E-B148-62B0-7B5B884C846F}"/>
              </a:ext>
            </a:extLst>
          </p:cNvPr>
          <p:cNvSpPr txBox="1"/>
          <p:nvPr/>
        </p:nvSpPr>
        <p:spPr>
          <a:xfrm>
            <a:off x="6714071" y="1727886"/>
            <a:ext cx="462845" cy="584775"/>
          </a:xfrm>
          <a:prstGeom prst="rect">
            <a:avLst/>
          </a:prstGeom>
          <a:noFill/>
        </p:spPr>
        <p:txBody>
          <a:bodyPr wrap="square" rtlCol="0">
            <a:spAutoFit/>
          </a:bodyPr>
          <a:lstStyle/>
          <a:p>
            <a:pPr algn="ctr"/>
            <a:r>
              <a:rPr lang="en-US" sz="3200" dirty="0"/>
              <a:t>3</a:t>
            </a:r>
          </a:p>
        </p:txBody>
      </p:sp>
      <p:sp>
        <p:nvSpPr>
          <p:cNvPr id="78" name="TextBox 77">
            <a:extLst>
              <a:ext uri="{FF2B5EF4-FFF2-40B4-BE49-F238E27FC236}">
                <a16:creationId xmlns:a16="http://schemas.microsoft.com/office/drawing/2014/main" id="{0A13E5EF-CFF0-7BB6-750C-359191659765}"/>
              </a:ext>
            </a:extLst>
          </p:cNvPr>
          <p:cNvSpPr txBox="1"/>
          <p:nvPr/>
        </p:nvSpPr>
        <p:spPr>
          <a:xfrm>
            <a:off x="7213604" y="1727886"/>
            <a:ext cx="462845" cy="584775"/>
          </a:xfrm>
          <a:prstGeom prst="rect">
            <a:avLst/>
          </a:prstGeom>
          <a:noFill/>
        </p:spPr>
        <p:txBody>
          <a:bodyPr wrap="square" rtlCol="0">
            <a:spAutoFit/>
          </a:bodyPr>
          <a:lstStyle/>
          <a:p>
            <a:pPr algn="ctr"/>
            <a:r>
              <a:rPr lang="en-US" sz="3200" dirty="0"/>
              <a:t>5</a:t>
            </a:r>
          </a:p>
        </p:txBody>
      </p:sp>
      <p:sp>
        <p:nvSpPr>
          <p:cNvPr id="79" name="TextBox 78">
            <a:extLst>
              <a:ext uri="{FF2B5EF4-FFF2-40B4-BE49-F238E27FC236}">
                <a16:creationId xmlns:a16="http://schemas.microsoft.com/office/drawing/2014/main" id="{E59E559A-D401-2842-526A-560DB7BAB5D0}"/>
              </a:ext>
            </a:extLst>
          </p:cNvPr>
          <p:cNvSpPr txBox="1"/>
          <p:nvPr/>
        </p:nvSpPr>
        <p:spPr>
          <a:xfrm>
            <a:off x="4715935" y="2734556"/>
            <a:ext cx="462845" cy="584775"/>
          </a:xfrm>
          <a:prstGeom prst="rect">
            <a:avLst/>
          </a:prstGeom>
          <a:noFill/>
        </p:spPr>
        <p:txBody>
          <a:bodyPr wrap="square" rtlCol="0">
            <a:spAutoFit/>
          </a:bodyPr>
          <a:lstStyle/>
          <a:p>
            <a:pPr algn="ctr"/>
            <a:r>
              <a:rPr lang="en-US" sz="3200" dirty="0"/>
              <a:t>1</a:t>
            </a:r>
          </a:p>
        </p:txBody>
      </p:sp>
      <p:sp>
        <p:nvSpPr>
          <p:cNvPr id="80" name="TextBox 79">
            <a:extLst>
              <a:ext uri="{FF2B5EF4-FFF2-40B4-BE49-F238E27FC236}">
                <a16:creationId xmlns:a16="http://schemas.microsoft.com/office/drawing/2014/main" id="{026B8305-9DBC-86F8-48DE-38C54FBA6BC9}"/>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20" name="TextBox 19">
            <a:extLst>
              <a:ext uri="{FF2B5EF4-FFF2-40B4-BE49-F238E27FC236}">
                <a16:creationId xmlns:a16="http://schemas.microsoft.com/office/drawing/2014/main" id="{6B752DEE-2A1D-C5DC-72FC-BFFECD289827}"/>
              </a:ext>
            </a:extLst>
          </p:cNvPr>
          <p:cNvSpPr txBox="1"/>
          <p:nvPr/>
        </p:nvSpPr>
        <p:spPr>
          <a:xfrm>
            <a:off x="3716867" y="3741226"/>
            <a:ext cx="462845" cy="584775"/>
          </a:xfrm>
          <a:prstGeom prst="rect">
            <a:avLst/>
          </a:prstGeom>
          <a:noFill/>
        </p:spPr>
        <p:txBody>
          <a:bodyPr wrap="square" rtlCol="0">
            <a:spAutoFit/>
          </a:bodyPr>
          <a:lstStyle/>
          <a:p>
            <a:pPr algn="ctr"/>
            <a:r>
              <a:rPr lang="en-US" sz="3200" dirty="0"/>
              <a:t>2</a:t>
            </a:r>
          </a:p>
        </p:txBody>
      </p:sp>
      <p:sp>
        <p:nvSpPr>
          <p:cNvPr id="84" name="TextBox 83">
            <a:extLst>
              <a:ext uri="{FF2B5EF4-FFF2-40B4-BE49-F238E27FC236}">
                <a16:creationId xmlns:a16="http://schemas.microsoft.com/office/drawing/2014/main" id="{B6361CD2-E1BE-18F3-2612-FCB816375E1B}"/>
              </a:ext>
            </a:extLst>
          </p:cNvPr>
          <p:cNvSpPr txBox="1"/>
          <p:nvPr/>
        </p:nvSpPr>
        <p:spPr>
          <a:xfrm>
            <a:off x="5715003" y="3741226"/>
            <a:ext cx="462845" cy="584775"/>
          </a:xfrm>
          <a:prstGeom prst="rect">
            <a:avLst/>
          </a:prstGeom>
          <a:noFill/>
        </p:spPr>
        <p:txBody>
          <a:bodyPr wrap="square" rtlCol="0">
            <a:spAutoFit/>
          </a:bodyPr>
          <a:lstStyle/>
          <a:p>
            <a:pPr algn="ctr"/>
            <a:r>
              <a:rPr lang="en-US" sz="3200" dirty="0"/>
              <a:t>8</a:t>
            </a:r>
          </a:p>
        </p:txBody>
      </p:sp>
      <p:sp>
        <p:nvSpPr>
          <p:cNvPr id="21" name="TextBox 20">
            <a:extLst>
              <a:ext uri="{FF2B5EF4-FFF2-40B4-BE49-F238E27FC236}">
                <a16:creationId xmlns:a16="http://schemas.microsoft.com/office/drawing/2014/main" id="{A73D0EC8-53F3-5951-01D7-1B6C91FB4234}"/>
              </a:ext>
            </a:extLst>
          </p:cNvPr>
          <p:cNvSpPr txBox="1"/>
          <p:nvPr/>
        </p:nvSpPr>
        <p:spPr>
          <a:xfrm>
            <a:off x="6214537" y="3741226"/>
            <a:ext cx="462845" cy="584775"/>
          </a:xfrm>
          <a:prstGeom prst="rect">
            <a:avLst/>
          </a:prstGeom>
          <a:noFill/>
        </p:spPr>
        <p:txBody>
          <a:bodyPr wrap="square" rtlCol="0">
            <a:spAutoFit/>
          </a:bodyPr>
          <a:lstStyle/>
          <a:p>
            <a:pPr algn="ctr"/>
            <a:r>
              <a:rPr lang="en-US" sz="3200" dirty="0"/>
              <a:t>9</a:t>
            </a:r>
          </a:p>
        </p:txBody>
      </p:sp>
      <p:sp>
        <p:nvSpPr>
          <p:cNvPr id="85" name="TextBox 84">
            <a:extLst>
              <a:ext uri="{FF2B5EF4-FFF2-40B4-BE49-F238E27FC236}">
                <a16:creationId xmlns:a16="http://schemas.microsoft.com/office/drawing/2014/main" id="{9C6191BE-6829-C27E-EBED-A8C0623D298D}"/>
              </a:ext>
            </a:extLst>
          </p:cNvPr>
          <p:cNvSpPr txBox="1"/>
          <p:nvPr/>
        </p:nvSpPr>
        <p:spPr>
          <a:xfrm>
            <a:off x="4216401" y="2231221"/>
            <a:ext cx="462845" cy="584775"/>
          </a:xfrm>
          <a:prstGeom prst="rect">
            <a:avLst/>
          </a:prstGeom>
          <a:noFill/>
        </p:spPr>
        <p:txBody>
          <a:bodyPr wrap="square" rtlCol="0">
            <a:spAutoFit/>
          </a:bodyPr>
          <a:lstStyle/>
          <a:p>
            <a:pPr algn="ctr"/>
            <a:r>
              <a:rPr lang="en-US" sz="3200" dirty="0"/>
              <a:t>8</a:t>
            </a:r>
          </a:p>
        </p:txBody>
      </p:sp>
      <p:sp>
        <p:nvSpPr>
          <p:cNvPr id="86" name="TextBox 85">
            <a:extLst>
              <a:ext uri="{FF2B5EF4-FFF2-40B4-BE49-F238E27FC236}">
                <a16:creationId xmlns:a16="http://schemas.microsoft.com/office/drawing/2014/main" id="{8B4ADCD1-0138-C940-E257-7D06201FABEA}"/>
              </a:ext>
            </a:extLst>
          </p:cNvPr>
          <p:cNvSpPr txBox="1"/>
          <p:nvPr/>
        </p:nvSpPr>
        <p:spPr>
          <a:xfrm>
            <a:off x="5715003" y="2231221"/>
            <a:ext cx="462845" cy="584775"/>
          </a:xfrm>
          <a:prstGeom prst="rect">
            <a:avLst/>
          </a:prstGeom>
          <a:noFill/>
        </p:spPr>
        <p:txBody>
          <a:bodyPr wrap="square" rtlCol="0">
            <a:spAutoFit/>
          </a:bodyPr>
          <a:lstStyle/>
          <a:p>
            <a:pPr algn="ctr"/>
            <a:r>
              <a:rPr lang="en-US" sz="3200" dirty="0"/>
              <a:t>9</a:t>
            </a:r>
          </a:p>
        </p:txBody>
      </p:sp>
      <p:sp>
        <p:nvSpPr>
          <p:cNvPr id="13" name="TextBox 12">
            <a:extLst>
              <a:ext uri="{FF2B5EF4-FFF2-40B4-BE49-F238E27FC236}">
                <a16:creationId xmlns:a16="http://schemas.microsoft.com/office/drawing/2014/main" id="{6F6B5F31-4626-ECE6-9E03-7C9421DE2ED8}"/>
              </a:ext>
            </a:extLst>
          </p:cNvPr>
          <p:cNvSpPr txBox="1"/>
          <p:nvPr/>
        </p:nvSpPr>
        <p:spPr>
          <a:xfrm>
            <a:off x="4216401" y="3237891"/>
            <a:ext cx="462845" cy="584775"/>
          </a:xfrm>
          <a:prstGeom prst="rect">
            <a:avLst/>
          </a:prstGeom>
          <a:noFill/>
        </p:spPr>
        <p:txBody>
          <a:bodyPr wrap="square" rtlCol="0">
            <a:spAutoFit/>
          </a:bodyPr>
          <a:lstStyle/>
          <a:p>
            <a:pPr algn="ctr"/>
            <a:r>
              <a:rPr lang="en-US" sz="3200" dirty="0"/>
              <a:t>9</a:t>
            </a:r>
          </a:p>
        </p:txBody>
      </p:sp>
      <p:sp>
        <p:nvSpPr>
          <p:cNvPr id="16" name="TextBox 15">
            <a:extLst>
              <a:ext uri="{FF2B5EF4-FFF2-40B4-BE49-F238E27FC236}">
                <a16:creationId xmlns:a16="http://schemas.microsoft.com/office/drawing/2014/main" id="{F08AB9B2-F7B2-E8AF-B19E-71ACBFF33A46}"/>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63" name="TextBox 62">
            <a:extLst>
              <a:ext uri="{FF2B5EF4-FFF2-40B4-BE49-F238E27FC236}">
                <a16:creationId xmlns:a16="http://schemas.microsoft.com/office/drawing/2014/main" id="{9AE0AF10-F500-4862-A376-6CBE6DFFA90F}"/>
              </a:ext>
            </a:extLst>
          </p:cNvPr>
          <p:cNvSpPr txBox="1"/>
          <p:nvPr/>
        </p:nvSpPr>
        <p:spPr>
          <a:xfrm>
            <a:off x="6714071" y="3237891"/>
            <a:ext cx="462845" cy="584775"/>
          </a:xfrm>
          <a:prstGeom prst="rect">
            <a:avLst/>
          </a:prstGeom>
          <a:noFill/>
        </p:spPr>
        <p:txBody>
          <a:bodyPr wrap="square" rtlCol="0">
            <a:spAutoFit/>
          </a:bodyPr>
          <a:lstStyle/>
          <a:p>
            <a:pPr algn="ctr"/>
            <a:r>
              <a:rPr lang="en-US" sz="3200" dirty="0"/>
              <a:t>6</a:t>
            </a:r>
          </a:p>
        </p:txBody>
      </p:sp>
      <p:sp>
        <p:nvSpPr>
          <p:cNvPr id="87" name="TextBox 86">
            <a:extLst>
              <a:ext uri="{FF2B5EF4-FFF2-40B4-BE49-F238E27FC236}">
                <a16:creationId xmlns:a16="http://schemas.microsoft.com/office/drawing/2014/main" id="{D22CC3BD-C058-9511-E849-FA179D336C9A}"/>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88" name="TextBox 87">
            <a:extLst>
              <a:ext uri="{FF2B5EF4-FFF2-40B4-BE49-F238E27FC236}">
                <a16:creationId xmlns:a16="http://schemas.microsoft.com/office/drawing/2014/main" id="{92D22BB8-BF2C-D16D-A479-A3172FED23AC}"/>
              </a:ext>
            </a:extLst>
          </p:cNvPr>
          <p:cNvSpPr txBox="1"/>
          <p:nvPr/>
        </p:nvSpPr>
        <p:spPr>
          <a:xfrm>
            <a:off x="7213604" y="4244561"/>
            <a:ext cx="462845" cy="584775"/>
          </a:xfrm>
          <a:prstGeom prst="rect">
            <a:avLst/>
          </a:prstGeom>
          <a:noFill/>
        </p:spPr>
        <p:txBody>
          <a:bodyPr wrap="square" rtlCol="0">
            <a:spAutoFit/>
          </a:bodyPr>
          <a:lstStyle/>
          <a:p>
            <a:pPr algn="ctr"/>
            <a:r>
              <a:rPr lang="en-US" sz="3200" dirty="0"/>
              <a:t>6</a:t>
            </a:r>
          </a:p>
        </p:txBody>
      </p:sp>
      <p:sp>
        <p:nvSpPr>
          <p:cNvPr id="47" name="TextBox 46">
            <a:extLst>
              <a:ext uri="{FF2B5EF4-FFF2-40B4-BE49-F238E27FC236}">
                <a16:creationId xmlns:a16="http://schemas.microsoft.com/office/drawing/2014/main" id="{E3EA0B52-BC9B-858E-5358-8C157F01EBFE}"/>
              </a:ext>
            </a:extLst>
          </p:cNvPr>
          <p:cNvSpPr txBox="1"/>
          <p:nvPr/>
        </p:nvSpPr>
        <p:spPr>
          <a:xfrm>
            <a:off x="7213604" y="3741226"/>
            <a:ext cx="462845" cy="584775"/>
          </a:xfrm>
          <a:prstGeom prst="rect">
            <a:avLst/>
          </a:prstGeom>
          <a:noFill/>
        </p:spPr>
        <p:txBody>
          <a:bodyPr wrap="square" rtlCol="0">
            <a:spAutoFit/>
          </a:bodyPr>
          <a:lstStyle/>
          <a:p>
            <a:pPr algn="ctr"/>
            <a:r>
              <a:rPr lang="en-US" sz="3200" dirty="0"/>
              <a:t>7</a:t>
            </a:r>
          </a:p>
        </p:txBody>
      </p:sp>
      <p:sp>
        <p:nvSpPr>
          <p:cNvPr id="48" name="TextBox 47">
            <a:extLst>
              <a:ext uri="{FF2B5EF4-FFF2-40B4-BE49-F238E27FC236}">
                <a16:creationId xmlns:a16="http://schemas.microsoft.com/office/drawing/2014/main" id="{20171698-D95C-7BA3-7F31-98C44E753D3F}"/>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64" name="TextBox 63">
            <a:extLst>
              <a:ext uri="{FF2B5EF4-FFF2-40B4-BE49-F238E27FC236}">
                <a16:creationId xmlns:a16="http://schemas.microsoft.com/office/drawing/2014/main" id="{ECFD6737-CF25-3014-8D50-5A06A150F1FE}"/>
              </a:ext>
            </a:extLst>
          </p:cNvPr>
          <p:cNvSpPr txBox="1"/>
          <p:nvPr/>
        </p:nvSpPr>
        <p:spPr>
          <a:xfrm>
            <a:off x="7213604" y="1224551"/>
            <a:ext cx="462845" cy="584775"/>
          </a:xfrm>
          <a:prstGeom prst="rect">
            <a:avLst/>
          </a:prstGeom>
          <a:noFill/>
        </p:spPr>
        <p:txBody>
          <a:bodyPr wrap="square" rtlCol="0">
            <a:spAutoFit/>
          </a:bodyPr>
          <a:lstStyle/>
          <a:p>
            <a:pPr algn="ctr"/>
            <a:r>
              <a:rPr lang="en-US" sz="3200" dirty="0"/>
              <a:t>4</a:t>
            </a:r>
          </a:p>
        </p:txBody>
      </p:sp>
      <p:sp>
        <p:nvSpPr>
          <p:cNvPr id="26" name="TextBox 25">
            <a:extLst>
              <a:ext uri="{FF2B5EF4-FFF2-40B4-BE49-F238E27FC236}">
                <a16:creationId xmlns:a16="http://schemas.microsoft.com/office/drawing/2014/main" id="{B3A0E6EA-190C-AB29-FA32-77B2E9624B50}"/>
              </a:ext>
            </a:extLst>
          </p:cNvPr>
          <p:cNvSpPr txBox="1"/>
          <p:nvPr/>
        </p:nvSpPr>
        <p:spPr>
          <a:xfrm>
            <a:off x="6714071" y="2231221"/>
            <a:ext cx="462845" cy="584775"/>
          </a:xfrm>
          <a:prstGeom prst="rect">
            <a:avLst/>
          </a:prstGeom>
          <a:noFill/>
        </p:spPr>
        <p:txBody>
          <a:bodyPr wrap="square" rtlCol="0">
            <a:spAutoFit/>
          </a:bodyPr>
          <a:lstStyle/>
          <a:p>
            <a:pPr algn="ctr"/>
            <a:r>
              <a:rPr lang="en-US" sz="3200" dirty="0"/>
              <a:t>4</a:t>
            </a:r>
          </a:p>
        </p:txBody>
      </p:sp>
      <p:sp>
        <p:nvSpPr>
          <p:cNvPr id="27" name="TextBox 26">
            <a:extLst>
              <a:ext uri="{FF2B5EF4-FFF2-40B4-BE49-F238E27FC236}">
                <a16:creationId xmlns:a16="http://schemas.microsoft.com/office/drawing/2014/main" id="{A8F4633B-A6BD-8CE9-A921-621119F5221F}"/>
              </a:ext>
            </a:extLst>
          </p:cNvPr>
          <p:cNvSpPr txBox="1"/>
          <p:nvPr/>
        </p:nvSpPr>
        <p:spPr>
          <a:xfrm>
            <a:off x="7213604" y="2231221"/>
            <a:ext cx="462845" cy="584775"/>
          </a:xfrm>
          <a:prstGeom prst="rect">
            <a:avLst/>
          </a:prstGeom>
          <a:noFill/>
        </p:spPr>
        <p:txBody>
          <a:bodyPr wrap="square" rtlCol="0">
            <a:spAutoFit/>
          </a:bodyPr>
          <a:lstStyle/>
          <a:p>
            <a:pPr algn="ctr"/>
            <a:r>
              <a:rPr lang="en-US" sz="3200" dirty="0"/>
              <a:t>2</a:t>
            </a:r>
          </a:p>
        </p:txBody>
      </p:sp>
      <p:sp>
        <p:nvSpPr>
          <p:cNvPr id="18" name="TextBox 17">
            <a:extLst>
              <a:ext uri="{FF2B5EF4-FFF2-40B4-BE49-F238E27FC236}">
                <a16:creationId xmlns:a16="http://schemas.microsoft.com/office/drawing/2014/main" id="{ABEB2212-97C4-2BCF-44FA-E62248E84D63}"/>
              </a:ext>
            </a:extLst>
          </p:cNvPr>
          <p:cNvSpPr txBox="1"/>
          <p:nvPr/>
        </p:nvSpPr>
        <p:spPr>
          <a:xfrm>
            <a:off x="3217333" y="4244561"/>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7AC206FB-69FA-72B8-7331-3FD3D128A9DF}"/>
              </a:ext>
            </a:extLst>
          </p:cNvPr>
          <p:cNvSpPr txBox="1"/>
          <p:nvPr/>
        </p:nvSpPr>
        <p:spPr>
          <a:xfrm>
            <a:off x="3716867" y="4244561"/>
            <a:ext cx="462845" cy="584775"/>
          </a:xfrm>
          <a:prstGeom prst="rect">
            <a:avLst/>
          </a:prstGeom>
          <a:noFill/>
        </p:spPr>
        <p:txBody>
          <a:bodyPr wrap="square" rtlCol="0">
            <a:spAutoFit/>
          </a:bodyPr>
          <a:lstStyle/>
          <a:p>
            <a:pPr algn="ctr"/>
            <a:r>
              <a:rPr lang="en-US" sz="3200" dirty="0"/>
              <a:t>8</a:t>
            </a:r>
          </a:p>
        </p:txBody>
      </p:sp>
      <p:sp>
        <p:nvSpPr>
          <p:cNvPr id="65" name="TextBox 64">
            <a:extLst>
              <a:ext uri="{FF2B5EF4-FFF2-40B4-BE49-F238E27FC236}">
                <a16:creationId xmlns:a16="http://schemas.microsoft.com/office/drawing/2014/main" id="{541CE89F-108C-D4F1-418E-EA880988CC3B}"/>
              </a:ext>
            </a:extLst>
          </p:cNvPr>
          <p:cNvSpPr txBox="1"/>
          <p:nvPr/>
        </p:nvSpPr>
        <p:spPr>
          <a:xfrm>
            <a:off x="6714071" y="4244561"/>
            <a:ext cx="462845" cy="584775"/>
          </a:xfrm>
          <a:prstGeom prst="rect">
            <a:avLst/>
          </a:prstGeom>
          <a:noFill/>
        </p:spPr>
        <p:txBody>
          <a:bodyPr wrap="square" rtlCol="0">
            <a:spAutoFit/>
          </a:bodyPr>
          <a:lstStyle/>
          <a:p>
            <a:pPr algn="ctr"/>
            <a:r>
              <a:rPr lang="en-US" sz="3200" dirty="0"/>
              <a:t>2</a:t>
            </a:r>
          </a:p>
        </p:txBody>
      </p:sp>
      <p:sp>
        <p:nvSpPr>
          <p:cNvPr id="53" name="TextBox 52">
            <a:extLst>
              <a:ext uri="{FF2B5EF4-FFF2-40B4-BE49-F238E27FC236}">
                <a16:creationId xmlns:a16="http://schemas.microsoft.com/office/drawing/2014/main" id="{B800428C-DBBA-D41E-A4B9-4543E48A84D7}"/>
              </a:ext>
            </a:extLst>
          </p:cNvPr>
          <p:cNvSpPr txBox="1"/>
          <p:nvPr/>
        </p:nvSpPr>
        <p:spPr>
          <a:xfrm>
            <a:off x="3217333" y="3741226"/>
            <a:ext cx="462845" cy="584775"/>
          </a:xfrm>
          <a:prstGeom prst="rect">
            <a:avLst/>
          </a:prstGeom>
          <a:noFill/>
        </p:spPr>
        <p:txBody>
          <a:bodyPr wrap="square" rtlCol="0">
            <a:spAutoFit/>
          </a:bodyPr>
          <a:lstStyle/>
          <a:p>
            <a:pPr algn="ctr"/>
            <a:r>
              <a:rPr lang="en-US" sz="3200" dirty="0"/>
              <a:t>5</a:t>
            </a:r>
          </a:p>
        </p:txBody>
      </p:sp>
      <p:sp>
        <p:nvSpPr>
          <p:cNvPr id="57" name="TextBox 56">
            <a:extLst>
              <a:ext uri="{FF2B5EF4-FFF2-40B4-BE49-F238E27FC236}">
                <a16:creationId xmlns:a16="http://schemas.microsoft.com/office/drawing/2014/main" id="{780CF6D4-4B07-3741-1C26-5EEF1121E2CA}"/>
              </a:ext>
            </a:extLst>
          </p:cNvPr>
          <p:cNvSpPr txBox="1"/>
          <p:nvPr/>
        </p:nvSpPr>
        <p:spPr>
          <a:xfrm>
            <a:off x="6714071" y="3741226"/>
            <a:ext cx="462845" cy="584775"/>
          </a:xfrm>
          <a:prstGeom prst="rect">
            <a:avLst/>
          </a:prstGeom>
          <a:noFill/>
        </p:spPr>
        <p:txBody>
          <a:bodyPr wrap="square" rtlCol="0">
            <a:spAutoFit/>
          </a:bodyPr>
          <a:lstStyle/>
          <a:p>
            <a:pPr algn="ctr"/>
            <a:r>
              <a:rPr lang="en-US" sz="3200" dirty="0"/>
              <a:t>1</a:t>
            </a:r>
          </a:p>
        </p:txBody>
      </p:sp>
      <p:sp>
        <p:nvSpPr>
          <p:cNvPr id="72" name="TextBox 71">
            <a:extLst>
              <a:ext uri="{FF2B5EF4-FFF2-40B4-BE49-F238E27FC236}">
                <a16:creationId xmlns:a16="http://schemas.microsoft.com/office/drawing/2014/main" id="{B43ADED7-03C2-C1DF-43DA-FE9B6A04D292}"/>
              </a:ext>
            </a:extLst>
          </p:cNvPr>
          <p:cNvSpPr txBox="1"/>
          <p:nvPr/>
        </p:nvSpPr>
        <p:spPr>
          <a:xfrm>
            <a:off x="3716867" y="4747898"/>
            <a:ext cx="462845" cy="584775"/>
          </a:xfrm>
          <a:prstGeom prst="rect">
            <a:avLst/>
          </a:prstGeom>
          <a:noFill/>
        </p:spPr>
        <p:txBody>
          <a:bodyPr wrap="square" rtlCol="0">
            <a:spAutoFit/>
          </a:bodyPr>
          <a:lstStyle/>
          <a:p>
            <a:pPr algn="ctr"/>
            <a:r>
              <a:rPr lang="en-US" sz="3200" dirty="0"/>
              <a:t>9</a:t>
            </a:r>
          </a:p>
        </p:txBody>
      </p:sp>
      <p:sp>
        <p:nvSpPr>
          <p:cNvPr id="81" name="TextBox 80">
            <a:extLst>
              <a:ext uri="{FF2B5EF4-FFF2-40B4-BE49-F238E27FC236}">
                <a16:creationId xmlns:a16="http://schemas.microsoft.com/office/drawing/2014/main" id="{797D7CB9-F81E-66A2-A790-477053553482}"/>
              </a:ext>
            </a:extLst>
          </p:cNvPr>
          <p:cNvSpPr txBox="1"/>
          <p:nvPr/>
        </p:nvSpPr>
        <p:spPr>
          <a:xfrm>
            <a:off x="6214537" y="4244561"/>
            <a:ext cx="462845" cy="584775"/>
          </a:xfrm>
          <a:prstGeom prst="rect">
            <a:avLst/>
          </a:prstGeom>
          <a:noFill/>
        </p:spPr>
        <p:txBody>
          <a:bodyPr wrap="square" rtlCol="0">
            <a:spAutoFit/>
          </a:bodyPr>
          <a:lstStyle/>
          <a:p>
            <a:pPr algn="ctr"/>
            <a:r>
              <a:rPr lang="en-US" sz="3200" dirty="0"/>
              <a:t>4</a:t>
            </a:r>
          </a:p>
        </p:txBody>
      </p:sp>
      <p:sp>
        <p:nvSpPr>
          <p:cNvPr id="82" name="TextBox 81">
            <a:extLst>
              <a:ext uri="{FF2B5EF4-FFF2-40B4-BE49-F238E27FC236}">
                <a16:creationId xmlns:a16="http://schemas.microsoft.com/office/drawing/2014/main" id="{61D2BD4F-463C-61E3-BD91-E143735F6639}"/>
              </a:ext>
            </a:extLst>
          </p:cNvPr>
          <p:cNvSpPr txBox="1"/>
          <p:nvPr/>
        </p:nvSpPr>
        <p:spPr>
          <a:xfrm>
            <a:off x="6214537" y="4747898"/>
            <a:ext cx="462845" cy="584775"/>
          </a:xfrm>
          <a:prstGeom prst="rect">
            <a:avLst/>
          </a:prstGeom>
          <a:noFill/>
        </p:spPr>
        <p:txBody>
          <a:bodyPr wrap="square" rtlCol="0">
            <a:spAutoFit/>
          </a:bodyPr>
          <a:lstStyle/>
          <a:p>
            <a:pPr algn="ctr"/>
            <a:r>
              <a:rPr lang="en-US" sz="3200" dirty="0"/>
              <a:t>8</a:t>
            </a:r>
          </a:p>
        </p:txBody>
      </p:sp>
      <p:sp>
        <p:nvSpPr>
          <p:cNvPr id="89" name="TextBox 88">
            <a:extLst>
              <a:ext uri="{FF2B5EF4-FFF2-40B4-BE49-F238E27FC236}">
                <a16:creationId xmlns:a16="http://schemas.microsoft.com/office/drawing/2014/main" id="{E5129CB2-2D11-798B-ADD1-59F5913E7DD4}"/>
              </a:ext>
            </a:extLst>
          </p:cNvPr>
          <p:cNvSpPr txBox="1"/>
          <p:nvPr/>
        </p:nvSpPr>
        <p:spPr>
          <a:xfrm>
            <a:off x="5715003" y="4244561"/>
            <a:ext cx="462845" cy="584775"/>
          </a:xfrm>
          <a:prstGeom prst="rect">
            <a:avLst/>
          </a:prstGeom>
          <a:noFill/>
        </p:spPr>
        <p:txBody>
          <a:bodyPr wrap="square" rtlCol="0">
            <a:spAutoFit/>
          </a:bodyPr>
          <a:lstStyle/>
          <a:p>
            <a:pPr algn="ctr"/>
            <a:r>
              <a:rPr lang="en-US" sz="3200" dirty="0"/>
              <a:t>7</a:t>
            </a:r>
          </a:p>
        </p:txBody>
      </p:sp>
      <p:sp>
        <p:nvSpPr>
          <p:cNvPr id="90" name="TextBox 89">
            <a:extLst>
              <a:ext uri="{FF2B5EF4-FFF2-40B4-BE49-F238E27FC236}">
                <a16:creationId xmlns:a16="http://schemas.microsoft.com/office/drawing/2014/main" id="{AC3F79FC-0726-A051-748D-14B23947CC79}"/>
              </a:ext>
            </a:extLst>
          </p:cNvPr>
          <p:cNvSpPr txBox="1"/>
          <p:nvPr/>
        </p:nvSpPr>
        <p:spPr>
          <a:xfrm>
            <a:off x="5715003" y="4747898"/>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652BFE1A-B5A5-5556-3DB8-66BCE2A7AAA8}"/>
              </a:ext>
            </a:extLst>
          </p:cNvPr>
          <p:cNvSpPr txBox="1"/>
          <p:nvPr/>
        </p:nvSpPr>
        <p:spPr>
          <a:xfrm>
            <a:off x="4715935" y="4747898"/>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3EE6F626-0EC2-3402-9246-B0B3E9529BA4}"/>
              </a:ext>
            </a:extLst>
          </p:cNvPr>
          <p:cNvSpPr txBox="1"/>
          <p:nvPr/>
        </p:nvSpPr>
        <p:spPr>
          <a:xfrm>
            <a:off x="6714071" y="4747898"/>
            <a:ext cx="462845" cy="584775"/>
          </a:xfrm>
          <a:prstGeom prst="rect">
            <a:avLst/>
          </a:prstGeom>
          <a:noFill/>
        </p:spPr>
        <p:txBody>
          <a:bodyPr wrap="square" rtlCol="0">
            <a:spAutoFit/>
          </a:bodyPr>
          <a:lstStyle/>
          <a:p>
            <a:pPr algn="ctr"/>
            <a:r>
              <a:rPr lang="en-US" sz="3200" dirty="0"/>
              <a:t>5</a:t>
            </a:r>
          </a:p>
        </p:txBody>
      </p:sp>
      <p:sp>
        <p:nvSpPr>
          <p:cNvPr id="59" name="TextBox 58">
            <a:extLst>
              <a:ext uri="{FF2B5EF4-FFF2-40B4-BE49-F238E27FC236}">
                <a16:creationId xmlns:a16="http://schemas.microsoft.com/office/drawing/2014/main" id="{D8C2DD7D-909B-62FF-F7F1-366287DEAC60}"/>
              </a:ext>
            </a:extLst>
          </p:cNvPr>
          <p:cNvSpPr txBox="1"/>
          <p:nvPr/>
        </p:nvSpPr>
        <p:spPr>
          <a:xfrm>
            <a:off x="4216401" y="4244561"/>
            <a:ext cx="462845" cy="584775"/>
          </a:xfrm>
          <a:prstGeom prst="rect">
            <a:avLst/>
          </a:prstGeom>
          <a:noFill/>
        </p:spPr>
        <p:txBody>
          <a:bodyPr wrap="square" rtlCol="0">
            <a:spAutoFit/>
          </a:bodyPr>
          <a:lstStyle/>
          <a:p>
            <a:pPr algn="ctr"/>
            <a:r>
              <a:rPr lang="en-US" sz="3200" dirty="0"/>
              <a:t>3</a:t>
            </a:r>
          </a:p>
        </p:txBody>
      </p:sp>
      <p:sp>
        <p:nvSpPr>
          <p:cNvPr id="34" name="TextBox 33">
            <a:extLst>
              <a:ext uri="{FF2B5EF4-FFF2-40B4-BE49-F238E27FC236}">
                <a16:creationId xmlns:a16="http://schemas.microsoft.com/office/drawing/2014/main" id="{0818EDC0-BEDA-6651-4282-0B57AE22CE41}"/>
              </a:ext>
            </a:extLst>
          </p:cNvPr>
          <p:cNvSpPr txBox="1"/>
          <p:nvPr/>
        </p:nvSpPr>
        <p:spPr>
          <a:xfrm>
            <a:off x="4216401" y="3741226"/>
            <a:ext cx="462845" cy="584775"/>
          </a:xfrm>
          <a:prstGeom prst="rect">
            <a:avLst/>
          </a:prstGeom>
          <a:noFill/>
        </p:spPr>
        <p:txBody>
          <a:bodyPr wrap="square" rtlCol="0">
            <a:spAutoFit/>
          </a:bodyPr>
          <a:lstStyle/>
          <a:p>
            <a:pPr algn="ctr"/>
            <a:r>
              <a:rPr lang="en-US" sz="3200" dirty="0"/>
              <a:t>4</a:t>
            </a:r>
          </a:p>
        </p:txBody>
      </p:sp>
      <p:sp>
        <p:nvSpPr>
          <p:cNvPr id="58" name="TextBox 57">
            <a:extLst>
              <a:ext uri="{FF2B5EF4-FFF2-40B4-BE49-F238E27FC236}">
                <a16:creationId xmlns:a16="http://schemas.microsoft.com/office/drawing/2014/main" id="{E0BD66EA-9E83-B8A2-A408-83AAD49A570B}"/>
              </a:ext>
            </a:extLst>
          </p:cNvPr>
          <p:cNvSpPr txBox="1"/>
          <p:nvPr/>
        </p:nvSpPr>
        <p:spPr>
          <a:xfrm>
            <a:off x="5215469" y="3741226"/>
            <a:ext cx="462845" cy="584775"/>
          </a:xfrm>
          <a:prstGeom prst="rect">
            <a:avLst/>
          </a:prstGeom>
          <a:noFill/>
        </p:spPr>
        <p:txBody>
          <a:bodyPr wrap="square" rtlCol="0">
            <a:spAutoFit/>
          </a:bodyPr>
          <a:lstStyle/>
          <a:p>
            <a:pPr algn="ctr"/>
            <a:r>
              <a:rPr lang="en-US" sz="3200" dirty="0"/>
              <a:t>3</a:t>
            </a:r>
          </a:p>
        </p:txBody>
      </p:sp>
      <p:sp>
        <p:nvSpPr>
          <p:cNvPr id="17" name="TextBox 16">
            <a:extLst>
              <a:ext uri="{FF2B5EF4-FFF2-40B4-BE49-F238E27FC236}">
                <a16:creationId xmlns:a16="http://schemas.microsoft.com/office/drawing/2014/main" id="{ADBD7B3A-C256-3F0D-7302-284E0D92EBE9}"/>
              </a:ext>
            </a:extLst>
          </p:cNvPr>
          <p:cNvSpPr txBox="1"/>
          <p:nvPr/>
        </p:nvSpPr>
        <p:spPr>
          <a:xfrm>
            <a:off x="4715935" y="1224551"/>
            <a:ext cx="462845" cy="584775"/>
          </a:xfrm>
          <a:prstGeom prst="rect">
            <a:avLst/>
          </a:prstGeom>
          <a:noFill/>
        </p:spPr>
        <p:txBody>
          <a:bodyPr wrap="square" rtlCol="0">
            <a:spAutoFit/>
          </a:bodyPr>
          <a:lstStyle/>
          <a:p>
            <a:pPr algn="ctr"/>
            <a:r>
              <a:rPr lang="en-US" sz="3200" dirty="0"/>
              <a:t>3</a:t>
            </a:r>
          </a:p>
        </p:txBody>
      </p:sp>
      <p:sp>
        <p:nvSpPr>
          <p:cNvPr id="41" name="TextBox 40">
            <a:extLst>
              <a:ext uri="{FF2B5EF4-FFF2-40B4-BE49-F238E27FC236}">
                <a16:creationId xmlns:a16="http://schemas.microsoft.com/office/drawing/2014/main" id="{369E8622-0D2C-B08B-D6CA-6E482D1A89E1}"/>
              </a:ext>
            </a:extLst>
          </p:cNvPr>
          <p:cNvSpPr txBox="1"/>
          <p:nvPr/>
        </p:nvSpPr>
        <p:spPr>
          <a:xfrm>
            <a:off x="5215469" y="1224551"/>
            <a:ext cx="462845" cy="584775"/>
          </a:xfrm>
          <a:prstGeom prst="rect">
            <a:avLst/>
          </a:prstGeom>
          <a:noFill/>
        </p:spPr>
        <p:txBody>
          <a:bodyPr wrap="square" rtlCol="0">
            <a:spAutoFit/>
          </a:bodyPr>
          <a:lstStyle/>
          <a:p>
            <a:pPr algn="ctr"/>
            <a:r>
              <a:rPr lang="en-US" sz="3200" dirty="0"/>
              <a:t>9</a:t>
            </a:r>
          </a:p>
        </p:txBody>
      </p:sp>
      <p:sp>
        <p:nvSpPr>
          <p:cNvPr id="60" name="TextBox 59">
            <a:extLst>
              <a:ext uri="{FF2B5EF4-FFF2-40B4-BE49-F238E27FC236}">
                <a16:creationId xmlns:a16="http://schemas.microsoft.com/office/drawing/2014/main" id="{E9EFB7BC-C885-E97A-58D4-E1F2E8183C38}"/>
              </a:ext>
            </a:extLst>
          </p:cNvPr>
          <p:cNvSpPr txBox="1"/>
          <p:nvPr/>
        </p:nvSpPr>
        <p:spPr>
          <a:xfrm>
            <a:off x="4216401" y="4747898"/>
            <a:ext cx="462845" cy="584775"/>
          </a:xfrm>
          <a:prstGeom prst="rect">
            <a:avLst/>
          </a:prstGeom>
          <a:noFill/>
        </p:spPr>
        <p:txBody>
          <a:bodyPr wrap="square" rtlCol="0">
            <a:spAutoFit/>
          </a:bodyPr>
          <a:lstStyle/>
          <a:p>
            <a:pPr algn="ctr"/>
            <a:r>
              <a:rPr lang="en-US" sz="3200" dirty="0"/>
              <a:t>7</a:t>
            </a:r>
          </a:p>
        </p:txBody>
      </p:sp>
      <p:sp>
        <p:nvSpPr>
          <p:cNvPr id="61" name="TextBox 60">
            <a:extLst>
              <a:ext uri="{FF2B5EF4-FFF2-40B4-BE49-F238E27FC236}">
                <a16:creationId xmlns:a16="http://schemas.microsoft.com/office/drawing/2014/main" id="{26A073DE-A62B-0598-17CC-A7E9A43EBC9E}"/>
              </a:ext>
            </a:extLst>
          </p:cNvPr>
          <p:cNvSpPr txBox="1"/>
          <p:nvPr/>
        </p:nvSpPr>
        <p:spPr>
          <a:xfrm>
            <a:off x="4715935" y="4244561"/>
            <a:ext cx="462845" cy="584775"/>
          </a:xfrm>
          <a:prstGeom prst="rect">
            <a:avLst/>
          </a:prstGeom>
          <a:noFill/>
        </p:spPr>
        <p:txBody>
          <a:bodyPr wrap="square" rtlCol="0">
            <a:spAutoFit/>
          </a:bodyPr>
          <a:lstStyle/>
          <a:p>
            <a:pPr algn="ctr"/>
            <a:r>
              <a:rPr lang="en-US" sz="3200" dirty="0"/>
              <a:t>9</a:t>
            </a:r>
          </a:p>
        </p:txBody>
      </p:sp>
      <p:sp>
        <p:nvSpPr>
          <p:cNvPr id="69" name="TextBox 68">
            <a:extLst>
              <a:ext uri="{FF2B5EF4-FFF2-40B4-BE49-F238E27FC236}">
                <a16:creationId xmlns:a16="http://schemas.microsoft.com/office/drawing/2014/main" id="{5CBC61E9-8CFF-1CBB-1B9C-9175B1981F70}"/>
              </a:ext>
            </a:extLst>
          </p:cNvPr>
          <p:cNvSpPr txBox="1"/>
          <p:nvPr/>
        </p:nvSpPr>
        <p:spPr>
          <a:xfrm>
            <a:off x="5215469" y="4244561"/>
            <a:ext cx="462845" cy="584775"/>
          </a:xfrm>
          <a:prstGeom prst="rect">
            <a:avLst/>
          </a:prstGeom>
          <a:noFill/>
        </p:spPr>
        <p:txBody>
          <a:bodyPr wrap="square" rtlCol="0">
            <a:spAutoFit/>
          </a:bodyPr>
          <a:lstStyle/>
          <a:p>
            <a:pPr algn="ctr"/>
            <a:r>
              <a:rPr lang="en-US" sz="3200" dirty="0"/>
              <a:t>5</a:t>
            </a:r>
          </a:p>
        </p:txBody>
      </p:sp>
      <p:sp>
        <p:nvSpPr>
          <p:cNvPr id="70" name="TextBox 69">
            <a:extLst>
              <a:ext uri="{FF2B5EF4-FFF2-40B4-BE49-F238E27FC236}">
                <a16:creationId xmlns:a16="http://schemas.microsoft.com/office/drawing/2014/main" id="{06C76377-E376-0181-0451-BEE8D140CE21}"/>
              </a:ext>
            </a:extLst>
          </p:cNvPr>
          <p:cNvSpPr txBox="1"/>
          <p:nvPr/>
        </p:nvSpPr>
        <p:spPr>
          <a:xfrm>
            <a:off x="5215469" y="4747898"/>
            <a:ext cx="462845" cy="584775"/>
          </a:xfrm>
          <a:prstGeom prst="rect">
            <a:avLst/>
          </a:prstGeom>
          <a:noFill/>
        </p:spPr>
        <p:txBody>
          <a:bodyPr wrap="square" rtlCol="0">
            <a:spAutoFit/>
          </a:bodyPr>
          <a:lstStyle/>
          <a:p>
            <a:pPr algn="ctr"/>
            <a:r>
              <a:rPr lang="en-US" sz="3200" dirty="0"/>
              <a:t>4</a:t>
            </a:r>
          </a:p>
        </p:txBody>
      </p:sp>
    </p:spTree>
    <p:extLst>
      <p:ext uri="{BB962C8B-B14F-4D97-AF65-F5344CB8AC3E}">
        <p14:creationId xmlns:p14="http://schemas.microsoft.com/office/powerpoint/2010/main" val="42867497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10131</TotalTime>
  <Words>3924</Words>
  <Application>Microsoft Macintosh PowerPoint</Application>
  <PresentationFormat>Widescreen</PresentationFormat>
  <Paragraphs>3182</Paragraphs>
  <Slides>62</Slides>
  <Notes>62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62</vt:i4>
      </vt:variant>
    </vt:vector>
  </HeadingPairs>
  <TitlesOfParts>
    <vt:vector size="66"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Jonathan Hardis</dc:creator>
  <cp:lastModifiedBy>Jonathan Hardis</cp:lastModifiedBy>
  <cp:revision>410</cp:revision>
  <cp:lastPrinted>2025-12-02T00:08:17Z</cp:lastPrinted>
  <dcterms:created xsi:type="dcterms:W3CDTF">2024-03-19T02:13:08Z</dcterms:created>
  <dcterms:modified xsi:type="dcterms:W3CDTF">2026-06-05T11:05:46Z</dcterms:modified>
</cp:coreProperties>
</file>