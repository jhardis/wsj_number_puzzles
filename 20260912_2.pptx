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457" r:id="rId2"/>
    <p:sldId id="531" r:id="rId3"/>
    <p:sldId id="535" r:id="rId4"/>
    <p:sldId id="539" r:id="rId5"/>
    <p:sldId id="540" r:id="rId6"/>
    <p:sldId id="541" r:id="rId7"/>
    <p:sldId id="542" r:id="rId8"/>
    <p:sldId id="533" r:id="rId9"/>
    <p:sldId id="534" r:id="rId10"/>
    <p:sldId id="560" r:id="rId11"/>
    <p:sldId id="547" r:id="rId12"/>
    <p:sldId id="546" r:id="rId13"/>
    <p:sldId id="548" r:id="rId14"/>
    <p:sldId id="553" r:id="rId15"/>
    <p:sldId id="549" r:id="rId16"/>
    <p:sldId id="555" r:id="rId17"/>
    <p:sldId id="556" r:id="rId18"/>
    <p:sldId id="567" r:id="rId19"/>
    <p:sldId id="550" r:id="rId20"/>
    <p:sldId id="551" r:id="rId21"/>
    <p:sldId id="552" r:id="rId22"/>
    <p:sldId id="557" r:id="rId23"/>
    <p:sldId id="558" r:id="rId24"/>
    <p:sldId id="561" r:id="rId25"/>
    <p:sldId id="562" r:id="rId26"/>
    <p:sldId id="563" r:id="rId27"/>
    <p:sldId id="568" r:id="rId28"/>
    <p:sldId id="564" r:id="rId29"/>
    <p:sldId id="605" r:id="rId30"/>
    <p:sldId id="565" r:id="rId31"/>
    <p:sldId id="569" r:id="rId32"/>
    <p:sldId id="570" r:id="rId33"/>
    <p:sldId id="571" r:id="rId34"/>
    <p:sldId id="572" r:id="rId35"/>
    <p:sldId id="573" r:id="rId36"/>
    <p:sldId id="574" r:id="rId37"/>
    <p:sldId id="575" r:id="rId38"/>
    <p:sldId id="578" r:id="rId39"/>
    <p:sldId id="579" r:id="rId40"/>
    <p:sldId id="580" r:id="rId41"/>
    <p:sldId id="581" r:id="rId42"/>
    <p:sldId id="582" r:id="rId43"/>
    <p:sldId id="583" r:id="rId44"/>
    <p:sldId id="584" r:id="rId45"/>
    <p:sldId id="585" r:id="rId46"/>
    <p:sldId id="586" r:id="rId47"/>
    <p:sldId id="587" r:id="rId48"/>
    <p:sldId id="588" r:id="rId49"/>
    <p:sldId id="589" r:id="rId50"/>
    <p:sldId id="590" r:id="rId51"/>
    <p:sldId id="591" r:id="rId52"/>
    <p:sldId id="592" r:id="rId53"/>
    <p:sldId id="593" r:id="rId54"/>
    <p:sldId id="594" r:id="rId55"/>
    <p:sldId id="595" r:id="rId56"/>
    <p:sldId id="596" r:id="rId57"/>
    <p:sldId id="597" r:id="rId58"/>
    <p:sldId id="598" r:id="rId59"/>
    <p:sldId id="599" r:id="rId60"/>
    <p:sldId id="600" r:id="rId61"/>
    <p:sldId id="601" r:id="rId62"/>
    <p:sldId id="602" r:id="rId63"/>
    <p:sldId id="603" r:id="rId64"/>
    <p:sldId id="604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13"/>
    <p:restoredTop sz="94670"/>
  </p:normalViewPr>
  <p:slideViewPr>
    <p:cSldViewPr snapToGrid="0">
      <p:cViewPr varScale="1">
        <p:scale>
          <a:sx n="113" d="100"/>
          <a:sy n="113" d="100"/>
        </p:scale>
        <p:origin x="14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F5960-BB69-6CBC-8D05-36005652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70F646-6AD6-9853-CA4C-84BBE56C6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E55EA-5DD3-43F6-B0EF-FBC3D1BBC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B2749-7829-12F1-9B28-D74E136CE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06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F2FD7-29E5-3688-1FA8-2DA04CED2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B3EB3-7D88-8465-6588-AA94106F9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74096-2A5E-4181-648D-07C9D441B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A6D9A-A411-6608-DB50-BBBEC49C6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80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72D8B-91C1-BCC7-2112-C4C1B162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45CDF2-5579-3848-FDDF-07DDDD898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2B5514-8773-0AEC-A7C5-70E27B615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EF0FF-EA4B-8D29-2ABD-C249FBE60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63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E1FA-ACF4-F2D0-6D48-D0C5D99F6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D254F-1274-247C-CFF6-9CBFA41E3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69AFB-FBFB-D13F-464F-E329A5BED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FFE02-3596-7F1C-800F-3EC88FA0F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88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BCB3D-B2EF-7673-D0AB-E23EE1EC7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F6FAF-9633-52C5-7961-6ACF2DF51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359E1-4817-2DD0-A795-3563F0DEF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3ED98-4F2E-CBA8-49A5-7244BDAFA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1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3C6B2-DA26-D6AA-BCB6-5DBB565E9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6D7CFB-C142-AF6E-657A-F8FB52127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4B17A-E4CB-EA7D-9BA9-D2EB81FC3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3CDD3-A5F4-E984-881F-DE1E027FC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234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E93BE-A8F8-88D4-46DB-4296805D1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6BD69-322F-FDB7-72FF-E1F8284E8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AF79D-4AE9-414D-4B41-20C9BA1A8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C6BF4-1652-CBC8-57BC-8224DDF56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14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8D4DE-4A27-A892-58AD-660AFCAFA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5D392-62AB-636E-DA01-7C32EC02A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B5F4F-80AA-0255-F531-818D0B125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C2199-F587-63B1-34DF-C0E5F3431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35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749DC-1A9A-7E55-14C5-3B4710556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26366-0096-09DF-57DE-3C055C607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FEA9D-561B-DC69-8621-FCA25408E6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9E971-710D-C01C-BC32-32FCA3899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39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C74C9-57E5-7616-DF31-473FDEEA8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6BE5D-8F8C-166B-32BA-8D1E3ECF3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4968E-2910-3449-B397-F8D2A732E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59831-BD5E-EE85-0A90-650819D82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90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60206-371B-B28C-A566-06CB90F49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B7AF1-3A43-84DB-7874-99FC9B10B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8FF0C5-E4F5-4E38-F3A8-97E119024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89FF0-CB98-E4AD-148F-A782C0658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750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85DBC-E306-4719-2234-2B26DF613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89ECB-CA7D-E730-FAB6-BBA60E811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3B206-6C44-C57A-B164-242688957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2082F-E977-7B96-504E-9A1DD055E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08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9841E-5DF0-5486-68FF-C870629A3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4054E-F0EE-6CC1-F961-EE759F363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E9D8DC-FFB9-9378-5053-B204FC8A4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697DF-BC89-E07E-7F87-9394BA1A31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048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355EF-1BC9-8770-E191-1F3FF573A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A76BF-AC14-296C-EF39-3360F537E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C49B5-2436-9068-35F3-36AE683D7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C3533-B5B6-3FA4-0F73-ADC2183831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626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E0C74-84A6-FA2A-D79A-057B46216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67DED-A985-ED07-5E55-472532417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35F1A-81B5-9C0D-AB83-E7D9902D4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9D268-FEA4-B3C8-2229-3BF111D23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124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C49D1-8ADB-1AAC-7C9D-F6CE956C2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D3781-91DB-67B1-A090-5208463A0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6A707-44A7-51F8-87AE-92BBDC26D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0E40D-2D2A-0D2C-037F-7258F2CC5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3235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1FE2-2364-1617-D68E-40FBBE12E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1E9C0-7E38-534C-6F19-124E10A58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9A222-524B-BED9-D8E9-566977D5F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5AAB7-7867-8DF9-1ADE-FCFD599FA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558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22E08-E927-EA23-2139-FC632587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418B3-8C41-C9AD-143D-676FDFB74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0E821-A386-24B5-32E2-AB3478186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A87A3-0EBF-DDD8-2E91-A8E6A91B4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9103A-6440-8FDB-CFF2-120C6AF1C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88F9E-E02D-658E-6A93-140B1E7D8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88234-7798-328F-596E-D35BA3018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B7AC7-0F6D-214E-9EEF-E1592EDA1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915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6C0B5-27DA-0552-62E5-86738D03F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AFB5A-B02D-0863-D136-3473BA901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2D883-AD53-A450-5715-B87BE26B3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BB0DD-577D-64BC-4365-4EEFA75FD0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5493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346FD-3C76-F1DB-A0A7-FCFCF5DF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10B16-5C7E-42BB-71B9-ECABAC2B6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D031C7-494F-2629-D67A-C73C3D979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B728F-3B3B-D27C-A4A2-2C62B5DA4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940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CAC15-F8DF-1D0F-B77E-C972D4937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07F76-A7E7-1F3D-A6A0-12AA7BF0C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7CF9C-239B-6E66-29FC-03C0E79B4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11DB9-9AB5-C7AD-95EF-144017FEE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799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87B00-7811-75F9-3989-91150D7E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CD051-C28A-B969-07EC-32E1167B1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D4FE6-9552-54C6-70ED-FD3622C9C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22793-C86E-BE3A-69EB-494D99505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164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AB551-AA78-D856-08CF-B18D3ECD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07765-E51D-E147-0B9F-4772F2CEC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872C9-98B2-871A-A914-F6F1335A8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7A7EA-CBFF-F922-90CB-26D5C9E4A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133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C0546-FC5A-9E8B-2501-07B215848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5D4CF-9F09-A612-60FB-DE597B630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D1A55-89CC-E521-4505-D7A844F92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A9F8B-59C6-C31B-2B03-0B513D53D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352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4DC13-0CEB-936B-587A-2479861A7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54F49-BF10-F2B9-E92D-C02997892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1CC19-010A-EE8D-9049-ED0EA0BAA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D1ED5-8A90-B868-7F86-C592BB2CD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203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8E7A2-921F-113B-6A7B-B9AA54ED2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2DE9D-F654-E3F7-7B83-061C3DF83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CB9A9-A21B-874E-68E9-4FE420876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C742F-4D3F-CE81-B52A-63860735D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7442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09E42-B7DB-1A3C-BAAD-145998147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6D4AB-8E7C-AB02-CAB0-7F89DDC90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5FA01-D732-62EE-7296-C3D1DDFC8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B9EA1-BE65-B521-E4FE-B22F62A2C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039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BD441-E5D1-F872-FB97-D8133BA1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71A2C-31ED-6873-9F35-2A0903DB5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234AA-AE01-F4F1-1C27-D31E2AC65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77486-B0F6-394A-EA6F-711E46DE3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062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E9CE9-B7F7-D5EF-8EA1-B58A56CA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C657D-818B-A6EE-CEEC-E77799A89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9A093-FC10-00D9-EAAE-EA692D48E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EFEF3-258D-D9D9-F2CF-15F83C948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035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425CC-7870-78C6-49FA-BEB9B155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F5259-0596-A2C5-7700-59987CA57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94C3F-1C0A-0503-B124-0B8672BDE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54623-9043-C2E8-A15B-A6D8B20BC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683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1A1FC-4DFD-069D-9FED-8E49B4789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7D8D4-97DC-E1C7-6F3E-FFE43E565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EA581-2127-83B1-D00B-AF62558C4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04677-DCD1-D7AB-D8C8-693D174BC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776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8D932-EA25-459B-C497-AAE9C3263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2D32F-6243-CB25-DB31-CBFED9AB3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B7BF8-C87A-0DA3-D08B-D35878819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1FBDF-074C-296D-6C4A-B86C401AB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481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58C1-095C-D5A5-42EF-9F330FCC9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77EBB-69A1-7DDC-9257-8237E58D7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98739-73EB-FE6A-DE3F-D411E305E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0B766-7E31-2EA4-3C13-98C8E1DFC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384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F5774-1B27-AFC9-EAFA-17F6E079B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C9BF6-54C7-264C-5C55-D9F92F03E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70A094-9571-C1A2-D2C8-CF32C9421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58AF7-6BEF-89E4-F387-D8BE368DE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237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B800C-A99F-D83A-9924-50556A45A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B1319-4F90-EE24-695D-EDE47A08B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7ECC76-1860-1840-9BB4-713A4584F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5A691-0771-03A3-EDD0-3C16A0846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832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EC11D-CE80-BD75-2B14-88AF4CADB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AFFFE-F5A2-49FE-2581-A18B6980B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73B49-DFF1-EAF4-3A05-F1A7EC449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47555-2B46-E15E-F9EC-A9BBB3FB8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712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92C8E-2B3B-1367-A530-3FD5D1D4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B928E-4452-B35C-5558-6718D6F3F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4C0F1-D30E-6D73-D63E-75B5FDE2D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12D9F-E99B-CDCF-FC09-2FBF99647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451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54FEA-F45D-5DC6-A064-9355454DC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BE586E-460F-3480-54FC-B304A1F51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74B14-5636-6683-A20C-B69EBB775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A89D1-7C21-3E44-5136-A5633BF4E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431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4C85E-9CC7-2E76-841A-702EAE4C8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901DB-E0CF-7482-BA22-A7C442C1D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EDF7D-0A4B-86E0-3C9E-2D535CE6D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94A8D-FE88-8D05-753F-5846DB736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1459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36318-0372-E688-211E-A340A397F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34EE3-B027-AC58-4702-1AB18C86B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7E3EF-1966-A6D2-79E6-7DC6F4F68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2B264-3149-5D00-7BB6-47FA00559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582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FC762-A9CE-4903-2CD5-864EF3DF3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588AC0-EDD7-79B4-7F1A-66CC92FA5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7CA67-FC9C-1F56-7F55-B99A7FCAE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6240D-D805-0C04-FF42-8E0FF7FDC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604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E6E88-BBA2-7B95-8243-F0EA19127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F032E-A1E2-F67D-67BD-D7D09ADF1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EBBE0-28F4-22DB-71D4-F29C7FAC0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BB565-847D-8651-E9CF-162C6791F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820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52BBE-AAE9-88D8-B486-FF5C79363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0193F-2C42-DF89-808D-9B3C83C7A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2235C-7A09-D2B2-22D1-CCDE4CA51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01FBD-4E5D-E75F-39C7-10FB83450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9980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DB5DD-D176-3D75-5B55-24A29E49A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22ADF-363D-1FAD-86FB-AF054759FB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1862B-B139-9A73-284E-6F2126AD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EA297-7783-4E5B-744B-82263004A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374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9CE76-44BC-46FB-A2A7-054093755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4C55C-A889-36C8-3A0E-BCE9551BA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00D21-2DDC-31D1-022F-0284FFE98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68E5A-B032-92DB-807D-452F44528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805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0BFE3-3CDD-4902-F8B3-9C339B656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5909D5-CA7E-243C-FCEC-0A82CD2D1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D5837-7054-F8B0-9D24-AF47D44E7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60D35-7083-165D-EBFD-320DCD9DE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8167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6B282-B087-B786-5D9D-455122587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5AF24-EB0E-67FC-B8D1-E6C897EC0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AB8A4-53D0-2BA9-89B2-86CA96886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AD135-A780-94AD-6478-D3D0BF78E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718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85880-230A-FD55-FDF8-5A3E0EBCC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AFA80-D303-1AB7-ECD3-720261E080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A779B-ACC9-220C-BDBD-424A16163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C1794-8B12-3F68-B26D-E8866F759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3872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0A36C-4EF2-E207-2EAC-66D4459D5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D3E33-74E4-2762-D789-350025CD01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F6C48-039B-226B-5A44-88AFDE47E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C143A-2FA8-7B07-DE23-67F14C683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76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10E64-10CA-B84A-CAB3-734CF75F0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5606D-FEFB-BC99-E906-1C36CAE38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9A504-5189-8A13-9486-3B957AD5F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D350C-8061-9EA9-8492-99DD79A74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4694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8EDCB-CBBC-E1AF-049C-C8519E4A1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A3BEE-09CB-5A4A-E163-1296058E5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5971C-105E-DF0F-E0D5-D6B37342B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00990-C209-99AC-D3EF-BB74ABD9E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0488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34714-1A2B-77A3-2E91-F38328205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501E5-F988-E56C-0EA5-F8B06DCF3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BE735-D854-01AA-0625-E8E3D1DD6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9DD1C-7F59-D2D5-723D-32055097C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6814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5D3D2-4B21-1F70-E1C5-28CDBCD8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F88F8-278F-354A-7131-103C66D7C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FA52E-7177-36C2-5D15-B12A07EDA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6C922-2346-1A91-09AF-CA8B3AC75C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7671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56BF9-5765-2FC8-F8F2-627D87571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C21CE-81C5-274D-1BF1-2ECE7EBA2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2B144C-E079-5AB2-7390-254EDB703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44653-C209-74B1-FAB7-31CA53BA4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87041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4EE14-1711-23CA-D354-CC835FA6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BD460-1B31-0837-3B4F-942B1EA8C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6DBD88-31D0-659B-CF48-651CC22E9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D22AB-3E19-4665-D913-E77953989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7563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34F36-E095-B89A-EF7C-C57C0EA86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4607A-816B-B4DF-FC2B-656068C57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0C3FB-E3DD-80EE-8C08-CFE9D4FD7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5210F-C48A-C08E-B98A-2B4AEEAD4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0380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4472B-C771-AD2C-7D32-8B23E266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AFA5B-E00E-6403-E715-0881B6BA9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03FF6-E9AD-5E22-7FE9-B579C594F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3005B-DCE9-36D9-7F7C-DF3D741B7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2017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C245B-08AF-B816-BA3A-550EECB3D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12E68-DB26-9361-0CF3-68120281D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3C7E4-2462-1A5C-6060-DB323FFF9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A1679-B672-B4F2-8EE0-3CC2BBCF7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9863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ED9A5-36D1-60B7-ED2F-07F9F6F4A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B6861B-DBA3-AEF3-649D-20375C0FA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05890-CAFB-521B-70F4-0DDBA2910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F4A0B-BB55-5286-A499-5C28452F5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9805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16A75-DDB9-EAA2-305F-551FF39C0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285CB-E511-516A-61A1-43FFE3393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54950-B21D-CE16-EEA5-930F67A98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7F09F-F003-7C1C-8E6E-88D747EF6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7311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6253E-4E39-2059-E409-D97420B35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0C8B9-6CB4-3C9C-8635-370D607BD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D98AD-6ACE-D653-2D30-BB97B0CF1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4183A-994A-B521-3641-AC78A9967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2047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E9BB0-B037-EED8-E40C-A3539CE0A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A10E8-C042-8AE2-E311-8ED9EFD93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3D4F0-25EC-FDE6-C574-492E079FA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8B241-8F50-E39E-3342-81B10B1CB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96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7EC4EC-AAF1-5F54-A6C2-CA6C95F00A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2" y="136130"/>
            <a:ext cx="4543222" cy="516187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7B9F9-86F9-795E-AA2C-372CC163B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A022E4-A707-C6A6-A375-568680A71B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Since this line contains 2, one circle must be 1. It only fits at one end.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4C30A97-6FFA-BAF7-A24F-C27C11CB8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E7D7370-3350-B0B8-968A-820B7A908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920DB39-023A-5F49-9881-902427037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38A3892-4415-7172-72E0-36FA0267E4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1FCE8D-73B5-C71C-E98A-08C892FD827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40480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49F7-FBE1-8F9D-E822-ABAE7F668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B0E8BE-68C5-7557-5CF4-DC78007085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1 cannot appear on a line because no circle could be less than it. So, this is the last possible 1 in the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EF4A3A6-B4F2-1CA6-1B07-4A9A741DA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ED02A6A-0482-B420-1BD0-C5F44CC7F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00F5A5F-DDBE-F978-CF59-6E685A02A0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91B884F-68C2-AECF-0A5B-AB5A3A315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37D7FA-5CD7-9B66-5825-8E4104F31E6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C76B10-978C-446B-5469-636F94259F6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3716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06EDF-18D9-3AFC-64B7-1EC1D47B9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BED231-3A00-307F-6BFE-B612B7C4A4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1 cannot appear on a line because no circle could be less than it. So, this is the last possible 1 in the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FA6C13D-E435-F2D2-CE5E-7409E17A5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DD1D29-9341-76F6-6C92-8431D24AE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0F5315-742E-CA52-BD97-619C4E1258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0092C82-1508-2479-3702-BB087D4E10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482660-67D6-9DC4-817D-265229DA4B4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B76F35-4C79-8494-3C1A-6A980486DE9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2AA9DA-B3CE-E930-69EC-210F40807A4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78740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3ADE7-83F7-44BD-42C3-6D7F7AB34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AB369C-7E25-6552-3EFD-AA843FBC06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1 cannot appear on a line because no circle could be less than it. So, this is the last possible 1 in the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4516755-FDA8-A68E-5405-6BC50D53B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CFD57E2-EE52-4115-E832-A275A39C4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76FEFBF-32A8-9C16-38DF-3219D672F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D0A2D2-02B8-A8CC-B4B7-21D77E13BC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2A7B67-C237-F112-4018-FF8B6101D68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B2FB39-7836-D14C-DA84-775FD7B0F95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7F933F-EB32-EDAE-8F9F-4E90794E4B5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EEE637-BDD5-BCFF-80C7-4C38B6CF7FA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04736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8A144-177F-AC40-D993-F525FB1A4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D83DA1-9ECA-A191-AE9D-F5FFB5C82E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9 cannot appear on a line because no circle could be greater than it. So, these are the last possible 9’s in their respective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7D03496-C564-784F-6745-6CD39ED8A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C0A0CD3-056E-D604-0083-FBA9C1F4B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1F89110-D29A-9830-49B9-6041C498C4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9C6E5CB-178F-42E4-B660-BEF7370885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AE9893-871A-F233-36FB-9B01B1EB631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6BB8FC-FF14-8579-E967-CA0DA8622AE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5A40FE-72F4-C164-1F77-52E50DEE055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403523-2C43-E18D-1AD5-A98865B6BEE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B70C70-1E05-5AFB-5923-55F6630521C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3719DF-2FB2-A840-4B5C-EE19F671E38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066871-1D7C-5075-3B32-104BA1C91E9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82002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73B8B-497F-E2EB-AC1D-613849429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EC8FDE-EB22-748B-9B3F-274BA39EE5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Now, this is the last possible 9 in the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DC94AD7-0473-4CD7-1591-95D6DA29A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A240C83-19E9-DEAD-A246-7ECD3C160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B53EDF7-8688-8C72-453D-E06EB540D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88DFB2-5D3C-FB5F-0B8F-4558206D01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10CAF3-0F23-AC8F-50ED-BA902944E62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D1E414-8061-EB00-CEC7-2DC364D5CF4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1D715C-9A8A-5566-A8F5-0611BE0398D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74276A-499E-412E-C894-0793C1A5426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5B0B6E-9DC5-4BA9-7832-3061C58AFAC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4AC9AD-7EDA-CD12-A165-BE63E13732A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521476-FCE6-FECD-18FB-AC854AEACEB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EB795-19F6-533E-73B8-DDCB410B4ED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27861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4C1D3-299C-4123-97DE-BDB3C67E8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6785EB-A4DB-1EE1-E869-EF59005393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4AB52E7-875C-6ABE-67D7-461E4A034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91B9707-B994-CFD2-7A21-7C4BE3705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A08818B-B06D-852E-81A7-34C08F44A1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739436-C3B7-6691-08D1-11C4F24D38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DD6187-37B3-B624-DB05-83D6B308359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B477CF-627F-BE07-700A-564D41395511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F28ED4-29D8-4A3F-1D91-E52F6E9C01A4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1EFBAC-8E1D-E25C-3BF2-4D8C0DC5CE2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09605A-731E-28AE-12F3-0B606903B97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1D7FBD-E40B-B0A2-C883-A5B8FFA2D7F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6BFC8F-968C-2E03-0B2F-F22E50DB804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8A800E-2556-FCCB-48B6-293EF17A70B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A4C6CF-20B0-45AA-8DFC-D7FC18F3624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CD4546-7A5F-B570-4E94-74819B8BEC9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96437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5283C-DCF1-3485-69B6-7771342B1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97FCF2-2F9D-BED2-20EB-F3D3A84E0E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the line in Row 1, one end must be greater than 7, and thus 8 or 9. The line can be, at most, 678, so the other end must be 1–5.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D7FC43B-1E6A-8E54-53E4-209E0F2C2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4A2E122-DE93-83FE-CB07-3BA28DACD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712F2C3-86EC-C7D0-4912-7556CC538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1EE8957-314A-7389-6B3D-41A2BCD6BC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E7D8CC-7647-2A0F-7AE7-967E4D1B2DE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11EE05-C523-970B-E69A-A81A4F156245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352234-DF4B-997D-0A5B-178BCEF80D42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9303F3-1FBB-09E8-5F46-06D52CBDD257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E92B47-711A-206C-3850-3A6F1A50DD37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7094A5-9B1F-8C2C-FAA5-E1CB9543868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DF3593-0584-5A6E-3719-E80E16EED64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ADB335-B378-500D-F5ED-CA62ED1DE1C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9578AC-655D-294B-AC79-EFEBC15C5A5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77F6ED-7A41-A35C-4198-83CB2DB7EE6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18E4C3-104C-CB2F-C0F8-0E691A802E2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BACF0C-9670-4274-6009-079CCDF3E89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84381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5406-45C4-139B-FBAB-6760E99BB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3DCDA5-2765-5F16-4855-A2BA320F2A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the line in Row 9, one end must be greater than 7, and thus 8 or 9. The line can be, at most, 578, so the other end must be 1–4.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31ED992-542D-0AF1-5D8C-F35478C17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4E30FF0-4EA1-945D-43F0-58E055EFC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F0D3CB1-FCD1-063D-D182-CA74D945D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A8AA5C4-8E25-324C-DC60-42E256DB2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7A4BA8-E11D-3092-CCC8-705951F8CE5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AEDCC-982F-1D0D-2BA3-640478406469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FFC50-C75E-7B70-DB50-F1740E7BFCC2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CF46A1-A4A1-D759-5D6C-6640B28A5155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58713B-D6C1-CA61-3D65-7DE8BB9E6903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AB1BC2-AF40-181C-1839-38577A21502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394B67-5DAF-9508-A9B4-4090A812DB2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381BCE-0F9B-4DBE-A299-13B43DABD9C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68BE57-C6E9-5CF4-178E-D2DB70D2F01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3F4FAF-35ED-29E4-A807-9AF29FCE681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52FECD-8B91-3406-3057-6512146DD15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CC6179-9D74-D5C1-5C8B-7566ACDC3A7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1686DE-E29A-7961-A20A-FD7E150F87EA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FE03C9-1057-E959-D554-0C89C8DCDB77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</p:spTree>
    <p:extLst>
      <p:ext uri="{BB962C8B-B14F-4D97-AF65-F5344CB8AC3E}">
        <p14:creationId xmlns:p14="http://schemas.microsoft.com/office/powerpoint/2010/main" val="170857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9DC3D-25BD-3DD4-6AFB-B344DC391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BEBDB7-50B7-11F2-5754-EC1E7A7863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the lines in Rows 1 and 9, the one that contains 8 must have a 9 on the left end. Since none of the other three circles could then be a 9, the line that contains 7 must have an 8 on an end. So, both lines (with circles) will contain 8, which cannot appear elsewhere in Rows 1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271CFF5-F5B4-6817-C6AF-17574CB9A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26DBD2-961F-F72E-81FB-71715F57D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6E04231-8033-B700-C396-0388BEFCC1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73383E6-8AE2-39F2-73F2-8D994BB744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37797C-9E58-A2C1-65BE-99365D5EFCF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9D436-F276-EBC3-4C1A-DA0758874238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59C91-699B-3E1E-551B-26289D1A4C4D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B052C-CAE8-30FD-A022-E64ECB8F20A6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49873E-BC4A-FA98-45A4-2D434AEF12BA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9216DC-4A35-2270-CB79-EEA91BF85016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EB45E6-0423-E96B-31DF-0FFC8BADD011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C42259-AF9E-9088-3FC4-AA2AF16FC04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D25720-1B14-2D11-ED95-49D3EB5A69B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72D92C-1BAF-D3B0-A85A-D5EDC1B1B3D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67D634-36FC-E6C0-D216-2B7CF0775B9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904C2-2AB6-9F6A-B5D4-9238817F49C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93B02E-9C5D-DC38-711E-A7AE2FEB13B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2D1608-C876-C7EE-DA6B-C25B24AAFA1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281661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D96F1-E6B4-8C16-2C9B-DB1D2C796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445A96-8D04-02F6-D9ED-0CCFC1FF2F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Since this line contains a 4 and a 7, one end must be less than four and the other greater than seven—that is, a 9, because 8’s are spoken for. That 9 must be opposite the placement of 9 in Column 3, which means that 9’s will appear nowhere else in Rows 1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4871F3-08A2-D6BE-CDF4-D8FFA3C27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0DBFB8A-49D6-FCC1-7D78-48A506A7C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EC32AD7-6F06-E256-D9B5-66E50F0BD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21EAF6-97ED-8B17-C527-34BF45C41B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6F4E83-1706-0772-8A71-D7E2E3CF0EF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3783F6-8C33-E204-7645-40DABFDD962C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68B870-ADC4-091A-974B-0942EAEF10D0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D6AB3C-5695-CD5E-9C7C-AE6B013B6698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1FD1D5-49FF-D427-CC21-C0AB44089295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0847EE-D109-183D-41C0-FEC7C421D67E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AE0EB4-6304-0011-FAD7-C2725D94C0EB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11F58F-EC10-33D2-F9AD-D9182042EC5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F8CED2-490F-2E9E-5C92-8B517899360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7CA1F-4529-DFBD-A6FD-7ADF74CB3E5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FAC4D8-FB06-8908-CC1A-5C1766C7782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232CFE-9DC6-85A4-FF6C-01735DAC460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1BC518-FA3E-9AD6-3AFA-C73D59A63AE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29DC61-F9B8-2B61-B60B-A3B8D63BC3B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FA6645-D46C-3A94-0FCE-ABD730CF6146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9CAB26-5ECA-4021-A659-53E53605D9AA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</p:spTree>
    <p:extLst>
      <p:ext uri="{BB962C8B-B14F-4D97-AF65-F5344CB8AC3E}">
        <p14:creationId xmlns:p14="http://schemas.microsoft.com/office/powerpoint/2010/main" val="3477432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E5DD3-0DAA-379F-CCC2-F0EF16FC9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1E90AC1-BC5D-7C83-866F-575C6ED20DB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3FB85F-7793-F7C8-DF2F-B8260C47677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C2BA40-456F-ED3A-918F-E6A336DD96F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79F4BC-09F5-0772-C753-0FB9C4250BB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97FD35-8085-A726-EB8C-D6F9633535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make this clear, either the red cells are 9’s or the orange cells are 9’s.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9A7960-B658-9CEB-1A64-CA690F7D5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98ACDA-9AE9-D443-9600-B2F72ED14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361E268-0068-BCF1-BE9B-93C76371C8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D8F465-B968-56A0-022E-92FC0D090D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40FF1E-33EA-40C6-C509-28D6904D7E6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0BDDD3-7B13-AE2B-5DAB-E7E105C75A82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BD53E1-374B-CAB5-5A3A-B115D59ADF62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172A51-67A5-3A8B-E5FB-5A7EEF24EF67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E02072-9266-88E0-4E73-194C2B1E9A99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A1D249-25B7-1F9E-5EDE-46A11133DBBA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36AB09-D425-2060-1C9B-552C2B72D184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686076-DCEC-5490-C992-58C40BBD09E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C56E7C-6A8B-0C3D-97C9-A74C2778DB4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AEF396-C2B0-5A6F-F90D-43E64C69F45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1F2600-F7BC-9619-48E1-0756063BEF2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D23F08-C724-2E68-4729-801145F299B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4CF9D7-B131-79EE-4C21-CA386EDC11B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637EB0-214F-A4C2-09CB-F997FEA7612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BA1D2-C784-ED04-229A-5F2FDCAFE63D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9E743D-911B-67BA-AA28-4DC5CDBB012E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</p:spTree>
    <p:extLst>
      <p:ext uri="{BB962C8B-B14F-4D97-AF65-F5344CB8AC3E}">
        <p14:creationId xmlns:p14="http://schemas.microsoft.com/office/powerpoint/2010/main" val="2867952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8AE38-3C06-EC21-C0CC-50378770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F73A356-7F05-47AC-866B-9EFB0D2BD0E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983EC0-A5DF-3084-707B-F03F19A19F1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ADA564-050E-152D-74C7-23FA35A4375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49D630-C506-CFD8-6E15-0C85C9EDF51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812BA3-CC67-13B5-E029-E04803F135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Extending the pattern to two more cells, following Sudoku rules.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0469325-ED63-7E5A-4414-E916E9D3C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72D1B68-D96A-446B-AE4B-C7E804F70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EF4073-8C8D-EF6F-401B-CE8C8C0B5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8CD1B4C-87ED-7F2B-A31F-F7F5217BDD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767B46-9E57-7AA9-D666-617C58973F7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7F9BFC-BA34-AE62-51CB-92B63E1AFEFB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E530AD-2B8A-C7DC-A8B1-0884087954DB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65019C-7DF6-EC3C-5D54-7896D0F214BE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8771AB-F2A0-5C0A-4364-E6470B58A0B4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5197D7-38BF-CCFC-504B-96AB8C979854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44F1BD-5A96-BA90-40F5-585EC1696F2D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74CBEF-50DC-B121-8911-A831A30731D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000F81-A3CC-76C4-E562-5E643116208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A0F71E-74E8-7D32-8EAD-93640902499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AEB1B1-5279-72B1-6E55-2E04842D7B5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5D14F8-2D31-16CF-0667-7E2B69937BC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9B7F2E-6D35-18D6-8AFB-5102A226629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E26754-2419-03C5-1AFB-19C16536D79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99B051-73E9-EF45-ED36-76B2140F2E65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667F13-F2CA-5A22-D0B0-A4E96EAA4C02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FDCC55-504E-22FA-0607-D48BEE3607E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679EEE-21A6-4F57-2D37-A2A89AC58CB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960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67A10-3353-755A-BEB7-64B855AD8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E52C971-A893-A1F1-6F4E-54A35E362AE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1D530E-4702-DFEE-C609-48B71727ADC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7CAE69-E3ED-595D-F891-25AA95BD2EC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466F54-9483-AFDC-0973-1D4B08503BF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C58CB0-99ED-6A50-166F-21CC804AB7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9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421E147-BEF0-0B7A-5CF0-75A664BEB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085CD6-BBDF-FF3D-96DF-662D90482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79D571B-D4DC-8929-E584-3F4309281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54DB8BF-85FA-17D6-D22E-085F8D55CF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8D2CD2-7A61-8DCC-2278-C0414C2E5E2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EF7E06-8F55-5903-3B9B-C08BBD13DB0C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D6917B-38AD-1CA5-B386-C3BE5DD40B42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5BDEDA-4C1F-F513-9F57-B3607ECAD03B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6C0769-A93B-CF50-766B-1ED1B9858547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A2943D-E115-9A34-C06F-26F96A61DE3F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A142A9-4DBC-D29C-272F-519AEA846440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76680B-99AC-834A-32A0-0FEA8A2F667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E198F5-2BEE-4495-1FD0-B6A5880E57B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A9781B-4705-5983-FDCC-1917E6BC571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C5357B-02DC-F7FE-F23D-4CE6FECFCCE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7B837A-4C6D-4DBB-8FBD-D36CA3807AE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149536-A45C-FF0F-93E0-04606F771DC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BA965E-6C9F-C759-227E-808F971022A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A6FA3D-4467-17F5-324B-D34AA8E10115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B08BA6-3291-42F7-3480-678EBFF727D7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ABD599-1C28-A44F-7B35-C39916A9453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B95DB-54C0-0BDB-E458-3592D358A40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F9D9CB-9254-1F04-76AE-00F30A3B3FA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95666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8E94F-9BA4-D3E2-417D-3F86B8D6C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3DC9C38A-EBDC-2AAC-0512-1CB1C6D16FE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EA0695-E019-F9E9-4F3F-F2E9D1BE25C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F5EF80-291F-B072-5818-5956BC2B535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42161E-03B8-E43C-73B9-262BC4D8059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22E201-9E8D-9CD4-1790-89907032691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0351C4-3D75-6D6E-3735-4B7FD04F23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Similarly, between green and blue, one of them is 1. (There are only two remaining possibilities for 1 in Column 7.)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A41203F-1BC8-AB0E-5D2B-C581C0B8C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A5DF562-790E-2788-E0AC-194C7B02E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3485C4-2AC4-A08C-A64D-B0D97173A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361C585-AE30-1662-A83D-A6B62DAE57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DBA3BD-40DD-58A1-40F6-7C0774389DE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3629F-6D99-3B05-9125-0BEAF0D726A3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148140-3B0C-7C8B-B88A-3A86190D83B3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7B6820-5094-5298-F4CF-3C790CBE4FD8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6EE099-BD49-D77B-353E-AA40FD0CDB73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B7ECB4-02D0-7A15-E0D3-F7A60C1144EF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C925F7-6D8A-B43C-0441-E4F3DE39B708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0E7D71-FF8E-437E-0003-769DC8E91E0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26CB26-6B60-EEF4-7C03-4EB2A472A76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A63C11-AF70-705C-BB50-D1B597BA9D7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7E3B6F-86CF-3904-41B5-F4F9836BA28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98E9BD-EEE9-FB2A-1BB5-85F44D4934C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E9B01E-166D-8E82-7CC1-ED9DB8FD898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620508-86D2-DDEA-5581-32322ABDD8B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D8ACCC-66AE-69CD-C07C-85E98833298C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A33752-65AC-0516-6B80-D6882FB01610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A343C8-B34D-9273-809F-B708D88EBB9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BCFE2A-25E2-B00F-E51D-01402DC7FFB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79D977-0DBA-F8E5-5152-5D9612924C8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71674E-A7FD-2877-960D-FE29E747292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49828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57933-AE6A-5F81-36A9-828BF5195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93CF0FF6-DE0B-E3E1-2123-F468ACF46F7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3A9680-413B-FD76-4B48-1032C2071DE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557C16-6AD8-D20B-9F95-B6327EFA524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3BACB3-06AB-47B3-84EC-A96BA3888CB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FDFA73-E8F3-43DB-F032-950AEC2A097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1001A7-3DAE-BDB2-EE75-B84F0EBA74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blue is 1, this is also 1, by Sudoku (and the fact that 1 can’t be on a line)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D13CFB5-E7F5-1FFC-6768-DD466CF01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5136E6-24E3-C86E-7ABA-FE3F90678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CAC3ED-907B-6BE9-0611-DC9230631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2CDCA0A-ED6B-1C48-5358-D7FD037D8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054252-5583-2761-F9D6-06A856F82E9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685D03-FB3B-A9DE-0B8C-9400839447E4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780DE0-5BAE-4EB7-452D-A5289B7BDC1B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B1893C-3E13-BD3A-1829-689F9EF50DE8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85DA67-777A-4959-B332-F23BE95805B3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BCF238-0A01-7B60-9CFF-F569CB94C398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B179E9-F14F-3A48-6F79-6FEF9612F098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133798-4970-75E1-03E2-5AF31292F31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EF1973-A5AE-56B5-0C04-AC9A4488E39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1C6FDE-2325-B920-8E01-E8BD014F178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F5D3C9-77E6-7521-B562-8AFA5639ADE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111282-1B57-4846-C8F5-32AF4BC4D8A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832452-3599-D0A5-7CEA-0ABE1B0CE98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C752A9-1390-975B-9400-5D751674221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AFD43-561D-2B00-42E9-16F220362813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C714A5-9A60-0A9D-CEB7-6E12F3C94540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6DF9EB-213D-2255-6EF6-8215C8EB688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A3B6EC-DEB4-CBB4-4670-20BC8E2FAF1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4AED4A-8848-077C-822C-E3CB1E25A51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D22B2E-88DF-58D3-250E-21AC240FA9A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842B1D-E789-F91D-D94E-CF9EA4F6C3E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46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F8457-FA88-96A3-0581-20CA8C177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402949E7-4873-E045-6196-CF9A4C7069B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C69628-E8FC-4256-717C-1E96D8700A2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30BBD5-0D9B-FFA7-38C2-BF83D32F30D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7D5D5C-BC01-DBA5-B58D-70BC831D567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711DC7-F94B-B701-339A-C18D2C30599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9BD09E-CD7D-9C08-475B-3FF4A3133A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only two possible locations for 1 in Row 7 (that are not on a line). So, if blue isn’t 1 (green is 1), this cell must be 1. No other cell in the bottom right block can be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A79981E-E6D5-DCA5-5F49-5411DBC9A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BB4252D-F8FA-D9A1-08DA-711C4FBAA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5CD6653-FC9E-EC6C-2CAA-132F8B8E9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9D29073-5E96-2F51-521C-EE41D14890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BE3E8F-0BE7-192B-5CD3-AB260B66AE3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CC8323-BE1D-8D56-3E31-EEDC6EF5B080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3337AE-557F-48F9-3F70-CD5AA200590F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AD0FC3-1816-117C-2605-FE255BFCE145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F0A9D8-57F6-EFE8-E5E5-2DC9EB788D12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D9E713-BFBA-71FC-813E-3F3D1ADA2F95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37B975-6996-04D3-BEC2-8C5D1935E6A5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A5C5A3-7BFF-025B-9602-F23F32BF4AE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D9D33D-A4C5-66D3-E2D6-9517C0A666B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F91FE2-8159-0FBE-2070-FAA255C23C7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113796-4F28-DF12-3A4E-D6EE269A1AF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06B7FA-1AC7-8CEA-BC07-F384F38E4D3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8EA6C6-75F8-ED3F-9EA5-6728782C059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17F70C-BE19-BA20-1B3A-228FAD7CE1E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A0D1FE-F95D-DFCB-932D-D5880C4172B5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2AC6D5-AFF3-ACD8-055C-C70B98A9B476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08EA59-03EC-0F67-C5CE-40E11B94C73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D08AED-43CB-A539-2319-AC5617BFDD3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235E3C-9AD2-E377-1198-A91EB3B6E34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D149AC-711B-F1E4-1951-799C592F2BA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3E2A41-4500-BBC8-63E2-778303548BE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5E6C2C-A70D-2FCF-6E6C-0C0ADDD378B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480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6A04-3A4F-1681-B48C-177F853DC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E009E6F1-F050-92A0-36E2-152A7AE15C6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21A148-008A-C8DC-92D6-6D3FA57F2E9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9C81CA-B35B-6E65-CACD-EF0A506D3AA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961C5F-CFFF-A591-8DAC-F35727002D8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BCECF5-D403-5C8C-64C6-092F77784A4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D8EFCF-BCE8-39C6-E51E-54241792B10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5A7797-ABB9-D3EA-3192-B3E471E0C7C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4EC3C8-B1E8-F21E-8C11-8B593E2078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the line in Column 1, one end must be less than 3, and thus 1 or 2. The line must be, at least, 234, so the other end must be 5–9.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1460D8C-D712-C266-5A85-B11616385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2C41CAF-54E7-0A8D-4E31-14EF50A55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86ECC35-5B54-C1E2-FF68-83AEDEFBB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880FA5-0C09-8ED4-E579-C457D13E1E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B6A774-BD9D-B123-E77A-077BB239E49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20FCD0-D35B-640A-ABFD-30A5B86A2A87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C5E138-CB1F-5411-B9AB-FDECC6D64838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718C8B-3E34-D414-7652-12F16C293EB0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AB99E2-47F1-3C67-369D-CEDC6F46F76F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966147-88AD-1B92-7DC3-DDDDE175A6CA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26906C-5AA5-1066-89E1-553E9339B686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F295C5-B5E0-AC86-C986-A61869EA93C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E42137-5B1A-2F39-4686-74E02C4A7F5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C49A27-90FB-3248-44EB-D89DF0DF93B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015188-CAC6-51A2-8980-CD64913AB8C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6894D4-7ED5-A89E-13A3-62C848FBEAA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1EEB51-6A3F-1A06-3E2D-F4553D3F2CF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71AB54-C9C2-E533-1096-E548CB57422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2ADE6-78EF-1479-6547-A7237B48DB84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235A41-E68B-B025-CC8F-2CF7C55E5C28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B7DA15-819E-C7F1-312B-50E6D023A17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092B03-945C-D8EB-74C2-CD13F44668E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7B03DE-E690-C099-902E-A0EEB7BCFCA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2B7299-7D7C-07DF-46EF-D5569702FADD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20BB8F-C2A7-2E7F-899F-645023345B14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C73825-1CFF-BA66-B149-71622B50DB1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403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6E57E-E331-AC1C-BB02-3272609B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240413BB-3CDA-9799-FF38-65A28291A5B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9861FE-E4F5-8AAB-58D1-097C4C5BBD0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785662-41F3-7A67-B7B9-E7F54D5DFA8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7F7520-C8DE-CA48-EBCA-C2827E040D7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AFD27A-F567-79B1-AF66-9AD7E1A7726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653F5F-A848-A8D4-7781-C8E73B32FD9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AB7F08-E1E9-96C6-28FF-F2AF350FE21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1DC536-591C-C597-875C-91721333BA3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6DEA97-7303-8CEE-07A5-A3CFD7D049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the line in Column 9, one end must be greater than 7, and thus 8 or 9. The line must be, at most, 678, so the other end must be 1–5.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3AC4EE-0A99-FEBC-04C4-1FE6E5A8B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24CFEE-C893-4171-8047-29290F71E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B4A867E-A119-E869-D6AA-EB2B33F6DF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DA75AA8-4E4F-707E-BF7D-14A54ED406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B93000-0122-38C9-9433-FA5F6CEF516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ADCD67-ECBB-D416-9661-51DAFD940B9C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603161-A320-58DF-2D93-AB605F583CD8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0FD68A-EABE-9E4E-EDB2-83FD26DE1B25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702F94-8D11-D602-1C62-0471D8143F27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9CAB0C-1FDF-9763-FC69-B5CDB82010B4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E5431C-2822-6A07-C9C4-D0E1F0D41645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4CE50A-DD75-6B88-07EC-975D7CDDA8D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10569E-CB95-4DC4-E4F4-0EB29F036A2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E44B73-718D-BC91-1A65-C8479C01D5D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BBDFCB-145A-A098-5A30-444F65FDF85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28445F-5E3F-B871-B39D-D53FC25599A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454AB1-C774-8018-A152-9FB77C504B1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FE4AD1-FAA5-2221-DC3D-CF4880DBA93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81E7CE-9BF7-57B0-E234-87DD03EE292C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1F43F1-859A-374C-42EA-1E09EA279E75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FFB6F4-CE07-7CFF-30A0-4735D1BE192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FDE89B-C44B-5EBB-7EDF-204EB060CE6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852F65-CE13-73DE-9317-9C3C28298CB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1062E-ECCB-1C8B-DA5A-150970B34259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A79FAC-EC35-A1F0-974B-DD3D6D012B05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85C756-7231-E23C-B3BA-87E9DA85E20F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97F895-E939-2024-229E-DE829926188F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</p:spTree>
    <p:extLst>
      <p:ext uri="{BB962C8B-B14F-4D97-AF65-F5344CB8AC3E}">
        <p14:creationId xmlns:p14="http://schemas.microsoft.com/office/powerpoint/2010/main" val="3318660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1D1B5-3343-8F42-351B-125601CC2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F99F37FA-96E5-7047-3043-C8AEE1F973B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3E2769-A2B9-1B72-EB0C-E3AFBFF4E14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C244FB-04BD-4C62-9AEC-BE33C9691BE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AFD00B-844D-E932-CE12-2A3A35197B3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0A957-8753-A7CF-7F2F-B62F98774EE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1285B6-1386-D69D-8CAD-180E41D4496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A0E935-9DA3-615F-BE7A-BE4D54BB420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42E85E-E7C9-67D7-33B8-55B28D6EEDE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5298CD-58A9-9A26-F55D-892107EECB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possible opposite bounds of these two lines.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9D475A8-4B51-0A97-F0B6-ED0FEAD8C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2D08AB-E384-9C12-5199-DCFA32E16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4F102E5-238F-A003-C727-13785FAEB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4786AF-35C9-51DD-26A9-03B66B5FE3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A5A9DA-A649-D254-8641-62578232319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73729D-6093-16BF-84BA-701D07A6672C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6B03A1-74D5-0A19-EC86-FAC4C2775A0C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0D6934-8C71-CCE1-42FF-CC19D88226C6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16493B-76A7-16ED-52CE-96094F3D856D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03A4AA-860E-6785-AE2B-6E538AC65247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A2E505-367D-9D0E-B279-A319EA9492BF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751AC8-E3DA-0CE1-9C36-1A0176EA044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9E54FC-6305-9517-1D22-3BC415EE4D9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F45896-7CD1-83A9-BF8E-ADF37C8A3B0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4AD39B-5D45-24F2-5208-9A00010FBE3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DD3FB3-EAFF-73F9-B36E-EACDCF3EA9D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E84A4E-7458-89FD-BE20-8D2FBC473A1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F8296A-28A4-F27D-E58C-3546C6CDB02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44F3F-AC36-C1F0-71A0-973FE405D1F2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DAC612-C9F3-E636-1BF9-6DD58BD226B9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B90787-77D5-DAA8-256D-B0DECB301E0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FFF3F0-8B84-C1E7-D73F-76EB4EAEA67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E8BD62-BF8F-57B8-562F-95F0C1FE21B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F99E4B-E4AC-1AC1-EF01-E32978E1FE72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10ACE5-68F1-434F-A1B1-310B8CEEE360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3C51DC-B2CF-3516-47D6-76493AD19178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8D4ADF-22AE-B6FF-A926-C0ACCC31CA34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AB486B-3FAF-3AC3-1546-AC300AB4CBE3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8173F9-6565-0838-C166-59200804FA94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</p:spTree>
    <p:extLst>
      <p:ext uri="{BB962C8B-B14F-4D97-AF65-F5344CB8AC3E}">
        <p14:creationId xmlns:p14="http://schemas.microsoft.com/office/powerpoint/2010/main" val="3343582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1D451-A17B-8EB8-A97F-1F76A9B48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DC71C51A-4B51-A039-57D0-92E5856867E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A02170-F39D-EE14-4653-0474969F256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FC1E54-E02D-C8B8-4E0E-618E67E77C0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34C7FE-0A44-A11E-E191-A1E29F0F984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6BD01C-F1CE-40B7-54C0-83EF7458545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CE7CBA-3D40-37AA-99EB-962E7717309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B34676-E4C2-7938-0A07-A0BD0263CCE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EFA70A-7C8D-8CCC-5281-CFBC00E6508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876C07-1DD9-2151-EC2B-1F6F3CF9F3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5A4BB8B-06AB-BE57-09E9-FD4A92572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4A80A9-0AAD-D6B4-6B26-46F8B8506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75E0E13-D4B6-15F9-2F4A-19848EDBE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EB15E1D-C7CD-07DC-358B-D53771E077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59D00C-1B74-DF6C-E5B5-6562584B56B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2F1DD3-0B84-EED8-1DC9-8519754DD4C7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F24470-612A-C57F-EE24-C045B548F9EC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2A5F5A-C314-DE18-4DEC-86EF9C193280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C8ADB1-23CD-C330-6241-262282B733EC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9E0388-B52F-7F70-2B09-48288A7FEFAA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E40E28-D8CB-7428-8126-301393B43C10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BF18AB-835A-CD30-D68A-BB705EB736B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B53751-2490-A719-89AE-D450E1CAB96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74CA7D-B7BC-43B6-9CD6-8BC42DD170C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1DE10C-5477-7453-513F-AE7FC78B26D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29AE65-97A8-74DA-7452-A60D1658E86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514ECD-73E1-4668-C62B-8D9745F2730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244FCE-3A32-0F80-409C-D1D415762B9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612DEF-C19B-CAF9-79FC-278BE3273931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484E84-2B3F-28E5-2097-2E9E22D9B657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C2B464-9856-83A7-B314-53690DA4259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CECDD-93AC-78DB-D31A-C83BE9414D2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9ABA59-37A3-9524-6129-2C61B1230B3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749C2D-A825-8A54-3B7C-8586E9EB5115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3846DC-E194-A377-F42F-4613D22D6549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5060CD-CDD3-21D5-782E-40C253B93D99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301207-3296-063B-0297-1FBC2744F81F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A44147-9A05-4DF4-F575-B9E2CD216A90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E569B9-A05D-6877-8790-407A5BE31222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ED4615-FC46-CC7C-0021-A8CD0EF552EC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3A6CB7-DEE2-6593-95AB-8D69B9C216BF}"/>
              </a:ext>
            </a:extLst>
          </p:cNvPr>
          <p:cNvSpPr txBox="1"/>
          <p:nvPr/>
        </p:nvSpPr>
        <p:spPr>
          <a:xfrm>
            <a:off x="4645378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726F11-6B6C-2BF7-5475-CF26572A6637}"/>
              </a:ext>
            </a:extLst>
          </p:cNvPr>
          <p:cNvSpPr txBox="1"/>
          <p:nvPr/>
        </p:nvSpPr>
        <p:spPr>
          <a:xfrm>
            <a:off x="5650090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76642B-FA85-0911-713D-E87CAF6A3C06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</p:spTree>
    <p:extLst>
      <p:ext uri="{BB962C8B-B14F-4D97-AF65-F5344CB8AC3E}">
        <p14:creationId xmlns:p14="http://schemas.microsoft.com/office/powerpoint/2010/main" val="79634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8EEB4-A69C-B87A-EC27-559255AE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67F029F7-C869-6B64-26F6-09938A2A40A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061A54-0EB6-F672-227B-F99D70B9E2A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EA54EF-FB10-2312-F233-14AD6A605A7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7A883A-FF30-AD0D-73BB-BB91D7A7B8D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2B4E0C-D680-E818-3E25-2C7AC072878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AA7FF9-AAA5-F045-8592-A5DDA3EFF2F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38995C-DA7F-9052-E3C6-ECE55973013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79B63A-8753-261A-B247-F2DEDD18A0F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87C313-7110-34FA-807E-2C9060C8DB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18D3521-D8F7-44E7-7D65-442843BAB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27B28B-316E-A310-97D9-F5D69871E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A4E3A9-AAD3-BB18-2779-51A148F6BC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7883177-1AC0-BAFA-B24D-E6A79E2D63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193C5C-74AF-46CA-3716-DBCF93AC1DF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AF9312-DE41-932C-91AE-2A04456DE36E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449B66-6338-8666-FB8A-32E2B5C614FE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01D6BE-15F6-1EC8-F72E-052855C8FDBD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4865F2-B12C-E192-2D9B-F85AE5A79683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1CD4EC-99F2-A7C2-8BAA-F667392A2E10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3B2044-5E65-73A7-1F08-92BE82705B66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42C32B-5760-E7F6-DC88-4A7B4FF81BC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EEBD2D-6670-9AE1-2258-DF336F40512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9692DB-0A38-23DD-84C0-8B577A5D721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0CFD46-55F3-27EF-DB75-64E6253B038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70ED61-22E6-1762-7DA4-0C1B7F0550D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B4077A-4BB4-4DEA-E07F-F28FB33D05E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A230CF-8887-DB21-6BBC-5A9372F7085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C88B54-CD55-2375-689B-D02F8677FF74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D51CDC-AB8B-DB95-BF5F-0B318F23B94B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1C15B2-8F1B-3912-E231-8B93A967205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22AA5F-8E4E-1286-CCFB-5462258BC6B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5B1CCD-7C06-336B-1603-D2B9991E03B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E9DCBA-D9F7-5C48-C386-8CCD17647C41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EFBDAA-19A6-B350-E929-757921DCCA00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D87BAA-8680-97C3-D458-0EB5F8610503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54B4B6-1BFE-0307-47CE-005E95C1CF77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01A5C2-D88F-C355-3DF2-6A08321FA430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522E20-F1BC-2065-15A6-BD003401C4E6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D08472-804B-7FBA-A7FE-2C447C817310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40F932-4AFD-EC0F-A24C-8A53C2B46228}"/>
              </a:ext>
            </a:extLst>
          </p:cNvPr>
          <p:cNvSpPr txBox="1"/>
          <p:nvPr/>
        </p:nvSpPr>
        <p:spPr>
          <a:xfrm>
            <a:off x="4645378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2E57C2-50AB-BC42-5C8D-8A228054A3DA}"/>
              </a:ext>
            </a:extLst>
          </p:cNvPr>
          <p:cNvSpPr txBox="1"/>
          <p:nvPr/>
        </p:nvSpPr>
        <p:spPr>
          <a:xfrm>
            <a:off x="5650090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9985F1-BF1A-FA75-8DBC-EA2C01EB6C1B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F5596B-4CE2-6368-AA33-B3559788BA3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4BBF29-2C2D-91B1-E20E-F975855CBCD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</p:spTree>
    <p:extLst>
      <p:ext uri="{BB962C8B-B14F-4D97-AF65-F5344CB8AC3E}">
        <p14:creationId xmlns:p14="http://schemas.microsoft.com/office/powerpoint/2010/main" val="3761042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DB972-8204-2289-708E-F566427CC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95E6C2B2-B1F0-8BB4-1ED0-3ADDB29E840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C49883-A979-669C-B276-2DD0C3A6FE6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B5E3B1-6FD7-AF9B-42FD-C3D79683E32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0CA97E-5F87-0AEA-69BC-FD9799FB546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CDB309-8217-FADF-AFDB-8F8B313B2B2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071D96-D3E0-387A-230B-2305D3AD3DF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2F002E-43CC-5659-6656-2F795ACFCE1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16FD72-F66F-7C91-8991-C4D65BF8DBC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F03293-92F5-5A14-3586-2DABBB014A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lower left block, red or orange is 9, remaining Row 9 can’t be 8, and you can’t have 1’s on lines.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F94B6B2-0967-F2A9-54EB-D7FC42BA5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3FFE3BC-BF5E-B991-4C14-5C60D61EC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99F2D6-B2C1-CD6E-8E08-A86B88107A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6C17D34-B9D5-57DC-0B09-E06BD3352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61A641-80E5-588C-D7CB-480E04C1C87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D3248E-C5A5-564E-DE54-EB2FEF12F3B0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40F187-7485-4B25-E450-E96210774439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E31BFF-DA56-9FAF-AF2B-B99B59E2F837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2C03B2-B176-7A1B-79E3-37F676838691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44BBBC-3911-288C-1D55-972F981EA1EB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5B98CF-A5F5-AEDD-FAA0-4930228768BF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8F6AAD-0E8E-80FF-6D01-5A5347AF801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355512-3B7D-2E1B-F20D-02E3E9FFDBA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B69176-DE75-113B-F36E-ABF8CE5F593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B8E935-9CD4-F171-5BF2-58434AC52DE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D46C82-A5F7-4803-4A28-49D6B4A6A40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2F3BDB-7BC8-98B3-7253-D7219C87847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DCF018-2B0F-7445-AF12-7F082ACB7E2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E5F55-1B9C-5218-BD68-44A105E97FA1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45ED07-E26A-7C4F-42D4-95E2B650001F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255561-2CFC-69EB-992D-2A66BCFAE66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04D337-97D0-E383-000B-BB7AAF0A502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B345C2-7C02-73F8-D706-5C8F44E9286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E64DEB-B89B-118F-47A1-5EBDFD67C735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AD7A0A-329C-08DA-63A2-03BDC56E6CA2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73B6D4-F80E-0898-F9D1-D1DE90190E87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FEFF5C-FCF1-22A5-5601-43FFC843E0A4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6EBB34-3AE8-EF76-1D06-466BD99DACD0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1F4AD3-4C08-5041-7579-7ED2F7BC4B66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3C7A07-691C-D90F-B44F-AAC4C313559E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33E279-CEF2-E383-7D98-8915ACBF9AAC}"/>
              </a:ext>
            </a:extLst>
          </p:cNvPr>
          <p:cNvSpPr txBox="1"/>
          <p:nvPr/>
        </p:nvSpPr>
        <p:spPr>
          <a:xfrm>
            <a:off x="4645378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C84AE5-CE3A-9AC0-E430-FDE0A0A327DB}"/>
              </a:ext>
            </a:extLst>
          </p:cNvPr>
          <p:cNvSpPr txBox="1"/>
          <p:nvPr/>
        </p:nvSpPr>
        <p:spPr>
          <a:xfrm>
            <a:off x="5650090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30F7C2-01BE-337C-2C6F-9B6B59F839F6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FFA636-48C8-7C79-5A55-BFE5A8C45DF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27D83C-0A1E-A142-E3DE-149C8D81081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6B9411-7C1B-180B-E354-BCDE331BF5E4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B8F261-7150-82C7-4759-838DF9940788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0AF66E-D6EF-89E6-6F9B-22CA266A54EE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858FA3-0BF4-99BD-66E9-FE0342A99A2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27B8E5-AA5B-7287-EF97-F53135B4CEB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3453483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5E2C8-8712-8521-37CB-8E55D0781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97100DB8-3FAA-4D78-EE80-0D60AD5D077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5959E7-930B-5770-D180-97A632E1DB0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2AA76F-48C8-D3E3-6CA5-ABC3F22160E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6B9705-A7C7-64D8-7B05-0B2C547B980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C221E9-D3B7-6D68-E316-21496A1A2DD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BCAF16-D08F-CFDC-2430-7F8FD81A7E7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8F4B73-859D-E011-1409-CB746183B8E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BBF757-28AF-BFA0-7BE2-E242D521D5E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FAFDF3-E03B-B2F4-2B60-C1FAB84AD6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CBEFF71-1218-D9E2-2406-BEC71FC15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98FEBE-E231-5839-64F5-59787BD24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70D232-2B24-EF21-317D-7A5D80B75F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A7926D-029B-FA6B-045C-0695130675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1A7E05-0809-83B5-A8B0-F93ADC39F60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217082-6561-D580-AD18-FABA22FF507C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602E49-D44A-C094-A137-8914D99B5DA3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3B931A-FF38-3FBA-3967-25BC26CC22A8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DC7A5F-AA88-F70F-6E58-0F32ADD134E4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935132-A8B6-2C27-7A4E-B479CC28A01F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EB0C24-7F2B-D278-184E-1935AE5C6188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5576BB-275A-DD25-F08B-B6D18EF9D19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22AAF6-2099-A7CB-C1AF-A0409BC789A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B1E4DA-35D9-10D9-41F5-008EAB8F71A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3739B0-FF43-561E-1C11-9CCDB82D935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D3E8AE-F516-991A-F35C-A9172B34842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1FCEE4-5672-E6CF-5FAB-EAF8F1C6183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C4F74A-D371-9E94-1940-3F70BABA97A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59B2AD-35FF-3B68-4BAD-C0DBDE88AEFE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9348D4-D87E-1EF3-9F19-4BBD49B935A2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ACB3A5-CA74-F396-FCF3-1055B40601B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44DE7C-EC4C-A287-FE82-5BDC0B74594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A33361-B8E9-2F37-89B7-397BF49B744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72C867-539D-E5E7-7764-F188712413A0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7B322C-C4A9-4521-D799-A4117E487956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06036A-36C9-394B-3D7A-DCE8E3FCB276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A64646-6C50-F639-0F07-92F144A29A8F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F62B43-D027-6235-EFE2-6EF24511ECF7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6ABA30-B4FC-C4B5-8FAD-F5F0E8689D1D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EBBE28-E27F-4918-897B-B6D61D6E382A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59EBD3-91EE-F687-3277-023F049EE48F}"/>
              </a:ext>
            </a:extLst>
          </p:cNvPr>
          <p:cNvSpPr txBox="1"/>
          <p:nvPr/>
        </p:nvSpPr>
        <p:spPr>
          <a:xfrm>
            <a:off x="4645378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891203-5BF7-8F13-763A-DD5625387907}"/>
              </a:ext>
            </a:extLst>
          </p:cNvPr>
          <p:cNvSpPr txBox="1"/>
          <p:nvPr/>
        </p:nvSpPr>
        <p:spPr>
          <a:xfrm>
            <a:off x="5650090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2DB394-347B-BAD0-9827-7622A1B6EDBD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990AAA-0008-D648-64CB-0F7A9D0AE17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A991FC-89FA-9E83-C4F5-A5F73DE1A43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E038E1-A86E-AD49-7DB1-659CAFBFC5F4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56F80A-C08C-24E8-3075-9DC980E1FB72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E781F5-4770-10FD-93C2-C081E9C876C4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22220E-7F2B-D064-C615-E46FC663E13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C8EFE6-F922-68D6-79E4-AB907F64515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266889-CDC1-9E03-4862-8C7E48CC3AA0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02D9F4-FC9B-2AD5-3709-C1C7E8C7F6B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161987-5653-A910-15A2-4CAF5561B9F2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8B4CD4-7C17-080D-3067-72EE2BCF7110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1926A5-4913-8F0F-4549-22423076EFF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</p:spTree>
    <p:extLst>
      <p:ext uri="{BB962C8B-B14F-4D97-AF65-F5344CB8AC3E}">
        <p14:creationId xmlns:p14="http://schemas.microsoft.com/office/powerpoint/2010/main" val="1721421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FEC0B-F8AE-5FE7-6A12-FAF6ADA96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FA5A4E41-EEB3-9FF7-B890-44E30CC8C53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006AA3-DC98-775F-30E6-16899F53F68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F07E4A-8C49-DED3-EAE3-66B944E89D1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7D7FFB-D545-3A5D-DAC1-0B9A11E9A4E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598C37-C64A-0490-BE1A-4B68125B5FE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3AF72B-2B44-2BC3-2155-E99A8115133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69959B-A493-5D10-50CA-DEF61AFD8FB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3C7C1F-812C-22D3-65C4-9F844A55AE7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574674-560D-835E-7C84-075FF8BC87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E3881C4-B5A8-61E7-C66C-CDAA1617C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869261-C3B9-EE5B-8C6C-53932A9C9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4800F9-8376-1B64-56E4-1DBE30BAA1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6902F7-44C8-8772-AFE9-7FDEA711B3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070085-65AD-B653-5C61-4B4A49F1979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5E084C-4845-B0FE-C68C-DCD5C5E15AD4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FA1EF9-F580-802F-DA4E-709253944DF6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929FC8-7ED1-9DCC-37B0-EE44BECA4E5F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8EB6FD-B044-33B2-4E9E-D34CA9DB17D7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1B00EB-E700-B450-5E2E-5C00776AD018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958754-BD1E-5879-36DA-7559D64DFD53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0E066E-0C3A-1F33-42BD-6CEEBC289C0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970DD-BFEE-ECE1-6F31-67B7A6309B1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8F358B-8405-5843-22C7-66B13A7633E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40B885-29B5-84FA-9498-43F5ADC7F68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3B18C6-B3B8-48E7-27FC-43F60DA27BA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F7C1DC-D74E-797D-F09E-AFA69BFEEED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EE6EEE-2F4A-941E-B1D3-4A1CA4C4593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FB5DFA-AD00-6DE9-EB30-C4BA05BDC255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35C5A7-14AD-FD85-4E1F-87E161F688AB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D098B2-4459-533E-F67E-4F5281A7AF0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140356-1829-39D4-D793-5AD5A0C302F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927D28-F841-EE62-DD10-059CF65E1ED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E863E2-949F-E0AF-107B-DED8DFD64A56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1C39C7-B52A-CCE9-72A5-3C5BD9E94376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C591DA-A95D-31DD-E8ED-A6CD639C9998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371E53-9FA0-B24E-5CDD-7CAA10BE4836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608B4B-810F-3F40-FB0E-43BD4D7589D6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8E8DEC-2AF4-F4D6-4439-4A858F875BA3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565485-068C-9492-735B-426E3C15573A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A3C79F-00D7-31B9-8D0E-E6EFB49A1208}"/>
              </a:ext>
            </a:extLst>
          </p:cNvPr>
          <p:cNvSpPr txBox="1"/>
          <p:nvPr/>
        </p:nvSpPr>
        <p:spPr>
          <a:xfrm>
            <a:off x="4645378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F97AC3-BA04-FC46-2065-65353CFCC57D}"/>
              </a:ext>
            </a:extLst>
          </p:cNvPr>
          <p:cNvSpPr txBox="1"/>
          <p:nvPr/>
        </p:nvSpPr>
        <p:spPr>
          <a:xfrm>
            <a:off x="5650090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1F8734-80A4-25C7-ED4A-AD063988980D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08DB78-F7F1-C9F3-1284-3961EA399FF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67BBF8-8D65-6E1F-2F43-068175C7590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4BFC8E6-EFA4-D9FB-E3FD-4EE9A6AA714F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80477E-C78F-7EA5-DCF7-A9441ECFCA5D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91CFFB-0BAE-AED7-AE0F-6EE36006E296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D668E2-7F8A-89C3-B687-83EB222553E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A51E8B-2BB5-747A-9AB6-BDBBCC3C7A7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67D9E4-4D2B-FBCB-02C4-75DF6E49D72E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457729-CE64-F26D-C439-E81F77937BE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9414C5-84A8-DCB0-D19C-ADC65C77B455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8FA4EF-3D12-366F-2D8C-D40803AF8BEF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FC9D25-FFCA-BD60-C970-8284BAB4B4E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B57BA3C-944C-2775-D37C-2996FAA0B4D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E5450F2-140A-EDFC-9473-225FB98D262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D3AF7E-69EB-FB02-3051-CF3824EEEA0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048BF2-71DB-2524-0B70-EF194AB4EA9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772AFB-B0C8-9914-C336-7289F086512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5AD770-A393-6D2A-1928-C2C80E4F4212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</p:spTree>
    <p:extLst>
      <p:ext uri="{BB962C8B-B14F-4D97-AF65-F5344CB8AC3E}">
        <p14:creationId xmlns:p14="http://schemas.microsoft.com/office/powerpoint/2010/main" val="3379321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D9CA7-E62D-5654-59C4-3E3115DC1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59A69675-F015-C9E4-9721-5917BFD06DC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C462F8-9DD1-3A7B-BA2F-BA26DF46863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55615A-EEDD-3B13-6B1D-C62500EB293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E9CAAA-184D-D982-651E-F50B5D93CCA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D05F67-1F95-74D6-2562-844BAA5EF99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389AC5-50B0-3FB4-CE85-314FEDB843C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00EC3E-B08F-D227-7A00-CC3DFF61CF6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BD2B1D-B0A1-B6D2-A7AC-067F6ED4ABA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57C771-B3F8-6AF4-20AC-F0187CA93D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cell sees both a green cell and a blue cell. So, it can’t be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F350A71-1A16-4441-DE13-C7C9A3E50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8A3F79C-2E39-9C5E-D165-358A104A0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91C28E4-4530-5FFA-88BA-7B23ECED68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FBE2E7-7009-CB5D-C204-1BF339D19C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78582B-AF9C-70D9-3DCF-2BD9DF6440E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4F0A92-F43C-0B43-759D-D569F9DA32FB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B8289F-3665-CAB4-AF69-79F831ACA6D4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9BF0ED-1484-0C1B-A915-2C689360C80D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C07721-0F4E-7C8D-EB24-249FBCED15C2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85D39A-4503-F791-A0D6-3BC58C1EA6C2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282982-E099-ECE2-6C8D-09CF073CA0B1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7EA21A-8477-141A-2F5B-DE317C9A333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87C118-F52C-BD65-4705-F867B059A89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840A1A-05CA-4912-A3C3-9F697ED63C8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7F337F-B32C-9AF6-CF13-9D04934FA4A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C0D2AF-309E-4F76-25F2-C4AAF7ECA4E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2FD170-DFC0-98B6-1FD4-F48ADAD4FB1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D94C03-06E0-ECA5-57EE-063AD42716C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290344-9E3D-3DAE-F59A-78A8C494A6BC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4ACC46-8BB2-5FE7-C63C-328C4112664E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4DE2C3-78CB-FF44-2450-8757D23757B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04904C-D568-D1BF-F395-439A58FB837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CE8A74-985C-DD96-8B08-B40F47A8E9C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022805-54E4-5C0E-11FF-55D8B486F898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BE0F59-0FB9-CC70-3225-037F8C18A8CE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9C3C01-84E8-25E1-CAFB-1DD83D025B32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3290A0-8BA3-06BF-332A-7AE8147BBF74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0CFDC9-485B-210F-23D6-927E6D1D7F5D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FA8AD0-2982-CDA6-C820-9902D6E3EC0D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F9CFCF-819A-1BBE-21FB-C307F7E6ECAE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6CE425-FA9A-798D-1E42-F89D7C66A6B1}"/>
              </a:ext>
            </a:extLst>
          </p:cNvPr>
          <p:cNvSpPr txBox="1"/>
          <p:nvPr/>
        </p:nvSpPr>
        <p:spPr>
          <a:xfrm>
            <a:off x="4645378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448BF3-DA29-3E94-D59E-58181101924E}"/>
              </a:ext>
            </a:extLst>
          </p:cNvPr>
          <p:cNvSpPr txBox="1"/>
          <p:nvPr/>
        </p:nvSpPr>
        <p:spPr>
          <a:xfrm>
            <a:off x="5650090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59AD58-B543-48FA-749C-7D27057830EA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527B10-582A-1AC1-43E6-F5AC86F1140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80BD49-1379-D317-E1EA-1C58F958A83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E6F858-1F0C-8BAF-893B-EB7395F6B958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323AD4-0AC8-F309-6079-09F46DCCEF1C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3ADBA6-C3EF-C75C-0282-EB9CE13816CB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45A8AA-8971-1A83-FFFA-C8B43D447F2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222D27-99C9-2955-0FAA-DB48D06D57C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95BBA3-FC97-F985-E52B-612355B3A5C5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487575-F466-F320-E658-B142F097504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CB8F5C-6A49-C8CE-B038-EBD106B0E06C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661B64-6859-E1D3-36A5-B7E6D8973F98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FC7351-78FD-EB2B-1383-15358239C41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B5DF7F-C422-0129-AFBB-594ACCAE11C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CDD2FD-C834-7C64-6164-D70FE73EBF3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926948-1ADE-02B5-AA8A-40732D25C76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CEF478-0CBB-742B-C0D4-267B6D9DC0E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12B2E5-3DEB-A580-E422-FAE4FCA1369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A0E38D0-EBC4-EED0-63AF-2391E6D10072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</p:spTree>
    <p:extLst>
      <p:ext uri="{BB962C8B-B14F-4D97-AF65-F5344CB8AC3E}">
        <p14:creationId xmlns:p14="http://schemas.microsoft.com/office/powerpoint/2010/main" val="28676323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12464-4BA2-ADDB-A7DA-B712E11EE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4EC04632-3F9B-AE37-2E65-2719C94ED6D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FC74BE-85A9-8057-7E7C-B8A3F0B4F7A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858FD1-8DB8-A968-0548-3B83940AD60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30FB5E-AFC1-8306-8772-F2BC4CC8334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974E7F-4357-AA39-21D3-90C9F20C825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C3447A-3DC5-D901-DC33-E9C482D74FB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0EC2DB-8CF5-3B82-015D-7635CBB11A7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938461-6FBB-0C10-0CD9-74CAC42053A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66EFB5-107D-A194-789C-E23F0D666F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4636AD8-AE7F-2C9D-39FD-9CA2C63BB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F8248FA-7ADA-6DA2-EFE0-01548B4B1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4C002CA-203D-B01B-CC3D-8D62F1607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CE9362C-60B8-5924-56DA-FC0886C030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DA5DFE-39AC-354B-1B10-563BDFD3181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B61517-CAF8-3D6F-19CB-28D869983E71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DD1FC6-8741-30C5-E010-7DA8BC7AAC9B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F382BB-60E7-B52E-3E0C-6407E52F2CDD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71AD96-8942-E24F-501D-9E115A5EF418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7E218D-665B-ADE8-8174-EF735CF16FA2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47ADA-F67D-1C6C-34E4-11CCF6E7ACAD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3676C1-EE50-5DF8-AAE3-2CC1C6F49C2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3E276D-CAC7-1C64-E538-364C4735678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B39F4D-1AE2-6027-EB1F-45E4B636E3F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43ECAF-0544-E862-EB4E-DFFF5F0B9B5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4479EF-89B7-EC76-DACE-FFAF3846B14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5EC7A2-3323-F126-8D4B-BF2EF754F35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7712A9-B888-EAE1-00CE-AA4AB251E82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418D7-AB7A-9B31-ED42-3A3F889AFAFB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1CC3AA-9931-5B45-7651-CADD6EC3E587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9A382B-BB74-B026-4E5C-9A43731B510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FABF0F-AA12-728D-8A8E-A163EF693BD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A7F0FF-4FD5-D143-7E3E-E22B0F34EB2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D09956-D0D0-0623-27AF-D7BED7457C02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C2BCB8-7D0D-DF3D-154E-975774F8A9B7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64DF87-D6C9-BE8E-F3E5-5284105C34B0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FD0D25-962A-D3CB-C8F4-7B08A8EA7868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B1B3D2-3202-3288-13F7-F75E76374C70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11F4AB-1E11-A0BF-2067-1F9AC7855927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379C38-6ABE-1D3C-AC26-783AF9014FEB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3ACD19-3903-AC6C-EA03-DC3B172170FE}"/>
              </a:ext>
            </a:extLst>
          </p:cNvPr>
          <p:cNvSpPr txBox="1"/>
          <p:nvPr/>
        </p:nvSpPr>
        <p:spPr>
          <a:xfrm>
            <a:off x="4645378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8BAA5E-41BB-9A7A-8379-B789C95C1B18}"/>
              </a:ext>
            </a:extLst>
          </p:cNvPr>
          <p:cNvSpPr txBox="1"/>
          <p:nvPr/>
        </p:nvSpPr>
        <p:spPr>
          <a:xfrm>
            <a:off x="5650090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045C4C-3E1E-0D3C-BE83-787291DE1DB1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3D6A36-E43F-20FE-0904-9A20DA050C5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67C812-1667-EC99-75CF-38A17FCA718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C3A1AF-347A-481C-2550-7D620D8FF0D0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A2D836-2FAC-6671-1115-B5B73B127ECF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77C253-7C35-0FC5-77A3-B511C156327C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568F96-3849-FD0C-CAD2-DDB10210290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7A4D66-8383-E7E0-3022-D052963A154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104351-D5EB-7000-DA4D-9C9F4B632690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CDC3FA-D2FA-06BD-97CA-AA90AEF9422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D5DE1F-E903-643A-5314-3C0B5EC613F7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D65F18-9601-2DDD-22E4-382A3CD7D9E1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34D95F-D3FB-0076-0D21-511880E4D7F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15703D-1E4E-AB82-33B4-E88F1FDADFE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8CD6C2-1C75-8EF7-17DD-7C5EAD94C13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2F8038-43AD-011E-9302-925934B29B4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ED317A-1BF3-5E66-6B20-5695E03ED7C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A43CDC-F09A-9F86-ECBA-DAC2A594E1E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CD34D49-23C4-A274-EBF0-61B926C68BF0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C576F98-F8CC-D85C-679B-AAAC6FC7F51F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2CA34CB-012B-0D01-5FB5-0D926DA177EA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FF6D65-FBCE-BB00-5577-7374E645B9BF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EE8605-76CB-F894-4343-91BEDF15EC6A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</p:spTree>
    <p:extLst>
      <p:ext uri="{BB962C8B-B14F-4D97-AF65-F5344CB8AC3E}">
        <p14:creationId xmlns:p14="http://schemas.microsoft.com/office/powerpoint/2010/main" val="1790560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86E1F-5536-8571-5677-F72922414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5557A9AD-B62F-3159-C342-12B00C8DA7B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D2D9D5-96A7-BC88-2D69-5F1D95E5EC9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63D4F8-4B1F-67B4-EF26-D862BC3FC6D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F51770-AB54-2FCC-2A7D-F2F9202881B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935347-BE21-B154-DA85-901AD592FA8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30BA8B-4FD4-D1A4-CFB0-ECD69868287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A4D259-94FF-6425-523F-FCACD44F961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5CB65A-5EC8-5F99-B68F-D4C6ECFECD9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DD3D96-BC5E-E4E1-DADA-419E0A6B1C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D9A8DD3-CD46-0226-4952-3FD757BC7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893DE53-47BC-B28D-08F9-EACC4D5B6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1084FF-11A7-30A3-D654-C53151B45C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32AA6E5-0EBB-A73D-8C57-8612623D80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F9EF8E-105F-B630-FDF8-B3E6E5B475D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52872A-7CFC-27EC-89CE-CA58B6C8BD34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6487EB-2294-940F-75C2-C3F6DC80EE74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AC981C-578E-B913-BABA-D875CA10D78D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AEE9EE-84C8-90CC-2C66-C4A6329D718F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0B22CB-A8B0-87C1-C588-00EA03B918DE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7DEC3D-3D3C-E8D4-8DA1-7AC055B9E41D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E409E1-9E7E-55F2-0557-687140A8870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0F432F-9A6F-1ABC-E999-2CAA5CFB767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410F81-6286-C0A4-E539-C9944F0ED3F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3875AF-FD3F-922E-CED5-DC786ED4BA1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21F76A-9CE9-2EC6-B01C-06DA7C946E3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4249DE-7B12-61CB-5F06-8E1E6646D68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ACD13E-6718-A6CB-1F6D-94D3B7D5D97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6018E-C9F7-9CE0-B2F7-3A2A2D85DC47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496B7F-56F3-027E-1701-0EF97AFEA701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4AC016-54CF-8F16-1C81-1E0DFF5FB74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1FAC49-770C-6AC5-514D-1C338018A18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82DA09-6C2E-41B2-594C-B11F5A0E893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36399-49D7-E818-7A4E-6D59C1AE085E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20FC4B-7AD0-0173-0C38-59DFA3BC1D8F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9DFC3A-15D8-2C30-41A1-5B937FADB15A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104931-F4A5-AB4B-A9BB-954F96597419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9F3184-F44E-D2F0-B4F9-CBBDD355E059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653BD5-ACCD-FFA5-2FFA-69E207AFAD6A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3A6ECC-C929-4F9A-A17F-5DC001188413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FD594E-8B91-19B7-1A2C-DB1F2B43EDB7}"/>
              </a:ext>
            </a:extLst>
          </p:cNvPr>
          <p:cNvSpPr txBox="1"/>
          <p:nvPr/>
        </p:nvSpPr>
        <p:spPr>
          <a:xfrm>
            <a:off x="4645378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88DE15-CF0A-CFF6-BEBD-867C8A5FA794}"/>
              </a:ext>
            </a:extLst>
          </p:cNvPr>
          <p:cNvSpPr txBox="1"/>
          <p:nvPr/>
        </p:nvSpPr>
        <p:spPr>
          <a:xfrm>
            <a:off x="5650090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7D3A29-218C-69B2-6E05-B0F3D4952C26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FD558E-3289-C9E6-ED86-CCE17243096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885942-BA80-6CE7-BC3F-A0C9BA7A69C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D5FFA0-21C0-A656-6706-9A1EE02FFE9A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A47BB5-5472-D926-5847-61399B30988C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5A4126-1F86-062A-7D92-9077980AEB20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654F25-9323-E662-A285-0CC63255E0F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590856-5707-BF1A-165D-F6780FCEA11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46D29E-74DF-A6D7-7CEA-380FB43DF4C7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372FF38-9A56-23F8-68AD-83FE6DD4819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2A98FF-45DE-6413-63CD-295C4EF4C4AB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700F10-EEB9-AC41-22EC-02C5953F295A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2DD32E-9B23-598C-274E-3D0CD625A41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C2831E8-F049-8166-4B79-820AD36E425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192754-51B7-4B39-F7D6-CD457BC749D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6701F2-C96B-A05E-714B-1460CCBD5BC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81578FE-2237-96A7-FF63-A3263C21183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3B6337-B86E-087B-809B-D6E42B5B3A9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660043A-0BD3-DF5E-0F40-731B78211CCF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165B1A-EA9D-6D24-F792-B0C2DDFBBCFE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02BFD0-65B2-FF96-AF84-3BFA7392EBAE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D940302-BBC1-8F43-4593-EE7D1D6F225F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3027A8-4E23-34DE-F089-B3D6413DA1AB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EBB761-FC63-06C7-BC66-69E36979E9FB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DAB7C7E-F109-09A8-7CEF-618233FCFE9C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99D6BD-1A3F-2FAE-63D8-5845B02695FC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A910A83-E78A-2C8F-4228-B7183227C5AD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</p:spTree>
    <p:extLst>
      <p:ext uri="{BB962C8B-B14F-4D97-AF65-F5344CB8AC3E}">
        <p14:creationId xmlns:p14="http://schemas.microsoft.com/office/powerpoint/2010/main" val="1042188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EF958-0C2D-F9D9-5EF7-1E8724865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05D05475-EB54-0BBB-8BD1-D0EFC13363C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053957-332D-54B4-FEBB-ED2144D9B82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D1719A-3C39-3A76-5F1C-2A673B3CE41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FC7A0B-F147-2FB8-E5FC-926DD0A4D44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9D876D-2684-78A0-7B94-50F31B5BE97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55679F-1657-58ED-33A4-2888276323D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7B59B8-481E-A178-BCBA-B7B46352371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6CB3B3-9794-A4CE-6119-72AE5AF0066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52D3C-48ED-40AC-1804-7A42171617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7AA7EC6-35FD-ECFF-4924-DB3243156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1E389D0-FBD1-9B0F-B5A1-2982BD051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2542B08-B558-A9C2-CECC-66242F88A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6784893-4836-17E3-3753-803FE33FA6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8E1000-7BE5-4B58-9378-E17580DC883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3C6EA1-1AFA-2E6A-78C5-FBF498FAEBDE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D674D-062B-2486-DA99-67D9935B518E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09433A-729F-02EF-7276-3AD8CEB70C76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59CE4F-B2C1-09F1-473D-3B6864D19B24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550D6B-8CC2-A3B3-4E03-0467BF1AE724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ADFAFF-ADC1-3CE4-A6AC-604651CA0E48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545885-A224-FB71-6280-F5060AABD7D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CC82DD-F102-4A2C-075A-407597CA661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B1B391-8705-1A3E-3AB3-37F303318BE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810F6E-601F-3A55-A5C0-CC15BBB622A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89E334-4673-21D3-E00E-7080D67EBCE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A28276-372A-5526-3E69-4EE3197FC63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B67054-F493-283D-768B-1B6BD5207B9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3F887A-88A9-4829-50FF-BF464380E587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17E9C1-3870-2092-FA87-C9A2148682BE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60C164-8D2C-C004-9993-1F538FD3B10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E83C2B-5205-4B0D-9F27-1325A7025ED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8E5140-65A0-A7D3-2F31-866F73138E7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180C61-D901-E915-DE85-3F223F225DED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B1ADDB-5B62-6FA7-7708-5B217D8CE527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662485-9367-B031-EACF-9A752211DEB3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3F0595-668A-3C54-9459-FF0CA68C3521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EC5D42-C50F-83BF-4431-4661B37F7B1A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7404AF-E833-A99A-BCDD-EF0E8B4125BC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6ED7F1-F0C4-75B4-7645-6E0EE0D50831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2F911A-34F5-E173-494C-F524223EFD36}"/>
              </a:ext>
            </a:extLst>
          </p:cNvPr>
          <p:cNvSpPr txBox="1"/>
          <p:nvPr/>
        </p:nvSpPr>
        <p:spPr>
          <a:xfrm>
            <a:off x="4645378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1F7DF6-F75B-2BEB-6331-8A07885EE60C}"/>
              </a:ext>
            </a:extLst>
          </p:cNvPr>
          <p:cNvSpPr txBox="1"/>
          <p:nvPr/>
        </p:nvSpPr>
        <p:spPr>
          <a:xfrm>
            <a:off x="5650090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0D093F-8581-B6B1-48FD-CE9AE6D9BF3F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3ED114-85EB-3666-3CBA-2DC6EC2CF08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68ADC5-4B2D-F0B8-0CBB-E279CA354F9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1E06EB-67D8-9501-E48F-352C50DD100D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854950-4696-2DCB-2186-D02845292853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4C0B5B-315C-7BCF-81B1-AE416F561C96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657678-C016-0779-DD9C-8B3A271F795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92937F-2F99-A356-6341-0202B40A95B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150761-4BD6-9D8F-DA95-7DD1685BC381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EE5170-8823-439A-6CBB-2910BB97937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DE6008-875D-8C0D-C33F-D5E70346B9A6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40D398-2402-038A-0D4C-A6C5DCA61A7E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31B87C-FDD9-87E4-BEB3-6CE7E0F94DF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A126CD-3046-D931-CC32-06F6B39F505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4DCF83-5207-6C06-8C07-204B32D5A22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45A953-7039-C578-CD5E-387C1E5A095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5BAB68-5B92-3CD8-C66D-EFE8152F1DA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46360B7-E7EC-2389-98CD-57FABB13219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1AF2EE0-B16A-012C-A6F9-54F924A112AD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B9DA0C-35A7-730C-142F-1FB6EFADFAF2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0EB057-8A59-F38E-F013-85622C0E9F6A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B139703-346F-F1D7-CC78-90E653BE5908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FB295C-8771-844C-2AA5-36DDFD20176F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D875B8-82BB-070F-1779-430BA1C94700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6CA4F0-CAFE-7522-5E4E-C6E99CBA78A7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AFF3A9B-5E43-956A-ECB2-5D183BADD2A6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26407AB-4DDF-02AA-D4D7-0DF4F7D2F9D4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15D3E3A-C2C4-A972-2F4E-039B879DF44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37BF2D9-AB2C-929C-A5F3-2AA044E65A05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E041F2-4A6F-0389-25E7-20CD94208191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8F84A19-A445-621A-0438-337274EF45B8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4B3929B-9FE9-9151-7674-6BC373331C5B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0195DA8-46C8-3B22-4411-8882E803B291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</p:spTree>
    <p:extLst>
      <p:ext uri="{BB962C8B-B14F-4D97-AF65-F5344CB8AC3E}">
        <p14:creationId xmlns:p14="http://schemas.microsoft.com/office/powerpoint/2010/main" val="1943671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C12DB-ED28-296A-1142-36AB9B0D9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7C112D68-6770-7EEA-645F-74D62600D3A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AB224B-737F-82F2-4306-5A695E5E4FD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3AB1C1-DFA0-6A0D-0AFF-5000450DF93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81D738-A394-CFC5-EA12-36A3779E445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2FDDBD-883F-EA32-78E3-CB504BC3BF8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25836B-2C14-18FB-C8BC-F23014F8B20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05B4C0-2468-F3E2-B39D-A6673AA7C8E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B59C62-689F-48FE-0555-ED7A15B11D4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70F993-5A9F-38E6-8C6C-6991BAFAE8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center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3D332FA-6046-6B1D-463C-4A4635BB4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51D520-4148-ECE4-E17B-6477AEA70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9BCECC5-3162-D5A8-EA80-B65461E4B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D01F3CC-94B4-3740-2ADE-BB2CAAE8D8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DCD1E0-2EBE-AEA5-D58F-F32BB0527F1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BF873F-D188-0965-4C04-1C837C896BCE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38AFA-DA74-BCCE-1816-C8F1F93E753A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3DB2E4-B1E9-DF4A-F49D-5526003BE781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E90426-B1AB-FDD4-6783-542F908701C2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9CA786-221E-CD33-2482-43D88804C301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EED284-B249-207F-9628-5BD3B8C66EE8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E7176D-290F-6FCC-57C9-B9B9487968F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D79A3C-E068-D527-EB7C-548271F9BCC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A528CE-E998-993C-0072-62EB29D99D4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73CEB3-6ED0-1B75-EABF-60128BD2646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C9623D-47A6-86CE-1E54-B09EA622503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ECA4A0-9458-FBD0-D8AE-DDBC07B7970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EF2987-2F2C-3201-E81D-C56D6F634AF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EB24F3-AAB7-E7C3-BFF9-9DB852A8FBA6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9BE0FB-55A7-E5AB-C60B-296E4EAC351B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29F0D1-168E-D497-1E0F-6F7B14CA9E0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72E258-F657-CB30-F18D-FC74FD52526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8CF491-AD23-003D-8938-0665A346746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F68BB0-4281-D859-1628-C43336CC70AA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3545D1-89FE-3DFD-53A1-17F6ABDE12EC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E2CC4C-EE1D-8A50-B62E-AC6063910845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9B4042-1C9E-61D3-5793-B070053B3955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2785EE-3EEE-2FAA-EC49-961B37A40CDC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B6E68B-CA86-8CEA-5EE2-70A20BA29547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3F2936-3B74-0C81-D27B-C292963E4523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E99D4C-4F7F-F853-0B27-0A3A6DC6F839}"/>
              </a:ext>
            </a:extLst>
          </p:cNvPr>
          <p:cNvSpPr txBox="1"/>
          <p:nvPr/>
        </p:nvSpPr>
        <p:spPr>
          <a:xfrm>
            <a:off x="4645378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683EE5-BA50-561A-FE06-9ED7910B81B3}"/>
              </a:ext>
            </a:extLst>
          </p:cNvPr>
          <p:cNvSpPr txBox="1"/>
          <p:nvPr/>
        </p:nvSpPr>
        <p:spPr>
          <a:xfrm>
            <a:off x="5650090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341AF9-0286-CCD1-5CE0-E16BD3C0BA60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C48A30-DE37-C4E8-BF1E-393F66A6E1C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2E4607-F005-AA1C-48C1-FECFD1CB1FE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320783-2A2C-32D4-9C0B-025C4FA5B7E5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B8E4B4-D4A2-CD5C-66A0-53CF67C21061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8C83C2-6162-32FD-0FEE-546E3A2F5B73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4A8FCD-D543-E882-DF16-C8794559138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B19355-81B6-F3DA-A782-60419F40866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ED4FB1-BC6B-BE04-A553-B9B37248A544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30E2F5-C3C2-F829-B00A-92CA0495CFD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DBFF2A-0C17-28CE-3779-4B8F532FFD1F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CEF3F4-8C1D-6CE3-5357-23C9046BAB80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252147-E9A6-5CE6-4D5B-699428AA043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47E4AC-8924-6507-B554-0C76C7F1D82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5A9BF1-1EF6-3A39-7EBD-BDFE880D74B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10B2FB-903A-89F8-DA29-B2F500CB557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9585AB0-300B-6121-47DD-64A116FABC8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2C4EE6-0FDE-4740-6525-F1E963658A3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07635F2-7273-AC6D-E503-0B96BAD8F9AB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82F750-9BC1-C462-BC1B-E291FF49E600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10E92B-9574-F34C-CC01-5F9AD4B5FA94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F25B710-F3A6-0ABB-9A4B-31BD98903B8D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6340822-C1CC-9DFC-3C9C-E1CE9159A875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7D80E2-2273-02FF-84F1-91350EAD493D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ED95335-C688-25C7-D886-F7984CC043AB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D7D5EF4-6F44-DD1D-78BB-DACC0AC33B79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87DF3F-EC9E-BE94-EC63-8E91949F64A7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18B80C5-26F7-F3FD-AE66-849E40ED39E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E02681-B59F-67E2-E40F-6D81DF26B3C8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52A1343-A5D1-7870-1F79-24463EC06A8C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1E06DA9-F3DC-19AD-C6EA-8A914E363EE7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530374-92BA-BFD2-947B-3B52EA262B59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630A500-49FA-1167-0BF0-CD1355ABA6DB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0ED4450-D458-2447-8D4B-8A7F38613308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0C39887-F7AC-CA58-69A7-97D6A8BDB66D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969F6CB-14E9-7B67-74DB-37FD9785833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98B6BD3-26A7-0B95-3371-31E67D86E85A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FF68BE-FB25-0185-D193-2472A6568CC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</p:spTree>
    <p:extLst>
      <p:ext uri="{BB962C8B-B14F-4D97-AF65-F5344CB8AC3E}">
        <p14:creationId xmlns:p14="http://schemas.microsoft.com/office/powerpoint/2010/main" val="6240359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D22AC-0A64-B02B-8260-E63A518D0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5E0B0C59-0331-5E39-3009-7FB3350CE7D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BB99B0-6284-8206-0608-6F72FCAE20F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C79287-849D-0FF7-269F-FFA93DB3DC2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06DC1B-BB55-8BF5-5784-C7FE35F239B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30313E-C846-5071-A7BA-CE6536D8678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EA3B34-C797-629C-9FA2-1BFCD303547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6C5209-33B6-5306-1835-03E0E6AEEE9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215D91-D148-67C2-83D9-5235BC5CAA2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92E2FB-39CB-348D-915D-97E539568A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157B83-A862-07F9-C4A2-B60F6CA15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BF29DD0-FF4B-3C92-C217-C0232FFD2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98CA2AC-381D-5A5C-F1A4-FCE5BD168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0B882C-4220-2334-8106-D8011DDC15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F93727-7A40-8E5A-68D3-341B031E366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E3397F-98A3-6D00-AAB5-76AA1A13C727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C782BB-32FF-B9C8-EB72-68A75D99F0C2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1E8D9F-E899-56A3-84C0-A1A29488EDA5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38622F-DC3D-427E-EC98-699F8DBC73AD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73FF2B-BA63-A7D0-BA12-43DE10E94AAE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8CC816-1080-EF9F-3BCD-0EFFDD82A40A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253C05-F892-112B-082E-35C6CAB10EF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95BEC8-A56E-570C-7E06-F773D93127C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024D64-1B98-9B15-BC07-24045354E51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DAB6DB-D7F4-DCDF-3A2D-BBA30DE7D4C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A3968E-1CF4-BADB-F7CE-D81EA40C3CC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999BB1-05C8-95FF-05FB-544D36A3440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2F34E3-54F2-5EFD-E369-AD54FCEC24F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70047-7B21-7643-6831-1CE841AB5253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F74D04-9182-0998-0ABB-772538C0D13A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949C1E-1144-438C-48A0-4237A2C5402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9F8BDD-8B1E-668C-4E7C-EE8CE448B38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F3434D-E656-972A-635E-AEEF8D38A54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D2AA4C-B9ED-AEA0-554B-07109C0D9CBC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296FFF-FFA3-B9C1-99F0-6DB9833B2CA7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D60501-ADC2-E8D5-730C-C198C29444C7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4D730-CBC9-29F3-CD8D-93B8CE3ADEF1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BB7D5A-D362-E058-B195-4BD8C573CD4B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DCB7C9-3590-6B7E-6439-67A70EB1F573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7737EF-382D-9536-32FA-FFA90234ED5F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869E6F-3163-5349-4731-A67CB9DF782A}"/>
              </a:ext>
            </a:extLst>
          </p:cNvPr>
          <p:cNvSpPr txBox="1"/>
          <p:nvPr/>
        </p:nvSpPr>
        <p:spPr>
          <a:xfrm>
            <a:off x="4645378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61DAD6-9BF7-A005-5E01-7D5BEBB693F2}"/>
              </a:ext>
            </a:extLst>
          </p:cNvPr>
          <p:cNvSpPr txBox="1"/>
          <p:nvPr/>
        </p:nvSpPr>
        <p:spPr>
          <a:xfrm>
            <a:off x="5650090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52586E-DD3D-F62A-7892-5266E4698D4C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242432-7C75-F1EE-002F-B80E12DC79A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FB07BA-6623-16EA-270A-940D34E4F9D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72537B-D1F4-4988-8308-2CAE67B11BD3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477E58-368C-D28B-DFE4-FD212B42DC4C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680FA2-DAA4-EBBF-BA13-B5C7FE3FE4D6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BA12D0-A9AD-32B5-FC6E-7AE0883A616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80587F-AE21-2D28-35B1-00AD40C828F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EC5054-46B4-6F54-B068-7EA53E1DEB4E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6ABB79-2D43-9A75-FA97-C3F19E079C0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0FA290-5369-47F3-5492-5863120D51CC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562217-E900-3BD7-7971-F4BDE0EF725F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EC0F00-1628-F490-08ED-C41EE025942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35EF62-844C-E90F-0617-96D245D27C3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ACC6EAB-452A-FBF7-B088-91A3D3BFD6B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93D5EB-8F07-89B7-1E26-8AAE7100CD4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D3DF16-5994-B095-AD78-DE1BB9D0916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58C14D-15EA-F129-073A-18292C71677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0FA69E2-E896-2E2C-03DD-47CD4B7CD7DC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9F6D496-25E3-489A-252D-F57DA87467CD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BB13556-B7D6-4A69-A233-951E8A6F6358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574BDCC-A615-5C62-2D93-77AD99AD9356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7F3DDE8-C995-FCDD-9FCF-B31F66FF93C9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C352F7-BC5A-7E55-4BAE-BED47F048059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C8E1FED-4D11-F4CE-CC99-2B1271C02ACB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2122C3-B67B-522F-9374-E51EAE280F30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914C03-D930-C6C8-732C-49314ADF4020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B68414-A77E-45AB-4EAA-6225909116B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DE1DF7-4E9A-559F-8F81-F3D4BC73D713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44D3FA-A7FE-24DF-8FBD-82101B3C5759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5359738-5099-5B1C-9C1E-C949ED78B7E2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CBD046C-DC1C-74F7-C626-9B413E11744B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1354D83-4C41-D374-09F5-FA2DAA1BB697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0018161-C4B6-2D44-5090-59FEB95CDE8C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A434ACC-5C86-F4F0-CDDD-56FA44615E7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C7C17E5-44DE-DADA-4D04-755A055944C1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5D248E6-19A1-2CAC-93AC-A069B048132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C690845-13F1-FA3A-C53F-42B5DFE11174}"/>
              </a:ext>
            </a:extLst>
          </p:cNvPr>
          <p:cNvSpPr txBox="1"/>
          <p:nvPr/>
        </p:nvSpPr>
        <p:spPr>
          <a:xfrm>
            <a:off x="6152446" y="158350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2408AEC-0BDE-09E2-EE10-AE563ED1D91A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0C2A3D4-73A7-635D-EEEB-75B7C6A93E67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F46DDD1-B009-1A16-FB78-24EEBED5C37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04E6B85-06A6-A344-FD59-704131B7650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C56FB6B-C3BA-0EF6-4FED-0F4E2D793079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</p:spTree>
    <p:extLst>
      <p:ext uri="{BB962C8B-B14F-4D97-AF65-F5344CB8AC3E}">
        <p14:creationId xmlns:p14="http://schemas.microsoft.com/office/powerpoint/2010/main" val="31553450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DA100-281D-DB83-72C9-EA62BE6A1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1D7CE6AA-DAA9-26FC-75E3-5AA1A49DBDC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F79A14-6710-2A84-0BBD-2E442828C5D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BEF589-A7B0-694E-AEB7-B436A0F40F1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50E994-3FD2-C791-74AB-D4F7627CF81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CA3432-0935-4ADA-1120-B63204CD4F8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C2A78F-D590-FC8E-6FEA-88044AC8939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D5338E-5D67-D327-253E-10A4CE39B47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92A6DE-5D11-2A7D-F3EE-63F91B12BC2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879073-04CC-0DE2-67F6-2586CC7DB9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 the diagonal line through the 3, 3 can’t appear in the end circles.</a:t>
            </a:r>
          </a:p>
          <a:p>
            <a:r>
              <a:rPr lang="en-US" dirty="0"/>
              <a:t>On the diagonal line through the 5, 5 can’t appear in the end circles.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9F77016-458C-B466-DDDC-579788F81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829AA2F-EA94-3591-E7B1-E38F148F8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F4FB694-D6C3-7A3A-94D6-836D2AA2C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EE7AA3-99CF-5D19-524A-E20FEA5919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CA250E-7AFF-2A55-8EBE-7CF2FE209F9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8C9FAE-942C-4FC9-2131-DA33DA5E3D31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493F5C-D520-EDC3-4620-392D74CBE700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FEC43E-47F3-9138-3E3C-806B0DC808F4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878390-9EE3-1A1A-CD99-ECF985C838AB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A0D5A4-E4C7-2D30-EDB7-39510499C330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706849-7348-B2B1-0412-9E44FA6C6D81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C8A347-0F58-DCF7-2BC8-9393064B57E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29C8E7-7918-37F1-F30A-B0FECC33E5C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3A5BAE-AE4F-E25F-3CD9-80FAEF22D80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F2A844-0247-2BCE-5612-772203796DA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10CB2C-DEE8-2803-AF49-3A523F61B7D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57FB8C-0E78-84D7-F0E4-2BE9A948F9F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172E95-43E9-33A3-E763-A5B5CCEC496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49B1F-53E8-219D-9BCD-FAF74CF66FBE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FFEC5-07B4-CC89-1365-D7A506467E99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E5C1A7-99C9-4B4D-3E46-5FACA359949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8EB6F1-F383-0714-3797-7B8C983C4DA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A95573-FBD3-A3E7-A751-FBF10C282ED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2CCAE8-117E-B59D-D6E1-AA208126BF4E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DEA834-7649-D917-F733-A50D6DBDB0CA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D1957F-719F-A9F5-7B9C-1ED7B36AEEC6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47B729-B8B1-B1AE-B777-5582989840E9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F2E809-24F7-D726-72E0-FC2B1C3A4EAF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8BCB38-9558-284D-B497-1438DD383F5A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61FB75-27A8-F873-FB64-008505BE60D3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65FD03-3D77-1320-763F-DCBFD79AD077}"/>
              </a:ext>
            </a:extLst>
          </p:cNvPr>
          <p:cNvSpPr txBox="1"/>
          <p:nvPr/>
        </p:nvSpPr>
        <p:spPr>
          <a:xfrm>
            <a:off x="4645378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5BD42C-9053-E0A0-8CA7-96DF67EAB524}"/>
              </a:ext>
            </a:extLst>
          </p:cNvPr>
          <p:cNvSpPr txBox="1"/>
          <p:nvPr/>
        </p:nvSpPr>
        <p:spPr>
          <a:xfrm>
            <a:off x="5650090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5BCDE5-7226-C7DC-738D-677167C12683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155D05-FF76-C227-D4E9-3CE0CEF916C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96002A-325F-8108-CD09-09633C94719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F9B6A2-DFDC-27FF-EA56-1707C24FE354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083E29-1BDE-67DD-6CC7-29DB0D842E8C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2E8BBD-337E-7E87-6D69-5A7DAC363900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1AB801-0D3F-C975-D9D8-B0FC090244E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DD2795-2C95-A695-F974-FD9CEC24EFA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B2FF9D-950D-A410-3653-599BC9EC8816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45C886-4CCB-EC3D-D089-4441B3B1945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30063E-74E7-D1CC-9300-E7AE9AC0FEA1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FDAA9D5-13C6-E569-5ECD-EB57F4DB08FA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CBB8FB-EA4C-62C9-0A5C-C5763CFA929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B114B9-272D-0629-AF33-8DD9773708D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3805841-E675-96F2-4DE9-BBFED7446CB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F2B095-7577-F6CC-9216-9F8391286C0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916B2DA-4609-5BCB-5296-C5938839A38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712717F-0B14-F707-C0CA-7133296292A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A65771-A033-15F9-2D51-9F019CCCCE04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DE6F858-AD81-24F4-7928-C3C44F4F2D4E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9D7CDA7-7426-4C50-EFDD-41118778AFB3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B5646FA-C4F8-6103-4B62-CF106A72084D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16F793F-2596-E29C-BE83-802E71D01293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DA9925C-87C3-2D4D-5177-B8EBF738AEDE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E9FB9A-4D34-C1C5-7C0B-5C31AE4F6523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9BBDE3-08F6-67EC-9494-5C7BD521B6AD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607D5B-ED8F-D8D7-AA8C-5A5225086505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78BB681-96DB-80F3-21D8-58F76EAB108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A24B43B-1BC5-6830-1D0E-2DF6D183F7E2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4077BA7-5927-387D-4002-9729843749DD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CF2F573-48C1-C1C3-3087-BA37E1BD7AB2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243B539-1359-AA92-7C2A-7FE01CFEC70D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5C9E2AD-C6B2-77FD-5025-6F9E0C74C74F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39CC9D3-ED83-AF88-CDE8-212B415C12EE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2C11D29-D17B-A90E-9BCF-ED5731CE164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66B5CA-F304-181C-F8DC-EC8311AACFA9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F95955-3BA1-BD94-BD3D-04E773348A0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3C40542-C996-6F2D-E762-76D71A9ABD7E}"/>
              </a:ext>
            </a:extLst>
          </p:cNvPr>
          <p:cNvSpPr txBox="1"/>
          <p:nvPr/>
        </p:nvSpPr>
        <p:spPr>
          <a:xfrm>
            <a:off x="6152446" y="158350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4899734-40D5-297A-B750-97487DF60599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7BF99CE-5D18-F4B9-F583-F0EDDF9539AE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951F293-D2B9-B4C6-8D31-5BD5744A0EA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15B7101-1D8F-701D-5A95-EC4A9CA1790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429B592-37F8-6660-6DFA-0F7746CD283F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</p:spTree>
    <p:extLst>
      <p:ext uri="{BB962C8B-B14F-4D97-AF65-F5344CB8AC3E}">
        <p14:creationId xmlns:p14="http://schemas.microsoft.com/office/powerpoint/2010/main" val="4741895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44EAD-8E53-A17A-1DB7-6DFC6D892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93F53353-735A-48A0-4A88-F9D14AF3A7B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97DC08-DD66-1C7B-C0C8-41942EB5871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424D84-72C8-980C-98FA-8C507B5C818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A5EAD7-6066-65A4-9DEC-E0A8A70DE1D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BDEF65-C77D-3D24-84D1-D9A7D93E659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0FFD88-3519-2C56-732A-77C53221CCE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3BE3F4-D4DB-A51B-E73B-22FB8436335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DAA58F-639E-DDAA-0097-02566F6E3C6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1B8CCA-5066-BB78-6C33-AAC148758E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 the diagonal line through the 3, the minimum end circle is 2 (rather than 1). Therefore, 2 cannot appear on the line.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0385276-50E7-ADC1-9C21-336D499DC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056662D-DF49-2C3E-3828-AA7CE13AF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74A1E7E-6451-9BBB-3ED7-FF8E0E65E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4D842D3-FB7A-E7F3-7785-DE13C12453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3EE476-ED2A-8632-9676-0B3792B2095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399ECA-1F1C-5ED0-56A0-52CCCB5F8A27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D211F5-89DF-71EB-60C6-AF4794CB8442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9C00FD-B1FD-08EB-62F7-1161C66B574C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656D7-37D1-AF92-7CE3-3CC78671B3D7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BBDD2F-29CF-3274-194F-858BA6FF6083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BBBC9F-7082-E7DE-E170-CB01ACA55345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01AC78-448E-0DA2-F37B-98238437532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0CD9A2-01B6-0579-B95A-8C77A564AD8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141C27-9DA5-274B-8803-47C2E829A65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C7AFC1-B9F4-6F8E-E114-DBE8471AAC4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A3368C-41F2-6334-3120-A9B2815FA1C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0EC932-F032-4F6E-7779-977C9B3EE51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31B730-C150-E910-8CBD-08E4ECA64E0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FF4440-F6BF-5694-97BC-E528CAE7E1E4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6A51D1-14ED-83AA-719F-D44C05480D95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47E411-91DF-8148-A4C4-57063F4B6E1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BEFC62-99C1-40FF-B766-67F4F534806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B1ECCF-78D2-2C71-0397-9E2FA2DF4FD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A10F20-6C9F-AAB2-554F-375EC158E614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E054F4-EDDF-3869-BF88-B365ACD60952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D15262-D429-113E-FBC9-42B53A217A0D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53E424-7CF0-85DC-3994-C0FEBEC0C343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47AFC6-067B-60A7-414B-284EA4D1727E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E51469-D073-3787-9169-7851EB043076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97B2BA-862F-F7C4-F7C3-D3B2D0C9E5DE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1415E0-E27D-5139-B09F-7CC595248896}"/>
              </a:ext>
            </a:extLst>
          </p:cNvPr>
          <p:cNvSpPr txBox="1"/>
          <p:nvPr/>
        </p:nvSpPr>
        <p:spPr>
          <a:xfrm>
            <a:off x="4645378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B225E9-6F4F-84B8-22BE-3C8239776993}"/>
              </a:ext>
            </a:extLst>
          </p:cNvPr>
          <p:cNvSpPr txBox="1"/>
          <p:nvPr/>
        </p:nvSpPr>
        <p:spPr>
          <a:xfrm>
            <a:off x="5650090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0D4489-99BD-4149-34A0-8E57CFE804A4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E3B899-0390-37EA-B436-7A3A205AC1C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851496-A79B-2E44-BA48-C055195C331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FF65D8-AD1C-2ABB-4FEE-CCEE8117F238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5B7FA2-7C35-B1CB-A543-25F3CA4D9053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8E45D9-6F7A-F71D-3048-7EC622A12037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E7BE37-0671-2035-42FA-A1604745AA0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F1F22F-22EE-8A1C-36D4-315A8173A41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61E809-21A0-7310-5A17-DCD77922AB0A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6EB5C6-6B54-9FB0-C205-8D93DBD6E6A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6EA11F-313A-3F01-AB10-A2CD2EB1E850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D6ED80-986B-1625-66ED-DDD993257D4B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FF3B38-332E-4B5F-4DE4-1A6C8A549FB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9392FA-7B0C-F5AC-D0A9-63B9EC0506E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093F4B-BB06-B8C0-A22B-4BFCC5C655B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348985-53B5-B1AF-F7A5-BA7EF56C8DB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C7E0002-2D46-FA25-4B92-053EE12172C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96205D-84A6-CF42-DD62-106DD0D2C87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887828F-FA35-18D2-BFE6-6CBE57E5D344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64BE89-57E3-2807-0371-DB85285304AA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39CA76-D00A-B72A-B616-ABEF3223E10D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50BDE25-D251-DE26-F2E0-331A73790CED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0CCABF-BA99-EE20-A742-F40D3374F2EC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3C11B0E-0005-908A-7A8A-9AAA64B7D21D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32933B-780D-C283-F929-34426A0764DF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34E1425-C257-48DE-D592-947B83C837FD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06D181-7D6C-7AFE-E90B-FD6AFBDABB90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0A490D-910D-F5CC-711C-0CBD9384DF8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E30042E-8024-0E38-F0D5-3401E958A224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DA7B20E-50FB-B495-60A4-D6D1B22AC6D8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0E4DAA7-31C4-6A7B-B52E-FBFD7EE8FC58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2E3D19-7684-499E-538C-1498A5CE412B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765D527-C5FE-7773-7535-5223D16167A7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EC1B5DD-6D45-4063-C518-A203DD5E3011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41D1404-ACC8-2A4D-9E4C-AA2CCEFEF39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4326F1-4614-0771-81E6-60047B50D396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5DC2DEF-9AC4-51E0-98B8-D8D191AA5B4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69C1C4B-9190-AF0F-9F7E-6E305705B602}"/>
              </a:ext>
            </a:extLst>
          </p:cNvPr>
          <p:cNvSpPr txBox="1"/>
          <p:nvPr/>
        </p:nvSpPr>
        <p:spPr>
          <a:xfrm>
            <a:off x="6152446" y="158350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C97AA79-36F7-006F-CB71-A71D96680C04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6B7625-AC4B-CB94-43B8-FA7F102682F8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6199BFD-E6A3-D138-3BFE-F7C81E2120D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3956D0A-6D8B-2B8F-F0F3-0960C69B404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3393955-6461-BBF6-3580-53CEE5C09582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</p:spTree>
    <p:extLst>
      <p:ext uri="{BB962C8B-B14F-4D97-AF65-F5344CB8AC3E}">
        <p14:creationId xmlns:p14="http://schemas.microsoft.com/office/powerpoint/2010/main" val="15024871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65B3D-BC98-144A-A50D-E07A882ED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47EA502D-CCC3-8B04-22B6-88B9884D5B7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E3474A-D04F-7BC1-CD47-0051E65638D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C48A50-601B-5A4E-333B-37F950033DB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198C02-C0AB-8BDE-F364-0BCA4301A63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B947B8-B920-F9FF-E154-75716331EEA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EFA002-4EA1-5852-D0DC-557364388CE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CEC125-6557-304E-52AD-A06F4FDB09D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A228FC-32DD-9038-27EA-95499DEDBD1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375D07-C495-CB50-5D4B-4A066734B0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 the diagonal lines through the 3 and 5, the maximum end circle is 8 (rather than 9). Therefore, 8 cannot appear on those lines.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EC453E7-E025-A453-CC98-EA66A9F67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84C102F-4624-E675-CF14-C93B67F75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F57F95-DB02-F4E0-DD0D-BA5ABBC9A2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E89C2EC-CCBB-50E4-6535-92B1AA3321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58624F-EA60-D061-C103-B64461352CA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BAF113-9096-FFA5-47B8-D8D8DA8CD083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CAADE9-6971-ADB7-5099-9B075404598E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5CCA0-5B45-40EC-7526-4DA81323E3C9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2D442-9D86-71D5-193D-CCCBFB53F440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1B8CF7-4AF1-A03E-A874-E73E79BA2808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DF9441-B89E-F1D7-EE7C-05301D87A4E0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590546-000A-EFD4-F361-67D6F58875B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E024B4-B7F4-3E3C-D963-24D5B235981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560A02-9994-9E44-45A8-544F9B13C21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BA1CDD-BA61-BDF1-43F2-50241A7F56E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61EA57-22A9-27EE-678E-8F3E1F35498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9A5289-2186-6CE5-0ECC-506FED44244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7F8718-DE1C-D9B2-BDD2-5E75905D380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7F3FF3-0F16-25B6-EE88-0E780F08CB38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8D0E3E-C8F2-F008-E214-6503F98509C0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15A862-0BD9-2691-A7B5-A5271B5B862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D393DF-EEAA-F3E5-F7A6-9D8D8F59330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4F12C6-6F77-BFA8-AA2A-F57A14041B3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954442-4328-4761-83B8-02315DCA8866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5B7327-A5DD-DF2E-5B7B-5C24C5D92D24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A4EEA3-3E07-4E9C-4BE9-3825ED3E97F1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6D5F8B-6B6C-3C04-DFD2-7374E3407485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655851-2749-D026-D964-97AAA5396062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91A1B2-7953-E7B6-1875-E5B00DF9408E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2E7BC9-6FF2-D0AA-9A89-B35505481C67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2F1DC9-A88A-942B-B2BB-AE8C84B20DCC}"/>
              </a:ext>
            </a:extLst>
          </p:cNvPr>
          <p:cNvSpPr txBox="1"/>
          <p:nvPr/>
        </p:nvSpPr>
        <p:spPr>
          <a:xfrm>
            <a:off x="5650090" y="308500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6D2173-0C75-EA0B-909F-DC6D222E1C2B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A396A0-8707-CAD6-3252-465D564D92F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9D28BC-CD87-692E-8387-D9B65B73A0E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37E90B-909F-DE2A-F8F6-C660EB43ED2F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501F51-A2C5-14A1-F153-B307C5696080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7082B8-6A1F-0358-238C-FC5C4093CAEF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AD345A-2372-3A76-EC19-5737F76A903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27FB31-3CD0-F720-F59A-C270B4FFC4E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2747DF-B815-6AA8-3114-7BFECB4A3AC1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E20501-D20B-3767-FD88-2AE2488F11F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B771D5-2D44-B306-C10F-2DD36E4EA4B6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EB76A4-6216-3BD4-B073-CB0E5B5AE924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83F694-24E1-931E-EB64-F82F6355A5C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FFB9E5-5E99-B6E3-64AF-58A6CD6396F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1F1F7D8-2050-ECC6-76A2-D25BF650663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A8AE51-35AC-3FA7-837F-70B5D4CCBFA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797610-C972-423A-AB0C-4B8111054B0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6DE7A53-34A3-AD31-9112-93F48FE36B9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3E1B9FE-BA8A-06B9-0E31-13C19B660FA6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FB86611-310D-FEDD-1DCD-A3CCE07B9A9E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5FE519-B1E3-9A08-33EF-9CA7BD98B1B0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1436B66-6EE2-A96F-9CEA-63878500C68C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04D0DD-E89C-9F63-E466-6CF7EC91147B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C503A1-252C-0442-39E8-AFAFA35C1754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E631A2-724F-9173-7417-6A8A24070921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A3B4A6E-1ACB-4DEF-5B98-8D7A2AACBEFA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25F588-AAEF-5096-BB99-554CD1AE94C0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57217EE-CEC7-7139-517D-87321C6861F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6D54F95-A65B-2C71-AEF2-9FCD94F34B25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8EBB87-E428-9F15-D5A2-9F2621514F31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AEB18BC-0D4F-F90C-4240-12890CEA2B2A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36548B1-9FF5-BBD2-3C64-BD447491E2EB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221D5DB-4760-217F-398E-04B3E7917C8F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4562114-A971-CA2E-FC1C-04DA5C9B5448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B342BAC-D99B-D2DD-B75C-9EEA65D3692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C799B3C-709B-6C12-5601-79CD6EC719CC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060B9C0-C6D6-3FF0-7075-A9924681A75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3E1D3C5-71E4-2270-09BA-C9F93BCFA778}"/>
              </a:ext>
            </a:extLst>
          </p:cNvPr>
          <p:cNvSpPr txBox="1"/>
          <p:nvPr/>
        </p:nvSpPr>
        <p:spPr>
          <a:xfrm>
            <a:off x="6152446" y="158350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8DFF1CC-3DC8-A5F9-C073-FFFF6FAFB7DD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E1B88D3-9B4B-EEB0-5556-C479B515BDA2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F119DC9-F584-4174-6EEE-042C9C84399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3EF9E27-B9E8-B10D-FC65-3D6DD17C306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E2E74D4-62A3-EBA4-BB48-7CCDC2CB61C0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37D1F74-CABD-B696-6CC8-A5D0F754037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557952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02D6-C20C-103A-234D-0E7FAA0CC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30B8CEE8-7698-9F39-3263-B7212C39397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CBB4BD-577E-B829-FB1F-9FD0CE59E9D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E51B6F-2BB0-36A1-6586-9D59C15D9FA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47D010-DC1E-6D40-8672-0FDEE287366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DEE7E1-F454-97BC-57DC-929C8550563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2ABC8F-4992-ECEA-439E-B2DF52688CD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BF869C-25D6-A5A5-1748-B09FD104DB2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3C25CE-78BD-1D6B-E468-E6A514E2412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D8BBCC-87A8-20C7-9C0A-8226601D35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03EF0C3-E6A4-3117-B3A2-51ECDEFDF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8E2A05A-8C06-F8D5-CF28-36C03B810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118C066-872C-AFCE-E8D9-AFC5268E6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8CE61EB-B27E-1E26-4A99-B7ED78E60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71BE78-2D06-84BF-B8E5-9038E8E063F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406FD8-1177-76DD-05D1-F20441F7EE87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662734-9340-47B8-D956-2B217D81CEAD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C76BE7-7F9D-7F0A-428C-276E9ABA925F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D7543D-F5B3-AA50-BE4F-1BFCF70DBD15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F2D96F-31FB-69AC-59D3-2EF27D7C8682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71F3F8-0BC3-F288-FCC8-CC04188BB70B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35AC1C-9EB3-AFF8-2FE4-B99AE1E97E9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83C6A6-0CB9-464B-40D7-16A7D7A6BEE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644360-FD4A-24DD-06D4-2D67333D4F9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691EF5-B428-6654-1918-A6FF2170B90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BCF159-6CF9-E3FF-BE1D-EEEE4F4A7FD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581E74-DA45-A832-5735-F608D880F35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63D970-33B6-791A-C215-C2EEC0DAB02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E94AE6-86CA-FEE9-822D-A977F094DD1D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21ECBA-571E-F8D9-9CED-AA511978CEF1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CC12BD-E097-15A4-3F24-13AECFAE7C7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BB9CE2-68DC-EEB6-0A23-8E273093FB5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99337B-F1AB-3D94-533D-30A3C783AFD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EC1223-8F13-8B6B-9F81-ED298628D1A8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5C2AC3-C0D0-7735-65D4-EB7A0BBDD882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05ABEA-34BF-1C90-D0EF-9C7231E3A7B8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2D1FD1-BF69-CD7B-71D3-CC6EAE514109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1858AF-41DE-51CF-0C8F-4DCC8469281F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FBEC6C-C823-2CE5-6850-47B3F8C976DF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B618CC-2507-9AC9-C937-6BF7DFE8A177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553A46-E9ED-FDC5-E8B1-CF1C54DDADB5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AB7F3C-99F5-39CF-9734-BBD1DC90F37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E47981-7119-014F-F373-EC69666CC9A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152789-9912-5F24-D1F3-BC54C0B764D2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8F2B0A-CE7E-9A01-740D-6D6B8773BDC1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6D3906-A291-10C1-7669-FEC13D38827B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F11B70-3147-61A0-B476-A01E848380D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CBAF3E-A4BF-B667-5F1A-54966E70D16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3BB1B04-3FF0-C59D-0407-EAF3970282C8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3BBB6C-014B-986A-0C27-A98C68E12D8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FE46E2-98DA-1B67-00E0-7276F406ED80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BDA4BF-CC14-C67D-663E-AC24D165B563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2DAAFE-0357-694B-3801-87184EFB267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5D5AA4-17E1-92E8-C618-DEE4227279C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619941-E56E-20D1-BF9F-80B1B3EBF2C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43E213-4FD1-13A9-F117-7F46042B2D0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B9EFEA-E27C-2DDD-47BE-C93E9AC090D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89E3B6-8C7E-147F-E28C-E2D16C309D7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B46CE4-2569-9072-7BBE-9E52BB802869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E696E7-270C-E242-B432-C2331A2C5948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E17A997-B20C-12D1-69FC-18271C5423C8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2BD613-0D2D-4768-8116-555350F9DC9E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34E473-7EE2-54B7-0EA9-F244F7030601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BBE7FB4-1B09-DF0B-DC8F-514354113E70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B039B7B-5A59-4F19-EF16-9004EC6E98B1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C57B77-9462-92C8-458C-1994005404EA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DCC76B-485E-87CF-0DC0-544E065C996F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401F70-54E3-DA1B-65D4-AAB61237476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2B19C04-DA43-F0F6-BE53-876023F5389A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10C292-9D51-3C32-268F-B984B95265D3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A77ECE8-7814-6051-EBD3-839908D39AB5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5BC5F51-184A-BAD7-DFDA-3A6B33F4A0FF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8889671-34AE-878B-FA6D-D8744902BF1A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756AB39-3852-FC3B-4076-B3CEF83CC6EC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3098F1-51C0-8B09-2FB8-5E9291E4B42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432DA58-8315-D9C7-3E56-F9D8BDADB795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7081CEC-6C0B-2939-4749-3E45D7A8B4E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0CEADDA-67E5-9CF9-F7E4-B72AC94B52AE}"/>
              </a:ext>
            </a:extLst>
          </p:cNvPr>
          <p:cNvSpPr txBox="1"/>
          <p:nvPr/>
        </p:nvSpPr>
        <p:spPr>
          <a:xfrm>
            <a:off x="6152446" y="158350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97BA4D2-E8EB-A248-7E31-1EED115E460E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EAC181-32FB-A150-344F-096FBBFA32E6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8605C9D-03D0-CEE7-98D0-E7649E9CC02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EFE5952-0A68-AE25-63AB-40E68102505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4F5121D-08AB-C5D7-1A57-C09CB5C2445A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6A9C26-AF8B-9616-F1BC-A2DAFC3C954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070503-2E5C-97EB-F195-1F21AE000EA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0421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542B1-9792-6A3C-7DE9-C0A247F8D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BA10A918-2BED-9786-A9EB-2F2C012BB88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31E4CE-96DD-B20D-BF1F-2DB42545BF8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solidFill>
            <a:srgbClr val="00B05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D83224-DC15-9AD1-80FB-B748ECCB87E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EB0A5C-6A4E-791F-CB0E-64475685AD9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solidFill>
            <a:srgbClr val="00B0F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70CC42-164C-C251-3618-F57955009D1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66D67F-6B8B-2F42-B92B-31B22132D62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76F86F-9024-1ADC-16BC-775B32AA481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2A878C-CC1A-5C35-BD0C-630EFC879C9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8D6C28-545D-BD06-2C41-24CCA5E826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On the diagonal line through the 5, since 2 is on the line, one of the end circles must be 1. There is only one possibility for that.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8FC6D14-0DA8-CFEF-8D68-DE07686CF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BD40E2-BB97-7E82-7867-ACA847234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5871D7C-B363-7D85-ACAA-D72E5DD418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E3AD70E-F2D4-7084-9DBD-406D38DEC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9FD376-B372-BC55-2BDD-72A07F67466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068D96-FF7B-656C-B376-47E8ACD9C2E4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4EDC67-6D89-8FF4-4067-1A0AC05F0501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2A63AB-37ED-6315-337B-CB27A7AA9D95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B1B446-02C4-3DB6-DF96-D15F42673822}"/>
              </a:ext>
            </a:extLst>
          </p:cNvPr>
          <p:cNvSpPr txBox="1"/>
          <p:nvPr/>
        </p:nvSpPr>
        <p:spPr>
          <a:xfrm>
            <a:off x="6152446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69EB1-58F9-826A-8BF8-4183D31865C6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9A4D6-3ABC-7352-4F20-76B8A77606CE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9FEA85-8A7A-EC39-9874-ABFE78BB9CC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FD0432-C781-4201-17E4-904D23D935B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32C07F-1C15-CC5F-DB93-FE2F2C96C86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054DEB-7CA4-CE85-8E05-8793C412685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08BB42-377F-17C4-F131-CF1816592A4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95C779-BE80-AC28-A6A1-CC062D961AD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4C56A0-B097-2EC8-1624-9253BCA274F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287B0B-060D-953C-B05D-CC30C091C1D0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76F525-6FF5-D385-6EA2-B646110DF41F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0C6843-5AC7-F3C0-AE8A-94CEF886D74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EAF331-B2B5-0AB0-C50C-01F4BC8D56F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247006-9EE0-583F-E72B-405B979652E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3C1D9F-A7D6-C3D4-47C1-1B4FF7BBBBF5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34A20C-13B9-9F71-CB07-A6EB0F216B8D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D080CC-E484-C5EC-F33A-CBF8BEA62C9F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838CA3-B83B-3FD0-958B-849D72E6F3FB}"/>
              </a:ext>
            </a:extLst>
          </p:cNvPr>
          <p:cNvSpPr txBox="1"/>
          <p:nvPr/>
        </p:nvSpPr>
        <p:spPr>
          <a:xfrm>
            <a:off x="7157158" y="399724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24E245-A648-3835-3423-1E675F2C44C2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8DFA6A-E399-9A77-34B7-A21B2FE4D9CD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D28216-5A81-3B4B-7100-B94D4799E890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518D63-7EDF-A8AA-C358-7D3F0CFAE9E9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1C5EEF-FA40-AFA5-ECD9-BCC883B8CBF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8A3BD2-A7E3-10BC-7501-E706E5C1F9E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B07013-9594-AF40-24FF-20D27CBDADB4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36CB5C-9A10-D942-5AC7-F97C4FEF607A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9FF65E-8E61-E6D0-FC58-5BC4D67E0F78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8C9F5CB-1D96-29DE-7E48-847A9DD7E8B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25B5FF-EE8F-BA5C-8CDB-9A637A613A36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9F0F77-C584-1AD0-7EB6-A40EEAFB2DD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5475A8-3319-AADC-F50A-7B66CB33CE9C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55C3BA-911C-C644-2677-651E4B8310DF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575645-D183-8AAF-3982-94C2E941B93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35136D-C8B6-EC12-F5FB-4F4534DA095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109660-4691-065B-4282-C254FA8530B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D91ACB-30B0-560B-6C29-68CBE06E90D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0A192B-1FB8-3138-0AC6-94B8EAA8632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C46138-C724-7FB6-B28B-E58DA17A8A1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D35EF3-4F13-D926-8C7C-69DF6F9B34B5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69F537-DF65-5814-E9A2-F10B1558E5F0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B8C0D6-42A9-6F75-BB42-8420FEA2B3B1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DB8C97-E606-A903-63E8-028F7AF10417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4F772C-6C11-657C-2BCE-84F3F02E5FE1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C8D61B8-946F-5472-79E2-7A356C0A2243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95B31CA-3E2E-DD1D-63E7-673FDAE7AB0C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B92654B-E593-5247-5C80-86347EAC5B08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04041D-4ABE-985A-C0C9-70FFEDEC0184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515A454-9FEC-40AB-044F-5AACB7C7186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E67AEA-1CB2-C278-7B62-325ADF2428FF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B0AEC7-AA34-529B-D769-C64924FACC7E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90C1C9-E5A6-EA51-4057-2308BF41C7D9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629DED-3DA1-95CF-0990-83AEA0C0B6B2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6B41000-46DB-BA04-8174-0631F59800B6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A65645-CB4C-B644-77C7-D0CA3A40CF1C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0EA52CB-BFD9-A6A1-D3B3-122DB82503D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9ADB104-497C-FF5B-4C26-A662D79CDFFE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88651D9-F03C-719F-666B-929B02B93FA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987F45E-F261-13E0-A37D-258935AC1AD5}"/>
              </a:ext>
            </a:extLst>
          </p:cNvPr>
          <p:cNvSpPr txBox="1"/>
          <p:nvPr/>
        </p:nvSpPr>
        <p:spPr>
          <a:xfrm>
            <a:off x="6152446" y="158350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9A4401C-64ED-91B9-0501-C20E47DB8E8C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49C1AD0-0FCB-C982-1338-825CAE153F4C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B055CF4-05DF-ACBA-4D2D-E2ABACD9F0C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22A9929-00D2-4AA8-8FB7-446A0273441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08BE97B-E35F-C885-4DE5-5A12B4EFEEDD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C6D0D9D-BE01-59D3-13A9-C816E1FC3CC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681BED-65C6-3EC8-BAD7-3B13DDD906C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3B95C5-F56A-9E09-F56F-9F5B0E197DD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248273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BD093-5090-9E12-54C1-6DF906339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EB92FDFB-33DA-CDF4-2B27-6022EF58EF7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2F7551-5EE3-DF4C-3AAF-3BB7A4EF223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05D9BB-A579-20F8-4C31-8B7823B559F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DE6D33-E75F-3371-C542-131863B94CA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AA527D-EB6B-406A-EB88-09A3E6330D6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52A504-E029-F54F-7F5F-D04906A782C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388D7A-981A-4E98-C4C5-B002785186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The greens are the 1’s, and the blues are not.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F982A8D-15DA-9F34-30ED-E86E87A17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7ED95FD-B3A0-DED6-F7ED-1BE4CB6F8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ACBE730-3DE6-0323-CCD6-2C2625071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485917-9777-1D26-0146-C681312673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858F5D-1E0C-E096-2A47-BC58D8DB58A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8064A9-9544-F412-7336-150DA451959A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99C1C5-F40D-C59D-FECC-568316CB2BCB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B12845-D4AE-B9A0-B276-C5650A8BF03A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FF5ED3-1B83-A3FC-E0CB-CBFB98A76845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74556A-1465-4993-EA9F-2737024415AA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A2E891-2CC4-CC08-B631-48A9E74BF39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DCD1B4-4710-0ABD-D2B5-D916316B0F8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5D5FB7-11CB-880A-8521-39CE81ECFCD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1BBF80-E6D0-CD64-C30C-D7593860495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303612-5CE9-CE38-04F2-C0073C6D0C8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B1B8FF-F262-E46B-7EFC-386BF0EED4D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B36DFC-890D-F024-6171-B8D656CE5DD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7B851D-3F37-FE47-CDBA-A2E24794D2A5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DA0B75-AA73-80C1-F43A-A7BA2856A551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33E068-5F8E-258F-F430-C7822807E10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5EFE62-D7D2-0E44-54B7-BA9F97D090C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096641-8A88-B07D-B174-270F89475DC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784854-604C-657B-BBDB-7919591FD3E9}"/>
              </a:ext>
            </a:extLst>
          </p:cNvPr>
          <p:cNvSpPr txBox="1"/>
          <p:nvPr/>
        </p:nvSpPr>
        <p:spPr>
          <a:xfrm>
            <a:off x="3138310" y="18220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C4F203-3271-9EB6-1C7E-201FDAEE91A0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9CD43D-43C9-6F08-D35D-0072B79E2E24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20C952-976E-0FC2-A176-A7490B639342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93018E-BBBD-B992-DAA0-B8B2E1DBB884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51200E-0BBB-97B5-95B9-741313753B4E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830906-95F7-23AB-971C-1FB31BBC8663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899F51-E838-FD62-E3EC-B77DAAAE4E7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0F098D-B32E-C557-E878-E63BF217BFB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8C40D5-ED99-1D90-1B25-3277C9CEA444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82CF833-E7FF-19A7-51BF-BBC8F92180D5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0B43EC-335B-390C-CBFB-1BA700F68CEA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889CB0-CE2B-E7EA-7742-6AD98F1D7F4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7D8883-ED41-4193-93E4-A2F2F937971A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C8A2CB-B457-A14E-564C-8437A8A5F56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5B079E-CA20-CAC7-B98A-CEE371550852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8E84E6-CF97-A3DD-F9EE-29C95AE64289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5D4FA4-8053-0AE1-C434-0047F4A34BB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19A5F9-94BC-1861-5FEC-A005353A4ED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8045FE-DA1C-AC67-97DA-E2CA65ED127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950DA48-00A8-F3D0-1EE6-D7897140739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CB93860-852F-0C63-9017-DB512642AE4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1E47D6-14D3-72ED-A87B-E2CF449E800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00D016-837B-72AF-3ECC-FA814DA8A0CB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ACF9F4-E719-0496-7771-42B3DB61E4CE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432D11-6179-97F2-80AD-33F4D6E6A9D2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2DC4B93-B4DA-0751-D0A4-C357C2A38EDD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F92531-5AD7-2BA3-C220-A83D87B08963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9BEAF24-9E9A-AF25-926C-F194B930DBA8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8D13912-4D66-B2D9-57AF-2E12C7E06A69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CED3BC7-CB28-80D5-8550-7F516DAD76EE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A165131-F550-A38C-D664-1F33D43E87DA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5BE6CE4-77B7-8B49-6A34-D5085D64ED7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8A1E44-8C2D-CC7E-D138-BF35F280DDE8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57D88B5-D70E-2545-98C9-04D8FB97EDBC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9368A6-CBE7-81DB-6955-D6AB1307831D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647578C-79A6-A609-40D9-BBCB752C4707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82F0F06-50F5-8228-DB83-BA23971F0625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408E12-FCD8-1E7D-BABC-7B14C0C1EDE0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1204368-8514-F21A-5749-52A2209F605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235D5AE-2652-A821-3D0C-815A56683987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C6F534E-E944-4FCC-66F4-B7D152D6A79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FC651A-A561-B60D-B511-1A4AD83622F3}"/>
              </a:ext>
            </a:extLst>
          </p:cNvPr>
          <p:cNvSpPr txBox="1"/>
          <p:nvPr/>
        </p:nvSpPr>
        <p:spPr>
          <a:xfrm>
            <a:off x="6152446" y="158350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99AA189-3A33-0573-3DD8-BE5069F6443C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940174-EF2F-F02A-906D-79BA44167E3D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63C47B4-2617-D3E2-71E4-6CE08AFCB8C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623768D-0B1D-78B6-E132-6894E5AEDF9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E1F1597-BA48-E56A-286C-222589E8B83B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BA79A4D-3723-9F65-84DF-F26A4024FD5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737A70-98FA-EF2D-0045-91D368C5A25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661D4C-BEBA-A612-4B1F-F17692D2220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14291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257FB-DFA7-0669-E1CC-8C33523F4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1312594F-66A5-BAFB-3B84-A6545EB3FD5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0231EF-F2A8-47EE-8E29-B389C34178A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C4A223-444F-F7CF-5D29-A0F8BECBD73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623D9F-D85A-5FB5-B50A-1F37917391E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94AC6E-9B6A-4AD4-606D-D4C1A781631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01020B-0E56-937D-E2B5-044D8B43608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pPr algn="ctr"/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CDA304-4991-01AE-AC53-8A252D0313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1 in the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F4C779C-AD7E-62D1-C189-D0A6708E8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B5506B0-7880-3B54-B403-86F1D9295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8C95553-9A8F-4B21-497E-35CA7BE04E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891DD6E-2F1D-51A8-E5B0-3381EB3D42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AD4592-5474-E446-6DED-5994E88A79F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605D1C-5018-9723-1812-F607026C1D12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665328-10A1-741C-C9B8-AF17AED80DFB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173DE-5A01-136B-BC35-59CC366BCD7A}"/>
              </a:ext>
            </a:extLst>
          </p:cNvPr>
          <p:cNvSpPr txBox="1"/>
          <p:nvPr/>
        </p:nvSpPr>
        <p:spPr>
          <a:xfrm>
            <a:off x="4143022" y="9911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0C3E84-35E2-175A-6A2A-7498E6A98426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BA66C5-92F9-7850-F5CC-38E52F7908FF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1E5769-1C26-74EF-8CE6-72FCFBEFD8B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31AEEF-BD9A-7708-032A-97FAF1660E4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65FFE2-6A2C-E8E1-2A20-6E08BAEB8E7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87133D-DFA4-D619-158C-566A74AA5EC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DECB21-EED2-21ED-161A-51731C47846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BF0425-2559-E4B9-4AD5-FEF690FB34B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EB526F-52AA-9B60-2F8E-962F9D06DEF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F8823F-D574-82A5-FC06-E7F0CDD9948C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ED666F-1318-0B91-1026-5EA120981094}"/>
              </a:ext>
            </a:extLst>
          </p:cNvPr>
          <p:cNvSpPr txBox="1"/>
          <p:nvPr/>
        </p:nvSpPr>
        <p:spPr>
          <a:xfrm>
            <a:off x="3138310" y="499125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7738F0-3270-0B83-B83D-4457D5E38D4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784FC4-D728-83AE-152D-097681B918A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solidFill>
            <a:srgbClr val="FFC000">
              <a:alpha val="25000"/>
            </a:srgb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DA8878-A6D7-83A9-F35B-A79F5C4D2AA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C5C005-F1ED-992B-ACD1-C9BE0F17B525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1B743B-94D2-ECD0-60EE-A45AAFB77CCA}"/>
              </a:ext>
            </a:extLst>
          </p:cNvPr>
          <p:cNvSpPr txBox="1"/>
          <p:nvPr/>
        </p:nvSpPr>
        <p:spPr>
          <a:xfrm>
            <a:off x="7157158" y="18146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35C655-C8AD-87A3-B322-6FEEEC1A149A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C417B3-336E-687A-6C45-A88B02E6332C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7E15F2-E28A-3E38-61F2-2143EB788F8D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0A2BB8-55EC-4CAF-1A00-079AA92B0EE4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B79F14-031E-0932-B83C-DD86A782BFD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9D9410-E1D1-EBD2-A7BD-A36141049D9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B3BDA5-AC25-3679-29A1-6393B637E529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1FC758-8BFC-027D-9AB1-A821706DA3B5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23F11D-5CF6-81FC-6489-FC9922A272E6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E19B42-71A3-D326-D285-02EF6B7BA09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97523E-01A4-B46E-71F4-9921FBDD502C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C7BCAC-BD97-801C-7CA7-972850332DC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ACF238-B0DC-760B-6AC1-21A104088B45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FADAD2-1EE2-28BB-C7D3-65E5482A0B94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905CBA-E8BB-125C-47A2-9AC144E0115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2D17B4-FDD5-30EC-8049-6889D2F579D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6D720D-BD39-EDCF-E5B8-2F3AE767352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A75FCB-C363-D4D5-094B-B4F8D1B7B2E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CD2D0A-65DC-60C8-A55F-FC415D8CBF1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922E9F-6703-7BA6-591C-7276BFCEB6D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595C119-0B71-E792-1ACE-66513B1AE22B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857682-5AE8-E255-C895-0460F034F8DD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10176B-A951-1ECA-14BC-68D5313D7515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D293C1-9467-3E4B-079B-CFEA8FAD7F27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4CC2C7C-B87E-9DF2-474B-EAF723C18CC2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2BA9AC-D4F1-DC45-D05E-6CD24187E244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E64248C-9A13-355A-6830-E24FEA8232CD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E223DCC-1FA1-7D3A-0381-6EA531A23CF2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98B7BB-F3E3-7E32-618A-F4966EAEECCD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035DF7-2965-1729-551B-3B8EAFC3F3E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3D9B45-23E2-050C-038F-56C298C30E4C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15F21AD-B081-4141-370B-FB04A9E162F9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C90E42F-F0DF-9C1E-D4C0-18360F1D65D3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F49BB3-22A0-F46A-EA16-186561AEF891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34EAF34-CB0D-D1FB-D013-9E43B7A377B5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66B827F-508D-936F-6F7F-CC00E7395D19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E69CE7F-3740-7FB8-404B-848FE910C53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94F4232-DEC5-5250-4907-790BCB43AD9C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0F1C6E5-BB09-053E-4C87-10902A86680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067096E-D013-A31B-3DD3-02088FA41974}"/>
              </a:ext>
            </a:extLst>
          </p:cNvPr>
          <p:cNvSpPr txBox="1"/>
          <p:nvPr/>
        </p:nvSpPr>
        <p:spPr>
          <a:xfrm>
            <a:off x="6152446" y="158350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207D885-DC69-4375-7C41-A0666C505E5D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774587B-66EB-5756-3B0B-DBF08385D150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8CBC89-7DD6-ACD4-4EC9-D316CDE8607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1E30C93-6E94-1F5D-639C-2E283F4E614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8ABA30F-0D3F-0247-77B1-E3725B9DD9BF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458A0A7-BCD2-DAE6-A0E8-4A05F3382BC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E794D4-41A3-F736-58D8-DA8FED3FD76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3CE54A-479D-2F5A-D26C-418250EE972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80726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F40B5-3936-026D-B937-E57D556F2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75420A0F-B131-D350-24AF-033B26E0CAC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199E9E-3556-742B-4D2B-FC76992D79F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3743CC-7790-C701-10AD-5C09ACC2FFC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C72309-2982-C7A4-D554-8404545C02F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889027-E3F5-0640-5FAD-7C139A87DD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oranges are 9’s and the reds are not.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08F29F7-3339-6076-5D32-515B3B2D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E34071-BF77-955B-8135-3FE4C3630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278B4BC-3447-404F-A4D7-D763C5500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D021B7D-D9FB-0863-5E63-5C1FED282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70ACC7-69DF-3820-BD92-E0065974AA7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6801D-6AEB-A717-CE00-47BFB93331FD}"/>
              </a:ext>
            </a:extLst>
          </p:cNvPr>
          <p:cNvSpPr txBox="1"/>
          <p:nvPr/>
        </p:nvSpPr>
        <p:spPr>
          <a:xfrm>
            <a:off x="5147734" y="10357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26B67A-BB17-68F2-523E-346C5D03D0D6}"/>
              </a:ext>
            </a:extLst>
          </p:cNvPr>
          <p:cNvSpPr txBox="1"/>
          <p:nvPr/>
        </p:nvSpPr>
        <p:spPr>
          <a:xfrm>
            <a:off x="5147734" y="504329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6D3EE3-FB0A-1ED9-851A-23C68FBF4655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19523C-94E7-FB4F-17B1-3565BE95E890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E64CA-8B81-6AA6-9828-9DA228FF049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E45EAC-8359-19E8-D7BD-35678556DCA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AC77CC-B92A-8B94-2FCB-944D1BA46FD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5E1669-4334-A4B4-39F2-32C10657F94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5DDB45-6ED1-65EF-945A-AEACA81C8EF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AAA159-6C02-CE87-357B-D7171DCA142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3FFC6A-692C-4CBB-C83E-C149D33DA8F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8B318-713F-0FAB-EAF3-C331F6E9F6E0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ECE059-39B4-96B3-7DC4-D44B647D7D1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D09EB1-EDE8-B27E-1D80-2F696D56AC9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874282-5BBC-D08F-F90A-4040D0AC35D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B085B0-60BB-3DD0-8A15-6613E699A436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B09A34-3EAD-0684-5F49-590F79BA2573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11953C-3322-8F27-4F8C-0482968883DB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0C150B-A751-3B4D-958E-893CF05176B8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8A728B-6C63-C995-8A7B-47763D695D81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7B3D75-52DA-4191-A7BE-29BC4348939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B75E81-1AE8-541F-E6B6-BC78473BDAA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3847F3-763A-0C64-F3ED-EDC067B3AFA1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44B1F4-84A3-BBC4-3C5B-FFB790E21706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064ECC-A7AE-2D32-AF7B-C9DEA7CAD885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0259E7-7C50-DE7A-784F-630EC5F4AE7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F1D7C6-C9DF-1015-AE45-D93103E763C8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71930C-1269-0A8B-6D95-E95AAECC407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8BFD6D-EAD4-06D2-19F3-4588CBD6D21E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05B11F-EEF7-3B4C-DBB2-5F15E3BCE378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4DE925-B6A7-2288-18B1-6F84DEDC8CC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0A4185-EE53-C122-9402-676B3AD6084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55F9D9-D61B-34EE-4003-32F652AE422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557EE3-B1C8-25CC-755C-842F9FAE0EC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46E520-D9F5-D8FA-60C8-B15A9BB4A33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3CCF63-5362-F35A-2401-8C0402DD291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1CBDCE-19BF-FD81-AF1F-8466970079A7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21BCD3-70F6-91B1-D972-E59B1F72F122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6EC4DF-41DD-AA17-63AE-952906FF50B2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01FAC6-18FB-A95E-363E-6D59B712869F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D465A5-B9F9-45D2-82D7-872B0AC21844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23E54E-39D9-6D75-A8E0-CFFF600006D9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2FB4C31-12F5-803B-4077-C94EF7991247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52023DF-F123-4143-26C1-1FA560A50591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49FCA1F-43CF-4EB4-685E-FBB8848384CB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71FC670-FA18-DF38-F6EE-5BE133E64A7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54DE768-C6DE-7651-5F57-0FAB2BAA0F58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D279E1-023A-3646-948B-D7ED5E600426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7181765-96C5-F8A8-FF1B-DF41A9EAB0B7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6A3BDB-5403-8F7C-1642-1E5249D6AB56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8719569-F534-954D-E96B-3BA91AC729AE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3EF4F5F-60CC-F1A3-5CBE-A32035C3AECE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4BFAD7B-6CE1-2697-B8F8-AE2B752EDD0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40F62F8-CAB3-DCE3-94BD-6FC87C0F070B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0511ABF-D666-FA48-C99F-638D9F65274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2E6BA59-D49B-2216-BA74-8ECDB06B5734}"/>
              </a:ext>
            </a:extLst>
          </p:cNvPr>
          <p:cNvSpPr txBox="1"/>
          <p:nvPr/>
        </p:nvSpPr>
        <p:spPr>
          <a:xfrm>
            <a:off x="6152446" y="158350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556E42E-F1A0-F58E-02ED-7AF2188D0766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A605F18-23BC-E792-D7E1-F04AA7AC7A9C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F84DEDA-66D3-6E01-2698-93AE00D7888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AB45E3D-7F68-FB2B-796B-68DE154679C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F5DFD68-A31E-01F3-7C15-4A54951EE6E5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15B5F91-9C32-DFBD-FEFC-3421D7EFC73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2F618B-E811-606D-C250-61C77C8CF23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73270C-0BAA-127A-CD47-59DB51726E5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939207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E158C-CF34-5A5F-D511-06386F88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5986353C-A5C1-1B56-E2F1-7914AB2D27E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32D8B7-6916-9A12-99D2-82E20444190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229688-47F6-6B40-2C1D-546558CEF73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21DFE9-770E-2034-1182-1E01DEED11C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8D4DB-D9C0-04AB-D360-1AF95C9197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previously discussed, this means that 8 is in Row 1 and 7 is in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5A7E705-5BF4-A339-0E84-179F869D2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6F3DA6-95BC-F68B-63E8-A4D22654F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D432F33-B3FF-8E30-994C-94CE59387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484086-1ADF-B5BD-1F18-CBF0237218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BA93F6-E4E1-215D-AF5E-F0289CF5696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FC3FF4-C725-F76C-9441-B5C0324DA5C2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CBE63F-052E-E501-B008-B749FCA3A55B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C38243-0C12-73AF-BB00-E46A3E8478D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3E5F19-C26D-7084-1B42-F72364E2EA5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D89049-F0D6-36F6-F08F-AAA14B6851C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94DD5E-00B8-21A6-C267-CD5AEE1088D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FB7BC6-0A4F-6385-98CA-C71329EEE7E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C2774F-5738-8421-D945-BDD7399156F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AE178C-94FF-097D-D5BC-31B205E8504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5802F-085F-68B8-0234-D135079BF3B5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D8125F-492D-2CDA-F6B8-D01A23FF537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C55802-341B-1B46-1B02-7A233120E68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6028BD-BB69-C0F6-C3F8-1A9E25ED273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6ED8F9-A199-031E-60D3-62E93C0A24FA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D3E411-B225-69AE-6EEF-0A3A89C33CA4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F5B58E-C53A-B418-23DC-E931B035CCAA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0FFCC94-F3C9-3B92-75F7-3F41E316A97C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B28391-4E4D-FF89-451C-05A059B7F012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33E1A8-A103-F0AE-34DA-BF49EAB0D13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7EEE9D-E166-8B36-615A-DDEE7C079C3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093CED-A60B-DDDE-96D7-30944406C2FA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84149B-6BE3-AB42-8F35-17E10044A4CD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7412C9-5E15-2F7B-E396-32513A3CF47C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7C8A5F-473B-E709-EFC1-06EA489034B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F63D07-35D5-26E0-43B0-4E0E0EB690EC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C31556-D09A-69A7-1FF9-3B4931BD815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598639-6DFF-F1DA-107A-008D5A92DBB5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8F5DE9-9E6A-E209-33E8-C1A367D5F079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741361-C924-EF90-3C07-41320212BC7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848AAF-42A3-2045-E93B-D2A6B176C7B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BA165F-008B-D080-FC94-827F67931F2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8B0215-445E-B190-A70C-1D7846208EC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282C4D-630D-E79E-47AE-B590744F320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F8B2C20-62E2-75E5-5D92-B7D0C53E695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F27E4FE-5DF4-3E91-6101-5251BC1F710E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C997A1-2C7D-02F0-86C3-696A25FB606E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A7E005-234E-B12B-D1CC-6F99BBB47F83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3D3A216-78AB-0155-7F9C-0B0689D2D021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BEAF24-3E15-8535-6A41-A5D434422ECC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20EF4EF-EDC6-3B51-8C2A-59B1FAB51310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BCFD8C3-D44E-10DB-65D7-F83A29818870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9131297-9820-6A09-9B3E-6660D6E00035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5AFD99-9D4C-A2C3-1470-44C4F32B890F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DC26C9-B625-2531-50E5-B7DFD0C28C6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29D235-E07C-05DE-A489-5B3572A31718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2F4C10-8FA5-E3B2-EA7E-0E2B2F9726D5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A204644-ECE2-E21A-C00D-12A7B5BDD733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DCF54D-2E14-5E13-32B7-AEBD2C779A1A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08A672-B5FE-6B26-2AF0-9B24ABBF2EF2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47D9E37-5C33-0EDA-BB21-D435E578848F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93F0A1-DA39-5D63-9B74-D3B69A05B28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67D45D-39A4-5904-7D22-91595F32727A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3F62518-C0B3-CC5C-B931-0CBF8E3B400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F3DFB55-D421-A886-4559-4AA675210C88}"/>
              </a:ext>
            </a:extLst>
          </p:cNvPr>
          <p:cNvSpPr txBox="1"/>
          <p:nvPr/>
        </p:nvSpPr>
        <p:spPr>
          <a:xfrm>
            <a:off x="6152446" y="158350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C9C3787-C3F1-F8DD-B009-684A7C47BCD6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F02B058-0852-09D8-5323-0ACB7C2E96A0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C42D425-32B2-472B-9A16-A4B69DD291E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FF3019D-41A9-733F-AF6F-3D2B12F491D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6C890F1-1E21-02ED-C645-5C4D8CE3CD38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C48C92D-4C15-66D3-084D-BEED550535E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C8C365-9550-0E2F-D617-09B13932D53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511591-DBAB-DDC2-B09D-A4B2C0F99F2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C20103-4FF4-695B-8C30-132B8AE55CF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FEB7A0-73D3-6686-721B-1474A88AFC7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870966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6DD5-1367-D960-B6CC-D8B97F6E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12B62EBE-43DA-94E8-7AB1-4487B9C27EB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CFD195-F2C8-F084-CB45-A5E8F7F8FAD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FBDAF4-112E-44FE-E7DC-9FEC814B064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81509A-DE4E-FF82-6A63-92DD0F20258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1D54DF-1A1B-52AE-C377-E49DEF6898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7786FE2-91E2-C058-6812-9DF9C0D9B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9D9C476-25BB-FA70-FA2C-152E387F6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84A41F0-27A3-0945-DECB-6BFF44182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CD764F7-1893-5078-8B9B-3F10866441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75A0E3-DAC2-964A-8DA1-97954396A9D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CBD31E-D770-272E-F021-CE52F2CDA083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F189DA-C39B-85AA-3DF3-AFF779CD8EFB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DD2593-39F6-6820-A221-851D810A861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BDE2B9-CEC1-CB37-3BAF-B49C1BBFC1C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618205-0DF5-C78D-51D8-1CCCA3A9453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BBDB43-B9B0-3303-BB89-47E58DB2441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47253C-B88A-92F8-DC59-75D685D32FD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30327B-BE86-90CA-C3CF-3D9E4AD83D4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8E0877-4EB9-9928-33CF-1E368904267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D7AD67-FFBE-E493-3A20-3D71E083F50C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77C68B-A1D3-9799-BD6A-55C97E408DB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D40CE7-BAF1-0073-EE1F-950599EC383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B9D76A-F039-D860-C850-288FC0FE196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8B2371-A2B2-3223-C2A1-DFFA5F0873CB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ACBE11-ABF4-FF24-8E39-AFEB86B4BE81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81E2E9-BBAC-1FC0-1FC8-EDA4158FB9D8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EA67ED-2AD4-5201-A6F3-D5FB113DCB25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9F4412-A477-4CF6-9BE0-2223BF726891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B02E93-1B4F-E748-160B-30E3708F5B7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035F43-406E-03B4-12A5-F70E5201353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6AED9A-9384-13C9-48E5-F1CDC2D179A8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E633F7-6900-9904-AE2E-A720448788B2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B24568-AD33-3715-999B-51372598EA14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A1557F-C23C-6AF4-ABA4-6BD804B02F3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EC04C7-57BD-8AD6-B9C0-0036FE5BBC7E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141F3C-DC31-A9BB-D92D-B84214633FD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C43CB2-500D-7B35-B008-9C052BDB4FE0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EDDC71-F55C-484D-BC82-26FFB0F2B0A2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764583-F5D2-6271-7C01-535A4C3C6E5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06C6F7-25D8-61CE-DBBD-407B66E9757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09C98FE-E311-A033-3718-37A346A8E4E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F84A86-DBDE-C40A-C26F-3EE4E34A59A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5B3E5C-88F7-62BF-BBF7-64B69DF87F0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EBFF29-950A-F172-70A4-C1C441678BF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1D8B3E-51C1-F220-E4BA-0D03BC1F1A78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8ACC0D3-F7B5-4FE9-CD2D-895F53B001BA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B90858-3EFD-F7CF-DBDA-DECA41DCC9B7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7F89D9-C16E-273C-75F9-0695FF21C41D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9B47F0-715E-0BFF-CFAE-25A322272E65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EB3F5DC-D9A2-8906-9C6F-2ACEF21296C8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3DAACE9-9116-4524-C292-B44662E023C3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34374D9-8CB6-EA3B-84D4-8ACF0F1892EB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7BB3D2-009C-1C2D-C083-A947F9C5F874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DF5FDE0-5754-97C3-4AD7-02081EEBC49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F50975A-2B13-22EE-2E3E-CB6ECF661C34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06158E6-AC1E-06D4-A68A-CDE10B0038C0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849CBC-77CF-FBFD-1E24-03554572F9D1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F382A9C-E9EB-ACB7-3DD5-C1B3591F098F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AF89CA-B6F7-2979-8F27-F857349B18F2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2026DB8-7EC6-366E-4198-D07A2CD31096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4D8954-9214-8ADC-F52D-00D5DF9E7CB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B4C959C-F1F2-859B-9470-AA391351B022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A33CE8C-59BB-98B7-AFB3-5DC194D0DBC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BCEF84B-33F0-1E31-C0E4-0C1B24BB2A0F}"/>
              </a:ext>
            </a:extLst>
          </p:cNvPr>
          <p:cNvSpPr txBox="1"/>
          <p:nvPr/>
        </p:nvSpPr>
        <p:spPr>
          <a:xfrm>
            <a:off x="6152446" y="158350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ABD341A-A9D1-FE96-4895-D733573DF59D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45BD39-2B3C-14AC-0A5E-E2E6AA25FE3C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3A2AF4D-7B3D-85C8-590A-227A8F2CBF9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A14EB88-8E3B-96AD-B048-B08CC7B177E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F8C0A6D-8CCD-F031-D1EB-D32A5821F8A1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79BC804-2EDA-33AA-6898-A3128DB8FB5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D3B55B-0AA8-CAD3-A75A-0C93A2CE060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240036-AB1E-408D-7940-2A01EE9CDC6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092D4E-932E-87FD-200A-9A49BF5A52D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B58BCD-47E6-CDAA-C5F5-CDAC05E8A1B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0657602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89847-82DE-837D-87A7-B1800013B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AE08AF86-2179-B493-E5C5-DEE09B4BB6F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E84213-149D-CD72-9E71-F797CA1EF3E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B3C609-2D1C-A4EB-1CBA-089CD32EB9A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88796B-9A37-5835-D9CF-76BDEB21C81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70C82E-8027-24B5-B754-4F1F7CA5B4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5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81ABC7-F8A4-65A3-5ACE-6B103E3A5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9B71F79-369F-6B6F-7B1D-DA6FA608C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5FADAB5-8004-64E5-33F5-7BDAD83721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40EA90A-70EB-BB3A-8163-D820608C63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E72965-A442-42ED-2C1D-1FF36E85416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1619F4-8CBD-E214-C004-B97B58977521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7BEA8C-D2F4-0A7A-CF44-5978E203B6F4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99F985-EC97-6F1A-0C53-1ADD86AAE1F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92C213-0A1B-0A84-1091-6BB8A25313D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BDD1FC-7032-EDA4-8912-03B582BE78E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77C762-615F-B1D2-A84E-AAEEFD8F8CC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DD3C11-4BEF-81F9-1B12-D3EEA5B2127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63E5AE-2100-11B2-B4BC-43C72E08A31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F51A03-7359-8891-911B-2E848945970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3054BC-4D00-0FFA-B02C-3445484F07B7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14A06B-9F86-63FA-3E72-DECD5C0DD6C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71952B-0176-4B15-6C7E-32CF466C043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5A0B9E-76B6-19C9-72FC-DEB44EA600D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1DE0E0-F501-E5D8-4B64-6EA008E2E9EE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365354-001A-51A0-004F-7DBD8BEDD668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9B1C83-3016-E220-01D9-B44D3CB7D366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996E31-DC24-235C-E451-AC2D871A945E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59FF6-F4E9-4193-B609-9C88CF9F48BF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4626FE-A330-ED4C-B9E9-AF77C56935B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65EE58-4F75-BCE0-647E-E87CD033F3A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88078E-34E2-DBAB-D598-5671D2444004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263F55-EFCF-CF24-14F8-A4AF62924AC5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FB339C-5A31-AFA0-6A4B-C3183C6C95CD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7E20A3-2CC7-5B12-1D52-BA656496372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164427D-38E6-AE88-5555-A730D23E2A98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702DE7-BE73-6A5B-FB23-82A04409FB8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1D455E-EA9F-56EC-1448-69F1DDBF7E66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A3657C-80BF-9A8E-805C-3CBF5B146ED9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42955A7-C29E-3F6B-030A-8EE08016569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A39057-0FEA-123D-BB58-78EB0712842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F6489A-F586-22E5-9B3D-FF4596A63A0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06E39F-FF6A-B138-0B03-4F16B168B9F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53EC30-E643-430A-4E21-17BDE1DC367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3F5738-CDF6-401F-8205-DA9AF886E9B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A95CA9A-A883-BC64-1A15-F9F93FF67549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247FF7-EA78-FF8D-1647-3DDFC629F542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FF5FE3-57DA-FEA3-1E6E-EAC0517D15F8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B1CA3D-1E50-8024-2FC6-B8DE678C89A1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BB6CF1B-269E-3098-1A8D-47A23B6C6526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00193EB-881C-CD70-DA2E-FFD7E5F1EC1F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9A2C65F-13A6-9435-9565-B17E3B07EAD7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0844526-EFD7-9D59-55B1-B007082706A0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DDC17E8-04F5-FD87-77C9-C9B28229E73E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10305EC-5B7D-4929-322E-FD5FC08F9BC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1D835A-9D09-9A65-88F4-E875D2929EBB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E7D6EFD-AC82-EEC8-49D1-4155CC05B484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929B59-5472-81F4-B121-0B650E7AA135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97E524C-A5CD-FA3D-8CBA-FF0144F5C570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13AC949-5CFF-53D3-CAEE-ADD4A835F8DB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69255EA-7B29-F79F-2D93-515E229573A9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F71629-B6AB-6848-00CB-EF59F657149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1972C31-E653-884B-6E80-9DDD2C153AB8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298F541-53A0-8483-2A4B-3BF5C6955D1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1F3E72E-DE9A-CEBE-CB6D-A5C3FA1E7990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1C90E7-14A2-F336-8E9A-3B87C233204E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888E896-B418-D04A-BB4C-3A55E56CF16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DDCBCEE-2D1A-4A2A-8753-909B2C01A1F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03673AC-D1B2-66A3-4D71-D5662C79CD1A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FBFE638-A80A-DB86-2075-E474BE2578B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8F08B0-B6A5-A939-E3FF-FF89C346F75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19FD22-5BA6-3B6E-3448-73AF45282F4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A8B85-79F8-6BAD-841A-72BA6FC463B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ED7ABB-0ECA-E944-21AE-C8B15EB3F48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021F8E-F273-0BB3-7E29-9D9F99083C4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206186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144BF-238C-8ADD-DD91-49BFAF93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DDF92EC4-FEDE-36F6-46D3-61796712A89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F902F4-EE0A-6F6B-6CBB-34143EEC855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55895B-25BB-95C5-2790-F5CAA897DC7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4CA12F-8256-7FC5-2315-54241BE5F82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9A7BBC-B9E3-F052-E36B-0681F45C39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FD0D101-9D89-CE8A-EDC1-96E7720BE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85DFBE4-1B26-6A3F-9D4D-DCACBB4BA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4149DCB-B116-4587-AC38-857DD1AAF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E97462-F85D-6DCD-7B36-4CFD13ABC8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ADB150-5708-1254-1D1D-EDDB038D1A3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B6890E-0E15-699E-3B62-6BB6D769CA78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40BFF9-C719-5FE5-03D6-6204CABA9358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CC21C3-275C-D04C-3D77-02A6C5198B7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4DB7AB-8958-239C-90F0-72A44FD8368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4B7DB7-4BAB-D5E4-93D5-3A392B6F200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F90B6D-F750-7124-3426-23554E1698B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67E732-1CAA-491A-FE82-14D566EE742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804B0D-844E-9AB8-FEFE-AEDA9C35FFB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BEC206-33D6-A1CC-A6FF-A9395BA70FC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7E9439-CBB4-7DE7-2AF3-06C795761B43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9C84B8-DD86-45D4-3860-A472273D64D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354C78-89E9-7B92-F2A3-AC9BE5A5CEF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89B154-E6D7-0132-BC51-A2A3ADE35E7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B9506D-5221-48D9-33D0-B0C888D3D3C3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97E832-AE68-E45F-E25B-24E0DE66D797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5082F7-0F42-B71A-0DE5-10030DA72911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FFAC56-B6B5-26DF-0859-FC6275FEE1C9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4D205E-4FCA-0BAB-59A6-85CCDA53A066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5DBF6B-D48F-76A6-3A84-5ECDFB3365A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2F87C2-1C6C-6B3B-DCEC-D713224BADC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A1AA00-D3AA-BF1D-B218-1A3B125FD521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0F4BDE-3035-4551-7883-162D1DACE186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6A182D-888B-D2ED-8CE2-5AD9A95CF1EB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4E946A-8487-E7E0-0C02-165BFCA26AB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517AA9-A059-234A-A690-E61D9EEA328E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F5AEE1-A454-53FA-35CB-AEC0BC3783D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921657-2220-1907-B4B9-406DCDC602ED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D1DF1A-93DD-F5B1-5409-C40E0453514C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2CDB6E-5ED2-6735-55EC-12704FC0178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B6F163-15F1-98BF-D776-F2F5F5AEFC9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9EF2FD3-D606-F16B-14A6-5FCAFCFE648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FC1DB1-48D5-1230-93D7-FEB07E434BA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F5F171-A0C5-BD6C-6915-F4567739438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632AE1-7620-29AA-3955-7DFABA3D4E4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2EFF9D-E558-A25E-40FE-8B9A80AB6406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BC35AC-5DB6-8E76-C672-5D20368E2F76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43896BB-482F-9A08-4BFC-360A52D698A2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55C76A7-1FCD-0C22-5F78-95EF43F62FC5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95B98B8-CF45-4CD0-BEE8-5525CF3FBF44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F15FAC-7C31-53A5-8155-084935468C3C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79CE46E-7268-B3A9-B229-518EC2CF16D9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00EA8AB-2379-0E9B-4137-0FC7AFF1C63A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4361128-22C0-B7C6-AC6C-1DF41935103A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D3D8CD-AA14-37F6-CEFF-45AB86AD340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F0F1DD6-06B5-05AF-04DB-1F43FD1EF2F9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965996-CE89-D809-2ED3-03305310648E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714FB41-1342-B5CE-51EA-5A39582E44EE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7771F7-F685-0E3A-4F7D-5C1C9198CB7E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859BB4F-67E7-CBFF-72DA-4273CE26FA79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CB406DA-9D4D-C8F1-70D6-D94331D437C4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9C62AF1-C5BE-557D-A513-313C4AF0399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72D523B-A1CD-3656-DFAC-48D08D3C1E84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9737EA0-FAB2-0FCC-F01E-61F6E4E47A8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BA8CF40-EA5C-5F9D-2887-E27844D9347A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08A6C21-E3CD-EDCA-DBDC-1F81E5B17B23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B4199B8-562B-7AA9-6E05-1A20F91AA6F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E93959B-0D57-1B2E-D2E9-1F8C3D1185F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E2BD564-FEB6-3B17-7516-CDA077F02774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AAF58F0-A307-C221-5DF7-703E21A3455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A45E0F-8083-08B1-AB54-2CDF8258255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C3B780-839B-4AD0-6939-BD8958C44AF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0FDE4-6EC7-7D2A-6F16-36BB0AC82A5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E4840-A49F-5A25-1527-B833B45943F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ADC8C3-C8C2-02A0-8B67-AE75F2FA6EA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311747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EF49F-4F69-4736-F6EA-2912E5F8A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CB96982D-63A3-4D52-88C4-DA1EB213E51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3E272C-5C60-A1A7-7C70-E92FAC2AC5C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0A8BA3-CBAD-9BDE-8B89-6AD8D31F8FF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B0056A-EF84-8FA3-5064-4F73178A781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CE163D-6342-1604-6780-D4750CBD39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upper right block, 2 is in Row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126659-4EA5-F5E3-E66A-BA6DD4C67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24EC89D-D92D-2C7E-8CA2-9B7D960BE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0B55EC0-B502-0D8E-C6C0-EEF5BA105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00FFACE-5099-3A00-CE43-278966094C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BF9F49-E017-A086-3239-6D6B8037F31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9B70A0-0C44-AF7E-678B-48A77320AD71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C26D89-99DA-4353-989C-85C77868587E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B89F60-5DFD-448D-450F-5B694DC1E53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0F58E7-0CBC-1C4A-9FE7-6BFB100E381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97B578-20D6-0B64-D384-70A301F9002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9E22A0-9DEF-6946-AEA7-5D0BDDA79E8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3D301E-EE56-224C-E990-10809523F4B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7AE316-5DB1-3520-5485-0C31FE62ED7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332508-539D-C5E5-CBA0-C276F7CAF45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1F527-D9E5-D3B6-D209-54E3D8D89B0D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7B3534-DE9C-C6B5-3D50-93227377946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3EE56C-7D3C-F818-A590-E5CC17DFED8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D877FD-FC07-0921-B196-77FD06E3C4C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9EE13C-A20F-BBF0-D4DE-404313BE421E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A35A2D-1173-7FA0-0A63-1C1F09811674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AA30DA-8D87-C07B-40B2-E250F71B7832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070031-5469-FD2B-7A98-68290E720759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A597E8-86BD-C37E-CD25-E9C1D4E4494C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DBF9E6-8147-4F5A-C446-69AF847CC97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8ABC21-E5A3-0C7C-EEF8-618FB5461FD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9CF611-67EE-5865-EFBB-173945088C1A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2327F2-DD1D-9C07-18A9-176ECDDB918B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1E8B4A-550D-2757-4EC6-D925E3738F1F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83872F-4551-A22A-196C-0A3359B869F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518487-B2C9-409B-D2EB-1B24A39E249B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14A7D1-B990-56AE-53EA-E98DABEDDB3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12DED1-9CD3-5062-2E9E-B2963AA97576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937573-0355-4544-EF24-7852C29A1453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777CAB-843F-0F19-D7CB-878BF5AFE63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BC15FE-933B-17FE-8933-2FF6828D97F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B8157E1-32F7-B6C9-0616-399EB6DEAD1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D425F2-8603-0972-AB25-A363363EAB6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3C27E0-826D-44A1-003F-478A7895AD8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D2FDA9A-FC5D-5265-C7EB-B21CD1F9979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8053CB2-5906-7DD2-86D7-9BB4C30EE28D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F1BB04D-55CD-0DAF-EF95-35EDC0FEC6D1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0CA299-0372-3D85-E6DB-2B5EE4DAD2B7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7CF27E-A088-3401-4D5A-07992E5E8827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D6B43A1-0AC0-2913-7CE8-46B64E510760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9FD60E-6D3A-5F74-8732-574E30857295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C0DE5A-4FB5-CD43-184F-21304D1131D9}"/>
              </a:ext>
            </a:extLst>
          </p:cNvPr>
          <p:cNvSpPr txBox="1"/>
          <p:nvPr/>
        </p:nvSpPr>
        <p:spPr>
          <a:xfrm>
            <a:off x="5650090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F14380F-011B-BCF7-3342-02CA1B2099F4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1DF6EC7-2334-8D7F-2F79-D516ABC1969F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72BFBE3-FEF1-7057-A004-9E951E208C9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5409AE8-92DA-77EA-BB74-50CDBF7F1CB3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D418C8B-CDD8-03F1-EEA3-74BC58B87246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C4DA10B-654B-347F-6090-FD860C2CDC0B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F55E4B2-A553-ACCF-5D1B-68E6306E5598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5C484FA-6DF2-4637-EB5E-528D07E540F5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D856469-926F-8225-2E9E-8109334B0E65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DC8DA41-CEFD-FE61-DEF7-6643FB6F31F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B64A9FA-D25B-40BB-8BBF-505378B4CDA3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9D09D7-B8B3-0184-3304-1FEA4933414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4DC5FBD-4C61-EFDD-8A76-71B291A6E7B5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E33FA10-6F82-E15E-B992-BFFC15FA3F26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131A057-56C7-DA83-2FB3-602C8BA706C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4C484F7-80DB-0518-8D52-1ED2B544A43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465E94A-476D-145B-0159-EC1D293B668B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7F70CCE-C7E8-6973-8C53-C374419E19E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C56440-C3B9-FBA7-0445-450334ECC35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BA45D6-2B93-B128-7E88-4A2973388D5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B79A23-D728-228E-5D7C-A329C750023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4DB966-693F-560F-6502-A425820E595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74A4BB-CC80-6734-A3BF-6E98AC893AE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360931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486D5-F1E2-755E-089E-BE3D5C5A2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AFDC6B28-EE96-5716-897B-2BE19E1ECED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32C83D-5215-48F9-6527-A3447A708C6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8BCBBA-3012-BD9A-469C-7B26E77B542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F8EC4B-565E-152D-DA1B-78BF272506F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9212CB-97D7-0E56-7F97-C4458EDEAE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8 in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B0CBBCA-E2B6-BA95-4451-52CCECDFA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C2C407D-92CC-FE94-452B-C0180F519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56FE0FF-1151-733E-E8E8-B58A3A38F6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0A1CEDF-315A-AE81-B10F-5271579D00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DFC1C0-10C4-362F-8EC2-17E92819D0D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9C4ED0-8CCB-A736-9593-08D8F3AD5956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E18C06-194F-629C-10E0-AB428940F120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47418D-720D-8411-F295-0D16D68A9F8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D74D9F-FAC8-8274-94C3-FAD5B33F69F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B68E57-F65D-21F8-6117-2A8E1059B4A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8F7C71-C392-BB84-3CE5-E4A7B82819E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88BE63-DCEA-E5CC-A7B6-D4BCCFA23FC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6A310-159F-4FC4-27C0-4B36B09DB94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D9A5EE-A981-75BE-335F-DC0FA54D7F2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C98723-89BB-9158-CB9E-1F57CA5C0A5E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8581CA-845D-527E-C8A5-77610C261E3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9012C4-AE34-4D50-5BE1-4D4809E5A7D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1A9FAF-85F9-E5C7-6C3C-8656916E700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1C08C4-8AC4-4285-1E59-C04BA6811DC5}"/>
              </a:ext>
            </a:extLst>
          </p:cNvPr>
          <p:cNvSpPr txBox="1"/>
          <p:nvPr/>
        </p:nvSpPr>
        <p:spPr>
          <a:xfrm>
            <a:off x="3138310" y="399680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92E6BF-BC5D-FC85-7D4C-5F0AAA034D56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027193-6AC9-1200-53DB-3A854175E8A4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93D2D8-A8BB-CDEA-45CD-13EFB8BF52EA}"/>
              </a:ext>
            </a:extLst>
          </p:cNvPr>
          <p:cNvSpPr txBox="1"/>
          <p:nvPr/>
        </p:nvSpPr>
        <p:spPr>
          <a:xfrm>
            <a:off x="5650090" y="258406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E11021-2761-5C01-80F6-7D582729C27E}"/>
              </a:ext>
            </a:extLst>
          </p:cNvPr>
          <p:cNvSpPr txBox="1"/>
          <p:nvPr/>
        </p:nvSpPr>
        <p:spPr>
          <a:xfrm>
            <a:off x="4645378" y="358594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C55157-05F2-38B5-CCD6-FB95A805E25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1FAFF3-4D38-173E-1534-64308736EDA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4E994A-962B-58F5-76DA-79AAE365D799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601990-C355-0E0B-8733-A2DEB094ABD7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1EAE73-C02D-508B-34E5-5861FF88324C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A35DB9-6B78-D2BB-73BD-4A72504897F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CCA381-20AA-0B46-267D-FDAA47D7D608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96472F0-0EFA-8466-0234-2D48CA54032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0338B5-AA51-4055-12C7-85A18294E227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E0B05D5-C960-6819-6847-85E4C03E8199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435542C-6A96-9024-BF9B-800947501DF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190233-BB15-DDBF-A1AA-8DEB1DCD472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95512F9-C367-E7A8-0219-FE29EF80886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B006A8F-70F0-786E-A3AE-301844E82BD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1FDE847-83C5-61AF-6E18-485161FCD87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BBB75F-B753-9F23-2387-74C4A630759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C53D8F7-E380-5ADB-1D8B-3EABDDE67F90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FE6703F-4D01-B76D-8388-210CFD7D2D6A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5767EA-9476-0CE2-281A-7ECF0518E023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B6115D5-03F6-6F26-7B95-064B9859A049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A8658B-58C5-2734-4CFB-E20500AEF8EB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BE74A41-847A-2DBA-E156-F332EBB49190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3D053C-D4D9-62C8-FC95-68364D706639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4C1530A-8D90-6D49-6AF2-F9ADDB812F08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E5A4F4E-5B5B-81FA-23A6-6DFDFA6CF51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F74CA25-5FE8-BDE4-34F0-980FCCF176D5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B03AAF8-B6A9-8CEA-D767-81E5D6776B90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680CA72-BCA9-C25F-18A9-E95ABAC512A4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906A18-E9E6-CEC5-459D-B2CC0B310D3E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7E13F9D-B41B-5A87-A792-536E2AAEB4B2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A562294-E169-89AC-EDE0-7057BD3F80DB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1E37518-640D-2ABA-5B67-4874C7662C9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51608B7-4449-D731-7A24-D4E716A8899B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D10B050-70BC-0E89-8C07-83A80616FE2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B79DE8B-5AFD-B253-2DA4-70B35D50D42F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8E70786-6749-CF5B-1FA8-A3EAA395D235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132E8C9-1970-3C1D-8133-015E27B2CEC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8C3AA40-98C0-DCE4-183C-32C10480AA0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51DA41E-CB18-FA9E-DD0A-13AE8E56D4CC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C7F36F0-36F4-70DF-7728-DF7EB7848E8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5E07B6-5B1D-1A69-EF4D-408E19391D5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A87C24-89C2-FB74-650E-C92699C1F90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6B7E64-167F-0C06-C7BD-380E4032A9F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010B48-079C-C18E-4C5A-52C1FE008CF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D12994-569B-DBC8-1CB6-F2F43E25F36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F5D9A0-492F-A0CF-7CBC-533C8A17ABE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584737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468F-418D-C700-0003-BD80CF479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4B98FACF-4450-1B50-AE4E-D66C9F80CC5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E5EB2E-7E0B-73AA-E84D-BD9C3400805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D5F7C8-54BA-ADF4-944A-FC9A8DD0569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E5D215-B405-EA13-D534-84B4B67D132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C10EFA-FD43-73A2-2436-AED4C5066B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EF363D4-592A-3B14-AE09-99C66D19A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045512C-2126-C343-3CDC-E54B32518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7882B63-3585-8EA3-FEAB-BF4C9D6369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32DCBE-E092-55E0-564E-3CE313EE83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47596D-8011-ACF2-75E8-0933BD62D9F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793A22-4622-FA09-6949-1059236156FC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73CF4E-E3BF-CBD8-ADE8-A8137ACCA0DE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AD92E7-DBDC-2A01-BBCB-D5C4BF6358F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27633E-EE35-0A52-1343-EE4E3EBD5BC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F34D15-6270-9F74-8BDF-70818042D16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79BA0B-8031-7C0B-D51D-45EEF241791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ADA84E-08D3-811F-0B10-1F667E46F7A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626E05-AC99-83CE-AD2A-C43C5DD8642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C719AB-FCDD-D7A2-F56A-5328F605DDC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5A1CF-5226-229A-8B93-B6730D6CCCFD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A9B4E4-FFDD-A973-45D4-9D6763DC42D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A54959-FDA3-DDD2-8985-59A8D7F4E7D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513699-F8D2-A99C-AC8A-F31A442D46C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EEAA7F-B1DD-BB5B-A55A-F77D0BA59FCA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1FD1CE-C867-2FE5-4FE0-CDF73D7CBFB3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E9D696-EFA4-38E6-7EAD-038C916E4DC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0C1E13-88B8-D45A-BA5A-786DF02E814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BA19D1-16A3-02CB-65C0-503E2C4D3D35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AA9F50-E718-A8CE-6B07-81817538BFC2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FC593D-FBA6-6FB8-F87A-01A17F39F2BC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6B0455-DB06-880E-7EF2-295A0506516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AC17B7-ACB5-B03C-5577-A97C793A8F27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4CA4DA-90FB-3655-1109-89B60BCF1F2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5A9509-7BBB-A884-81EF-21650C742C83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72099C-CED3-816F-EEB4-B8121FAC1F69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407074-50C0-E4AA-ED70-B437BC30100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C8F5F7-5CA7-56D1-B90C-8F868FC745A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C0F470-1B3F-0C9D-A0A0-87341F8F33D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0AF6C6-79DD-E771-C6C5-EB9D26E2AF7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BA174A-DD46-5F77-0D73-DFE416B628D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B18BED-68BC-D8D2-D16D-DB65C5EE57C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6772C2-CD1F-CA34-7CDF-A25259C8023D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30A8B93-711C-B705-CAA3-50BB47B2AAB4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95E25D-CB06-4F73-21C9-EB593375F8F3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6394AE-7434-07D9-D2ED-D419F66F1CA1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048EF8-C870-C528-B713-020512243D9B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28B761F-0A97-98F8-CC6F-92DD83754740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28D8E61-A876-6A2B-D5B1-6D99E5F8C99A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61AD347-A838-6A00-8232-3DC6E7C8C2BE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7594DE-EEAC-80CA-E9A7-8EB65C6D3E5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316B9AB-6091-6808-D32F-122CB440D788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2C7FB7A-31AE-8328-7D49-BAA571D2D7EE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28AEE2E-DDE7-85E5-33B6-F0536038F53F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25A577C-04C4-078C-57A8-266F473E3B56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7E4F3C8-E712-49D2-4C44-506DFE8574D1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8E5AEB4-AB5C-D6B2-B7A0-472FCC6EDD3F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C8E9770-E037-5F73-0117-1D6C8ED4817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AD2B4B2-F2EE-B8FF-214A-5AD4A80D615D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F8D7E49-258A-AEDC-A34B-5E08FA3BA8F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9897D2F-A5B9-C31B-38E5-3D69A4501E57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6D67383-95AB-5772-8FCD-09454B3069DC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EBF63CF-2A44-F49A-0F7D-73E97F0EA1C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6CA694A-F12B-7653-F0D3-96A481BBF31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05713F4-9E82-5EA1-EDBB-38A41989A112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90380D5-07AC-72DF-3627-59860047D0C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AF0C32-518D-AADD-0D4A-FE0B3B2CD35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0A6CE6-F90A-556A-D725-58944E6B579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EACD9A-E5CB-E684-614B-69166B700CB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13266F-D769-7B2E-DB59-76E8B0DF5E2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033973-5F71-9227-5DAE-85F29E82A84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0A5244-F73D-BAF2-C43B-2A3D31F7EBA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89287F-FE66-29D2-095C-D450B5D3FB7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36DBA0-2103-C2FE-B5FE-AEC533408ED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3CD922-A6A8-1CEE-C990-50F7B7E20C4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11488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137EE-03FF-7B72-D991-6DE299873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413FDEC8-08F5-4AED-3F34-402B207AADC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235738-4C33-115E-8D8B-BA93220F62D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5F5B6A-B602-6E73-E6C8-CB517138912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89FF0D-51DB-D009-4B15-5E70A02F898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B22FED-ACD0-01D0-9553-FD8E5D2F61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BE6E86-5D43-40AB-5893-2A201D909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28E39E7-B94F-CB51-EF60-DDC31F89F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2451206-A885-2374-6CCD-FE32E4B78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32266C-5F75-B938-348E-48B3B59D5B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AFBFB1-9D0F-5AA6-5120-98C1D4ABC1B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6F5336-D3A1-1612-822E-3E6F105F84C5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79C6E5-5D3F-884E-D1FC-8F21209C9D43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A845E4-A9CF-7CDA-5337-2FDF663D1DD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4EEDCA-6AE1-459A-155D-3730AF60784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75CBBC-6A2E-5709-D45A-B8A2FAFB638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8E06E9-0E92-5718-8300-28AECCF2730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0E1005-4784-7283-E700-D9EAAD3AC8E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5E501F-62F4-28F6-273F-F5C2A25C879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496E88-0B43-C34D-1E6C-CCB15A8872A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4308B7-CD4D-D7CD-9B62-8BB410AB6C76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E03E7A-583A-3457-01BE-93A942972C7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7911A0-1061-1D43-0402-54294E7BD99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C95967-2FCA-C01A-BC79-A8DB6532D8A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EDC1AD-918D-81A1-C0C3-996C3C48C04C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41CDA7-BA19-8B39-199B-8966BC044C01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660157-DEFA-792C-B0F0-1DEF5B630F1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DD6BAA-7271-A127-0B32-F143C50EFFA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8DB0D5-6C5A-0FD8-0706-CCFB48051479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6DC713-AD4C-1E31-03E4-845BA1E2363D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6215A2-B3E6-BCF2-2C2B-062747AB86CB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B82D1E-A3DE-C39B-33FF-29B59ED5C55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4986E0-4ADD-8C19-B765-75DC896E2CB4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7C87AC-E3DD-1724-C365-E58BE59968B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353796-748A-0C62-2191-F2D77C87BD3B}"/>
              </a:ext>
            </a:extLst>
          </p:cNvPr>
          <p:cNvSpPr txBox="1"/>
          <p:nvPr/>
        </p:nvSpPr>
        <p:spPr>
          <a:xfrm>
            <a:off x="3640666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EC76DA9-C73A-8819-FAA2-982378FEB2A0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E6B68A-F13A-DED5-0B3D-E21C4F9518F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431F55-12C5-CB07-5955-1F03ED4B63A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1CDEA5-747D-5085-052C-C2878B3E3E2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44BD26-A77A-2E7A-7987-D96AC5C80C4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396D798-90FA-E4C8-5938-5A259F32B3F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AEB240-BEE1-0ADE-1FCC-94ED08557C5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30E659D-713B-B0D4-9179-CCDEEAB377A2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D35000B-6153-B0E2-AB9F-40450D342DE0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4ABAA2C-7BCB-9839-D743-E1C3451BD8F4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CD2E68-34CF-3A85-8516-F23B8808B81F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4E48A3-B4D8-4132-1397-79A1E985976D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F5E9FC-1C5B-155E-CB03-7C170F6150DE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7097701-AF05-E689-064E-7B83DFE5A072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9AB3F18-A30D-C436-C5D8-F96462957805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3E656AE-C891-69D8-DE7A-E35CFBD7AB3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1994D4B-FA98-55CF-B6FA-2634975E5FD1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78FB8A-1D35-CE37-B36C-2643212107BB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27D9CB-EFB2-B85E-2959-ABD4B5047057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63BFCE6-18C4-E798-9217-2B01F38D2A37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3671063-FC08-0A75-15D4-09D86D58A0D7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C5B5AF0-260A-13D1-148B-89905EF07C61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5FEA1B9-07AD-397F-0C66-14431135F91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8BE0E18-E78F-595A-6AA7-BBD8E7B745EF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06FBD4C-0EDD-F6A3-E74D-C51DCFD228E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8EDAC5B-DBA1-9ADB-D268-58BF70BB9F08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6A7FCC-A8D4-BB6C-7B8A-886044EEFF90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48E8F2C-BFB9-AE38-1614-1C860C69BB6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5FB7413-E573-2827-F635-2EF8C260794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740BAD0-F4AB-D51B-E821-6BC781C796ED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7A16D2C-F42C-5AAA-DC24-D42E9D05290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D56565B-27CC-92E6-035C-E633E28A904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AE0A1C-DD11-6ADB-83F9-78153B2D76A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A30DAD-6CB2-FC12-90A7-FA34648FDB0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9708A2-8A73-5503-A872-E702873CE68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54CCAF-FCE4-19AD-E227-5264B260DB2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97812B-9426-A0E1-2E74-CB4977FF233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BB173A-7619-1415-7A3A-64782B4F890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F5D3F3-10B7-1DBF-7FDE-F2DB6D63648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FD5DFB-5726-0A79-5860-0D0A7734604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54486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99926-1D30-FEAD-07CA-6240DCBA3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D055A705-A636-AAEA-1C08-332307D0884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CBE11E-6B1B-FA96-C0F2-9541C4E74A2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AFB060-E812-A398-4B3A-A4817D2CD2A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459A2A-F914-A0A7-6514-5A859BFE01F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F97C9E-8E7D-381E-ACF8-B34E05D6BC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65E43AB-2AD7-EF22-1503-1418EE675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D751C1C-8264-C795-A5AC-3B0AC3A70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D7EAE3C-D2E3-1843-1F16-8D123A51C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E1F551C-2023-1508-2E6E-943277925E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818E0C-4178-693B-C157-4B3AF426DF1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539D12-CD2E-28D7-8687-F5F48413DE30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8FF473-ACDF-0AC2-5001-F8038DF060FA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9362E7-4C65-58F0-3198-95884250830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0BB525-A400-DEBC-C014-991E4C48F38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BC405A-FAD8-2232-C642-49989754467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A62250-BDA7-BDB0-3C79-627EAE663C8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CFAD92-2955-C0D2-D0FA-7D969224C00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AAFF92-962E-E3B4-B133-74BDD007272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72DB6A-2A7F-8D95-9E9F-28D459FFDD9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BD5510-5CA1-EE8B-8AFD-0D5B9CC2EC75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ED6AE8-6416-916A-EDD4-C23B7F718AB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568592-6065-5C0E-DE60-82BAC6CA864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6F34C3-58F5-F7A2-5DC5-F50703437DB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9B2D78-79B1-57FD-43E3-3F956DAE253B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D62A1E-304D-BE7B-6842-50627630A210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0F7F95-152F-AFBB-00D4-9633956FA9E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FD8434-996D-D257-2E84-E71B23647FE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DEA968-08D2-A821-C825-02CF348A0CDE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EAB85C-CE9A-DE2B-B95C-479953BD95AD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AF092B-F19F-80B2-A2F7-FDC20F3279BC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A6D22F-A2C3-8DDE-2035-935E12B4D55B}"/>
              </a:ext>
            </a:extLst>
          </p:cNvPr>
          <p:cNvSpPr txBox="1"/>
          <p:nvPr/>
        </p:nvSpPr>
        <p:spPr>
          <a:xfrm>
            <a:off x="4143022" y="25515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5A1231-8D9C-5F02-0B22-EDEA3A9FC7E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55C533-4B5C-D0CE-3914-F8F072AFD7E9}"/>
              </a:ext>
            </a:extLst>
          </p:cNvPr>
          <p:cNvSpPr txBox="1"/>
          <p:nvPr/>
        </p:nvSpPr>
        <p:spPr>
          <a:xfrm>
            <a:off x="4143022" y="35534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931013B-6C78-95CE-1390-1AE88107E5B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A94C1B2-4446-DEDE-D30D-B186DC312BC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4EE2EC5-AFFC-5D33-4E2B-EE26C829252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5CEBBE9-394C-ED73-1D24-34AFAC0593A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0AD1080-702C-4850-F556-B189E10EBA5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64FA84-C29F-1706-149E-1EA66FBE3D4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480273A-EE3A-B8F5-E3FB-97F1EFC0E09A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438B5D1-48AA-989A-84E8-83E8523D499C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EAF1E8-E454-AA20-2A44-6B07D65570A5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9DBCA3-7B4F-C1A8-6FDF-A27B14A28F3E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48CF0E6-160B-861E-56FC-97F54FB50023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50BA24E-6BED-4AE5-2B0D-123B0EDBEF77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7E9953B-C791-D132-FBA8-22CB62CE2876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B631018-42AD-1CB1-67D3-705E75BC62C4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5CCFEA6-0CB3-217A-D849-4A8AD30A4DC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AA953D1-A318-5F36-3729-B385C7E0C846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5BAEAF3-8323-A9B1-5ECD-5FF44C4A3A92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5EB67EF-2442-951A-9BE2-83A0DAE9E0F9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D9C6C06-3A16-0481-6EA2-6123DD49F360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6A6D5D3-FF9C-3AFB-127B-DD9995667C7B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1FF3EE2-C5D8-A027-2361-0DCC8ACC7BC9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16DF8DB-13B8-0D9D-B6F7-A18548161ED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190A9F6-1E39-0A25-2ADC-FC50902D0648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9C50613-2A9E-FC7E-1E88-5708C86A4BC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224B5E0-8A8A-2463-6FA5-4219DA14712E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83916A4-56AD-B3AC-0A7F-425FB6C1729E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D2BD267-FD37-C6C6-4633-29F1B8382AC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CAD8F1D-40E8-A207-3D8C-161244425F4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428F91F-BD4C-8C50-3F49-AACB772E68E9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E846B77-F16E-3744-D08E-AC4EB91A5E4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E38FBD-D875-18A0-2DC2-19096543AF9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F8DEC3-B818-BE4E-DA9B-D59069F6472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8D7F6F-20A6-BBFC-990E-925A48571D2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10CF56-91C0-57A0-9C15-F39317E4836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E4E0C-6EFC-2808-3FBA-90DC93A2356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6D35BA-ACEB-983C-7431-8104E5BD235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BAA77-F318-B5A9-D354-96F979669AB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40884E-DFBE-71F5-DE57-73664DCEEE6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EF4A13-F7FE-2E27-95AB-20BA85F61D2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B16CF2-1055-6E2B-BA49-2EBF70E2847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2EC267-1253-EE7C-FECB-0859F77B738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812609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BC9E5-088E-D3F2-221A-F32054DE9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3B267618-A652-581B-BF16-967D7A9FDD8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850836-97A7-F389-A8DC-7A387688D24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F38536-4144-D8A7-EBB5-6844EDF33BD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EDA5B6-6E87-C665-A78C-FAD5AB53546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F912FC-1773-102B-0F7F-5153D163D8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6230512-A75B-E4C7-5833-4F83785F3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AB2AB36-C1E4-7899-07C8-08136A1F4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261BEA4-0CF0-007A-D0EB-B7C10FE6EB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B9601D9-A003-4BB0-90A6-E4793BF2BC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603FE2-1305-7515-C522-B50B7DC48D2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AE5E5B-015B-4B7E-9B17-9DDD1F99C72F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5133D1-532C-C709-D0DF-A90FA6F4A505}"/>
              </a:ext>
            </a:extLst>
          </p:cNvPr>
          <p:cNvSpPr txBox="1"/>
          <p:nvPr/>
        </p:nvSpPr>
        <p:spPr>
          <a:xfrm>
            <a:off x="6152446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5B898C-0183-A4CF-FF40-6D2E5FD94CE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CB6CEB-E337-BB64-CB52-5A7A51921DB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8A5810-B733-059B-5180-8B86B4671BE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679A45-36B2-080C-7255-FC574FC650C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040508-C838-6A29-68AC-2160D79899C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827737-2751-C736-0B0C-1E8A0A2635C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EA179B-9631-F511-C4EF-1A922975797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4378E9-7ADD-5601-9D50-4B4FA82D7BD4}"/>
              </a:ext>
            </a:extLst>
          </p:cNvPr>
          <p:cNvSpPr txBox="1"/>
          <p:nvPr/>
        </p:nvSpPr>
        <p:spPr>
          <a:xfrm>
            <a:off x="7157158" y="8275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70AF39-030E-B9C7-CAA7-032DAC3FEE7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7D4660-7B3E-5BD8-549C-2381D6BDE8C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67C372-AE40-ABC1-13AF-0B5B5AE2E15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B59335-199C-E17B-EB8D-2A29C61A0561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241D54-8065-9EFB-77A4-6A08069C54B2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7096B2-2B2D-E35E-6F1C-6D68CCE71E6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249EE0-30E6-EEB3-5426-04FEC460375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64F0AF-E41F-7F72-2EDA-1192D63F5284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030C70-72C7-B60B-91A4-93E8C3C18278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504BE9-992E-B352-FEAC-47FC9F50EA41}"/>
              </a:ext>
            </a:extLst>
          </p:cNvPr>
          <p:cNvSpPr txBox="1"/>
          <p:nvPr/>
        </p:nvSpPr>
        <p:spPr>
          <a:xfrm>
            <a:off x="4143022" y="45891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DBEC36-C616-0955-69EB-2C0DE601B04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359320-353A-3F3E-644C-78EB4AB60F9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590C52-BC2E-FD29-772C-23058758BA0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6C13C3-62A0-952C-1AB2-60C46DCB1EA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7C9A93-BFE0-63B6-25AE-553D159D697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155312-9A11-EF85-0A33-5E01586B718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020304-857D-B196-A6AB-64138C0223D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3F90B8-A87C-9387-B603-715A342D25DF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6F5430-B165-6341-C663-B408B378EA31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CB259B-CD2C-69EF-BE66-0CBD511950A7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75466F8-2B21-6204-7946-353C0F93EA1F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72FAF8-E938-7734-4392-5B5F311458E4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B95762-C7BB-40CF-02BE-CB020403E57B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699127-9951-6978-DF04-6F0AEDB94F37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2923B2-2336-24EA-CDBD-28268679D9FF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50A0223-E2D2-EDCF-C8A0-08779B05CE8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01436F-005C-6CFC-68BC-659EB76C159A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97AC68D-A80C-8CC6-1A64-188CA8E5C317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7DC5BA1-BB04-A207-6334-3F6E26D16A44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E7FC537-D160-D911-4ECD-56796D2FF8D4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B6E3EBB-16F4-0957-FAAD-86D49D7DBA66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CBDEA55-0FDF-F2B0-9329-AEE9C09245D4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789872F-4864-9F8D-EA72-4544D13EC73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F0976C4-E94B-4977-B9E6-113C50EAF3BA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20ADDED-6C87-0F2F-F9B2-0CD3BAD78F2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6B7A12B-714C-9E32-3A06-8545664A5B2F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E5029F9-532E-F0D6-FBF8-5D5D8BC9082A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9155663-BB74-2F5A-6CE9-72862C027DA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5CDE06D-BE7D-48C8-1767-14112EC96EF3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C0FD3BC-8292-A50D-F0E1-92FE687A7EA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B39691-2687-ACE9-31EB-3B31DA291E5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00AA0B-7AE4-ADC4-2298-0BE9BEDB97E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B67526-E7E2-BC5D-2E51-318ED81D61A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488695-26D8-7CEF-AE99-C4E21C8D74E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C29480-BC6C-0827-15B3-F6B3DF66BAF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C9F48E-5C69-CFE3-7104-323EEB96457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D1A7F2-DE0D-CDAC-6A9F-CA86CFE1C6F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2C6EFB-2FC3-54AD-ABA9-8167E90D90A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D38663-F04F-BBD7-5194-11858590BDB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6336D1-AA62-AACE-DB0E-F610F47AA9F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92C9C4-734A-405E-5B3A-570A32C35EC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8023D8-85B5-BD17-BE71-8ED0A6EFF90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F5C851-53CA-6183-482D-70D08C065E9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7266EA-3119-ECE0-8854-462E2CE03C7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271867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E1779-7FF8-4D09-2001-293DFC1FD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91290D03-5FBD-0566-5624-4125A9F4607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0CE869-8082-E3D2-5A1B-AF755FA07D2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4209DD-E83D-0F11-11FC-1895BB59FE1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E891D4-8D7D-2CA6-5550-77A76A771F0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E495F0-C05B-E638-51F7-D622199ED5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5DE9179-83B9-9F78-BA69-1999E3741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5C956A-83DB-ED32-46B9-78AFCE441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1D3DE64-C4C0-60E6-7759-A6B99764B8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D6166FC-FE42-AE59-726A-E60DEAD87B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54E1FC-DA07-E4CC-8B6C-E10A437C4D7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A7ED2E-B3C3-38AF-EC84-F1D9C66DFEB0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8D45AB-97FD-F7AC-F118-CE5A0BE93C0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F82A08-CD59-F2E5-FEAC-BD23F00169B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7073E6-2B70-B4F4-07FC-9DC449D5169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C05DC5-331F-48B3-9AF0-674567AD15A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32B565-C8B4-683E-640F-B3C9D54E8B9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524EEF-818A-ED0E-1B1D-394C5E2AA5F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E281F7-3F14-F9FE-80AB-A082F15A582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CF2CD2-1C1C-3B1F-F3EE-94A4DBD0148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3ED0A3-5C1B-D986-CF86-12A93FDD752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378FEC-912F-A909-9F06-47ADDDA061B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CCCD12-5315-1D26-B759-77E9113A66AC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30B7A8-9113-B086-1198-DE4C961E364C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A4A40A-3AEE-1034-FE6F-D61FE01357E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B766E1-5835-5179-979C-F45D621C6E02}"/>
              </a:ext>
            </a:extLst>
          </p:cNvPr>
          <p:cNvSpPr txBox="1"/>
          <p:nvPr/>
        </p:nvSpPr>
        <p:spPr>
          <a:xfrm>
            <a:off x="3640666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23C2F8-213B-1485-25CA-446C1446B27A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B22AF8-AB2F-2A06-B12E-D38BCFAC4C0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5CCAFF-0FF9-CC35-0D61-FF56EB4CECA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1C3133E-9186-D34D-412C-D07D2A7AA9A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5FE638-EDA8-87F1-37BE-DC6F5BA7384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27D43C-566A-3EEC-9B80-501B9D3EB0F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9A027C-4281-C0C7-4363-8AF43546C29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2298AD-EAB1-7548-B7BD-9267D786D36B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6F81178-B9EB-2AF3-E44E-D5436AE53561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7B3C0C-F7BF-72FE-A871-08E910DBD9E1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3108948-13E7-F428-D440-52E5B874BC5C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DEB178E-7B8D-9D5B-0D39-7C053D810F72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EC2294C-1EEF-7FBD-21DF-D122B28C66E0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172F5A-9608-B9DB-EB19-51F95D47CD30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0B7FAAA-4A33-E518-5959-3C608E06D796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4FD9E9A-4AB9-A7E4-60EA-68A2FBB6E47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AC514B8-21A9-8D03-83DC-971F1732AD17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33C37E6-E7E2-F3AE-F8ED-651CE7C2DBC2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076EA9B-7878-54CF-5158-0A7A0964A999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E4943C-2E77-581B-F7F4-4C9AF202DA03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0F68A1A-48E2-8EB8-D0D7-230F93BD920C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4874CAF-9975-426B-A36B-D1A3D553893C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FF42DA6-EDF6-F609-A9A4-7A6B7A04270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FC83326-6BF6-612E-0E31-55202D1360F9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5CC9D3D-DA3F-54DC-9F0A-44C499654DC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E3DD541-8D85-59BA-7D53-3BB5004C5791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2C552A0-C057-9CDA-06C5-132EC809DE12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2C268B3-B314-4504-67F9-C4FD2DCEF8B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65EC7A6-7D6D-95FF-019C-EF81D42DA8D2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A2FFCA9-0204-1C5F-8BEA-852448539E1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4E5DD1-146D-CAF1-646D-B288E479C2F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7D504F-C96E-A4DE-5072-02A0A11E130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C37E4B-75F6-CB2C-0CE0-C3834DA8B71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664D78-CD17-5CBB-5D92-31581F29522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51A6EA-6192-B1CA-7EC1-50DC9FF1AAF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8DD731-AAEB-85BC-77B7-D4886E83CBA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C4BCC3-7E6B-BF05-5047-B89B0348275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B8403B-2777-591D-D3C1-4962901D782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2860D3-B744-96DE-CDC5-DBB6DBE70A7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B9B8F9-BACD-5D16-5F98-77587099CDC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74ADCF-1BDA-0A0B-38E2-7FA18171A36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B4329E-C541-1E6C-8371-7BAF811C652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44DA16-E0AC-D90A-F6B4-1570966BD47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ABF80A-8A6B-1E33-0F1E-EE398D72527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AEE021-323E-4E67-7300-C7BF2F9FB62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492BDB-D013-6BE1-0EEC-DA27C9395DF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ACB55C-210C-2BE1-8550-7066E125DD3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09B87A-D60D-121E-1936-B61471DA991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7E4673-66AB-AF79-B0B0-DB009172061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628748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F6275-7604-0DD4-3EA1-AF743B9AE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D8E46656-E20A-63EB-CF1B-994813AE4A2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E234F6-E13F-3357-B698-6A103813BB9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1B4960-4811-7ED0-BED1-02C1ED34DAC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B5C65C-5A48-8D57-A6C8-5BCD5121ECD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980E9E-DD82-9B1D-3578-0453391009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DE50BFE-D1D7-247B-F284-42921DDE0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CC5A36C-A585-1DEC-EE32-192BC5FB0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AA8F81-5954-5838-F2AA-4C88C78A2B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DD85E8D-C430-5DAE-851F-A08158D077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2B32E1-823E-BBFB-4AEB-24A3A66BCA2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561D44-350D-9A56-1C53-6E34BFDB669E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443F8F-1FBB-4B9E-9894-C99561AE2FE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A9F29A-5166-95E1-7F8E-18EBDA42D0D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45127B-4D7C-DA22-C282-F846AA33A9B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07BBCE-B599-80B6-34E1-75C99533B28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14D730-FE1B-17B0-3E6E-4E07ED5DBB8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4FB0BA-2CA6-66AE-8079-88FD8EB7BC6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DE7FDB-09EF-F518-1F7E-2E0E006BEA1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4D8A64-391B-8A5E-79B5-EAB5A932432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5583E6-5BB0-8E72-960E-81C6A8BC7C4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724E50-F626-0AF8-FC15-F6CD57F33E4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F41E56-AE2B-BA74-D290-A1B42EC3D958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58E431-42FE-F5EF-7516-1946DF1807BD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4F5897-4B6A-9F52-70D5-C2B9D1B5EDB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34A446-40DD-D0B6-A3CC-9E18A9765E13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7FE9B9-BEDF-7791-698E-45E08021D96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288935-0D01-4C10-301A-F93DAD72B5F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076AE1-2878-59AC-9D44-011E65C50A8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6DA4F5C-CC6C-CD5E-70F5-034F1465212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9DE34A-EB32-CD37-0B9E-AF553F8C2DB7}"/>
              </a:ext>
            </a:extLst>
          </p:cNvPr>
          <p:cNvSpPr txBox="1"/>
          <p:nvPr/>
        </p:nvSpPr>
        <p:spPr>
          <a:xfrm>
            <a:off x="4143022" y="12674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5BE587-0238-0C36-FEB0-5C4D718EB2B8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1A98EE7-49E0-955B-84EA-1D14FBB40FBD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CCB4E3-75F0-8B91-7AB7-23A64090EA2F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161FDD-CFDA-CA61-F740-12FFEFBA2894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49CC69-1642-DA1C-4F1D-A874DB91EB9F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42AFDF-04FD-F5FA-75DB-665AE221E257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0C89A6-D170-3BAD-79F2-BFC022AA64C7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C1B54F-4317-90FC-BABE-EA043E6CEEA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5249F1-EDA6-DBA0-2153-67005EEB79B3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EF3636D-440F-A25B-9069-6323005E2DDB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33B7657-0B1C-1E72-7E52-D05878B568AF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435826F-9F24-3BED-DEDF-BA9395D80892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1EC4A50-ED0C-E77B-AB8D-B9C21913FBB3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323DBA-45C3-9086-5630-C70B7A27179D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0D962E-D66F-18A2-96CD-BE4B787994D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B0F4E75-ECDA-696C-D8F8-47B30324017E}"/>
              </a:ext>
            </a:extLst>
          </p:cNvPr>
          <p:cNvSpPr txBox="1"/>
          <p:nvPr/>
        </p:nvSpPr>
        <p:spPr>
          <a:xfrm>
            <a:off x="6152446" y="329376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4F3B86B-368C-1702-8720-A44B8766C25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582E8F-18E0-33A0-E292-BEA4A7B6C4A3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46FB00F-31C7-C34E-C887-6D23F0779A75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0FF2E77-7F37-2764-2F4A-229BBB3D8B2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5FFDEFB-1E1E-D3EC-FD9B-3B2142F888F3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E79098A-F473-25D1-9F3F-6849FB66FA4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3A32D7-432C-6B09-C548-EA730474034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A0AE6E-0D01-2AF1-F774-082B971B467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F7098-5B5B-B814-A108-5E22137C998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DE7B22-090F-6B0C-9BAB-2B99562E8BF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E421F7-F7DB-D5AE-1BB3-6781DECBC50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1BCAC9-B4D9-FE80-1B3F-A4C9850574E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48A1C2-63E6-DA35-9731-82A4F8B3D66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E563A5-0006-2F26-E02D-64E9D2965FA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489754-8A72-ABCE-9E85-292474F01F1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E46F66-5AE4-3958-6C72-902F870F63C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9AAFA6-0F2F-9483-F2FF-75082472408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06DE94-261D-B2DE-4165-BF9AD675A96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70251F-FD54-7D1B-C2B3-4816971631C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7FC409-F49D-0ED2-9682-760852ADFA5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858843-D059-CFB2-516A-BF2794E77F2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873917-B45C-C160-1E30-D9525BBD769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8B2217-16CA-A0EC-8219-8553D141256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CA4C7C-5C40-4489-69FB-E6A874A784D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BF0749-9213-CD03-AEE5-5AF459005DC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77DA97-7052-9C94-B3C4-557988C593B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AC7A37-BB2C-E1BC-6F19-792D9455A04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1410360-4008-F6D3-20E6-C2D9DD19979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822121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43014-F393-9052-767E-1E798204B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43B521F7-00C6-15C8-DEF3-9B1D7FB5683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8E2126-D4A2-34CF-DC68-FA28B92B217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9EA77E-BED5-E6AA-1943-57022F65DDE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2C35CA-86AB-D0D3-627F-FACB551DF2D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27CDFC-D316-1D4F-595E-EB4F1AB7E8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FAC8A17-8950-331D-D7B5-0EB55AC66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DCEF72D-0BE6-C4C5-F60B-298DBB584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BE39007-6C4F-881A-5734-7E51BD2D9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87C864-A8F9-2BB8-518F-67AA3E3547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F650C3-FF72-DE1E-EFC8-08EA6EB6C71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E180A8-4FF4-6207-0B05-5FD5EEFA02C6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8C156F-12C2-7878-DA66-1778387E666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BF0BBE-5672-D7C0-88EC-9755ADE4D38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EAEA83-5785-8F46-06C2-AD67B40B490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8CB83C-2C90-CA72-B800-1BF8C1F2BE7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4D9AF8-D808-42B8-B44E-8666A83D7C5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BD857A-0ACD-989A-835F-D1B002D7809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192673-1FC8-457E-9895-1BB297DDB33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E8A460-35A8-B5D7-A51F-F0C7ECDF272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C39A7D-ECF9-F7AC-AD7F-95017B9FBAF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8664BB-8E02-B16B-675C-23149B47B41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5A39D1-5C95-7E17-4617-384E25BF796A}"/>
              </a:ext>
            </a:extLst>
          </p:cNvPr>
          <p:cNvSpPr txBox="1"/>
          <p:nvPr/>
        </p:nvSpPr>
        <p:spPr>
          <a:xfrm>
            <a:off x="5650090" y="131366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F882D3-C420-BC2D-1CFE-02D3EC65E2F8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C7B4DC-898C-D63D-BC1B-D5E2C1DFFD4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4D84D2-D590-3957-2B3A-22ECF76C0EB4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9CEDF6-18C6-B59A-0F23-D6EA97C08DF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828B4B-08EC-93E4-B2C7-8BE1CB215A3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2539469-7D01-4503-136E-5E854E2105B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11BF30-1AEE-2699-7F30-1DF42EC597E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CEE7599-49A3-1179-B5CA-040CAB722513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1437DF-95B0-900C-227B-C12EB16C1A4B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0714D7-04A6-5BBE-329E-A732FBB17187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5EAF22-7CDD-2102-86B5-AB50FE855E69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50C6D25-5BB9-6E52-3643-FA84A6548102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7DCF81-18EB-FF61-CCB0-59248EF13F82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D0E38A7-5353-5DA2-B554-F67A871AECE2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F2C7A9E-DC85-A1C7-C89F-12FB735803A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588C70A-26CF-EB97-9E64-567E1AFBD94F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FD56E2C-7232-965E-3A86-3C0B820EDBA4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CCEC60-E602-BCA5-7178-133371A2A432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D44A5FC-B9F5-C3EF-97EF-4158169A9F51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663975E-F934-9D18-9A2A-DE53FAC371CF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74DA44B-035B-6DB9-C796-4F7E0FBBBF41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D3B6C40-6441-F6D6-DBB1-FC2E42B5C75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347639-5EFC-1AED-BA7E-E7FA9E7FA5F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24ADA75-5E18-6B44-A553-83429C29C5B3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64AAE6B-C4E0-21DB-FA11-800B91521468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6BC01F7-F1A9-C7E6-6EB9-2F8FBAA9234F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849B94C-8954-AC29-1229-3DD993CC43D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DF3C4C-14C8-B29F-46EE-A2502350A20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1E2DEC-6E91-5197-4808-DDF48AFB3AC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2DB19D-921C-9765-4D1C-79B4DB1BF5E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7F0CA1-6CBC-1017-B646-28537B44F4B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016C45-C93A-4481-F23D-9335970E6AE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D54D02-83B8-9F1B-D7E2-FF77B6E32EC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7AC614-95BB-DD71-D3E9-8C47EE2465E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B8EF2D-CF71-D564-25C3-BD5FEBF2746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1C4704-F92B-5255-9487-BD5A621C524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2CC401-0519-5B32-7958-B67E9E3234E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FAF817-2E98-A7AA-AEED-A52CD3A4D08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F5E34B-E59B-B03C-3C7B-5EAEEBCF449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AA766C-1E91-0CAF-D5E6-B9A2986666D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8E91E0-3FC0-7441-A96C-BF29BF7E507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8C811D-1316-A7D4-AD79-F642D469E83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87AEE5-6FA0-E85F-4BA7-C3E21EEE233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A3A429-F65D-E4BF-C58D-AE9FE1EEBDD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E5E04D-2EB7-16CF-E83E-C7D9B6C12A5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21728A-2137-8BCD-5C71-89099E1D62C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75B2ED-3152-80EE-D6FC-2547E0E42E1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02976F-B817-E63C-3FB7-D92CBD3BB41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B3AA7A2-973A-7D98-402A-98B7A5EC67B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D8B5FD4-E40F-336B-64B5-4B99490862B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D564988-E5F6-6079-9375-4DEAF333EA4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5A9B2F6-1D13-233D-C69B-2F6768E8885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772629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7D320-F400-D46E-28FE-CF50E48BF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822A9D60-CCAF-3414-32F3-3998933C36D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EB314D-D2AF-0ED0-BD2D-6D0BE766613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B3B9D7-C00B-E2CA-BF20-0F205A49360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AA5F56-821F-9D4D-4D4B-D1E422D68FF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5FA1CA-099C-FEEF-8979-C34E870EC8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8009E64-7E7C-EA43-163E-64A4D76E4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FB9603-BA0A-12C6-1390-F74B05F80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C5C5B9A-79F7-37B2-0D9E-975E7103B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886146D-92EF-74AC-027B-738E3B4888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023221-50BA-1C8E-FCD2-B9232333C29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5E9C13-53A6-21B4-8920-F986892B68FD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C47A9E-9850-2649-F509-D259C91BD41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51797A-6214-B792-52CB-7BBA6162CE8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7C7ACD-BF55-6A3F-B5C0-FA78B0ED9FE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5AB9FF-F0EF-51DC-B16E-DA974AA2F82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07FED3-E2D9-7445-108B-A928E89726E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9C4B6B-79F1-49DA-7AD9-EC390D6C32E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B0339E-F7CD-F629-E436-4D0D31997FF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321EFA-E16F-901F-0A6B-414DDD916EB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9DF983-4A14-C0E9-4D20-1FA83EAC7ED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90EE86-03A7-DD86-82B6-2277BC601E9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152B8E-0892-CE46-40D6-9C987956C52A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C420CA-48F3-A1EE-B0A4-5E5334BDDAB1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8BC060-DAAA-1468-F25E-DB4C6770B4D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632C6F-8A62-896C-8E2C-1B353C10DA1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667830-091B-8835-9EF9-1921183DC81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73B1CF-CB28-55C9-0B50-B22358397EE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20F0BC-08C3-756B-9E28-7D8C10677224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2AB44E-1731-6A4D-263D-A8345820665B}"/>
              </a:ext>
            </a:extLst>
          </p:cNvPr>
          <p:cNvSpPr txBox="1"/>
          <p:nvPr/>
        </p:nvSpPr>
        <p:spPr>
          <a:xfrm>
            <a:off x="5650090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873CC3F-A087-6D18-AD2C-F87607FCE17B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206609A-FBA1-41E6-E033-015E923A4480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C639F1-9193-1ABC-54BB-484D9583754D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DD55480-935C-C759-353A-A22A6AAB4D90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3947EB2-6CB8-B4E8-1D59-6D9B1A94EB4A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11DBF52-1628-823A-9EDD-0095820521A7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9E72AA4-0B27-9739-DDA2-500021ABB800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A3603BB-7ED5-D28D-A182-3A68269372E0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048B28F-AC3F-8B0F-C1D3-186A92A94D63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8F4C477-FABE-E47C-EDA4-037649D3C01A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E0D31F4-8C07-E6A3-E696-96AF683E601C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93380A2-87EE-5EFD-4F99-857B0C323B2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7143FB5-118A-8842-308C-20FA4BBCAA1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A87EE88-5212-D6F8-F5EC-47E5DD3EA377}"/>
              </a:ext>
            </a:extLst>
          </p:cNvPr>
          <p:cNvSpPr txBox="1"/>
          <p:nvPr/>
        </p:nvSpPr>
        <p:spPr>
          <a:xfrm>
            <a:off x="6152446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0643E1-7D5D-1462-8B92-0399E82CF016}"/>
              </a:ext>
            </a:extLst>
          </p:cNvPr>
          <p:cNvSpPr txBox="1"/>
          <p:nvPr/>
        </p:nvSpPr>
        <p:spPr>
          <a:xfrm>
            <a:off x="6654802" y="206186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DAB7146-D11A-CE31-9D0F-A73A91D70C1A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3EFA618-95E5-35A4-A9DA-320B52A51B5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9913D2-279D-2DDB-E17E-E22A671DB4A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40E46B-BF72-1EBF-CB9F-4EDF574FAD6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2886D-31B0-A31C-FA15-05933DEA1FE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73EAA3-F91B-F7AA-E1D0-CAEF0684E39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E718FF-D605-9AF3-F265-4F9DF286982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981042-00F1-742E-1ABE-18B39E3E124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058FC8-CA5C-60C7-E0B7-1694F898C99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073BDE-2C23-2D89-5825-BA4CF3A0768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CB8E44-3C15-8422-9815-0BCB283BB4F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80DD25-0CEB-707C-D7A2-3D6150BF846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99C71D-AAC5-4B3A-1030-453E3E1D845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8863A3-AE33-436D-9D74-6C63E667EEA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473E16-653C-ABB7-E07E-70F8B2A1419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58B74B-5C68-FD22-F102-7381FA38C26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4AFCD7-AD3A-1CF9-823C-4D9F5A5FD13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263DC6-810C-9E26-3E4F-9CD6F85793A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429025-495A-30AA-B914-C362CFE61D6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29B530-EAED-E085-E818-0CD90BD8D1C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2C0552-259A-7100-FF51-30972B6169D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6692AA-CBA8-AA66-2AA1-C0156D66F87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5052D3-12CE-4B0B-4A27-08F7E861F6D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F92725-722D-D11A-D970-05F06C48C8B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EE26F9D-4B11-7C5D-ACC0-ECFE1EEF6C8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C67DF1-E000-C446-2056-FE32B4C47DB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559B1FA-12DC-34DC-0650-0F96A912B4A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E083A28-EFD7-F4BD-044C-E46094F82BA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F8362AC-DF56-0F30-AB14-0FFE99F5F84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6084A4C-E837-DCBB-5FB1-D1264928266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807826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903E7-A9EF-21CB-1BBF-D486DF7B0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475D58FF-4049-A8A4-C748-C7A2A7CFBE2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F33DA5-438B-0753-48D1-513C09B9F0F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F70B90-58C2-4043-E4B0-5F9A0F09BA7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C53DD0-E768-7CD6-7B9F-E5878A36C28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BACE6A-6876-BD05-7D64-E370A8C178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28C982F-ADCB-B3FB-8578-7C38447C5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BB7956F-6603-CB61-8338-8014753AD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5E5BBFE-98AE-A82C-0F93-DAC4E4B94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0CE961C-AF6D-91B9-656C-DE52C50929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FC5DF2-912B-6F60-DC16-92102D6AF66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C1AC53-F50C-1E44-931D-0D6D60710B4A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A18BE2-7114-62E6-0C88-5B3FB9179CB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93C682-6140-4500-961D-4D0FDE5DDE2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D40314-03BA-E32F-1F99-75061621CEF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96C67A-01E4-F387-7340-0265F1147D9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95540C-94E5-A6F4-10BB-17331774A30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7DE19A-70A9-B18D-D36E-0B84166A9E9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5E9D64-4E7A-901E-DB8A-7A330746E23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B7AB26-7D58-7E5F-BCAC-0F6A03E0562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0295E5-72E2-5424-13A9-F68F57D8F90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2D39C4-EE1B-87FB-1B7F-09284A03A63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76C34E-BFA1-F2DB-C9C7-568725650C0D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600496-0984-B76F-0C16-121817A8E885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32D694-1735-FE88-B9DF-9645C7B1F9F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9F9FDA-2BFD-852C-B643-402EEFA4248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3E87AA-4AC1-48BC-61C7-E89A17C27489}"/>
              </a:ext>
            </a:extLst>
          </p:cNvPr>
          <p:cNvSpPr txBox="1"/>
          <p:nvPr/>
        </p:nvSpPr>
        <p:spPr>
          <a:xfrm>
            <a:off x="4645378" y="102611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52D26A-8614-1DC2-5693-3A3DD1F2C8CE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D6588C-A59D-A315-E196-20C6C126F889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24A8589-B818-9C18-04BB-0C1CDE1A77DF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D0671D6-014C-845D-5611-0148288804EA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9B4B1FF-49A0-937C-5795-32C5B87BB571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E96D7E-FE47-8468-6D92-4ED937ADD7E1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D172BBD-8B73-4AA3-1C31-E320B48347AB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2ECD5C8-4B16-F187-4DA2-AEDE0819FBA4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4FBCEAA-8EFC-F783-4737-F8343132A0B4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A8E173F-8C0B-C81C-8FC3-A465262A9D8E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DA67183-E336-918A-3C12-610E6182B8DD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64E0913-CF25-C0F4-F450-5C795DDD01A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BF58F32-9007-CED4-95B0-58425CEB8C5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FEE5CC7-F487-A8BB-7A98-59C2D669DFBD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EAE87F8-5D4E-F998-DDA8-D5CDC2565D4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6C5253-CCB8-3DDE-5A6E-10D0D19224F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67F3C4-020F-1A40-5594-43F460317D5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FE19F1-F1FD-0DCA-95DA-190B3B1A4E1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F35779-3A27-42E8-7CCD-D47B201C5BC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884FA0-F4CE-9028-6AD8-891F3434FDC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E970B6-7C4B-751E-DBA6-15ABC38FA49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D0E47A-8C11-F67F-EE9A-AE206FB533E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06B01-293C-09A9-53E1-C22B434CE0D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C6570D-7117-E25E-609D-75A609DA4D0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760ECF-B702-B9B6-FC1B-4C4B09B489A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4BD402-CAC4-569A-887E-C0DDF495905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E275F4-B2E6-7D6D-D6DA-3FDC050CAD8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B76C5D-515B-EA65-F506-BEE4BE83F7B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320F17-98DA-016E-F466-25AC3F406A7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6A50FA-BFB1-D678-C803-79A90F32A9D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73B642-97E1-DCD2-0606-3622DA13BEA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8700C0-5960-D3AE-C49E-F95C2ED6B0F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0D979A-88B4-8D12-0956-49F5D8A9016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AF4158-378C-EA07-12DE-A38F97FC378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E9C6C1-0ED6-1CCB-2788-71A52400B07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685C7CA-FABC-7573-20E7-536EA422AD0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2A8F6F-8666-F62B-6155-F01B1333969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60A5E50-F807-98FC-3D0C-21821A8E37A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4CAB4AD-8615-84FD-9E00-F83A3D4BBBB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2836964-2DB8-1336-E600-C8915A8A58F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9B40197-3DE4-C6F2-545A-9A0FA7E87A7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A2168B9-97DB-0E2A-F844-2AF7340AC71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8B3102C-4F44-7710-A64C-D3E88DFE911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9F1D27C-8AB4-DCE4-257A-058B47726C4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2F7143B-908B-27B2-BBD3-252EDCF0F6A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8EF8A31-6EBE-B180-3477-1CCFC19021A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C6ACFF3-2F72-050F-2091-280DF2B7478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A6B8956-22DB-C6E2-F8F9-EF476E51707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836167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583C0-FDA2-CD76-47BA-D8D170C34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E4CC7CB8-CB4E-179E-0457-945E7B0A211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65413E-1F79-81A0-38D4-534D849F521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00916-C39D-C3DC-CBEC-A2E4D201757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5DB445-72B5-70DB-921F-D9787DDCF62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81CC20-1628-31B3-0680-CE3439BBCD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C93E8BE-91E2-F954-6796-B9BF2C83E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2E075FF-00C9-7AF4-D3CF-EA3DC9EEB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392F15A-04E1-C949-981D-524086F5F0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B4C9FEA-CFAA-9EBD-2B67-CC2417368D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AA089B-0F0D-3E2B-22D6-161723B0DA2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3E4EE9-2A56-E513-8B4F-424BA73BFC9A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78425D-B64D-4F17-3E75-5F3389403A1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0E3A4E-93F2-B305-8C57-EBCF2F4C654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0A4314-C69E-6CC1-7894-6C8FA0513DB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9F4C91-289A-79BE-6B28-267DF545277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114377-7323-7F62-E643-E232410BAA4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161D7E-F6A2-72F5-CC59-2AF9216FB38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6E0EAD-4466-B5D6-3D1A-42B27175743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0B305D-DDC3-FDE0-E996-F9E39FE8C37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02CC6A-C00B-75CE-E31C-2B4472BCF04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4BB424-9E9A-03A3-8AC1-0FEAD1971E9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0A7C32-A7B6-35DA-B6A5-97BF291BB3D9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68931D-A095-D12C-8053-92DE20877427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6B06E84-2BC9-AE29-2229-F4F918AA79C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91B3CD-0272-FFB6-07B0-0DC9DAAEDE0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38904A-0BD8-B987-F18E-640761F21F9A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4B37E1F-250F-5942-13F6-EE78E4FDD380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0C7F59C-1A8C-D26B-82FB-4FB73CD522EB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CD4FAA2-BE42-1AF9-52DE-40C20C44C712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41FA5CD-733A-FD84-0F62-F072CE468030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A3431CE-E09F-C43E-4660-5862887185DC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8577E4-FFCA-DAE9-C59C-CD84C3F80C33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795CD94-CDF9-5A0B-62FC-653F9D525296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03BEAB-9D04-6867-E3EE-A4B665B87750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CC58E04-B2D0-CF8F-E86D-2D0F800FC76E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177F5A1-8B35-FE52-A391-9EC1E18D8F69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827F899-2ED6-609D-182D-939B364E570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6E2EA89-51CD-7969-814F-82B075E8774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53BDAB0-F2B9-A5F7-4A3B-F9A8B282C2EB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99ADBB8-4066-8FF1-1FEB-6050C08FC31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49143F2-2594-B504-E514-80B9D72F0E9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2AA824-D98B-6B44-4143-253909BB7A6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62F7D-5C93-7A37-BDEC-5DBCD744888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FFF473-530F-8A20-BD9E-686E88EAEFB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B288D4-7CE4-4A37-648E-1A4491FF0EC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E859ED-C40B-4052-8309-547DBADFCB1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41744D-1C53-1547-072D-24696C766E2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BCFC10-45A2-85C9-D7FA-14A7F52D277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34708D-40C6-7D04-EC09-8A2A38ADC57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BF946B-187E-AF03-43B6-B293C3D8D37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758239-279A-7ACA-F2D7-26CE4CE4D40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FC5A73-B91A-CD4C-701A-C8822368001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536F2F-7485-6E55-DE3D-FAE51536829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AC962B-294D-3011-1FE9-ADA9B4A6EA9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47B428-593D-43C5-C9E2-DD5D5722B34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E98C14-DCC9-0FD5-9331-F26E6DA53C5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D04879-CF0A-1890-3B33-774759B8900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7E11E2-ACE0-D7CF-9266-50647ACA14B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F2CDDD-7B8C-B4F8-2F46-CE66A82E55C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4F6605-21FD-2DC3-6E32-757680A61B8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0748C3-D75B-23FB-456B-F17FFBC3FEC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C13180-175D-9186-8C12-86A2BFF50A0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00B296-8C57-CF00-B2A1-28274AF7683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3F3157-1D98-C1A7-8373-181848880E2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09AF30-4203-519C-A385-085A47936BF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22E98A-83C5-F538-98AE-C5E5B803174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C8B69F-88DC-954B-E69B-25862EB3C64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5EAC8F5-A70E-93A1-3A18-9FD549B02F6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6312847-10C7-5168-F5F4-65DAFC6DF5E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1D7BAC8-FDE5-0AD0-FBC8-5162141A04F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F8EBCC8-E018-472D-00E8-CCA92EEC979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CD8A075-194B-A98F-8860-CB423B0F507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483E7C2-F4F6-0CBD-1B7F-621617A9438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C8FE6D7-3863-1C98-BA90-4A56231F9DB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581221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7A6D1-2B96-F49C-ACF8-44C8ADADB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115B0539-FC1A-7743-A324-0E1E16DC80C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15D555-321F-E92B-1160-79419B0D17C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2099B-9F52-228F-9E81-0E315BB0C00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C61BD3-BD1A-3BAC-05C9-16801990A5F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0B00AA-A60B-A33B-1E89-D650A0C17F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B93F06A-FBC3-E597-B58D-D881D609A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1196FC4-326E-B407-3926-DAC14B1E3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7A465EB-21A9-0532-A5FE-3FAAC8EC6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CAAE276-222B-B984-008D-FE4330EE44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131F23-B7AD-6221-7BD4-978B78D2997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C46B86-697F-40C1-41BB-B2F2EE80EC76}"/>
              </a:ext>
            </a:extLst>
          </p:cNvPr>
          <p:cNvSpPr txBox="1"/>
          <p:nvPr/>
        </p:nvSpPr>
        <p:spPr>
          <a:xfrm>
            <a:off x="4143022" y="499869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886867-05C8-8475-1E82-BD51A4BBCB8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3535A7-712D-57C7-A20A-4AFA390DFA8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B2FDFA-36F3-ABFD-28DC-9B151412EBD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611528-F1E6-D2AC-45E7-7E4C5509EBF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6D285E-24EE-80CD-84D2-72B3A2C2E88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D4D967-7648-FC77-C523-66BABE7FC87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BB4F3A-67DF-B384-6A95-E21104ACB8D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B2C182-F718-4436-B5A8-057F34D0C7E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7DD395-0699-8C37-7FA4-C018C741CCB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6E051D-17A3-79A0-AD7A-0A5C1A2D999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5D64CB-789E-090B-94E1-21E524B1C608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532909-7787-29F5-1776-6204F69A0DEF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79E479-50BE-7577-78A1-C975A154714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37D656-A7E4-1D97-2374-1FB471C7FB1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2118CE-CAA7-6D0B-D662-4DDE5F93E2A4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703F7ED-FECA-BBEE-223E-9391670074AA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6C6B72A-FB0D-8B59-44CA-6B06BAC4BCBD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9B58AC9-D8A7-BFA4-A05E-EF0EC1C6ED76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283BE7-D204-B44B-33B4-9EDF46A00817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6E84B80-DBF7-E518-97E1-417BAEB093AF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886BB95-E3DA-528C-2D9E-6A5DCE4C96B5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33A26F9-A878-FA25-7789-A04AD17E1DBF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A5DFC2-C2EB-58F8-041C-2696A3F6D1F8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40D6AA7-E5BE-0F0F-73A1-746E92E68DAA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178D58-A32F-ED26-658F-81B18A231188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020B473-60D3-18AC-6899-41E4C22A345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6AC333D-044A-BF19-545B-8A0B85144A6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4E4E8CC-E776-574A-22ED-FE89AB383B82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385DE23-C7A0-B922-1D89-261705056E5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D32FE6-5BFE-22F8-3F1A-57A7658D629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F5DA6F-33D7-7F81-96C3-CFD240598C1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9C50C7-89B8-7497-7537-E7E03BEF1F9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40BF3C-7B6F-0373-BD32-5EE65A1B50F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52349-5E18-BA78-3595-0D0C75A3412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B4E45-7554-A92A-C2B2-D90A25C5C7B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D445B-F888-ADE9-E2ED-F31FF7E87C1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8185B1-A670-F39E-DD9C-E3EC96BA869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1FE1E6-3D1F-6079-AF20-3450C768760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BA543D-E63A-1858-990F-6AAFF8D5B1B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60B910-43C1-DFA6-FE26-CF065F21AA0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AA8B45-EC30-408D-9182-F9B2B8F0BBA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15FB5D-5B5F-13EC-424D-6C157AA738A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A12C4E-90CF-D3A5-302B-3402EEA521F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E22100-D8DF-57A2-B32D-F14E5E8C01A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86D6D7-4A43-E796-A5F7-C32447724C7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06C577-F0B7-1FD2-2F78-0BE8248A707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F55319-10AF-37CB-B680-E2DE0919A47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9078EF-C287-77F4-2EE1-C3D13DD5F27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4EA617-A3D4-2562-7327-DADAFE6A3EE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AF9DF2-1FDE-5070-77EB-6B754934448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59A0E1-547D-923A-3978-936094B7654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BC54EC-021C-113C-443E-1B748B2149B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B3E3F2-9078-F575-BE0A-088BD03C6A9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6A9785-4BAD-6368-A3A5-C7AC5791772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0B5B2DA-0FBD-378F-5438-2024938B30C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1037A17-36B7-66BD-C5D0-92E3F8BBACC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A1962CF-5DA0-1900-813A-1BD14FB36CC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A2D4142-B483-05B5-C08C-CF6B3ACCA28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1EABFCE-9E45-F259-C386-07986ECDFE1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646E1AF-2AEB-50C7-95EF-B6FBA5FE575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6F760D4-C829-29A2-0EB7-1CB8F3E5568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7AA8F90-A193-6B98-7364-4336525C6A0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665D20-B35D-4BDA-F15C-1C58340A2EC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325913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220E6-8C0B-E0EB-39FF-B888D77CF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0954F5D9-9921-03CB-E5AB-7387724A286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6D31B8-B316-89A9-4CB7-71A66878EF3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7A0F34-F897-7020-B525-1366EBBAF35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F09BB2-30D3-FDC0-2B19-9104A9B9D30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22E7D0-01B9-3BC9-E7D7-BC6439D5C3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Row 9, the 34 cell forces the boundary of the line to be 2 (rather than 4).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A52AD74-81C6-C7DB-44D5-DFB85D2AE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8E2713-350A-EDAB-07CE-7E6D3B7E1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B60552E-C4A4-3FDC-BEDB-BC4113F9AA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6D0289-0022-6C9E-E6BB-2808C74CB3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0AAE04-61EE-CC56-FA2B-BCAECF8DA90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563653-9B92-BFDD-ABDE-1354F285957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021203-58E5-9CA4-67B6-E85133B0BF6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C786C9-68F3-441D-4DFA-5B071E1FB3A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8BCE16-B946-5FDE-4AD2-C5E30D29448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9D788E-8774-56F3-23F9-B8EAEDB76D7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0DD8E5-2A67-CC71-2AD3-0F8A3B55514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AAF664-9D5E-5A7E-B7C5-D813EF8A26F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F4F86D-EF77-FD07-7A1D-606AD8A667D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539886-E856-BFCB-025F-F1C289B8E25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410865-9FBE-F859-140F-2A69C13F405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FE9516-C58F-26C5-14DE-D93E5A39DDC3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1A0EBA-3723-7AD3-7086-A8B37D254B9E}"/>
              </a:ext>
            </a:extLst>
          </p:cNvPr>
          <p:cNvSpPr txBox="1"/>
          <p:nvPr/>
        </p:nvSpPr>
        <p:spPr>
          <a:xfrm>
            <a:off x="4143022" y="40882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40D9B7-F28B-ABA5-9C90-5487D178C95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60A62A-0ECA-384A-9E9B-85D695388DC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31B8FB-DA45-793A-85D0-EA342C1547D0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E5321E-5DE9-DB7D-3C66-5312B69C4260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A08AC71-FF4C-A701-B327-1E88E6B2B7EF}"/>
              </a:ext>
            </a:extLst>
          </p:cNvPr>
          <p:cNvSpPr txBox="1"/>
          <p:nvPr/>
        </p:nvSpPr>
        <p:spPr>
          <a:xfrm>
            <a:off x="4645378" y="40543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EB0B96-2ADD-77C5-C565-55D20D33AF39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5BACEF-E1A3-8828-CF48-773C915C7312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14672DD-EE1A-8482-3F98-D4D549CBCD06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C7AE3C3-D0A0-2FFF-2576-F06CC50571A5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A995BB9-E242-A672-80A7-24E4D6336DC9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654433-C905-B8F1-E98A-0E73930EA916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41EC76B-5BB0-87F8-5FF1-B4A18965148B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10A9F95-2EB3-4BAE-C315-1763C21E28BC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EF40B42-2C8F-02C5-AF27-777079360DA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CC9CDB7-CF67-FD15-D43B-3F18A90AAA8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E922B20-B3E9-B19A-5B5A-CA56308F9CA7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63BFC6D-05E0-08EA-691A-8741C4A92D9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4027F8-4D7E-1A2C-80EF-2B1BA840CD2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942892-5FA1-0E5F-3754-F91407454C5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C387BB-3A71-E5A5-2A2F-744EFCFF1B6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A5D4E8-825E-4705-AB17-BF78891A182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6C47F1-D309-BD58-0615-52432E28856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70ABC7-529A-6D88-7198-77CD9ED474A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D01EE0-54C6-3FBE-8BA8-1079A9AC6CF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0EADA0-A55B-793B-CB91-3FDD0D9632C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0A0E6D-F620-AB67-4974-B3135E9A0D2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8978FE-CBF6-0DF4-BCD5-EABB13B564E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90755F-641C-8427-49DE-A44155324FE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7A8312-1AF0-6096-7E5E-8F37F63D247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E594B6-A565-CD3B-C010-1B47A6E8E1C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386F80-B425-EBC0-489E-5F66463E3C2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E0D990-4AA1-8ADE-D74A-2B31310B849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7194CA-C37B-F7A4-9514-A3B416ED3AA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6D6465-D75D-4003-DDD7-814E5CFB73E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0E3A3F-0E40-1501-332C-A2F900F9600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8B6AC3-A8E5-CC84-DCC9-6006A0B43C1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E1B36D-E5E5-F741-BB8B-2E6A51C7A2B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CBB8B1-B361-AA34-019E-D1F24F505AC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827F9EA-4C1D-B80B-D706-F02D18C4AA8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4BE5F2-D8EC-E496-87CC-C3FFC3CD7C3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D83545-C179-80BA-3BD0-FADA148D25D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A935D36-B246-8F14-346B-5B1E1760842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26A687-BF24-0255-DCA9-82A5ABCACE7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EFF1CB-98D2-BD0C-CA97-95BFDFF5734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3847DC-9AD2-58BA-C30A-DAFAC736350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9AB3D70-FDDF-473F-B6E2-A2A3F69CE32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8C222C7-50A1-4655-305D-EF793430008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BCB3C19-6214-0920-1DDA-FC78D6017DE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58C8A87-4DF7-E86C-2332-41C55A12535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FCAA3CF-DE21-6050-F77E-DBAA805AA44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FE09B-EB2B-3478-5299-308B048B748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404587-F822-8493-45C6-89043A1C97F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166705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82DC1-8D22-7869-7675-468266398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7F4EDE91-A4EE-ACDE-0F63-72C18B422B9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21E8BD-FBEF-E224-ACE2-623AF4D71A0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4C181D-ECDF-4941-8EA4-9F364821CC3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71EE82-7A4A-A7A1-4902-7090DC70385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5920B9-3B7E-B4A2-3708-7872CB654D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365CE19-35CD-C253-5847-AB924B95D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BB2422F-0694-47FF-0B6E-835FAB353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946A752-0BCE-5C8B-58B7-6903EC82DC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F38020E-22F9-A77B-D9C0-ED2300F763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9364A8-8065-890D-AE93-3BE846947C6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95162A-9C10-2348-E915-43D2A9BB3CB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2ECADD-5653-271A-E646-34D256BD5BE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CEEA9F-A410-53AA-80F8-529B30A8124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B1CECB-9D73-A284-F6E1-E6B550B6A1C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11815A-EFD1-43DC-3DD2-A1BE4491AAD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BF8B52-9579-294D-E1C3-AB425E9264E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2D2A34-733A-831E-6EAC-360D6F03B70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27D6D0-7408-FFEA-B404-0EC18A54D3A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0064CE-2A93-C283-E65F-414AF4C186A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36ED82-6AE9-775A-D86C-045733ABC2E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1BB1DC-65A0-30FC-B52A-3B0562EB0D76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784B93-2843-A117-7F35-4370E65AA5A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7D2F93-8B15-F6EB-7B9F-101D9BECBDD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DABBDE-E708-156C-9833-6CB930F96A70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B59C0C6-ED6F-E547-4B43-8BDB08254C3F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8BD3E3D-346F-ECD3-CD8C-C12142245C9F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65C2031-D9AD-A463-2C85-D92912FBF14D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498B8F2-ADE6-D40C-ACEE-E24F15606AD2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21AC49E-6AA7-0658-DE1B-5A76F3B32127}"/>
              </a:ext>
            </a:extLst>
          </p:cNvPr>
          <p:cNvSpPr txBox="1"/>
          <p:nvPr/>
        </p:nvSpPr>
        <p:spPr>
          <a:xfrm>
            <a:off x="6654802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F7075B-1447-E3A0-43E3-582ADDB844F6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A44BCE1-5DA8-0001-0D9C-48239709CE3B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2565C8B-00A1-6E4B-3D4F-483FDAD370E5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4189629-F7A9-B8D3-5CA3-7C94ACF41A73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E48E491-5A39-CE48-D6AC-1D38B3D02B4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B7CBC5-0DF1-3659-3D5F-8CEE0728205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7D71D73-59AA-BCFD-1D14-4B3E5A59718F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F69AF08-F05F-DC68-82AA-4A625F31364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3F7A69-1F41-ACE0-772D-449583C283C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0851AC-F6C6-07A5-3C88-B082FE2608D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1AAC98-3B76-5995-8219-7576B152F51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A3EE2E-F1A0-EDC5-6928-2BA1522FD03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7AA3A1-65E2-2324-E30E-5673A4389B9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C167AB-02DB-D657-99F7-3E37633C17C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F58A6C-2201-8BDD-4C37-007E9FD272E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374E8D-3518-74D6-B45A-B95BD21009F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F814F7-1BA7-2ACA-72C2-FC52538AAF4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F49E64-815F-79E6-8904-9E831A037E4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3B860F-168D-6867-625A-BA83076C5CD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2E54B2-36B7-10B6-C569-DE256F09A2A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F56A00-54FA-82FB-265E-F3C5A360472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B32A85-EC8A-B26E-02E7-BDB50D2E7AC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B966F8-8162-BBDC-6A25-2231C63CDAA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F16E63-E4C7-E861-BB48-F8D86D75282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F3A78D-9C2A-45B2-6F07-032B95A8E36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EDABAC-ABF3-9EB8-35F2-3E1801E200F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673F49-B15C-A1C8-B611-126DCEB84AF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49D0C0-9FFC-F2A9-7E40-2EA4D931EE4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E63484-002A-4E4A-FB5E-69B261D763D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6AB575-7C03-D426-6F1D-D189AC09A93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11673C-6E14-E3E5-F7EA-113119A819D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FC4095-CC2F-A5A5-129F-BF770EBAB0E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B02001-8633-DAB0-67A1-73576EB16A1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3D6D3E-80C0-587E-5DE6-64A7DFBC4B6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E4F4456-D492-B3C2-0552-A8DEE07181C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B95C00C-C609-73EB-0077-064A8B167D9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8D8B01F-7D37-641B-ECDC-597513A5010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9BE5A0E-E668-F583-ACD0-5A937A1705F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1F2AD24-D5BD-88C3-45FF-A0FF1CA10C0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DBF7096-3042-162C-3B43-726ED758CA1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A0317E3-AF2A-603A-F2F2-777EAEDB5F8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7907A-B8D6-E6C8-526E-2276BAF0562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AC4A75-2169-CF82-41F7-0C70E7AC9BB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03C109-B5B2-2254-2CB7-BDB57DAFF38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2F9670-272D-B9F6-CF7F-94CC758BDAB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68719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CC636-338B-60F6-6057-D1B880030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990F2F1F-9927-6927-238F-A094484E272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B66A90-C6A0-74E1-BE46-B97530F71D9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6425EB-F2EE-4055-ABCA-662236B9CB9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FC0F39-702C-3C9F-6FEB-7DE7AC55FD1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8869B8-77C2-B584-DBED-81B7A02827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8C939B-5EFD-BF91-A05B-24D143E68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A1DBDB3-14CE-09B9-ADDE-EC3D6EBC7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EEDF3DB-7964-4967-EF72-EC2122A234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88E1443-2B0D-B416-0811-975629B524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B0A474-E62B-BAEA-2D62-333B2A0C0F0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3D7445-5E30-E8B9-2892-E45D4ACD6F2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B361FE-0F7D-CD7A-7136-64AF45BEC95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671A6E-F156-40BC-1193-9248A17378E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021C7B-BC84-61DE-521F-EC2E412B84F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C915C9-EBA5-A20E-2512-9B71EDD795A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C854BB-30BC-BF4E-F0DB-25CE6DC3176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C5CC3F-D245-B316-304A-A98D37CE4B3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34BFD8-79ED-9829-502C-91DFC95B2DD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E4085D-BC36-596B-4AD3-66796F2D95F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8A2447-970C-DC89-1474-ABF35A006A7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6C927E-11C1-DABD-03D3-CDBD4047120D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219C31-3C20-B642-46CD-72725EDCC0C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685ED62-87F3-948F-1BCD-116BE25CB45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89BE33-3BF3-A523-4989-8584EA1E2AAE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B64142-AF68-A156-CEE6-B1AE068E6FBC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98C573D-B13C-3C9F-1D5C-A142CF3DDC45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F8F7089-BC24-918E-7FF9-F8B30D915479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816D71C-56A1-7114-421B-0B68B095C61C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BB7C64C-1005-ABD5-075F-ED9EFB37FC39}"/>
              </a:ext>
            </a:extLst>
          </p:cNvPr>
          <p:cNvSpPr txBox="1"/>
          <p:nvPr/>
        </p:nvSpPr>
        <p:spPr>
          <a:xfrm>
            <a:off x="7157158" y="428436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2272C0D-543C-91EB-0A16-F04DC74A41E0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CAAEED-69B2-5345-3092-1ACFEDC5A8B9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C2CFD4B-D5DB-7CBF-4B9A-14A4B0A1ABC6}"/>
              </a:ext>
            </a:extLst>
          </p:cNvPr>
          <p:cNvSpPr txBox="1"/>
          <p:nvPr/>
        </p:nvSpPr>
        <p:spPr>
          <a:xfrm>
            <a:off x="6654802" y="229187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9112BD2-E287-43C4-0948-2EBAE6F2D63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1FE092F-C0EC-CF43-738E-19964B82C24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9C18AD7-8E7D-0850-54B5-C2F830567FE2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93E0ADC-CB83-1768-9627-AC4671D2F85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FA828F-EB0E-8EFB-E930-8BDED685E95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824CB3-C8FB-06D6-3DC8-6F5CEF3B881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9282FF-7852-AC17-4375-BFF4CFF8D9C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C5457A-37C6-0507-8CFF-E6887EDEAE8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37577B-619A-D879-C1B3-A99657792E1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10ED64-5DCD-4B70-6111-B72CB24041D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822628-1E71-6D9C-577A-36CEE147C1A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4705CE-59EC-B097-E14E-64786FDE61F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175850-A7A2-ED7A-364C-88EF4BE079D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865888-4931-69A4-D15B-1EF9F999BCA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D0DB99-39D2-0580-3C6E-4BC076EA5E5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415F10-4CF7-147E-5497-0474F7EEEFF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62AC46-3450-1379-6A46-8F5CAE16F7C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0A1E31-240D-DD2F-6970-7DEA69EEC09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49576F-2716-0076-D9C2-BCDB6DC284D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55569A-79BD-36CB-3EB0-0853D65E1D8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9172CF-F201-9C24-F5F5-C21B45B91D8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41917E-D1E2-6485-A44D-87D40B70876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514F87-8E3E-C145-E453-1E8BE16D1A0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48ACAA-41EA-2971-020D-2823F3E85CA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F45E08-8869-3CCC-F223-AAC9CB106B9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ED2DCF-570E-3F0A-C44A-12F016BAC8B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1AEE3D-7793-24FC-8C80-1832767DCF3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165FFD-9639-8FF5-F3AF-C21D0AF237E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4146DB-504E-E8F8-B470-CCEF8666473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1B1E4EC-1CCC-2B94-864E-469D3CA133A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E00227-33E4-4F0A-EBB3-F886A68CD4A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D928FBA-0A58-322A-C79E-1909C618910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DABDDC6-63B1-DB60-20B8-18EB82F2C5E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CCD7C23-F591-389A-EEC3-524CA1AD656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5C1A8FC-0878-71AA-D1CF-C5BB9E31ADB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9FEFB05-D212-37E2-64EC-046D1FAF0F1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BDE6B80-E516-79BF-CFF2-9D8CDD7DD8F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A3F0E1-CAF2-FE14-06CD-1FC60A9828B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7D3295-4D1E-B838-7E14-19579121FCD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8DB129-0064-CB1F-1041-DAC6B6B1929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F32F2C-B84D-7A25-5B31-7A940CD173D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F328E6-BC45-6A9A-1FE3-45D28FFFEDA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303152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5FBFE-E794-ECB7-43CF-387A1A91E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52AC502C-059E-A099-5A10-C96E354C1E4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D854EE-2CC4-AE28-BC22-5D9AEBF5CFF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D5CE85-379F-A3D9-1E9D-3D09D68C5CB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5D23E5-24C0-6C56-F654-B8A06949B84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9A94B0-687F-C95B-83B2-239F00D24A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0195599-C77E-9A99-9504-7E7719B0F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CE8746-1443-E052-AB6C-456C9DFB7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1985B5E-A021-D8F5-CBEC-873921857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E79E9C4-2F4A-A571-6B54-E9BD7BD2D3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06ED12-FCD0-B543-BD20-D85010AEADF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21E5D8-1E82-B55A-DC7F-97E03C18B70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A265A3-EE39-D9AF-C978-AFD57CCDB5D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128951-570C-6444-DE4F-00EA8DDD398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B3621-31A0-278C-C905-8C54A66C0D3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767B9F-82F0-9E85-23E3-91BC0D438E6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0C2124-3D91-4BF2-3E33-9FD260693F1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00495D-D0F5-A1E4-E195-61CD68D8636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CFA5DE-E75C-1FE2-E7C2-8D0EF0F950E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77E828-ACA0-77F9-9EC9-F401C53B999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8E4119-2EE4-B1E9-AC40-D44A7058C5A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0446C2-0058-56ED-C216-07250A3FFF50}"/>
              </a:ext>
            </a:extLst>
          </p:cNvPr>
          <p:cNvSpPr txBox="1"/>
          <p:nvPr/>
        </p:nvSpPr>
        <p:spPr>
          <a:xfrm>
            <a:off x="4645378" y="449774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5DF015-C869-BD00-D618-96523295F37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339AA46-1216-1FBB-3E0F-7D05426BF3E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866376-1EAD-FA43-FF34-C13E95300A7C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6B3A6BA-FEF7-1813-3C4D-F6B6C1D75512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1A3F72-2DD2-26A0-F094-D38A25B235E1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DACC53E-8732-2BBE-1D55-D9918A91904D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BF744BD-AD8C-9FBE-D282-ACF5AAC016A3}"/>
              </a:ext>
            </a:extLst>
          </p:cNvPr>
          <p:cNvSpPr txBox="1"/>
          <p:nvPr/>
        </p:nvSpPr>
        <p:spPr>
          <a:xfrm>
            <a:off x="6152446" y="45440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3C0262-AD17-C035-076D-D6E42F197457}"/>
              </a:ext>
            </a:extLst>
          </p:cNvPr>
          <p:cNvSpPr txBox="1"/>
          <p:nvPr/>
        </p:nvSpPr>
        <p:spPr>
          <a:xfrm>
            <a:off x="6654802" y="49772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8B7E46-8B64-7D1A-73BD-E891C42EB399}"/>
              </a:ext>
            </a:extLst>
          </p:cNvPr>
          <p:cNvSpPr txBox="1"/>
          <p:nvPr/>
        </p:nvSpPr>
        <p:spPr>
          <a:xfrm>
            <a:off x="7157158" y="496592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3426DF2-91D8-A2DC-7C7D-9F020740DF8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372FDFD-2B2B-8FAB-070E-0E0729D3FF2C}"/>
              </a:ext>
            </a:extLst>
          </p:cNvPr>
          <p:cNvSpPr txBox="1"/>
          <p:nvPr/>
        </p:nvSpPr>
        <p:spPr>
          <a:xfrm>
            <a:off x="6152446" y="25814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B54F478-79F8-2E60-846C-044FFD08933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AAC332-11AC-506A-2517-7BC1B9185AC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66E002-AB8A-2202-06D4-420409B4CDD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FC1C84-CF33-CDCA-AA50-B63658132A1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F951AA-A700-E34E-9213-2F0E50A2302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1D0626-8A2F-E04D-5F47-B09C46A832B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3F264-67D6-364A-AA8F-D0109A3D7B5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778E15-1FB9-8882-E082-36C33FF1289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AE7583-EF53-0B83-4A85-F64B571D485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7CF431-0211-8A4B-E6AB-2D91338D4D3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248A03-73EB-5A14-90C0-E71772A2B67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B8FAC2-EA84-AD86-FA29-D374D00B8D2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CAC244-3A35-C01C-3804-FE8AA450CE8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1A147B-5FF2-5167-2B6E-D7B044AF0FC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876877-9826-B63E-D406-FC6E25F9456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DB854F-B49C-B900-F5F4-8B53FB05FEA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4AF23A-E86E-6927-C3CF-C0F0D9E0066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EE1436-5190-0664-8E37-4751F478077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993F07-B97F-6DEE-6C58-3498522F469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476EAE-8DB6-2F0D-B957-21426506C1E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5E9C08-981C-89ED-B609-83780AACB72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8C803F-15BF-AEA1-02AD-3DE4361A3D9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F07FD4-0CFD-53D6-3BC3-50A7345483E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1A1374-EBDB-8205-BF71-B956EFAB415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7A9F18-CDBB-3C0A-7E25-18E48B08F39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EEE41C6-4C27-F14A-F0DF-EED2BC94B96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8B76D3-A70B-95E2-880F-6C81FDE960C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9A3C30A-24A4-5EE9-1242-10E2EF6C807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22333EE-A5F5-75B5-A24A-E36CB617FEF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2AA0F4E-A3A5-284E-4616-8AE88AD326B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9A5E236-4C19-D13B-0042-AD11B7E74C2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5238C78-BF90-21F8-FB22-03F741225AE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469F79E-2CCE-E70E-0769-C067ED75141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039F0AA-805A-EFEF-4D47-21342998C10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F858C7-3486-1D6B-E001-81F324EC7CF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8BB609-077E-E784-B34E-D4E946C5D96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B6642D-D545-D262-7850-5516389CC55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2A6C80-5A3B-B37C-7727-A4C9A478385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C76D9F-B54F-8FE9-5F54-BA03E8B8F11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1B4065-037B-E567-1A99-97ACEE17617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2BE088-49B7-9844-10AA-A9775972FF8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D17FDBF-B4DA-85F0-2304-321720DCCB6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874238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E9F9B-C4E9-BC60-0B9E-0F2187220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F5F803C6-E32E-7073-846D-97C854713CB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D42626-DADC-B789-3831-5E729F3D53B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AA5629-F1DC-9E40-0904-F960800F1B9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B73710-2C9C-6BA7-3736-EC5CB7647E9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BEACFA-502B-E6DF-AF10-9BAD5F24BF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DD279D-6A8E-5E65-17BC-7636BFDF9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4DF4B62-3502-CE9E-E422-3E172D352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C959245-FB30-5994-AC07-271ECF64B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FDBE36-59AE-BB69-33E2-C26E2847C5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02D14D-DE7F-C8A3-3C80-C07DE47794B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29C97A-49E8-18C4-50DF-1F95C97E933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FE90D4-427B-2D01-5807-C3DED29C34A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DE573E-E0AC-9C24-065E-E94072B25BE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83F582-9D87-B778-2AAB-E838745397C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83495C-3D4C-D3F1-2BE6-F8C9926D459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BC1513-11C6-48A9-87D6-E30EB78E143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2573E3-90CE-C152-1347-10BCF321576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323C7D-FAE0-E520-7F26-E2C001A655C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92E2CC-712C-A370-7668-41D4F4ACFFC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1381A2-D9EE-726C-7937-D29F1257B1B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D7FBDF8-95BC-A8E8-E84C-13C9B6867D3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0BE793-0114-403C-20B9-7005FCE6E70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49ACEE2-397E-4D82-41B4-30E874D58C5D}"/>
              </a:ext>
            </a:extLst>
          </p:cNvPr>
          <p:cNvSpPr txBox="1"/>
          <p:nvPr/>
        </p:nvSpPr>
        <p:spPr>
          <a:xfrm>
            <a:off x="4645378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210CF2-83A5-40FE-E7CD-D71011088ECF}"/>
              </a:ext>
            </a:extLst>
          </p:cNvPr>
          <p:cNvSpPr txBox="1"/>
          <p:nvPr/>
        </p:nvSpPr>
        <p:spPr>
          <a:xfrm>
            <a:off x="5650090" y="207315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D76EC50-45D8-EAC1-971F-2B8967E99CEC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12E4FD-7554-3ED9-8BE7-0275D9C64F82}"/>
              </a:ext>
            </a:extLst>
          </p:cNvPr>
          <p:cNvSpPr txBox="1"/>
          <p:nvPr/>
        </p:nvSpPr>
        <p:spPr>
          <a:xfrm>
            <a:off x="5650090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89A26CC-6D00-4140-C965-2A38880E6DA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0909FF-E002-5E32-26C3-6477E8D2622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AF7512-D610-EEB8-240E-E1108A8EA08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8C094A-F3A7-BC9A-BEDD-D6EFB267A8B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58E3E9-757E-6C62-5406-AEE2EA14D08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378F7E-952F-B2C5-0486-5CAA2879DA6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4EBD3A-748D-2EA5-923D-789ECD4F35E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CFC129-992A-FB09-81D7-8A377833ACA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FD1709-2526-4439-270C-6579F17D9FA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519069-5311-E2DD-850E-722A956AC5D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262C7B-B4F8-8F95-A04D-4F8EB7C7100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DE17A0-9A30-3040-C0AB-F25288F3FBA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778787-8D66-26BE-8A8B-E3B02D0F2BF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236FAB-9E35-29A3-BFB3-B316F0C7DF8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512D4D-2FCD-E785-FFBF-3AD892A5CB2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ACA95F-82A0-577C-6C6E-87393A90190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37DE5F-9A1D-DC1B-30F6-1FFD4B50649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6741A0-BD54-CE37-1925-8F48A159FA8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A8DC0D-A204-1D7B-9960-C65D1D775E1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6D6E2F-7057-CF96-7B01-54017DC0AC1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A360C5-4203-0CDA-D3B7-28A0AA26C57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B61FB1-B2CF-7573-44E9-7C015FC567E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7911E6-D8B8-6829-3313-342BC469C9A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8BD5D5-5B3C-FB03-7422-6E6BB2D96D3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A22B0F5-B873-68D3-41E8-77BC5E0F7CC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88CDA5-61BE-673E-A0ED-17364CE8DDA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4CE222-A327-4A63-EB6C-25EEC8B7C84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327171-A244-1CD0-4499-A40B8A74AB7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D6CB04A-6D01-9BF5-FBA1-1E44CFDBA5C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1AC623F-6B76-EED5-CFE8-9747179E7D9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C82DB7C-1821-2337-02ED-9054F553BA2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39B648A-40F6-3CD3-BC20-8054CFCBA3D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2C2A005-EB47-37FA-CED3-97E81D9DC9D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B5801FE-AC2C-0477-A5BB-CB9A7638452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8047F3-F671-9016-6F44-C5A597E4E15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0201AD-6224-415F-8877-A97F88FFDAC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324FC1-7C20-63ED-73C0-22E97589E02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D37C8F-4E64-3E5B-85D6-9E15DA6EF2F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7B2000-111C-8791-9460-B0A6B411B4D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92687A-BCCF-1308-4685-498E53CE96F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F22E30-3F59-1C95-E828-E3726991ACC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95E07B-5FB2-09B5-995D-9B1117F2FAE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19B2243-B03B-8521-9638-FA41277A05C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1E2927-9C38-3EEB-8656-2943C4D518A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932CA4-DB94-2BD1-05EE-3BA32DF9A1E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15F047C-AF9A-F844-DBB1-CB2D45FA09C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6B5447-600C-2C4E-95AD-5E9EFA93C58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016C64-AD23-2C10-0918-80EF9F2473E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290336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F3952-E37D-E281-7A5C-9C5F9052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C645ED14-8FC2-9070-B132-E52B809662B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8CDCAD-235F-B496-D3CB-C3AA0DD0C79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3ED06-61E6-832B-EBE0-8571EA02B75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804952-B237-2C09-1350-53B9404B68B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6BE852-3964-13F6-08EC-14D4D5E6D7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12B53F5-4E56-22CD-5FEA-FA8742770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A6914E3-BB39-C2B0-5A0A-B9FCF84E0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0F08EE-A2F3-AAF2-ADE6-A0B3D4AC0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6D083C7-76C9-6A60-058C-C3BC55C754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F0C349-6722-2ED5-A0CF-0B3FC7B1792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A6951A-334C-C23E-E858-3171FFE354E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9A8A80-F5D2-7519-D9C0-292430813B2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13A18E-F36B-21C8-DE6D-AA0B725FBF7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12FB09-A7C3-C7CC-4CA9-3AB78BF563F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5AE756-D05C-4365-B12A-6DFBBBA7B3B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5C4124-8FC2-DDC3-CDD0-40B85EB4930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F7451E-16E4-9E83-3BF3-827722569DC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7179B6-D9D7-97E4-F0D7-BD25ED5D093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9EA38D-253D-9E0C-9A5B-87354C7760D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A35C19-FA3F-60E3-7805-A409B169DC6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454D89-CE9A-6A60-637E-CCD5AA935AAC}"/>
              </a:ext>
            </a:extLst>
          </p:cNvPr>
          <p:cNvSpPr txBox="1"/>
          <p:nvPr/>
        </p:nvSpPr>
        <p:spPr>
          <a:xfrm>
            <a:off x="4645378" y="50562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9B72D0F-3210-6325-7FE5-FD4C2244C19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DD423C-A9FF-ADEA-401F-45D040B25A4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1827AA-68D1-1046-46E0-CEDC5A392CB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0EC448-187A-81B0-C8E7-0085F8AD6AF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767E66-1C92-1195-E631-708054A00C2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2FCFDC-57AC-EEF1-E07E-1422500201E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C3CCD4-051E-EBDF-ECA7-5407274D5E6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A28FFE-661F-DBD8-D803-A8DE8A73E3E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0D1CE9-9893-F2C8-26A8-0CCD13CE016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27FA6E-7113-2CAC-15BF-70804186F1B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C4EAA3-3DC6-D791-1D6E-634A87A14D2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DC44F4-628D-5420-CD2F-D5CE7C7BA6E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FB7BAE-96A0-BE19-9902-52CD08C548B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45C988-9CEB-7E91-D2A9-333D306916F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479815-B147-17BE-FE6C-1A92DA5F708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BA2BB2-FAC0-A0BB-F9E6-7560B93982D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57AB8F-578A-9E6B-1D61-AAD775310F5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0AC5A8-97DD-496A-A0A2-E8AAB754B1E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6A9FF7-508B-CEBA-D3F3-25110AF50C7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01D231-31D4-09AA-4796-735A0B0728D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F04CF8-CB71-3D3C-34EA-46A926F1DE8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D676D5-1283-536B-376D-75C7472B425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27A9C9-7FCC-E62D-3630-BFE049EAC64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43DFD0-FCB2-9DE4-7984-A35745E63ED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3B777A-0698-86B1-C5B3-5912B8A62DE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52FFA9-D560-7367-14DA-42877487116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2B20C4-1B18-D6A5-989B-6AA522EA264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8C256F-B9AF-90FA-67B5-F46BB18D112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BA2499-66BA-1C12-1642-1E5BFEA3E03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7E2D926-5B3C-9A21-33A7-185B38FC450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38B9B41-C967-F894-8314-ED627DA90C4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1C58DC5-FFC1-DB0B-F671-1A0EE02C558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09AFD97-4EE0-45A0-64C8-31DB5CE7C48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8C9E11B-178F-019F-05EA-3E07F18D5EB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13D1B-31E5-CC4A-FD39-980F9CF5DAD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0FAC97-C1B9-78B4-1967-E7B1886D193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08DD10-E6B3-EA13-5A2E-DD766936A58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F2981E-7E02-9569-D6FB-9C6BA479A06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71D4E4-C754-9886-5B2F-4D6775BFC96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B587B7-3F21-3C35-F597-90F44EEA02F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A0EF50-20AB-CB55-B554-4B93B25F680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0A43EA-11C0-9124-40BE-50F01F04110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E57C289-836B-893A-DAE5-835BE5EB309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F61146-7353-E170-9DC7-A2ED595B4AE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518D93-F57A-A8E6-0516-3D2F25F4CFE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183F406-0923-D1C6-77D6-5928646BE36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C165C1-7E40-132B-D288-2C667BC8430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1669D40-F2EE-635F-EA12-0FEC9361CE4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C34D4CE-FD53-E256-16B4-D02930C929D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877AE9A-9AB5-2F12-CF6E-41647BFD7B9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021C8E1-193D-491A-7152-80BF498C923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8BD42D-3A9F-018C-9FE3-3BFA1CAE25A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AD02E9F-B339-831C-6B59-0F4D4DF1B3D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516444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FF3E5-A794-7463-8665-837A1AF2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>
            <a:extLst>
              <a:ext uri="{FF2B5EF4-FFF2-40B4-BE49-F238E27FC236}">
                <a16:creationId xmlns:a16="http://schemas.microsoft.com/office/drawing/2014/main" id="{B20E84C7-F162-B231-B845-34B39250224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A66FA9-7053-5D82-DFC1-83021D7ED24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E96CFE-5202-1B0F-E4D6-CEE72466D11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527B72-3B90-218B-6AB1-69B04D0C17E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A33BE5-AF3D-B152-4CD3-B97561D3C5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05BCBAC-AADA-FEE5-13EF-F82D0F642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80D0C4-496F-74BB-1687-3DB027446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83CE7EB-C7FF-0527-BC2D-96771AA3BF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017CA2A-DBB8-E40B-9373-0555170730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847945-9390-F672-B705-15351B2C267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B7EE3F-95A5-1350-4007-4D11DB166C5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5376D2-2B7C-B006-3131-F992750CBC1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CDAFA7-63E6-547D-E64D-12843D8BFA9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1EB26D-493D-0210-09F1-FF382711EDC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0A025D-40D1-6DA1-BC74-16DA00FF884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013699-4388-97EE-3ACB-6FD6B77A6E9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CA5A33-D73E-8DB1-81FB-DD6F07CCFEF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6DB569-0091-3F95-72F3-15041939B87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0BB5D7-D69D-1DC0-58DB-2221191B91F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/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7B033D-6576-F573-4108-A229CD12DBB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5A0F8BC-04B4-2C61-2A27-870F5F2DE98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BDEA3F-C38E-6444-E0A8-7815EC4A5FF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7A3843-EAF6-A765-BBC3-87E1EF42627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46C4A8-F721-F4B6-2097-C8EFEE886B1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736704-42F4-1725-59DF-D7B02D50DDE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C35915-0622-1C37-3CBE-7A8ACF58284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03736-AA5D-31AE-8026-95A7A926867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E38A8-7D48-508F-5E1E-281DED9F7A8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AB7BC6-7163-334E-41DF-6E8F82EBCC5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B40E12-42C6-6D9B-1D2A-1CDD0BB3007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714E3C-74FD-421A-5126-99315CCD8FD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01D733-B34A-92DE-6F7C-1E6DCE60EAA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20002C-F8DE-93AD-FF82-1C04FD960AC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AA1A91-CE34-D6BA-A113-D920F15020F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7FE4B7-5C03-9B15-E92F-EA79962C325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F017AE-9B59-17DC-79BD-5FB92F97484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7659D7-7F65-F486-935E-FD4DA49E155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68170E-6688-63F5-54F1-7E4BD965E9F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82B7EE-7FBA-2365-FFBF-4F7E3D3BEF9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6E499E-6ADB-917C-95F5-D0C82822CAA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215CF6-C5D7-6787-F464-AD461D60334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0F8544-E76D-42F7-65FE-C83739B4273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1FD521-5203-C958-8BFD-0BEA4217FA3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6F45A4-E2C9-D3D0-D34B-94487453717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E5AB78-9CDF-933F-411A-76E7CA57821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0B7392D-68E9-2EF1-375D-F68651E2054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0FFB2A-461D-BBBA-FB7D-7DBCC33C337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B6A8FA-F60C-0107-159E-31A5E690640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74106E8-C675-7EAC-A69C-E06AD8E077B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A2D6A3-85B3-95B9-EDB1-F9D6DA80C6A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AAD53E5-7F30-CE98-2F1A-F544BBCAB46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989E86B-8ECD-835B-22D1-EE537A05CCB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417C6E8-C3E9-A9EF-7AE5-39241F05753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E9B339B-184C-CDE3-08EA-83A7FAD20E1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D1F6C7-5098-BAE9-39AF-F920B5C70A7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1A4ECC-4CB4-0406-6FC4-B892644B994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59D2D7-5982-BC2B-2DAA-0FEF3E9BB33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E3111B-1FF1-1EB7-A482-7611462279F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D79D15B-DD44-0D48-2FC5-DF3EED63C6C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C26296-A14F-16E8-3480-97C416A00A8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6A1EA0-708E-F4A5-F0EB-7D28437B009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15D50C3-3CFE-B555-7BDC-7B04493A2CA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51996C-E196-078D-2B5F-29F86FD9208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AE5B20E-529C-2123-FD61-B2FB733ADC2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E1ADEC-2EFD-0469-F959-EB41273B486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D6AB89-275E-1AE1-96F9-8130ED7BC8A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5E95C7-389F-F1D5-D85D-F49A2C862CF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376155-06F1-E759-5EAC-6B332C2D527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C6BB567-B17D-1D2F-1AF6-8D8D83FFEC3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83937F-D5B1-1DF8-64CD-8799FD350E6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5230788-0329-9024-BED8-62EF6654645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A446992-C833-B1AB-CA19-339C53374DE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A1F45DD-46EC-4342-C978-6DCED5E30C8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E07D05-A163-24E7-48D9-F3B8CC9FC38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35392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10832</TotalTime>
  <Words>3981</Words>
  <Application>Microsoft Macintosh PowerPoint</Application>
  <PresentationFormat>Widescreen</PresentationFormat>
  <Paragraphs>3104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414</cp:revision>
  <cp:lastPrinted>2026-09-11T05:17:00Z</cp:lastPrinted>
  <dcterms:created xsi:type="dcterms:W3CDTF">2024-03-19T02:13:08Z</dcterms:created>
  <dcterms:modified xsi:type="dcterms:W3CDTF">2026-09-14T16:53:15Z</dcterms:modified>
</cp:coreProperties>
</file>