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457" r:id="rId2"/>
    <p:sldId id="531" r:id="rId3"/>
    <p:sldId id="532" r:id="rId4"/>
    <p:sldId id="533" r:id="rId5"/>
    <p:sldId id="534" r:id="rId6"/>
    <p:sldId id="535" r:id="rId7"/>
    <p:sldId id="536" r:id="rId8"/>
    <p:sldId id="537" r:id="rId9"/>
    <p:sldId id="538" r:id="rId10"/>
    <p:sldId id="539" r:id="rId11"/>
    <p:sldId id="549" r:id="rId12"/>
    <p:sldId id="540" r:id="rId13"/>
    <p:sldId id="541" r:id="rId14"/>
    <p:sldId id="542" r:id="rId15"/>
    <p:sldId id="617" r:id="rId16"/>
    <p:sldId id="618" r:id="rId17"/>
    <p:sldId id="619" r:id="rId18"/>
    <p:sldId id="620" r:id="rId19"/>
    <p:sldId id="629" r:id="rId20"/>
    <p:sldId id="621" r:id="rId21"/>
    <p:sldId id="622" r:id="rId22"/>
    <p:sldId id="624" r:id="rId23"/>
    <p:sldId id="631" r:id="rId24"/>
    <p:sldId id="632" r:id="rId25"/>
    <p:sldId id="633" r:id="rId26"/>
    <p:sldId id="636" r:id="rId27"/>
    <p:sldId id="634" r:id="rId28"/>
    <p:sldId id="635" r:id="rId29"/>
    <p:sldId id="637" r:id="rId30"/>
    <p:sldId id="638" r:id="rId31"/>
    <p:sldId id="639" r:id="rId32"/>
    <p:sldId id="640" r:id="rId33"/>
    <p:sldId id="643" r:id="rId34"/>
    <p:sldId id="644" r:id="rId35"/>
    <p:sldId id="641" r:id="rId36"/>
    <p:sldId id="645" r:id="rId37"/>
    <p:sldId id="646" r:id="rId38"/>
    <p:sldId id="647" r:id="rId39"/>
    <p:sldId id="648" r:id="rId40"/>
    <p:sldId id="649" r:id="rId41"/>
    <p:sldId id="650" r:id="rId42"/>
    <p:sldId id="683" r:id="rId43"/>
    <p:sldId id="651" r:id="rId44"/>
    <p:sldId id="668" r:id="rId45"/>
    <p:sldId id="653" r:id="rId46"/>
    <p:sldId id="685" r:id="rId47"/>
    <p:sldId id="686" r:id="rId48"/>
    <p:sldId id="687" r:id="rId49"/>
    <p:sldId id="688" r:id="rId50"/>
    <p:sldId id="689" r:id="rId51"/>
    <p:sldId id="690" r:id="rId52"/>
    <p:sldId id="691" r:id="rId53"/>
    <p:sldId id="615" r:id="rId54"/>
    <p:sldId id="600" r:id="rId55"/>
    <p:sldId id="257" r:id="rId56"/>
    <p:sldId id="256"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83"/>
    <p:restoredTop sz="94643"/>
  </p:normalViewPr>
  <p:slideViewPr>
    <p:cSldViewPr snapToGrid="0">
      <p:cViewPr varScale="1">
        <p:scale>
          <a:sx n="155" d="100"/>
          <a:sy n="155" d="100"/>
        </p:scale>
        <p:origin x="10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5/2/26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9AD67-2B61-1644-9AED-AEA8618918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96278-0BF8-14D5-2BDC-BBAEDAF1B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FFC88-9F6A-BA65-289E-9E8F924358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9C63ED-EB5B-93EE-923C-6F34BA7B69B9}"/>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30786299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03832-4CD2-D0C4-A55D-D9D6005FA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DBEABD-77BB-3E20-CFAF-6750AA9655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57977-CFFD-DF6F-69D1-3435669FAB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5305A-DB2F-F969-0859-07BC33CD4685}"/>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976535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5924F-4B10-FBC3-77E1-7EA87F6E6A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DD9732-B0E2-8245-F7A1-F3EA3D46E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F58C3-16B7-4858-B6C3-9C8FD76B00C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B3A635-4F03-E0A6-8B2C-3D033AD1CB5A}"/>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17413900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D968F-5668-2EEF-84B6-33B277040D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B73EFB-78EA-9B06-7773-A181C198F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BA0E1F-23BE-2990-A701-185E7641B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4A6905-DAD6-22A8-6D8E-2C5CD536C6C5}"/>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32475587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A4996-E85C-854F-29F1-77D0774137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9B278-F581-1908-0764-212C28BCD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7FA7D-AAAE-8847-A214-0C6FBB5E7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C1E919-2F80-6CD4-B56C-23E19D197BB5}"/>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3906181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DB54-FC7C-8A8B-F0F0-5C8293571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84914E-EF5B-AB5B-7F27-4F586A1C3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15DF2-F11B-2EA7-6156-C5DF5813F8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05026-0414-53F2-D46F-0E15B9687359}"/>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713926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4ADFD-6097-6913-8059-E8DADF466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FD56B-A250-80B3-4F5D-61EE8488E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F989C-5053-6B51-9E62-585B9287554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3F364E-F1FD-CA79-9858-5C2C445E9669}"/>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32309026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0B9AD-704C-F615-92B4-ED4B12E1C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A1437-D5D2-38E7-7565-71EC24176A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03ECFE-E060-88B9-C9EB-EDE61C4F7C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9DD0BF-9218-DB7F-5B61-201C7A1D1769}"/>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6522945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5A067B-E8D7-D2A3-24CF-B03144A5C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88E39-00E4-BC7D-3A26-65E77387A1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F9B399-4049-176B-32BF-9825F74DFB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6F49BF-65EB-0580-C71A-827900AE1F4A}"/>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4133790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ECF8A-5E89-6A16-C83C-0C2DF7983B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A2A34-A507-25D7-8EEC-51A87EC9E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4B0489-4FF2-D93F-F99E-E0A21C5D7D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71AC9E-D507-D2B2-770A-1987B496DA0B}"/>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18360250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AA28-2EEC-69B8-3BAC-6F91EC3A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2AD26-D319-0EF3-AB51-CF49B94283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D3B2A-D260-04FB-58E3-8A61E244E9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81DF0B-134F-70FE-42E3-AF7B6A8D28E8}"/>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6152547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2F07D-BCA0-CEC3-6DC0-D5A192D36E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8C09BA-E1EF-3485-20BE-B18472D5DF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DE9F1-221A-B709-E5A3-195A0B355C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89CC00-2E7E-6D17-B8AF-EA05E730C899}"/>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0099995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35DFF-EA60-090C-78AC-E722A574A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AED63-68ED-DE24-C719-0FE39CA86B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417B4-1DC6-FE76-155C-D7327BC102D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78393B-98C1-73EA-5124-6F59C0487C41}"/>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2988226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42651-B591-13D3-4FE4-89F3BCB6D4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EB46F-66B9-AED9-0381-82B99F5D76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C12DE-E7D8-E6E0-1371-053DBBA930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C94830-E9E2-FAF4-AB5E-180B6B7F2214}"/>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2302778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7B8AF-BEEB-3A35-8927-A1CBF74C7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007456-ECDB-E5C4-5506-831F0123D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63ACE2-EC93-54AF-90A1-8885AF2705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90855C-078C-B06C-A9B5-C987F6166F12}"/>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3167301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126EB-C01C-AC8E-EF53-77982AD048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1A4DA-1F2F-3FE1-3841-5D5BAD1BB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C2433-82CE-DD6E-7FF4-03A7D3E262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2551B1-9FC6-4275-E334-522D3F08DF9F}"/>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1161853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14134-63D9-E536-7FC5-E6D8C8D43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C0EC09-98DB-3BDA-7464-3F52D0171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EFB6D-63D5-A4DF-D6AA-F6A179A23B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270028-8849-B0B2-16CE-7C8320356FFD}"/>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34455338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380B2-0146-A4EE-75D8-C405F2363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1F7B9-D4B0-26C6-5030-DA07F2193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47C146-66A4-5A7C-FE3E-1830F2D02C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8F2375-F0B1-E4EE-42B4-D776F1CF3255}"/>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17559046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E0FA-E0E0-2A39-98D6-1219597BB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5B7C7D-AFC2-BA92-606F-59EB017656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8A9A5B-AB20-10A8-5D89-7B3FAB3B73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71D10F-A9CD-B7A7-EA40-0F929B58D1C2}"/>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4005072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021F1-E4AB-3FD7-D928-6F31CED3D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F153D-B322-E2A2-FA34-8B8731B65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F0F29-A99A-8B1C-9FD7-256D3C0F69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F03505-3F90-8DF3-FA64-FF47A2E4F400}"/>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2587058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4D399-E6A5-8A36-140F-BE325B122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DCD2A-8C18-A426-95D6-F8F55CEF53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598118-EF84-6E8D-6231-F469EC4C81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2F59DA-6DB5-ACE1-9AC0-9B6E8C9EE3E5}"/>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3092922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F4927-34CC-18EF-8C5E-F29435772A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BC2CFB-D9A0-95DF-AE2B-1C5DC78FA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0F867-2B54-1416-DD44-3A6AC26355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3BA8C29-8708-1ACC-7BE3-98C85B47E39B}"/>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17894173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18F8-C473-D072-3A7B-8B23A606C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FB708E-4DF1-CFAC-9B17-F1C4269C8D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F6541-A255-C7D0-CC62-AE9083220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CE24BA-62E0-CAC3-C869-87E0086B1269}"/>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9552506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2B098-3CD9-58AA-9D29-35F40C650F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EE866-E9F1-93BB-1D44-F2BE345E8A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A7361E-A6F7-5047-5447-2E8177D94D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F258A3-F323-6D38-8D92-FA6EFC0FDACE}"/>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2281366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A1246-249F-7CEB-A896-43863ABAF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8B4BE-F75E-608C-261C-85CD691B4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5484A4-F851-0DFE-F8BC-84EBC947DD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FE153-8F86-4C9F-F970-F69ADD19EA15}"/>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3236959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88FAD-7DD3-634C-C900-A7D63E227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DC1A93-17C7-4B69-5343-AFF7F4E5D8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5450E2-72D7-5C2F-986C-358FC4C097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82DB5C-3ECD-2B0C-FA6E-E0FB87E599A6}"/>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30861361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23369-5B0D-7F35-0AA7-D2DF83A2A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7F7EFE-BFE9-EF2E-2933-65A243237C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D748C-339D-8F79-325F-4A849460A27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163007-E9EE-92E3-2B22-749B700EA990}"/>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22413328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B7209-D72A-90D8-2742-76648CDC9C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01033-E139-2E7D-E845-6CCA6299EB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A77B5D-191E-7C8E-29EB-805A17C5A6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43AA6A-78F1-70A3-06FF-D38889C762A5}"/>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5110608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3066E-86D4-699E-7679-CB86099FA1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516BD-6F23-4F01-DE39-0E6AC0C67C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487F03-009D-48FA-CCD6-E431EBD10C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04D73F-0C10-07FE-921E-B5E332A7C09F}"/>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355608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00250-EA9A-5D74-E702-4076B4C38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315E5F-096E-2965-7913-A2B9B452B3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4AC90-6C5A-1AA5-A013-7A4FA04DBF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4C47CE-635C-93B4-DC98-9E4A6E882576}"/>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8772602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E1DA9-A01E-F480-B585-AEF685CF0C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888608-9195-5EDE-A235-35B4C28D77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AD070-ED38-0B91-1A8A-A119CD02CC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CCB279-6E65-5561-82F3-AFF92A704A7F}"/>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20387709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8526-B700-DBD5-4D2F-293B98A51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2583A-659A-237A-A82A-7A59A1FEE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F3443C-F019-656E-01EE-9E3D5B58CE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95171E-D757-F04D-F47E-F7B6F10136C6}"/>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28463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1B443-AAAD-0C7B-7860-E38B0C92A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1A050-2A8F-3CDA-A0DF-06735E2E2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B53FE-DB84-F649-A3F6-0CBEA89947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5D2ECE-F990-5825-D076-D92D41C67D48}"/>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9950221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AAB7C-FFE6-B3A9-E3BC-DB4573C548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33B98D-C290-52F2-FBD3-8F7048A3D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A06EB8-AB1E-BA50-86B8-42548D103D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36046B-F2B2-48C5-9216-593330379E62}"/>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17124200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C7C1F-0E99-1389-7414-AFCF5E544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AD518-619A-2408-4693-FE806F6053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24EC5-CCB5-3D2B-0AAA-F534F4CB25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001A62-45DC-64FB-6131-C7F0C31CA761}"/>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395142050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7C551-9844-9DB0-F2B0-6E57C59C5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4C2030-DB24-4B2C-C39C-4E39761119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269641-9F5D-2C26-408E-2EAEE27356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814BCC-9763-E4F8-F989-D998343C2576}"/>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5548286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F866-89B0-61CB-76BD-69AC83C1CC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B915E-DBA4-5B20-97BF-EFFCCECD7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361D7-EB5F-972B-AA9F-741AA1F857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17D2B7-B6A7-0AD3-3C9B-6CC4AA0EB35A}"/>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7907401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F66A-CE95-FEF3-9605-A8FD74738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AE15F-3C05-0E55-B2BC-3B8AFC82B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58013-8D9C-1D75-8233-03DB89E787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3225B-2FA3-0EE8-450E-BD63E2BD700A}"/>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868724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0222F-1389-6E40-5FD7-ADF7ECFBC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3FFFE-208E-9DC1-03C0-3E38C10B16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B8DD86-5E82-F076-3E3B-AEBC673C3B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3F18B9-035B-F126-8725-C649C7201192}"/>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7125985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25AF5-2143-EE74-A3BC-6C776558E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B9C2B-462A-E1B7-1CCF-7BE0B59BEC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05268A-97C4-B11A-432E-35014666AE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C1B127-D766-BFB5-5D62-FF18B7A619C5}"/>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3072650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BFCB3-1802-FB82-4AC1-76B160A16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E8D1EA-75AB-6E17-67E3-4B952BB049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1E780-8B26-CA2F-4A1F-A77BC9C744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153E02-E0EB-92B8-837F-3C6E423DE1EF}"/>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72902321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08650-0C97-BCC0-3D6C-E81F90E13D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E7DA34-1354-3526-735A-ADB5172C16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C77FD4-3D0B-281B-D217-5EBA353052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D8B561-EEAF-BFBE-F17E-06B709F3478D}"/>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86679652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35FE-7706-B068-E735-3623AF2E02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B7A1D-B275-B49D-7C6A-76D372AFE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A1753-1910-B0A8-8B84-03AA79A5FB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DB8F9-C5B9-7877-90EB-F5549035B25E}"/>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422739068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50913-7567-A939-7FE7-3371D6713C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E9E7E7-3248-7275-4B48-0A1BAE95A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CA8C82-2FA0-7D8D-0D25-396AAD63BAB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B36879-6C9E-7EC2-35D9-1B41BD3B9985}"/>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1036746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913B5-5A8B-D9DA-EF8E-01982AFD4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6F9F2C-56A1-2E79-70FB-12E8DD5A29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85DDC-BE5E-3FD0-3DB0-2597D1E5ED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69CE24-A164-EE26-B8B7-367D9CF19119}"/>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1998618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6D2AC-7F30-134A-DF3B-869732468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83010B-0A02-C8BD-80BD-F06712447D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3218F4-94EF-FB8E-6D2E-63E6939339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21D9F8-CFE3-84E2-0D5E-18557F2936D8}"/>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24887612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0BB9-382C-4079-B4D9-7C82D3155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2F38EE-1411-0804-7453-FAC4ADFDB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A661AF-20D0-9839-D48B-58BD2B446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C46F16-C19E-B9F7-3AE0-06C16EC24599}"/>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31182172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478F4-AE71-EABA-7056-27A0281CC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F2FE7-31BE-EA89-74DB-916AFF0A34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B53DC1-F1C3-E9B3-E3D9-FD8FD30393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705B51-D8C8-E609-12F6-905A777E0797}"/>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297038818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7277A-A295-7E4E-5E9D-8C8B5B77B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DE3FB8-8242-AD65-B104-643CCFB37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E038C-06B2-99EC-1AA7-F097AFB7D4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B46444-5FA8-2141-B0FB-990DDF3B7CEF}"/>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195897070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A087A-1CA3-E0EF-2A8C-6204A37A0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53CF8-E70F-DADB-83EB-002D05FE8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E4C8E0-1C00-FF87-2205-4CDA8570E6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76CA95-0CE4-9254-5429-87EE2BD3C122}"/>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26386339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37758-8D4B-46A3-D2DA-70FC5CFEA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99F78-735E-AE6E-8775-902CC4DF07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42824-A1F9-4351-3481-83B7190BD3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C66C4E-A75D-13D0-7EFD-D987C1969C4E}"/>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264328298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F75C8-8F63-B458-D73C-DB8AF34CA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906B7F-4446-BC80-EA80-EF74D8F77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06060B-7B96-0351-2795-92D24EC26F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9F111CB-0F1E-AD15-6D48-EEC474F70CF7}"/>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37154960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pic>
        <p:nvPicPr>
          <p:cNvPr id="6" name="Picture 5">
            <a:extLst>
              <a:ext uri="{FF2B5EF4-FFF2-40B4-BE49-F238E27FC236}">
                <a16:creationId xmlns:a16="http://schemas.microsoft.com/office/drawing/2014/main" id="{3ABFE4B9-5AC5-B69B-1C9A-01C7D8446854}"/>
              </a:ext>
            </a:extLst>
          </p:cNvPr>
          <p:cNvPicPr>
            <a:picLocks noChangeAspect="1"/>
          </p:cNvPicPr>
          <p:nvPr userDrawn="1"/>
        </p:nvPicPr>
        <p:blipFill>
          <a:blip r:embed="rId2"/>
          <a:stretch>
            <a:fillRect/>
          </a:stretch>
        </p:blipFill>
        <p:spPr>
          <a:xfrm>
            <a:off x="3164409" y="308057"/>
            <a:ext cx="4543376" cy="4989947"/>
          </a:xfrm>
          <a:prstGeom prst="rect">
            <a:avLst/>
          </a:prstGeom>
        </p:spPr>
      </p:pic>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5/2/26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16767-A905-B3D2-5B00-9936585E84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B70287-0863-A6E6-AB0F-1BFD6CFE0E1A}"/>
              </a:ext>
            </a:extLst>
          </p:cNvPr>
          <p:cNvSpPr>
            <a:spLocks noGrp="1"/>
          </p:cNvSpPr>
          <p:nvPr>
            <p:ph sz="half" idx="1"/>
          </p:nvPr>
        </p:nvSpPr>
        <p:spPr/>
        <p:txBody>
          <a:bodyPr/>
          <a:lstStyle/>
          <a:p>
            <a:r>
              <a:rPr lang="en-US" dirty="0"/>
              <a:t>There are 37 cells on the line. Color them so corresponding squares will be clear.</a:t>
            </a:r>
          </a:p>
          <a:p>
            <a:r>
              <a:rPr lang="en-US" dirty="0"/>
              <a:t>Note: All cells of the same color are not the same—only those on the opposite positions of the line are.</a:t>
            </a:r>
          </a:p>
        </p:txBody>
      </p:sp>
      <p:pic>
        <p:nvPicPr>
          <p:cNvPr id="4" name="Picture 3" descr="A grid of sudoku puzzle&#10;&#10;Description automatically generated">
            <a:extLst>
              <a:ext uri="{FF2B5EF4-FFF2-40B4-BE49-F238E27FC236}">
                <a16:creationId xmlns:a16="http://schemas.microsoft.com/office/drawing/2014/main" id="{0E26A264-4642-B993-89C4-74D441BDC47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96688F-94C5-7265-3650-BE121B3DA5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7B6290-7CF9-B873-BD01-837EBF94D7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D1E00B-7AAD-5621-8007-12012C2E75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6F17131-8213-9F3E-B3C4-445F49782A7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518820C5-276B-8AD4-DDBD-DA21879346A9}"/>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5F38567C-85AE-58A8-322F-144409BEB788}"/>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72F7CC0E-02BF-5042-1AEF-567225B95E66}"/>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C1A92DC-9D1F-83B2-9038-BB7A859BF36E}"/>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B4A6CCFE-D2D2-FBEA-E60A-3162E3214E01}"/>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13" name="TextBox 12">
            <a:extLst>
              <a:ext uri="{FF2B5EF4-FFF2-40B4-BE49-F238E27FC236}">
                <a16:creationId xmlns:a16="http://schemas.microsoft.com/office/drawing/2014/main" id="{88053060-4A53-D19C-E476-8A6BA2CA0C1F}"/>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48DEEDF-274F-A996-4AC5-6033F9D27B1D}"/>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C325B28E-66AD-17CD-7C50-2BA6B77E4124}"/>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29A984A-7D79-7EEB-28A5-DC56D4638E5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3AA96114-B7E7-E72F-2140-E5B8238D33A4}"/>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F1568E4F-DC60-3241-441A-E4DAD952CE94}"/>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DAAF7117-E408-9C99-EDC2-C99E6D36A0B7}"/>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09FA39F4-F858-7BEE-D8D0-7BC3F94C6803}"/>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8999B587-A857-7FFA-53E8-D21953FEBA8E}"/>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ECEB4D3D-E8E1-D56A-8F9B-532746663CB2}"/>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92EC1AD0-5818-8A7A-9726-8B3CCBECF3A8}"/>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7ACCAA4-7E2F-546B-5D49-2218DF68C72D}"/>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D69967E4-7670-212C-8268-AA0AB915B750}"/>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D59947C9-622E-2257-4B7B-7D665D775B2D}"/>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845BF72E-8ADF-751E-8135-3E26B8C921DA}"/>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CDC961AF-283E-D419-6641-2A244F0113A3}"/>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EE8BC374-47C6-5CCD-7E6D-348C04D44DB4}"/>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C4C844BA-D614-43D0-778C-7E7717F85062}"/>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A0AE6768-018E-C2F8-1D9D-1BA1E2B9C1E2}"/>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19F4448E-4983-9CD7-935D-80A1160D5ED9}"/>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391AAD2-712F-3BF0-5800-C717F3F61390}"/>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FEB541C-1FF9-13CE-4CD1-C92ECA7879B4}"/>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8720D477-A884-45AE-DA99-A295C01F9F2C}"/>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4C51010-3D70-896E-BC1B-B1D4380F33F4}"/>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7" name="TextBox 36">
            <a:extLst>
              <a:ext uri="{FF2B5EF4-FFF2-40B4-BE49-F238E27FC236}">
                <a16:creationId xmlns:a16="http://schemas.microsoft.com/office/drawing/2014/main" id="{603DE699-1027-E399-EF4D-749CEB74A404}"/>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ABF01E4C-9133-653F-272B-8E7894CBB6E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4F5012FF-2D91-D57F-B28B-D7915467563A}"/>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1DCC7522-1A8B-38A8-48E2-955604A310B5}"/>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62A5A5A9-8B2D-C40B-5442-A3E5D64B78F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0B2F5084-F456-EB68-9D78-0015F6101C2B}"/>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579BE4A0-4697-8E2B-B9EE-CF640090105E}"/>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Tree>
    <p:extLst>
      <p:ext uri="{BB962C8B-B14F-4D97-AF65-F5344CB8AC3E}">
        <p14:creationId xmlns:p14="http://schemas.microsoft.com/office/powerpoint/2010/main" val="3519286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3202A-CA1B-66AD-37C0-31360E29C0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083B5A-6096-7CB1-0C05-CE7DC4FF50B1}"/>
              </a:ext>
            </a:extLst>
          </p:cNvPr>
          <p:cNvSpPr>
            <a:spLocks noGrp="1"/>
          </p:cNvSpPr>
          <p:nvPr>
            <p:ph sz="half" idx="1"/>
          </p:nvPr>
        </p:nvSpPr>
        <p:spPr/>
        <p:txBody>
          <a:bodyPr/>
          <a:lstStyle/>
          <a:p>
            <a:r>
              <a:rPr lang="en-US" dirty="0"/>
              <a:t>Constraints on a cell also apply to its opposite pair.</a:t>
            </a:r>
          </a:p>
          <a:p>
            <a:r>
              <a:rPr lang="en-US" dirty="0"/>
              <a:t>The red cells on the ends of the line can’t be anything but 3.</a:t>
            </a:r>
          </a:p>
        </p:txBody>
      </p:sp>
      <p:pic>
        <p:nvPicPr>
          <p:cNvPr id="4" name="Picture 3" descr="A grid of sudoku puzzle&#10;&#10;Description automatically generated">
            <a:extLst>
              <a:ext uri="{FF2B5EF4-FFF2-40B4-BE49-F238E27FC236}">
                <a16:creationId xmlns:a16="http://schemas.microsoft.com/office/drawing/2014/main" id="{B0FF84D7-BECE-2E9F-D0E2-BECE29A63C8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A8B4B4-9CB6-A823-1B01-A95F0CBD19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2717A5F-08C4-5028-38CE-2328CA71B9A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10F64EE-46C0-5BED-ED91-0F1E155BD5A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F4DA92-0D8C-5173-CEC7-43B356D59D7A}"/>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2EA01698-FC3E-744D-4014-D2C15116D10A}"/>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62C32F23-662B-D8DD-48A3-ED5C2A1AE4BE}"/>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820A3E02-09CB-1BA9-D607-56E3A25F197B}"/>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85CCC542-F10E-B254-95A4-7D7EC01C96B5}"/>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AC91CF03-E24C-9E3D-A18D-700FF825FB54}"/>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72C0774-3ED3-BDBE-4A8E-38D30EC637E2}"/>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F20C87CC-C34D-47F6-F1BE-BC2C071835FA}"/>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92A344D8-817F-7339-83D8-F01A621FA796}"/>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60B691C-DCDA-FEF9-DE81-60D91DC6DF4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BB6F2746-8C61-319E-361F-DFAB9B514A8D}"/>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774F52D-FF50-9C1B-5AAB-C497CDFDA68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997E3A8-6EAA-DFEE-1C58-D958E099EA26}"/>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E19BAE24-C929-DA39-43B3-F659B015CE8C}"/>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589ECDAD-49F4-326E-1A75-324EEA96D735}"/>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0A0EF55B-CE8E-0860-53C0-D939135CA276}"/>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E3317BF0-A8F7-0102-74C7-261F3350EE62}"/>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40E94BC6-6B39-BF69-4648-0BC027DB1034}"/>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E2334795-4103-D791-F0DC-103133C5EF05}"/>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4490D1A1-CD16-8762-F00D-4F8C0B30F895}"/>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0B9D9A48-87CD-21C9-1FE0-C39E63C38097}"/>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FC601DE5-A163-4940-4056-4BF00CB51FEC}"/>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6E5907EB-BD87-AD3E-4B05-90FDAF74C6D0}"/>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48D6AE2-63E9-0FAC-AED4-9E1A467935A4}"/>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3BD23623-0612-E86A-6F70-FB9667F1FFFC}"/>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B0A15AB0-9E06-2FF0-9CCA-6000DDE22C7D}"/>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67E7E13-70BE-06B3-9EED-0D7FDD43C2C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BF2B6B9-B80B-CF3A-9E4D-350A36C708CE}"/>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CBD0E29A-400E-9D15-217B-FCEC129B01C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3E46A29-495D-E164-27E3-C010351190B2}"/>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9E90BBA-23AA-9F80-83C4-2F4B45A88A6B}"/>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8CC3D1E6-1473-46BA-7E22-C0D793275B75}"/>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23FCA17-8F92-9801-56AA-8416A26C1D14}"/>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B1C6274-C135-CF8F-6597-732124E45A9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3385DD54-2ED6-4B3E-71DD-6A671899930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C752AF36-FAAA-5A2F-97BC-C2A50B57577B}"/>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37A7F5F6-A34C-85BA-FFB0-3FB90876C5D7}"/>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Tree>
    <p:extLst>
      <p:ext uri="{BB962C8B-B14F-4D97-AF65-F5344CB8AC3E}">
        <p14:creationId xmlns:p14="http://schemas.microsoft.com/office/powerpoint/2010/main" val="1097012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21B95-456B-73CD-7232-BC5D787CCD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ABFF7D-C911-BB9E-CE19-B65E37EB29D7}"/>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F9CE6046-CB3C-4501-B819-887A6699295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FAFD98F-BE77-8E97-7328-5DED9A791E9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52147EA-C237-093B-A993-69FDEFBD708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1D66A32-D7BA-75C4-3AC0-6578E6C127D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084BE6F-BCE1-0985-2E0B-92839CA94831}"/>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CBD9D52E-C556-504B-0ADA-EBCF5A3C92D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21329B8F-3C36-5A8F-131D-298F339E41F1}"/>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9E289D51-6D0A-A92A-AB0B-0648474CFEE2}"/>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CB52EA30-27BE-54AB-9E9C-D7BE6AEF613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C4628F4B-011A-123F-8F22-29EADC6CAEBF}"/>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5A35FBD-C127-6F46-0192-A64294A26677}"/>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6CBD1B45-65B2-9F0C-F861-E0296778EED2}"/>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9F592BE5-0D29-5C3A-9B50-30E4AF5E542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1DE8FD5-9A17-0AA3-ED7F-DD65798E3DB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9123A6BE-7D13-C259-1DE7-30ADCAB1FE93}"/>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20713EF0-BD62-2F72-7E25-2DF17D0DDF10}"/>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0F5415E-9523-0A9D-73F3-9354F97F9562}"/>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3D1DEAF6-5CE9-8328-FDCE-5A9D97B7968A}"/>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1FBE5C4F-6737-2A49-79A7-DBB065A8B9FD}"/>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FEFDFB38-9AC6-6375-D478-9F9355DCC6CB}"/>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22B6F401-7566-C63A-9B33-8AE7D3FE4CC5}"/>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99C133EC-ACB4-6702-1EB9-BBA0F7262930}"/>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8952FC61-4165-0FEC-D84F-6AFFF250742B}"/>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D045AA2A-28D9-B69E-470B-6C7F0575FCE1}"/>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29D53733-2163-6A29-6402-B3BD8C73704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1BB88099-0A37-0859-9505-FD4FD2781CC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B635032B-8579-5D4B-65A0-CEF619D2D1A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7529056-5C30-F420-F113-F88B098B7FA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62FB814C-3B3C-E0C7-38BC-7E84283FD5DB}"/>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3CEA4B86-7800-996C-85B3-B9ACE5D24D73}"/>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D5BA6C3C-4132-F3D3-90E8-D2AF0A82DC2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D507EF4C-81A8-DF47-CC92-469A277ADBD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40D44D48-85B8-9537-61B0-E6EEE77BF5C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B5507D20-72DD-C6D9-9577-6ADC8AE92E48}"/>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55F54244-988F-7DAD-CF07-495B14542ACD}"/>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2B898738-AE89-9283-EDA8-FA0EDEA34CFC}"/>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3CBB84ED-A566-0FB8-8D12-B6423AEC051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A5FF10F-45BE-58BB-D7E5-FF5564D7A2FB}"/>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024E75E7-BA15-026D-AAF7-DAD4E7292A70}"/>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C41FE92E-1445-FA45-81CE-EF1ADD670A43}"/>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A73527B9-35BF-4E58-AE8D-5D2FA50F38D0}"/>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680C5D1-F865-E938-F55B-AC2862F05C1F}"/>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A938F3E7-5891-572B-A361-251D58FC4E02}"/>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Tree>
    <p:extLst>
      <p:ext uri="{BB962C8B-B14F-4D97-AF65-F5344CB8AC3E}">
        <p14:creationId xmlns:p14="http://schemas.microsoft.com/office/powerpoint/2010/main" val="1822985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794F4-3E4E-C332-1E4D-0E0AB053C5F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AC9AFB-F7E8-B350-E099-64D669280F65}"/>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1CA8F495-26B3-75AC-8DC7-2A1D4434DA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2D2BCDD-4148-40EA-177F-65A1E281BC1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2C755D6-BC66-BEF9-42A9-9428865F07C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CB023CF-DD3E-3598-AF9A-9A16F0DC67D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F42A717-7825-369C-8DD0-1F3FA66473D0}"/>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05B2B0D4-AFED-0755-F7F3-78B052D8B92F}"/>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8F581A16-DA6B-38F9-3337-C2183694B08D}"/>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CB9175F4-BCAD-44A1-A0DD-F47C6AACE9F2}"/>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A8E9975-911A-D4DD-0BC4-B4F0E1F642CE}"/>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050B53CA-F830-33D7-EA16-329942E0C1E6}"/>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DA37502-AEBB-C6B5-8F98-6FDD26319B04}"/>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9DE96CD1-523E-0662-3480-7CD0814B9E5A}"/>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1ADC3C18-06ED-7C3E-BB4F-89D35DE262FE}"/>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B094E3D5-FD70-D08A-2436-5A89C3EC632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A0A01F07-0E30-DD7A-6A7B-78A5C23DAA76}"/>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5CF873B6-85EA-9D70-52BE-5B7BBD2B0118}"/>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4258FEB8-CAD1-CF60-1034-1090A9B176AC}"/>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638BA916-FF43-8CC0-6D61-C2C2F4394E02}"/>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13401A87-27D3-A42A-B774-1A4B260AC325}"/>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680F2FF9-7B7F-B9AA-FC5D-64B36C67CD55}"/>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BAB4978B-5AE4-F6A6-40E7-A6E7A4B15964}"/>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A4C4E1C5-9540-4EE6-C00F-EF40FB9294C3}"/>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98C68AD4-C343-F549-F599-A110B108C221}"/>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00B913EA-EC7F-7481-D6B2-915799B99C5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855EE047-FC13-FD81-AD42-5CDC82A7E251}"/>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F845C4AF-09AE-76D7-8CAA-4D0C7D330421}"/>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9C3BB588-9A02-53CB-DC1E-47E23E1E9A8E}"/>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EA4A4BD1-B31B-896E-9643-02B1851F3E7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78D7ED17-D9DD-E36D-7B58-6640862A4C66}"/>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C2C9CC3C-CB86-38F7-7CB3-2244D615D27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A9E7C8F9-E1A1-7A9D-836B-42A432CBA25B}"/>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88AA4F92-3153-70DB-DCC8-2D38EE88F4AA}"/>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B12B4A46-D42A-025F-2FF7-0FC843150C7F}"/>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07CBF91D-F476-4EFC-6915-DED81FDD610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A4AD911-6F9C-C046-DEC3-2C9FFBF0BB17}"/>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2A101EE2-E52E-665D-9407-27D0AA55A190}"/>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D9DB5DD2-A88E-320E-A62C-B74E9D85256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FAF12C9F-32E1-4CF6-806A-F5583DDCB458}"/>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8FFE86BD-C938-5840-18D1-FE37F721991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83DB33A8-843B-FE0B-1D3E-F9D110672F75}"/>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207D90AF-8D25-72CB-F7B0-7B16BE01561A}"/>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53706DDB-FC2F-C191-F186-EBD331E1D1D3}"/>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554A45A6-2EBE-D595-7500-249880FAF765}"/>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0DE52997-7A1E-2CBC-24F1-81ECA288E60E}"/>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FC81584D-E667-FCEE-EAB3-79F9395C07E3}"/>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Tree>
    <p:extLst>
      <p:ext uri="{BB962C8B-B14F-4D97-AF65-F5344CB8AC3E}">
        <p14:creationId xmlns:p14="http://schemas.microsoft.com/office/powerpoint/2010/main" val="3716735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8531D-A91E-D804-DBFC-9F36002006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2C4E36-79AD-C9AB-6802-44D4BE4A0F1C}"/>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9963C200-7828-8692-8BAF-93D3C415568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EA4FDF6-C442-638E-F594-52EA7A6E09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E4A0C83-A291-9396-2F03-C9D3887D140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ABE6DED-8C21-0964-350D-21403FDC118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A7CD22E-9630-E0E6-526F-A618F1F9D08F}"/>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FE498704-D8C3-A254-3E3C-44D940233953}"/>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25AE6C0B-5136-619C-BD41-EED6A3AC02D3}"/>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BC79AC8B-C66E-097E-DD8C-C906F2B53211}"/>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D1BFE98E-725A-2878-BFE5-0C36120C4CB4}"/>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2914B55E-BBC7-E7F6-216B-57070486D906}"/>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9BEEDBE-5D2B-202D-9545-21610F45219C}"/>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410F0383-0298-7C41-D7A0-5C8EE4DC9A33}"/>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C53BA077-3BB1-19A9-14C8-B40980F6B17F}"/>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8B1182BE-1F4A-258E-B79A-17D5181B2012}"/>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3325BDF7-9FC4-3FAE-63C9-F3916F1962F5}"/>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FD027E6-8E80-8FB1-BAA6-C61DC8F0711C}"/>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256FEFEE-0FB4-2DD7-6410-2C7DFA6D247B}"/>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ABD24BFE-1E27-A957-58B0-4499C15E01D7}"/>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75235146-6405-1B97-4415-814A51877E8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1A0D1DEA-E72C-0E0F-456A-B9556C20C41F}"/>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891E8B22-322F-EE2D-F804-04796E2AA13A}"/>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39F8292-B252-F437-6591-09D74C57D4E8}"/>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0D6A199E-44DF-2471-91B6-5DF142BEAE28}"/>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C68C904-19AE-2A2D-C5D9-A61C00C5C7C6}"/>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4EF9CF14-9014-EDA2-A944-B84FCD065A10}"/>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2472CE37-74E0-238D-9A9E-5BB80C9F5646}"/>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981780EC-4427-D945-5E2C-4A1F192C383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B6B2BF7A-7F40-10C4-3D00-3A9F17947460}"/>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4E29467-BE6E-E6DD-D901-5A965BF208C4}"/>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31203448-6E7F-F13D-B4CF-7BE1A0219990}"/>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4F2A5CF1-7FC4-645B-BBDC-1DD86453664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871B46B-3FC6-E862-2E40-21D62D0B4B3D}"/>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0010044B-105A-F3DF-57F1-7698C5ED701A}"/>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8EC053B6-E856-5C0E-5C6C-059BE8AAC447}"/>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DCA14E7-0791-0F83-8112-63DEF9144E53}"/>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210D4BEE-BF75-6860-B7F3-655F860CBD7E}"/>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0D7C9BEF-BFEB-F7C0-13AE-0D069CC79018}"/>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BD8718B2-CBD4-40CB-8A35-AA8E3645545A}"/>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09A4E9D2-CF63-4EA9-F0A8-6383C70A7762}"/>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EB1040C2-72DB-10F3-EA84-AB3D7390AF8C}"/>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2B3F8D8B-ACCF-71AD-5DB0-6B7C1F0F9FE5}"/>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D3E850A7-39A4-5CF5-EEE9-C169C0BF2858}"/>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6A722782-4BFC-6232-DF60-49CCFF97130F}"/>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C8CAD166-6E70-3E8B-6E75-F3C32F29FC87}"/>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E66968A5-52E4-2A0C-FD48-CE1887D07169}"/>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475DD7EF-B405-1455-7053-726486DEC422}"/>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A8F5066A-B775-3027-61EC-B699777092EF}"/>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Tree>
    <p:extLst>
      <p:ext uri="{BB962C8B-B14F-4D97-AF65-F5344CB8AC3E}">
        <p14:creationId xmlns:p14="http://schemas.microsoft.com/office/powerpoint/2010/main" val="1069276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656CD-5EE6-1B13-1C0F-A53EF0EC08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D92D4A-E895-3049-E5CB-2B775A632EB0}"/>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935728CF-BDEC-1D1C-0176-6BFD0EB41A6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261567-C753-5EBC-FFFA-55E39F4A5F9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389B0AE-33EE-A657-21D3-6309C44FF9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242E814-861B-1E57-1D8D-041A209667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B67C5BA-0A23-0BCD-2815-748A9B5AC2DE}"/>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1EDA5355-9552-1840-15F0-2A42869D1FF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AB94D4DA-E074-3F19-AC00-7490369AE689}"/>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397CA869-C9C4-E1DF-DED3-851161619162}"/>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E8ECB0D7-31DA-481B-51B2-C00CBBCC76F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5A2DC25E-CA62-1656-24CC-7FE5AF836C66}"/>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1C4C17E-4056-60C0-8CF7-57DA64DC5C88}"/>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F5C1A997-06C4-2EB1-B5BE-2223933E94F6}"/>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BE46F195-4522-D277-9F03-0AB3848217F2}"/>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B2B1FE73-B3CE-28E2-CEAE-5ED61CEE7657}"/>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A68FB6C4-5AD2-6839-1B20-99703E446BF7}"/>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9DCB31CA-4173-D02E-485B-6E039E80837A}"/>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6D4BBBD6-D0EF-D68C-F73E-C193213A3F4F}"/>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7CE26D0-D71D-6E84-D1AB-380C64721C12}"/>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DE80FDA3-DCDD-8618-3893-B5DC0E680D28}"/>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3422D77B-AB92-ED81-6BF1-A354DA554432}"/>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D526631D-BCC8-4D1C-0E64-5D32EFFA8344}"/>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A2F4295C-5D33-6603-CF7E-16AFB02120E0}"/>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8F1FBC4B-0FD6-5965-3AC7-9F2299354AFA}"/>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FECC5201-EF42-E041-29DD-31494499134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E2F3C4C0-A81E-E8F3-07DE-71AD15FD1A76}"/>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490F9EC3-3A5F-E3C0-F6BA-3388DE310FD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98E50B1F-4AE7-D02A-F736-01CE428EE427}"/>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16A8AC57-CC5B-E668-F6C2-416CEC341D1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84E16610-3446-CC9D-2F8E-DC937254A428}"/>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91E61E3B-3EC3-5DBB-12BC-B4A4CBBD88F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AB6F08A5-51E5-FFBE-A0FE-3CDA4D023EE7}"/>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D3F1FF50-D38C-A0EE-0821-6EAEF9C1D09A}"/>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1CAC3D27-F9AB-9955-D463-247CCED25E08}"/>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D2B2B822-D651-465A-F444-070490124DA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AE53B823-5938-CB45-D7BA-7427444E8F69}"/>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42BA858F-4A71-45D1-6AA7-756F7C035117}"/>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0EBD5519-334F-A058-7B75-7CB94A2F95FA}"/>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636C6E8-6A95-A375-B361-0D8034C875BE}"/>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B105C115-454D-A851-AB08-FB4A2F5D7AEA}"/>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422D07B1-F0EE-2821-1A16-AB9F2AD10549}"/>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BD98FC93-29B1-1170-E759-095A736C4199}"/>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3096095-CE74-842B-BCE2-71A2128415FF}"/>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A5AAD18B-9438-F1EC-10F3-7A1DD3C5DB0C}"/>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C977FEC5-B851-B5E3-5AEC-75AD1D9AF0FE}"/>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0283B6AF-57A6-3893-1754-4A6541CD3169}"/>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8A34F773-B541-3577-922A-D6E235C7B6E9}"/>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E19044D1-3F8C-78EF-87AA-74132253F599}"/>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90A4FB8B-364E-0876-BF0F-EDB588E0C78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965DFBAA-E33D-B601-44FF-9627A70208C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Tree>
    <p:extLst>
      <p:ext uri="{BB962C8B-B14F-4D97-AF65-F5344CB8AC3E}">
        <p14:creationId xmlns:p14="http://schemas.microsoft.com/office/powerpoint/2010/main" val="3542284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14F9E-D7D3-17BA-CE00-03004A06EE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3BFC35-BE5C-42E8-5FCE-0AE24A1D2C44}"/>
              </a:ext>
            </a:extLst>
          </p:cNvPr>
          <p:cNvSpPr>
            <a:spLocks noGrp="1"/>
          </p:cNvSpPr>
          <p:nvPr>
            <p:ph sz="half" idx="1"/>
          </p:nvPr>
        </p:nvSpPr>
        <p:spPr/>
        <p:txBody>
          <a:bodyPr/>
          <a:lstStyle/>
          <a:p>
            <a:r>
              <a:rPr lang="en-US" dirty="0"/>
              <a:t>Continue.</a:t>
            </a:r>
          </a:p>
          <a:p>
            <a:r>
              <a:rPr lang="en-US" dirty="0"/>
              <a:t>Note the 9 in the second row of the light blue cells.</a:t>
            </a:r>
          </a:p>
        </p:txBody>
      </p:sp>
      <p:pic>
        <p:nvPicPr>
          <p:cNvPr id="4" name="Picture 3" descr="A grid of sudoku puzzle&#10;&#10;Description automatically generated">
            <a:extLst>
              <a:ext uri="{FF2B5EF4-FFF2-40B4-BE49-F238E27FC236}">
                <a16:creationId xmlns:a16="http://schemas.microsoft.com/office/drawing/2014/main" id="{FA70A8EC-EF62-0429-47A2-403B45F3129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6CB16ED-F834-2A0A-BC17-C7D08B91E1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6B89348-97F1-5464-3C42-5B1E9F79D67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F1067FE-6875-E4F1-4527-9C2ED370DC5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EDC082A-79A3-ADBA-522F-DBA533D48F1F}"/>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CF7F9477-2E49-4537-FA7A-D17EFEED4652}"/>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9D6E549C-0D84-F19A-838F-1773AEA1EA05}"/>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14F43687-0B43-CC39-36CE-CA17C9A7254D}"/>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B8892B45-E555-CA04-BD6A-E3B3196DB7A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EC1CCE82-2DB2-2651-CD09-82D7FFCDC421}"/>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2DFA765-90F7-534D-B025-954A28D9EB41}"/>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5E40AD71-3330-643B-7F8D-758D7E209F6E}"/>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FE86924A-4B85-58B8-5E04-FA069EFEC5D6}"/>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FB8F25D0-0018-B5EC-F7AE-CF21C280D91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68ECE872-949C-12E2-05B6-B23890E86FA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FA894B0D-0F53-0AA2-566D-9567A796AE7C}"/>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A2B1861-B33A-A7E2-11A3-BB5F4E36DFD6}"/>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D3314E59-234F-58AF-D313-68B1331E3ED5}"/>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5C3F40E6-07C5-0385-78BD-7EEC242FEE9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F9ED3D2E-5DA6-27B4-ACCA-8795F9570912}"/>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C01C9B95-50F5-3CDE-9CC8-E1C260395B5F}"/>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2E3E0F82-A218-D7A2-84E1-1F42BC409F93}"/>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2E92F64E-440B-90E8-9B95-6B143ABE1F6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398782E1-F9D0-7FDA-3AF3-2577AD29D7C5}"/>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5F8A7E2A-3A8A-8005-B205-6515F00C5760}"/>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9A0320D1-C22D-FDEA-3C0A-206933895FB7}"/>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818E6BA1-7965-2D7A-76F7-120F970B77D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A863C9C5-38C8-25B1-D1B2-35A365BCB46B}"/>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5855604-60F5-07AF-1D99-FD11EA4B5C78}"/>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FB44A655-6769-147E-4A3F-04D219E8233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31D21546-757F-9C07-547D-A29A1A05B265}"/>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9734212-925A-BB9C-D3CE-1BEE1D7CB547}"/>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B4529732-6DA9-50FB-E859-D10F51DB12A2}"/>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EDF74FF2-3D15-FAF7-FCEB-BCDB64879CFB}"/>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70BF9FC-9ABE-EC4C-D79B-253DE2C548F3}"/>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96821104-0FF2-B327-AF41-7456D55A58A9}"/>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FB65365A-AAF8-1573-8B16-3ABD1B52C73D}"/>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3F092AC1-3E01-9C85-9BF1-236092358FAA}"/>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22BBAAA5-4ED2-2100-F517-0BC05171B72C}"/>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36455B22-094E-9FB0-FA99-606061995A8F}"/>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89A1CF43-8550-9669-CEDA-8A4DC284F931}"/>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EAB29EDB-6DB4-379A-03A2-AAF417466A23}"/>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C1857427-B050-16CC-FEF6-68346EB3C64F}"/>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B52207C7-1769-D34C-6F9F-A5CA15C1DF36}"/>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AFA356F2-BAC2-D967-BD1F-F8E13DDC0358}"/>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ECCD5720-EB7A-D722-4F1B-2A6E40CB16C6}"/>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65DDB7E6-32FE-82B0-3CEC-138439783B06}"/>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10D4BD4C-86E6-6643-75ED-6BAFD569CB10}"/>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0CB7557C-2E41-AADE-ADBA-472C0EE21E6F}"/>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4480050A-0332-E967-272A-3359C047AC90}"/>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DC38618C-74FE-28F1-F04E-E292E00F13E9}"/>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7220B0E4-9F80-1CD6-072F-9A96B5AB502B}"/>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73064F09-7FBB-75B8-C62B-8BD5020D906A}"/>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15B4D7E3-CCDE-5B7A-3DF9-272617085F02}"/>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A56716FD-5F5C-0BBB-4F23-2D3012A099F9}"/>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Tree>
    <p:extLst>
      <p:ext uri="{BB962C8B-B14F-4D97-AF65-F5344CB8AC3E}">
        <p14:creationId xmlns:p14="http://schemas.microsoft.com/office/powerpoint/2010/main" val="1835172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ADD9C-5F32-79F7-BED4-6D65781CD5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B0432D-CF94-6EFA-21CF-4705FC2DD5FC}"/>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96C25307-4949-F193-3D1D-5401810B55F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A297E4F-33EC-07E6-188F-9535F81FC14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2BFC703-0065-346A-9CE8-98E0AC6A774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E31F21-91AE-4463-2634-6531246BCE2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E50216B-0EA9-B156-F44B-62DF3043EECC}"/>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076E9233-033F-F70E-A8A5-E033034EC63E}"/>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7EA85210-DC2A-9A05-0190-47ABFA312EF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F992730A-3AF6-9098-140E-ACDC648947C9}"/>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B76E54BD-3991-429C-5675-77ECBC06B12B}"/>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FD518A08-43A0-12AF-1804-25DB8ED1F8D0}"/>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78CA2BE-F9E7-FCAF-0D09-4568A35A0C5C}"/>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6FA7A3D-BFEB-8554-49C2-06D7B8954C6A}"/>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014C93FF-6EED-C0A3-C1AD-ADE6C670C703}"/>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F4ACDB2F-BE32-D59B-60F2-534C3367D721}"/>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DF65AFC-B513-3026-5455-38FB5421B67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AD8B2FA1-FA7B-F87B-F0F9-E7BA37369577}"/>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C984CFE-F333-071C-2582-67E8B69DD9ED}"/>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BB84C34E-B42B-F6FF-C60E-844A64CF5647}"/>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08A196E0-BCF6-2767-E753-C4DB5384E5BA}"/>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8D12D34A-BA18-BB30-A080-675CB5C80B36}"/>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19AB209D-8590-95FC-1164-2D97A6DE7131}"/>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222D1F57-5764-DF3C-838E-E9868726CBC1}"/>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0B20EB89-D026-DBF4-BEF0-676D13D7DCA8}"/>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EAEA298A-4AF5-DF2F-3F66-116EFADE5C4F}"/>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2253E005-6E63-A1D9-2380-EB782ED51C1A}"/>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D1221A68-5911-5B7D-7923-D4EF9414E004}"/>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8FD38333-45BA-4F8D-4F30-9148D2E26D77}"/>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B3CE93D9-7FB5-EDC9-7782-A3767128A0F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4E827405-205C-8B49-DEF3-E2360413BDED}"/>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9939B36E-A714-03B2-4C35-0B0370A1B2BD}"/>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5811901-A494-205D-440A-77081C9E3D5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C254BE8-EA09-8EFD-2981-CE903A6F6381}"/>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C0995776-B330-8398-4540-EDC217AFE363}"/>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8250C0F3-8663-42AE-F1F0-2A0E7ECD9AE5}"/>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7C30D577-3E93-F28B-1EB0-7FD1DC77A617}"/>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7632EB46-B4D0-547D-B4A7-A65A2F847FF3}"/>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8AA46100-8A2E-629A-2D07-B58C934652B9}"/>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D6CA1E2-4630-CBED-F9B0-3EBCCEC74631}"/>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7DE2B8B7-60AD-2D09-22DD-9D29E9B3143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A63EEC51-2122-C575-8127-53AA1BA7C4C6}"/>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15F132C7-CFBE-AC08-88FF-F9EB83CE5DDB}"/>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EF3F5AFD-81B3-3D28-E2D8-D78DECCCF15C}"/>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F6631378-EDA2-011B-E36B-16A3766FECEF}"/>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AD481E12-F17D-F1F5-8B48-D578A495DBA2}"/>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24D507A3-9578-489A-32B0-05533028C335}"/>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A06280C9-6B9C-6DE1-7E10-6E8510112635}"/>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9DC24107-1B0D-4498-A235-FC9470F6C1A4}"/>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C110B2D5-9CBF-3A7B-2EC2-BFB717E66523}"/>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E6FEB4D1-3614-FFCE-9BDD-B8ED08C1A67B}"/>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301047B9-27EA-3A8C-F495-F167431B72F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C85490C1-3740-E56A-F033-201991E9B1FD}"/>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AEC8A572-55C6-12E6-7E3F-5FB4D23D672E}"/>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37CB6BCD-3E5E-ABE8-E68A-D0F02A21D554}"/>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F7533A38-68F9-B4FA-B31A-A13CA58CDFA7}"/>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9CCDB51C-5828-2C97-1833-8DA89ED06144}"/>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F4D78B1C-8F0D-D6F0-B3CC-0B9B7EE4A1C7}"/>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420AE006-B00F-A77E-9876-E3E51D744F78}"/>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F026149A-B654-19AD-6F4A-EE49BC81C791}"/>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572D0373-B99C-F0E8-1922-BDD5DD767E4B}"/>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8E0C12D5-A8C2-282A-37CD-E71BBCFC8DDC}"/>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3858CFFC-CD21-0EFC-D687-2D0F574102B9}"/>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Tree>
    <p:extLst>
      <p:ext uri="{BB962C8B-B14F-4D97-AF65-F5344CB8AC3E}">
        <p14:creationId xmlns:p14="http://schemas.microsoft.com/office/powerpoint/2010/main" val="1240378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30D63-22F3-DF1F-E42C-4CCE1DB7676E}"/>
            </a:ext>
          </a:extLst>
        </p:cNvPr>
        <p:cNvGrpSpPr/>
        <p:nvPr/>
      </p:nvGrpSpPr>
      <p:grpSpPr>
        <a:xfrm>
          <a:off x="0" y="0"/>
          <a:ext cx="0" cy="0"/>
          <a:chOff x="0" y="0"/>
          <a:chExt cx="0" cy="0"/>
        </a:xfrm>
      </p:grpSpPr>
      <p:sp>
        <p:nvSpPr>
          <p:cNvPr id="77" name="TextBox 76">
            <a:extLst>
              <a:ext uri="{FF2B5EF4-FFF2-40B4-BE49-F238E27FC236}">
                <a16:creationId xmlns:a16="http://schemas.microsoft.com/office/drawing/2014/main" id="{FDB9A114-D09B-9ABB-B4E8-5BEF2ECB5D01}"/>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 name="Content Placeholder 1">
            <a:extLst>
              <a:ext uri="{FF2B5EF4-FFF2-40B4-BE49-F238E27FC236}">
                <a16:creationId xmlns:a16="http://schemas.microsoft.com/office/drawing/2014/main" id="{81315531-C16A-AC48-607E-55B3A4BAFF61}"/>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DC127E6B-5975-E59F-66D0-A4C844DEA07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A9A39E5-C63A-2E7E-5AB0-C00EE5974D0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5005D81-CA53-64A7-3CC0-F68155B55FD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B439AAB-F944-398A-0698-7B499DDC868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59C08EC-1AAF-D901-6AF4-99B4ED3ED7A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6B219F19-1EC0-B097-C482-4E9CAFCE119A}"/>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B17C721A-ED21-4F1F-FC88-20B03B3FB594}"/>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E1392B39-4111-AAD8-12F1-90D9D5419C1C}"/>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05CABCC6-3FCA-2F05-3131-2EBEED5B4E06}"/>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53CE0EA7-1CC2-5353-4DFA-F5ECD73781E5}"/>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2D16E60-5A8B-FA13-9DAB-EB9DC49A15CD}"/>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B6AC8B74-917A-6726-38FE-25626C521EB0}"/>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C4599121-2704-D808-2581-EE8EC5701713}"/>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E1A3554B-0661-F585-B53B-60FD16153362}"/>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4D60BCE2-A1F8-A547-1010-E7F28E518E35}"/>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B34F736F-5B66-3B7C-D8E6-7195ECE2AE7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926837E-0D9B-B950-D4A9-42992F85362D}"/>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9E78A7CA-2266-59C5-1920-823F2CDC006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941D14AF-8B46-6B83-4495-1412FBDA768B}"/>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93AB70C1-3349-12B0-80B2-F442404FE533}"/>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5124F67F-FBB5-F431-BCE6-53AA4B86E07D}"/>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7B67DC74-CB7D-197C-22D6-34D601D1F8BF}"/>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317C570D-B010-FCE1-B4D8-8F1F1261C07C}"/>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4ED674F0-27BF-E541-9FBB-ED1B1C5BB871}"/>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51773B56-6EE4-62EB-B326-4B9A69A03B6A}"/>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5D825D12-9928-03CE-7F20-0B45EB6E69AF}"/>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CFDFCA52-E8A7-850F-CC16-19D964EF7476}"/>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0B86FE59-0316-311D-B1D5-4AA1B41AEB3A}"/>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0B78CA1D-B7FB-7C21-F6DA-404DBF7059E2}"/>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4A1581D1-4653-AB4F-9608-D53F1C68EF31}"/>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626D54B-FCA7-C67B-0096-292DC4D391CF}"/>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4FD48B85-80E2-244C-B8A2-09F0FD5DA90A}"/>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BA057195-1682-A8F0-71EB-BAA2022800A8}"/>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DA4B769-12BC-7E90-2C8E-76ECF7224DFB}"/>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8F5597BB-B685-49B8-7B67-01A7B7829BA5}"/>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A28C836B-F2DC-FB34-DFC5-1B92350B6A78}"/>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C54D55F8-8BF1-CE58-894F-3C54482E1E7D}"/>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0B8321AC-03AF-6C29-449A-DC5E1DBA6574}"/>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BB1E38F0-4CC0-49DD-5E34-62EB1F747977}"/>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731ED7A2-61A9-58B7-4770-184CDDA247C8}"/>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C991264-A33A-1841-B188-33FD2591ECB0}"/>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1395BF90-90F8-FB01-C414-153015C2F78C}"/>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38134AE1-1412-CE40-3FAE-B80154E3C67B}"/>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8A05859E-684E-7932-3065-BCC7D9ACBDB6}"/>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9CFB0B11-F3CF-7984-5023-F333BE0A2171}"/>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0F6E1693-0028-DAB0-3EE8-BC8DBA1FECD7}"/>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2231B519-FCE5-A06B-C8E1-8E0C77C0CA2A}"/>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6B22C693-C640-201B-EFF0-163277E314D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B7D554D8-7D81-8EAE-65A0-3C72E4649F5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E2560D82-8690-440D-EA4F-3F1B59F31B78}"/>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DC838852-53D5-660D-E7DE-2EC04561432B}"/>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AE08F3CF-B6A9-1665-1049-A4592AA5FB73}"/>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A9279294-0B54-29FE-D1C4-C7F91A284B8F}"/>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9B2B0D62-03C4-DA91-7EFB-8C567DE5F2D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CDC99DAB-C12C-7520-4A47-C98B55231D62}"/>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A27C4105-4491-0222-130B-0BDD9BF188F7}"/>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2348592C-CBB1-2A94-C8A9-2E83A339BE0F}"/>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E65D8FF4-A736-AE76-2441-F18BFD6C44FC}"/>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AA1D7AEB-0F91-D63B-F94E-6F620025BF0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773F4EB3-21DA-45A0-A731-144A4D6C7F9C}"/>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6AA6D1A5-3E16-52CA-341C-F576FA8318A7}"/>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F4E457B4-C75E-F0FF-0504-B3410EA58BAC}"/>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A040A020-161C-D9B2-0CAC-74F4A91AC85A}"/>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6AE931B9-454B-A011-9201-D72E5F128DF0}"/>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708D05A5-3EA0-B4EF-0BA5-757DE0590CD8}"/>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ED732183-42EF-D5BE-F471-752016C5CAD9}"/>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Tree>
    <p:extLst>
      <p:ext uri="{BB962C8B-B14F-4D97-AF65-F5344CB8AC3E}">
        <p14:creationId xmlns:p14="http://schemas.microsoft.com/office/powerpoint/2010/main" val="4179624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D2375-53B4-A7C7-BCC9-58E46DE250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C34699A-B3D7-9CF3-6ACA-4EB0A26C9173}"/>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7189494C-52B0-8379-3DA5-F37FF7E396B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20C0D3B-1821-DEB2-FBD0-2969F8A8372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8531148-F801-493E-CEA0-B03C25D3736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44C271C-E8E4-A4A2-ECD7-228D93C9D57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15B0C9-D2F9-42C1-51EB-9DCAC08DE580}"/>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909BDC34-6A90-0C32-88AC-5F1FC7999881}"/>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EF3DB007-CA5F-D41B-1FBD-B8F93CACE563}"/>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E5E0FAF9-583F-9C1C-0875-EB3CB1388927}"/>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640FBA83-746B-F508-F469-49FAE3AAD91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818AECC9-EE2F-D5A7-E14F-93009333ECB3}"/>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4A0AD06-4448-61D1-1FFF-04B2A05C50DE}"/>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5D5F6631-73FE-EC68-B16D-5A5010C6247B}"/>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8483CE8A-B3B9-BF50-2F9B-CC39CDEE7143}"/>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2320B21D-74BF-AB9A-9F46-392DF4CF3F3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01A82D3F-5CF2-9B1A-C1FE-9A80220A4C3D}"/>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AA4F01A2-E45F-8D0B-6951-312B598715BF}"/>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624C4A5-1505-82E7-8FE5-6021C2F927F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36EB8C63-60C6-B63A-A2AE-896C5FCC7C92}"/>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7C416D77-E4F8-3EFA-BD35-C9B51F1A07AC}"/>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46DCA7A2-8384-BC14-F8FA-C52CD727569C}"/>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93F5B1DA-D09F-9032-F055-BAC65F787527}"/>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C9E112A6-75E0-F1C8-A9F6-170C77E860AC}"/>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7795E20A-73F4-E217-2718-31C39C2CADF3}"/>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DFD341AD-9928-227C-F8BD-083114FDAF5B}"/>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1C6E7E10-F122-EC3A-086B-83C6A97E4D23}"/>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D00295F-6F03-03A7-5A49-25F1D6382B77}"/>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D8FDC321-D48E-5642-1375-A84507144737}"/>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077DBFC-EBBC-A2FE-A581-263033BFB15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FCA3081-8D92-D80E-F3FE-14700095630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695D717-81C1-E416-3812-B45F60A20E0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C156CAD-DB55-DD22-1A3A-BDDD2658C6EB}"/>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56EDE98-42AF-1FFD-59B6-CE713FA66951}"/>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1861ED53-BC2F-18D8-403A-D8AA9D7ED519}"/>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8DBBDD8-C53E-8C08-7115-6AC714F1A91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56B1242F-4778-F49B-9F1E-AF32C0AE1EF9}"/>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DE9AF1FC-2B0A-8F21-11F6-8F260D06B236}"/>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131453E-08E4-5D89-5D8E-A7E678F81FA0}"/>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7FEB55F3-E2B2-829A-6790-98675E568143}"/>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6CF065DE-5C69-A8BB-E131-8160B516F84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3ED1A4E9-3FAC-880E-69E9-088169134156}"/>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89DB5150-34B7-5472-13D8-BE634652121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190D091-E893-ACC0-2956-179C102D4709}"/>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86F28AA-3A08-6504-ABE9-0DFCE11CCFC0}"/>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615A3D05-3F95-C72D-7CB7-84428ED75184}"/>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A00CB968-6829-29B9-0369-A01CCAE88B9B}"/>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E9F95596-CE9C-90F8-32F7-0B743ECCDA3B}"/>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DF4E340C-FA15-706C-32C5-D6C165B3DA81}"/>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8DAF1DEB-EC0B-4C4A-C6C4-2B534FA737D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C741B7A9-6341-FA37-7055-28B6F9BF23CA}"/>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B7F7D976-F1F9-3C38-1E6E-7A5A7DE940B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9C04F883-5A81-74F6-EC3C-8AF58F87AED6}"/>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6EF640AF-D058-85E0-6019-B4EFFF497FFF}"/>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20BAFE8C-E305-8601-C43A-6ACC42081906}"/>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CBC2F40D-7F69-F379-BB7C-C0CBDF2BD034}"/>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0242A1A5-596A-712A-7FE3-D3DBEE10E5E6}"/>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3C5EE909-DEB3-C3FB-7678-10EE75C1669C}"/>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EF0A97DE-CB66-2C05-D676-393F82EE669D}"/>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710A0FC5-154B-08F1-55E7-FB35CD1576DF}"/>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DE896E14-C8B5-4862-B6B5-49EA3AC2B1D1}"/>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9BF7BF08-EC36-2936-0E54-C1C86F7C8E3F}"/>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A08794D2-2857-F8BE-EE36-A929FDCC818E}"/>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7DA5F0CF-B6D3-8EF9-38B8-25C7E2B19D26}"/>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21248B7C-3BFD-7247-5097-96786647C4A4}"/>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0D998359-8589-1717-4282-D2A54EACD776}"/>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E3AC68F0-30C3-1FBD-1E4D-F1B0E45872DE}"/>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40562536-F4D0-320A-C372-4FD6A7D97769}"/>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FE87B993-1509-996B-6B96-4D158455B26B}"/>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2AAE78AC-BE92-3DF2-857E-5B7CA63CC6CB}"/>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EA8D4EFC-6705-4039-46C5-3CBC6DC8087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C4334BD1-E931-098B-4AE4-E3A75C60812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6BDD8793-4D96-F0A9-48A5-BD9E5E9DFB4C}"/>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088E8FE0-8FCE-0E6C-0E9A-E40D6B43AF8E}"/>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8F997CD5-EDDA-BAD8-BAE9-6707BEBA949B}"/>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Tree>
    <p:extLst>
      <p:ext uri="{BB962C8B-B14F-4D97-AF65-F5344CB8AC3E}">
        <p14:creationId xmlns:p14="http://schemas.microsoft.com/office/powerpoint/2010/main" val="14805541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CD1BA-AD75-9467-8675-6CB0076AB9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BCCB710-788D-3C8A-BBE8-E7C0FC7C2DFF}"/>
              </a:ext>
            </a:extLst>
          </p:cNvPr>
          <p:cNvSpPr>
            <a:spLocks noGrp="1"/>
          </p:cNvSpPr>
          <p:nvPr>
            <p:ph sz="half" idx="1"/>
          </p:nvPr>
        </p:nvSpPr>
        <p:spPr/>
        <p:txBody>
          <a:bodyPr/>
          <a:lstStyle/>
          <a:p>
            <a:r>
              <a:rPr lang="en-US" dirty="0"/>
              <a:t>Continue.</a:t>
            </a:r>
          </a:p>
        </p:txBody>
      </p:sp>
      <p:pic>
        <p:nvPicPr>
          <p:cNvPr id="4" name="Picture 3" descr="A grid of sudoku puzzle&#10;&#10;Description automatically generated">
            <a:extLst>
              <a:ext uri="{FF2B5EF4-FFF2-40B4-BE49-F238E27FC236}">
                <a16:creationId xmlns:a16="http://schemas.microsoft.com/office/drawing/2014/main" id="{251EA110-2763-28C9-3213-4BF29552B3B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C3FE7A5-DE6E-2B08-770D-239A0FE026A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48E5FF-E39E-E767-A09D-6224F755643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85C1192-2A71-3A09-9638-00977C0F186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649DE0-D951-DCC9-27FB-6914588B351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8FD73012-E370-4106-E11A-A1F25624DE3D}"/>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305E150F-3075-9AE6-B16C-C1335E87CD7C}"/>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4D9A21AD-A869-88AA-B0AA-270D6F1AF2DC}"/>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EF34687F-6284-A9AB-C739-BC5C3C061915}"/>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28BA98DE-9DD4-3891-D110-5753763EB9C3}"/>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4EAE4B1-8E58-B54E-FCD1-C69EA082BBCC}"/>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693DBA72-CAF2-9543-8AC9-61D6E5BCE756}"/>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08251A06-D88A-6C6E-B32B-209DCDC5EE7E}"/>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85DBAE5C-5BDC-0792-7017-6263AF72ED80}"/>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F922EE5-2F5B-DBDA-F499-BE1C69AB0E76}"/>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940528A8-FA1D-229F-3A5F-805E9A8DBA19}"/>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47B9C7C0-9F35-352F-344C-1CA9AEF81D9D}"/>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56038186-7F42-A7B9-17C9-58DC8242966C}"/>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130131E9-9E74-5259-DFC2-1984391AEA00}"/>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30257C3E-A8DB-92E2-EDB3-A6F6C59A1F2B}"/>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066393A2-61FD-D997-DE3B-596C03C2D2FB}"/>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C4F09AC5-487F-D65E-A6F1-B5B9CEE067E2}"/>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037DE3B7-6E0E-4DE0-9AC7-669475C0C94D}"/>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79E949B-92C9-00BB-5C7B-5F2DA5867E64}"/>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2B9E2A6F-5BFB-DCB6-1181-D4989830D9A2}"/>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B81CA39-49B0-A155-CB2B-FE7EF405CCC0}"/>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529E13FF-1D3F-EA2B-2C05-1E5D9211444C}"/>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7070B22-545F-FBF4-8CA9-02FFE77466D0}"/>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2C01F484-99E5-173D-D74C-04E72452BA70}"/>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44CAD602-FBA5-6E2D-A322-E17252020043}"/>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749194B5-D0D0-49FC-BD91-C50A19259FEF}"/>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CC586AC5-6C24-6EF7-08CB-19BA36C6A493}"/>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57546962-F41D-C6EA-D7AC-8F5F9C1DB26F}"/>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3BD7437-1487-A353-697F-1FD6CB406521}"/>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88B98F1-A220-7EC9-3BA7-3DAC115DD3C6}"/>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137A3443-1005-A03D-06D9-57600A6618D5}"/>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B65849AA-B8A6-27E6-D883-05535AA33CC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10602C07-B111-8B42-68DC-140D8F58B08D}"/>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C827A273-9806-A6E2-1B2E-6E743E8DEDF2}"/>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5D721751-88A2-7930-11AB-B48C37C084D8}"/>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F419EC90-EC2F-CFFB-9199-20271636E33A}"/>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0F8DFFCA-5394-D247-2A0E-4D839E7C2672}"/>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162478C-962D-53DD-CB98-2A5185960F6D}"/>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B6CC39C6-B314-4981-434C-E3FED920B440}"/>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BF108DEC-42D6-F770-B163-0092F69782DE}"/>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0F31C504-B229-89AA-72F6-3679F68F3C84}"/>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FAD1C67F-97B6-3913-F6B8-9EB05E01AC77}"/>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4BF599C9-3C7F-B232-3210-8250DC6EA395}"/>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3A023489-9D5F-E3DC-1CD6-DA38981BAB32}"/>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A912F9A9-00E7-7CB1-0016-A59C15B4BA3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A95281D6-92A1-B93A-2FE8-054E86992BCA}"/>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20E9688A-7CDE-90C2-6D8E-3124E7AFD7F4}"/>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DD394952-94A8-E839-7295-A7CC72B77C10}"/>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51BED333-18F7-2B9E-986D-0E2BB97F56F3}"/>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87DA7C1-33D9-7045-FB63-70B230CE10A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A5B030CC-5499-2FD5-6C4C-6E225C643E0B}"/>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5ED122B9-8D83-3143-9638-DE5F073F2108}"/>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6A20DBE6-D715-25D9-7EAE-83F83E2A11D9}"/>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39851AC6-0C7B-976D-46FF-A864A8104558}"/>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DDCD0774-90BD-FE20-AE91-E8A3C59344B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94446737-FFAC-35C4-4C97-1DC85B2A250A}"/>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E4957E89-E99E-5D8C-5B95-3FEC769D4100}"/>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8224A971-9560-EED8-56FE-FF7D2FA73C85}"/>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750016CA-B3B9-FD76-579C-D1E872FE436C}"/>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CDFA766C-D172-B821-E981-1D3AB5415A38}"/>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08D30916-4F16-3487-52E0-3BAEF776098E}"/>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4A23408E-549A-8C78-07A1-7886E751E267}"/>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0B9A0017-94A2-5D21-79B0-1B31AEDCE4AF}"/>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E74250DE-75A4-BE2D-D288-526AB99EE4B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8E8319EA-BB39-06ED-0B84-0A88B96CC399}"/>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E894C376-631F-6FCC-60E7-B067C040E8D5}"/>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641A83FD-0707-DBC1-40FC-DF734B9D610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E506C3A8-6862-915E-5AF4-B55E914C5A90}"/>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EBDEC5E2-059F-84BB-14A7-60A872919871}"/>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EE559CC3-AA49-EFD9-8FD6-9E0B764FEDDC}"/>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0CF12B63-FADA-134D-2716-2B375B51A8BD}"/>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Tree>
    <p:extLst>
      <p:ext uri="{BB962C8B-B14F-4D97-AF65-F5344CB8AC3E}">
        <p14:creationId xmlns:p14="http://schemas.microsoft.com/office/powerpoint/2010/main" val="5582357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320D7-9844-2617-0263-2BD43878D0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9DC77C-630F-1838-E3DD-96BA95863C59}"/>
              </a:ext>
            </a:extLst>
          </p:cNvPr>
          <p:cNvSpPr>
            <a:spLocks noGrp="1"/>
          </p:cNvSpPr>
          <p:nvPr>
            <p:ph sz="half" idx="1"/>
          </p:nvPr>
        </p:nvSpPr>
        <p:spPr/>
        <p:txBody>
          <a:bodyPr/>
          <a:lstStyle/>
          <a:p>
            <a:r>
              <a:rPr lang="en-US" dirty="0"/>
              <a:t>Last possible 9 in right center block.</a:t>
            </a:r>
          </a:p>
        </p:txBody>
      </p:sp>
      <p:pic>
        <p:nvPicPr>
          <p:cNvPr id="4" name="Picture 3" descr="A grid of sudoku puzzle&#10;&#10;Description automatically generated">
            <a:extLst>
              <a:ext uri="{FF2B5EF4-FFF2-40B4-BE49-F238E27FC236}">
                <a16:creationId xmlns:a16="http://schemas.microsoft.com/office/drawing/2014/main" id="{F9D0C278-47C5-F7FC-BF2A-71578036E2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90E1E38-2AF1-A7D9-08BF-911D98874B3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28A68C0-C07A-8DE0-5875-20EBF702F3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C264E64-B83F-BBA8-7360-988FD35486B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AF6296-292E-F31C-7CCB-3B6E93E43B2E}"/>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7A32450A-AAB7-58B8-8B09-4FAEFE13B041}"/>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38BF25D1-2F87-CEB1-CAD9-3DDEAFF50304}"/>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A9A45D72-005E-36DF-36A5-F6AACD3641B3}"/>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1B18DF3-D751-FAA3-1EA7-4746F50EE53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8B5EB31E-DC48-DAC8-F987-5AD3724BE15D}"/>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516F188-965D-29B2-9E13-62F471756DD5}"/>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9447FC1E-7AA9-3E66-1B6F-33274A491CB4}"/>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C605D74C-FABE-94AE-BB0C-16F89C307F05}"/>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7F9EA2E0-C10E-9909-5A67-095D1EF5BE9A}"/>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71862102-3F4F-7515-1012-BDD9A3C5D2C0}"/>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2335594-A57E-067B-D395-D7E3FBC66527}"/>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1A17F295-0A1F-C39A-688C-7207BB132D45}"/>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182CE7AD-3A70-4531-CEE1-B356A06E4983}"/>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EE9A7036-971B-295A-AF7E-16AE6CD9EAB6}"/>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617A279-585D-0A4E-A56D-0A27B206AD54}"/>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5DF149D0-A681-BFE2-DCB5-1F112249D391}"/>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3343519-EF95-7C3B-2F9B-77295862D03E}"/>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8F8B2A3B-4831-C8F6-D060-CDABA6110D4F}"/>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A4901FCA-5EBD-B50C-2EFA-F08BBEC1129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43E1723B-9335-A2CD-B40F-17B35A8D56A1}"/>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C2B9895A-600D-D75C-7BA5-440BF6D90647}"/>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FEB85088-02BB-CE24-CD34-EDCFB5EB14D2}"/>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F64CDB1-A641-51B9-7517-641E7904A41D}"/>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86C4C0E6-3C45-74A5-9491-6EEE7B133F1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6B4014CD-4709-9004-05A3-E62D3F10A55E}"/>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35D6634-571E-E4F3-3B04-AF499A99F272}"/>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80E90A12-3AFD-C5F0-64DF-646ED5CE57E4}"/>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3C76F009-D430-9490-D5B9-CEDA1652004B}"/>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CDFE5F56-53DC-CFF1-C6AD-8D092510F81E}"/>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F7802C2-B715-3CC9-257F-35B0808DE8C6}"/>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0C1A51B9-9826-6159-55DD-0DE1F6660ED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C5699D24-E16D-6027-9319-E3ACE8F14808}"/>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3FE2752-B1DB-677E-BDCD-4ED8AE59B490}"/>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32C76DB5-328F-6C4C-5A48-DBEC49DA0B63}"/>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205666B4-3480-8962-DD42-F1C1893F2D3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A0C33061-41EF-56D2-A114-B19847CA521E}"/>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1886B6C-0A3F-518A-0DB4-378F4C4E3687}"/>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AE2F9EA7-617B-1654-8D36-251E48C4E39B}"/>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FDDB440D-0468-860F-D915-EB713D42427B}"/>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46EC4AEB-F1BF-E631-2FBF-5ACF50F38042}"/>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84402CF0-328A-CD1D-6CC9-75392AE8B503}"/>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46ECB379-A69C-8CC7-D840-D7811509A4AC}"/>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39E46ED8-F09C-29A8-466F-60CB65EFD614}"/>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56789</a:t>
            </a:r>
          </a:p>
        </p:txBody>
      </p:sp>
      <p:sp>
        <p:nvSpPr>
          <p:cNvPr id="51" name="TextBox 50">
            <a:extLst>
              <a:ext uri="{FF2B5EF4-FFF2-40B4-BE49-F238E27FC236}">
                <a16:creationId xmlns:a16="http://schemas.microsoft.com/office/drawing/2014/main" id="{AF678512-2DDC-15D1-01D4-E7F91D2B4FB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56789</a:t>
            </a:r>
          </a:p>
        </p:txBody>
      </p:sp>
      <p:sp>
        <p:nvSpPr>
          <p:cNvPr id="52" name="TextBox 51">
            <a:extLst>
              <a:ext uri="{FF2B5EF4-FFF2-40B4-BE49-F238E27FC236}">
                <a16:creationId xmlns:a16="http://schemas.microsoft.com/office/drawing/2014/main" id="{202DCDD3-C8F9-7F04-FBDE-576F6EE5DE1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F08CBD7B-466B-A091-3D1A-56BDC5BC6892}"/>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FA5EC7D4-260C-9985-CC5F-B68C460232EF}"/>
              </a:ext>
            </a:extLst>
          </p:cNvPr>
          <p:cNvSpPr txBox="1"/>
          <p:nvPr/>
        </p:nvSpPr>
        <p:spPr>
          <a:xfrm>
            <a:off x="3138310" y="3788329"/>
            <a:ext cx="570089" cy="369332"/>
          </a:xfrm>
          <a:prstGeom prst="rect">
            <a:avLst/>
          </a:prstGeom>
          <a:noFill/>
        </p:spPr>
        <p:txBody>
          <a:bodyPr wrap="square" rtlCol="0">
            <a:spAutoFit/>
          </a:bodyPr>
          <a:lstStyle/>
          <a:p>
            <a:pPr algn="ctr"/>
            <a:r>
              <a:rPr lang="en-US" sz="900" dirty="0"/>
              <a:t>1456789</a:t>
            </a:r>
          </a:p>
        </p:txBody>
      </p:sp>
      <p:sp>
        <p:nvSpPr>
          <p:cNvPr id="55" name="TextBox 54">
            <a:extLst>
              <a:ext uri="{FF2B5EF4-FFF2-40B4-BE49-F238E27FC236}">
                <a16:creationId xmlns:a16="http://schemas.microsoft.com/office/drawing/2014/main" id="{952C4BF5-2D03-A814-B3E9-0E1275692685}"/>
              </a:ext>
            </a:extLst>
          </p:cNvPr>
          <p:cNvSpPr txBox="1"/>
          <p:nvPr/>
        </p:nvSpPr>
        <p:spPr>
          <a:xfrm>
            <a:off x="6152446" y="2023089"/>
            <a:ext cx="570089" cy="369332"/>
          </a:xfrm>
          <a:prstGeom prst="rect">
            <a:avLst/>
          </a:prstGeom>
          <a:noFill/>
        </p:spPr>
        <p:txBody>
          <a:bodyPr wrap="square" rtlCol="0">
            <a:spAutoFit/>
          </a:bodyPr>
          <a:lstStyle/>
          <a:p>
            <a:pPr algn="ctr"/>
            <a:r>
              <a:rPr lang="en-US" sz="900" dirty="0"/>
              <a:t>1456789</a:t>
            </a:r>
          </a:p>
        </p:txBody>
      </p:sp>
      <p:sp>
        <p:nvSpPr>
          <p:cNvPr id="56" name="TextBox 55">
            <a:extLst>
              <a:ext uri="{FF2B5EF4-FFF2-40B4-BE49-F238E27FC236}">
                <a16:creationId xmlns:a16="http://schemas.microsoft.com/office/drawing/2014/main" id="{F5C81966-9B16-1A3F-9BE1-67E5A71E86DB}"/>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E79565D1-CD30-CF87-B14B-208925682B4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34E58A7B-843C-0332-7E1E-FBD89930A50D}"/>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9120E176-7B13-3E45-D9DA-14FAC77C4B03}"/>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EB12EECD-B92A-37EC-B052-5165D0EB4C71}"/>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5EF439DE-FF32-6D09-EF97-13B503E1628C}"/>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9E668B36-FFC6-2F3A-8BF1-43AD8086601B}"/>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F37061EA-370D-EE43-002C-E0BF4F153DBE}"/>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B85412BC-BFB0-AD41-1FC5-0D37F67DA659}"/>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7E0FD8E2-0635-3D71-500C-1C224B3C2E3F}"/>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8E47E0B5-0B74-6E5F-E5BF-6A42C9C8BFF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9C66C2F6-9165-E25A-3F6B-7DCBFDC2E14C}"/>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4E937E1B-BF66-72F2-E5A6-EA22360AF460}"/>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E9B11E7B-345C-0213-2D16-EE092E833952}"/>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4040115E-48A0-CE1A-374A-B0463C98D297}"/>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A522FAED-0E28-BD9D-FD0A-216296A0A83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A0AC0A87-7FD2-B180-5A26-773CE11F4C33}"/>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78AB0019-5469-0EF3-C23D-09BCA61C764E}"/>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3F30074B-6B97-1F64-9727-DE4E8C3742F2}"/>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C2C67D76-6666-3081-2490-D08B634EB1E8}"/>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4F930019-0634-81CF-BC26-AEF7920771FE}"/>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C7E7F4E3-8138-A9A5-5A82-9AAB27E43A44}"/>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4FB6CF7D-0BAA-255B-4A97-E4A19752DDC8}"/>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41FFD88B-02AF-4DA9-0C7A-573E07E3E90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8165505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3560-1A2E-B0E6-193A-FF96F27029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858ECF-AF3E-693D-38E6-87F7ECCAB25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5A48E09-3429-2AEF-9F50-8633EC3221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59808FD-3C5F-FE10-0282-E6AB610CC01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7179CF-C46A-97F9-04FD-3C8861032AE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F990EEB-A7A6-A8B1-6F27-6D2AB6F2396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4236FB5-460F-C28A-5C55-9B2381D90D6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F845E244-3B0E-75D4-445B-7633F7BEDB7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45C0F8E8-B3B1-3B4C-863C-AA1D8EC8125D}"/>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8CDB13C0-1D9F-3890-B239-D83907D0EF87}"/>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B457085-01BD-61AA-6B7B-0C188D40EF48}"/>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C2E0E636-B267-8219-6D58-C40F0265F140}"/>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50E75A0-5DF1-31BF-4B7B-0947D1650B17}"/>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76C0F030-D107-44C8-6BBD-F5C3F26BF983}"/>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196F67F6-4087-713E-6E89-45E16AA94E89}"/>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322C503-F042-E8CD-CA8F-691C21602A4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DDD9A470-D7C1-93F1-4684-26EC5B3191B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745BEABF-93E5-DDA9-BB81-0F765E663541}"/>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4B670E0B-520D-CC6E-7A22-7C8B6E898040}"/>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35C0FDF-4A37-E50C-403A-06B491024997}"/>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677C0C99-813E-E768-C63D-D7DB5E4B778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933EDBE-8A41-03B6-A2DD-6368901705A2}"/>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2F5A2418-4060-6371-C181-C7D567A49628}"/>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97113253-9513-32B9-02BB-63503A75C83F}"/>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FB88B26E-F6B4-C507-CCEA-2B67AA26C34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05447B14-C397-F6A4-3C59-CCEAB0D520BA}"/>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38A560E1-79CE-E8AC-8396-1A7DD3FA3215}"/>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25C5B91E-DA53-3214-0C77-325A4C5FB06E}"/>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03B45BA0-E35B-EBC9-7251-98B31698466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25643571-43E3-84DA-86AB-549DBC228D03}"/>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37136F24-6148-8458-5C73-0A620F3CB96D}"/>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7F04A175-FC62-F9FA-5FEE-367A52BE00CC}"/>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A3751CE-CE73-6F46-1B38-7C0EE6F9F972}"/>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BAB6B5AA-90F3-AA5C-3E5F-AA90BE375F2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0DDF8CE3-14DF-2BAF-86E7-CC5BAFF2B0A8}"/>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EF94CF00-A474-0329-12C6-34536863B459}"/>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074031AE-7EE5-4B06-1956-6A5A8BD1AD25}"/>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5A5543A6-CE19-D2EA-3AA7-FD9110CDFD4E}"/>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C440D509-8ADD-191A-4EC8-BF83468B9488}"/>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1DE9278F-BED6-695E-912F-F7B8985ED937}"/>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441B1299-4DBB-5B29-09C7-4AF9E78A5CB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4FB87535-AF3D-F6FE-3103-C9199976893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1A7135A0-1954-6EF3-EA85-BE6579CD82A0}"/>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1FA4FA00-21FB-2852-715A-AED8C3153165}"/>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AF20D6E1-928D-73E1-6318-D440BE9D1F4B}"/>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2E22D588-5ACD-E6CB-4BFC-229EDBF4E21A}"/>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F2F99C4C-757F-2EFA-79EF-A245150994D5}"/>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326BE1B9-67E6-E196-B40A-E48C88EB5490}"/>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4DDF8F27-123E-E106-71DE-83FECDD249FE}"/>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DE9E3501-AD82-55AC-1FCF-B36AA150BB22}"/>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9DA2B5A2-C6D3-49FA-D58E-D5119D2EF1E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E0A6923D-3FA9-3920-30B0-C2D21C8A42B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6821B213-05CC-47C8-5B0C-CE40470AB7D2}"/>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9D5B9394-156F-4E0E-FA58-F6992C0E1744}"/>
              </a:ext>
            </a:extLst>
          </p:cNvPr>
          <p:cNvSpPr txBox="1"/>
          <p:nvPr/>
        </p:nvSpPr>
        <p:spPr>
          <a:xfrm>
            <a:off x="3138310" y="3788329"/>
            <a:ext cx="570089" cy="230832"/>
          </a:xfrm>
          <a:prstGeom prst="rect">
            <a:avLst/>
          </a:prstGeom>
          <a:noFill/>
        </p:spPr>
        <p:txBody>
          <a:bodyPr wrap="square" rtlCol="0">
            <a:spAutoFit/>
          </a:bodyPr>
          <a:lstStyle/>
          <a:p>
            <a:pPr algn="ctr"/>
            <a:r>
              <a:rPr lang="en-US" sz="900" dirty="0"/>
              <a:t>145678</a:t>
            </a:r>
          </a:p>
        </p:txBody>
      </p:sp>
      <p:sp>
        <p:nvSpPr>
          <p:cNvPr id="55" name="TextBox 54">
            <a:extLst>
              <a:ext uri="{FF2B5EF4-FFF2-40B4-BE49-F238E27FC236}">
                <a16:creationId xmlns:a16="http://schemas.microsoft.com/office/drawing/2014/main" id="{A961AD5A-2934-7B98-1FA7-F5C71C7CCA22}"/>
              </a:ext>
            </a:extLst>
          </p:cNvPr>
          <p:cNvSpPr txBox="1"/>
          <p:nvPr/>
        </p:nvSpPr>
        <p:spPr>
          <a:xfrm>
            <a:off x="6152446" y="2023089"/>
            <a:ext cx="570089" cy="230832"/>
          </a:xfrm>
          <a:prstGeom prst="rect">
            <a:avLst/>
          </a:prstGeom>
          <a:noFill/>
        </p:spPr>
        <p:txBody>
          <a:bodyPr wrap="square" rtlCol="0">
            <a:spAutoFit/>
          </a:bodyPr>
          <a:lstStyle/>
          <a:p>
            <a:pPr algn="ctr"/>
            <a:r>
              <a:rPr lang="en-US" sz="900" dirty="0"/>
              <a:t>145678</a:t>
            </a:r>
          </a:p>
        </p:txBody>
      </p:sp>
      <p:sp>
        <p:nvSpPr>
          <p:cNvPr id="56" name="TextBox 55">
            <a:extLst>
              <a:ext uri="{FF2B5EF4-FFF2-40B4-BE49-F238E27FC236}">
                <a16:creationId xmlns:a16="http://schemas.microsoft.com/office/drawing/2014/main" id="{07B08569-2C51-FE08-7318-32A554D657BC}"/>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705853C3-F27B-35D5-CA75-9CF6FC6FEB7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E72DAEB6-C2C4-C8EF-36E4-CAA153D23FFE}"/>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FB56A725-3CF3-5258-C1E0-284421E25C65}"/>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1DFB0D54-18C2-1EF6-14DD-D4994FC33D82}"/>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C345C871-84B9-5A04-512C-0C47AD7F718D}"/>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4E8F3301-65CB-E849-0E4E-A23B86BB54D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11FD6F69-19ED-8F50-1739-9EFE8AC2DDA6}"/>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75A7FFAB-5B03-C7A8-8E5D-39B12732CAF6}"/>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239E4289-A066-EB2F-DC0E-A6B79E9D5772}"/>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B2A52071-134F-7788-AA99-13BAA98DE81A}"/>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1CC3F256-793E-A752-98D5-3E2044EEF5D6}"/>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9700DBBD-A6D8-5794-9198-DD65C8E70756}"/>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C6904CF0-FB18-1D6B-0BD5-22DBA5C9EF21}"/>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1B88D3AA-9466-6469-6D29-8C669B5C481B}"/>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5B5D9377-F912-1B2B-714A-EBD6409C4D6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EF42B20D-A1A9-A258-566F-BB9F0EABAFF0}"/>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935766A2-3860-A6E4-6097-4E359FCD304F}"/>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D189E878-F7D9-1DB1-4E1B-2E012A72DA1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CBE7011E-4A0B-D281-8E43-3B1053BE5C5B}"/>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7D6AD551-A1CA-8532-DC8F-120B831AD57F}"/>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48BFB566-5940-D7BD-127C-BC8C84A863B0}"/>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C2E1F75D-EA06-8031-6A08-48F79DF1E53A}"/>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DFDFA5C7-CBB2-3D5B-0E10-83CC45861A5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332479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60907-8CCC-BEDC-DF15-25A33A9A23A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BD1E29-74E1-700B-871F-FFF2DF75669E}"/>
              </a:ext>
            </a:extLst>
          </p:cNvPr>
          <p:cNvSpPr>
            <a:spLocks noGrp="1"/>
          </p:cNvSpPr>
          <p:nvPr>
            <p:ph sz="half" idx="1"/>
          </p:nvPr>
        </p:nvSpPr>
        <p:spPr/>
        <p:txBody>
          <a:bodyPr/>
          <a:lstStyle/>
          <a:p>
            <a:r>
              <a:rPr lang="en-US" dirty="0"/>
              <a:t>Complete upper right block.</a:t>
            </a:r>
          </a:p>
        </p:txBody>
      </p:sp>
      <p:pic>
        <p:nvPicPr>
          <p:cNvPr id="4" name="Picture 3" descr="A grid of sudoku puzzle&#10;&#10;Description automatically generated">
            <a:extLst>
              <a:ext uri="{FF2B5EF4-FFF2-40B4-BE49-F238E27FC236}">
                <a16:creationId xmlns:a16="http://schemas.microsoft.com/office/drawing/2014/main" id="{B26CD240-B39F-635B-9299-6ED91139CB7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72A9E89-88CC-279F-710A-C7564C515DD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A20C798-7D83-6A33-67BE-12EECC58631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6BF3CA-9AB9-E2B9-9A81-75941308B47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16EF0D9-05E5-21EE-8B0F-FD1ED32D8A2B}"/>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6526F5F0-EC83-FF74-21F4-AED01D6E0067}"/>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49AF4D02-1AA5-DD0D-AE68-0D1A3A0598F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648406F8-ECAE-060A-D133-F6B50BECB5DB}"/>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1C244BBA-B81F-96E3-E9D4-3442121342B0}"/>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FEF8775F-7087-2F83-DBCB-1CB10D982E6C}"/>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9DC7FE0-1B94-CE7C-ABE2-7B8CB50D287F}"/>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936A5AD5-BDF1-C800-787A-601D73A828B8}"/>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356826F9-D58D-9937-1978-78A2F71FF056}"/>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D5B6B8D-70E3-9E8B-7373-3A1DFD271E4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9FAB0ED-0587-5802-5853-8C46D85D9114}"/>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E90C668-DB1C-7634-297A-B92EAA7351E8}"/>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F0E586A7-2CF6-BB62-758C-E20689664B3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BD18C56-A49E-C226-2898-B507CC5C4D31}"/>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A624B741-2778-2C69-7513-C71B9539E9F4}"/>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A3573AFB-923B-F623-97E5-A8454ECAE594}"/>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4C032D44-28EC-92A2-0110-D724E3C45E76}"/>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9C1823F-ED5A-3125-7B7E-E2539289E5F0}"/>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1D2127EB-B68E-40F5-2E17-3EDC78B45E5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E78416BB-A22D-F429-8092-866DAF6388F8}"/>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8AFE4CD0-EA5C-B807-42C3-3568F2D39B83}"/>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69EC136B-BFAD-4288-ACC5-691AB7D405E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86FA0254-3DCA-767C-213D-940E664B6B13}"/>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776103A3-DA62-0F58-8182-ABD07404F03F}"/>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091C9111-21EC-AF10-2F7F-B23FA5C67BD5}"/>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4D09E5C8-CC96-A020-28AD-57807AECF5DE}"/>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961FFA1-2FB0-C968-6FD2-4A1F9CB85ED3}"/>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601AE5C5-7D3E-FF60-AF2A-162D6E6D116F}"/>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A12902FB-59E2-9B54-45E1-2E1AE867B04B}"/>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09B8C3CB-1F22-9EEA-E641-A0FEE55F84A3}"/>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09D67F2-31BF-5673-E2F2-40CE9E918133}"/>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43C08963-2878-88E7-A25D-D9012F9A9E2B}"/>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84C2362E-9EF3-4623-4467-E3D37E10C9FF}"/>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349C822D-FE01-97A7-5316-7BBE81F7E53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BD4A499F-0444-1259-A775-9CD531DB263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413B9B8E-F87D-BFDC-5581-9E7D3E63064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EA506531-2ABB-7DFA-08AA-C110E51DECB2}"/>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46C50C4-9C8E-099E-CDDC-8A9D8ADF4548}"/>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BE71DA3-7CAF-5CC7-229A-119FCE7EA2D3}"/>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988706EA-2C8B-848F-EA6F-AF4041D01072}"/>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2B0B86B6-D560-D1AA-A3B6-5C2DB4FDFCC9}"/>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6812E761-C3C0-851A-D5B6-BE10765EC56D}"/>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00AD7763-0559-69E0-FF0A-04ABF5D402AA}"/>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FE8B2F4C-1ED9-FE27-7BE9-401B3DA1E57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51AE809B-885B-0B84-B780-B0B71491BA4B}"/>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672141BD-B7EE-DC19-C619-CD8C13020F0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B9701DC8-A7CC-77F4-BE96-A56251FAC58F}"/>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A9414439-3391-0C8B-0912-00D421102ED9}"/>
              </a:ext>
            </a:extLst>
          </p:cNvPr>
          <p:cNvSpPr txBox="1"/>
          <p:nvPr/>
        </p:nvSpPr>
        <p:spPr>
          <a:xfrm>
            <a:off x="3138310" y="3788329"/>
            <a:ext cx="570089" cy="230832"/>
          </a:xfrm>
          <a:prstGeom prst="rect">
            <a:avLst/>
          </a:prstGeom>
          <a:noFill/>
        </p:spPr>
        <p:txBody>
          <a:bodyPr wrap="square" rtlCol="0">
            <a:spAutoFit/>
          </a:bodyPr>
          <a:lstStyle/>
          <a:p>
            <a:pPr algn="ctr"/>
            <a:r>
              <a:rPr lang="en-US" sz="900" dirty="0"/>
              <a:t>145678</a:t>
            </a:r>
          </a:p>
        </p:txBody>
      </p:sp>
      <p:sp>
        <p:nvSpPr>
          <p:cNvPr id="55" name="TextBox 54">
            <a:extLst>
              <a:ext uri="{FF2B5EF4-FFF2-40B4-BE49-F238E27FC236}">
                <a16:creationId xmlns:a16="http://schemas.microsoft.com/office/drawing/2014/main" id="{5EA12708-24EF-20E4-4DC0-0F6B5F553F90}"/>
              </a:ext>
            </a:extLst>
          </p:cNvPr>
          <p:cNvSpPr txBox="1"/>
          <p:nvPr/>
        </p:nvSpPr>
        <p:spPr>
          <a:xfrm>
            <a:off x="6152446" y="2023089"/>
            <a:ext cx="570089" cy="230832"/>
          </a:xfrm>
          <a:prstGeom prst="rect">
            <a:avLst/>
          </a:prstGeom>
          <a:noFill/>
        </p:spPr>
        <p:txBody>
          <a:bodyPr wrap="square" rtlCol="0">
            <a:spAutoFit/>
          </a:bodyPr>
          <a:lstStyle/>
          <a:p>
            <a:pPr algn="ctr"/>
            <a:r>
              <a:rPr lang="en-US" sz="900" dirty="0"/>
              <a:t>145678</a:t>
            </a:r>
          </a:p>
        </p:txBody>
      </p:sp>
      <p:sp>
        <p:nvSpPr>
          <p:cNvPr id="56" name="TextBox 55">
            <a:extLst>
              <a:ext uri="{FF2B5EF4-FFF2-40B4-BE49-F238E27FC236}">
                <a16:creationId xmlns:a16="http://schemas.microsoft.com/office/drawing/2014/main" id="{D73FC122-A7CA-6955-836F-EF9AC9357768}"/>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0C4B35C-9818-FEE1-9A72-CF2D2F1DBF68}"/>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E8DB2A6E-FAF8-5B6C-06D5-3DBE9A5F872A}"/>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2810CE75-F802-7685-4FCA-8A2CFBB86BD4}"/>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88CC20D5-0B0D-9CB1-5BD6-DEF4ED3FE287}"/>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5B5F60C5-1FB3-C032-6EF4-91521E9BFBD7}"/>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F7D0D0DC-C17F-2D56-885D-CF3F8A2CBFB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61FF131F-726B-3F2E-D2C9-C40A87057155}"/>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13AEBA1C-C150-9CB6-6CAC-FC4DE207A453}"/>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75E3E05D-DF44-8F96-1530-FA5AFEAD76DD}"/>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644B5290-39C0-01D4-0A88-ADA992BE5585}"/>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691229E6-DD52-E2EF-D965-C0F09654110C}"/>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59FF77A1-955B-C5C5-1D7F-775CFCB736CC}"/>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EF6FEEBF-8B72-4D6D-51E9-8A7051DF698C}"/>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85D35614-734B-004A-B740-4139E40A4620}"/>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7672AE2E-8F61-C35D-26ED-3D5907583B1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EC1067B0-584C-37FE-03C9-40E346091820}"/>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21280DAD-029B-749E-E9D6-67248D996CB9}"/>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0F15D9BC-AD70-B560-680C-459F9E0DE009}"/>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86D6C739-1938-8FCD-30D8-32A89C726288}"/>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AFA662F-4B2B-289F-0D85-0DF5D01B3D63}"/>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643903FF-EBAC-91C8-1BC8-8571BD7F3E5C}"/>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CFE3CF16-F8D6-6552-563E-D99ADAB533A6}"/>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9BCBA439-BEDF-DC55-9512-BF8105A1C0A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579DB3B-C649-217A-7A13-559D2FEC0F8D}"/>
              </a:ext>
            </a:extLst>
          </p:cNvPr>
          <p:cNvSpPr txBox="1"/>
          <p:nvPr/>
        </p:nvSpPr>
        <p:spPr>
          <a:xfrm>
            <a:off x="6152446" y="901933"/>
            <a:ext cx="570089" cy="230832"/>
          </a:xfrm>
          <a:prstGeom prst="rect">
            <a:avLst/>
          </a:prstGeom>
          <a:noFill/>
        </p:spPr>
        <p:txBody>
          <a:bodyPr wrap="square" rtlCol="0">
            <a:spAutoFit/>
          </a:bodyPr>
          <a:lstStyle/>
          <a:p>
            <a:pPr algn="ctr"/>
            <a:r>
              <a:rPr lang="en-US" sz="900" dirty="0"/>
              <a:t>148</a:t>
            </a:r>
          </a:p>
        </p:txBody>
      </p:sp>
    </p:spTree>
    <p:extLst>
      <p:ext uri="{BB962C8B-B14F-4D97-AF65-F5344CB8AC3E}">
        <p14:creationId xmlns:p14="http://schemas.microsoft.com/office/powerpoint/2010/main" val="1137283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0EAD9C-6654-A112-6D22-93D4B1E607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21425FB-6E8D-F755-85F1-4552C379C46B}"/>
              </a:ext>
            </a:extLst>
          </p:cNvPr>
          <p:cNvSpPr>
            <a:spLocks noGrp="1"/>
          </p:cNvSpPr>
          <p:nvPr>
            <p:ph sz="half" idx="1"/>
          </p:nvPr>
        </p:nvSpPr>
        <p:spPr/>
        <p:txBody>
          <a:bodyPr/>
          <a:lstStyle/>
          <a:p>
            <a:r>
              <a:rPr lang="en-US" dirty="0"/>
              <a:t>The lower left block contains the same set of colored cells as the upper right block. So, the set of white cells must also be the same: a 2 and one of 148.</a:t>
            </a:r>
          </a:p>
        </p:txBody>
      </p:sp>
      <p:pic>
        <p:nvPicPr>
          <p:cNvPr id="4" name="Picture 3" descr="A grid of sudoku puzzle&#10;&#10;Description automatically generated">
            <a:extLst>
              <a:ext uri="{FF2B5EF4-FFF2-40B4-BE49-F238E27FC236}">
                <a16:creationId xmlns:a16="http://schemas.microsoft.com/office/drawing/2014/main" id="{2A11BC30-3A58-868B-C760-08604BDB588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F14FCD-FDE5-59DB-805D-663E47AC81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20D5DE4-5887-45ED-B3B2-02EA1B1F6F2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67006B5-AAC9-C184-D4BA-CFA56377161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FC432D2-B9C6-D710-5BA2-D57CF99C4761}"/>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8" name="TextBox 7">
            <a:extLst>
              <a:ext uri="{FF2B5EF4-FFF2-40B4-BE49-F238E27FC236}">
                <a16:creationId xmlns:a16="http://schemas.microsoft.com/office/drawing/2014/main" id="{9C9D0E1C-1D7B-CCDD-A640-B2222E82358D}"/>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C8711F61-63E7-C8FB-77CA-F85A2D5E3B58}"/>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BABA859E-BDCC-332F-DAF6-A76DB36DD486}"/>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4F0D5D4B-9169-EA63-F3E0-E7773CC20AF0}"/>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7F4DA02D-51F5-7CB1-6484-FB841C24B93F}"/>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CEE2562-8A2F-818B-BEC3-AFF03287A848}"/>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14317491-3760-D163-617C-A0CE1D8467BC}"/>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50D59632-B29B-CF05-AEC7-788C2E004372}"/>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C4895FE1-5ABE-F478-EB25-4225FAE79E99}"/>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916C88B8-6527-C015-1815-8185A3232977}"/>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D8C72B6-ADA6-2092-1D4D-098D0203A7C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51AA1BC3-DEE9-FAAE-42A3-168515E93A7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B0B8D8C3-40D5-5D2D-B088-FD5931C47656}"/>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9695A533-64D2-6A69-52E2-06D790E3B99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D49FF65-9380-FACC-BDF9-185857F9B870}"/>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56BEF70F-3452-5BF4-907C-E1D7E9D3DEF8}"/>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F67E87EA-D406-2CCC-C9B8-609E06645C8B}"/>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3E83694F-17FF-70B0-BA28-343CCAA70CCB}"/>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7801D8B-C59A-748F-EF36-8D0D2E10F30B}"/>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34A4272F-8FB8-6BA7-74F8-09CA348DE549}"/>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20CEC6E4-9853-27F3-E9AA-E94EF297C9B2}"/>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C15935E4-E4DB-C919-3B93-8AF545CEAAF5}"/>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69591CCC-C6A4-8BA9-5F44-F38B4B70B84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D7357164-D7E4-9C4C-57F2-3B5C55D9EE59}"/>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B848D202-F4D1-88DC-3478-6063D1D0210D}"/>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6A09F54-F461-95FB-D434-4C10601ABD7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F3E50B11-A9E8-AC15-F3EC-0121A942EFE0}"/>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35" name="TextBox 34">
            <a:extLst>
              <a:ext uri="{FF2B5EF4-FFF2-40B4-BE49-F238E27FC236}">
                <a16:creationId xmlns:a16="http://schemas.microsoft.com/office/drawing/2014/main" id="{14566160-8202-AA66-CF35-7BF7F8CEF2EC}"/>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7FF38689-53FA-2090-6FD6-C7096E5912E8}"/>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A3FB5B46-DBF6-1BF8-8EA5-60CBC1C2B732}"/>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882F70B9-6AE3-55DF-40FB-16E979BD6E6D}"/>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B4ECD71-45C6-47C4-775A-24489CCD04C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AF25B6D-5BED-DA57-F454-BA034E73F45E}"/>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B3319055-1EE4-990D-FDB6-F3ADD7F21DE4}"/>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2706A547-61F7-5807-5278-BEF92F31C182}"/>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8F4ADF5D-3FAA-AC6F-6871-C1F9CF5536B7}"/>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365191A8-19DC-972B-CC42-FF38B9DD11C0}"/>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21090447-3C51-7096-BE94-76EAF935110F}"/>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CD2DA1BB-1A89-CEBA-8F9D-CD97FC6D3609}"/>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03BD4E2D-1BB6-E07E-E824-F635D3EB1E07}"/>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4FCC0A91-CC8F-1383-4EDA-678FE9225B95}"/>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2D329CDF-0F66-CA7A-EA14-F3A750D5F11C}"/>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1B50481D-B778-6D26-D2DB-52A62D2F8C9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520844B3-0D47-02EA-F7A3-C9E484447E89}"/>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F6A73029-D31F-62E7-11D2-2788E5B8837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D3045079-64EE-87F7-0B92-94F583E79093}"/>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21B06238-3C46-C270-15B0-8E4CA385299F}"/>
              </a:ext>
            </a:extLst>
          </p:cNvPr>
          <p:cNvSpPr txBox="1"/>
          <p:nvPr/>
        </p:nvSpPr>
        <p:spPr>
          <a:xfrm>
            <a:off x="3138310" y="3788329"/>
            <a:ext cx="570089" cy="230832"/>
          </a:xfrm>
          <a:prstGeom prst="rect">
            <a:avLst/>
          </a:prstGeom>
          <a:noFill/>
        </p:spPr>
        <p:txBody>
          <a:bodyPr wrap="square" rtlCol="0">
            <a:spAutoFit/>
          </a:bodyPr>
          <a:lstStyle/>
          <a:p>
            <a:pPr algn="ctr"/>
            <a:r>
              <a:rPr lang="en-US" sz="900" dirty="0"/>
              <a:t>145678</a:t>
            </a:r>
          </a:p>
        </p:txBody>
      </p:sp>
      <p:sp>
        <p:nvSpPr>
          <p:cNvPr id="55" name="TextBox 54">
            <a:extLst>
              <a:ext uri="{FF2B5EF4-FFF2-40B4-BE49-F238E27FC236}">
                <a16:creationId xmlns:a16="http://schemas.microsoft.com/office/drawing/2014/main" id="{3903CC19-F8EF-9538-2160-6C0E0FA1F97E}"/>
              </a:ext>
            </a:extLst>
          </p:cNvPr>
          <p:cNvSpPr txBox="1"/>
          <p:nvPr/>
        </p:nvSpPr>
        <p:spPr>
          <a:xfrm>
            <a:off x="6152446" y="2023089"/>
            <a:ext cx="570089" cy="230832"/>
          </a:xfrm>
          <a:prstGeom prst="rect">
            <a:avLst/>
          </a:prstGeom>
          <a:noFill/>
        </p:spPr>
        <p:txBody>
          <a:bodyPr wrap="square" rtlCol="0">
            <a:spAutoFit/>
          </a:bodyPr>
          <a:lstStyle/>
          <a:p>
            <a:pPr algn="ctr"/>
            <a:r>
              <a:rPr lang="en-US" sz="900" dirty="0"/>
              <a:t>145678</a:t>
            </a:r>
          </a:p>
        </p:txBody>
      </p:sp>
      <p:sp>
        <p:nvSpPr>
          <p:cNvPr id="56" name="TextBox 55">
            <a:extLst>
              <a:ext uri="{FF2B5EF4-FFF2-40B4-BE49-F238E27FC236}">
                <a16:creationId xmlns:a16="http://schemas.microsoft.com/office/drawing/2014/main" id="{85E69168-D46C-A6AC-B12C-3D83BD83F8DC}"/>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30B7E560-6946-2369-5C67-97D2523C538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D8B21481-2F78-1477-BC10-0A0715643520}"/>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5E1F2EA9-A25A-F4C4-CCD2-D9A872483850}"/>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168D420B-E501-B0D1-756E-F0DABE93F254}"/>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6C8F6452-AD51-B6AF-1CF7-E923B8CD5A10}"/>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47EC1682-1007-C0F1-7767-4E154CB7D2A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1D2A1D79-CF70-F549-50C0-6587179CF87C}"/>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4" name="TextBox 63">
            <a:extLst>
              <a:ext uri="{FF2B5EF4-FFF2-40B4-BE49-F238E27FC236}">
                <a16:creationId xmlns:a16="http://schemas.microsoft.com/office/drawing/2014/main" id="{67851D3E-7E1A-33FA-7AC8-12D1B855AE2F}"/>
              </a:ext>
            </a:extLst>
          </p:cNvPr>
          <p:cNvSpPr txBox="1"/>
          <p:nvPr/>
        </p:nvSpPr>
        <p:spPr>
          <a:xfrm>
            <a:off x="4645378" y="1283609"/>
            <a:ext cx="570089" cy="230832"/>
          </a:xfrm>
          <a:prstGeom prst="rect">
            <a:avLst/>
          </a:prstGeom>
          <a:noFill/>
        </p:spPr>
        <p:txBody>
          <a:bodyPr wrap="square" rtlCol="0">
            <a:spAutoFit/>
          </a:bodyPr>
          <a:lstStyle/>
          <a:p>
            <a:pPr algn="ctr"/>
            <a:r>
              <a:rPr lang="en-US" sz="900" dirty="0"/>
              <a:t>46</a:t>
            </a:r>
          </a:p>
        </p:txBody>
      </p:sp>
      <p:sp>
        <p:nvSpPr>
          <p:cNvPr id="65" name="TextBox 64">
            <a:extLst>
              <a:ext uri="{FF2B5EF4-FFF2-40B4-BE49-F238E27FC236}">
                <a16:creationId xmlns:a16="http://schemas.microsoft.com/office/drawing/2014/main" id="{A1A59226-5012-A2BC-6BCE-8540EB54A8E5}"/>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30237A75-C0EB-41B8-94B2-B35DD40A9EA0}"/>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7" name="TextBox 66">
            <a:extLst>
              <a:ext uri="{FF2B5EF4-FFF2-40B4-BE49-F238E27FC236}">
                <a16:creationId xmlns:a16="http://schemas.microsoft.com/office/drawing/2014/main" id="{292E342F-0D4E-9FDC-3707-908482ED3D4D}"/>
              </a:ext>
            </a:extLst>
          </p:cNvPr>
          <p:cNvSpPr txBox="1"/>
          <p:nvPr/>
        </p:nvSpPr>
        <p:spPr>
          <a:xfrm>
            <a:off x="7157158" y="3907597"/>
            <a:ext cx="570089" cy="230832"/>
          </a:xfrm>
          <a:prstGeom prst="rect">
            <a:avLst/>
          </a:prstGeom>
          <a:noFill/>
        </p:spPr>
        <p:txBody>
          <a:bodyPr wrap="square" rtlCol="0">
            <a:spAutoFit/>
          </a:bodyPr>
          <a:lstStyle/>
          <a:p>
            <a:pPr algn="ctr"/>
            <a:r>
              <a:rPr lang="en-US" sz="900" dirty="0"/>
              <a:t>46</a:t>
            </a:r>
          </a:p>
        </p:txBody>
      </p:sp>
      <p:sp>
        <p:nvSpPr>
          <p:cNvPr id="68" name="TextBox 67">
            <a:extLst>
              <a:ext uri="{FF2B5EF4-FFF2-40B4-BE49-F238E27FC236}">
                <a16:creationId xmlns:a16="http://schemas.microsoft.com/office/drawing/2014/main" id="{1844485E-2C18-2E63-7F36-4C642A604BB5}"/>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12B09399-DB97-40FF-5DE4-9B0E1FE071EF}"/>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EAD9736B-0793-31BC-2322-AACDAE678F93}"/>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92CA52FF-6C51-F3DC-50B1-F82A6A7A547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3BA3A3CE-2DF8-DDC6-2E4D-276FEF57828D}"/>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B74BD659-C112-2ADC-98C9-985DB2FACD8C}"/>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73805450-3215-F947-7E13-DE34688CD209}"/>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F027DCED-87C9-F52D-50B5-D56B75D93E3B}"/>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F867A170-55C5-644D-783D-58BDCB04A1EE}"/>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C972160D-B308-7DF3-5151-AD7493AAFD91}"/>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03E31654-241B-32CB-BCC8-050B6E2BED73}"/>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FD9B01BC-287E-6B3C-D993-BA87417CF05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BFA4CE42-8461-E6C3-CC0D-B7B157BFA8AB}"/>
              </a:ext>
            </a:extLst>
          </p:cNvPr>
          <p:cNvSpPr txBox="1"/>
          <p:nvPr/>
        </p:nvSpPr>
        <p:spPr>
          <a:xfrm>
            <a:off x="6152446" y="901933"/>
            <a:ext cx="570089" cy="230832"/>
          </a:xfrm>
          <a:prstGeom prst="rect">
            <a:avLst/>
          </a:prstGeom>
          <a:noFill/>
        </p:spPr>
        <p:txBody>
          <a:bodyPr wrap="square" rtlCol="0">
            <a:spAutoFit/>
          </a:bodyPr>
          <a:lstStyle/>
          <a:p>
            <a:pPr algn="ctr"/>
            <a:r>
              <a:rPr lang="en-US" sz="900" dirty="0"/>
              <a:t>148</a:t>
            </a:r>
          </a:p>
        </p:txBody>
      </p:sp>
      <p:sp>
        <p:nvSpPr>
          <p:cNvPr id="81" name="TextBox 80">
            <a:extLst>
              <a:ext uri="{FF2B5EF4-FFF2-40B4-BE49-F238E27FC236}">
                <a16:creationId xmlns:a16="http://schemas.microsoft.com/office/drawing/2014/main" id="{B42A00AE-D208-0D4D-EBC1-576031BA0041}"/>
              </a:ext>
            </a:extLst>
          </p:cNvPr>
          <p:cNvSpPr txBox="1"/>
          <p:nvPr/>
        </p:nvSpPr>
        <p:spPr>
          <a:xfrm>
            <a:off x="4143022" y="3907597"/>
            <a:ext cx="570089" cy="230832"/>
          </a:xfrm>
          <a:prstGeom prst="rect">
            <a:avLst/>
          </a:prstGeom>
          <a:noFill/>
        </p:spPr>
        <p:txBody>
          <a:bodyPr wrap="square" rtlCol="0">
            <a:spAutoFit/>
          </a:bodyPr>
          <a:lstStyle/>
          <a:p>
            <a:pPr algn="ctr"/>
            <a:r>
              <a:rPr lang="en-US" sz="900" dirty="0"/>
              <a:t>248</a:t>
            </a:r>
          </a:p>
        </p:txBody>
      </p:sp>
      <p:sp>
        <p:nvSpPr>
          <p:cNvPr id="82" name="TextBox 81">
            <a:extLst>
              <a:ext uri="{FF2B5EF4-FFF2-40B4-BE49-F238E27FC236}">
                <a16:creationId xmlns:a16="http://schemas.microsoft.com/office/drawing/2014/main" id="{185BE53A-CD60-9844-5901-A40BAAF61C34}"/>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2271839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5C3C7-A7A8-CB64-B820-762FBC4C3D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982294-E7A6-E4A9-D51D-000C73C555D6}"/>
              </a:ext>
            </a:extLst>
          </p:cNvPr>
          <p:cNvSpPr>
            <a:spLocks noGrp="1"/>
          </p:cNvSpPr>
          <p:nvPr>
            <p:ph sz="half" idx="1"/>
          </p:nvPr>
        </p:nvSpPr>
        <p:spPr/>
        <p:txBody>
          <a:bodyPr>
            <a:normAutofit lnSpcReduction="10000"/>
          </a:bodyPr>
          <a:lstStyle/>
          <a:p>
            <a:r>
              <a:rPr lang="en-US" dirty="0"/>
              <a:t>Focus on the light green 46 cells. They cannot be 6. The upper right and lower left blocks contain analogous colored cells. The bottom 46, if 6, would veto the two blue cells. The upper 46, if 6, would veto the dark green, yellow, and orange cells. There would be no place remaining for a 6 in the upper right block.</a:t>
            </a:r>
          </a:p>
        </p:txBody>
      </p:sp>
      <p:pic>
        <p:nvPicPr>
          <p:cNvPr id="4" name="Picture 3" descr="A grid of sudoku puzzle&#10;&#10;Description automatically generated">
            <a:extLst>
              <a:ext uri="{FF2B5EF4-FFF2-40B4-BE49-F238E27FC236}">
                <a16:creationId xmlns:a16="http://schemas.microsoft.com/office/drawing/2014/main" id="{3B68EDAB-17A8-4F8A-89F1-E5DC1C19F98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9CB2902-4886-5134-41A0-2707361A4B9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B701BD-50EE-91CB-D325-2A04CB904A4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E21457C-CA21-A22A-3841-45E1784684C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EAA48F3-8BA9-4F8D-1986-D8D05295D163}"/>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DAAC2396-809B-99F9-D1B9-B33FD4581416}"/>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117089EF-51F6-988F-1150-A8138537A2B5}"/>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DAD35157-F598-B3A9-1254-3865E4580AD4}"/>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68C4BA78-2557-489C-4A80-4D0B2D5EFB3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E58DAACF-00BC-5A5F-1C74-3C657E450FF5}"/>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8182F109-4A38-E22A-1D23-DEB2D7C2EB7B}"/>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7F0E12A-7C80-4C87-740B-3528F8E3B464}"/>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E36E01E8-13E3-A61D-0248-588559AB7F8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2C2BC52F-7E41-69F8-45FE-BE5A10D408D4}"/>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71265838-D67A-0DE2-0E10-DCA9528557DC}"/>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067EC11E-171A-D9E6-5ECB-6EC7278FE28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AB6201B-96CB-F91C-E1F9-4CD1013A9583}"/>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6E897791-C2A4-D6FA-6BAB-3C154E7CAA45}"/>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40ABF58D-9E8C-82FF-4D27-0F87CAEC1264}"/>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AA61AEB5-C2DF-0466-F822-2D35A9E8541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85D8C703-F717-9EE1-71C9-218C43E6288D}"/>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36C1963F-AE7A-C286-87FB-CF4B493EC27E}"/>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6935B481-93B2-F8E5-4BB4-B7B5A37F028A}"/>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80C22DC0-93F0-B9CD-5D8C-4CC4BBC86F76}"/>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A959A8E6-A545-2388-4F7F-7264F2A00CC8}"/>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64F2ECCF-219A-2EE6-177E-8002CAD4C8D1}"/>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5F944A57-FBDE-9081-A2B5-B9DCF414FC38}"/>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5D3B6A92-9B0C-179D-669F-64F93520B1AD}"/>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18DEE553-E4D9-39A8-1BAD-A811120FF36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5EAD3A9A-8176-D464-6A93-3F6C97ACDEAD}"/>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D00DB059-0961-4EF7-E414-0D792CD58F79}"/>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BDB2D00-0C64-0475-A008-2CABB1D65F89}"/>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A59D00B-A7F2-457D-9B8E-ABE207E0133A}"/>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94AB8854-E49E-06F2-FBB6-E7AD796FCE9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C74E1BE-A462-3816-0628-17F61F68BF2F}"/>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966C6F84-AAEA-37BC-CEF7-001273341E64}"/>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A8FAE0AA-891D-35D4-3CA0-9D79ADA953B5}"/>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4882A45-72F5-7E49-2BFA-641A663A5258}"/>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617415B0-77AE-1CE7-06C9-DAEA0F30394B}"/>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DAFDF482-5850-10E8-3250-FB0F6629335E}"/>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8D9CEEC1-2CF6-13B5-7BF4-1F43163FABE4}"/>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910AC1D6-CF47-DD90-8036-1EE694BD9B82}"/>
              </a:ext>
            </a:extLst>
          </p:cNvPr>
          <p:cNvSpPr txBox="1"/>
          <p:nvPr/>
        </p:nvSpPr>
        <p:spPr>
          <a:xfrm>
            <a:off x="7157158" y="1522145"/>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D8676278-1F45-F748-AEEC-5A416C957CC0}"/>
              </a:ext>
            </a:extLst>
          </p:cNvPr>
          <p:cNvSpPr txBox="1"/>
          <p:nvPr/>
        </p:nvSpPr>
        <p:spPr>
          <a:xfrm>
            <a:off x="4143022" y="5028752"/>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943F48BA-0491-A8A6-D04A-A573E364064E}"/>
              </a:ext>
            </a:extLst>
          </p:cNvPr>
          <p:cNvSpPr txBox="1"/>
          <p:nvPr/>
        </p:nvSpPr>
        <p:spPr>
          <a:xfrm>
            <a:off x="6654802" y="1522145"/>
            <a:ext cx="570089" cy="230832"/>
          </a:xfrm>
          <a:prstGeom prst="rect">
            <a:avLst/>
          </a:prstGeom>
          <a:noFill/>
        </p:spPr>
        <p:txBody>
          <a:bodyPr wrap="square" rtlCol="0">
            <a:spAutoFit/>
          </a:bodyPr>
          <a:lstStyle/>
          <a:p>
            <a:pPr algn="ctr"/>
            <a:r>
              <a:rPr lang="en-US" sz="900" dirty="0"/>
              <a:t>456789</a:t>
            </a:r>
          </a:p>
        </p:txBody>
      </p:sp>
      <p:sp>
        <p:nvSpPr>
          <p:cNvPr id="47" name="TextBox 46">
            <a:extLst>
              <a:ext uri="{FF2B5EF4-FFF2-40B4-BE49-F238E27FC236}">
                <a16:creationId xmlns:a16="http://schemas.microsoft.com/office/drawing/2014/main" id="{B493F75C-FC5A-99AD-8B67-F86EC17E64C5}"/>
              </a:ext>
            </a:extLst>
          </p:cNvPr>
          <p:cNvSpPr txBox="1"/>
          <p:nvPr/>
        </p:nvSpPr>
        <p:spPr>
          <a:xfrm>
            <a:off x="3640666" y="5028752"/>
            <a:ext cx="570089" cy="230832"/>
          </a:xfrm>
          <a:prstGeom prst="rect">
            <a:avLst/>
          </a:prstGeom>
          <a:noFill/>
        </p:spPr>
        <p:txBody>
          <a:bodyPr wrap="square" rtlCol="0">
            <a:spAutoFit/>
          </a:bodyPr>
          <a:lstStyle/>
          <a:p>
            <a:pPr algn="ctr"/>
            <a:r>
              <a:rPr lang="en-US" sz="900" dirty="0"/>
              <a:t>456789</a:t>
            </a:r>
          </a:p>
        </p:txBody>
      </p:sp>
      <p:sp>
        <p:nvSpPr>
          <p:cNvPr id="48" name="TextBox 47">
            <a:extLst>
              <a:ext uri="{FF2B5EF4-FFF2-40B4-BE49-F238E27FC236}">
                <a16:creationId xmlns:a16="http://schemas.microsoft.com/office/drawing/2014/main" id="{7C1EEF2D-3B03-40B0-D52D-A143004100B8}"/>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D331BADB-D3DB-9471-2868-8BBDE3C811C3}"/>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12F53C9B-7823-444D-F16C-52F70A354037}"/>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24115BDD-9BB4-2A22-C7C3-E53D1DD0BD2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62EFB91E-E2E4-2DB2-5828-21F470D4F3B0}"/>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0B7C3C65-6AE1-DBA4-05B9-83C96B804A38}"/>
              </a:ext>
            </a:extLst>
          </p:cNvPr>
          <p:cNvSpPr txBox="1"/>
          <p:nvPr/>
        </p:nvSpPr>
        <p:spPr>
          <a:xfrm>
            <a:off x="3640666" y="4026865"/>
            <a:ext cx="570089" cy="230832"/>
          </a:xfrm>
          <a:prstGeom prst="rect">
            <a:avLst/>
          </a:prstGeom>
          <a:noFill/>
        </p:spPr>
        <p:txBody>
          <a:bodyPr wrap="square" rtlCol="0">
            <a:spAutoFit/>
          </a:bodyPr>
          <a:lstStyle/>
          <a:p>
            <a:pPr algn="ctr"/>
            <a:r>
              <a:rPr lang="en-US" sz="900" dirty="0"/>
              <a:t>456789</a:t>
            </a:r>
          </a:p>
        </p:txBody>
      </p:sp>
      <p:sp>
        <p:nvSpPr>
          <p:cNvPr id="54" name="TextBox 53">
            <a:extLst>
              <a:ext uri="{FF2B5EF4-FFF2-40B4-BE49-F238E27FC236}">
                <a16:creationId xmlns:a16="http://schemas.microsoft.com/office/drawing/2014/main" id="{482DB885-8A29-AC0C-4E1F-5039F9795E12}"/>
              </a:ext>
            </a:extLst>
          </p:cNvPr>
          <p:cNvSpPr txBox="1"/>
          <p:nvPr/>
        </p:nvSpPr>
        <p:spPr>
          <a:xfrm>
            <a:off x="3138310" y="3788329"/>
            <a:ext cx="570089" cy="230832"/>
          </a:xfrm>
          <a:prstGeom prst="rect">
            <a:avLst/>
          </a:prstGeom>
          <a:noFill/>
        </p:spPr>
        <p:txBody>
          <a:bodyPr wrap="square" rtlCol="0">
            <a:spAutoFit/>
          </a:bodyPr>
          <a:lstStyle/>
          <a:p>
            <a:pPr algn="ctr"/>
            <a:r>
              <a:rPr lang="en-US" sz="900" dirty="0"/>
              <a:t>145678</a:t>
            </a:r>
          </a:p>
        </p:txBody>
      </p:sp>
      <p:sp>
        <p:nvSpPr>
          <p:cNvPr id="55" name="TextBox 54">
            <a:extLst>
              <a:ext uri="{FF2B5EF4-FFF2-40B4-BE49-F238E27FC236}">
                <a16:creationId xmlns:a16="http://schemas.microsoft.com/office/drawing/2014/main" id="{965437FB-5925-FA6E-08E3-7E74DE5EBF52}"/>
              </a:ext>
            </a:extLst>
          </p:cNvPr>
          <p:cNvSpPr txBox="1"/>
          <p:nvPr/>
        </p:nvSpPr>
        <p:spPr>
          <a:xfrm>
            <a:off x="6152446" y="2023089"/>
            <a:ext cx="570089" cy="230832"/>
          </a:xfrm>
          <a:prstGeom prst="rect">
            <a:avLst/>
          </a:prstGeom>
          <a:noFill/>
        </p:spPr>
        <p:txBody>
          <a:bodyPr wrap="square" rtlCol="0">
            <a:spAutoFit/>
          </a:bodyPr>
          <a:lstStyle/>
          <a:p>
            <a:pPr algn="ctr"/>
            <a:r>
              <a:rPr lang="en-US" sz="900" dirty="0"/>
              <a:t>145678</a:t>
            </a:r>
          </a:p>
        </p:txBody>
      </p:sp>
      <p:sp>
        <p:nvSpPr>
          <p:cNvPr id="56" name="TextBox 55">
            <a:extLst>
              <a:ext uri="{FF2B5EF4-FFF2-40B4-BE49-F238E27FC236}">
                <a16:creationId xmlns:a16="http://schemas.microsoft.com/office/drawing/2014/main" id="{646DE015-72CC-3C01-5378-60D5AD592205}"/>
              </a:ext>
            </a:extLst>
          </p:cNvPr>
          <p:cNvSpPr txBox="1"/>
          <p:nvPr/>
        </p:nvSpPr>
        <p:spPr>
          <a:xfrm>
            <a:off x="6654802" y="1784553"/>
            <a:ext cx="570089" cy="230832"/>
          </a:xfrm>
          <a:prstGeom prst="rect">
            <a:avLst/>
          </a:prstGeom>
          <a:noFill/>
        </p:spPr>
        <p:txBody>
          <a:bodyPr wrap="square" rtlCol="0">
            <a:spAutoFit/>
          </a:bodyPr>
          <a:lstStyle/>
          <a:p>
            <a:pPr algn="ctr"/>
            <a:r>
              <a:rPr lang="en-US" sz="900" dirty="0"/>
              <a:t>456789</a:t>
            </a:r>
          </a:p>
        </p:txBody>
      </p:sp>
      <p:sp>
        <p:nvSpPr>
          <p:cNvPr id="57" name="TextBox 56">
            <a:extLst>
              <a:ext uri="{FF2B5EF4-FFF2-40B4-BE49-F238E27FC236}">
                <a16:creationId xmlns:a16="http://schemas.microsoft.com/office/drawing/2014/main" id="{8221B94F-5387-E1C6-81B2-322B839DEA1D}"/>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FFB444D4-F497-00E1-428A-EDB07458B736}"/>
              </a:ext>
            </a:extLst>
          </p:cNvPr>
          <p:cNvSpPr txBox="1"/>
          <p:nvPr/>
        </p:nvSpPr>
        <p:spPr>
          <a:xfrm>
            <a:off x="4143022" y="1903821"/>
            <a:ext cx="570089" cy="230832"/>
          </a:xfrm>
          <a:prstGeom prst="rect">
            <a:avLst/>
          </a:prstGeom>
          <a:noFill/>
        </p:spPr>
        <p:txBody>
          <a:bodyPr wrap="square" rtlCol="0">
            <a:spAutoFit/>
          </a:bodyPr>
          <a:lstStyle/>
          <a:p>
            <a:pPr algn="ctr"/>
            <a:r>
              <a:rPr lang="en-US" sz="900" dirty="0"/>
              <a:t>457</a:t>
            </a:r>
          </a:p>
        </p:txBody>
      </p:sp>
      <p:sp>
        <p:nvSpPr>
          <p:cNvPr id="59" name="TextBox 58">
            <a:extLst>
              <a:ext uri="{FF2B5EF4-FFF2-40B4-BE49-F238E27FC236}">
                <a16:creationId xmlns:a16="http://schemas.microsoft.com/office/drawing/2014/main" id="{2ED5C88A-D04E-6036-9D7C-567F5FDEC3A9}"/>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53988201-A702-EE31-ECA5-6C4F9C85EC60}"/>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441D1910-622B-1E6F-6988-0CCDE07A2C51}"/>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728CA892-F182-8F22-1D23-D2EA413FC96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4623D7A1-78FB-DF28-D703-A5FFAB9BB4BB}"/>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a:t>
            </a:r>
          </a:p>
        </p:txBody>
      </p:sp>
      <p:sp>
        <p:nvSpPr>
          <p:cNvPr id="65" name="TextBox 64">
            <a:extLst>
              <a:ext uri="{FF2B5EF4-FFF2-40B4-BE49-F238E27FC236}">
                <a16:creationId xmlns:a16="http://schemas.microsoft.com/office/drawing/2014/main" id="{D6290AA3-1F0B-08E8-441B-891C0DEF15BB}"/>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EEE461D1-299B-55A9-EA4F-61EC5970C88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CE2BFE2E-D240-ABD1-78B4-D3F341155DDB}"/>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D6BDD35B-530B-9202-7F98-B1B952A36ED3}"/>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4F1A6846-FC61-9B2E-CA51-9325C8235E19}"/>
              </a:ext>
            </a:extLst>
          </p:cNvPr>
          <p:cNvSpPr txBox="1"/>
          <p:nvPr/>
        </p:nvSpPr>
        <p:spPr>
          <a:xfrm>
            <a:off x="5650090" y="2285497"/>
            <a:ext cx="570089" cy="230832"/>
          </a:xfrm>
          <a:prstGeom prst="rect">
            <a:avLst/>
          </a:prstGeom>
          <a:noFill/>
        </p:spPr>
        <p:txBody>
          <a:bodyPr wrap="square" rtlCol="0">
            <a:spAutoFit/>
          </a:bodyPr>
          <a:lstStyle/>
          <a:p>
            <a:pPr algn="ctr"/>
            <a:r>
              <a:rPr lang="en-US" sz="900" dirty="0"/>
              <a:t>23467</a:t>
            </a:r>
          </a:p>
        </p:txBody>
      </p:sp>
      <p:sp>
        <p:nvSpPr>
          <p:cNvPr id="71" name="TextBox 70">
            <a:extLst>
              <a:ext uri="{FF2B5EF4-FFF2-40B4-BE49-F238E27FC236}">
                <a16:creationId xmlns:a16="http://schemas.microsoft.com/office/drawing/2014/main" id="{F1F3FDF8-1B3D-D775-4C8F-34486FF5680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63878528-D4D0-0E80-E888-A138BD30E0E1}"/>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DD9D289E-575E-3DC5-4A60-1690B06A1A2D}"/>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B827DDE4-1B07-C863-F2C0-13E2E3F55F77}"/>
              </a:ext>
            </a:extLst>
          </p:cNvPr>
          <p:cNvSpPr txBox="1"/>
          <p:nvPr/>
        </p:nvSpPr>
        <p:spPr>
          <a:xfrm>
            <a:off x="6654802" y="3788329"/>
            <a:ext cx="570089" cy="230832"/>
          </a:xfrm>
          <a:prstGeom prst="rect">
            <a:avLst/>
          </a:prstGeom>
          <a:noFill/>
        </p:spPr>
        <p:txBody>
          <a:bodyPr wrap="square" rtlCol="0">
            <a:spAutoFit/>
          </a:bodyPr>
          <a:lstStyle/>
          <a:p>
            <a:pPr algn="ctr"/>
            <a:r>
              <a:rPr lang="en-US" sz="900" dirty="0"/>
              <a:t>23467</a:t>
            </a:r>
          </a:p>
        </p:txBody>
      </p:sp>
      <p:sp>
        <p:nvSpPr>
          <p:cNvPr id="76" name="TextBox 75">
            <a:extLst>
              <a:ext uri="{FF2B5EF4-FFF2-40B4-BE49-F238E27FC236}">
                <a16:creationId xmlns:a16="http://schemas.microsoft.com/office/drawing/2014/main" id="{CDACF49A-84EE-A8D6-BC9B-00B41CF20EE7}"/>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6ECE0B2C-F71E-A417-7B0E-B7FE4C018A35}"/>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B5B9F306-F48B-DAA2-1E18-13BEE8CA4B19}"/>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A9300839-2F0F-A5B0-DAE9-5A67708DD3A1}"/>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C13A88D6-165E-0A26-3784-47957D4094D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7E1B875-219B-7EB5-BBDC-7D6B97999A40}"/>
              </a:ext>
            </a:extLst>
          </p:cNvPr>
          <p:cNvSpPr txBox="1"/>
          <p:nvPr/>
        </p:nvSpPr>
        <p:spPr>
          <a:xfrm>
            <a:off x="6152446" y="901933"/>
            <a:ext cx="570089" cy="230832"/>
          </a:xfrm>
          <a:prstGeom prst="rect">
            <a:avLst/>
          </a:prstGeom>
          <a:noFill/>
        </p:spPr>
        <p:txBody>
          <a:bodyPr wrap="square" rtlCol="0">
            <a:spAutoFit/>
          </a:bodyPr>
          <a:lstStyle/>
          <a:p>
            <a:pPr algn="ctr"/>
            <a:r>
              <a:rPr lang="en-US" sz="900" dirty="0"/>
              <a:t>148</a:t>
            </a:r>
          </a:p>
        </p:txBody>
      </p:sp>
      <p:sp>
        <p:nvSpPr>
          <p:cNvPr id="81" name="TextBox 80">
            <a:extLst>
              <a:ext uri="{FF2B5EF4-FFF2-40B4-BE49-F238E27FC236}">
                <a16:creationId xmlns:a16="http://schemas.microsoft.com/office/drawing/2014/main" id="{7A6D313B-03D3-D88D-3B94-B91E775DB6D2}"/>
              </a:ext>
            </a:extLst>
          </p:cNvPr>
          <p:cNvSpPr txBox="1"/>
          <p:nvPr/>
        </p:nvSpPr>
        <p:spPr>
          <a:xfrm>
            <a:off x="4143022" y="3907597"/>
            <a:ext cx="570089" cy="230832"/>
          </a:xfrm>
          <a:prstGeom prst="rect">
            <a:avLst/>
          </a:prstGeom>
          <a:noFill/>
        </p:spPr>
        <p:txBody>
          <a:bodyPr wrap="square" rtlCol="0">
            <a:spAutoFit/>
          </a:bodyPr>
          <a:lstStyle/>
          <a:p>
            <a:pPr algn="ctr"/>
            <a:r>
              <a:rPr lang="en-US" sz="900" dirty="0"/>
              <a:t>248</a:t>
            </a:r>
          </a:p>
        </p:txBody>
      </p:sp>
      <p:sp>
        <p:nvSpPr>
          <p:cNvPr id="82" name="TextBox 81">
            <a:extLst>
              <a:ext uri="{FF2B5EF4-FFF2-40B4-BE49-F238E27FC236}">
                <a16:creationId xmlns:a16="http://schemas.microsoft.com/office/drawing/2014/main" id="{6462BDAA-7B70-B7B9-77FA-5F42CFB4C19A}"/>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3648581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6C927-72A3-D5E0-FD46-2A7E7695F1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933190-A8C0-7167-A064-9F784FB5B7B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4AFEF61-B9C6-AA10-3A87-632AEE57504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56B0A03-6F85-AA95-008F-63149B7285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DCD01B4-3C4D-5C6F-2341-B3888A24E72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4E538F2-C065-A829-0492-2EAC338A756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A5652AF-72D1-3029-C210-095D26F6CDDF}"/>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9CBDE9F-85F5-32AE-E193-44AA6E61CBB8}"/>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6A88AC7C-FEBB-23B7-4A6C-87EBC4329FE1}"/>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D29B5CE8-01F4-4944-16D5-C57E5B5C64ED}"/>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7D731DD-DC44-E1B5-1888-79B911738246}"/>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18127051-CFA6-485D-EE5C-D7FEA3222D7F}"/>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3F68DED-2C31-71BD-3929-F0DB86DF4483}"/>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4DBB4052-41C2-1B83-D559-A90BDC2E38F3}"/>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741A0B82-E5A6-D0F5-41E3-057061413C14}"/>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7FA4F6EC-8D95-22ED-1DC7-1A02C310C35F}"/>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D87329FB-A711-9B62-7AF2-3D1F755EA2C6}"/>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8556FA4-662A-BEBE-9A48-EAB974BB1448}"/>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D18E5677-D4C5-AD37-DE57-F128EF96B7E0}"/>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BE35A982-2298-7D98-B3E0-4713183EA4AD}"/>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8BAF0AC7-5895-8D2E-D51F-EACE4A90603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6FE5BFD2-26CE-6E19-1BA4-7B007182B863}"/>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9A4A9805-AA18-EC77-EC85-0F570DCCD1F2}"/>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E7CB6535-D8AF-BA27-7AD7-AC5DF5945981}"/>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3C11227D-585B-067D-A04B-7994311069B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AA6A3272-A9DF-E915-DBEF-CD41F13EB5A1}"/>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EAF01A5D-8FA8-095E-9FC2-9A04DCDF9822}"/>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7C01BA64-7885-92DB-E318-B65B132914EC}"/>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4A4353DE-D677-5560-5F20-D2C8B53B1CB0}"/>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3C9904E-DB12-A0CF-6BF4-E5DEF748B3D0}"/>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D432651A-4494-184E-4519-58A4ABA9F1A7}"/>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404EAC9-ABC9-F8BF-5B87-4CE7090F9A61}"/>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422882C-9C93-44A5-0673-422EB582BCE6}"/>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5C672435-5465-A359-90DD-DC9636B410CE}"/>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22AEEAD1-7AC0-3BA1-539D-58AE0FD56B1B}"/>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7531921-DD9B-D8C7-076C-3207BB49E731}"/>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4755D4C4-ABDA-1BB3-F666-A723C5D0907C}"/>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C89979FC-011F-B77B-22FE-20279570D64C}"/>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A96A12E-E60C-1CE6-5268-A7AEA1E0F795}"/>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C1FBA4F-E575-E4A3-D6F2-6594BDFB27D7}"/>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C523824E-8212-51F6-20F5-02B0B64DB42B}"/>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98143AC9-DDD8-945F-553E-D408928D86BE}"/>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30504381-BE30-A2C2-711B-E3B44D80EA4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44406FC-4A06-7567-145B-9C0002DE73F6}"/>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7E07CD50-303D-38AE-F9C2-E150CD57EC79}"/>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7491449E-4BBB-8CC1-A43C-5F5905C06B09}"/>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02DADB17-B5AC-D951-C5F9-21D0BAF8647A}"/>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48" name="TextBox 47">
            <a:extLst>
              <a:ext uri="{FF2B5EF4-FFF2-40B4-BE49-F238E27FC236}">
                <a16:creationId xmlns:a16="http://schemas.microsoft.com/office/drawing/2014/main" id="{7754CAE8-6794-A502-32F9-3EC4DC87539B}"/>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190FC04C-81FE-B59C-D8F1-EDEEB4E378BF}"/>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EE133ECD-FE03-7A8E-CE44-7D5CD0A9A1FE}"/>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FC071BE9-CBA9-B95C-8B91-57A45E21A841}"/>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83D3C7BF-0A6F-DAF8-5243-1948EA9FE69F}"/>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EB32EAF8-A80B-2476-FAF0-9C807B2E0989}"/>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3EBD9720-2DA3-A74A-BA08-2F238667C9EF}"/>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15C9B439-47EC-8D67-03D9-942A8AEC8157}"/>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A66279E2-797A-C4F4-6F72-3387CB8A6A92}"/>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9A659406-7D6E-15D1-FE26-F834EFFCD93E}"/>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61164846-E910-1D83-11A5-453B8178D4F4}"/>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57043735-9D51-6D4F-F7F6-C31A3A79FEFE}"/>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02F10FA4-5DCD-94BB-BB3B-679D2DB03334}"/>
              </a:ext>
            </a:extLst>
          </p:cNvPr>
          <p:cNvSpPr txBox="1"/>
          <p:nvPr/>
        </p:nvSpPr>
        <p:spPr>
          <a:xfrm>
            <a:off x="4143022" y="2905709"/>
            <a:ext cx="570089" cy="230832"/>
          </a:xfrm>
          <a:prstGeom prst="rect">
            <a:avLst/>
          </a:prstGeom>
          <a:noFill/>
        </p:spPr>
        <p:txBody>
          <a:bodyPr wrap="square" rtlCol="0">
            <a:spAutoFit/>
          </a:bodyPr>
          <a:lstStyle/>
          <a:p>
            <a:pPr algn="ctr"/>
            <a:r>
              <a:rPr lang="en-US" sz="900" dirty="0"/>
              <a:t>2457</a:t>
            </a:r>
          </a:p>
        </p:txBody>
      </p:sp>
      <p:sp>
        <p:nvSpPr>
          <p:cNvPr id="61" name="TextBox 60">
            <a:extLst>
              <a:ext uri="{FF2B5EF4-FFF2-40B4-BE49-F238E27FC236}">
                <a16:creationId xmlns:a16="http://schemas.microsoft.com/office/drawing/2014/main" id="{1ABDF4AA-1C41-436E-A73E-E8B66E46E7E6}"/>
              </a:ext>
            </a:extLst>
          </p:cNvPr>
          <p:cNvSpPr txBox="1"/>
          <p:nvPr/>
        </p:nvSpPr>
        <p:spPr>
          <a:xfrm>
            <a:off x="6152446" y="2285497"/>
            <a:ext cx="570089" cy="230832"/>
          </a:xfrm>
          <a:prstGeom prst="rect">
            <a:avLst/>
          </a:prstGeom>
          <a:noFill/>
        </p:spPr>
        <p:txBody>
          <a:bodyPr wrap="square" rtlCol="0">
            <a:spAutoFit/>
          </a:bodyPr>
          <a:lstStyle/>
          <a:p>
            <a:pPr algn="ctr"/>
            <a:r>
              <a:rPr lang="en-US" sz="900" dirty="0"/>
              <a:t>2457</a:t>
            </a:r>
          </a:p>
        </p:txBody>
      </p:sp>
      <p:sp>
        <p:nvSpPr>
          <p:cNvPr id="62" name="TextBox 61">
            <a:extLst>
              <a:ext uri="{FF2B5EF4-FFF2-40B4-BE49-F238E27FC236}">
                <a16:creationId xmlns:a16="http://schemas.microsoft.com/office/drawing/2014/main" id="{7A0C60B5-3EC4-78B2-8CA9-976BBE1E50D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DE3DD9AD-249B-22C6-DD84-0801221EFA35}"/>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B30F223C-820B-FB6A-F6DB-E76D6660FA6D}"/>
              </a:ext>
            </a:extLst>
          </p:cNvPr>
          <p:cNvSpPr txBox="1"/>
          <p:nvPr/>
        </p:nvSpPr>
        <p:spPr>
          <a:xfrm>
            <a:off x="5147734" y="1903821"/>
            <a:ext cx="570089" cy="230832"/>
          </a:xfrm>
          <a:prstGeom prst="rect">
            <a:avLst/>
          </a:prstGeom>
          <a:noFill/>
        </p:spPr>
        <p:txBody>
          <a:bodyPr wrap="square" rtlCol="0">
            <a:spAutoFit/>
          </a:bodyPr>
          <a:lstStyle/>
          <a:p>
            <a:pPr algn="ctr"/>
            <a:r>
              <a:rPr lang="en-US" sz="900" dirty="0"/>
              <a:t>1679</a:t>
            </a:r>
          </a:p>
        </p:txBody>
      </p:sp>
      <p:sp>
        <p:nvSpPr>
          <p:cNvPr id="66" name="TextBox 65">
            <a:extLst>
              <a:ext uri="{FF2B5EF4-FFF2-40B4-BE49-F238E27FC236}">
                <a16:creationId xmlns:a16="http://schemas.microsoft.com/office/drawing/2014/main" id="{699D4226-B5AB-55F2-23EC-750B6CA5710D}"/>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25FAAA95-5854-B4E6-2020-CDA94234D2B4}"/>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3C11A609-6A25-DAF7-6B91-5EF9304411F2}"/>
              </a:ext>
            </a:extLst>
          </p:cNvPr>
          <p:cNvSpPr txBox="1"/>
          <p:nvPr/>
        </p:nvSpPr>
        <p:spPr>
          <a:xfrm>
            <a:off x="7157158" y="4527809"/>
            <a:ext cx="570089" cy="230832"/>
          </a:xfrm>
          <a:prstGeom prst="rect">
            <a:avLst/>
          </a:prstGeom>
          <a:noFill/>
        </p:spPr>
        <p:txBody>
          <a:bodyPr wrap="square" rtlCol="0">
            <a:spAutoFit/>
          </a:bodyPr>
          <a:lstStyle/>
          <a:p>
            <a:pPr algn="ctr"/>
            <a:r>
              <a:rPr lang="en-US" sz="900" dirty="0"/>
              <a:t>1679</a:t>
            </a:r>
          </a:p>
        </p:txBody>
      </p:sp>
      <p:sp>
        <p:nvSpPr>
          <p:cNvPr id="70" name="TextBox 69">
            <a:extLst>
              <a:ext uri="{FF2B5EF4-FFF2-40B4-BE49-F238E27FC236}">
                <a16:creationId xmlns:a16="http://schemas.microsoft.com/office/drawing/2014/main" id="{974F9551-2A74-4BA5-8561-A42EE4038647}"/>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040BD085-6FEF-9965-975C-0B10F78C6D1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FC940EDD-6305-573A-27A7-DB987A4CB8DC}"/>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B8B41144-8294-BE31-CD47-B2D3692F7B87}"/>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BB6A1039-5F16-3388-75A7-B4E636DE0795}"/>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72D4B33D-6E47-2847-26AA-1A0D36F2E9C4}"/>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75C2A81D-12DD-EE4A-4B8E-4066F7C1839C}"/>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2C52BA69-C4DE-8D82-4BCF-B1FF86D0FC2E}"/>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7E91C621-7DDA-6863-B8DE-37B689809313}"/>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D58A9222-9869-5E79-6912-DB689ACB801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480EDDF-7233-1971-7FE7-10863F6A940A}"/>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66E4F971-3382-2AA5-4233-6C656571876C}"/>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471A8716-CC82-2748-9892-6863AB1358D0}"/>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1969606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FE704-8590-0740-6FFE-166430483E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2BB16C-1A54-5EDF-039E-2132F19FA63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503F813-1515-C048-7C77-C4331175C01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9DF9EB4-EB16-E045-9E8E-4843A1AB7F4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27D0771-F393-599C-234D-30FDA82C5B2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DCF65B5-4FCF-E571-90F5-BB165B77F54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3EA8E38-56E3-696F-A1D2-1D24304D2D7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9DBE064-10D5-6532-AC4A-77F4E8E151B1}"/>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C4930EBF-E703-D337-9FC0-9B8E58DEF033}"/>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2A50F7C2-77DA-CE62-F580-20F7C6F4821D}"/>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3EDB6FFD-07ED-6C18-9143-39468A29932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12" name="TextBox 11">
            <a:extLst>
              <a:ext uri="{FF2B5EF4-FFF2-40B4-BE49-F238E27FC236}">
                <a16:creationId xmlns:a16="http://schemas.microsoft.com/office/drawing/2014/main" id="{938BD5DE-B7F5-F54B-0FC2-4A02DAF29C43}"/>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2FB4059-7440-97D5-7B41-822157697EA6}"/>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2BF62CDF-EF5B-297A-E46F-D3B767C6D76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7F9B02D5-FFC0-D72C-CFBC-6869BC55159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AC46FA83-14ED-AE2A-0E47-AEE602CB06A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E82DE7EA-4DB7-4B8A-E84F-6C15393E114D}"/>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22556B6C-B127-EB30-4356-4A5811FD665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2E6006C-AC69-D400-1142-4A62EE8AC574}"/>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374FEABD-6923-D999-ABA6-BDFB018C655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0FF71DAC-4010-6377-98F0-5805403FBB20}"/>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B582D1B-A5D9-2E5A-9E87-AF524621A8AE}"/>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1CAF78DC-44A9-3324-B280-FEEBE50B881D}"/>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93EEA07-3BC0-05E5-AA99-B900127CF407}"/>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DFB37733-8821-9D04-C0B0-241A9D7635CF}"/>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0E8E1AE0-9435-94BE-2F7B-58C24CD4218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94CB4D5C-33BA-A732-119C-54003E38B208}"/>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7B9416E8-1180-4D46-4F8F-BB1D4631933D}"/>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06E40B75-315C-A285-F335-7265AA9E6BFD}"/>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834E2551-D33A-D073-CA9C-AD75AC480ED3}"/>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B8CE7B6A-D1EA-7603-A639-D94A39FA9B20}"/>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A6F67046-07B5-9B41-2519-B823655FE70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F3EBE5F5-5D4C-087C-A2EC-884B6606DAD2}"/>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78A6439F-ADEA-9309-5506-6D95182F8F35}"/>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624F9214-EBBF-8FF8-6EDD-6F8BB491A627}"/>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F6F0CDC9-24C1-45CA-8E0E-732F180CD35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E8D56C6-2BD3-6E05-0648-7BA79AAC684A}"/>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91342A25-3DDD-8D23-32B3-1851A80DE5C4}"/>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302CCC78-36C0-CF83-89EC-1E1FA175F4C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50ADBBA-E027-252C-CBA2-BE73A3C97E01}"/>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264B0592-6CC6-09A6-4F54-C47E1237CFFC}"/>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endParaRPr lang="en-US" sz="3200" dirty="0"/>
          </a:p>
        </p:txBody>
      </p:sp>
      <p:sp>
        <p:nvSpPr>
          <p:cNvPr id="42" name="TextBox 41">
            <a:extLst>
              <a:ext uri="{FF2B5EF4-FFF2-40B4-BE49-F238E27FC236}">
                <a16:creationId xmlns:a16="http://schemas.microsoft.com/office/drawing/2014/main" id="{3F788304-F81D-4D7F-E276-17263874118B}"/>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D8CF2487-6D05-D0C4-D3AD-AF189A8AC83C}"/>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3BFE75C0-962C-1748-D6F3-EB53D65E3337}"/>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767E56D5-2490-26C4-E82E-E7CD80A338D2}"/>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B6AC2DE3-FE65-54F3-E145-B9236E5216D9}"/>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0F3A0554-B935-540A-79F9-1339B2A48FF4}"/>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48" name="TextBox 47">
            <a:extLst>
              <a:ext uri="{FF2B5EF4-FFF2-40B4-BE49-F238E27FC236}">
                <a16:creationId xmlns:a16="http://schemas.microsoft.com/office/drawing/2014/main" id="{707BA7A0-31DA-81DB-7CD7-075F4D55E6F5}"/>
              </a:ext>
            </a:extLst>
          </p:cNvPr>
          <p:cNvSpPr txBox="1"/>
          <p:nvPr/>
        </p:nvSpPr>
        <p:spPr>
          <a:xfrm>
            <a:off x="6654802" y="772726"/>
            <a:ext cx="570089" cy="230832"/>
          </a:xfrm>
          <a:prstGeom prst="rect">
            <a:avLst/>
          </a:prstGeom>
          <a:noFill/>
        </p:spPr>
        <p:txBody>
          <a:bodyPr wrap="square" rtlCol="0">
            <a:spAutoFit/>
          </a:bodyPr>
          <a:lstStyle/>
          <a:p>
            <a:pPr algn="ctr"/>
            <a:r>
              <a:rPr lang="en-US" sz="900" dirty="0"/>
              <a:t>489</a:t>
            </a:r>
          </a:p>
        </p:txBody>
      </p:sp>
      <p:sp>
        <p:nvSpPr>
          <p:cNvPr id="49" name="TextBox 48">
            <a:extLst>
              <a:ext uri="{FF2B5EF4-FFF2-40B4-BE49-F238E27FC236}">
                <a16:creationId xmlns:a16="http://schemas.microsoft.com/office/drawing/2014/main" id="{4B12C78C-7445-E052-DBE6-3AA1E22C9CC0}"/>
              </a:ext>
            </a:extLst>
          </p:cNvPr>
          <p:cNvSpPr txBox="1"/>
          <p:nvPr/>
        </p:nvSpPr>
        <p:spPr>
          <a:xfrm>
            <a:off x="3138310" y="5028752"/>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0126BE10-B6D2-B607-7C69-23D29E5F3DF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EC2E8A9D-7132-08FC-BC17-8A4EA0DD5078}"/>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01ECD7A9-61C9-FAE0-5A8E-3070D5ADB41A}"/>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D769E217-0076-9780-73F2-A91DE34ABD9D}"/>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29297DC1-54A3-0D35-7B18-D95C67D4A051}"/>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CA5F3806-85ED-D350-B58E-E90DBFAAB804}"/>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150AD9BB-F22B-1D4A-DC5F-8ECCC324E485}"/>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B9C6C327-1759-8505-B2CF-4C9CFF3CCE7A}"/>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A13C9D31-321A-7EDB-5F15-AE08BB87BDBD}"/>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40A70482-A5A5-A659-1798-DCBCA626ED2E}"/>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3B7F00EC-1BD6-12EA-5392-4518B682EA8C}"/>
              </a:ext>
            </a:extLst>
          </p:cNvPr>
          <p:cNvSpPr txBox="1"/>
          <p:nvPr/>
        </p:nvSpPr>
        <p:spPr>
          <a:xfrm>
            <a:off x="4143022" y="2905709"/>
            <a:ext cx="570089" cy="230832"/>
          </a:xfrm>
          <a:prstGeom prst="rect">
            <a:avLst/>
          </a:prstGeom>
          <a:noFill/>
        </p:spPr>
        <p:txBody>
          <a:bodyPr wrap="square" rtlCol="0">
            <a:spAutoFit/>
          </a:bodyPr>
          <a:lstStyle/>
          <a:p>
            <a:pPr algn="ctr"/>
            <a:r>
              <a:rPr lang="en-US" sz="900" dirty="0"/>
              <a:t>24</a:t>
            </a:r>
          </a:p>
        </p:txBody>
      </p:sp>
      <p:sp>
        <p:nvSpPr>
          <p:cNvPr id="61" name="TextBox 60">
            <a:extLst>
              <a:ext uri="{FF2B5EF4-FFF2-40B4-BE49-F238E27FC236}">
                <a16:creationId xmlns:a16="http://schemas.microsoft.com/office/drawing/2014/main" id="{A90416A1-154E-F813-1BCE-2DEED9DBF86B}"/>
              </a:ext>
            </a:extLst>
          </p:cNvPr>
          <p:cNvSpPr txBox="1"/>
          <p:nvPr/>
        </p:nvSpPr>
        <p:spPr>
          <a:xfrm>
            <a:off x="6152446" y="2285497"/>
            <a:ext cx="570089" cy="230832"/>
          </a:xfrm>
          <a:prstGeom prst="rect">
            <a:avLst/>
          </a:prstGeom>
          <a:noFill/>
        </p:spPr>
        <p:txBody>
          <a:bodyPr wrap="square" rtlCol="0">
            <a:spAutoFit/>
          </a:bodyPr>
          <a:lstStyle/>
          <a:p>
            <a:pPr algn="ctr"/>
            <a:r>
              <a:rPr lang="en-US" sz="900" dirty="0"/>
              <a:t>24</a:t>
            </a:r>
          </a:p>
        </p:txBody>
      </p:sp>
      <p:sp>
        <p:nvSpPr>
          <p:cNvPr id="62" name="TextBox 61">
            <a:extLst>
              <a:ext uri="{FF2B5EF4-FFF2-40B4-BE49-F238E27FC236}">
                <a16:creationId xmlns:a16="http://schemas.microsoft.com/office/drawing/2014/main" id="{76F05F16-9FFC-60BD-122D-3D6E0FBECCE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A103E6B3-3B2C-E9FE-4DE9-ED909BD7C310}"/>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D4034DDF-445A-5863-510C-6ABF27F6ED84}"/>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921E2D55-955B-09F9-7564-44019DBD618C}"/>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B0A053BB-394D-FED3-767A-C3101B16A5FA}"/>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011598A4-C7D6-2283-759A-3409E4CA9CF4}"/>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FECB4496-7510-09AF-57CF-F18E6EB083C1}"/>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EB71987A-0FF5-44A1-98E8-81D3A2BB3E3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42D7A2A3-8A85-A156-2E8C-DCFD2A01B8DD}"/>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7DFA6980-F968-A914-E025-D33E26163255}"/>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FCF898EC-CC78-3494-F291-3D73D7487142}"/>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21E9BF00-3323-0522-9186-DACB8CB2B94F}"/>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D4610946-CA09-A065-62C4-034EA2B0696A}"/>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F63AB081-593F-7FF9-C2F6-074606A4821C}"/>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03083319-DFE5-3AD1-9233-A38C9B3630BA}"/>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CB1EB603-3F3C-D939-3EEF-91B66215D9F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575DB228-6A73-3ADF-2833-1549EAEC041C}"/>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CD57C190-F0F8-64EB-11EE-992DE321AAAA}"/>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402D40F6-9FC7-E829-B22F-97177210B61A}"/>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320291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A40C4-5D0D-3ACA-1041-ED95A47F8C0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B4BA70-6B6D-C612-4EAE-0BCAEAD8B996}"/>
              </a:ext>
            </a:extLst>
          </p:cNvPr>
          <p:cNvSpPr>
            <a:spLocks noGrp="1"/>
          </p:cNvSpPr>
          <p:nvPr>
            <p:ph sz="half" idx="1"/>
          </p:nvPr>
        </p:nvSpPr>
        <p:spPr/>
        <p:txBody>
          <a:bodyPr>
            <a:normAutofit/>
          </a:bodyPr>
          <a:lstStyle/>
          <a:p>
            <a:r>
              <a:rPr lang="en-US" dirty="0"/>
              <a:t>Last possible 4’s in upper right and lower left blocks.</a:t>
            </a:r>
          </a:p>
        </p:txBody>
      </p:sp>
      <p:pic>
        <p:nvPicPr>
          <p:cNvPr id="4" name="Picture 3" descr="A grid of sudoku puzzle&#10;&#10;Description automatically generated">
            <a:extLst>
              <a:ext uri="{FF2B5EF4-FFF2-40B4-BE49-F238E27FC236}">
                <a16:creationId xmlns:a16="http://schemas.microsoft.com/office/drawing/2014/main" id="{DF68415D-FBCE-D823-A2E0-A0258D1F8D5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C43E821-AB27-941E-BA38-D28808B7D82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02394D1-5D85-DC83-AC73-DE86D36F44D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340DF6-84E3-8D58-57A1-FC5CA952B88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6665688-0C86-1A5E-458E-381825DEDA15}"/>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637D47A-147E-CF63-C32D-EF5F33D09361}"/>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4138566F-74D1-10E9-579A-CBEE8B7AC9C9}"/>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A37AF44B-EDF7-376A-E40F-038DFCFDA61A}"/>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0763EEF0-2E0C-7B7A-7761-B3DA1E9F5D62}"/>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043ECDF2-3835-A923-4480-867CD4673509}"/>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72C57D3-1497-6487-2159-85E870FDDF75}"/>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00B78A3C-688A-33CB-7000-90597EEC0277}"/>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A526F62F-CC9A-A906-0171-BB384C9D794E}"/>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4DD6D40E-31BF-6816-32F7-2D41E445131D}"/>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D44DF390-612B-D69C-CDD2-483EE68B2543}"/>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BFB01886-9672-A97A-A4DC-5EAD9C0B6A64}"/>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11183BD-2CF9-22D4-960F-A93E777079AE}"/>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24F6C73E-DF52-8492-D6A5-F8E60EB19F3B}"/>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3164E2CA-3B66-8BF8-1889-8AC33F185ADF}"/>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8BE5170D-3339-8A06-9138-4F85F866BAC0}"/>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9F8A4FFE-86D7-9590-0246-2E45A505F8B3}"/>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F040B73B-50F5-BDBB-05BC-0049A16348D3}"/>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598D0E3D-6E36-66B3-F986-EAF43966190F}"/>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939AAC7D-E2C2-A2CB-0BF1-A507611927B5}"/>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D5455BF8-8420-F2DE-3918-F209A31040AD}"/>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E44252ED-8070-A987-6865-E51FE0DE8267}"/>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F6E2D5A3-C69C-CBA6-FE00-96F510A52AAE}"/>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8F378598-C640-2168-F959-B0627D1C0962}"/>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8C725DC2-DA79-98C2-981D-3DB449FAC46B}"/>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805FD8A3-A279-441A-6D95-CA146659839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C7370948-90E3-0CAD-5172-4C9B9ED37767}"/>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F0384FE4-0786-EBC8-B2C0-5B58348BF8B8}"/>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93D4D3A-C213-76F8-FBB6-10E6C6A83696}"/>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F4382FDB-E29D-1C05-F1D9-9D53578D1DC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ED02022-8CEE-C1E3-F2A7-A209189E4EFC}"/>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2BBBD365-0B9D-68DB-66FD-C6A901318F27}"/>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1BB8602C-1C32-A449-E689-32D041E1C352}"/>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931F4D85-A566-B0CC-0501-09B82F5F5573}"/>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7807E9D6-CD30-C0BA-E476-14AC4DAD3E9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F78A8B8-60B6-3EA3-80C1-E8829BB3F5C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B7F270BD-85F7-28CD-3835-394D28D38707}"/>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1385F7A1-6521-F951-3E70-D1E0899505BF}"/>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FEE45477-2F4C-DF16-F617-128C5A7600E0}"/>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660199C2-A24F-592F-1CF7-43BF44B0AEC3}"/>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A805C9D3-9882-F712-49F4-C2F1E6E0B818}"/>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58CDC403-1A5C-8588-C8D1-D552BA88DE6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BAC60358-B91C-9032-43FA-996136C9FDCE}"/>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90AC45D8-1004-D22D-016E-544458F97ECA}"/>
              </a:ext>
            </a:extLst>
          </p:cNvPr>
          <p:cNvSpPr txBox="1"/>
          <p:nvPr/>
        </p:nvSpPr>
        <p:spPr>
          <a:xfrm>
            <a:off x="3640666" y="3406653"/>
            <a:ext cx="570089" cy="230832"/>
          </a:xfrm>
          <a:prstGeom prst="rect">
            <a:avLst/>
          </a:prstGeom>
          <a:noFill/>
        </p:spPr>
        <p:txBody>
          <a:bodyPr wrap="square" rtlCol="0">
            <a:spAutoFit/>
          </a:bodyPr>
          <a:lstStyle/>
          <a:p>
            <a:pPr algn="ctr"/>
            <a:r>
              <a:rPr lang="en-US" sz="900" dirty="0"/>
              <a:t>234567</a:t>
            </a:r>
          </a:p>
        </p:txBody>
      </p:sp>
      <p:sp>
        <p:nvSpPr>
          <p:cNvPr id="53" name="TextBox 52">
            <a:extLst>
              <a:ext uri="{FF2B5EF4-FFF2-40B4-BE49-F238E27FC236}">
                <a16:creationId xmlns:a16="http://schemas.microsoft.com/office/drawing/2014/main" id="{4DF50058-C7ED-D2D6-CB5B-A2CC85B2DE0F}"/>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B57B8150-AE89-1839-01E0-8FB92890D4A4}"/>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69368B05-A507-9BD2-B718-8C6B004B3A50}"/>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BD4EAF69-2397-BE56-5B66-6CB12E875228}"/>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93FF75C0-220C-B7B9-D1DF-FE7996FCEDEC}"/>
              </a:ext>
            </a:extLst>
          </p:cNvPr>
          <p:cNvSpPr txBox="1"/>
          <p:nvPr/>
        </p:nvSpPr>
        <p:spPr>
          <a:xfrm>
            <a:off x="6654802" y="2524033"/>
            <a:ext cx="570089" cy="230832"/>
          </a:xfrm>
          <a:prstGeom prst="rect">
            <a:avLst/>
          </a:prstGeom>
          <a:noFill/>
        </p:spPr>
        <p:txBody>
          <a:bodyPr wrap="square" rtlCol="0">
            <a:spAutoFit/>
          </a:bodyPr>
          <a:lstStyle/>
          <a:p>
            <a:pPr algn="ctr"/>
            <a:r>
              <a:rPr lang="en-US" sz="900" dirty="0"/>
              <a:t>234567</a:t>
            </a:r>
          </a:p>
        </p:txBody>
      </p:sp>
      <p:sp>
        <p:nvSpPr>
          <p:cNvPr id="58" name="TextBox 57">
            <a:extLst>
              <a:ext uri="{FF2B5EF4-FFF2-40B4-BE49-F238E27FC236}">
                <a16:creationId xmlns:a16="http://schemas.microsoft.com/office/drawing/2014/main" id="{E8DB5429-DE7E-10A1-AF5C-7C1DFC0FBAB0}"/>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5F1132C5-154D-0AD0-6F90-AF0E8CAEDD62}"/>
              </a:ext>
            </a:extLst>
          </p:cNvPr>
          <p:cNvSpPr txBox="1"/>
          <p:nvPr/>
        </p:nvSpPr>
        <p:spPr>
          <a:xfrm>
            <a:off x="3640666" y="2404765"/>
            <a:ext cx="570089" cy="230832"/>
          </a:xfrm>
          <a:prstGeom prst="rect">
            <a:avLst/>
          </a:prstGeom>
          <a:noFill/>
        </p:spPr>
        <p:txBody>
          <a:bodyPr wrap="square" rtlCol="0">
            <a:spAutoFit/>
          </a:bodyPr>
          <a:lstStyle/>
          <a:p>
            <a:pPr algn="ctr"/>
            <a:r>
              <a:rPr lang="en-US" sz="900" dirty="0"/>
              <a:t>234567</a:t>
            </a:r>
          </a:p>
        </p:txBody>
      </p:sp>
      <p:sp>
        <p:nvSpPr>
          <p:cNvPr id="60" name="TextBox 59">
            <a:extLst>
              <a:ext uri="{FF2B5EF4-FFF2-40B4-BE49-F238E27FC236}">
                <a16:creationId xmlns:a16="http://schemas.microsoft.com/office/drawing/2014/main" id="{0AE57674-8734-F9FD-975A-538A73E2EAC1}"/>
              </a:ext>
            </a:extLst>
          </p:cNvPr>
          <p:cNvSpPr txBox="1"/>
          <p:nvPr/>
        </p:nvSpPr>
        <p:spPr>
          <a:xfrm>
            <a:off x="4143022" y="2905709"/>
            <a:ext cx="570089" cy="230832"/>
          </a:xfrm>
          <a:prstGeom prst="rect">
            <a:avLst/>
          </a:prstGeom>
          <a:noFill/>
        </p:spPr>
        <p:txBody>
          <a:bodyPr wrap="square" rtlCol="0">
            <a:spAutoFit/>
          </a:bodyPr>
          <a:lstStyle/>
          <a:p>
            <a:pPr algn="ctr"/>
            <a:r>
              <a:rPr lang="en-US" sz="900" dirty="0"/>
              <a:t>24</a:t>
            </a:r>
          </a:p>
        </p:txBody>
      </p:sp>
      <p:sp>
        <p:nvSpPr>
          <p:cNvPr id="61" name="TextBox 60">
            <a:extLst>
              <a:ext uri="{FF2B5EF4-FFF2-40B4-BE49-F238E27FC236}">
                <a16:creationId xmlns:a16="http://schemas.microsoft.com/office/drawing/2014/main" id="{6F3B334D-3F97-6ED3-3AD5-9BFAA32241CF}"/>
              </a:ext>
            </a:extLst>
          </p:cNvPr>
          <p:cNvSpPr txBox="1"/>
          <p:nvPr/>
        </p:nvSpPr>
        <p:spPr>
          <a:xfrm>
            <a:off x="6152446" y="2285497"/>
            <a:ext cx="570089" cy="230832"/>
          </a:xfrm>
          <a:prstGeom prst="rect">
            <a:avLst/>
          </a:prstGeom>
          <a:noFill/>
        </p:spPr>
        <p:txBody>
          <a:bodyPr wrap="square" rtlCol="0">
            <a:spAutoFit/>
          </a:bodyPr>
          <a:lstStyle/>
          <a:p>
            <a:pPr algn="ctr"/>
            <a:r>
              <a:rPr lang="en-US" sz="900" dirty="0"/>
              <a:t>24</a:t>
            </a:r>
          </a:p>
        </p:txBody>
      </p:sp>
      <p:sp>
        <p:nvSpPr>
          <p:cNvPr id="62" name="TextBox 61">
            <a:extLst>
              <a:ext uri="{FF2B5EF4-FFF2-40B4-BE49-F238E27FC236}">
                <a16:creationId xmlns:a16="http://schemas.microsoft.com/office/drawing/2014/main" id="{4FD12D1C-E542-214A-AAF0-63DF0789F40D}"/>
              </a:ext>
            </a:extLst>
          </p:cNvPr>
          <p:cNvSpPr txBox="1"/>
          <p:nvPr/>
        </p:nvSpPr>
        <p:spPr>
          <a:xfrm>
            <a:off x="6654802" y="2905709"/>
            <a:ext cx="570089" cy="230832"/>
          </a:xfrm>
          <a:prstGeom prst="rect">
            <a:avLst/>
          </a:prstGeom>
          <a:noFill/>
        </p:spPr>
        <p:txBody>
          <a:bodyPr wrap="square" rtlCol="0">
            <a:spAutoFit/>
          </a:bodyPr>
          <a:lstStyle/>
          <a:p>
            <a:pPr algn="ctr"/>
            <a:r>
              <a:rPr lang="en-US" sz="900" dirty="0"/>
              <a:t>234567</a:t>
            </a:r>
          </a:p>
        </p:txBody>
      </p:sp>
      <p:sp>
        <p:nvSpPr>
          <p:cNvPr id="63" name="TextBox 62">
            <a:extLst>
              <a:ext uri="{FF2B5EF4-FFF2-40B4-BE49-F238E27FC236}">
                <a16:creationId xmlns:a16="http://schemas.microsoft.com/office/drawing/2014/main" id="{40D10DFC-42C9-E135-9D6A-687A963F3321}"/>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D307500F-F533-6B41-D801-F842C3900C8A}"/>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61DF1C5E-44F1-7179-64C0-0F28ADED5136}"/>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22CF106B-E1CC-C09D-901A-2B9BB1973BAB}"/>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BA43204B-D638-B16E-A37C-6E0146103168}"/>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D5941645-FD76-0D24-4177-F3297807A520}"/>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1437A678-EEFC-2E9C-AAF6-DFDFD4E7C3CE}"/>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541A6D16-F100-89DD-9ED7-953FD701540F}"/>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CB21C2FC-E573-2B96-C5DB-A591374B13D0}"/>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C1ACB762-FDF1-D153-7200-CF04811CA8CF}"/>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6B2ECE40-0CF9-32C4-BEAF-C1FCA7900C32}"/>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74AE0E0-062F-AB62-EA44-3F1CDA72FE11}"/>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5C62FA5C-D42C-8B4E-E3FA-86D175BE3B6F}"/>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91C45929-EA86-5292-55A5-DA9C3897263C}"/>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C02496DB-9272-582D-F05F-45D49E243808}"/>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997EE391-74D7-5F78-0860-DF63C21A01EA}"/>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01C3CC3A-1B32-3A97-84E8-1B736404E0BA}"/>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09BAF8FE-FF65-5637-26C6-102220541023}"/>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169772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1AB7A-2B69-F55C-C72B-70373A90C8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37D104-CD62-ADB5-83FA-30E3E680FC8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256A42B-4DF2-799E-13B6-0977E036166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867ED5B-CDC9-2AE0-06B7-CD8BD2EADB2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FE16BB2-ADA5-B796-4A24-EFF3DCEF86D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BB2BBD7-4693-10E8-2F76-FD19F1A96FC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DFC75C0-9985-5A55-20FE-257914B440CB}"/>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E2ECCAC-67AF-3051-ECF8-2FA097A1DFBA}"/>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ECEA1623-B675-46BC-6EF8-D8EF3BE0C03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AE2CC1CB-B511-333D-B7C3-11583293E064}"/>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2A52708F-CFCA-154D-DA10-E6C0B4466C4A}"/>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9B45983E-E9E2-80D9-06DD-D960AD3D2B51}"/>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1CC2B6B-882D-DE4B-A3F4-945AA90F2A69}"/>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61DC926D-5CBC-DCC3-6DCB-4553DFE3B927}"/>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BFEECCB7-29B6-4644-57A3-084EFD5302D1}"/>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9286EEA-3C57-5881-A4CD-B7C6BF2C0E6D}"/>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F160F13A-C971-14DA-8D3B-5FF2DD87A967}"/>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114274CC-BF32-E9EC-C250-CD951463BAEF}"/>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D16185F-EBC0-E3B7-4D34-121BFCAAA90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700A90FC-2BDF-272B-460B-13563CD9E50F}"/>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BA4B3BAD-EFE5-FA0A-4F42-8A10901250E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4ACA3F8-42D9-BB7A-1B72-8D5AB4F9314A}"/>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003EF51F-A62A-BD01-4253-0C28A1279F20}"/>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97FF9B79-8FAE-0C77-60DB-88610F0AE7A5}"/>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111F20DE-8FF7-4BE6-0F43-789E93318E4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7947174A-7154-C36C-01EA-A8C11F21CF9A}"/>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6F4F5C6F-99BD-BC52-04CB-46B1E1D2B28A}"/>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27D4C57A-9330-6ECA-AC07-DD13BE8F9D25}"/>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50F07F26-B4CE-8C15-DDAB-FBEC887E16F8}"/>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B125C3B7-6901-1A09-632A-5DB9D033D0E6}"/>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86A97762-BF5A-18DA-7B7B-75BEF4CC5696}"/>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9CD4510-2D9B-D628-FFB7-07FA0B2A8051}"/>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E0503842-89B0-8690-7505-86C7DDDCE839}"/>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CDB74858-8511-5A37-A355-C47669EBB958}"/>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D2A4A82-D3B7-3165-38FB-94E06D88C03E}"/>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051D6B9B-6A60-E394-151C-691112E77582}"/>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B065351-DFB2-2135-2294-49D92049EF0B}"/>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E9BB29B1-2C40-87D2-DB1B-F2AF9AEBB570}"/>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6101BCC-9C76-ED5E-7DA5-543F645C2FD0}"/>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EDACC0D-7DA2-18DD-7A0C-0A9F0FD7C2C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34C62A1A-BD64-F07E-F467-440FD6D33B4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4938858D-3550-0DAD-1604-F14A9900BD6A}"/>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D641BB41-634F-BAFB-7E13-8A70EC34D68E}"/>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C36A88A-1070-3326-83D3-CE3EB4BCA147}"/>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4C3F4782-993E-A37F-E6CE-5EE4E85EE20A}"/>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784DD849-641A-4626-A232-47BDD8B9BE55}"/>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29395147-F6E9-959E-D9F8-1166705DB071}"/>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E013B880-2208-FB0A-8CF5-500134AC300D}"/>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DA43118C-193A-1B77-69FF-C32A0029252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D50A4D3D-F55E-238D-D869-5195AA4B065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AA87C8A8-8634-A6D9-93E1-9604DBC4FBA4}"/>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B49BE08D-0A6A-393B-0D1F-BA26214BB82E}"/>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BD6872F8-B689-76FF-B486-08DBA3E81AA9}"/>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7CA72CF7-09D3-F07F-DDAC-FBEC2DA9E638}"/>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5A31FA8E-5451-1141-BD14-23E2FA29B8DA}"/>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16586947-6B24-E3B9-F8A2-57E109D2C20E}"/>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8A7513AB-20FA-4AEB-A27E-61874716DDB9}"/>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0" name="TextBox 59">
            <a:extLst>
              <a:ext uri="{FF2B5EF4-FFF2-40B4-BE49-F238E27FC236}">
                <a16:creationId xmlns:a16="http://schemas.microsoft.com/office/drawing/2014/main" id="{AAB30D6A-5B9B-5B71-3738-06FE57FDA4DA}"/>
              </a:ext>
            </a:extLst>
          </p:cNvPr>
          <p:cNvSpPr txBox="1"/>
          <p:nvPr/>
        </p:nvSpPr>
        <p:spPr>
          <a:xfrm>
            <a:off x="4143022" y="2905709"/>
            <a:ext cx="570089" cy="230832"/>
          </a:xfrm>
          <a:prstGeom prst="rect">
            <a:avLst/>
          </a:prstGeom>
          <a:noFill/>
        </p:spPr>
        <p:txBody>
          <a:bodyPr wrap="square" rtlCol="0">
            <a:spAutoFit/>
          </a:bodyPr>
          <a:lstStyle/>
          <a:p>
            <a:pPr algn="ctr"/>
            <a:r>
              <a:rPr lang="en-US" sz="900" dirty="0"/>
              <a:t>24</a:t>
            </a:r>
          </a:p>
        </p:txBody>
      </p:sp>
      <p:sp>
        <p:nvSpPr>
          <p:cNvPr id="61" name="TextBox 60">
            <a:extLst>
              <a:ext uri="{FF2B5EF4-FFF2-40B4-BE49-F238E27FC236}">
                <a16:creationId xmlns:a16="http://schemas.microsoft.com/office/drawing/2014/main" id="{3CEE754D-BD59-E528-5086-0AD87F8F2CB0}"/>
              </a:ext>
            </a:extLst>
          </p:cNvPr>
          <p:cNvSpPr txBox="1"/>
          <p:nvPr/>
        </p:nvSpPr>
        <p:spPr>
          <a:xfrm>
            <a:off x="6152446" y="2285497"/>
            <a:ext cx="570089" cy="230832"/>
          </a:xfrm>
          <a:prstGeom prst="rect">
            <a:avLst/>
          </a:prstGeom>
          <a:noFill/>
        </p:spPr>
        <p:txBody>
          <a:bodyPr wrap="square" rtlCol="0">
            <a:spAutoFit/>
          </a:bodyPr>
          <a:lstStyle/>
          <a:p>
            <a:pPr algn="ctr"/>
            <a:r>
              <a:rPr lang="en-US" sz="900" dirty="0"/>
              <a:t>24</a:t>
            </a:r>
          </a:p>
        </p:txBody>
      </p:sp>
      <p:sp>
        <p:nvSpPr>
          <p:cNvPr id="62" name="TextBox 61">
            <a:extLst>
              <a:ext uri="{FF2B5EF4-FFF2-40B4-BE49-F238E27FC236}">
                <a16:creationId xmlns:a16="http://schemas.microsoft.com/office/drawing/2014/main" id="{7CE8FEA5-3B92-25F9-41D9-20C67486096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80677751-960E-ACF9-46C8-396DC1973F1C}"/>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A83E99FE-1241-5A20-8C6C-81651AEC73DF}"/>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420350BF-E00F-39BC-5A67-1903033F085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3D31FB86-9E5C-F756-9528-ED36BC8A815D}"/>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5189CBC6-4A6B-7E2F-FF62-1286076A1C65}"/>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27E5581F-55DC-3B3B-DFC9-439C18386FF3}"/>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6F8D46BC-3E99-F375-2BF1-DE8FD5C6A31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7B9865F7-E4A3-E49D-2920-88047823DFB0}"/>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4AC1BC6E-954D-D38F-FA8D-A326DAB879CD}"/>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2E21AE3F-1DC5-D0CB-3229-DFB225A4BD4D}"/>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62E347B0-B31F-22A1-2C8B-1B7B0BC2FD05}"/>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B058664D-9F87-8D5E-633F-CB2790A38194}"/>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1E351A9F-BDD6-F67C-50AB-49845D8DD698}"/>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9195A2FC-E2D7-3633-D155-D54D700052BC}"/>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104AD8E0-2536-DEB4-DFF1-AC109213115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59DC15C-2236-6454-A13F-EBA4A53AA03D}"/>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622CF666-6CB1-85FB-8DEC-6A2F316A4860}"/>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C96EF4B0-EFF5-1142-F83D-C8208E6401C1}"/>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Tree>
    <p:extLst>
      <p:ext uri="{BB962C8B-B14F-4D97-AF65-F5344CB8AC3E}">
        <p14:creationId xmlns:p14="http://schemas.microsoft.com/office/powerpoint/2010/main" val="1569988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0F7B3-5D3B-9FD0-27A8-056A29F1DB4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4425EB-A064-AA01-1F78-41EC7EEC4A75}"/>
              </a:ext>
            </a:extLst>
          </p:cNvPr>
          <p:cNvSpPr>
            <a:spLocks noGrp="1"/>
          </p:cNvSpPr>
          <p:nvPr>
            <p:ph sz="half" idx="1"/>
          </p:nvPr>
        </p:nvSpPr>
        <p:spPr/>
        <p:txBody>
          <a:bodyPr>
            <a:normAutofit/>
          </a:bodyPr>
          <a:lstStyle/>
          <a:p>
            <a:r>
              <a:rPr lang="en-US" dirty="0"/>
              <a:t>Last possible 4 in upper left block.</a:t>
            </a:r>
          </a:p>
        </p:txBody>
      </p:sp>
      <p:pic>
        <p:nvPicPr>
          <p:cNvPr id="4" name="Picture 3" descr="A grid of sudoku puzzle&#10;&#10;Description automatically generated">
            <a:extLst>
              <a:ext uri="{FF2B5EF4-FFF2-40B4-BE49-F238E27FC236}">
                <a16:creationId xmlns:a16="http://schemas.microsoft.com/office/drawing/2014/main" id="{DB25EC83-E984-6525-7AC4-12C12F7381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F450DA6-5427-2EE7-CACB-67457392DCD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F032491-27EC-C270-0495-F448281AFD0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D03E6D-A18E-DD0A-C0DF-C5A14CAF9AA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AC2B9B-DB60-D9C2-D1F1-A9BC4CC8262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87DAE4E-2A65-E0F3-7106-450A2E0F5E3E}"/>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2A0AF884-FB74-5690-FEE4-549CD2990FF1}"/>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662859CA-5645-94DE-3FB4-A40AE1554EF1}"/>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A4E5D220-AFF3-8E3C-A5CA-F43D08433EC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E100FADE-B373-0BD6-DA7B-5283C8BDC2EA}"/>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B6BDC4E-A84F-FE58-78B0-47BFF150C333}"/>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EF688809-365E-4B1D-3929-7DA43B80973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F0F50A38-D018-28BA-7D5E-46FA43BDACF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81DBB43D-E696-30DF-E939-0ECB8969649E}"/>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B5A8B334-0A83-2171-5AC6-FB9F0A14CD34}"/>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E5563EB-6C74-8B67-85C7-05B4B9CDB8F1}"/>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9751AA0-9C1B-41E3-FA82-B7E80C57917E}"/>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83838E0-E372-2D9B-340C-996A3D2BF60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1" name="TextBox 20">
            <a:extLst>
              <a:ext uri="{FF2B5EF4-FFF2-40B4-BE49-F238E27FC236}">
                <a16:creationId xmlns:a16="http://schemas.microsoft.com/office/drawing/2014/main" id="{8BA9C92C-40F4-5AC0-1CA8-9F960D1C8A90}"/>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3F3EF6B4-D396-4418-38A4-AD7B0B783270}"/>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3" name="TextBox 22">
            <a:extLst>
              <a:ext uri="{FF2B5EF4-FFF2-40B4-BE49-F238E27FC236}">
                <a16:creationId xmlns:a16="http://schemas.microsoft.com/office/drawing/2014/main" id="{AA9962B1-372C-4F81-9F9E-2CD9B1AE0661}"/>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CCD5651F-1415-1553-DB2E-BCF6999F7A38}"/>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3EA31DFA-3C54-CB00-F597-ABF0212BB0EA}"/>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63DC898-86E4-FBE0-D5D6-8EBE77423748}"/>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2FAD5DAD-FBE7-B4C8-3C77-5D41EB07B88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C1E43138-A1E7-1CAC-D223-91AD5326EEA0}"/>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2765BDD0-8C86-063F-1A78-643FF0C3886C}"/>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84FBDDD-FAB9-E5A8-6D83-B16A594EC51D}"/>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2958D693-27B6-C38C-9B19-DB068A5CF0B0}"/>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5E55F765-4047-11B9-3118-6A7949EB19A0}"/>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C4DE4ADE-A348-384D-EDA9-1FB2027B1577}"/>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667C3682-1BE8-4E9F-5BD5-5DAFC2675981}"/>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60A3EDB4-B3D8-290C-F4E4-DBEEE32683E0}"/>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CF256C6-909B-C3B6-446C-8C537561C44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0121BC3-76DD-12E4-0D9A-8E57DC9EE8EE}"/>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D9295E07-1120-D276-0FE3-F28765658B3D}"/>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0E27302-5027-4875-66DC-8C4F54BE51B1}"/>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A267912A-25AB-9B28-819C-E8F606CD13EF}"/>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92BDB3BE-1E00-033F-31F6-0DC3A505BB4D}"/>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8B776E84-BB6F-B55B-D2AB-0D468CCF2C68}"/>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97311525-0479-2EE8-8764-8217DD7A343C}"/>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E72B062-F7E2-CA57-E082-5378AFAB730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FAEBF4F3-52D2-80F5-EA4F-0E8C93507D7C}"/>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71F6333D-D411-2E3F-E8E0-7BBBF8887715}"/>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267F81C1-B52E-A99F-3963-C49AF826330A}"/>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FA07B1B7-5DBB-55FF-2619-04AA856B6FB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38DFCB6D-B43F-B602-E997-9F90B78A20E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A42F59FA-FD81-F714-BD68-7B50DD49D44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78C10108-8669-658D-EB20-E1E628AE73E9}"/>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2C1FB8D1-FA09-01FB-3CCC-0CAB02DC8585}"/>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DEB8D025-BCC7-380D-E10A-E64845847613}"/>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B80CD396-55A6-6A41-59D9-B7DEE1C2BF3B}"/>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F010E594-7A63-AB84-097F-784B8103C9F6}"/>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35C9B76C-F0E8-9D13-8D55-7810DACB57AE}"/>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CC72FE09-A7F6-1BE1-645F-36E06FC67FFD}"/>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0" name="TextBox 59">
            <a:extLst>
              <a:ext uri="{FF2B5EF4-FFF2-40B4-BE49-F238E27FC236}">
                <a16:creationId xmlns:a16="http://schemas.microsoft.com/office/drawing/2014/main" id="{FC2E2AD5-3B98-5DE6-93B9-C116B2C09167}"/>
              </a:ext>
            </a:extLst>
          </p:cNvPr>
          <p:cNvSpPr txBox="1"/>
          <p:nvPr/>
        </p:nvSpPr>
        <p:spPr>
          <a:xfrm>
            <a:off x="4143022" y="2905709"/>
            <a:ext cx="570089" cy="230832"/>
          </a:xfrm>
          <a:prstGeom prst="rect">
            <a:avLst/>
          </a:prstGeom>
          <a:noFill/>
        </p:spPr>
        <p:txBody>
          <a:bodyPr wrap="square" rtlCol="0">
            <a:spAutoFit/>
          </a:bodyPr>
          <a:lstStyle/>
          <a:p>
            <a:pPr algn="ctr"/>
            <a:r>
              <a:rPr lang="en-US" sz="900" dirty="0"/>
              <a:t>24</a:t>
            </a:r>
          </a:p>
        </p:txBody>
      </p:sp>
      <p:sp>
        <p:nvSpPr>
          <p:cNvPr id="61" name="TextBox 60">
            <a:extLst>
              <a:ext uri="{FF2B5EF4-FFF2-40B4-BE49-F238E27FC236}">
                <a16:creationId xmlns:a16="http://schemas.microsoft.com/office/drawing/2014/main" id="{BB1ED80E-FD46-7AB4-2D99-99E704ACA86F}"/>
              </a:ext>
            </a:extLst>
          </p:cNvPr>
          <p:cNvSpPr txBox="1"/>
          <p:nvPr/>
        </p:nvSpPr>
        <p:spPr>
          <a:xfrm>
            <a:off x="6152446" y="2285497"/>
            <a:ext cx="570089" cy="230832"/>
          </a:xfrm>
          <a:prstGeom prst="rect">
            <a:avLst/>
          </a:prstGeom>
          <a:noFill/>
        </p:spPr>
        <p:txBody>
          <a:bodyPr wrap="square" rtlCol="0">
            <a:spAutoFit/>
          </a:bodyPr>
          <a:lstStyle/>
          <a:p>
            <a:pPr algn="ctr"/>
            <a:r>
              <a:rPr lang="en-US" sz="900" dirty="0"/>
              <a:t>24</a:t>
            </a:r>
          </a:p>
        </p:txBody>
      </p:sp>
      <p:sp>
        <p:nvSpPr>
          <p:cNvPr id="62" name="TextBox 61">
            <a:extLst>
              <a:ext uri="{FF2B5EF4-FFF2-40B4-BE49-F238E27FC236}">
                <a16:creationId xmlns:a16="http://schemas.microsoft.com/office/drawing/2014/main" id="{C0FBCDF0-51CA-DFF1-667F-BFDE7DFCB5D0}"/>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F2985042-8CC8-F32C-94FF-4999326C5510}"/>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E05EA63C-5E2E-9440-2245-D68BB1C87059}"/>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5CC0E761-D84C-06BD-A72A-7CB34B09A1D1}"/>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BD15BC56-F45E-B382-143E-68A6A3FDFE83}"/>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91C5CB8C-B97F-5D9D-33EC-C8D671EC545F}"/>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1F365E53-DDCD-C590-B85E-20509595EF61}"/>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3CC1CE31-B66C-3F6A-E0B4-BAA6FDE7D1D0}"/>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209D2FA7-A7EF-D5F2-9665-7C1254E72D46}"/>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79EAE47D-1149-3484-1719-8AA66F443967}"/>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2829A65C-704A-A13D-AD2E-9DC3DB7D83FB}"/>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37CEED3C-6361-49AC-D7BC-23B478B5D2DC}"/>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2ECA462E-8ED0-C7FD-1833-95FCDD7D44F5}"/>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7ED740A9-9625-0D07-1BF5-4E12CB547B5E}"/>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0F15F76E-2391-F956-9463-E1161851588B}"/>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E43E3A12-707F-A7D6-FE61-FC6429B9AB1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A73369E8-FF9B-5F10-5F1B-744FEE809193}"/>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4B42C5F2-62AD-D3DB-C58F-8AB6A026B042}"/>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EECCDBCD-3044-10BF-AD2E-038CF0807E68}"/>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CE1D8E27-E3EA-7C5B-2819-0BBFE295ECB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51227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75A11-DDF6-9D9A-9D39-F53056430FA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EF5F3E-0C07-4215-CD04-79148B43B6D6}"/>
              </a:ext>
            </a:extLst>
          </p:cNvPr>
          <p:cNvSpPr>
            <a:spLocks noGrp="1"/>
          </p:cNvSpPr>
          <p:nvPr>
            <p:ph sz="half" idx="1"/>
          </p:nvPr>
        </p:nvSpPr>
        <p:spPr/>
        <p:txBody>
          <a:bodyPr>
            <a:normAutofit/>
          </a:bodyPr>
          <a:lstStyle/>
          <a:p>
            <a:r>
              <a:rPr lang="en-US" dirty="0"/>
              <a:t>Last possible 4 in Row 4.</a:t>
            </a:r>
          </a:p>
        </p:txBody>
      </p:sp>
      <p:pic>
        <p:nvPicPr>
          <p:cNvPr id="4" name="Picture 3" descr="A grid of sudoku puzzle&#10;&#10;Description automatically generated">
            <a:extLst>
              <a:ext uri="{FF2B5EF4-FFF2-40B4-BE49-F238E27FC236}">
                <a16:creationId xmlns:a16="http://schemas.microsoft.com/office/drawing/2014/main" id="{34A4A715-0A50-2A97-DE06-102EB8E98B3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E89A73B-E496-E760-5113-44D994DABE8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0C5869-81D1-27DF-53DC-52B7E3BC249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DC789D4-34C9-3B3C-0731-B669F22F0C8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57EE083-C042-5936-0B3A-38B53C45C73A}"/>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3C3051C-8E2E-B071-0C88-86639A885427}"/>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F7FBB690-7CE2-4502-AA07-29C29EAF299A}"/>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220F7ACB-E1F8-52B0-A8FC-46B71621B027}"/>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E1DA32F6-05FA-C436-40CF-DBDA6E8FE5FB}"/>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2095D8A9-0470-013B-4193-FDDBC7111F47}"/>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DACC800-FBDC-D6D6-AF11-CCBDD67B5B41}"/>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E98FED03-6EA1-0EDD-3ECD-B9EE9515F709}"/>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D91A227E-08F1-9CDC-D2C5-8AA10A934AAB}"/>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A35772FA-EFCA-CBAB-B292-6592FE06DB96}"/>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1173CD49-6671-A6E8-F9B0-5EF59DE716D6}"/>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0CF658D-B3ED-52E0-7E5B-98E250B8584E}"/>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6FD3817-2830-1733-723C-B799C19F2B5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5C6A7EB6-A787-FF82-A8E7-A6C7E4B43E99}"/>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A5B01F76-ECF8-64F1-F154-CD7CEC582BEE}"/>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4E360FCB-D1C3-6185-73E2-B327DDFEB3ED}"/>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33755E2F-0942-DB9C-FD52-6EB59D57E4D5}"/>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5DE1DE0-5032-87E9-F9AB-6F7185EA9D54}"/>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4ED39044-13BA-C4D9-02F1-2DE342E3DB9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2F583B5C-5746-69CA-C557-BB4161BFE66A}"/>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E56F3C0B-2503-FB78-2ECF-08290BAC12C6}"/>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23E06E51-E53C-1DA0-9C5B-7A1B75AE24C6}"/>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E1C3420D-892E-D142-6227-D85728111CF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DB8D5B4B-BC71-3856-6A99-B91314D33CB9}"/>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A42478F9-C03E-87AF-0903-AC6515FCA7C6}"/>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9AC78B2-C04B-FCCF-78AA-C7A207A2BD5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E95E99A-454E-281D-BEEB-910C3541336A}"/>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756206E1-10F7-5E42-F1A8-606C9CCC4E1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8091B356-0A4C-B59D-82B5-DFDA1EAB56C1}"/>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A631A2E-AAA4-A5CE-0769-6A9CA607231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46D02E6-6B91-43DE-CA5B-5C8110730B0F}"/>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DE64C119-C7F2-D580-2076-1A47125E5659}"/>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B94B332C-21F6-86E0-6318-883B6BE6AA0F}"/>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8F6DEA5E-B70C-7B91-070D-D8620BEEDBE8}"/>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A9DEEB06-FFA7-EA99-5F90-3A55049FA1EC}"/>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886C1AAC-56FF-D764-C34D-0A40035ED4A3}"/>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1051F3A6-C4C1-3549-8BE2-B2378CC76281}"/>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9BCFE993-FBB9-4D8E-7BAB-43FD9D94E683}"/>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809656B2-7C1C-BF3D-0CB1-6C35D496626C}"/>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260B3141-6A1D-B3FF-ECBF-4506326771AF}"/>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E49B6325-62CD-C0AD-1768-A230A01A2317}"/>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F2B391E9-8547-A97C-52E8-59D6DED40F00}"/>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88043835-29A1-9FA0-F298-F24C0B8CB987}"/>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50DC9E16-D23F-05AD-8FA4-55FFCFE26D8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DEAFA8EF-7FB4-B6F5-F8ED-61B6DE08354F}"/>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F9F8643F-F478-BD40-06DC-B50BF749580A}"/>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79BA8909-954D-96FB-6B09-0804BEE421F5}"/>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88E48E4E-2771-F92E-D7BC-798542CFB4CA}"/>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8536DCCF-0227-E8C7-535D-5ED87B3F2339}"/>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0E35A107-A0C2-A1B6-6269-FD3C93EEABDB}"/>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8B0F8F3E-838D-B8AB-DF01-341EDCCC0F52}"/>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75DADC72-2E95-E005-8684-37262238737D}"/>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EF1AA757-00CC-16D0-3448-900894990D5C}"/>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746BD2BC-DD7C-9A2D-DE6F-FDEE26F290B1}"/>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AB9B2826-4743-CA6E-2ACE-3EA2200290E6}"/>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C99DB050-E50A-C637-24E4-0538BFFD26E2}"/>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092B6A0F-D8E2-6812-372D-B077A6A40E43}"/>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7E1C4381-5456-54D0-A9AF-E01691465311}"/>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8252E39B-45E3-5F87-B356-FB21307929F8}"/>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F44AA678-EA18-20A2-ACB4-5AEEFC49B1A7}"/>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76FCD14C-0220-7006-5E4B-1290E219D6F1}"/>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63B92E50-92A9-76CD-A4E6-29EE54F1754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E154A720-5280-76CF-7ACF-2211A2A3B89B}"/>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E1DABBEE-32AD-0805-A2E3-CAB37A627884}"/>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A223C68F-92A4-0ABD-F5A1-5CFF04D48370}"/>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F69D846F-9327-C883-835A-D54C4510535C}"/>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889DB62B-0806-F5D1-5EEF-BD39A518161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0BF09C2C-DFD6-D10C-6FC3-FAC83D4D65F9}"/>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7B641861-46BD-1449-6E4E-AA2BE1525941}"/>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8E46C63F-3E6F-48F7-DD53-83B72A84BBFA}"/>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204F8B02-C063-3156-4B23-D2D3A8D905A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8362086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4B0C2-8ECF-14E4-3722-6AC8D8E9E05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01176B-8809-456D-7889-0D98BDE3FB6E}"/>
              </a:ext>
            </a:extLst>
          </p:cNvPr>
          <p:cNvSpPr>
            <a:spLocks noGrp="1"/>
          </p:cNvSpPr>
          <p:nvPr>
            <p:ph sz="half" idx="1"/>
          </p:nvPr>
        </p:nvSpPr>
        <p:spPr/>
        <p:txBody>
          <a:bodyPr>
            <a:normAutofit/>
          </a:bodyPr>
          <a:lstStyle/>
          <a:p>
            <a:r>
              <a:rPr lang="en-US" dirty="0"/>
              <a:t>Last possible 4 in center block.</a:t>
            </a:r>
          </a:p>
          <a:p>
            <a:r>
              <a:rPr lang="en-US" dirty="0"/>
              <a:t>(All 4’s in the puzzle are now assigned.)</a:t>
            </a:r>
          </a:p>
        </p:txBody>
      </p:sp>
      <p:pic>
        <p:nvPicPr>
          <p:cNvPr id="4" name="Picture 3" descr="A grid of sudoku puzzle&#10;&#10;Description automatically generated">
            <a:extLst>
              <a:ext uri="{FF2B5EF4-FFF2-40B4-BE49-F238E27FC236}">
                <a16:creationId xmlns:a16="http://schemas.microsoft.com/office/drawing/2014/main" id="{635ADFC6-7CE4-58AE-CE97-B67953BCB3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DC46EF8-D4F4-C967-D195-74E044658F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F738247-D6E1-FFD4-CDA7-582A0D9C07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F23523E-03E0-A87C-1279-D37310F056A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63D8C1A-FD5D-4A4B-9C79-4FE0DBFD6E41}"/>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37D7E44-6B7E-6277-A79E-5358EBB00833}"/>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6AEE08DC-2DD0-27D6-D170-27AEFC863C5B}"/>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1B3D3CEF-0C2B-150B-135F-2C2A6C44CBA7}"/>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ABFED0ED-1A54-C12D-DAE7-E5C23A9D9945}"/>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DB87605D-3656-DBB8-6276-EC7580FA1DB4}"/>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162E55EE-8F20-B270-0518-6A5DDCCF9738}"/>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82CB0B58-5FFE-2D41-C949-AD2809F588DE}"/>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15" name="TextBox 14">
            <a:extLst>
              <a:ext uri="{FF2B5EF4-FFF2-40B4-BE49-F238E27FC236}">
                <a16:creationId xmlns:a16="http://schemas.microsoft.com/office/drawing/2014/main" id="{3E5D85DD-EF28-A506-24CD-7372E1CBC60A}"/>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409B13D6-9427-C9D5-5F83-88B81F1FEE04}"/>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1D6D06F-BE53-3E02-679B-D16F9AA49CA1}"/>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9544A30B-F5D2-FF08-60B2-F220F10091EF}"/>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24D333CA-C6D4-875B-0A97-313BA34BA8CF}"/>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94CABFD-EF3D-9D91-07B1-C8878695AF0F}"/>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78F75ED-FB31-85EE-C557-D9A7CEF0D16A}"/>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0375E54-095E-0AB4-F395-2B676E01536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1D0A096-2B69-1BCE-F72F-9510034C575C}"/>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3E478718-C4C6-D714-84A1-53721C6C4646}"/>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54FD7A69-55E2-0021-CFF4-B5DB3EFEC1AF}"/>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8A4FF885-4F77-D0FE-E22B-1E3AD8E94B0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AAB63DDC-FB6E-DB93-5588-570E754082C4}"/>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B9139787-9810-A23D-8C25-565D4AD4FC1B}"/>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F33ED5F9-6695-9B40-6AE3-7A2810C36848}"/>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01898EE7-3A3B-60BA-ED4A-AB77FA58376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E30752C-25B5-F005-72E6-7F0C635400F0}"/>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12AE761C-7402-32BB-8A01-02F5B9E0FAE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D14D935A-A115-5CC6-D98C-45763A94967B}"/>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C512C5BC-B8D8-EF26-84DF-CDCBF0D389B3}"/>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FB551421-8173-1E77-E3C4-9CD92A8E63A6}"/>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1DA4B2FC-DD4A-3F7B-2185-ED4114C9066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7B85706B-89DB-D686-CDD7-28AEA6AFD957}"/>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C861CE5C-6F24-D4B7-0D33-430BD4D09603}"/>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C946ACD3-FD45-398B-AF0D-AB36C349ADF5}"/>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0A20CA61-51B2-75C4-789B-8413F31169DC}"/>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41" name="TextBox 40">
            <a:extLst>
              <a:ext uri="{FF2B5EF4-FFF2-40B4-BE49-F238E27FC236}">
                <a16:creationId xmlns:a16="http://schemas.microsoft.com/office/drawing/2014/main" id="{98F57110-D179-1165-28F8-16AA9D504976}"/>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3658A65-6AF3-1C92-2491-1263E2E6494C}"/>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EA6825F5-3241-1548-5CB9-A88D2AF7A4FC}"/>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F7B4577C-D699-2A2A-EFAA-BC7CB31B0FE6}"/>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C66B3877-63C5-741D-A973-37EC94F085E0}"/>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D52D756B-A597-34FB-4303-108F3533B555}"/>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3306E8C7-DF2A-E6F1-9A69-7CF5A3D24DDF}"/>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BB894984-B542-CCFE-4911-41468FFAA08F}"/>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455F7FDE-33BE-C949-8A2E-D9EBDEBF577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DB3BDA46-EE7A-8BF8-73B7-65EDC6536CF6}"/>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829723A3-F4EF-EE6D-1465-0EE33B2130D3}"/>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75F88E1-2098-A1CF-BAE6-5AD958F6D18E}"/>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0761E241-7B7B-211E-A0C1-B3A6E8CC3FA3}"/>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E79926B7-C934-5687-9C0B-1D412BCEC04F}"/>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48457DD5-8D05-8582-EF21-914EC88F802F}"/>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542991C9-FA96-FE7A-4A69-336A892820A2}"/>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40821079-9DCF-CBF9-258F-07208064360D}"/>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34132280-1059-ECD8-1936-5CCD077B00BE}"/>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DA212AF2-92F7-9BC2-2306-C8108377DCB6}"/>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5" name="TextBox 64">
            <a:extLst>
              <a:ext uri="{FF2B5EF4-FFF2-40B4-BE49-F238E27FC236}">
                <a16:creationId xmlns:a16="http://schemas.microsoft.com/office/drawing/2014/main" id="{3BA5AA0F-8239-1BF9-8CC2-F6364CB74E09}"/>
              </a:ext>
            </a:extLst>
          </p:cNvPr>
          <p:cNvSpPr txBox="1"/>
          <p:nvPr/>
        </p:nvSpPr>
        <p:spPr>
          <a:xfrm>
            <a:off x="5147734" y="1903821"/>
            <a:ext cx="570089" cy="230832"/>
          </a:xfrm>
          <a:prstGeom prst="rect">
            <a:avLst/>
          </a:prstGeom>
          <a:noFill/>
        </p:spPr>
        <p:txBody>
          <a:bodyPr wrap="square" rtlCol="0">
            <a:spAutoFit/>
          </a:bodyPr>
          <a:lstStyle/>
          <a:p>
            <a:pPr algn="ctr"/>
            <a:r>
              <a:rPr lang="en-US" sz="900" dirty="0"/>
              <a:t>169</a:t>
            </a:r>
          </a:p>
        </p:txBody>
      </p:sp>
      <p:sp>
        <p:nvSpPr>
          <p:cNvPr id="66" name="TextBox 65">
            <a:extLst>
              <a:ext uri="{FF2B5EF4-FFF2-40B4-BE49-F238E27FC236}">
                <a16:creationId xmlns:a16="http://schemas.microsoft.com/office/drawing/2014/main" id="{41D4DBEE-483F-CBA8-D4E0-60015A818383}"/>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BF9BC526-6BC6-FA60-FE98-2D86076A42A3}"/>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69" name="TextBox 68">
            <a:extLst>
              <a:ext uri="{FF2B5EF4-FFF2-40B4-BE49-F238E27FC236}">
                <a16:creationId xmlns:a16="http://schemas.microsoft.com/office/drawing/2014/main" id="{21EB3235-3AFE-F127-E451-707DAB0F57C0}"/>
              </a:ext>
            </a:extLst>
          </p:cNvPr>
          <p:cNvSpPr txBox="1"/>
          <p:nvPr/>
        </p:nvSpPr>
        <p:spPr>
          <a:xfrm>
            <a:off x="7157158" y="4527809"/>
            <a:ext cx="570089" cy="230832"/>
          </a:xfrm>
          <a:prstGeom prst="rect">
            <a:avLst/>
          </a:prstGeom>
          <a:noFill/>
        </p:spPr>
        <p:txBody>
          <a:bodyPr wrap="square" rtlCol="0">
            <a:spAutoFit/>
          </a:bodyPr>
          <a:lstStyle/>
          <a:p>
            <a:pPr algn="ctr"/>
            <a:r>
              <a:rPr lang="en-US" sz="900" dirty="0"/>
              <a:t>169</a:t>
            </a:r>
          </a:p>
        </p:txBody>
      </p:sp>
      <p:sp>
        <p:nvSpPr>
          <p:cNvPr id="70" name="TextBox 69">
            <a:extLst>
              <a:ext uri="{FF2B5EF4-FFF2-40B4-BE49-F238E27FC236}">
                <a16:creationId xmlns:a16="http://schemas.microsoft.com/office/drawing/2014/main" id="{A33A69E0-C8F3-A6B4-3DE8-3FF4163005AC}"/>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9B7CB130-264A-5503-900E-184AB2B1B059}"/>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F673C6E1-04B7-AE06-D9A5-35E7BE392BC0}"/>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5E200D9B-83B1-0D65-A201-590E4A71B9BD}"/>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DAB7431D-AF1B-7E1E-2B4B-B569D01B2CE7}"/>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4E9CCE45-C3D2-82FC-1996-CA29267933D0}"/>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6E0D7AFA-934E-CE4B-CD2E-712EF2EE9FCB}"/>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5FF813DF-382B-CEBD-FB3A-C53CBCAE643C}"/>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2238CA6B-A7DE-9C03-0907-66D20C973A34}"/>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05223CAC-D56A-0456-F9E0-2AE1F1E1DBC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40954935-8C63-6C18-DA0D-A17226CE1207}"/>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59431C16-FD35-4F12-899C-87555D25F92D}"/>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8DA4F6CA-EBD6-4A07-83E4-A70839183019}"/>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4D13F12F-1CAB-3AA3-F2E0-7CC0A527C443}"/>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9AD4D4C2-7F34-F39F-3EEB-41AA0CA0417B}"/>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4039602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07DD6-754A-0DAB-4F00-8B835A7DD2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F9D0CF-0EA0-AA54-6E89-BECEEFE14F18}"/>
              </a:ext>
            </a:extLst>
          </p:cNvPr>
          <p:cNvSpPr>
            <a:spLocks noGrp="1"/>
          </p:cNvSpPr>
          <p:nvPr>
            <p:ph sz="half" idx="1"/>
          </p:nvPr>
        </p:nvSpPr>
        <p:spPr/>
        <p:txBody>
          <a:bodyPr>
            <a:normAutofit/>
          </a:bodyPr>
          <a:lstStyle/>
          <a:p>
            <a:r>
              <a:rPr lang="en-US" dirty="0"/>
              <a:t>Last possible 9 in Row 8.</a:t>
            </a:r>
          </a:p>
        </p:txBody>
      </p:sp>
      <p:pic>
        <p:nvPicPr>
          <p:cNvPr id="4" name="Picture 3" descr="A grid of sudoku puzzle&#10;&#10;Description automatically generated">
            <a:extLst>
              <a:ext uri="{FF2B5EF4-FFF2-40B4-BE49-F238E27FC236}">
                <a16:creationId xmlns:a16="http://schemas.microsoft.com/office/drawing/2014/main" id="{2E94FF80-3BB7-722B-A917-F88461FD89A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FCC76CA-375D-1D38-2D3C-C9C3E5680C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8E1C9D7-75FE-5768-9929-3621BEDB8CA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AC558F-8EDB-C03E-42EC-2AAFFC48C3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20051A6-9456-1255-D145-AC69336CE386}"/>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9B8C4F9-2672-2747-AB5A-DE2EC8A422C3}"/>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84488ACE-A542-96CC-1FF5-6370B9DF5B18}"/>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2CD7598A-B93E-238B-00B2-29DE6645800C}"/>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A1DA860B-E220-C3A0-865A-40C81B592F9A}"/>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3D48C8EB-769B-C9EE-5480-3BE3FCCCDB68}"/>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564560D-F4AE-B0E7-64E8-5F536A9C9811}"/>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531A66C8-C8BB-B0E0-E176-17204AB2F24A}"/>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82CA01E-D041-F0D5-01A1-2DEFAEDD836B}"/>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5C3E3F3C-CE2F-1D00-F561-48C3D2D46A15}"/>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A40F02F7-BE1F-0F54-DE0A-CF6867F1D3FF}"/>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47761ED-184B-2973-9714-6E56D2FD0B64}"/>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41A9D51-0DDB-5B00-1665-45D42B339DAE}"/>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66D04582-7FCF-49DA-9F3E-AE0C3B529AAF}"/>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B55DFFD-6BB0-9564-D62A-1295FC330258}"/>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22638ACF-8F04-35CB-80D8-7322A691FC0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A4F94C0-A56A-A07E-F0D6-49E521BF0743}"/>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DCDAA2BB-A06A-867B-7F2B-B2F64BCF9EE9}"/>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ED1AFCD2-474E-CCA9-6E81-B6B6E1C79C8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EAFBBC70-5079-2894-0089-6F3A22EB8B5F}"/>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C2F54858-2026-BB15-9DC3-645824E89E25}"/>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E97F0E3-CDF8-5EE7-CB37-786C3962C91F}"/>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7B0FA154-BC16-2175-12E9-5B98E6E23360}"/>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D2C0C099-77F2-92EA-0CC1-385D9DA43230}"/>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0F788F41-E607-922E-F2D2-B326AB440925}"/>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1E401C01-2F0E-B95A-8007-4F708A599FBB}"/>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A874AF4-9660-41B4-B4F8-873D8DFC6EA7}"/>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CC88FB47-B856-BAB8-638B-0E01316B6F8B}"/>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EC3C57C9-A513-CE6F-85C7-ED2743011A6F}"/>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C05D636F-B4F5-012F-3C18-70BC1AF7FF54}"/>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D6B82814-3665-0000-4DC6-3DD56AE61029}"/>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0DA2E3DC-CADF-C1A3-D817-B769624B5191}"/>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58B92B7D-76CB-73BD-7078-2C799A018A51}"/>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EB869D07-ED5C-BA28-265B-E9CE0952143E}"/>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708A086-AFA8-1CC0-0BD8-0DFC23EEC27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A5DFD8F4-1470-9002-0087-492785CC89E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A470F5DD-FE5F-42C9-BB24-932E5EE88AC6}"/>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9097529F-2353-641A-D5B4-DA1CE4E73DBC}"/>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4A95ABDD-2476-09ED-9FCD-69784ECAB5BF}"/>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4CA59138-2DF1-B83E-BE4C-503F99D4C279}"/>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3F1352BD-1C8D-AD76-2ED5-BF5DE0620864}"/>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C4AED6E5-9430-793F-67B5-B07A2BD5CED4}"/>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E6EB1D36-5AC1-4CB9-7821-697CE880907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76DE3F13-2413-263D-30FB-A402FA8AB7A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A450EE79-6834-0DC5-E47B-C5B5D203BD58}"/>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56789</a:t>
            </a:r>
          </a:p>
        </p:txBody>
      </p:sp>
      <p:sp>
        <p:nvSpPr>
          <p:cNvPr id="54" name="TextBox 53">
            <a:extLst>
              <a:ext uri="{FF2B5EF4-FFF2-40B4-BE49-F238E27FC236}">
                <a16:creationId xmlns:a16="http://schemas.microsoft.com/office/drawing/2014/main" id="{EE855CCE-571C-D7F9-4AA1-F249742A6369}"/>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3A85D49D-D29E-2524-798A-7E377916DAD2}"/>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BE6DA333-8E89-EC47-CCB0-CF07E68B8BEF}"/>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56789</a:t>
            </a:r>
          </a:p>
        </p:txBody>
      </p:sp>
      <p:sp>
        <p:nvSpPr>
          <p:cNvPr id="57" name="TextBox 56">
            <a:extLst>
              <a:ext uri="{FF2B5EF4-FFF2-40B4-BE49-F238E27FC236}">
                <a16:creationId xmlns:a16="http://schemas.microsoft.com/office/drawing/2014/main" id="{8A9C8F3C-402F-0DAA-5957-4C18212F4F3B}"/>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31E4E697-EC20-EC14-5934-7652E38B1200}"/>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CB5BA95C-4F62-6915-2D50-D53A14EFF4F9}"/>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0C0EB99D-A1FD-63F8-FA2C-0B75990C566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F59CB3FC-AE25-C924-6051-9FEDD4CE7C78}"/>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0CAF7D61-FC91-1E79-49C7-9329FB2E8FC5}"/>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950AC4B4-31C4-C373-92A5-F58D292E8F43}"/>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FD69C32C-7DC0-03D1-75CD-7F512A9E6FA4}"/>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C5A9273B-9EC4-D7B9-A3CC-054AF83284B2}"/>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3158254F-D2A7-6165-9E39-3BA1BA96333F}"/>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3263BAC2-13E9-02F7-B028-5BCB4A1F83E2}"/>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617F5401-5154-F0CC-F99A-D3CE7C501938}"/>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E1FAD63C-2F20-013B-1694-640142FA305F}"/>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7B1C0C5A-A81B-57AD-2B40-234F4C73397D}"/>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5B3877A6-1149-2E70-465B-1EBFED301D2A}"/>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827B66F8-F623-E8F1-190E-10972EC41433}"/>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612FDC50-5C8D-FF9F-2397-6788F7588E6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F49219BB-AEAD-C433-F911-0E606091D51B}"/>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3062E8CE-2768-69C8-FE77-8DCD29D6DAEB}"/>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DCC587DF-4CBD-0161-6A77-8C61EF3B005A}"/>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A32AE660-510C-5DF5-70EE-4430521994E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1B7D860B-E9AC-494E-5737-EAB0122C819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1714591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F91C5-8F1E-7514-D4DF-A6C90710D93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74CF91-5EA8-EBB2-6228-AB74DC26920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252A459-219D-78B3-5C91-3CC716D9D0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955CF39-B76F-C0DB-D5BF-BDDB3B96A6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A2B9F03-BB0C-06EF-3D6A-5CAE38504B1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E156E13-E9DA-A064-D781-FC50A126321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F5B5736-86D0-2ADB-F2D8-EF47A02CC389}"/>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A997026A-2E5D-63DB-53B4-1217AE5FC12F}"/>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D530DA6F-9D04-F44E-9725-47105543599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0" name="TextBox 9">
            <a:extLst>
              <a:ext uri="{FF2B5EF4-FFF2-40B4-BE49-F238E27FC236}">
                <a16:creationId xmlns:a16="http://schemas.microsoft.com/office/drawing/2014/main" id="{D5C6AB84-0CB3-D245-25DA-7B7A9105C1A9}"/>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81C59C31-D7AC-1FDB-2C2E-6FE9815D1323}"/>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E3FABCD2-0B2D-3DE0-2DEF-E68247C77FEB}"/>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45717D6F-0471-5EB2-6B76-7C9FD6DE40A8}"/>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43DEF3D6-EB31-0208-AEAB-C45A4A74CCAB}"/>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F715A6EC-F64E-0C30-A926-0AA6A0D912A9}"/>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6BF82113-DE6D-30D8-34F3-19F81DA18DB0}"/>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69F4F87B-5C5A-D108-0C5C-63ECA63601F9}"/>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0DA82B5-4390-9BBF-5590-3627D75B4AF3}"/>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4F66F0A6-E763-1455-223C-368BE3E292A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6FC68FD3-8196-0A26-1CC9-E972C661CA2C}"/>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2BD7E694-67C4-7D34-51BA-5B978EB84221}"/>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09D4DD1-F7DB-8711-480D-5FCF9D4F669A}"/>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3082C7C-2102-4DCC-0D89-51537E64AA6D}"/>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B06EBCA6-388A-BB1D-45AB-277804193EF5}"/>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BADCA2DF-B696-5B06-34F8-182B6096E8FB}"/>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495E5D6-6658-70F2-5526-FEEF8B3E9310}"/>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55273D28-9FD8-6431-5ED6-3B0BE3567B90}"/>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74956201-C782-90F0-782D-DA0EBB346E40}"/>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321AC402-FC44-755B-BD58-85F9FD12D694}"/>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415CA25-53B5-1EE7-368F-A8708069D42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DD5D339A-C888-5D22-57DF-4D58594AF93E}"/>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2B140025-5C55-6991-EEDB-D237F6B4DF74}"/>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B7839BC-52E7-B246-025F-29FD506DD548}"/>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2499E47A-6D19-928D-4CF8-C0677D6BE98E}"/>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41341511-7A69-8D9B-4D74-56A4862AFD89}"/>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A694F837-A10A-40BE-7746-79969D6A0A7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8EA28ABB-1A0C-526A-6596-CBFAF66C1D63}"/>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7533EF82-85E8-6956-312A-91C5EF54D221}"/>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3E05E2BA-F32C-2C93-E0B8-6C7CE1BC292F}"/>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B0756983-0EE1-8D74-5E8C-D385058F53DC}"/>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1F057CC3-0825-C72B-7816-D4A7AE27B470}"/>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C9F651D4-BEAB-11E8-E764-30DFA3A8489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43" name="TextBox 42">
            <a:extLst>
              <a:ext uri="{FF2B5EF4-FFF2-40B4-BE49-F238E27FC236}">
                <a16:creationId xmlns:a16="http://schemas.microsoft.com/office/drawing/2014/main" id="{7E0019BD-0E1F-72F1-2F1C-A74EA4CF8537}"/>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A9A698D-7561-C5D3-0457-3806A27DC7CE}"/>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DE97B3F7-6CE6-C663-1C08-4572CB3AB4EE}"/>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46" name="TextBox 45">
            <a:extLst>
              <a:ext uri="{FF2B5EF4-FFF2-40B4-BE49-F238E27FC236}">
                <a16:creationId xmlns:a16="http://schemas.microsoft.com/office/drawing/2014/main" id="{F35B16D4-917F-A536-B57E-DA7E9F717678}"/>
              </a:ext>
            </a:extLst>
          </p:cNvPr>
          <p:cNvSpPr txBox="1"/>
          <p:nvPr/>
        </p:nvSpPr>
        <p:spPr>
          <a:xfrm>
            <a:off x="6654802" y="1522145"/>
            <a:ext cx="570089" cy="230832"/>
          </a:xfrm>
          <a:prstGeom prst="rect">
            <a:avLst/>
          </a:prstGeom>
          <a:noFill/>
        </p:spPr>
        <p:txBody>
          <a:bodyPr wrap="square" rtlCol="0">
            <a:spAutoFit/>
          </a:bodyPr>
          <a:lstStyle/>
          <a:p>
            <a:pPr algn="ctr"/>
            <a:r>
              <a:rPr lang="en-US" sz="900" dirty="0"/>
              <a:t>56789</a:t>
            </a:r>
          </a:p>
        </p:txBody>
      </p:sp>
      <p:sp>
        <p:nvSpPr>
          <p:cNvPr id="47" name="TextBox 46">
            <a:extLst>
              <a:ext uri="{FF2B5EF4-FFF2-40B4-BE49-F238E27FC236}">
                <a16:creationId xmlns:a16="http://schemas.microsoft.com/office/drawing/2014/main" id="{3196FB95-6707-BF98-A7C1-E772DBB27910}"/>
              </a:ext>
            </a:extLst>
          </p:cNvPr>
          <p:cNvSpPr txBox="1"/>
          <p:nvPr/>
        </p:nvSpPr>
        <p:spPr>
          <a:xfrm>
            <a:off x="3640666" y="5028752"/>
            <a:ext cx="570089" cy="230832"/>
          </a:xfrm>
          <a:prstGeom prst="rect">
            <a:avLst/>
          </a:prstGeom>
          <a:noFill/>
        </p:spPr>
        <p:txBody>
          <a:bodyPr wrap="square" rtlCol="0">
            <a:spAutoFit/>
          </a:bodyPr>
          <a:lstStyle/>
          <a:p>
            <a:pPr algn="ctr"/>
            <a:r>
              <a:rPr lang="en-US" sz="900" dirty="0"/>
              <a:t>56789</a:t>
            </a:r>
          </a:p>
        </p:txBody>
      </p:sp>
      <p:sp>
        <p:nvSpPr>
          <p:cNvPr id="50" name="TextBox 49">
            <a:extLst>
              <a:ext uri="{FF2B5EF4-FFF2-40B4-BE49-F238E27FC236}">
                <a16:creationId xmlns:a16="http://schemas.microsoft.com/office/drawing/2014/main" id="{11900A7F-63C5-BA5B-F507-8C54A59C8A4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5013E866-8B2C-0E6B-EEFE-A1A200E4F6AE}"/>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E336EF3B-C334-C4ED-2944-51F96DF2060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FF170CAA-6413-3A58-B49A-2CAD34757D88}"/>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CC056486-B255-F573-9740-959AFEAE1B9B}"/>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9D540AEF-A6DF-2908-4D53-F2CA6CFE1F7F}"/>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752CCE93-8311-8EDC-5711-B92C41B6BF8D}"/>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DC85D603-CE42-7667-3DEF-C7801E9B7E8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D9D97A59-4FA9-2A09-EE42-8D6FB76A2D1D}"/>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B84A0C2A-35A2-EF1A-C33A-2733A0CEE8FA}"/>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398DF9B5-7B0E-C82D-984A-6F9103B1D9D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D9C97836-8C41-73FB-EB43-D6A73CB1E13D}"/>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71F8FEC0-7274-2AF4-0971-CE71A44AE1DD}"/>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9755CB59-69BE-B769-3B2A-A8C5DB4658A8}"/>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58A36022-465B-9123-061A-7C079B1F7004}"/>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03AD8D22-48FF-7EBB-84B5-3D52E088C874}"/>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1457E9C8-ECD7-8405-CE5B-F653B87A380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B98D86AD-2A33-6709-66AE-AFEEA9F3AF97}"/>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BC89C025-5F43-4586-F54D-0367B282B5BB}"/>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6C7D390C-4A5B-BBA2-6E14-0E5FA81169FE}"/>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09033B1-E902-3CB1-40FC-296DEC8FDD0F}"/>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9A90FBF7-3107-BDED-0914-4F6F914016E8}"/>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C0EB9E08-2169-D8E3-F87D-14A3AA9329DD}"/>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8C6184E4-B8B8-E11D-C932-085265FD5EC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361BD6CB-148B-ACF9-05D7-541E83605CD3}"/>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8FE7DC1B-7894-53A6-9496-E2AB81D5A2F8}"/>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A4A21086-6836-6915-EE0E-02098BC4A897}"/>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8AD3E5BA-3EA0-EC1B-5F0C-E754AA6A9CFD}"/>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121B59F-4748-0D02-6BDA-2435E2DA6F35}"/>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0923934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9D46A-2207-B778-7AF3-8DE06759EFB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4F6C1C-9BB6-50EC-BB25-0C1D973D930A}"/>
              </a:ext>
            </a:extLst>
          </p:cNvPr>
          <p:cNvSpPr>
            <a:spLocks noGrp="1"/>
          </p:cNvSpPr>
          <p:nvPr>
            <p:ph sz="half" idx="1"/>
          </p:nvPr>
        </p:nvSpPr>
        <p:spPr/>
        <p:txBody>
          <a:bodyPr>
            <a:normAutofit/>
          </a:bodyPr>
          <a:lstStyle/>
          <a:p>
            <a:r>
              <a:rPr lang="en-US" dirty="0"/>
              <a:t>Last possible 9’s in upper right and lower left blocks.</a:t>
            </a:r>
          </a:p>
        </p:txBody>
      </p:sp>
      <p:pic>
        <p:nvPicPr>
          <p:cNvPr id="4" name="Picture 3" descr="A grid of sudoku puzzle&#10;&#10;Description automatically generated">
            <a:extLst>
              <a:ext uri="{FF2B5EF4-FFF2-40B4-BE49-F238E27FC236}">
                <a16:creationId xmlns:a16="http://schemas.microsoft.com/office/drawing/2014/main" id="{B70B1160-FC03-E71B-EF5D-59B04A90DD4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3502AF-26C4-11D3-CB83-909A9FC194B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E3AAB3-CB52-3EDD-20BC-D8155C420E5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3BBBA7A-2CEF-E8E6-99DD-AB9FD43AF4E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B3D3DC7-D88B-ACC1-7729-217B94602E7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8F5EADA0-C5E2-3044-0140-5ADDB98909D6}"/>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CCAFC6BB-0AF4-976F-73AA-4D2199F9870D}"/>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4CB9035-9C2F-1F46-0A18-12656F4BA561}"/>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F6391C6C-AC19-F6AC-2D6B-2F4948A742C1}"/>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969570EC-999C-A16A-136C-51605FF25C57}"/>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8962A0E-3760-6D7D-F421-E60262F0FA1D}"/>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C681C70-BB8D-D4D6-FEC1-37767BF1EB9B}"/>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8A2B2669-3415-B61B-B518-50DB5F0CA51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3EF636D5-4F4F-13F9-BE71-6532A31B298A}"/>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4D21D4E-D044-B1CF-DBD3-A08281FB65D1}"/>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75B28DD-ECD0-B150-80DE-69A9E1DD0D42}"/>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B76A80C-3052-D996-4FE1-E44CC4C1D300}"/>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0180B1F5-153E-9F0B-F965-6CF93B4052A4}"/>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7E40A857-2DB9-56AE-FDF0-7A74EE6383F1}"/>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7D56C9A-6F8E-610E-1D4B-44770D7D360C}"/>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409C032-4FC8-386B-2557-51A0E3B82ED5}"/>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22739359-76AB-FD45-9C30-50E1099DC863}"/>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45B10A6A-90DF-E1B1-AB0F-38F3156DF041}"/>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BEDF7A7-B06F-0C1D-33CA-2DF12B5860D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44ABD07D-5057-657A-19C3-30E6AB0A9EA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8A33776C-8C40-E23C-C5B6-1699E9B7C1AD}"/>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B1A928A5-EB52-BEB5-D21B-0FDA1372A71E}"/>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3B63529-DAEC-7EC0-323B-935080465CC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E16D62A8-4C01-7726-C3F2-2FBBC520BC84}"/>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32" name="TextBox 31">
            <a:extLst>
              <a:ext uri="{FF2B5EF4-FFF2-40B4-BE49-F238E27FC236}">
                <a16:creationId xmlns:a16="http://schemas.microsoft.com/office/drawing/2014/main" id="{96C615DB-68EA-5E08-C6B7-BF9579D1A3AE}"/>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5469130C-D842-575D-9F55-EE4F78E963F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B7F6DEC-52C4-1CC4-570A-36950369560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6131F2E1-F67F-42D5-7856-790B2F5070DF}"/>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11B657AD-C640-65B3-79E5-8513E486207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E7F0067-6428-10A7-13D9-C1B97E18741D}"/>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E8FE5DB2-669F-98C2-D8E6-B9B211CEC0B2}"/>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D9E1FAC-7519-BB3B-4243-B3BF9B83E447}"/>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7EE09D0-8DD4-0669-2C56-D89B6919EA06}"/>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373DDB3-7ACE-E4B6-D98D-C4CD45D797F5}"/>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4DB46B14-773D-7518-DAA1-290E0CB8BBB7}"/>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104E5F4-B886-03DF-7542-5A347E35C205}"/>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553B6D71-7773-0B99-60C3-A282C0EB4507}"/>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4B1C8F52-3D90-38F5-C1E5-8D17A6C88613}"/>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870BA782-9249-A15D-C684-2EA3B628CD79}"/>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F897482E-0B80-21F7-D77A-7BD007021F8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2BE29A42-8B76-877B-88C4-7B99105AE284}"/>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D8F03AC0-FDD2-DBCC-053D-16443E013CED}"/>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CA9DDD46-5E62-B7E1-8D63-60C49A9DC91E}"/>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FA386E34-C645-D18D-9EB2-6852DF2A7612}"/>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6085F439-B8D5-5BDC-3166-C2FB6EA88373}"/>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D50F9918-047C-A14B-48FE-A5769AE59117}"/>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1BD67367-57F8-1D2A-A0E2-9E6071C2E81E}"/>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581264CF-1425-9768-F692-F7E14815A20C}"/>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E14F3EEC-58CF-45B7-805E-6E3503BF8AB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7A870D7F-D102-CD4E-C9A0-D68A07C7B236}"/>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60A0D00D-12E8-6E00-BFC9-48797C09238A}"/>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AE3CC5C2-ED5E-6B9A-D872-7BCA8185CF6D}"/>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AF02E65D-CF1E-358C-889E-2E67CE62D49F}"/>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A895CF7E-66FE-241B-9E62-8D0AE22E3BF5}"/>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1CE613B3-CFDC-C9C1-0598-3D14FBD53CA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18D70101-13D1-935B-350A-B495E4FA29E6}"/>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AB395BDD-02F4-3414-4913-01CEE0AC7E33}"/>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99B4A409-1335-DED2-3694-9F4E11B74980}"/>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BCF8FAB-BC79-8CE4-A12A-47142F1BB09E}"/>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7" name="TextBox 76">
            <a:extLst>
              <a:ext uri="{FF2B5EF4-FFF2-40B4-BE49-F238E27FC236}">
                <a16:creationId xmlns:a16="http://schemas.microsoft.com/office/drawing/2014/main" id="{238524D6-9C2F-0EBE-4555-33E962AC888E}"/>
              </a:ext>
            </a:extLst>
          </p:cNvPr>
          <p:cNvSpPr txBox="1"/>
          <p:nvPr/>
        </p:nvSpPr>
        <p:spPr>
          <a:xfrm>
            <a:off x="5650090" y="4026865"/>
            <a:ext cx="570089" cy="369332"/>
          </a:xfrm>
          <a:prstGeom prst="rect">
            <a:avLst/>
          </a:prstGeom>
          <a:noFill/>
        </p:spPr>
        <p:txBody>
          <a:bodyPr wrap="square" rtlCol="0">
            <a:spAutoFit/>
          </a:bodyPr>
          <a:lstStyle/>
          <a:p>
            <a:pPr algn="ctr"/>
            <a:r>
              <a:rPr lang="en-US" sz="900" dirty="0"/>
              <a:t>1236789</a:t>
            </a:r>
          </a:p>
        </p:txBody>
      </p:sp>
      <p:sp>
        <p:nvSpPr>
          <p:cNvPr id="78" name="TextBox 77">
            <a:extLst>
              <a:ext uri="{FF2B5EF4-FFF2-40B4-BE49-F238E27FC236}">
                <a16:creationId xmlns:a16="http://schemas.microsoft.com/office/drawing/2014/main" id="{984FE7C4-57B5-2B08-82DB-63A65C96C344}"/>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4D40C078-977A-F71E-67F0-C7DB083FB27E}"/>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222918B1-23FC-69CF-2C3D-D42563802316}"/>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FB3579B6-A234-3C13-3839-C791B0C0DFF7}"/>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AB3E776F-C64B-2E49-E286-3E5D18F7EBE8}"/>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8AD8B7F0-DA63-E2B8-10DB-D3E2E5D430C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BE2213F-9D29-C559-479E-89DD42469DDC}"/>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119030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2B04C-EA4A-F812-86C0-BA5EC159F7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1F5ED2-C52C-44ED-8BC6-B24A2A94CA45}"/>
              </a:ext>
            </a:extLst>
          </p:cNvPr>
          <p:cNvSpPr>
            <a:spLocks noGrp="1"/>
          </p:cNvSpPr>
          <p:nvPr>
            <p:ph sz="half" idx="1"/>
          </p:nvPr>
        </p:nvSpPr>
        <p:spPr/>
        <p:txBody>
          <a:bodyPr>
            <a:normAutofit/>
          </a:bodyPr>
          <a:lstStyle/>
          <a:p>
            <a:r>
              <a:rPr lang="en-US" dirty="0"/>
              <a:t>Last possible 9’s in upper left and lower central blocks.</a:t>
            </a:r>
          </a:p>
          <a:p>
            <a:r>
              <a:rPr lang="en-US" dirty="0"/>
              <a:t>(All 9’s in the puzzle are now assigned.)</a:t>
            </a:r>
          </a:p>
        </p:txBody>
      </p:sp>
      <p:pic>
        <p:nvPicPr>
          <p:cNvPr id="4" name="Picture 3" descr="A grid of sudoku puzzle&#10;&#10;Description automatically generated">
            <a:extLst>
              <a:ext uri="{FF2B5EF4-FFF2-40B4-BE49-F238E27FC236}">
                <a16:creationId xmlns:a16="http://schemas.microsoft.com/office/drawing/2014/main" id="{7A69A552-D54C-C091-CC24-CC61EBB39E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9D124B-0919-A520-B68F-DB2168F0C12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7BE146D-78B8-7348-792F-7A417A50658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564F4E2-BEC3-D8FF-6374-8A895F0907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8A765454-8421-D3F4-1C38-18C74F2814DE}"/>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133C6BE-37A0-B642-4328-343B24B4874E}"/>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52CEE888-EE38-6431-B44F-A6FF1F667EC0}"/>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D4DAFFF-0100-4B01-4E38-4718C431E1A0}"/>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C9C3D01B-527A-8AF9-5B68-CE80204D95D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465554C8-B441-1E87-C0CC-7F494B136C7A}"/>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5095D63-4FF0-5212-EF8B-6292479C6B5D}"/>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E5DC145B-87ED-DAA1-0D04-D09735C67B90}"/>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74DB459-8E83-4CBB-C25E-24858D6B42E0}"/>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FEC1AC84-4B73-E07E-3131-E80D75337C4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756B2537-12A2-A003-FC5A-E1B9625D5440}"/>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F16FBC6-02F1-F709-7267-2FC860F37B5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F51DD136-AE48-BAD3-E0D5-1CBAD5C79E94}"/>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7682BAE-D466-F69C-A990-99D15DE59EA4}"/>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87C5C94-A5B4-2F0F-1979-9D156862FF7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9A170607-AEB7-13B3-93D7-4A873E3F013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CAE6756E-EAD4-9C83-C1D6-D8835AB8551C}"/>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9613AFB9-295E-9113-AB5A-CF5B0C9C89CA}"/>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A6836DD4-5269-8F31-AC49-467F7A070806}"/>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9B3D6E49-00FC-2EF2-7369-98E9BC67D042}"/>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3202CC33-CE1A-2C9A-BC55-0310FC1D0B6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ABAD6476-FE23-3F95-08B6-993B3E7A264D}"/>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CB03D2FC-553C-3437-C0EE-279E3ECDA14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D586141F-E1A1-FE47-2010-625061404D43}"/>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6EE4365F-8131-1034-9963-52B18B11ABF3}"/>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8B62DC66-64F7-632A-5110-246F9FE441E3}"/>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D66E973-E6E7-3FE4-EC91-C9927A031FB6}"/>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A1FCD763-514A-D23E-2835-60B4A0E44966}"/>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43FE600-6F29-77CD-17AF-CA459692892B}"/>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31E57FFA-3B12-1280-96C6-26DE1A6BF87D}"/>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90ED746-641A-495A-E50F-D26AABF3F4F6}"/>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ED155B63-DA49-4A82-4DAC-C40B62FBF6D6}"/>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0D86A47D-F754-678E-71E8-C06DEC1D5DC4}"/>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96004545-270E-08CC-0A23-4DED9BAE9455}"/>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8F1216CD-E3CA-2D2D-19EE-93A6CFEA4AC2}"/>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6769DB96-16F6-F2B2-3A49-688A8705DB36}"/>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6BAFB5A8-2E8C-3B10-0E6A-22EE6DA43B7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519B59C-18E4-098D-A64A-935FC83EBE45}"/>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86193780-B324-568A-C575-6E1530AAF156}"/>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3C6D443C-893E-A3D2-F7AD-2B30BDF5B9D8}"/>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E3B9CC96-1D23-5237-6928-B3B2BD0DBAB4}"/>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BDFF4FC6-16CD-B3A5-1008-6C6F066020D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44047C24-AF0F-316E-5FE3-65F72C40EB73}"/>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CB16F4B6-AB53-AF3A-262D-E6D30A4A06B2}"/>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E0FD4E60-F88B-B50B-2ECA-FCD813D6A50C}"/>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DA68D440-F77C-ECC0-7301-BD17996D7E23}"/>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70F9302D-58F8-4665-A2E3-7EE9D2543FC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0704F787-B230-926A-AD91-4E3F2228C2F4}"/>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8ED89FFD-2B8F-7845-1888-B36277DA10E8}"/>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5C065857-4F06-D2FC-B5CF-D8E5D7B5607B}"/>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D2964451-4EEF-9866-07B0-7E28B4194627}"/>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75FCC455-67DC-77E2-47BA-8D5FA4D96E2E}"/>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F3700D7A-AAD2-2598-233F-30A6991CC219}"/>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260FFC45-B9A3-289B-D52F-E8D8758E7400}"/>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C33300FF-484A-BC25-5D68-F3B6B105A467}"/>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7F382A21-F96A-501D-0404-DBFEB20E7923}"/>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55DBB3F8-93CC-56F3-4BDA-0D050DD0F8DC}"/>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6B7A26BA-A1BA-6385-E0A4-BD6524B8D6A8}"/>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89440377-9760-EF59-B0A3-905E6BFB9C29}"/>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CC530184-294B-6C21-DB5E-A85E8B4F5E75}"/>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3EE057B9-9446-91D7-97CC-1FE266E7B7D9}"/>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0108A054-BC8C-1FCB-EE1D-1C6CD5B155C2}"/>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9EA072E6-A8ED-3700-06DE-2C986BF209CC}"/>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52C247DD-346B-BE00-0EBF-95A9D0B2B214}"/>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8A39FC17-51B8-0065-AA7E-475B728B96C7}"/>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6328537E-D85E-F2BA-1F3D-989BA25EC30B}"/>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9AF84D39-3436-E1AB-2EB1-FF84A25F976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5C467F2B-CC4B-4FC2-CEFF-2594804606A6}"/>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7917418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571E-DE99-697B-7AFD-AF75BBDF33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0B6582-B631-DE5C-4B4B-BDA5985ACAE6}"/>
              </a:ext>
            </a:extLst>
          </p:cNvPr>
          <p:cNvSpPr>
            <a:spLocks noGrp="1"/>
          </p:cNvSpPr>
          <p:nvPr>
            <p:ph sz="half" idx="1"/>
          </p:nvPr>
        </p:nvSpPr>
        <p:spPr/>
        <p:txBody>
          <a:bodyPr>
            <a:normAutofit/>
          </a:bodyPr>
          <a:lstStyle/>
          <a:p>
            <a:r>
              <a:rPr lang="en-US" dirty="0"/>
              <a:t>Last possible 1 in Column 9.</a:t>
            </a:r>
          </a:p>
        </p:txBody>
      </p:sp>
      <p:pic>
        <p:nvPicPr>
          <p:cNvPr id="4" name="Picture 3" descr="A grid of sudoku puzzle&#10;&#10;Description automatically generated">
            <a:extLst>
              <a:ext uri="{FF2B5EF4-FFF2-40B4-BE49-F238E27FC236}">
                <a16:creationId xmlns:a16="http://schemas.microsoft.com/office/drawing/2014/main" id="{B70E6729-6DB2-BA93-D11D-B4B56F156A0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336F3A3-8400-9D04-F6CC-1C77AD71DC4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52666BC-F531-08FE-8362-D07AC94E1E7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FF1A450-6F95-9B52-4271-B0897EDF0D4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26320FB-6329-348A-5020-C441BCA07FF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3E10E893-3F14-8F77-AD5F-262FC36C34B0}"/>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34F9E964-D908-EC1D-8267-E3CF654F39F3}"/>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0E04989-4AD3-574F-E5DA-339D9A3AED98}"/>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16550C02-65E1-EDB6-FB1B-23F9176BE194}"/>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826FCF76-70C3-DCAF-1969-50D0C84A9874}"/>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D2DAABCE-6DA2-16EE-B8C5-3792B97BF574}"/>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5E49C111-9CF6-2038-DD29-24F3DF19C771}"/>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457EC0F4-93F4-B909-A2CE-AFCEAE20DF82}"/>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FCE9D1E-B050-98D4-DC50-B25210A11CC4}"/>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C6FD2ACF-183C-F957-5116-EBE492F6929B}"/>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34EEA87E-0C4C-77A0-1F5F-CEFF574FDDA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62D70FE8-D566-D98D-5C47-D0C0B1F5520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8983747-FE4F-921C-DE28-FAC21121C83F}"/>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AD20F061-C6D9-01C6-3A63-3538442EA6AE}"/>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82C7522-F510-5CE1-0DB4-74D81CB36A94}"/>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A8E2ABB-B879-0BC0-5626-7E8B3D54ACD1}"/>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5F658FA8-F358-B70F-8CDB-78D1F44D1F04}"/>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FDAEC54B-F7DF-DD03-EE4C-A90975000E08}"/>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8CF85B16-F2B1-EE04-D050-11CFE8E07CD4}"/>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395E3D26-F10A-016F-26EC-F1BB2136450B}"/>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5C8D63CD-5295-B4B2-3643-C718034B3EF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922D45E8-A027-2877-568A-BAB27F4AA6AF}"/>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CF5B12AE-0BCA-A494-E769-0506355F2D72}"/>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7BDE6F53-702B-863D-AAFB-30E7384D8C15}"/>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D9529AF-F245-091A-DCFA-6E21D6931B06}"/>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74532B90-410A-3188-C94A-B1C2CE558DD8}"/>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7ABF2E30-A3BF-758E-10DE-95DB54481511}"/>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43D25C69-C373-0E7F-FE81-8D0318E4FC7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4DBB34E6-4E2F-1C34-D871-ADAA2B9277F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57C218A6-5AA9-9296-7E2D-AEAFA17AFC5C}"/>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E1E0C5BB-B3AF-B00C-5DFF-47C69F9BE051}"/>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3533633-E389-C7EA-22E7-F878E8413103}"/>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BCAAA64F-ED17-8EED-F70C-AB20A5DA1895}"/>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902232D-2D65-2A6B-A10C-12001BEB9B7A}"/>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68B41CE4-F7D9-D20A-95AC-A52332AB6BB2}"/>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8A5F0788-758B-C1EF-2A3F-4D823E0D51CC}"/>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D97E0E1-C40C-BBE6-623D-C1D0999FB3E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D930B22D-2DCA-A475-F560-CC55B75BF839}"/>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D3C85981-3619-1B41-169A-14B741D2D8FB}"/>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D7CDFF50-BF44-BF8A-C34F-AA2274873EBC}"/>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8BC039F6-5F1A-A763-5230-5935B37A6A49}"/>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023533E6-3ACB-E6C5-4893-5BD2D7A14BB1}"/>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7C74BC19-FA90-6781-34E1-7E6454BACC3C}"/>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29B766DF-B5C0-CB33-C54C-C16E0BBF16D5}"/>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31812C51-734F-37AA-E140-0FBB61D1C2A9}"/>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D24737BD-BFC1-655B-CAB5-FCF297D54A97}"/>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EC062B61-E1F2-CA41-B19A-17F8D2A6DE9A}"/>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3D02BD9C-7E1D-8FA4-1B40-EEA010E2B3CD}"/>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BCC9149D-9FDF-CA37-DAF1-999FA53E8957}"/>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711CB7BC-ABEA-2BD9-3EB5-FE94FC101533}"/>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12BF291F-F904-8C79-1624-68F560B0908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F8FDFD05-CD4E-6F20-7259-63E207A22FCF}"/>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29952B96-FF5E-5E12-DC08-F79F97904B87}"/>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B4C13584-6278-8C14-31FE-81382926EF3D}"/>
              </a:ext>
            </a:extLst>
          </p:cNvPr>
          <p:cNvSpPr txBox="1"/>
          <p:nvPr/>
        </p:nvSpPr>
        <p:spPr>
          <a:xfrm>
            <a:off x="5147734" y="2905709"/>
            <a:ext cx="570089" cy="230832"/>
          </a:xfrm>
          <a:prstGeom prst="rect">
            <a:avLst/>
          </a:prstGeom>
          <a:noFill/>
        </p:spPr>
        <p:txBody>
          <a:bodyPr wrap="square" rtlCol="0">
            <a:spAutoFit/>
          </a:bodyPr>
          <a:lstStyle/>
          <a:p>
            <a:pPr algn="ctr"/>
            <a:r>
              <a:rPr lang="en-US" sz="900" dirty="0"/>
              <a:t>125678</a:t>
            </a:r>
          </a:p>
        </p:txBody>
      </p:sp>
      <p:sp>
        <p:nvSpPr>
          <p:cNvPr id="72" name="TextBox 71">
            <a:extLst>
              <a:ext uri="{FF2B5EF4-FFF2-40B4-BE49-F238E27FC236}">
                <a16:creationId xmlns:a16="http://schemas.microsoft.com/office/drawing/2014/main" id="{C23BA6D5-0D5C-5252-DC10-F01B9988E5B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65890352-1E4E-6435-6ECE-9070174F2CC0}"/>
              </a:ext>
            </a:extLst>
          </p:cNvPr>
          <p:cNvSpPr txBox="1"/>
          <p:nvPr/>
        </p:nvSpPr>
        <p:spPr>
          <a:xfrm>
            <a:off x="6152446" y="4527809"/>
            <a:ext cx="570089" cy="230832"/>
          </a:xfrm>
          <a:prstGeom prst="rect">
            <a:avLst/>
          </a:prstGeom>
          <a:noFill/>
        </p:spPr>
        <p:txBody>
          <a:bodyPr wrap="square" rtlCol="0">
            <a:spAutoFit/>
          </a:bodyPr>
          <a:lstStyle/>
          <a:p>
            <a:pPr algn="ctr"/>
            <a:r>
              <a:rPr lang="en-US" sz="900" dirty="0"/>
              <a:t>125678</a:t>
            </a:r>
          </a:p>
        </p:txBody>
      </p:sp>
      <p:sp>
        <p:nvSpPr>
          <p:cNvPr id="75" name="TextBox 74">
            <a:extLst>
              <a:ext uri="{FF2B5EF4-FFF2-40B4-BE49-F238E27FC236}">
                <a16:creationId xmlns:a16="http://schemas.microsoft.com/office/drawing/2014/main" id="{A7026839-3E96-D410-E89A-AE5086CD54DC}"/>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7F11B034-A19C-F1E2-682C-112A7CCC1B0C}"/>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7D00D449-B474-0EB9-D7AB-F52B135EB5D7}"/>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21A857FC-4288-9417-358A-27EFD92F0280}"/>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0139D47A-6B8F-69E5-79FF-CF710CE6A5E5}"/>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E67E0277-8664-DA40-3BA1-58A459688619}"/>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C9172FFB-147C-43C9-E405-6BD54FE30821}"/>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85BB0D90-8C4D-7C9E-DF41-4BB65B3D012D}"/>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763E0AC5-5F13-C155-EED5-CEE993BEDAD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B9CF78CD-8282-D7E6-AE30-358294FD874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F48E5FDB-BBFE-C329-5D29-5B40C1CAE80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D4AACE8A-0F02-BD9B-9928-E959DF5FEECF}"/>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5670341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BC1ED-59BB-7C08-6A53-E009CBCEA16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9F9378E-8E11-F635-1E33-1024EC9C44F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09D9402-46B1-C9E3-AC45-3EF9D3F2E30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F7EDE41-9C9B-93D4-7F9F-C123A816A80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9189D0C-3691-52EC-2304-C243B0D76A1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7748FAD-F9AA-8711-6B9E-9F0A98409D3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02C5025-15E0-6051-5DFE-D17F7256D80E}"/>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3C9B6F34-F451-F556-31D3-D88B7739B653}"/>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9D2AB1D0-9FFB-D568-9708-636B682269A4}"/>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630E60E-4B2D-64BE-FA4F-693292D5FC0E}"/>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942BFA5E-A871-2934-CCCD-CCCF91EB47E9}"/>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BB06EFB3-7698-E9E0-62CE-943797EE76F7}"/>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F9750F2-6D08-1E6C-2873-9E0304264810}"/>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995D2245-8E16-E483-AFEA-1E0EB5AAEE66}"/>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C42750A-5244-F4F2-50F5-D6CD96876773}"/>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2B9FD282-BFCD-419C-5A21-28A15A2B40A6}"/>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819079A3-976F-0EC5-331F-FE34B4635063}"/>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EF0C26C1-B618-1056-FA88-71F7391095E7}"/>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04C634C-27E3-A044-B9BF-BBA4895F8DA5}"/>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176D98F-76BC-8C75-5384-13B278A2CF7A}"/>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742E82A-E845-75C3-CB1A-7100FFC121CD}"/>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8B9DB4EA-D5CE-E021-E553-B3F8E28EDC53}"/>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E0E7BCE-FF8B-55B3-9709-78C557790238}"/>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E2BC45B-C7BD-7F63-745D-2233D999B2F5}"/>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BDDD5513-96B3-E7D9-6778-A16BCD69B3C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38F81426-AFB3-3BAD-1E0B-96364D8BDC7C}"/>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C2FACF1D-7B4B-E2BA-1CCE-56E1C12D3994}"/>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7714AC69-B96A-FCE3-E8A3-54237C6E3FA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89BB6566-ED53-E6AC-09F1-8F623D1BC80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A3620E42-33FC-232F-18A9-CE0BA20D24F1}"/>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CBFE9BB7-2C2B-C412-7D71-74503BA249C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EF4405C2-B279-8773-0E21-592489AE578B}"/>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E308FBD2-FC6C-5342-9184-D99DFB1EBFF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FCBB030-35F8-6785-4636-4806AC45E40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62F303C8-3EB5-1555-7782-1A3CD20BC5D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F7ACB035-F3C2-FBDE-F122-77EE34AF6C6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910D3FC-8F04-AEC8-D769-507B7DF09262}"/>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5D8193B4-DBED-61F9-EFB5-FE9005A16FD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4F607C3-E374-9366-8048-EB530DEA4FB3}"/>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C8EA3FB3-D80B-025F-B977-C3BC2EFB3B7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9C8305E4-D616-B574-90C2-BCE7EB07F0FB}"/>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5963B124-0B9A-29B6-1AAF-06B65273ECD7}"/>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132C1FA-9A46-167D-634C-E3AA1422DD75}"/>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E5E505C-105E-C96F-F0E4-45E56F7D11A4}"/>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2784D15A-1472-D47C-0D67-B401E0C09E4F}"/>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EB5AD0DC-094F-FA69-F27D-99D9B6AC8E1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6098F274-87CC-9686-3750-588BC8C956D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628B302D-C493-40CD-AC20-C78EBD61902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4433B6A8-9D93-CD92-AC44-8FA0E4FD7D44}"/>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F6EB4717-0A8B-CC8D-A286-02FE632AFF30}"/>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7C172418-8C6D-2E8A-204A-02EA2A746686}"/>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BE0BF9CE-4F5B-50EF-0AF6-0CA8DAE7B1C1}"/>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3407BC83-90CA-4C7E-DB1D-E766071BA600}"/>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6A8AB7BD-9F11-893C-0708-EAAD4057648B}"/>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3617BE59-7167-2047-D6C0-EE6975E92D18}"/>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623146F2-5E02-CEC0-2730-A96E790BAEA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EB545EC3-1AC8-EBBA-6F74-FC36A605C183}"/>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8D640082-85AA-AB41-8954-F06BABE9CA44}"/>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9AF56681-0828-E2B3-CAB2-4445B255B61E}"/>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CDDB383B-94DF-0A3A-B8F5-7FECB89EA1D6}"/>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EA367778-9EC2-9153-D994-BB06321795C9}"/>
              </a:ext>
            </a:extLst>
          </p:cNvPr>
          <p:cNvSpPr txBox="1"/>
          <p:nvPr/>
        </p:nvSpPr>
        <p:spPr>
          <a:xfrm>
            <a:off x="5147734" y="2905709"/>
            <a:ext cx="570089" cy="230832"/>
          </a:xfrm>
          <a:prstGeom prst="rect">
            <a:avLst/>
          </a:prstGeom>
          <a:noFill/>
        </p:spPr>
        <p:txBody>
          <a:bodyPr wrap="square" rtlCol="0">
            <a:spAutoFit/>
          </a:bodyPr>
          <a:lstStyle/>
          <a:p>
            <a:pPr algn="ctr"/>
            <a:r>
              <a:rPr lang="en-US" sz="900" dirty="0"/>
              <a:t>25678</a:t>
            </a:r>
          </a:p>
        </p:txBody>
      </p:sp>
      <p:sp>
        <p:nvSpPr>
          <p:cNvPr id="72" name="TextBox 71">
            <a:extLst>
              <a:ext uri="{FF2B5EF4-FFF2-40B4-BE49-F238E27FC236}">
                <a16:creationId xmlns:a16="http://schemas.microsoft.com/office/drawing/2014/main" id="{61AE12A3-AF6B-2C6D-D34F-EB2344452DD2}"/>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813B0C4F-1EB9-9B71-DC8A-1E9EB4A81A1E}"/>
              </a:ext>
            </a:extLst>
          </p:cNvPr>
          <p:cNvSpPr txBox="1"/>
          <p:nvPr/>
        </p:nvSpPr>
        <p:spPr>
          <a:xfrm>
            <a:off x="6152446" y="4527809"/>
            <a:ext cx="570089" cy="230832"/>
          </a:xfrm>
          <a:prstGeom prst="rect">
            <a:avLst/>
          </a:prstGeom>
          <a:noFill/>
        </p:spPr>
        <p:txBody>
          <a:bodyPr wrap="square" rtlCol="0">
            <a:spAutoFit/>
          </a:bodyPr>
          <a:lstStyle/>
          <a:p>
            <a:pPr algn="ctr"/>
            <a:r>
              <a:rPr lang="en-US" sz="900" dirty="0"/>
              <a:t>25678</a:t>
            </a:r>
          </a:p>
        </p:txBody>
      </p:sp>
      <p:sp>
        <p:nvSpPr>
          <p:cNvPr id="75" name="TextBox 74">
            <a:extLst>
              <a:ext uri="{FF2B5EF4-FFF2-40B4-BE49-F238E27FC236}">
                <a16:creationId xmlns:a16="http://schemas.microsoft.com/office/drawing/2014/main" id="{7C32F9DE-5EF1-327C-717C-E5C1BBD649EA}"/>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B0E379EF-AE3F-E517-F97E-BC309A3DC99D}"/>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F3C125D5-FC97-C0EB-DB02-501F898F0D79}"/>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35A65EFC-86E6-0D44-3E47-73DC0348AD22}"/>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3FB24409-DB8C-D62E-E8E1-6EEC9579E0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876D0CF3-3ACE-652E-784D-F5E87C087C06}"/>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7C466D32-A497-1942-AFA3-0643C64CCEC3}"/>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7FD8C24D-C0B7-5D25-043E-4DB77E5EF46E}"/>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9C21369D-6A6E-7E34-7681-A038F353EB98}"/>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2ADFEDE-4220-6C51-4B91-CF95A3929DAB}"/>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7E7123A5-00FE-EE68-5651-FAAF0B8AABE6}"/>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D8909DD4-4599-7CA5-364A-7D44CF595BE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5991030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891E-1950-B688-0012-3C288A4EFF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6770E5-31A7-F5BE-41ED-01FB8EA22419}"/>
              </a:ext>
            </a:extLst>
          </p:cNvPr>
          <p:cNvSpPr>
            <a:spLocks noGrp="1"/>
          </p:cNvSpPr>
          <p:nvPr>
            <p:ph sz="half" idx="1"/>
          </p:nvPr>
        </p:nvSpPr>
        <p:spPr/>
        <p:txBody>
          <a:bodyPr>
            <a:normAutofit/>
          </a:bodyPr>
          <a:lstStyle/>
          <a:p>
            <a:r>
              <a:rPr lang="en-US" dirty="0"/>
              <a:t>Last possible 6 in Column 9.</a:t>
            </a:r>
          </a:p>
        </p:txBody>
      </p:sp>
      <p:pic>
        <p:nvPicPr>
          <p:cNvPr id="4" name="Picture 3" descr="A grid of sudoku puzzle&#10;&#10;Description automatically generated">
            <a:extLst>
              <a:ext uri="{FF2B5EF4-FFF2-40B4-BE49-F238E27FC236}">
                <a16:creationId xmlns:a16="http://schemas.microsoft.com/office/drawing/2014/main" id="{7462A00D-F0DB-BC18-C8C7-B0952D89784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DEDBC7-5DCC-CA80-23D4-3BD070B1A35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804E79C-248B-1413-325B-B4C3F440E0A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A06DB2B-0AE8-F295-2240-52FED4151F9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F37B401-C139-2654-B1B7-5EB24F97580A}"/>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BBD5D3E-CD59-5F65-AE8F-7292BD23186B}"/>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94CF335C-AB33-FE7C-67B7-8486C4ED0BA7}"/>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190655D-D425-1E9D-0B13-98E2D07A6B05}"/>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CE7EEF81-DEFE-F6B4-D32C-528C7B966059}"/>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85C1ED6C-2DE9-D79D-18D0-0651906596D8}"/>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F9C1C21-3ED7-3CD1-8003-6B4D9BE1D57D}"/>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5F46ECDC-BECD-51B4-C186-8947F3CF2630}"/>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9CB48247-02A4-1AB2-3BB6-F4624126A53C}"/>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E73625C1-11FB-86E3-2E38-DCF4633B5283}"/>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92709E8C-9B46-1644-AD1B-0D61FCDB7394}"/>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ABF31EBC-B524-0B6D-94B9-5E38138B7002}"/>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6B898FD-4468-C17F-8FB5-53B054DC9DE4}"/>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82C3D7A1-1FD8-F2AF-BB1F-9992AD3915C4}"/>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9C1DC09E-EC45-1872-15E5-0B4335E1869B}"/>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F973597D-3C42-71BE-673D-42BDB014B49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4170FC3-98BA-8EAF-3072-1E2ED153AC3C}"/>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8CA7E41A-5EED-4E89-E4A8-4D0884BB049C}"/>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753A7595-D84E-35E0-6B86-E3282C39096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92B96762-1DB6-71B7-320E-6A99A7714E4E}"/>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6AEFBEC7-A09B-5005-9A41-66F558AA87D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72661F4-8CAE-990D-F1FB-11BD5B9B050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F86A0FC3-E65F-8615-384B-AA24407C5CDE}"/>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B8FAF16E-A897-D387-2C71-C43D33314AC9}"/>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EE2C112-F384-86C8-838C-93C2EBB1A20D}"/>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8AE64E8-7308-DF9D-ECDD-B9E0BB961C26}"/>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723524B1-E783-0CAB-3C5D-9FC441A7B3DB}"/>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A6446B1-AB9F-A6E2-DAE8-F3A6E7E68F06}"/>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86258B31-1FE4-C28E-ABB4-7D8116F49A5D}"/>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A4DFFFA9-9C8C-71AA-3EA6-F5303F36B62E}"/>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7073AB14-0867-F540-B2BD-170C880EA14D}"/>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AE1F516B-EC54-771E-22D2-75A4B8912F57}"/>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7DD2B96-57EB-690A-829E-41BA83220F8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A301B6E6-1F9C-C909-D726-8FA864C88A22}"/>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86FEB1C-B452-740E-07E7-E1C0D3101F50}"/>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A64E8793-7166-2CEC-B6E1-97E93E62012E}"/>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CD29B1F9-3913-F336-1BBC-2B6A05C3422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DB6B9CE7-6CE9-1EF6-CADF-3516D38056DC}"/>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9DE1AA41-DDF1-D860-F99F-D196A33A073A}"/>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6A22D054-4742-DE4B-93E0-29D9C1D52D6E}"/>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9F88926E-FFE8-8892-5FAD-33E00FE3F9B6}"/>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654DFBF6-4EF9-A05F-AEEB-2706BB7432C6}"/>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23567</a:t>
            </a:r>
          </a:p>
        </p:txBody>
      </p:sp>
      <p:sp>
        <p:nvSpPr>
          <p:cNvPr id="53" name="TextBox 52">
            <a:extLst>
              <a:ext uri="{FF2B5EF4-FFF2-40B4-BE49-F238E27FC236}">
                <a16:creationId xmlns:a16="http://schemas.microsoft.com/office/drawing/2014/main" id="{A190A8B0-3F9F-0E16-BE53-CC7796B14388}"/>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0E290434-EC38-502B-5445-54A8DADA1672}"/>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31183AC1-15C0-3865-C0BF-B7294071C7D0}"/>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175C8047-F2A6-9D8E-BDD5-5435F13F52E0}"/>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25C652AF-6249-FDD3-1082-720AEFCB8416}"/>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23567</a:t>
            </a:r>
          </a:p>
        </p:txBody>
      </p:sp>
      <p:sp>
        <p:nvSpPr>
          <p:cNvPr id="58" name="TextBox 57">
            <a:extLst>
              <a:ext uri="{FF2B5EF4-FFF2-40B4-BE49-F238E27FC236}">
                <a16:creationId xmlns:a16="http://schemas.microsoft.com/office/drawing/2014/main" id="{E8EC2665-DA65-6918-4750-0BEF0C922AF4}"/>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A535310D-8757-3D22-6976-D89DF90252DC}"/>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23567</a:t>
            </a:r>
          </a:p>
        </p:txBody>
      </p:sp>
      <p:sp>
        <p:nvSpPr>
          <p:cNvPr id="62" name="TextBox 61">
            <a:extLst>
              <a:ext uri="{FF2B5EF4-FFF2-40B4-BE49-F238E27FC236}">
                <a16:creationId xmlns:a16="http://schemas.microsoft.com/office/drawing/2014/main" id="{ADBF6DBB-691E-25BB-B815-F6E99B9E6C15}"/>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23567</a:t>
            </a:r>
          </a:p>
        </p:txBody>
      </p:sp>
      <p:sp>
        <p:nvSpPr>
          <p:cNvPr id="63" name="TextBox 62">
            <a:extLst>
              <a:ext uri="{FF2B5EF4-FFF2-40B4-BE49-F238E27FC236}">
                <a16:creationId xmlns:a16="http://schemas.microsoft.com/office/drawing/2014/main" id="{2071C5CC-7AB6-6A0D-992E-200CCB031E79}"/>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C94C57CF-B40A-FCB0-53F4-EFB645E85B5B}"/>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C6CC6B81-6F61-5814-984D-E8A3A1A978FE}"/>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479FC485-DD4B-B4E6-2259-BEEFA469F49E}"/>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83E20F58-ED28-3E7D-A0FF-90B1852EF70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25678</a:t>
            </a:r>
          </a:p>
        </p:txBody>
      </p:sp>
      <p:sp>
        <p:nvSpPr>
          <p:cNvPr id="72" name="TextBox 71">
            <a:extLst>
              <a:ext uri="{FF2B5EF4-FFF2-40B4-BE49-F238E27FC236}">
                <a16:creationId xmlns:a16="http://schemas.microsoft.com/office/drawing/2014/main" id="{8B625C10-4EDE-F977-3D6F-7F25AB58BBAD}"/>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A446893E-5659-A5CA-C0EF-064028643793}"/>
              </a:ext>
            </a:extLst>
          </p:cNvPr>
          <p:cNvSpPr txBox="1"/>
          <p:nvPr/>
        </p:nvSpPr>
        <p:spPr>
          <a:xfrm>
            <a:off x="6152446" y="4527809"/>
            <a:ext cx="570089" cy="230832"/>
          </a:xfrm>
          <a:prstGeom prst="rect">
            <a:avLst/>
          </a:prstGeom>
          <a:noFill/>
        </p:spPr>
        <p:txBody>
          <a:bodyPr wrap="square" rtlCol="0">
            <a:spAutoFit/>
          </a:bodyPr>
          <a:lstStyle/>
          <a:p>
            <a:pPr algn="ctr"/>
            <a:r>
              <a:rPr lang="en-US" sz="900" dirty="0"/>
              <a:t>25678</a:t>
            </a:r>
          </a:p>
        </p:txBody>
      </p:sp>
      <p:sp>
        <p:nvSpPr>
          <p:cNvPr id="75" name="TextBox 74">
            <a:extLst>
              <a:ext uri="{FF2B5EF4-FFF2-40B4-BE49-F238E27FC236}">
                <a16:creationId xmlns:a16="http://schemas.microsoft.com/office/drawing/2014/main" id="{563A0CF0-8034-EB49-CCDE-C6768C7FFED5}"/>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2CCB3812-4432-2D9B-4892-1C61622BC6EE}"/>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4FA1902-8569-7514-B09C-27BC2A14CC83}"/>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1A47B131-5B6B-A1B8-5ED7-161D2C3EACAE}"/>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38C9BD50-1996-86F7-EB34-C3A22CDDC50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FA0D03C-DF17-22D8-C549-354160BB1A2A}"/>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A3226529-DAFF-3C72-4C66-AFEF87096155}"/>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2227BD57-3E16-BCE7-8DF7-646B0FD3D1A1}"/>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999D2451-4F77-8278-B4D3-F7880EC56CA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0B770FF-1690-4E8C-8CFB-AFE3390E93F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957B2070-010D-B8D1-C654-CC22FBE917AB}"/>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755A2FBB-A6C1-348F-CED6-EE493975B52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E2FEF4D-F8CF-A947-C32A-E004B498D46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1026212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E48A2-76B8-584A-8240-2F36B8BD47B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F77BA4-BABA-0668-44B7-4A7FCB24796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ED43FC6-A518-A1FF-0654-B87798E071F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57458C-75B5-9F63-F471-122FB9A06C0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15400A8-1168-FF73-AFB6-F132E96BD8C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116EC0F-8176-4212-75E8-0D9E789E126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EFA70A-1C39-4CB2-9F3F-D99411D0FB67}"/>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A1C48315-9A57-14AE-607E-500135C9D744}"/>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E65AB3AD-FB1A-C28E-042F-05433604EF5E}"/>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A73EE9C-9A28-38DA-D290-8EA030BB7A2C}"/>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7C557471-FADE-B773-5713-77A267FFC8EE}"/>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4BAF6567-03AD-1DE7-B76B-68C17860C0DC}"/>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18EDDAB-16E6-EFB7-73E3-DAD5EB735216}"/>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9C730E5A-EA63-44AA-9A40-29A7499128E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4427A2B3-37D9-EFC8-09BD-783345E5A91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F83FD536-DA73-4347-C32B-C91C74AD828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A70BBFB2-52B1-90E8-CD85-0AE7CE50C7F8}"/>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BDBE2072-3449-92FE-15B2-F23985C3168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C5DB956-D0F7-9397-1996-44B25E98AEBD}"/>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821D7B76-870C-2B55-754B-A6335335004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5C33FA6E-D5DF-C55B-736B-C13481FF3B7A}"/>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FB079306-F050-E254-B198-82DC48FA136D}"/>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18D8A01B-8E7D-A1A9-187D-D1B73558AE90}"/>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FB844781-7F13-EAB9-CFA1-4DB3F11FDF5F}"/>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B7926002-3885-91BD-3771-DF1263806098}"/>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E9460340-15AE-681B-73B3-F331F06B3AAD}"/>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DA0924FE-8B92-5D48-4305-694837D2614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A6585783-BE90-659E-CFB6-D317068B33E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50F5E1EB-4418-CE46-13AB-55F4F47F2303}"/>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5D88CD2F-DCC7-9BC8-643C-713886201226}"/>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D925D4CF-0C81-ADAA-4BDC-EF6E94B52382}"/>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E7A7278-EC49-7B73-FE3E-A5627322C198}"/>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CBBC6CA-739F-BB18-2628-60A35430B610}"/>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67FC6B0-AAD0-C37B-6C94-BD49EEEDA40A}"/>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BD47755A-5E16-15C7-FF7E-1117582A7DA1}"/>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14D1C41A-D25F-FF2D-1655-006DBF939670}"/>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F41E8F4-ED42-A127-A10B-75777093376B}"/>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6AB79416-A5BE-1409-303A-B89E2840854D}"/>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82F27211-4F6F-2655-461D-1CA20CB24659}"/>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1198EF7A-53F5-4F09-D513-8C2FFB56AC3C}"/>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E525E48-A014-BE03-8993-E3AADA514ACA}"/>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E9882BB-C104-EB02-6E73-480E03A077F4}"/>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21CA247-B5BC-7FD6-5F31-205D3F4080C4}"/>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00590333-EA01-9064-897D-96C1460BA50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50A2A349-3744-2CDC-2666-5CF90784032F}"/>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1442BA3F-3C33-D7F7-43BB-7343B2C65946}"/>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AFFA4753-0F17-5B30-5D47-75BC27D150DD}"/>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67194ED3-3108-AA30-2E29-8775F536052D}"/>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379BC333-0B0D-252F-93E2-62420885A765}"/>
              </a:ext>
            </a:extLst>
          </p:cNvPr>
          <p:cNvSpPr txBox="1"/>
          <p:nvPr/>
        </p:nvSpPr>
        <p:spPr>
          <a:xfrm>
            <a:off x="3640666" y="4026865"/>
            <a:ext cx="570089" cy="230832"/>
          </a:xfrm>
          <a:prstGeom prst="rect">
            <a:avLst/>
          </a:prstGeom>
          <a:noFill/>
        </p:spPr>
        <p:txBody>
          <a:bodyPr wrap="square" rtlCol="0">
            <a:spAutoFit/>
          </a:bodyPr>
          <a:lstStyle/>
          <a:p>
            <a:pPr algn="ctr"/>
            <a:r>
              <a:rPr lang="en-US" sz="900" dirty="0"/>
              <a:t>5678</a:t>
            </a:r>
          </a:p>
        </p:txBody>
      </p:sp>
      <p:sp>
        <p:nvSpPr>
          <p:cNvPr id="54" name="TextBox 53">
            <a:extLst>
              <a:ext uri="{FF2B5EF4-FFF2-40B4-BE49-F238E27FC236}">
                <a16:creationId xmlns:a16="http://schemas.microsoft.com/office/drawing/2014/main" id="{BEBC9BE4-FB53-79AD-B851-4B02F2E37ABC}"/>
              </a:ext>
            </a:extLst>
          </p:cNvPr>
          <p:cNvSpPr txBox="1"/>
          <p:nvPr/>
        </p:nvSpPr>
        <p:spPr>
          <a:xfrm>
            <a:off x="3138310" y="3788329"/>
            <a:ext cx="570089" cy="230832"/>
          </a:xfrm>
          <a:prstGeom prst="rect">
            <a:avLst/>
          </a:prstGeom>
          <a:noFill/>
        </p:spPr>
        <p:txBody>
          <a:bodyPr wrap="square" rtlCol="0">
            <a:spAutoFit/>
          </a:bodyPr>
          <a:lstStyle/>
          <a:p>
            <a:pPr algn="ctr"/>
            <a:r>
              <a:rPr lang="en-US" sz="900" dirty="0"/>
              <a:t>15678</a:t>
            </a:r>
          </a:p>
        </p:txBody>
      </p:sp>
      <p:sp>
        <p:nvSpPr>
          <p:cNvPr id="55" name="TextBox 54">
            <a:extLst>
              <a:ext uri="{FF2B5EF4-FFF2-40B4-BE49-F238E27FC236}">
                <a16:creationId xmlns:a16="http://schemas.microsoft.com/office/drawing/2014/main" id="{0E42CD25-2A06-2CCA-D032-DE9CDCA11675}"/>
              </a:ext>
            </a:extLst>
          </p:cNvPr>
          <p:cNvSpPr txBox="1"/>
          <p:nvPr/>
        </p:nvSpPr>
        <p:spPr>
          <a:xfrm>
            <a:off x="6152446" y="2023089"/>
            <a:ext cx="570089" cy="230832"/>
          </a:xfrm>
          <a:prstGeom prst="rect">
            <a:avLst/>
          </a:prstGeom>
          <a:noFill/>
        </p:spPr>
        <p:txBody>
          <a:bodyPr wrap="square" rtlCol="0">
            <a:spAutoFit/>
          </a:bodyPr>
          <a:lstStyle/>
          <a:p>
            <a:pPr algn="ctr"/>
            <a:r>
              <a:rPr lang="en-US" sz="900" dirty="0"/>
              <a:t>15678</a:t>
            </a:r>
          </a:p>
        </p:txBody>
      </p:sp>
      <p:sp>
        <p:nvSpPr>
          <p:cNvPr id="56" name="TextBox 55">
            <a:extLst>
              <a:ext uri="{FF2B5EF4-FFF2-40B4-BE49-F238E27FC236}">
                <a16:creationId xmlns:a16="http://schemas.microsoft.com/office/drawing/2014/main" id="{62B11F0D-AD25-1BE0-2B05-18157E9C2C40}"/>
              </a:ext>
            </a:extLst>
          </p:cNvPr>
          <p:cNvSpPr txBox="1"/>
          <p:nvPr/>
        </p:nvSpPr>
        <p:spPr>
          <a:xfrm>
            <a:off x="6654802" y="1784553"/>
            <a:ext cx="570089" cy="230832"/>
          </a:xfrm>
          <a:prstGeom prst="rect">
            <a:avLst/>
          </a:prstGeom>
          <a:noFill/>
        </p:spPr>
        <p:txBody>
          <a:bodyPr wrap="square" rtlCol="0">
            <a:spAutoFit/>
          </a:bodyPr>
          <a:lstStyle/>
          <a:p>
            <a:pPr algn="ctr"/>
            <a:r>
              <a:rPr lang="en-US" sz="900" dirty="0"/>
              <a:t>5678</a:t>
            </a:r>
          </a:p>
        </p:txBody>
      </p:sp>
      <p:sp>
        <p:nvSpPr>
          <p:cNvPr id="57" name="TextBox 56">
            <a:extLst>
              <a:ext uri="{FF2B5EF4-FFF2-40B4-BE49-F238E27FC236}">
                <a16:creationId xmlns:a16="http://schemas.microsoft.com/office/drawing/2014/main" id="{35315693-0A93-5B65-85F2-A9985038EE37}"/>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22587B2B-913D-D1BF-85F6-0724182ED580}"/>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77D877B6-D1C8-7649-3088-91C9AEB85705}"/>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B7E7151B-285F-477B-FC26-B9D774CBBFA4}"/>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9E9FCD33-8E3E-AE83-E407-F0F6CEEA0813}"/>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61855153-F5A0-AC5E-8B2C-DA08CC84B9BE}"/>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AEADAD6F-37A0-97A3-99F3-62B80F1A2DD5}"/>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E17C4FA7-7AB5-FB37-7AE8-5A58E812BAE1}"/>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0DCC5A2B-20B5-2567-3833-C3615652E0BD}"/>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69EDE9F1-5C3E-B42D-B17F-FE13F6CFBBF3}"/>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392E4240-90C5-06E7-E160-3B82FF19A8DB}"/>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FE5A1608-085C-06FF-5B3F-5DC483CFEA1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4DA7CACA-3ED6-6428-450C-EDF014E8D7C7}"/>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D7A4D56F-9692-4EF4-9F78-14402070CB19}"/>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DC18F124-BEC5-74F7-94DE-46D2A768F489}"/>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7BF3BD1B-6086-C8EE-7AAF-BB054039B8AB}"/>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D47CA131-B27B-B7FA-2D67-036D49B1F5AF}"/>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BE99447E-5E4A-7818-1AA0-D80F8B977D48}"/>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CB34F404-CA82-50AD-0899-94E2E0028481}"/>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0141F2A4-76E1-ADC6-9A1D-BF6C76F166C1}"/>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04BC548-AE41-9C56-F91B-53AEDD0D8262}"/>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3B1E6344-C1C1-D440-9172-1E4EBA67B2A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CB556942-9F80-7060-4D75-11EC4E25EC9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76A7240B-0DFB-7575-7DE8-4489FA90EF2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9171459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30701-B2DD-1A98-94F4-6F2B76922D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E4672-8B23-CA9A-81D3-A3BB7C07E144}"/>
              </a:ext>
            </a:extLst>
          </p:cNvPr>
          <p:cNvSpPr>
            <a:spLocks noGrp="1"/>
          </p:cNvSpPr>
          <p:nvPr>
            <p:ph sz="half" idx="1"/>
          </p:nvPr>
        </p:nvSpPr>
        <p:spPr/>
        <p:txBody>
          <a:bodyPr>
            <a:normAutofit/>
          </a:bodyPr>
          <a:lstStyle/>
          <a:p>
            <a:r>
              <a:rPr lang="en-US" dirty="0"/>
              <a:t>In the upper right block, the blue cells can’t be 5 or 7. They see both a yellow 75 and an orange 57 cell, and a 5 or 7 would veto both possibilities.</a:t>
            </a:r>
          </a:p>
        </p:txBody>
      </p:sp>
      <p:pic>
        <p:nvPicPr>
          <p:cNvPr id="4" name="Picture 3" descr="A grid of sudoku puzzle&#10;&#10;Description automatically generated">
            <a:extLst>
              <a:ext uri="{FF2B5EF4-FFF2-40B4-BE49-F238E27FC236}">
                <a16:creationId xmlns:a16="http://schemas.microsoft.com/office/drawing/2014/main" id="{4BB1604C-0228-9D06-0A25-3344DFCC72D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CB73C35-C0CA-EBEB-5810-E3ABCEB8312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DA59786-E262-DAD7-D833-A4CC0D6823A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436C400-19E9-F378-CD8D-751232E75B0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F090EB-F54C-A1CA-A579-562589C78455}"/>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9538EFE4-3C8B-E4AF-B123-26411291DB68}"/>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0A8C5470-BC9E-01AB-E939-2B24C6DF726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4EA1051-2006-03FD-9F35-68DA90FAB09E}"/>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E33A076D-0366-D6BA-992E-CADE776C94FA}"/>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2DD6009A-9A3C-8444-7334-DAAA13AC22A1}"/>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C22F541-2491-63F5-159D-97B7582D5AC2}"/>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6C6459A4-A18F-C91E-A290-99CC554D9FF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0FCDA8E0-4EF9-EBE7-E265-8D35EFC971C2}"/>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49B5BF52-789F-CC64-E6A2-E2A1E0B72E33}"/>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086E2449-6AF4-8650-9B3D-20FFA48E157C}"/>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6505A309-4CF9-BFDC-AA80-E9B70F6D192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A2501E8C-11EB-D4E7-5456-8A9C1012E36C}"/>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2D2FBFB2-3341-94E7-7EEC-D8B5C00C14C3}"/>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2F69C2B-FAFD-ABDD-D8E3-F847E895AC9C}"/>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E4BEABE6-E7D4-EB25-C438-331F0FB30FDF}"/>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61C85270-10C4-8BDE-1EAD-FF692923CA21}"/>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17723BA1-AEF2-4CD1-D1FE-41789375004C}"/>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AEA45DED-4736-07D4-FFDF-6F070912E63E}"/>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AD7F41C-8A35-BD86-2B37-1E9080D8908C}"/>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AA5F317B-7EB5-9B74-D031-38E4FD58291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162487B-1178-8A84-16C6-E2955CAF7BBB}"/>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412AB94F-8383-52F0-5028-C3C291911C4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8660984-F06E-D267-1A17-A6A1A26C2CC9}"/>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C1BD86A-BE4A-2D51-F0AA-3F3D820CE232}"/>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6A210518-F4E3-FAD5-3938-DC2508EA9156}"/>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85AF19E8-92D7-051F-D078-B21BD4678335}"/>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51C23B90-ED77-2488-CB6B-56BB10296A97}"/>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008C622B-76E5-124F-4645-0EF833DEC88B}"/>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27C8CDF7-1F18-2BE4-C7CE-C64C3D81F595}"/>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A100A82-FF79-3AF7-07ED-536F333E4005}"/>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504A1A02-9B9B-722E-D7A5-2323A611A2BF}"/>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AAD87DBA-30BF-1BDB-6B94-723B2D9762AF}"/>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3162865-A98E-CBEC-3391-59D2FBBA191D}"/>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AEB035F-A8FE-9183-978F-99EC39A4F11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C2C6A956-2EA4-BB64-84A6-B16AE8D4EC56}"/>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E57D84D5-81E7-9FC1-6F4B-C018566EFDF4}"/>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7DD3D7E-14BF-B069-EF3C-340544EA8B2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F0EA9DAB-245E-A041-9D51-50345AA02F91}"/>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D58CC61A-04A0-2186-E106-010B8E696471}"/>
              </a:ext>
            </a:extLst>
          </p:cNvPr>
          <p:cNvSpPr txBox="1"/>
          <p:nvPr/>
        </p:nvSpPr>
        <p:spPr>
          <a:xfrm>
            <a:off x="6152446" y="1402877"/>
            <a:ext cx="570089" cy="230832"/>
          </a:xfrm>
          <a:prstGeom prst="rect">
            <a:avLst/>
          </a:prstGeom>
          <a:noFill/>
        </p:spPr>
        <p:txBody>
          <a:bodyPr wrap="square" rtlCol="0">
            <a:spAutoFit/>
          </a:bodyPr>
          <a:lstStyle/>
          <a:p>
            <a:pPr algn="ctr"/>
            <a:r>
              <a:rPr lang="en-US" sz="900" dirty="0"/>
              <a:t>5678</a:t>
            </a:r>
          </a:p>
        </p:txBody>
      </p:sp>
      <p:sp>
        <p:nvSpPr>
          <p:cNvPr id="51" name="TextBox 50">
            <a:extLst>
              <a:ext uri="{FF2B5EF4-FFF2-40B4-BE49-F238E27FC236}">
                <a16:creationId xmlns:a16="http://schemas.microsoft.com/office/drawing/2014/main" id="{072B7C44-6F29-B17F-EFBF-8EEDD02CCBD8}"/>
              </a:ext>
            </a:extLst>
          </p:cNvPr>
          <p:cNvSpPr txBox="1"/>
          <p:nvPr/>
        </p:nvSpPr>
        <p:spPr>
          <a:xfrm>
            <a:off x="3138310" y="4408541"/>
            <a:ext cx="570089" cy="230832"/>
          </a:xfrm>
          <a:prstGeom prst="rect">
            <a:avLst/>
          </a:prstGeom>
          <a:noFill/>
        </p:spPr>
        <p:txBody>
          <a:bodyPr wrap="square" rtlCol="0">
            <a:spAutoFit/>
          </a:bodyPr>
          <a:lstStyle/>
          <a:p>
            <a:pPr algn="ctr"/>
            <a:r>
              <a:rPr lang="en-US" sz="900" dirty="0"/>
              <a:t>5678</a:t>
            </a:r>
          </a:p>
        </p:txBody>
      </p:sp>
      <p:sp>
        <p:nvSpPr>
          <p:cNvPr id="52" name="TextBox 51">
            <a:extLst>
              <a:ext uri="{FF2B5EF4-FFF2-40B4-BE49-F238E27FC236}">
                <a16:creationId xmlns:a16="http://schemas.microsoft.com/office/drawing/2014/main" id="{E714E913-0157-F17B-C12E-8C56FC32FA65}"/>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A7B81318-431C-BA5A-AABC-CD3657BBC1AC}"/>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3E58C355-BADE-7CFC-86E9-5CF1249BAF23}"/>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67FA2E03-6470-4B29-3B9F-8AA90B44E1C1}"/>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4E1757C6-31AE-697A-9B02-BF5A4AD2733E}"/>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B0534A46-81C4-B3AF-CE11-CE8BDED395D2}"/>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2A631EF4-7E23-58B6-1A1B-DA3DE4F5B5BC}"/>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B69F7D49-0FBD-7806-E2E6-DE01D1EC8702}"/>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A59F52C0-172C-CAFA-0C55-F2C7063B3D23}"/>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DDCD69BE-12A2-902E-1E36-B5752EDD60D1}"/>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78830514-F0DF-5155-DE1B-81D1924CDC1E}"/>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62211535-930E-56C1-4F05-3065525EBCBF}"/>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986515D0-1AE9-5A97-96A1-54A8AA0B0654}"/>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53FE8410-D4C6-A89D-D303-12B1B7AA14F3}"/>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53331A2A-FEB9-4A0E-0708-DCB5D445343A}"/>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0D10ABF2-B021-FA9B-A718-223773187B3B}"/>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DBBD4F4A-4326-1FA8-7344-C3CA421F610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21E14416-BF8B-6B05-715E-7DF92A436E15}"/>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7810E9FE-D40F-F1FB-25E9-05E3DCCAF75C}"/>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C28E55F2-3624-F71B-31AA-D54BFF4C75B2}"/>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F2D02E7A-1DBF-9C1F-3CD9-284ACDEDEB8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5E474F0A-B641-8840-1FCE-D674D812407D}"/>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3C4E7C55-A135-4C4F-9416-FF0B5FA93D48}"/>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1464F94B-417D-01F2-DC8E-6BFA4A548D5D}"/>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4B530F48-078C-599A-14BF-1B06488E2740}"/>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25CB575F-DD5B-5DC5-0661-69E2B7670B60}"/>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8AA7573A-D59A-3863-0FF1-832C514BE0E4}"/>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62617AFA-10CF-1B15-2439-906E216AEECB}"/>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5D96FEEE-A06D-4B1E-DF76-6331E870F5D9}"/>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5378210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70464-56F3-898F-F034-E1976ACD03C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3DEEB1C-FFBF-C7BF-29FE-3CB241CFA708}"/>
              </a:ext>
            </a:extLst>
          </p:cNvPr>
          <p:cNvSpPr>
            <a:spLocks noGrp="1"/>
          </p:cNvSpPr>
          <p:nvPr>
            <p:ph sz="half" idx="1"/>
          </p:nvPr>
        </p:nvSpPr>
        <p:spPr/>
        <p:txBody>
          <a:bodyPr>
            <a:normAutofit/>
          </a:bodyPr>
          <a:lstStyle/>
          <a:p>
            <a:r>
              <a:rPr lang="en-US" dirty="0"/>
              <a:t>In the upper right block, note the 18/168/68 triplet.</a:t>
            </a:r>
          </a:p>
        </p:txBody>
      </p:sp>
      <p:pic>
        <p:nvPicPr>
          <p:cNvPr id="4" name="Picture 3" descr="A grid of sudoku puzzle&#10;&#10;Description automatically generated">
            <a:extLst>
              <a:ext uri="{FF2B5EF4-FFF2-40B4-BE49-F238E27FC236}">
                <a16:creationId xmlns:a16="http://schemas.microsoft.com/office/drawing/2014/main" id="{7BC6BC8D-7C8C-86AC-2D17-FF61258DC8D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438D11C-6EF8-9245-299D-8E82C3E66C1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1D8158B-7F70-7B8C-81CB-5A1025CE0F0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5FEC450-D623-CE10-78A6-E493488A3FE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41EC96E-0885-1DD5-56EB-501B1316A63B}"/>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7F09C08-DE5B-6B9D-E718-D6D275394D36}"/>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11FCAE7A-B5EC-8E67-CB1B-CA451A98E540}"/>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F2A98A0-3BB6-3655-20E3-227F40BDE293}"/>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C6DE7886-9334-E32D-EC94-400C255BCBF1}"/>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5F33FD1B-1087-0849-C33F-F6A7CD620963}"/>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3B5AE84-69BE-2909-708C-B1EAFABB1A13}"/>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8A702E51-1537-34AD-0ED0-BB710F2C9F19}"/>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96CB1CE-342E-9B39-32B7-B4E99DCA1BA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D8D2962E-6FEB-2031-4666-7F21F165242A}"/>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1EA30CA8-C39A-DB81-C4F5-367B0A01ADF3}"/>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3CDCBFB-CCF5-2A7F-ECA7-2CBA39293670}"/>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F995E157-66C2-02F8-CC6D-36E9C39455F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B6A22CBD-2157-9748-3F76-DC7E2DD6B400}"/>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C4A8A364-0A94-ADDB-3B4D-8C35C0310092}"/>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BBED004A-07FD-3827-AC10-19800048CC15}"/>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8102BF7-0090-2DE2-67E9-A6CC853F51E8}"/>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C53A8AC8-2F56-0BB4-DC06-0C7716B9192D}"/>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93F30BF6-DF49-FB36-3606-9AC9F675362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8E87CC78-7792-A923-5D88-A4D209C4463B}"/>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F82C7AE6-261C-6F63-C928-ADDA00DC0B6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E91658DD-A59B-1F2D-2021-791286FB5E5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19050813-5AE3-26A9-F01B-29D91BC5A2A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FDA2DD8C-C107-F2BF-4E61-DF4A932433C4}"/>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78AD839D-5096-A5BA-B321-A456FC85AB2C}"/>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ED7A040-6C7B-2677-489E-B45B2E81772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CB2D05A-A0FE-EB71-63F3-3387BD6FCFF0}"/>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B7621CC-4F7D-C3C8-D88F-F3F539B8CD86}"/>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3430A56-F29D-7CCE-A386-05439632F3FF}"/>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3DC89003-A24F-83C9-4279-894C9E5F9390}"/>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0344EBA-CD06-A9D2-D257-C85E965857E0}"/>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7BFE8099-7048-FCED-27DD-B9E00244F04A}"/>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08E48853-058E-D95A-CAB9-80FC7DBD284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8AEB23A4-1B63-B5F5-7395-F07E8C5DFD1F}"/>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0AB6D8A-5C3F-E84C-92E9-900DE4A9605C}"/>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41735952-06F5-6097-E6EE-E6B53262C7D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F50E459-EC2C-5818-87F8-8FCF094AE9C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B5779FE-40EB-4BEF-D1AA-251AD98C9CFD}"/>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B54F9E28-E0A2-F0DB-22FA-EC629D51AECF}"/>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D31C4E8F-005E-86DD-9FDD-BFBAE9FE0B56}"/>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17E5462B-E445-72FB-329B-963453E1495B}"/>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5AA5AF9F-A6DF-50B9-D20F-78CEC9FADD29}"/>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5E515431-48F3-7883-A505-D5E05ADC5359}"/>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2F2CF816-1948-E28E-59B9-B615F3EBDB10}"/>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A3FBE171-8733-FA2F-3607-9764D4B3180A}"/>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BBA7E191-D0E9-AAD9-F658-BEE670E38257}"/>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858CBACC-2208-6B81-FAD5-26D6C49C155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FF3538AA-4F3C-8A3E-0ED1-3CDA679AD67F}"/>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1ADD993A-C7F6-5C74-0438-4601C42CA857}"/>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8EDD9FEE-1D09-A143-B9DC-431126E20F82}"/>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6A8D84B8-8A5B-FAF6-F7E6-E07A96447118}"/>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749474D3-6A7A-A15C-0CF3-384A702F7E4E}"/>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5A00BA29-DF01-E060-4D45-1D561ACBFB9A}"/>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9B6AAAE5-0AA3-94A4-B814-F0E710D19A14}"/>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983C4752-51C9-C5E3-2A22-3C7264DE052B}"/>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11107DE6-49C2-A768-EDC9-9108362D58E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BD252755-DA6C-9B1F-68D4-7FCAE86153D9}"/>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441B6A54-5328-1029-ACFA-73FD5690234B}"/>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A0F34037-5A5C-79E7-61F5-630CCCC9EAF5}"/>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5B982825-EE95-45A3-FB3B-855404AC8F6A}"/>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5419CA33-D342-F8D2-1478-53300CFD98F5}"/>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251C5A8D-F407-6E8E-28DA-43FEEB2455F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E0471FAB-4CD1-7A1D-C42A-1E4D45EFEFCB}"/>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547D3B3F-63DA-8235-A86C-334BE309C3CA}"/>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EC9F2CDA-E46E-061A-B73D-36D72E6CCEEA}"/>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C6C7E527-C3CD-A316-1B14-7DCCB563D408}"/>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0D76F125-E29A-AC6C-8090-6DF2EBE9C14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7E8144CB-AC4E-89E0-43A7-86B60084942B}"/>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F805CE7-4632-4636-22EB-786487681FE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706F044B-CE43-1BBB-1CA4-AF5D21B4834C}"/>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28275862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2FF34-8420-AA79-F99E-D9AFBE3F36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214DFD-95FE-EF80-8935-FD38C8EC1069}"/>
              </a:ext>
            </a:extLst>
          </p:cNvPr>
          <p:cNvSpPr>
            <a:spLocks noGrp="1"/>
          </p:cNvSpPr>
          <p:nvPr>
            <p:ph sz="half" idx="1"/>
          </p:nvPr>
        </p:nvSpPr>
        <p:spPr/>
        <p:txBody>
          <a:bodyPr>
            <a:normAutofit/>
          </a:bodyPr>
          <a:lstStyle/>
          <a:p>
            <a:r>
              <a:rPr lang="en-US" dirty="0"/>
              <a:t>Initialize white cells with six or fewer possibilities.</a:t>
            </a:r>
          </a:p>
        </p:txBody>
      </p:sp>
      <p:pic>
        <p:nvPicPr>
          <p:cNvPr id="4" name="Picture 3" descr="A grid of sudoku puzzle&#10;&#10;Description automatically generated">
            <a:extLst>
              <a:ext uri="{FF2B5EF4-FFF2-40B4-BE49-F238E27FC236}">
                <a16:creationId xmlns:a16="http://schemas.microsoft.com/office/drawing/2014/main" id="{94C57B18-7BA0-9675-C58B-ECEABBC7951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3198639-E313-0E5E-0D52-5232DB0082F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8A50C7-F38B-6866-8A1F-00DA67FEFEA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8DFD625-16CA-E302-A8B1-5B60428E561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AFD7418-F1BC-EE31-C18A-563A1A64BB20}"/>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312C6D44-89FA-AAB1-26C8-99A8E986729B}"/>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E64030CA-7A6E-0EEC-2AE8-39F5E3D2B1E7}"/>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6059E87-098D-1784-338E-DE620532BEFC}"/>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0357053F-FEE8-362E-8BF8-BFFD2567761A}"/>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2F197599-4844-C3DC-33A7-F0D05BECDB1B}"/>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8A6A34C-1488-7B3A-A0E6-5A0C526002F3}"/>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E3E72E5-FD15-206F-3A1F-DCFBCA3C7027}"/>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4DAA1B12-5C63-2455-B714-9C5CC0C13B9E}"/>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855E936F-A171-FA3A-0CB1-6EA4CDC87C7F}"/>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FC7BC136-23BE-0FB6-6EE1-27BA2DD6A94A}"/>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F60C736C-8595-1771-DF6C-6955B7B79D9F}"/>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2DF4EF26-94CB-7A9A-3864-277E9ACEDD5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583DDFFF-4604-F992-EBDF-905668876D15}"/>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F495F7FD-C1A3-C457-EBE2-4E6480638F1E}"/>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188656C8-726E-CC21-9A0D-F0E4BDC730BB}"/>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F54BAA3D-D39D-E69F-699D-98BB024EB01B}"/>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2F5AA38-EB26-1DFE-445C-691E1D48F9DF}"/>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D8E725CE-E373-A630-F601-D9DDAE02FC2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B88C1EA3-8694-0678-EFC4-6E5FF36978D2}"/>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C36E91FD-6F05-CF88-AA18-F203F000F628}"/>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9412FD37-4016-53C0-4D60-6EDA6E069EC5}"/>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8E627FC8-2BA3-3105-9696-26F94B7F00A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0AF2CA2B-9E92-EFF8-0227-AF8C6EAEA246}"/>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A19755E1-4826-F9D8-77A8-64FCEE4BF20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2CF16546-3ED5-792F-7875-908806B61190}"/>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12328379-2A14-07FF-A0BC-9BDDBD13E8D3}"/>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53CDE3E-05C2-6AC9-6C2F-C1D8A648009E}"/>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A6563A4F-DAA1-6853-410C-64E26344B6B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21149012-35FD-535F-03BF-4A580244E3E4}"/>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F2050873-D672-5ED5-1747-ECC9B79F13F6}"/>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38C55661-48F5-B261-F46E-6274A4624841}"/>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4AC3BE54-9D5F-5961-4698-7B175A583859}"/>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1EEFE6A2-2287-5DFD-3457-DA1010F0BF7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C646006-E587-8DDF-0D35-95CD8A37C8A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67E2A8EF-A672-0CE2-33E4-B403B3FFBEF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51963C0-F29F-8BD8-EBF7-B41BBABD4AAA}"/>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253AFEBA-CAD1-F6EC-CF1D-85C897867154}"/>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FC5BB825-267A-D5A0-E851-FAE45B30146E}"/>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F77EC14E-9DA3-7757-3CF4-44AAEA29DAC9}"/>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B11EECDF-8B12-C152-071C-1C9192E03D18}"/>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80AA73FF-3711-9105-91DD-3A16743E08EC}"/>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969F3E21-E126-0F51-AA7C-89C85C58A7C4}"/>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220714F3-1302-0915-7388-E64744CD4C0C}"/>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FB82D30D-E58B-1AE9-8676-92C0246D73D0}"/>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9D608AC0-1971-D563-AA2D-56166F40EE27}"/>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C21A050E-4D90-3B69-779C-2606737249C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99BF92EB-EF92-2BC8-35FA-731834E83837}"/>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36A82589-25BC-7141-B82B-717CCA5E31C6}"/>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CC637596-8CDA-3D15-BE5D-67F8B2E24D73}"/>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6AE9CE79-9748-8A52-AA21-00DDA0ACCB1C}"/>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8AA0125B-D485-A611-51AB-F876B1D66DCD}"/>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85F2173A-1662-883A-CB9E-84440B6EE6C8}"/>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38326E77-0B9F-8F14-8151-01B5DA8CB11F}"/>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F4D6F174-3459-73D7-B4A3-2178D9430E3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2B6684B8-D349-F2FB-08BC-49B8B4AF0B90}"/>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112F6998-69A8-12D0-F409-1F1ACD0755FC}"/>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543D7580-40FF-608C-D339-D0BB1D5A72B4}"/>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24665AFD-44B8-F08A-3084-E815441E4C67}"/>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3392A058-4015-55B5-B9E2-CE9597C57B90}"/>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FE26DEE0-2966-3B6A-2E99-B1919EE4B9F7}"/>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5F8A8249-7DBD-A9E3-BA91-EC3FBB03328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6B166F65-4259-3248-E69B-CC9972044A6A}"/>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D5D888F2-4517-AE8D-5153-C31A70F566DD}"/>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47F17EFD-30F2-F016-35C0-598DF3CDB866}"/>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9D337CBB-B0B4-F9C1-96B5-22FD3C2D78B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32530CF-5466-85F8-BFDD-CC408F099E16}"/>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5E0758FF-F81C-0C8E-2FFF-91E1469C9FB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870DFD00-2EBF-704D-DE51-25F9F0AF66A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D9CDF162-0D51-9A8D-8D23-EF747BCA6788}"/>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4004A66E-1E0C-79D9-F6F2-540F1419AD5F}"/>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AAB1C481-2E30-0D37-356F-E7D7EB265E36}"/>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B378F0F1-0EC9-405A-CFB6-78F8E8B15765}"/>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F1BDF171-440C-779B-0007-E6493615B9BB}"/>
              </a:ext>
            </a:extLst>
          </p:cNvPr>
          <p:cNvSpPr txBox="1"/>
          <p:nvPr/>
        </p:nvSpPr>
        <p:spPr>
          <a:xfrm>
            <a:off x="5147734" y="1402877"/>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7F321984-7969-245A-7B2D-1CCA9EF1E970}"/>
              </a:ext>
            </a:extLst>
          </p:cNvPr>
          <p:cNvSpPr txBox="1"/>
          <p:nvPr/>
        </p:nvSpPr>
        <p:spPr>
          <a:xfrm>
            <a:off x="5650090" y="1402877"/>
            <a:ext cx="570089" cy="230832"/>
          </a:xfrm>
          <a:prstGeom prst="rect">
            <a:avLst/>
          </a:prstGeom>
          <a:noFill/>
        </p:spPr>
        <p:txBody>
          <a:bodyPr wrap="square" rtlCol="0">
            <a:spAutoFit/>
          </a:bodyPr>
          <a:lstStyle/>
          <a:p>
            <a:pPr algn="ctr"/>
            <a:r>
              <a:rPr lang="en-US" sz="900" dirty="0"/>
              <a:t>2368</a:t>
            </a:r>
          </a:p>
        </p:txBody>
      </p:sp>
      <p:sp>
        <p:nvSpPr>
          <p:cNvPr id="77" name="TextBox 76">
            <a:extLst>
              <a:ext uri="{FF2B5EF4-FFF2-40B4-BE49-F238E27FC236}">
                <a16:creationId xmlns:a16="http://schemas.microsoft.com/office/drawing/2014/main" id="{106AD0DB-EE13-112E-117C-91E1BA3C57C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13E1B347-6F51-AD15-91A0-4F2A192CD5EA}"/>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D2DC6401-FA79-E165-C434-91FF5DCA6ED3}"/>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D38D9AF4-2CF8-335D-15C2-88B37ECEDF0A}"/>
              </a:ext>
            </a:extLst>
          </p:cNvPr>
          <p:cNvSpPr txBox="1"/>
          <p:nvPr/>
        </p:nvSpPr>
        <p:spPr>
          <a:xfrm>
            <a:off x="3138310" y="1903821"/>
            <a:ext cx="570089" cy="230832"/>
          </a:xfrm>
          <a:prstGeom prst="rect">
            <a:avLst/>
          </a:prstGeom>
          <a:noFill/>
        </p:spPr>
        <p:txBody>
          <a:bodyPr wrap="square" rtlCol="0">
            <a:spAutoFit/>
          </a:bodyPr>
          <a:lstStyle/>
          <a:p>
            <a:pPr algn="ctr"/>
            <a:r>
              <a:rPr lang="en-US" sz="900" dirty="0"/>
              <a:t>3578</a:t>
            </a:r>
          </a:p>
        </p:txBody>
      </p:sp>
      <p:sp>
        <p:nvSpPr>
          <p:cNvPr id="86" name="TextBox 85">
            <a:extLst>
              <a:ext uri="{FF2B5EF4-FFF2-40B4-BE49-F238E27FC236}">
                <a16:creationId xmlns:a16="http://schemas.microsoft.com/office/drawing/2014/main" id="{30DD602F-EB49-EDCA-D0C9-E94CC1D460D4}"/>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0346281A-9E7F-9BAF-B993-57E603FB7A51}"/>
              </a:ext>
            </a:extLst>
          </p:cNvPr>
          <p:cNvSpPr txBox="1"/>
          <p:nvPr/>
        </p:nvSpPr>
        <p:spPr>
          <a:xfrm>
            <a:off x="3138310" y="3406653"/>
            <a:ext cx="570089" cy="230832"/>
          </a:xfrm>
          <a:prstGeom prst="rect">
            <a:avLst/>
          </a:prstGeom>
          <a:noFill/>
        </p:spPr>
        <p:txBody>
          <a:bodyPr wrap="square" rtlCol="0">
            <a:spAutoFit/>
          </a:bodyPr>
          <a:lstStyle/>
          <a:p>
            <a:pPr algn="ctr"/>
            <a:r>
              <a:rPr lang="en-US" sz="900" dirty="0"/>
              <a:t>235678</a:t>
            </a:r>
          </a:p>
        </p:txBody>
      </p:sp>
      <p:sp>
        <p:nvSpPr>
          <p:cNvPr id="88" name="TextBox 87">
            <a:extLst>
              <a:ext uri="{FF2B5EF4-FFF2-40B4-BE49-F238E27FC236}">
                <a16:creationId xmlns:a16="http://schemas.microsoft.com/office/drawing/2014/main" id="{3BAE0C06-39B7-3458-D06E-3076383F0C3A}"/>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2DDEE748-FAF6-B4EE-4357-1E1FF6EBE997}"/>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0A73668F-CBBB-47BD-3690-8C0D30F44095}"/>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64FAAF38-EFEB-8225-EE80-28F81D80D45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9F46EAD5-EA18-AC3D-2F08-96CB07E39B37}"/>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2F210A4C-0AC1-5B87-CF4C-5C77327F309C}"/>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5CF9878C-8DFD-C3F4-87F2-69EB9ADF766B}"/>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1B85BDEF-A0C0-2730-8570-1929EAC4102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123578</a:t>
            </a:r>
          </a:p>
        </p:txBody>
      </p:sp>
      <p:sp>
        <p:nvSpPr>
          <p:cNvPr id="96" name="TextBox 95">
            <a:extLst>
              <a:ext uri="{FF2B5EF4-FFF2-40B4-BE49-F238E27FC236}">
                <a16:creationId xmlns:a16="http://schemas.microsoft.com/office/drawing/2014/main" id="{B2909042-A888-859A-37EA-399BCC670D4A}"/>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181E19A9-B617-ABA3-0A61-754A600F2963}"/>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123578</a:t>
            </a:r>
          </a:p>
        </p:txBody>
      </p:sp>
      <p:sp>
        <p:nvSpPr>
          <p:cNvPr id="98" name="TextBox 97">
            <a:extLst>
              <a:ext uri="{FF2B5EF4-FFF2-40B4-BE49-F238E27FC236}">
                <a16:creationId xmlns:a16="http://schemas.microsoft.com/office/drawing/2014/main" id="{8D2265C2-D398-B238-3467-AA3F6DEE512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D3153BBC-E1ED-8CFD-B636-90DD4AF43A3D}"/>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123567</a:t>
            </a:r>
          </a:p>
        </p:txBody>
      </p:sp>
      <p:sp>
        <p:nvSpPr>
          <p:cNvPr id="100" name="TextBox 99">
            <a:extLst>
              <a:ext uri="{FF2B5EF4-FFF2-40B4-BE49-F238E27FC236}">
                <a16:creationId xmlns:a16="http://schemas.microsoft.com/office/drawing/2014/main" id="{DD12274A-377F-212A-9330-19BBF706D308}"/>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Tree>
    <p:extLst>
      <p:ext uri="{BB962C8B-B14F-4D97-AF65-F5344CB8AC3E}">
        <p14:creationId xmlns:p14="http://schemas.microsoft.com/office/powerpoint/2010/main" val="4974083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A1EE-3A6E-6CFA-A9A2-1930A332C7F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AB9D8A-CAAB-DAE1-54F2-275E2B637139}"/>
              </a:ext>
            </a:extLst>
          </p:cNvPr>
          <p:cNvSpPr>
            <a:spLocks noGrp="1"/>
          </p:cNvSpPr>
          <p:nvPr>
            <p:ph sz="half" idx="1"/>
          </p:nvPr>
        </p:nvSpPr>
        <p:spPr/>
        <p:txBody>
          <a:bodyPr>
            <a:normAutofit/>
          </a:bodyPr>
          <a:lstStyle/>
          <a:p>
            <a:r>
              <a:rPr lang="en-US" dirty="0"/>
              <a:t>In the upper left block, note the 28/238/238 triplet.</a:t>
            </a:r>
          </a:p>
        </p:txBody>
      </p:sp>
      <p:pic>
        <p:nvPicPr>
          <p:cNvPr id="4" name="Picture 3" descr="A grid of sudoku puzzle&#10;&#10;Description automatically generated">
            <a:extLst>
              <a:ext uri="{FF2B5EF4-FFF2-40B4-BE49-F238E27FC236}">
                <a16:creationId xmlns:a16="http://schemas.microsoft.com/office/drawing/2014/main" id="{B72CE303-4FAB-75FC-D588-125250F2A2D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70680AA-B090-DF81-5C84-3C191BC7F52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6A6FB99-1932-CB15-5981-F6DC0C1C87F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0B53D8C-E168-20C5-7E2B-1E1392EA54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6151FBD-7F1C-50A2-3D88-4A810139B18F}"/>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88CA681-5503-E9F7-7061-BBC0EE520EB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70D62E3A-9B58-2663-71CB-D423F38BB030}"/>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9C39470-0DF8-DAEA-1543-64782A70A74B}"/>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3FE2F84A-89B0-A4AF-C2B4-0B41D2B43183}"/>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7AE4D06A-FCC9-39F0-F556-8CCFBCEF0118}"/>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8075523-C505-30E1-2D65-D0A3B5447E39}"/>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45B50A3A-F959-8230-9496-DBD43C2038B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2068B0AF-B87E-E11B-0933-8F42A48E138F}"/>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33C2AC74-CCA9-5E0F-7B9E-87888D7CC888}"/>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30FB013D-E940-0796-1A70-18A8087D0E8C}"/>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A0BB5CD-68F4-EB90-F717-46A0D7FD4544}"/>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B429729F-169C-79E2-1DD0-8328680E273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6683BC4-4F99-D5EF-6535-BFC24BEEF27D}"/>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B1C46245-060C-321D-F8C5-0E15574E026B}"/>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CA94B621-EF87-6761-3F66-02DC002A3AF4}"/>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5E0EAF2-8A88-27ED-B095-EFD0CE20E46C}"/>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A44673FE-25EE-65E7-1697-6AE3ED88E7D9}"/>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71614494-ABF6-B6E2-5241-ACA5E85BBFF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EC1B4BD-49A1-6E8D-8152-7F3BE5416D94}"/>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0A774599-3F7E-426F-A11B-4729D22E6B73}"/>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DFC27F03-8FEF-4A71-8E3F-9F91DABEC273}"/>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F90296CF-1ECB-7D77-17EF-6609BC99E2BA}"/>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29563750-EADF-DC2F-5D3C-51A93C26567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E1EDED8-3CF7-2664-0DF8-5C14FD7138AA}"/>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43075DE0-8349-03EF-FB05-004580CA2C87}"/>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AE36183B-7E31-D663-7B8A-4804F1C31FD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3B7F85C0-4875-E575-85C2-5F3F65A621E8}"/>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A2EC1013-8143-2BC1-BB9C-E380AB343C17}"/>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1926C78D-51EF-F686-F5D5-FA860CA65826}"/>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D4E8608F-1857-5321-B58B-46332075B362}"/>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79433567-372D-44E8-F6D3-CF116470EC9C}"/>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570093C8-B307-D9D3-B15E-EB7157A1EF0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A5893621-B8E2-2B48-A26F-D8D1AEC5AE4A}"/>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E0E1007-28EC-F34F-4002-75BA0968FED1}"/>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75DFBC4-3E21-1FD6-F77B-400434AF6E6A}"/>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EB0F5C0-6BF7-2449-EE44-EE2B91461438}"/>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FDF1DE3-DD4A-3849-186B-55420C737817}"/>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6FE54885-B9C5-D1B8-93C9-DA62D46619A9}"/>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C916F74C-87CD-09CD-6044-EFB530C45196}"/>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0B456840-C16D-6441-9355-F62F641118D2}"/>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F3895171-A15E-6EEA-CDC3-C798D8603EF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AB70F021-6E0A-76DB-31EA-1EEB05720885}"/>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8CF7F42A-B4D8-6D2A-34B5-2A4738292C1B}"/>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F8E788E1-4531-28EE-107A-005E164D6368}"/>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93647342-8244-54C3-A713-4E049798F983}"/>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534F2666-07A2-488D-AA64-4FF0CA78C4B4}"/>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4F7639F4-BA73-1389-11C0-6878910C989C}"/>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F54F5D29-0A4B-7920-5A05-1E69C2BC5FE3}"/>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93323BC4-C1AF-8727-DE14-E462E69B51FA}"/>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1FCCBDCB-4734-58CF-D618-AD967BEA346D}"/>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5EE3B46E-B04D-49DA-0490-F8EDA22D5C8B}"/>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9AE2ECAA-F45D-40E8-37BF-0B3B96D6A83C}"/>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F1CD01D5-08A2-272E-0B9E-FA51922AC694}"/>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7C4E278A-BAC9-E47D-8BF2-CB226422B7F7}"/>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A1DF4040-F650-389B-3D00-DEAB2CEA3003}"/>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CF07992E-5832-81DD-1D6E-B837F4161B5A}"/>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C1D50EB2-6996-A98F-10A0-A36E057F7B7C}"/>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0477455A-249B-6B29-49C1-464EFE709143}"/>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86E9447F-7BC3-5181-F6CB-A210CCB13375}"/>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9F40FC52-171B-61C5-F401-7451E93DB82D}"/>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DAE369CF-0FE1-E9A8-89C8-F2A92CE797F9}"/>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EB8C3DB-DCB5-D5FC-8BF8-73C02D6D24BD}"/>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A9EF4A27-3E45-1478-E7EA-853B492199D7}"/>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DBB0E66A-E244-6D05-E416-111007A1C435}"/>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1B5BD88B-BF8C-4B7A-6FD6-4F119AE2E70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31279F1-2C32-D860-9C38-100E485EDBD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DA611F8C-CAA6-B07A-F3CF-FF33EBAC6826}"/>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6AC9A20-2646-8CEE-3A5F-1A6D19B2D2C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80A6937A-2F59-19BD-454A-41967C775586}"/>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257F13EC-3E2B-6DEE-C478-E30D74BEA937}"/>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06E3BC73-2D9F-941C-D10F-67BCD2F6DE9D}"/>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4FB0AD5D-4127-97F1-5E84-AB1C32579328}"/>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6A73D203-3EC4-2ACC-24A4-CBC40D5855E4}"/>
              </a:ext>
            </a:extLst>
          </p:cNvPr>
          <p:cNvSpPr txBox="1"/>
          <p:nvPr/>
        </p:nvSpPr>
        <p:spPr>
          <a:xfrm>
            <a:off x="5147734" y="1402877"/>
            <a:ext cx="570089" cy="230832"/>
          </a:xfrm>
          <a:prstGeom prst="rect">
            <a:avLst/>
          </a:prstGeom>
          <a:noFill/>
        </p:spPr>
        <p:txBody>
          <a:bodyPr wrap="square" rtlCol="0">
            <a:spAutoFit/>
          </a:bodyPr>
          <a:lstStyle/>
          <a:p>
            <a:pPr algn="ctr"/>
            <a:r>
              <a:rPr lang="en-US" sz="900" dirty="0"/>
              <a:t>2368</a:t>
            </a:r>
          </a:p>
        </p:txBody>
      </p:sp>
      <p:sp>
        <p:nvSpPr>
          <p:cNvPr id="69" name="TextBox 68">
            <a:extLst>
              <a:ext uri="{FF2B5EF4-FFF2-40B4-BE49-F238E27FC236}">
                <a16:creationId xmlns:a16="http://schemas.microsoft.com/office/drawing/2014/main" id="{CC4EB75A-DE79-1A8F-18EC-15D7B71A3E8B}"/>
              </a:ext>
            </a:extLst>
          </p:cNvPr>
          <p:cNvSpPr txBox="1"/>
          <p:nvPr/>
        </p:nvSpPr>
        <p:spPr>
          <a:xfrm>
            <a:off x="5650090" y="1402877"/>
            <a:ext cx="570089" cy="230832"/>
          </a:xfrm>
          <a:prstGeom prst="rect">
            <a:avLst/>
          </a:prstGeom>
          <a:noFill/>
        </p:spPr>
        <p:txBody>
          <a:bodyPr wrap="square" rtlCol="0">
            <a:spAutoFit/>
          </a:bodyPr>
          <a:lstStyle/>
          <a:p>
            <a:pPr algn="ctr"/>
            <a:r>
              <a:rPr lang="en-US" sz="900" dirty="0"/>
              <a:t>2368</a:t>
            </a:r>
          </a:p>
        </p:txBody>
      </p:sp>
      <p:sp>
        <p:nvSpPr>
          <p:cNvPr id="77" name="TextBox 76">
            <a:extLst>
              <a:ext uri="{FF2B5EF4-FFF2-40B4-BE49-F238E27FC236}">
                <a16:creationId xmlns:a16="http://schemas.microsoft.com/office/drawing/2014/main" id="{34981866-A23C-9A09-6743-BF9CF0D88A6F}"/>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71FF20B0-9D3D-A1DE-D80B-1BF197B10E05}"/>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177CC52F-D840-1C39-702C-FEFCBD19F95D}"/>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2DDB2576-1EEB-9749-139E-A05F7643F731}"/>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636375AD-EC1A-C614-8578-F9323F70E3A7}"/>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82E651CD-1B84-A915-F78B-9A95A8644AF0}"/>
              </a:ext>
            </a:extLst>
          </p:cNvPr>
          <p:cNvSpPr txBox="1"/>
          <p:nvPr/>
        </p:nvSpPr>
        <p:spPr>
          <a:xfrm>
            <a:off x="3138310" y="3406653"/>
            <a:ext cx="570089" cy="230832"/>
          </a:xfrm>
          <a:prstGeom prst="rect">
            <a:avLst/>
          </a:prstGeom>
          <a:noFill/>
        </p:spPr>
        <p:txBody>
          <a:bodyPr wrap="square" rtlCol="0">
            <a:spAutoFit/>
          </a:bodyPr>
          <a:lstStyle/>
          <a:p>
            <a:pPr algn="ctr"/>
            <a:r>
              <a:rPr lang="en-US" sz="900" dirty="0"/>
              <a:t>235678</a:t>
            </a:r>
          </a:p>
        </p:txBody>
      </p:sp>
      <p:sp>
        <p:nvSpPr>
          <p:cNvPr id="88" name="TextBox 87">
            <a:extLst>
              <a:ext uri="{FF2B5EF4-FFF2-40B4-BE49-F238E27FC236}">
                <a16:creationId xmlns:a16="http://schemas.microsoft.com/office/drawing/2014/main" id="{425CEA5D-41C5-30E0-B7AB-8D00FD10B76F}"/>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9EB70236-4140-5FC9-9E22-BBBC7A2775E0}"/>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5FE3042F-161F-8997-6F82-66355C26A612}"/>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65AD1A8D-2ED9-9B73-F0A0-4F29DDCC304B}"/>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61B61AE8-A71F-C1FC-EE4E-9D5BBD4BFE95}"/>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6BFBBF59-D425-1F5F-DE63-DFC5F91F3044}"/>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54B04A24-E618-9AB5-3B91-F3017C369AC0}"/>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F0A47545-2C97-C4F7-BF78-0515EC0F52D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123578</a:t>
            </a:r>
          </a:p>
        </p:txBody>
      </p:sp>
      <p:sp>
        <p:nvSpPr>
          <p:cNvPr id="96" name="TextBox 95">
            <a:extLst>
              <a:ext uri="{FF2B5EF4-FFF2-40B4-BE49-F238E27FC236}">
                <a16:creationId xmlns:a16="http://schemas.microsoft.com/office/drawing/2014/main" id="{0AA821E7-B738-C339-5EA6-9C7F6B67CFC0}"/>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9B6E6BA3-E431-EB9E-4D9D-11285BF4FBBA}"/>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123578</a:t>
            </a:r>
          </a:p>
        </p:txBody>
      </p:sp>
      <p:sp>
        <p:nvSpPr>
          <p:cNvPr id="98" name="TextBox 97">
            <a:extLst>
              <a:ext uri="{FF2B5EF4-FFF2-40B4-BE49-F238E27FC236}">
                <a16:creationId xmlns:a16="http://schemas.microsoft.com/office/drawing/2014/main" id="{B67479C0-A157-8926-3525-055E45FFF68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85E4997A-B342-8387-8F78-D5FB900FC68A}"/>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123567</a:t>
            </a:r>
          </a:p>
        </p:txBody>
      </p:sp>
      <p:sp>
        <p:nvSpPr>
          <p:cNvPr id="100" name="TextBox 99">
            <a:extLst>
              <a:ext uri="{FF2B5EF4-FFF2-40B4-BE49-F238E27FC236}">
                <a16:creationId xmlns:a16="http://schemas.microsoft.com/office/drawing/2014/main" id="{B6F68B29-96F8-681C-A3EE-EF26D98CF6AF}"/>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Tree>
    <p:extLst>
      <p:ext uri="{BB962C8B-B14F-4D97-AF65-F5344CB8AC3E}">
        <p14:creationId xmlns:p14="http://schemas.microsoft.com/office/powerpoint/2010/main" val="3728839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BFCC4B-C250-74BB-3BB1-0ADC552242F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DD391B-5F29-00F7-9032-D3707BCFF624}"/>
              </a:ext>
            </a:extLst>
          </p:cNvPr>
          <p:cNvSpPr>
            <a:spLocks noGrp="1"/>
          </p:cNvSpPr>
          <p:nvPr>
            <p:ph sz="half" idx="1"/>
          </p:nvPr>
        </p:nvSpPr>
        <p:spPr/>
        <p:txBody>
          <a:bodyPr>
            <a:normAutofit/>
          </a:bodyPr>
          <a:lstStyle/>
          <a:p>
            <a:r>
              <a:rPr lang="en-US" dirty="0"/>
              <a:t>In the upper left block, the 3 is in Row 2.</a:t>
            </a:r>
          </a:p>
        </p:txBody>
      </p:sp>
      <p:pic>
        <p:nvPicPr>
          <p:cNvPr id="4" name="Picture 3" descr="A grid of sudoku puzzle&#10;&#10;Description automatically generated">
            <a:extLst>
              <a:ext uri="{FF2B5EF4-FFF2-40B4-BE49-F238E27FC236}">
                <a16:creationId xmlns:a16="http://schemas.microsoft.com/office/drawing/2014/main" id="{17D80A57-16BC-6FF0-5ADC-6B5A2DB4879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437FF19-8B3B-FC48-D5AC-6D2C550F66B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263B621-9E58-B0DB-0441-C3200A192BE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D05016A-E550-F139-079B-6BBF0DC13BE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DC345FF-78AA-1F23-E9D4-10834D01FE1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8CDF6F0-9DA2-FD8C-9590-EF0910F51012}"/>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F226B61B-E103-64A3-BB24-586CDF1F6B15}"/>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22F5B2B-929A-6403-23FE-0657E457EF3F}"/>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7C902FBF-6025-CFA8-FFE9-E4A41F44727C}"/>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6814CBF8-2E6D-74EC-015D-D190326D2D97}"/>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2180171-9CA6-96EB-531B-9B48077EE1F7}"/>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65DE9D59-AB3C-2D22-4570-79B557028F6B}"/>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41C8402-B5C0-7F12-6361-9FDD5832B80F}"/>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90E31EF3-704A-C011-AD34-BC527A6C81AC}"/>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BC96EBC2-F243-4DB9-50D8-B615883EC10C}"/>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CCDBDA14-18EF-9CE0-A81F-12F34D759E36}"/>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1D28708-6E9D-5E89-0D91-CD74FD2F76E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FC37C19F-D607-1202-409A-CF73B0F2D51F}"/>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40E45DEC-5EDD-43CF-7565-839AA8CAD80F}"/>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28482F31-A921-83CE-50E3-38B869F68D1D}"/>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858020B4-6135-F91B-D25F-C28676CEA83F}"/>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F0B649D-07FE-57E5-CF62-566B529D3D37}"/>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22503001-6523-EF4F-080C-5D5E5E743CB5}"/>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7567556-93B0-D746-89BB-0030B16111D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0C369EA6-91D3-FF1E-196D-9B69BBA273D7}"/>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10D5310B-FEA5-3A33-2B87-B9B0CF9F5E04}"/>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2B5599E2-7F3C-225F-C7F4-FA1986E80C89}"/>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C09CE0D-93F5-E79A-9D7B-CF6E76F028DD}"/>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9DEDCA41-66F9-4BBE-7263-745D698E7A7D}"/>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3C69E349-E484-A143-EE20-18AB46B0C5D6}"/>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89BEEA57-B428-3DD6-F9C8-9D039779F9B1}"/>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096995A-E806-FE50-496D-1BD4442164BE}"/>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781A9964-0A29-BA95-10C0-894367A63885}"/>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4FDF8D2A-745B-6397-F9FF-325B4563B2D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CE75176-5C67-5719-7CCB-7A700F4AF794}"/>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F03FEEA7-2523-F5F1-08F0-36FC2022B9D1}"/>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A3F452E9-B27C-DA30-0FC7-707031239C6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6A775321-BED6-B8DD-19BB-B6E87ECE80D9}"/>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32DE432-8201-7C05-041A-FC5E7D40826F}"/>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DAB21F0-9BB0-AA3C-5EE3-25CFE0FB6548}"/>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88B6654-B630-DDED-AA88-AEF599588F34}"/>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265A2FC-7D8F-7B36-DF15-09C22A414C1A}"/>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0B74FA56-1777-338E-E81C-B1D05EA4CB25}"/>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38764BE4-0384-0AE4-FF66-7299027AEEEB}"/>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D5F64B5B-B9E3-F68D-6E21-AE7CB143FD65}"/>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2A21FAD6-2ADF-3CE6-1A8C-17CA0EDD5F6E}"/>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75454E75-F1A5-62F8-9A09-78FC4A5FEE13}"/>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0F27D14A-3129-3E3B-F825-A582629F60F8}"/>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D52365C0-1857-D2A6-4F42-2FCDCC89DE33}"/>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C6E91AC7-2607-3068-7ACA-A5C04A317B37}"/>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59C5FF56-3187-EAB2-2D7B-135F59DD629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74C8566C-DD1A-7AD7-9F3C-E908490D3587}"/>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57138F2B-E296-58CA-2E43-A440C0DCA8FA}"/>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B4214EE2-8611-E6A1-F4CD-98671F04A243}"/>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6C311D67-1EA0-C172-696D-8D3639F497C7}"/>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D867401C-FBAC-F335-0DAD-BD9857831C5E}"/>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34F74643-7A00-97AF-9F2E-4954B9DAF1FF}"/>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6C925BD2-74DF-3F9E-B9C8-EAC25791DF50}"/>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E3C3AB68-3598-8D23-56A9-ACC6160E871D}"/>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6C91A3B9-C949-2AFC-63BD-C0A994069952}"/>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676C676F-F0FF-B54C-6463-F08F918A4C05}"/>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1B58A160-02E1-81CF-90F8-34F12849D0A7}"/>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72B4FFEB-0121-54A1-5C17-F62E0F40644B}"/>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D0411A5A-36FD-26BF-7211-7979428306EE}"/>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A532C938-0E1E-1A6D-19AD-2C8EAD16CC9F}"/>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0353B73A-DD26-5904-9B05-8C15B7E468D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58E8908A-6836-4645-BA09-DD728237960B}"/>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606E84EF-F058-FB7B-ADC3-F80AE9635A43}"/>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C08FCC0E-6314-DCCC-37A1-41044236884E}"/>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429C9208-974F-1100-EA94-00684914CEB1}"/>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F49F3D1-850E-B4FB-7000-355B18DB7CFE}"/>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50033572-3E44-7C9C-160B-43BC13D3D980}"/>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7B0636B-FC52-A7FD-199F-F8620187A32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E74E55A8-CDBC-8790-9EC8-ED59B82AAB1D}"/>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04DCB3AE-8DDF-7368-E9DA-1547C59BD796}"/>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511DEEE9-FE03-7170-2BE7-482CD8C3AEE3}"/>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F87E9D0C-4659-3BD2-695A-F3A0B450F156}"/>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8C336C4D-1EE1-B689-188E-A8383F0309FD}"/>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D26ED435-54A4-301A-BC32-41080FDAF9F1}"/>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03C8D210-EAA7-0915-C053-CDD31E9165B8}"/>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60FB78AE-A4CA-A8D0-8F6B-A3DA86A32942}"/>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B32EEDF6-005C-6C32-9890-AAFB9A06D601}"/>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1044F316-4332-A90B-1EEA-57CFC65C819B}"/>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B0C94A68-4671-3C2F-8FB9-B51DB5BE1A57}"/>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E032CB84-B320-492E-D057-DFE11908CEFD}"/>
              </a:ext>
            </a:extLst>
          </p:cNvPr>
          <p:cNvSpPr txBox="1"/>
          <p:nvPr/>
        </p:nvSpPr>
        <p:spPr>
          <a:xfrm>
            <a:off x="3138310" y="3406653"/>
            <a:ext cx="570089" cy="230832"/>
          </a:xfrm>
          <a:prstGeom prst="rect">
            <a:avLst/>
          </a:prstGeom>
          <a:noFill/>
        </p:spPr>
        <p:txBody>
          <a:bodyPr wrap="square" rtlCol="0">
            <a:spAutoFit/>
          </a:bodyPr>
          <a:lstStyle/>
          <a:p>
            <a:pPr algn="ctr"/>
            <a:r>
              <a:rPr lang="en-US" sz="900" dirty="0"/>
              <a:t>235678</a:t>
            </a:r>
          </a:p>
        </p:txBody>
      </p:sp>
      <p:sp>
        <p:nvSpPr>
          <p:cNvPr id="88" name="TextBox 87">
            <a:extLst>
              <a:ext uri="{FF2B5EF4-FFF2-40B4-BE49-F238E27FC236}">
                <a16:creationId xmlns:a16="http://schemas.microsoft.com/office/drawing/2014/main" id="{A4A17D0B-1748-DB15-A5CC-BD7ED1963E9C}"/>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A7829F89-89E1-CC6E-E484-C294AAB529D0}"/>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F0B0CC1C-5B65-A694-068B-E79C744F416B}"/>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8FE955B6-916D-6E96-D761-F721347C44F5}"/>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02EC6B9A-FAD7-9860-FE08-7DC63118AE13}"/>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A17DB4F8-262C-F53F-813D-9D713CBD0727}"/>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F4D0515E-C144-AB5C-7494-CD2599BF69F8}"/>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BF196A07-A024-A694-EB56-10DFFD1AE72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123578</a:t>
            </a:r>
          </a:p>
        </p:txBody>
      </p:sp>
      <p:sp>
        <p:nvSpPr>
          <p:cNvPr id="96" name="TextBox 95">
            <a:extLst>
              <a:ext uri="{FF2B5EF4-FFF2-40B4-BE49-F238E27FC236}">
                <a16:creationId xmlns:a16="http://schemas.microsoft.com/office/drawing/2014/main" id="{13284491-058F-20FA-8E78-FBEA9597296C}"/>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DD0B88FE-ED3E-DB8E-35FD-F719ADDB5D62}"/>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123578</a:t>
            </a:r>
          </a:p>
        </p:txBody>
      </p:sp>
      <p:sp>
        <p:nvSpPr>
          <p:cNvPr id="98" name="TextBox 97">
            <a:extLst>
              <a:ext uri="{FF2B5EF4-FFF2-40B4-BE49-F238E27FC236}">
                <a16:creationId xmlns:a16="http://schemas.microsoft.com/office/drawing/2014/main" id="{CAE0AFBF-8F81-23B9-DB73-FA3CA269BDB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133FE53F-20F5-BCF9-B78D-5CD96FA52D52}"/>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123567</a:t>
            </a:r>
          </a:p>
        </p:txBody>
      </p:sp>
      <p:sp>
        <p:nvSpPr>
          <p:cNvPr id="100" name="TextBox 99">
            <a:extLst>
              <a:ext uri="{FF2B5EF4-FFF2-40B4-BE49-F238E27FC236}">
                <a16:creationId xmlns:a16="http://schemas.microsoft.com/office/drawing/2014/main" id="{CB9A9577-83B0-4749-2708-FB45D4DC95CB}"/>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Tree>
    <p:extLst>
      <p:ext uri="{BB962C8B-B14F-4D97-AF65-F5344CB8AC3E}">
        <p14:creationId xmlns:p14="http://schemas.microsoft.com/office/powerpoint/2010/main" val="25136174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C9908-BF78-E263-9EAC-61B7F4B5C1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2FFA7C-3963-E5D0-C889-3A49955AE17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D3DD423-9D16-6269-59D3-D8D2AF30824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124BAB-2DE9-626A-8960-446B9022C4F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CF3A7A3-BCF3-49F8-86AB-6DB1117F838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261BD59-C7B9-2CD9-2102-22AE5A0B950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A505009-5D9D-8BF5-02D7-917D90917641}"/>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E6A14E4F-72B0-9F4F-A085-289AB0F41A3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5B8A1452-F01B-BA55-BDEC-5681749D9E1F}"/>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D666539-AA7C-88B4-3858-B95D592F5178}"/>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95A08312-531A-3A38-304E-0EEFB7B31625}"/>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79C366F2-A1A8-86D3-C50A-9C5DB8F250A8}"/>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A6DC8877-6AD3-652E-04E8-DC92C63141EA}"/>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F5CDECCC-839C-22E4-AC0D-80F7A9A7CFE6}"/>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B212AE9-A100-492C-100A-1D7187296283}"/>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51E5232E-7BCC-6F3D-50BE-597EBE6F5005}"/>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721293FE-2FF4-F92A-D5C3-2E4602D7EE2F}"/>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527FE0FA-5B29-ED56-F402-6F6AA2B95ED7}"/>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A452C02-225D-D8E5-0325-F2D99C843FE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A811CF24-8BBF-BE5B-20DF-364633B7F552}"/>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D231CD6-7A53-CA61-A425-53E8AD2C55E6}"/>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40577C2A-85BB-B642-55AC-88516D170518}"/>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8A18E8CD-5229-2AD3-8ED9-0B5208C16C60}"/>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66FDA972-ACA5-8E4D-E3AF-436CDD9AD3B9}"/>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DAFCFE36-9B29-9013-CF19-C474A599A3B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0285284C-FE6E-1682-7985-FAE367A082A0}"/>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270D9F25-8FF0-ED47-C948-CE8795CFFF7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67FD34A5-D862-F3C3-B5E2-6F542B85B466}"/>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D061F596-9040-7F39-7B35-CF4C381739A2}"/>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21E56FD6-2305-1E09-D28B-538614169413}"/>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87C7C5A5-0312-6CCB-E998-DDD3B984BBC8}"/>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C465175-EEC0-1189-43B1-06B73DEC876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C2148DEF-6A41-B132-8FD5-20FB991E8AC0}"/>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278B8D7-5024-D27D-5ADA-ADCF9461D058}"/>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BDB27FF6-BE6C-B6AC-B253-B333271A1CDC}"/>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2A1028C6-91C2-6162-F3D0-8E9152B802E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6CBF81F-1889-CBAC-BE56-CD173D100501}"/>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3BFDD3FC-7E94-40E1-8291-B257D064F1A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146F34A1-7317-D78E-021C-DFBC69EC2365}"/>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D6CB587F-7BB5-AD6F-651C-9B91D5CD2A76}"/>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B53ECCC0-A520-8C4D-78AB-78C49D22C99B}"/>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EC10F4D9-0BDF-500A-958F-895AE4384DAA}"/>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7818287-FC86-61A0-DE24-67E16A8EF528}"/>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DDA83DC0-296D-EFF2-582A-9E21BA707668}"/>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1D0D0CCA-D5BE-26A2-9293-C31869DB2C45}"/>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D1147EA9-70ED-79FE-4E47-8A120B9E3E64}"/>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79BBD1AF-4DA4-0437-86A2-F89BDFCA9FFB}"/>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04A1ADF2-7683-7AD7-CF0C-453FB7DDD05D}"/>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B71412DC-9292-1AC7-298E-64A9A174C37A}"/>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189062B6-2421-8327-30BB-00906351B49B}"/>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D204F02A-4110-A4F6-9660-3DE4399F32F2}"/>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126C7BA4-EF71-4F48-73F8-6F093E9587A3}"/>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927F0D3F-5A49-FEE5-E8E6-7E9E99A3815D}"/>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C24257B4-B4F5-C180-B23C-4B962A7F2475}"/>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9812E1FC-4998-4A90-1563-FFFEB4280CA6}"/>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3B796AE9-4FA0-4F14-CE46-E6DC07B9758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104C0E94-5DD3-7A96-B5C8-0A45DED6DF84}"/>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1AD69BCC-3064-05F5-51C9-5292E773748D}"/>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5EB9EA63-FB8D-62F0-122E-E85EE36FC2B9}"/>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7257E107-551D-0D4F-5F54-7F11292E13BC}"/>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349F5BFF-6BEB-333E-7F3D-0B58D4BE8151}"/>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1D7DC6E2-DF78-A73E-D3A6-520A43F37821}"/>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42AABB2A-0BB9-C69B-52B7-6951722570BE}"/>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300ADD99-402E-DEE6-977A-32D080AB6034}"/>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59BAC7A0-6325-8AB5-6AAB-5A983427D0E4}"/>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A2804129-1D62-C156-FB66-6ADA7BC5585D}"/>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E21CDEFA-7BEE-19A3-7DDF-1E925A242A44}"/>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3B6AFBA4-06DD-0C3E-2A3A-A1122E91D7A3}"/>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1DD99621-C800-B64F-714C-16C6F3A630CB}"/>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8BF8C36C-5B1A-22D4-2B81-6574F03AB214}"/>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FE22E46B-3B9E-971F-8298-B147C0D7BF39}"/>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03D9B3BF-1B50-989E-97FD-88985C559E4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77F99D9-8078-769E-95AA-E39BEDE5E1C7}"/>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CA1BA260-8B1E-F29E-5E8D-2A8D616E138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8115188-46FB-8A42-71CA-C92FFDE48F7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AE78A25B-B926-C6CF-046B-E39799FF380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04C31855-423E-6814-260D-3B45328404AA}"/>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0D4678C2-F9DA-440E-39EC-4803E339E590}"/>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E3DADD85-F20E-0C6B-3A52-0136BFEF7CB3}"/>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22E0E4D0-B9B4-A8B6-4A38-2A2C4AFB08D5}"/>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F5FFECDE-EA90-64EB-4F21-9231FD133F52}"/>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932E5659-7491-8EAD-FF61-82BDB0B46E13}"/>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53DDCE9E-4830-5F2C-0B11-C4B1521C70C8}"/>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75AFD872-4249-7450-223D-1BDFA390A845}"/>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57846DBF-2B10-5791-EC24-F5718566C80E}"/>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EABC184F-3E1F-20FF-B420-9D8988B399A7}"/>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883ED393-8DE6-71B9-3EB3-F955A0E2CD8F}"/>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2368</a:t>
            </a:r>
          </a:p>
        </p:txBody>
      </p:sp>
      <p:sp>
        <p:nvSpPr>
          <p:cNvPr id="88" name="TextBox 87">
            <a:extLst>
              <a:ext uri="{FF2B5EF4-FFF2-40B4-BE49-F238E27FC236}">
                <a16:creationId xmlns:a16="http://schemas.microsoft.com/office/drawing/2014/main" id="{E769A4E6-D192-8E12-FFAD-B06B0863221E}"/>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932E85D8-55DC-F026-1581-AD51FD42E9DE}"/>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A1E5FDA4-075F-4872-DEFB-FC5B717AF932}"/>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B750AF23-0A73-52E5-2706-2DA59BF4B9F5}"/>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A4D34E5E-A789-E55B-D2FB-F7B427A706CD}"/>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9B40BA7E-C2E7-2263-D61A-AA6A44645360}"/>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4EC2E342-7580-FA2F-2CDA-1FA9F73F29A0}"/>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23E9CA3F-F9BD-3C05-7373-1E3F877E85F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123578</a:t>
            </a:r>
          </a:p>
        </p:txBody>
      </p:sp>
      <p:sp>
        <p:nvSpPr>
          <p:cNvPr id="96" name="TextBox 95">
            <a:extLst>
              <a:ext uri="{FF2B5EF4-FFF2-40B4-BE49-F238E27FC236}">
                <a16:creationId xmlns:a16="http://schemas.microsoft.com/office/drawing/2014/main" id="{D29FF32E-45F2-A672-AF4F-017FFF88DD33}"/>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C4F30926-0775-DF26-A91A-ACA267371FAC}"/>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1238</a:t>
            </a:r>
          </a:p>
        </p:txBody>
      </p:sp>
      <p:sp>
        <p:nvSpPr>
          <p:cNvPr id="98" name="TextBox 97">
            <a:extLst>
              <a:ext uri="{FF2B5EF4-FFF2-40B4-BE49-F238E27FC236}">
                <a16:creationId xmlns:a16="http://schemas.microsoft.com/office/drawing/2014/main" id="{35ECDDBB-9655-D573-A612-D57A764C6E0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ECBCB51B-219B-63F4-00EF-A7D3798E16AB}"/>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F2AF711F-EB56-3DBE-3A45-6BBFDDFDCA32}"/>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Tree>
    <p:extLst>
      <p:ext uri="{BB962C8B-B14F-4D97-AF65-F5344CB8AC3E}">
        <p14:creationId xmlns:p14="http://schemas.microsoft.com/office/powerpoint/2010/main" val="2457565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8BD44-BB85-4A9C-0E34-02EE94FC0F0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DB069B-6034-A168-6839-3A7BCB860758}"/>
              </a:ext>
            </a:extLst>
          </p:cNvPr>
          <p:cNvSpPr>
            <a:spLocks noGrp="1"/>
          </p:cNvSpPr>
          <p:nvPr>
            <p:ph sz="half" idx="1"/>
          </p:nvPr>
        </p:nvSpPr>
        <p:spPr/>
        <p:txBody>
          <a:bodyPr>
            <a:normAutofit/>
          </a:bodyPr>
          <a:lstStyle/>
          <a:p>
            <a:r>
              <a:rPr lang="en-US" dirty="0"/>
              <a:t>In the right center block, the purple and orange cells cannot be a 57 pair because that would interfere with the 75 cell. So, in the left center block, they can’t be a 57 pair either. This white cell must be either 5 or 7.</a:t>
            </a:r>
          </a:p>
        </p:txBody>
      </p:sp>
      <p:pic>
        <p:nvPicPr>
          <p:cNvPr id="4" name="Picture 3" descr="A grid of sudoku puzzle&#10;&#10;Description automatically generated">
            <a:extLst>
              <a:ext uri="{FF2B5EF4-FFF2-40B4-BE49-F238E27FC236}">
                <a16:creationId xmlns:a16="http://schemas.microsoft.com/office/drawing/2014/main" id="{15397081-4CD0-2516-A705-68004C4BCFE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E62BCFC-E746-417A-244A-7275E96E9C8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B815BD1-191B-747F-72E3-0BD59CD0502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9E558E0-F5EA-1A08-98A0-5618DD47127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3A9BEE5-F1AC-3C3B-DC5C-8EA115390DC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BD432F3A-7B13-63C4-DFD4-1D353EC849CF}"/>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AF949BA2-19B8-1918-DF60-A03D8EB3D269}"/>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A7A55FE-ED5B-EA59-2966-0BBCD15FCCCB}"/>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0A521E41-4924-00A2-28C0-EE5FCBCF023D}"/>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D26973DC-B504-D3D2-F692-103C5BFDCEA2}"/>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012F2262-BC29-085E-8319-B1BE282075E9}"/>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D2192DFC-72A8-BA33-0A3C-71B8D55F5EB6}"/>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F7D3CA0-488C-7661-7B66-AB7DB219E22A}"/>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EE4FE0F2-7D4A-655D-FFD1-0D7E26EF2AE1}"/>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17" name="TextBox 16">
            <a:extLst>
              <a:ext uri="{FF2B5EF4-FFF2-40B4-BE49-F238E27FC236}">
                <a16:creationId xmlns:a16="http://schemas.microsoft.com/office/drawing/2014/main" id="{00DA3E49-381A-EBCD-9E59-A27921CB6EFF}"/>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722F7A1F-D6DC-76A4-9CA3-EFD5AA91C26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C3CFCC1D-4D92-8A85-B56C-FC774AEB5255}"/>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3F5D2EDF-C4BF-5DEA-2108-D33CBB40B25D}"/>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5061721-C00E-36AC-6360-27770EB7DDA0}"/>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B1556CB-E967-168C-4B10-867F5D7646E4}"/>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1BC35AEE-230D-CF0C-0EE2-D14DBC9857CF}"/>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D535C3B8-B583-E7F1-47AC-120D8E227B89}"/>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62D8A065-EF8C-B05B-E7FA-F8DCC132EFCF}"/>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F14CC200-3551-9FC1-C507-E8AF5D801F39}"/>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0C9C876C-BA37-BAA7-7F3F-663DC2B90EFF}"/>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D38DCAA3-FE6B-8A18-7524-FAD117673DDB}"/>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B1C94BBA-38FE-FC02-60EE-16407845D37F}"/>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41516D46-A940-5FC6-C7F0-9F90CCC26F8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1" name="TextBox 30">
            <a:extLst>
              <a:ext uri="{FF2B5EF4-FFF2-40B4-BE49-F238E27FC236}">
                <a16:creationId xmlns:a16="http://schemas.microsoft.com/office/drawing/2014/main" id="{5FD670BC-1B1B-70FF-A090-59058EFF4C54}"/>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F2DB943C-3DBF-FBDA-AB7A-595F40DA98F0}"/>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1C7315F-224F-77A6-6B1C-7C7EE138D1A2}"/>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09EC74B3-B347-44B8-B5C0-F1A11A3E7837}"/>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42B8E59B-D54F-69DB-8A11-405A1A724CDE}"/>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9947C2AA-834D-6B54-2D89-BCB57372AA9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38CB0D1E-B12F-2292-611A-60D156BB2C55}"/>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D4326B12-31F7-79FD-E562-AFA5B9AE211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50CA0469-1806-9ACD-4C1C-B1B2BE549D32}"/>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0AC6FB19-99A0-D1EE-2D8C-D9206A4C33C3}"/>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4289AED-A58A-192C-6301-E42D05620916}"/>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4A5DB4F-AF6B-0692-087A-54277655BAFC}"/>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498598F-19E0-A31E-DA15-9B5BC0B10BCE}"/>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CD4834D-9D93-0AB4-EA6F-803B1B71E4FE}"/>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1377F79A-2861-F63D-ACDE-6F44A98A3F1B}"/>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A880A645-0CC0-E455-BBFD-3BA67174B307}"/>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399CCD40-D2FE-90B9-6FAD-49AF32DDFC82}"/>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4799DEB3-5659-6D1A-67DB-72C7E075E202}"/>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3" name="TextBox 52">
            <a:extLst>
              <a:ext uri="{FF2B5EF4-FFF2-40B4-BE49-F238E27FC236}">
                <a16:creationId xmlns:a16="http://schemas.microsoft.com/office/drawing/2014/main" id="{D0084A12-A722-E307-3912-4E217F729E13}"/>
              </a:ext>
            </a:extLst>
          </p:cNvPr>
          <p:cNvSpPr txBox="1"/>
          <p:nvPr/>
        </p:nvSpPr>
        <p:spPr>
          <a:xfrm>
            <a:off x="3640666" y="4026865"/>
            <a:ext cx="570089" cy="230832"/>
          </a:xfrm>
          <a:prstGeom prst="rect">
            <a:avLst/>
          </a:prstGeom>
          <a:noFill/>
        </p:spPr>
        <p:txBody>
          <a:bodyPr wrap="square" rtlCol="0">
            <a:spAutoFit/>
          </a:bodyPr>
          <a:lstStyle/>
          <a:p>
            <a:pPr algn="ctr"/>
            <a:r>
              <a:rPr lang="en-US" sz="900" dirty="0"/>
              <a:t>68</a:t>
            </a:r>
          </a:p>
        </p:txBody>
      </p:sp>
      <p:sp>
        <p:nvSpPr>
          <p:cNvPr id="54" name="TextBox 53">
            <a:extLst>
              <a:ext uri="{FF2B5EF4-FFF2-40B4-BE49-F238E27FC236}">
                <a16:creationId xmlns:a16="http://schemas.microsoft.com/office/drawing/2014/main" id="{F5990833-E47B-664B-E082-9D9A3B0648B5}"/>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69B4A0C2-46F1-EA36-0E19-17C195D3214D}"/>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6" name="TextBox 55">
            <a:extLst>
              <a:ext uri="{FF2B5EF4-FFF2-40B4-BE49-F238E27FC236}">
                <a16:creationId xmlns:a16="http://schemas.microsoft.com/office/drawing/2014/main" id="{5A247343-F3CF-DBD9-F0D3-D71D5CD06086}"/>
              </a:ext>
            </a:extLst>
          </p:cNvPr>
          <p:cNvSpPr txBox="1"/>
          <p:nvPr/>
        </p:nvSpPr>
        <p:spPr>
          <a:xfrm>
            <a:off x="6654802" y="1784553"/>
            <a:ext cx="570089" cy="230832"/>
          </a:xfrm>
          <a:prstGeom prst="rect">
            <a:avLst/>
          </a:prstGeom>
          <a:noFill/>
        </p:spPr>
        <p:txBody>
          <a:bodyPr wrap="square" rtlCol="0">
            <a:spAutoFit/>
          </a:bodyPr>
          <a:lstStyle/>
          <a:p>
            <a:pPr algn="ctr"/>
            <a:r>
              <a:rPr lang="en-US" sz="900" dirty="0"/>
              <a:t>68</a:t>
            </a:r>
          </a:p>
        </p:txBody>
      </p:sp>
      <p:sp>
        <p:nvSpPr>
          <p:cNvPr id="57" name="TextBox 56">
            <a:extLst>
              <a:ext uri="{FF2B5EF4-FFF2-40B4-BE49-F238E27FC236}">
                <a16:creationId xmlns:a16="http://schemas.microsoft.com/office/drawing/2014/main" id="{6F97763B-F08D-134A-ED02-507B55868970}"/>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F1096D8B-2678-A32D-096B-A2B669D1E321}"/>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422A0154-29F4-290B-938B-809993155554}"/>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6DCF6A15-B46E-15EF-8DEC-5E1B3E2DCDB2}"/>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AAED7629-78B1-38FF-4E2E-6DA1D236A890}"/>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FAFF8CE4-FAC9-F42E-2412-35B67EA35BCC}"/>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B4FB7914-3BE0-F85A-DEF0-49B1993D70E7}"/>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60A78D89-DAED-A116-2863-8BFC47F7A215}"/>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73E470E9-8D6A-06F1-4A1F-089DE591861B}"/>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23168854-A080-C3B2-A191-C2CFDE8197E7}"/>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E96FAEB1-6940-160F-175A-FE0D4CD71ABE}"/>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BBB8FFF6-1195-437D-78DE-3C3149306B62}"/>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BCBD9FC8-8003-C77D-756B-65063450B020}"/>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9A19DD07-2C54-6DF7-B9B3-E0C449480A38}"/>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A524D9C0-F2AD-6A4E-0508-E1D6D67D322E}"/>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A18A788B-E1D1-3966-BFB5-BBD2620EF68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B0341E14-2751-7EBB-9863-B2291155A195}"/>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9C1B4357-4365-4DBE-E357-4892F377037D}"/>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82" name="TextBox 81">
            <a:extLst>
              <a:ext uri="{FF2B5EF4-FFF2-40B4-BE49-F238E27FC236}">
                <a16:creationId xmlns:a16="http://schemas.microsoft.com/office/drawing/2014/main" id="{D7EC5847-377B-1ACE-4D67-5F662F176F54}"/>
              </a:ext>
            </a:extLst>
          </p:cNvPr>
          <p:cNvSpPr txBox="1"/>
          <p:nvPr/>
        </p:nvSpPr>
        <p:spPr>
          <a:xfrm>
            <a:off x="3640666" y="4408541"/>
            <a:ext cx="570089" cy="230832"/>
          </a:xfrm>
          <a:prstGeom prst="rect">
            <a:avLst/>
          </a:prstGeom>
          <a:noFill/>
        </p:spPr>
        <p:txBody>
          <a:bodyPr wrap="square" rtlCol="0">
            <a:spAutoFit/>
          </a:bodyPr>
          <a:lstStyle/>
          <a:p>
            <a:pPr algn="ctr"/>
            <a:r>
              <a:rPr lang="en-US" sz="900" dirty="0"/>
              <a:t>128</a:t>
            </a:r>
          </a:p>
        </p:txBody>
      </p:sp>
      <p:sp>
        <p:nvSpPr>
          <p:cNvPr id="48" name="TextBox 47">
            <a:extLst>
              <a:ext uri="{FF2B5EF4-FFF2-40B4-BE49-F238E27FC236}">
                <a16:creationId xmlns:a16="http://schemas.microsoft.com/office/drawing/2014/main" id="{EBA7F33F-93B5-39A2-08B7-4A4AC52A7D41}"/>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8EA79A50-A3A2-8717-5F42-EE5DBA91F65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7CD33FDD-B3C5-67D4-12D1-CC2CDCD3501B}"/>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774CB1F3-097D-FE2A-7B35-42913D701D1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8E6CA1D3-6675-4516-34D1-E6199CC5D31A}"/>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9977C6DD-4001-34DC-6046-F546B8AF1AF5}"/>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D324DD43-A720-FDD0-6B93-27085A3B9A54}"/>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BE66CC16-DC70-43BE-2C9B-D86D3A936D59}"/>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2C4A7A3C-78B1-88F0-6C4E-897EE1166545}"/>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21029A12-3A48-9DEC-95A2-A4DCDE8CFF56}"/>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317C9FBC-936A-85AB-D038-1A6EBDCF9F4E}"/>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DBEB8038-5797-5D07-DCBD-67E525FF7309}"/>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01372B10-516A-AD9F-B3C9-DD1402E672C3}"/>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7F4C07E6-800C-DD16-F70E-CC5CC89DD23F}"/>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4E1419E2-F059-7335-4ACA-5268CF284CFA}"/>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48DAE705-44B0-11E6-6E68-775AFED8A4B4}"/>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2368</a:t>
            </a:r>
          </a:p>
        </p:txBody>
      </p:sp>
      <p:sp>
        <p:nvSpPr>
          <p:cNvPr id="88" name="TextBox 87">
            <a:extLst>
              <a:ext uri="{FF2B5EF4-FFF2-40B4-BE49-F238E27FC236}">
                <a16:creationId xmlns:a16="http://schemas.microsoft.com/office/drawing/2014/main" id="{8F890188-D6F9-FDE0-4F8F-C77CBFDC7DB7}"/>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4109A22F-D70D-E722-E404-DCEC770AE123}"/>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68F92670-D5BE-3FE5-3AA0-548753F104FC}"/>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1661A11C-7055-211F-7000-F4A0ADA03410}"/>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E2EBD252-BD32-2DC6-7CA4-88C23756201C}"/>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99EF5CAE-075D-86AD-8984-B7409B7CF7BD}"/>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15DBA3A0-FA91-E64D-9265-DD17A5F1D98E}"/>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7A25EBDB-7312-0D3D-5525-D9D9AFBAB54A}"/>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4CCA6AE9-51B9-BCAD-B3FA-015AEC3A57E4}"/>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8E4FEEE6-382C-7060-90ED-6A8CAD9B9B9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1238</a:t>
            </a:r>
          </a:p>
        </p:txBody>
      </p:sp>
      <p:sp>
        <p:nvSpPr>
          <p:cNvPr id="98" name="TextBox 97">
            <a:extLst>
              <a:ext uri="{FF2B5EF4-FFF2-40B4-BE49-F238E27FC236}">
                <a16:creationId xmlns:a16="http://schemas.microsoft.com/office/drawing/2014/main" id="{81A089E8-A18D-BE5F-1BDB-4080AD5D4AB5}"/>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B42C6A38-F922-3247-F2EE-6C09517C9A8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C9F56118-D811-AE79-BA4F-8E30F67CFC6D}"/>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Tree>
    <p:extLst>
      <p:ext uri="{BB962C8B-B14F-4D97-AF65-F5344CB8AC3E}">
        <p14:creationId xmlns:p14="http://schemas.microsoft.com/office/powerpoint/2010/main" val="10195989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9D9A-47B8-9EEB-6A90-0F5BCED9B2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7174083-D3D5-A870-E15A-E86FA1B330A6}"/>
              </a:ext>
            </a:extLst>
          </p:cNvPr>
          <p:cNvSpPr>
            <a:spLocks noGrp="1"/>
          </p:cNvSpPr>
          <p:nvPr>
            <p:ph sz="half" idx="1"/>
          </p:nvPr>
        </p:nvSpPr>
        <p:spPr/>
        <p:txBody>
          <a:bodyPr>
            <a:normAutofit/>
          </a:bodyPr>
          <a:lstStyle/>
          <a:p>
            <a:r>
              <a:rPr lang="en-US" dirty="0"/>
              <a:t>In Column 2, note 28/238/2357/75/2357 quintet.</a:t>
            </a:r>
          </a:p>
          <a:p>
            <a:r>
              <a:rPr lang="en-US" dirty="0"/>
              <a:t>Alternatively, last 6 and 1 in Column 2.</a:t>
            </a:r>
          </a:p>
        </p:txBody>
      </p:sp>
      <p:pic>
        <p:nvPicPr>
          <p:cNvPr id="4" name="Picture 3" descr="A grid of sudoku puzzle&#10;&#10;Description automatically generated">
            <a:extLst>
              <a:ext uri="{FF2B5EF4-FFF2-40B4-BE49-F238E27FC236}">
                <a16:creationId xmlns:a16="http://schemas.microsoft.com/office/drawing/2014/main" id="{30DF0915-9605-C3FF-F205-96B88AE9D6B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4153178-0016-FCE2-377F-54A08E66CEA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17CE2A-ADC4-EACE-0A1D-5BDC9C97F8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4BCDB8-EB78-A259-4AC1-1BCBC765E97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8742123-F90E-F17D-38EF-5C6C1399415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6B6973B7-3D57-4A99-2E67-79814A721E04}"/>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CCAE6A6B-0CEA-F07C-35AA-631036C63AD6}"/>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FC9CCCC-CDD0-5CB5-2308-8EA7A42BD843}"/>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AA7C60FF-8476-DCA4-8AD2-62E408F987D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AE142475-0B03-B9FE-51EB-D9A9FE8B5C96}"/>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5BF183D-3FF0-EF05-CFD6-03786B81AFFC}"/>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DF807933-7CF9-622F-9C63-2E6F909A052E}"/>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896B20E1-FAF1-FC70-C21F-FDBD622E4A6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6" name="TextBox 15">
            <a:extLst>
              <a:ext uri="{FF2B5EF4-FFF2-40B4-BE49-F238E27FC236}">
                <a16:creationId xmlns:a16="http://schemas.microsoft.com/office/drawing/2014/main" id="{F9E17E2E-0827-4783-8951-1EB04D7F4DD4}"/>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13CF606F-DAAD-E6A2-0202-811AC58127F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BB11272-3E8F-EBFA-5A45-91921D0BA407}"/>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7E2D2930-85B1-CA10-2BBD-5C0B128F894A}"/>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47B42AE5-8974-D3DC-8008-4B07568B421A}"/>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09D4B3FF-9C17-9AE1-CC05-6E321DFDA1D8}"/>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4BDF6E00-9BD0-16D9-DDA3-AE79FE4875BF}"/>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A9AABC38-2F3C-28DE-5646-FE32D4538F20}"/>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2C2752B2-AF75-DA04-A39A-9D27F85BEB81}"/>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1E66FF38-F81A-6729-4109-A0916D42DF5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73E2C2D-4927-B2EB-9672-A0E862BFCE0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1455B342-1068-C367-27F6-39FB99DA0195}"/>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83169D5-A2E1-8ABA-D589-9B3A0D721169}"/>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E34A407B-3E29-C108-4841-C3B34C128FF6}"/>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30" name="TextBox 29">
            <a:extLst>
              <a:ext uri="{FF2B5EF4-FFF2-40B4-BE49-F238E27FC236}">
                <a16:creationId xmlns:a16="http://schemas.microsoft.com/office/drawing/2014/main" id="{6EDA0DDC-39AC-4ED2-0CF7-0D07CD83B6DB}"/>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52CA5C12-3D20-2321-0834-98692A639202}"/>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ABAFE2C-4E64-E378-C48A-E4863251FAC1}"/>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E62C1B4-87A2-BD4E-A99B-299F67B9C372}"/>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2616BADF-04F2-7912-F22D-B8F8CB12E3FF}"/>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B9786613-86E4-3422-8BDB-C88B57D23424}"/>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9D3A71A3-5573-ADD8-474A-5DF95DF394DD}"/>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810205B-8B42-F0B2-4D1A-FA7B1CCDFACF}"/>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F857DCF2-D78B-5403-AA9E-93DAB84BD0D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996CFC72-F926-BD79-39E4-70B61B60ECF7}"/>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DE096132-763D-0291-718A-82097CB4431C}"/>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14154AB-3C22-B2FC-675D-2E266250955C}"/>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4BFEEC6-7602-72A5-7ABD-A02943E3E259}"/>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915E970-5FC3-7882-D0C8-2FE4127E1F4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8010751E-8C85-0105-D05F-9102C963756C}"/>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40467CA5-51E7-00E8-9E40-A9B4F2CD061A}"/>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26BBF812-495C-E8B6-73BC-2F3A282F20F9}"/>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D5C32CD1-0BA6-6F3F-A358-66C596087CF6}"/>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C67F7BF0-3F3E-9DF7-059E-5EDE4EE78548}"/>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4" name="TextBox 53">
            <a:extLst>
              <a:ext uri="{FF2B5EF4-FFF2-40B4-BE49-F238E27FC236}">
                <a16:creationId xmlns:a16="http://schemas.microsoft.com/office/drawing/2014/main" id="{B3F3ECE7-ED6C-640F-D23C-5CC024A9646F}"/>
              </a:ext>
            </a:extLst>
          </p:cNvPr>
          <p:cNvSpPr txBox="1"/>
          <p:nvPr/>
        </p:nvSpPr>
        <p:spPr>
          <a:xfrm>
            <a:off x="3138310" y="3788329"/>
            <a:ext cx="570089" cy="230832"/>
          </a:xfrm>
          <a:prstGeom prst="rect">
            <a:avLst/>
          </a:prstGeom>
          <a:noFill/>
        </p:spPr>
        <p:txBody>
          <a:bodyPr wrap="square" rtlCol="0">
            <a:spAutoFit/>
          </a:bodyPr>
          <a:lstStyle/>
          <a:p>
            <a:pPr algn="ctr"/>
            <a:r>
              <a:rPr lang="en-US" sz="900" dirty="0"/>
              <a:t>168</a:t>
            </a:r>
          </a:p>
        </p:txBody>
      </p:sp>
      <p:sp>
        <p:nvSpPr>
          <p:cNvPr id="55" name="TextBox 54">
            <a:extLst>
              <a:ext uri="{FF2B5EF4-FFF2-40B4-BE49-F238E27FC236}">
                <a16:creationId xmlns:a16="http://schemas.microsoft.com/office/drawing/2014/main" id="{7E8AA9B2-B512-737D-E85D-3B44AEBA8BFB}"/>
              </a:ext>
            </a:extLst>
          </p:cNvPr>
          <p:cNvSpPr txBox="1"/>
          <p:nvPr/>
        </p:nvSpPr>
        <p:spPr>
          <a:xfrm>
            <a:off x="6152446" y="2023089"/>
            <a:ext cx="570089" cy="230832"/>
          </a:xfrm>
          <a:prstGeom prst="rect">
            <a:avLst/>
          </a:prstGeom>
          <a:noFill/>
        </p:spPr>
        <p:txBody>
          <a:bodyPr wrap="square" rtlCol="0">
            <a:spAutoFit/>
          </a:bodyPr>
          <a:lstStyle/>
          <a:p>
            <a:pPr algn="ctr"/>
            <a:r>
              <a:rPr lang="en-US" sz="900" dirty="0"/>
              <a:t>168</a:t>
            </a:r>
          </a:p>
        </p:txBody>
      </p:sp>
      <p:sp>
        <p:nvSpPr>
          <p:cNvPr id="57" name="TextBox 56">
            <a:extLst>
              <a:ext uri="{FF2B5EF4-FFF2-40B4-BE49-F238E27FC236}">
                <a16:creationId xmlns:a16="http://schemas.microsoft.com/office/drawing/2014/main" id="{42A4BC04-12ED-0354-E846-A551863B2C16}"/>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CCA27B12-1C4B-A432-6E48-51F74EDAFD0E}"/>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EC6CFBE3-2405-BA8E-2B8B-7D0C01D09266}"/>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C9466D7F-AB68-3506-EE91-B67579295322}"/>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C99B9DEA-C1E3-5687-A18A-CB66A256BB6F}"/>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86DE73A3-21E8-DF29-4553-F73875BA2282}"/>
              </a:ext>
            </a:extLst>
          </p:cNvPr>
          <p:cNvSpPr txBox="1"/>
          <p:nvPr/>
        </p:nvSpPr>
        <p:spPr>
          <a:xfrm>
            <a:off x="5147734" y="2524033"/>
            <a:ext cx="570089" cy="230832"/>
          </a:xfrm>
          <a:prstGeom prst="rect">
            <a:avLst/>
          </a:prstGeom>
          <a:noFill/>
        </p:spPr>
        <p:txBody>
          <a:bodyPr wrap="square" rtlCol="0">
            <a:spAutoFit/>
          </a:bodyPr>
          <a:lstStyle/>
          <a:p>
            <a:pPr algn="ctr"/>
            <a:r>
              <a:rPr lang="en-US" sz="900" dirty="0"/>
              <a:t>2567</a:t>
            </a:r>
          </a:p>
        </p:txBody>
      </p:sp>
      <p:sp>
        <p:nvSpPr>
          <p:cNvPr id="68" name="TextBox 67">
            <a:extLst>
              <a:ext uri="{FF2B5EF4-FFF2-40B4-BE49-F238E27FC236}">
                <a16:creationId xmlns:a16="http://schemas.microsoft.com/office/drawing/2014/main" id="{410A5496-3104-B7B1-FAD3-27BCC409B7D0}"/>
              </a:ext>
            </a:extLst>
          </p:cNvPr>
          <p:cNvSpPr txBox="1"/>
          <p:nvPr/>
        </p:nvSpPr>
        <p:spPr>
          <a:xfrm>
            <a:off x="6654802" y="4527809"/>
            <a:ext cx="570089" cy="230832"/>
          </a:xfrm>
          <a:prstGeom prst="rect">
            <a:avLst/>
          </a:prstGeom>
          <a:noFill/>
        </p:spPr>
        <p:txBody>
          <a:bodyPr wrap="square" rtlCol="0">
            <a:spAutoFit/>
          </a:bodyPr>
          <a:lstStyle/>
          <a:p>
            <a:pPr algn="ctr"/>
            <a:r>
              <a:rPr lang="en-US" sz="900" dirty="0"/>
              <a:t>2567</a:t>
            </a:r>
          </a:p>
        </p:txBody>
      </p:sp>
      <p:sp>
        <p:nvSpPr>
          <p:cNvPr id="70" name="TextBox 69">
            <a:extLst>
              <a:ext uri="{FF2B5EF4-FFF2-40B4-BE49-F238E27FC236}">
                <a16:creationId xmlns:a16="http://schemas.microsoft.com/office/drawing/2014/main" id="{5F301253-031E-041D-E5F3-74FF090AE7DB}"/>
              </a:ext>
            </a:extLst>
          </p:cNvPr>
          <p:cNvSpPr txBox="1"/>
          <p:nvPr/>
        </p:nvSpPr>
        <p:spPr>
          <a:xfrm>
            <a:off x="5650090" y="2285497"/>
            <a:ext cx="570089" cy="230832"/>
          </a:xfrm>
          <a:prstGeom prst="rect">
            <a:avLst/>
          </a:prstGeom>
          <a:noFill/>
        </p:spPr>
        <p:txBody>
          <a:bodyPr wrap="square" rtlCol="0">
            <a:spAutoFit/>
          </a:bodyPr>
          <a:lstStyle/>
          <a:p>
            <a:pPr algn="ctr"/>
            <a:r>
              <a:rPr lang="en-US" sz="900" dirty="0"/>
              <a:t>2367</a:t>
            </a:r>
          </a:p>
        </p:txBody>
      </p:sp>
      <p:sp>
        <p:nvSpPr>
          <p:cNvPr id="71" name="TextBox 70">
            <a:extLst>
              <a:ext uri="{FF2B5EF4-FFF2-40B4-BE49-F238E27FC236}">
                <a16:creationId xmlns:a16="http://schemas.microsoft.com/office/drawing/2014/main" id="{C1053D18-23C8-3ABF-08EB-72CB59734402}"/>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36A3EECE-730A-DE96-825B-1CA482AF8798}"/>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E15C15E6-DC63-5B23-D84E-70BA36334D61}"/>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D82E737F-584D-788A-382B-92C2AE998144}"/>
              </a:ext>
            </a:extLst>
          </p:cNvPr>
          <p:cNvSpPr txBox="1"/>
          <p:nvPr/>
        </p:nvSpPr>
        <p:spPr>
          <a:xfrm>
            <a:off x="6654802" y="3788329"/>
            <a:ext cx="570089" cy="230832"/>
          </a:xfrm>
          <a:prstGeom prst="rect">
            <a:avLst/>
          </a:prstGeom>
          <a:noFill/>
        </p:spPr>
        <p:txBody>
          <a:bodyPr wrap="square" rtlCol="0">
            <a:spAutoFit/>
          </a:bodyPr>
          <a:lstStyle/>
          <a:p>
            <a:pPr algn="ctr"/>
            <a:r>
              <a:rPr lang="en-US" sz="900" dirty="0"/>
              <a:t>2367</a:t>
            </a:r>
          </a:p>
        </p:txBody>
      </p:sp>
      <p:sp>
        <p:nvSpPr>
          <p:cNvPr id="76" name="TextBox 75">
            <a:extLst>
              <a:ext uri="{FF2B5EF4-FFF2-40B4-BE49-F238E27FC236}">
                <a16:creationId xmlns:a16="http://schemas.microsoft.com/office/drawing/2014/main" id="{7C848B19-71CD-2751-431B-889A2D3C0D50}"/>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D78E47AC-156C-53BC-824E-EED74D0EFAFF}"/>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235678</a:t>
            </a:r>
          </a:p>
        </p:txBody>
      </p:sp>
      <p:sp>
        <p:nvSpPr>
          <p:cNvPr id="78" name="TextBox 77">
            <a:extLst>
              <a:ext uri="{FF2B5EF4-FFF2-40B4-BE49-F238E27FC236}">
                <a16:creationId xmlns:a16="http://schemas.microsoft.com/office/drawing/2014/main" id="{DEF4F23D-1ED4-694A-E047-9878624F7F4D}"/>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235678</a:t>
            </a:r>
          </a:p>
        </p:txBody>
      </p:sp>
      <p:sp>
        <p:nvSpPr>
          <p:cNvPr id="79" name="TextBox 78">
            <a:extLst>
              <a:ext uri="{FF2B5EF4-FFF2-40B4-BE49-F238E27FC236}">
                <a16:creationId xmlns:a16="http://schemas.microsoft.com/office/drawing/2014/main" id="{A712145D-C845-C089-0A2D-122410F371E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80" name="TextBox 79">
            <a:extLst>
              <a:ext uri="{FF2B5EF4-FFF2-40B4-BE49-F238E27FC236}">
                <a16:creationId xmlns:a16="http://schemas.microsoft.com/office/drawing/2014/main" id="{6292B426-5EA3-B97C-3A2B-08554F428CFB}"/>
              </a:ext>
            </a:extLst>
          </p:cNvPr>
          <p:cNvSpPr txBox="1"/>
          <p:nvPr/>
        </p:nvSpPr>
        <p:spPr>
          <a:xfrm>
            <a:off x="6152446" y="901933"/>
            <a:ext cx="570089" cy="230832"/>
          </a:xfrm>
          <a:prstGeom prst="rect">
            <a:avLst/>
          </a:prstGeom>
          <a:noFill/>
        </p:spPr>
        <p:txBody>
          <a:bodyPr wrap="square" rtlCol="0">
            <a:spAutoFit/>
          </a:bodyPr>
          <a:lstStyle/>
          <a:p>
            <a:pPr algn="ctr"/>
            <a:r>
              <a:rPr lang="en-US" sz="900" dirty="0"/>
              <a:t>18</a:t>
            </a:r>
          </a:p>
        </p:txBody>
      </p:sp>
      <p:sp>
        <p:nvSpPr>
          <p:cNvPr id="81" name="TextBox 80">
            <a:extLst>
              <a:ext uri="{FF2B5EF4-FFF2-40B4-BE49-F238E27FC236}">
                <a16:creationId xmlns:a16="http://schemas.microsoft.com/office/drawing/2014/main" id="{7A69E78E-5169-E0B1-19A6-EECD57067120}"/>
              </a:ext>
            </a:extLst>
          </p:cNvPr>
          <p:cNvSpPr txBox="1"/>
          <p:nvPr/>
        </p:nvSpPr>
        <p:spPr>
          <a:xfrm>
            <a:off x="4143022" y="3907597"/>
            <a:ext cx="570089" cy="230832"/>
          </a:xfrm>
          <a:prstGeom prst="rect">
            <a:avLst/>
          </a:prstGeom>
          <a:noFill/>
        </p:spPr>
        <p:txBody>
          <a:bodyPr wrap="square" rtlCol="0">
            <a:spAutoFit/>
          </a:bodyPr>
          <a:lstStyle/>
          <a:p>
            <a:pPr algn="ctr"/>
            <a:r>
              <a:rPr lang="en-US" sz="900" dirty="0"/>
              <a:t>28</a:t>
            </a:r>
          </a:p>
        </p:txBody>
      </p:sp>
      <p:sp>
        <p:nvSpPr>
          <p:cNvPr id="48" name="TextBox 47">
            <a:extLst>
              <a:ext uri="{FF2B5EF4-FFF2-40B4-BE49-F238E27FC236}">
                <a16:creationId xmlns:a16="http://schemas.microsoft.com/office/drawing/2014/main" id="{13E398FE-3E8B-244E-B05A-F984A1DA4C66}"/>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0D5317E-70B7-6D4A-C882-DDDC6CCA51E9}"/>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E661871D-B92C-65C1-4274-0C03D207A9E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A29BE6C-E6C7-C6D3-3428-5EE78631E4AA}"/>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9A7695A-49AE-0828-A0CA-CC833E4DDD2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36EB90C0-2561-554E-B5B5-4BF9242C9E0A}"/>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979B0585-9D0F-0CC8-D752-6CB1592092F3}"/>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CA189190-F310-18A2-7EBA-65D6A7F2DA7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F2EFEAC1-BCFB-72A6-71DA-C68BEAF1C279}"/>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F2458279-CB22-000A-F586-9C32277FCD2E}"/>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4B0A6CF5-53E2-5C42-BF4E-98ADEEAFE08D}"/>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4EAAF948-FDE1-6ABD-1131-AAF1D3B1655C}"/>
              </a:ext>
            </a:extLst>
          </p:cNvPr>
          <p:cNvSpPr txBox="1"/>
          <p:nvPr/>
        </p:nvSpPr>
        <p:spPr>
          <a:xfrm>
            <a:off x="4645378" y="1903821"/>
            <a:ext cx="570089" cy="230832"/>
          </a:xfrm>
          <a:prstGeom prst="rect">
            <a:avLst/>
          </a:prstGeom>
          <a:noFill/>
        </p:spPr>
        <p:txBody>
          <a:bodyPr wrap="square" rtlCol="0">
            <a:spAutoFit/>
          </a:bodyPr>
          <a:lstStyle/>
          <a:p>
            <a:pPr algn="ctr"/>
            <a:r>
              <a:rPr lang="en-US" sz="900" dirty="0"/>
              <a:t>1368</a:t>
            </a:r>
          </a:p>
        </p:txBody>
      </p:sp>
      <p:sp>
        <p:nvSpPr>
          <p:cNvPr id="84" name="TextBox 83">
            <a:extLst>
              <a:ext uri="{FF2B5EF4-FFF2-40B4-BE49-F238E27FC236}">
                <a16:creationId xmlns:a16="http://schemas.microsoft.com/office/drawing/2014/main" id="{675D3B8F-74ED-D03E-EB6F-07CC618D6C65}"/>
              </a:ext>
            </a:extLst>
          </p:cNvPr>
          <p:cNvSpPr txBox="1"/>
          <p:nvPr/>
        </p:nvSpPr>
        <p:spPr>
          <a:xfrm>
            <a:off x="5650090" y="1903821"/>
            <a:ext cx="570089" cy="230832"/>
          </a:xfrm>
          <a:prstGeom prst="rect">
            <a:avLst/>
          </a:prstGeom>
          <a:noFill/>
        </p:spPr>
        <p:txBody>
          <a:bodyPr wrap="square" rtlCol="0">
            <a:spAutoFit/>
          </a:bodyPr>
          <a:lstStyle/>
          <a:p>
            <a:pPr algn="ctr"/>
            <a:r>
              <a:rPr lang="en-US" sz="900" dirty="0"/>
              <a:t>1368</a:t>
            </a:r>
          </a:p>
        </p:txBody>
      </p:sp>
      <p:sp>
        <p:nvSpPr>
          <p:cNvPr id="85" name="TextBox 84">
            <a:extLst>
              <a:ext uri="{FF2B5EF4-FFF2-40B4-BE49-F238E27FC236}">
                <a16:creationId xmlns:a16="http://schemas.microsoft.com/office/drawing/2014/main" id="{75C1446D-EF17-3D28-741E-F07B9C9C7F3E}"/>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57633A92-BE64-6503-4D3D-0383468F07A9}"/>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C69A89B4-0CDD-D978-567A-9278AD308FDA}"/>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2368</a:t>
            </a:r>
          </a:p>
        </p:txBody>
      </p:sp>
      <p:sp>
        <p:nvSpPr>
          <p:cNvPr id="88" name="TextBox 87">
            <a:extLst>
              <a:ext uri="{FF2B5EF4-FFF2-40B4-BE49-F238E27FC236}">
                <a16:creationId xmlns:a16="http://schemas.microsoft.com/office/drawing/2014/main" id="{6BA4D701-40F3-24A2-C41F-9F631AA00A40}"/>
              </a:ext>
            </a:extLst>
          </p:cNvPr>
          <p:cNvSpPr txBox="1"/>
          <p:nvPr/>
        </p:nvSpPr>
        <p:spPr>
          <a:xfrm>
            <a:off x="4645378" y="4408541"/>
            <a:ext cx="570089" cy="230832"/>
          </a:xfrm>
          <a:prstGeom prst="rect">
            <a:avLst/>
          </a:prstGeom>
          <a:noFill/>
        </p:spPr>
        <p:txBody>
          <a:bodyPr wrap="square" rtlCol="0">
            <a:spAutoFit/>
          </a:bodyPr>
          <a:lstStyle/>
          <a:p>
            <a:pPr algn="ctr"/>
            <a:r>
              <a:rPr lang="en-US" sz="900" dirty="0"/>
              <a:t>12568</a:t>
            </a:r>
          </a:p>
        </p:txBody>
      </p:sp>
      <p:sp>
        <p:nvSpPr>
          <p:cNvPr id="89" name="TextBox 88">
            <a:extLst>
              <a:ext uri="{FF2B5EF4-FFF2-40B4-BE49-F238E27FC236}">
                <a16:creationId xmlns:a16="http://schemas.microsoft.com/office/drawing/2014/main" id="{03DB1B1A-0CE4-6C2A-B438-7B396881DCE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2E26F4D6-981C-68CA-59FF-F85456124A34}"/>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04776AFB-38C7-C804-489B-150413569C93}"/>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133264C7-AC0D-F5C4-0450-05E77C71FA94}"/>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FD95039F-FECF-A114-68BE-5AB47A5085C9}"/>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235678</a:t>
            </a:r>
          </a:p>
        </p:txBody>
      </p:sp>
      <p:sp>
        <p:nvSpPr>
          <p:cNvPr id="94" name="TextBox 93">
            <a:extLst>
              <a:ext uri="{FF2B5EF4-FFF2-40B4-BE49-F238E27FC236}">
                <a16:creationId xmlns:a16="http://schemas.microsoft.com/office/drawing/2014/main" id="{7367CB5F-77DA-0B00-22FD-E5CDAF1738AC}"/>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C47B5DDB-1BB0-EE51-249F-E2512D7AB6D5}"/>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81A3C683-865B-CCEC-569F-FCB9F66F918A}"/>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37405164-8E7D-A04F-2EE0-25DEAF2EA4F6}"/>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1238</a:t>
            </a:r>
          </a:p>
        </p:txBody>
      </p:sp>
      <p:sp>
        <p:nvSpPr>
          <p:cNvPr id="98" name="TextBox 97">
            <a:extLst>
              <a:ext uri="{FF2B5EF4-FFF2-40B4-BE49-F238E27FC236}">
                <a16:creationId xmlns:a16="http://schemas.microsoft.com/office/drawing/2014/main" id="{9E916BA8-5CB3-DFFD-42A3-03B112779FFB}"/>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C299FBB4-6A58-6B2B-E4B1-CBAFD5C5F65A}"/>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074A2981-8823-F07F-A466-414994F788A4}"/>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123568</a:t>
            </a:r>
          </a:p>
        </p:txBody>
      </p:sp>
      <p:sp>
        <p:nvSpPr>
          <p:cNvPr id="101" name="TextBox 100">
            <a:extLst>
              <a:ext uri="{FF2B5EF4-FFF2-40B4-BE49-F238E27FC236}">
                <a16:creationId xmlns:a16="http://schemas.microsoft.com/office/drawing/2014/main" id="{5907427A-19A6-D9A1-553E-455CBD65455B}"/>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701936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9A171-AABC-00CB-C20D-97BEBE1295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81A7C5-ADE0-2C55-A367-14E4603A1481}"/>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68D645AE-C6DC-85B0-5BCD-04E1BDF8633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071ABD6-BE7E-301C-D6D3-28D56160888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9DA5142-BB99-A474-383B-4DCC6370E0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64AF28D-79C5-696F-4519-1A0E6E9543F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706641-A900-DDE9-007E-C1411E6F422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555D473-4467-DF4B-A491-E986989BFE1D}"/>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70E609F0-A6DE-871A-5889-0001ADED3E02}"/>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06482A4-F669-5B1D-D962-3BD73D60378A}"/>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ACDAFF22-1F49-C084-6EDC-7537CE6D4FAC}"/>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5FB29686-7772-687F-8BE8-B4FFB4B7DD75}"/>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6EB50156-D41D-EF8A-84A9-BF05D051F316}"/>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3C4DEC65-5DA7-B2C6-E795-5F45C7814500}"/>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DB000673-AFE5-1865-C7C3-947FED6AEBBD}"/>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9205742-D5B3-CDBD-2176-97512AB57FD7}"/>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F3F4DA2F-D3EC-2D12-5CB6-BD1D2B1F2CC0}"/>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F710ED4C-9F8A-AE0C-7D17-17C214EDD69D}"/>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5B12544B-66D9-97FE-EBE7-1FBCBD4C451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58436CEE-F2AE-C622-DC67-854C75C1B9A1}"/>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561F689E-7F95-38FB-3608-160206DC25E3}"/>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0808DA83-07ED-A8D9-85D8-1622D6C5C7BD}"/>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D5E78E6A-72CD-B825-0D2C-701A2346A110}"/>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562682F2-0506-11BA-793E-E46EB799901B}"/>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FA4004E2-7DD8-02B0-53F9-8197E0528C4C}"/>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6DB295F4-A80E-30A4-BE67-492E842124C1}"/>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8F05B09C-2C8E-D4E1-578A-C79765A62C13}"/>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AF2AC903-3D8D-3FBF-DA90-F857690AE559}"/>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ABFF5FEB-863B-BAEF-064D-F22A3A403F34}"/>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28A81FD8-5244-F90D-FE19-42C8B23114DA}"/>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E3A5853E-2C3C-3E8A-02BA-4C2923B701AE}"/>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7B6A3C6-A6FD-3E26-AED5-9308FFB3615F}"/>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49D5362-3EBD-0E0C-6CD4-8914E4B68AF9}"/>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E3E389A8-94E5-19E4-F77D-B95F0ECF43CF}"/>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C1DD8A4-7863-2029-4143-FA9C0949844D}"/>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70A62BE2-3D8A-1D38-D9A1-81BE1C5DA93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6C08180-0176-E59F-F5BF-BA45BBDD6C5E}"/>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6055F98B-D83F-1994-FC32-D3D684474863}"/>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21EF60DC-AB88-B2D3-2447-1C8008709D91}"/>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D14EC9FA-E32B-AF32-EC6F-9485740CC4B0}"/>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B2E76D6-3B17-D880-A625-E7C00B8B6709}"/>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AECEFEBC-EAFF-815C-5EE7-BD76C561CB49}"/>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3F4CFEC-FEF4-2839-C9C0-720496C81172}"/>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92842872-79C4-0640-AADD-11B86E62D196}"/>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0EA6E6AA-D21D-A2E7-60F5-F9B7ED280B93}"/>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EC60DCC7-CBCC-0489-704A-A3EC5F8A1D10}"/>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EF48F893-3444-EB05-98AB-A98BD29601E5}"/>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678B215F-18B3-496E-E730-DB36EA4D5273}"/>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518B640C-E953-46D3-1857-633F90ECBC40}"/>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1ADC91C3-A831-1AF8-56C2-1AA08387FB10}"/>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EB3B1246-C0AC-80AF-2F37-8B4057B942BB}"/>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6DC1E31F-FB77-9BAC-9ECC-7A942E493138}"/>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A8FEC177-17F9-987F-48AC-8DD86E59E3FB}"/>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59E92246-5B19-C929-4BD3-67BF6D4FA47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4BC66DB8-D408-B236-5AA4-D202A877DA0B}"/>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E04EAB20-8E7F-FD64-C538-8085E0502F52}"/>
              </a:ext>
            </a:extLst>
          </p:cNvPr>
          <p:cNvSpPr txBox="1"/>
          <p:nvPr/>
        </p:nvSpPr>
        <p:spPr>
          <a:xfrm>
            <a:off x="5650090" y="2285497"/>
            <a:ext cx="570089" cy="230832"/>
          </a:xfrm>
          <a:prstGeom prst="rect">
            <a:avLst/>
          </a:prstGeom>
          <a:noFill/>
        </p:spPr>
        <p:txBody>
          <a:bodyPr wrap="square" rtlCol="0">
            <a:spAutoFit/>
          </a:bodyPr>
          <a:lstStyle/>
          <a:p>
            <a:pPr algn="ctr"/>
            <a:r>
              <a:rPr lang="en-US" sz="900" dirty="0"/>
              <a:t>237</a:t>
            </a:r>
          </a:p>
        </p:txBody>
      </p:sp>
      <p:sp>
        <p:nvSpPr>
          <p:cNvPr id="71" name="TextBox 70">
            <a:extLst>
              <a:ext uri="{FF2B5EF4-FFF2-40B4-BE49-F238E27FC236}">
                <a16:creationId xmlns:a16="http://schemas.microsoft.com/office/drawing/2014/main" id="{544849FF-3C26-5D8A-6B4A-1FB6F9228D08}"/>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E0E46D6A-B543-3907-0EF2-18918153432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525D55AC-26FA-D027-7168-54A7738EC481}"/>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E5A08ACD-B8F1-F133-4C0E-F8EA4F03261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237</a:t>
            </a:r>
          </a:p>
        </p:txBody>
      </p:sp>
      <p:sp>
        <p:nvSpPr>
          <p:cNvPr id="76" name="TextBox 75">
            <a:extLst>
              <a:ext uri="{FF2B5EF4-FFF2-40B4-BE49-F238E27FC236}">
                <a16:creationId xmlns:a16="http://schemas.microsoft.com/office/drawing/2014/main" id="{2C413114-51C3-441D-1D89-930DBD7B802E}"/>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148FA3BC-3167-AA02-98E5-B87F8988114D}"/>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23578</a:t>
            </a:r>
          </a:p>
        </p:txBody>
      </p:sp>
      <p:sp>
        <p:nvSpPr>
          <p:cNvPr id="78" name="TextBox 77">
            <a:extLst>
              <a:ext uri="{FF2B5EF4-FFF2-40B4-BE49-F238E27FC236}">
                <a16:creationId xmlns:a16="http://schemas.microsoft.com/office/drawing/2014/main" id="{684EFE16-2A84-20CA-48A6-3D3D42DF9D83}"/>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23578</a:t>
            </a:r>
          </a:p>
        </p:txBody>
      </p:sp>
      <p:sp>
        <p:nvSpPr>
          <p:cNvPr id="79" name="TextBox 78">
            <a:extLst>
              <a:ext uri="{FF2B5EF4-FFF2-40B4-BE49-F238E27FC236}">
                <a16:creationId xmlns:a16="http://schemas.microsoft.com/office/drawing/2014/main" id="{7E7CBD37-0365-1264-1966-FDB5EA9E8976}"/>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34AD7A19-04CC-A800-96DF-622F90AA426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73EFFD8D-128F-04B0-839B-C51A4945EC3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B821B195-7208-5412-1F79-A3D19358359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374FA709-E92C-88F1-9F34-60ECC2D4449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3180E3D2-B6AA-87F9-9218-19F8590B625D}"/>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60ED2A6E-B341-D208-EA27-CFB376DDF4FB}"/>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851E08E9-181C-FD20-00FF-D129DA29196B}"/>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E46BE4E5-06AD-19F3-1B8C-04DEEDD1313D}"/>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592014BE-75C2-83DA-ACD3-7D90C32E2E02}"/>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A1E79C12-DC69-B51E-D16E-D00DF507B9C1}"/>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7439CA8C-C151-6578-E69B-9D3E881582DB}"/>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6577533E-D685-9AE2-791B-8B542DBB7C1C}"/>
              </a:ext>
            </a:extLst>
          </p:cNvPr>
          <p:cNvSpPr txBox="1"/>
          <p:nvPr/>
        </p:nvSpPr>
        <p:spPr>
          <a:xfrm>
            <a:off x="4645378" y="1903821"/>
            <a:ext cx="570089" cy="230832"/>
          </a:xfrm>
          <a:prstGeom prst="rect">
            <a:avLst/>
          </a:prstGeom>
          <a:noFill/>
        </p:spPr>
        <p:txBody>
          <a:bodyPr wrap="square" rtlCol="0">
            <a:spAutoFit/>
          </a:bodyPr>
          <a:lstStyle/>
          <a:p>
            <a:pPr algn="ctr"/>
            <a:r>
              <a:rPr lang="en-US" sz="900" dirty="0"/>
              <a:t>138</a:t>
            </a:r>
          </a:p>
        </p:txBody>
      </p:sp>
      <p:sp>
        <p:nvSpPr>
          <p:cNvPr id="84" name="TextBox 83">
            <a:extLst>
              <a:ext uri="{FF2B5EF4-FFF2-40B4-BE49-F238E27FC236}">
                <a16:creationId xmlns:a16="http://schemas.microsoft.com/office/drawing/2014/main" id="{8EA9C0A2-D577-F5DC-EB5D-E6870B0E69C7}"/>
              </a:ext>
            </a:extLst>
          </p:cNvPr>
          <p:cNvSpPr txBox="1"/>
          <p:nvPr/>
        </p:nvSpPr>
        <p:spPr>
          <a:xfrm>
            <a:off x="5650090" y="1903821"/>
            <a:ext cx="570089" cy="230832"/>
          </a:xfrm>
          <a:prstGeom prst="rect">
            <a:avLst/>
          </a:prstGeom>
          <a:noFill/>
        </p:spPr>
        <p:txBody>
          <a:bodyPr wrap="square" rtlCol="0">
            <a:spAutoFit/>
          </a:bodyPr>
          <a:lstStyle/>
          <a:p>
            <a:pPr algn="ctr"/>
            <a:r>
              <a:rPr lang="en-US" sz="900" dirty="0"/>
              <a:t>138</a:t>
            </a:r>
          </a:p>
        </p:txBody>
      </p:sp>
      <p:sp>
        <p:nvSpPr>
          <p:cNvPr id="85" name="TextBox 84">
            <a:extLst>
              <a:ext uri="{FF2B5EF4-FFF2-40B4-BE49-F238E27FC236}">
                <a16:creationId xmlns:a16="http://schemas.microsoft.com/office/drawing/2014/main" id="{F4547475-7675-267D-340F-6253DD9C82D7}"/>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5D8625F4-83C1-CA2C-B9E9-90619A1D3FE1}"/>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2A631A66-6772-5B0A-D242-79EDC00B0254}"/>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2368</a:t>
            </a:r>
          </a:p>
        </p:txBody>
      </p:sp>
      <p:sp>
        <p:nvSpPr>
          <p:cNvPr id="88" name="TextBox 87">
            <a:extLst>
              <a:ext uri="{FF2B5EF4-FFF2-40B4-BE49-F238E27FC236}">
                <a16:creationId xmlns:a16="http://schemas.microsoft.com/office/drawing/2014/main" id="{E89A6262-BEAD-5031-6700-FE10F4FECF3E}"/>
              </a:ext>
            </a:extLst>
          </p:cNvPr>
          <p:cNvSpPr txBox="1"/>
          <p:nvPr/>
        </p:nvSpPr>
        <p:spPr>
          <a:xfrm>
            <a:off x="4645378" y="4408541"/>
            <a:ext cx="570089" cy="230832"/>
          </a:xfrm>
          <a:prstGeom prst="rect">
            <a:avLst/>
          </a:prstGeom>
          <a:noFill/>
        </p:spPr>
        <p:txBody>
          <a:bodyPr wrap="square" rtlCol="0">
            <a:spAutoFit/>
          </a:bodyPr>
          <a:lstStyle/>
          <a:p>
            <a:pPr algn="ctr"/>
            <a:r>
              <a:rPr lang="en-US" sz="900" dirty="0"/>
              <a:t>2568</a:t>
            </a:r>
          </a:p>
        </p:txBody>
      </p:sp>
      <p:sp>
        <p:nvSpPr>
          <p:cNvPr id="89" name="TextBox 88">
            <a:extLst>
              <a:ext uri="{FF2B5EF4-FFF2-40B4-BE49-F238E27FC236}">
                <a16:creationId xmlns:a16="http://schemas.microsoft.com/office/drawing/2014/main" id="{3C5379AA-10C3-9266-5FE5-D75660F8A72C}"/>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6D59E60C-E755-B929-ACC3-4716D9DFDAD0}"/>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B3165C76-82B2-7433-AC18-FDD72518CDEF}"/>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EC45351E-7529-8304-8613-4B4294F6145A}"/>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A72B8F9E-DA7E-A842-2891-C1947499DE02}"/>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23578</a:t>
            </a:r>
          </a:p>
        </p:txBody>
      </p:sp>
      <p:sp>
        <p:nvSpPr>
          <p:cNvPr id="94" name="TextBox 93">
            <a:extLst>
              <a:ext uri="{FF2B5EF4-FFF2-40B4-BE49-F238E27FC236}">
                <a16:creationId xmlns:a16="http://schemas.microsoft.com/office/drawing/2014/main" id="{4457D47F-8214-385E-2E4C-93F6F92BDE6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F88916E2-0EE5-F53C-17CB-8765EDE3A59A}"/>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6322DD36-0773-9F1A-2FA0-BB2D7C1194C3}"/>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592BF922-0D10-42E8-D6D9-E4492AE73B70}"/>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1238</a:t>
            </a:r>
          </a:p>
        </p:txBody>
      </p:sp>
      <p:sp>
        <p:nvSpPr>
          <p:cNvPr id="98" name="TextBox 97">
            <a:extLst>
              <a:ext uri="{FF2B5EF4-FFF2-40B4-BE49-F238E27FC236}">
                <a16:creationId xmlns:a16="http://schemas.microsoft.com/office/drawing/2014/main" id="{DEE48D17-5356-DE02-FE4B-291C38BB71AE}"/>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387B5CF2-AB79-B9BC-A0B3-7724187A4CD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F35C3F47-D330-1F00-177E-E364D00A5804}"/>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12358</a:t>
            </a:r>
          </a:p>
        </p:txBody>
      </p:sp>
      <p:sp>
        <p:nvSpPr>
          <p:cNvPr id="101" name="TextBox 100">
            <a:extLst>
              <a:ext uri="{FF2B5EF4-FFF2-40B4-BE49-F238E27FC236}">
                <a16:creationId xmlns:a16="http://schemas.microsoft.com/office/drawing/2014/main" id="{93B859D3-A114-E91E-16BA-57B344CB4215}"/>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243D4186-87AA-3939-519B-16C419BA3D78}"/>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3918DC96-CD63-D4F0-792F-D66237C342AA}"/>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681662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2E0E2-32A0-015A-085D-D1BA5A7C9E4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13B7E6-14B2-DC6E-FD44-9A3003CD1530}"/>
              </a:ext>
            </a:extLst>
          </p:cNvPr>
          <p:cNvSpPr>
            <a:spLocks noGrp="1"/>
          </p:cNvSpPr>
          <p:nvPr>
            <p:ph sz="half" idx="1"/>
          </p:nvPr>
        </p:nvSpPr>
        <p:spPr/>
        <p:txBody>
          <a:bodyPr>
            <a:normAutofit/>
          </a:bodyPr>
          <a:lstStyle/>
          <a:p>
            <a:r>
              <a:rPr lang="en-US" dirty="0"/>
              <a:t>Initialize last cell.</a:t>
            </a:r>
          </a:p>
          <a:p>
            <a:r>
              <a:rPr lang="en-US" dirty="0"/>
              <a:t>And here begins the closing scrum.</a:t>
            </a:r>
          </a:p>
        </p:txBody>
      </p:sp>
      <p:pic>
        <p:nvPicPr>
          <p:cNvPr id="4" name="Picture 3" descr="A grid of sudoku puzzle&#10;&#10;Description automatically generated">
            <a:extLst>
              <a:ext uri="{FF2B5EF4-FFF2-40B4-BE49-F238E27FC236}">
                <a16:creationId xmlns:a16="http://schemas.microsoft.com/office/drawing/2014/main" id="{87FEF9D3-5120-38CC-B24F-9185069A77B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1EFD9F6-115D-ACDD-3C49-3C91695DDC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C37AE0-92BD-F00B-308D-4398C74425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824276-199C-D000-439C-3F32BB03622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3391E8D-9989-CCF3-EE89-C22D37F92BB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132171F3-D82D-C594-C82B-2734A2FA318B}"/>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F8C6DF40-1BE7-8C8D-D2F6-5147205CB8B7}"/>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3ECC91E9-3289-45A8-67AD-BE6E9DD93CB5}"/>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E6067357-6544-DF8D-22DD-761F12D63090}"/>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B4579D4E-07DD-6C6E-400B-EE33BCF801ED}"/>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E1B27ED-A2DF-DA62-44C1-BCF8ABDCCA21}"/>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21DC5C8E-488C-A526-72DC-58726DB80AAC}"/>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A0C18601-5FFB-626C-EFC4-5282810017B9}"/>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C1A16E9-8461-90A4-62E7-9F0944E0DD20}"/>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5B258210-8F0F-5F0D-F206-83D4E3D9BC65}"/>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D0BFEB74-5652-AB20-6385-A23041A0B8BC}"/>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EEE61AD-31BA-6F8C-BDC1-FBA290B59A58}"/>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9D0DBA2B-077F-D373-B2EC-BC34EE3F9B7C}"/>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40E465EB-FB57-1BA0-FE37-4E27B8446341}"/>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96FFDED3-C64E-129B-01EB-CE8FC45CFB7E}"/>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C41FD9BC-6815-7D03-FB6E-C388014CFFF9}"/>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B1460ED7-1CA2-4D83-EDBC-E7C2180432CD}"/>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039C2487-DE81-6E9D-3D4C-9D2AE66B92D8}"/>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8688BF1-316E-5A49-63FD-FE7B5B14E286}"/>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86628BCB-93CB-C95E-0541-DB7F97653DFB}"/>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0DDB433A-1AFD-827B-0B87-C72DC4842A5B}"/>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D6A81654-ED40-89EB-A927-FBD1599AE266}"/>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AD3D213F-9F49-94F4-BCAE-30C12DD6E27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ECCEF308-CE66-C469-1809-BDE163526655}"/>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5537039-51E4-1FC9-5C2F-F665D47C0A10}"/>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971C95FC-1489-C9BD-1CA5-173A0788A33A}"/>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49DD84EB-4F1B-2F7D-142F-4CFB064CB657}"/>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98334BC-6C0C-8A18-1DEE-798D4E457486}"/>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08CC0C51-FBEE-3C6E-A25C-471743C573BC}"/>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473C5FDB-F10E-7C7E-41E0-B1C474D990DF}"/>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55D4F102-4A90-B304-A303-196397D15440}"/>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613CFEDA-A4A7-FF69-F191-67DA3E1A7FDB}"/>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5A5EF73F-ED84-599B-D292-36818B161EB6}"/>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A7A1189D-AA76-4CD5-2B93-F996A69A5B0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DA757882-07E5-0ADB-FF46-CD7CD9440EF8}"/>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ACBA888A-78E4-4120-1452-FC5CA8E32DF6}"/>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203C8EBD-4FE5-7D9B-0FC3-2301DFB74676}"/>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F2C0413F-69A1-61CC-48C8-5F2E7E476531}"/>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C1C111F1-9091-66CA-3E51-35EE7B8C0670}"/>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8B9A1B7A-4849-DA34-ADAE-3072ACB668AD}"/>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12E5D750-C8AF-0EA0-DB35-2DB2F168977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8154E432-50F7-6853-7AB3-6B3C3F307E93}"/>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5648BE00-1F62-5FB4-B9F3-25104C95951C}"/>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D325B48D-41C1-134A-C554-0C3E2F6F1C08}"/>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E29BF933-3557-0471-BC09-AA23802B10A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18005033-CB69-199E-8D0C-AF2CD6A8404A}"/>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32838605-46F4-57C4-5BE3-A5034D346839}"/>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D1529A01-37ED-6289-0077-83532ECA1EBA}"/>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EB107278-E033-1C9A-88FB-6ECA38613DAD}"/>
              </a:ext>
            </a:extLst>
          </p:cNvPr>
          <p:cNvSpPr txBox="1"/>
          <p:nvPr/>
        </p:nvSpPr>
        <p:spPr>
          <a:xfrm>
            <a:off x="5650090" y="2285497"/>
            <a:ext cx="570089" cy="230832"/>
          </a:xfrm>
          <a:prstGeom prst="rect">
            <a:avLst/>
          </a:prstGeom>
          <a:noFill/>
        </p:spPr>
        <p:txBody>
          <a:bodyPr wrap="square" rtlCol="0">
            <a:spAutoFit/>
          </a:bodyPr>
          <a:lstStyle/>
          <a:p>
            <a:pPr algn="ctr"/>
            <a:r>
              <a:rPr lang="en-US" sz="900" dirty="0"/>
              <a:t>237</a:t>
            </a:r>
          </a:p>
        </p:txBody>
      </p:sp>
      <p:sp>
        <p:nvSpPr>
          <p:cNvPr id="71" name="TextBox 70">
            <a:extLst>
              <a:ext uri="{FF2B5EF4-FFF2-40B4-BE49-F238E27FC236}">
                <a16:creationId xmlns:a16="http://schemas.microsoft.com/office/drawing/2014/main" id="{0996BFBB-CBE8-692C-B600-8E8560573701}"/>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2578</a:t>
            </a:r>
          </a:p>
        </p:txBody>
      </p:sp>
      <p:sp>
        <p:nvSpPr>
          <p:cNvPr id="72" name="TextBox 71">
            <a:extLst>
              <a:ext uri="{FF2B5EF4-FFF2-40B4-BE49-F238E27FC236}">
                <a16:creationId xmlns:a16="http://schemas.microsoft.com/office/drawing/2014/main" id="{C9346967-FC3C-7256-17DE-DCD9739E18E7}"/>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A7817621-9600-9ACE-C055-48B1B30CA693}"/>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2578</a:t>
            </a:r>
          </a:p>
        </p:txBody>
      </p:sp>
      <p:sp>
        <p:nvSpPr>
          <p:cNvPr id="75" name="TextBox 74">
            <a:extLst>
              <a:ext uri="{FF2B5EF4-FFF2-40B4-BE49-F238E27FC236}">
                <a16:creationId xmlns:a16="http://schemas.microsoft.com/office/drawing/2014/main" id="{092F77E4-D198-6219-5D06-46DC90B62511}"/>
              </a:ext>
            </a:extLst>
          </p:cNvPr>
          <p:cNvSpPr txBox="1"/>
          <p:nvPr/>
        </p:nvSpPr>
        <p:spPr>
          <a:xfrm>
            <a:off x="6654802" y="3788329"/>
            <a:ext cx="570089" cy="230832"/>
          </a:xfrm>
          <a:prstGeom prst="rect">
            <a:avLst/>
          </a:prstGeom>
          <a:noFill/>
        </p:spPr>
        <p:txBody>
          <a:bodyPr wrap="square" rtlCol="0">
            <a:spAutoFit/>
          </a:bodyPr>
          <a:lstStyle/>
          <a:p>
            <a:pPr algn="ctr"/>
            <a:r>
              <a:rPr lang="en-US" sz="900" dirty="0"/>
              <a:t>237</a:t>
            </a:r>
          </a:p>
        </p:txBody>
      </p:sp>
      <p:sp>
        <p:nvSpPr>
          <p:cNvPr id="76" name="TextBox 75">
            <a:extLst>
              <a:ext uri="{FF2B5EF4-FFF2-40B4-BE49-F238E27FC236}">
                <a16:creationId xmlns:a16="http://schemas.microsoft.com/office/drawing/2014/main" id="{4D737A9E-4B3C-3CE0-8630-D41FD9A7FA55}"/>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322CBB5A-8FB7-8F9C-4CE0-BA4507A244F5}"/>
              </a:ext>
            </a:extLst>
          </p:cNvPr>
          <p:cNvSpPr txBox="1"/>
          <p:nvPr/>
        </p:nvSpPr>
        <p:spPr>
          <a:xfrm>
            <a:off x="5147734" y="3287385"/>
            <a:ext cx="570089" cy="230832"/>
          </a:xfrm>
          <a:prstGeom prst="rect">
            <a:avLst/>
          </a:prstGeom>
          <a:noFill/>
        </p:spPr>
        <p:txBody>
          <a:bodyPr wrap="square" rtlCol="0">
            <a:spAutoFit/>
          </a:bodyPr>
          <a:lstStyle/>
          <a:p>
            <a:pPr algn="ctr"/>
            <a:r>
              <a:rPr lang="en-US" sz="900" dirty="0"/>
              <a:t>23578</a:t>
            </a:r>
          </a:p>
        </p:txBody>
      </p:sp>
      <p:sp>
        <p:nvSpPr>
          <p:cNvPr id="78" name="TextBox 77">
            <a:extLst>
              <a:ext uri="{FF2B5EF4-FFF2-40B4-BE49-F238E27FC236}">
                <a16:creationId xmlns:a16="http://schemas.microsoft.com/office/drawing/2014/main" id="{97DE43B1-25FD-AFC6-1B4D-468C854BFAF7}"/>
              </a:ext>
            </a:extLst>
          </p:cNvPr>
          <p:cNvSpPr txBox="1"/>
          <p:nvPr/>
        </p:nvSpPr>
        <p:spPr>
          <a:xfrm>
            <a:off x="6152446" y="3788329"/>
            <a:ext cx="570089" cy="230832"/>
          </a:xfrm>
          <a:prstGeom prst="rect">
            <a:avLst/>
          </a:prstGeom>
          <a:noFill/>
        </p:spPr>
        <p:txBody>
          <a:bodyPr wrap="square" rtlCol="0">
            <a:spAutoFit/>
          </a:bodyPr>
          <a:lstStyle/>
          <a:p>
            <a:pPr algn="ctr"/>
            <a:r>
              <a:rPr lang="en-US" sz="900" dirty="0"/>
              <a:t>23578</a:t>
            </a:r>
          </a:p>
        </p:txBody>
      </p:sp>
      <p:sp>
        <p:nvSpPr>
          <p:cNvPr id="79" name="TextBox 78">
            <a:extLst>
              <a:ext uri="{FF2B5EF4-FFF2-40B4-BE49-F238E27FC236}">
                <a16:creationId xmlns:a16="http://schemas.microsoft.com/office/drawing/2014/main" id="{AE8786A5-2790-E704-AA29-A490EF6CD05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41A47DA9-98CA-E5FE-CF5F-966B91008E5D}"/>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DC5F238-FBC2-3BDC-7C8F-ED588A7347A3}"/>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07683759-17FC-11D3-7777-EF8473B594B8}"/>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D2D1C01B-8773-300D-B6DB-8DC3EBEEB55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F702FAD7-6682-67F8-CCB3-63A478903C8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0D0935CC-B1B2-46C8-7A47-AFE1A5181329}"/>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99A4561A-7802-8E1E-2073-4576FB47ED24}"/>
              </a:ext>
            </a:extLst>
          </p:cNvPr>
          <p:cNvSpPr txBox="1"/>
          <p:nvPr/>
        </p:nvSpPr>
        <p:spPr>
          <a:xfrm>
            <a:off x="5147734" y="901933"/>
            <a:ext cx="570089" cy="230832"/>
          </a:xfrm>
          <a:prstGeom prst="rect">
            <a:avLst/>
          </a:prstGeom>
          <a:noFill/>
        </p:spPr>
        <p:txBody>
          <a:bodyPr wrap="square" rtlCol="0">
            <a:spAutoFit/>
          </a:bodyPr>
          <a:lstStyle/>
          <a:p>
            <a:pPr algn="ctr"/>
            <a:r>
              <a:rPr lang="en-US" sz="900" dirty="0"/>
              <a:t>128</a:t>
            </a:r>
          </a:p>
        </p:txBody>
      </p:sp>
      <p:sp>
        <p:nvSpPr>
          <p:cNvPr id="65" name="TextBox 64">
            <a:extLst>
              <a:ext uri="{FF2B5EF4-FFF2-40B4-BE49-F238E27FC236}">
                <a16:creationId xmlns:a16="http://schemas.microsoft.com/office/drawing/2014/main" id="{D57CBAB5-D2FB-F24B-AAFB-8555F7C1CE9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D0BD16B6-E175-E690-A2EA-83622644C2AD}"/>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04F86C5F-01E9-CB56-59AF-756DA8695C5B}"/>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39CAFE28-CD39-ED4C-36E7-7CF0FAAF5D18}"/>
              </a:ext>
            </a:extLst>
          </p:cNvPr>
          <p:cNvSpPr txBox="1"/>
          <p:nvPr/>
        </p:nvSpPr>
        <p:spPr>
          <a:xfrm>
            <a:off x="3138310"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DDB6AA37-3216-BA0E-466B-B1A9DCB5D08B}"/>
              </a:ext>
            </a:extLst>
          </p:cNvPr>
          <p:cNvSpPr txBox="1"/>
          <p:nvPr/>
        </p:nvSpPr>
        <p:spPr>
          <a:xfrm>
            <a:off x="4645378" y="1903821"/>
            <a:ext cx="570089" cy="230832"/>
          </a:xfrm>
          <a:prstGeom prst="rect">
            <a:avLst/>
          </a:prstGeom>
          <a:noFill/>
        </p:spPr>
        <p:txBody>
          <a:bodyPr wrap="square" rtlCol="0">
            <a:spAutoFit/>
          </a:bodyPr>
          <a:lstStyle/>
          <a:p>
            <a:pPr algn="ctr"/>
            <a:r>
              <a:rPr lang="en-US" sz="900" dirty="0"/>
              <a:t>138</a:t>
            </a:r>
          </a:p>
        </p:txBody>
      </p:sp>
      <p:sp>
        <p:nvSpPr>
          <p:cNvPr id="84" name="TextBox 83">
            <a:extLst>
              <a:ext uri="{FF2B5EF4-FFF2-40B4-BE49-F238E27FC236}">
                <a16:creationId xmlns:a16="http://schemas.microsoft.com/office/drawing/2014/main" id="{371CDAB8-0D65-056B-D0B5-B39AA7CF4616}"/>
              </a:ext>
            </a:extLst>
          </p:cNvPr>
          <p:cNvSpPr txBox="1"/>
          <p:nvPr/>
        </p:nvSpPr>
        <p:spPr>
          <a:xfrm>
            <a:off x="5650090" y="1903821"/>
            <a:ext cx="570089" cy="230832"/>
          </a:xfrm>
          <a:prstGeom prst="rect">
            <a:avLst/>
          </a:prstGeom>
          <a:noFill/>
        </p:spPr>
        <p:txBody>
          <a:bodyPr wrap="square" rtlCol="0">
            <a:spAutoFit/>
          </a:bodyPr>
          <a:lstStyle/>
          <a:p>
            <a:pPr algn="ctr"/>
            <a:r>
              <a:rPr lang="en-US" sz="900" dirty="0"/>
              <a:t>138</a:t>
            </a:r>
          </a:p>
        </p:txBody>
      </p:sp>
      <p:sp>
        <p:nvSpPr>
          <p:cNvPr id="85" name="TextBox 84">
            <a:extLst>
              <a:ext uri="{FF2B5EF4-FFF2-40B4-BE49-F238E27FC236}">
                <a16:creationId xmlns:a16="http://schemas.microsoft.com/office/drawing/2014/main" id="{24272B31-C5AB-28EB-CEE4-FDFB089EA929}"/>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6" name="TextBox 85">
            <a:extLst>
              <a:ext uri="{FF2B5EF4-FFF2-40B4-BE49-F238E27FC236}">
                <a16:creationId xmlns:a16="http://schemas.microsoft.com/office/drawing/2014/main" id="{9B90DF4E-57D4-8D1F-1219-70AF132D3741}"/>
              </a:ext>
            </a:extLst>
          </p:cNvPr>
          <p:cNvSpPr txBox="1"/>
          <p:nvPr/>
        </p:nvSpPr>
        <p:spPr>
          <a:xfrm>
            <a:off x="4143022" y="3406653"/>
            <a:ext cx="570089" cy="230832"/>
          </a:xfrm>
          <a:prstGeom prst="rect">
            <a:avLst/>
          </a:prstGeom>
          <a:noFill/>
        </p:spPr>
        <p:txBody>
          <a:bodyPr wrap="square" rtlCol="0">
            <a:spAutoFit/>
          </a:bodyPr>
          <a:lstStyle/>
          <a:p>
            <a:pPr algn="ctr"/>
            <a:r>
              <a:rPr lang="en-US" sz="900" dirty="0"/>
              <a:t>82</a:t>
            </a:r>
          </a:p>
        </p:txBody>
      </p:sp>
      <p:sp>
        <p:nvSpPr>
          <p:cNvPr id="87" name="TextBox 86">
            <a:extLst>
              <a:ext uri="{FF2B5EF4-FFF2-40B4-BE49-F238E27FC236}">
                <a16:creationId xmlns:a16="http://schemas.microsoft.com/office/drawing/2014/main" id="{84E28075-A045-2A71-9E56-8C60D026FEA6}"/>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2368</a:t>
            </a:r>
          </a:p>
        </p:txBody>
      </p:sp>
      <p:sp>
        <p:nvSpPr>
          <p:cNvPr id="88" name="TextBox 87">
            <a:extLst>
              <a:ext uri="{FF2B5EF4-FFF2-40B4-BE49-F238E27FC236}">
                <a16:creationId xmlns:a16="http://schemas.microsoft.com/office/drawing/2014/main" id="{B33ED85B-C4FC-5E96-19B9-FC7378DD77A5}"/>
              </a:ext>
            </a:extLst>
          </p:cNvPr>
          <p:cNvSpPr txBox="1"/>
          <p:nvPr/>
        </p:nvSpPr>
        <p:spPr>
          <a:xfrm>
            <a:off x="4645378" y="4408541"/>
            <a:ext cx="570089" cy="230832"/>
          </a:xfrm>
          <a:prstGeom prst="rect">
            <a:avLst/>
          </a:prstGeom>
          <a:noFill/>
        </p:spPr>
        <p:txBody>
          <a:bodyPr wrap="square" rtlCol="0">
            <a:spAutoFit/>
          </a:bodyPr>
          <a:lstStyle/>
          <a:p>
            <a:pPr algn="ctr"/>
            <a:r>
              <a:rPr lang="en-US" sz="900" dirty="0"/>
              <a:t>2568</a:t>
            </a:r>
          </a:p>
        </p:txBody>
      </p:sp>
      <p:sp>
        <p:nvSpPr>
          <p:cNvPr id="89" name="TextBox 88">
            <a:extLst>
              <a:ext uri="{FF2B5EF4-FFF2-40B4-BE49-F238E27FC236}">
                <a16:creationId xmlns:a16="http://schemas.microsoft.com/office/drawing/2014/main" id="{4789C7A9-3132-44D3-4685-608AFFB90D8C}"/>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5C11EDDC-A460-7D0C-F776-1DD175368AE5}"/>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1031E525-361C-695C-4CE4-056DFEC61C1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F067DD13-2548-E684-A247-25AE46241556}"/>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235678</a:t>
            </a:r>
          </a:p>
        </p:txBody>
      </p:sp>
      <p:sp>
        <p:nvSpPr>
          <p:cNvPr id="93" name="TextBox 92">
            <a:extLst>
              <a:ext uri="{FF2B5EF4-FFF2-40B4-BE49-F238E27FC236}">
                <a16:creationId xmlns:a16="http://schemas.microsoft.com/office/drawing/2014/main" id="{698AED9E-3622-BD87-D7E2-A6B455CCA337}"/>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23578</a:t>
            </a:r>
          </a:p>
        </p:txBody>
      </p:sp>
      <p:sp>
        <p:nvSpPr>
          <p:cNvPr id="94" name="TextBox 93">
            <a:extLst>
              <a:ext uri="{FF2B5EF4-FFF2-40B4-BE49-F238E27FC236}">
                <a16:creationId xmlns:a16="http://schemas.microsoft.com/office/drawing/2014/main" id="{9590BBD1-FB89-384F-1D67-F64DC6D90C5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068F7CD0-E7A6-5271-2560-B386A74A8D0E}"/>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823D4A7B-CC13-1184-B0D5-08B1698CD613}"/>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5EFC6A45-CF3F-F297-1074-3987E7D749F4}"/>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1238</a:t>
            </a:r>
          </a:p>
        </p:txBody>
      </p:sp>
      <p:sp>
        <p:nvSpPr>
          <p:cNvPr id="98" name="TextBox 97">
            <a:extLst>
              <a:ext uri="{FF2B5EF4-FFF2-40B4-BE49-F238E27FC236}">
                <a16:creationId xmlns:a16="http://schemas.microsoft.com/office/drawing/2014/main" id="{CFDBE4FF-F8B6-D259-42DF-151777DF985A}"/>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14AFEB41-8A3F-9EB2-54D2-393767F5EC3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94AAF1CE-9785-C68F-4C74-2D6696AD76AC}"/>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12358</a:t>
            </a:r>
          </a:p>
        </p:txBody>
      </p:sp>
      <p:sp>
        <p:nvSpPr>
          <p:cNvPr id="101" name="TextBox 100">
            <a:extLst>
              <a:ext uri="{FF2B5EF4-FFF2-40B4-BE49-F238E27FC236}">
                <a16:creationId xmlns:a16="http://schemas.microsoft.com/office/drawing/2014/main" id="{FE93993C-3A31-A652-D6B6-8EA57D6E85FE}"/>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D70770DE-F52F-37F2-41F4-68174F5AA5D9}"/>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F863159E-456A-6D9F-4B52-240E040F8EC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B95FB7B-7E5A-1F57-C2AD-96F76E6D87D3}"/>
              </a:ext>
            </a:extLst>
          </p:cNvPr>
          <p:cNvSpPr txBox="1"/>
          <p:nvPr/>
        </p:nvSpPr>
        <p:spPr>
          <a:xfrm>
            <a:off x="5147734" y="3907597"/>
            <a:ext cx="570089" cy="230832"/>
          </a:xfrm>
          <a:prstGeom prst="rect">
            <a:avLst/>
          </a:prstGeom>
          <a:noFill/>
        </p:spPr>
        <p:txBody>
          <a:bodyPr wrap="square" rtlCol="0">
            <a:spAutoFit/>
          </a:bodyPr>
          <a:lstStyle/>
          <a:p>
            <a:pPr algn="ctr"/>
            <a:r>
              <a:rPr lang="en-US" sz="900" dirty="0"/>
              <a:t>1357</a:t>
            </a:r>
          </a:p>
        </p:txBody>
      </p:sp>
    </p:spTree>
    <p:extLst>
      <p:ext uri="{BB962C8B-B14F-4D97-AF65-F5344CB8AC3E}">
        <p14:creationId xmlns:p14="http://schemas.microsoft.com/office/powerpoint/2010/main" val="8561904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B4BA5-10AA-03B7-32D3-FF3AB65FA74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55E3D3-3838-9C4D-0663-0ECF1A4E38B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F579BB2-89CA-11E8-E57F-FD1ACAEC571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32D3CF1-FD09-DB2B-A741-9B5FE74BC97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B02B112-40A7-24E4-D3B8-B4D380092E1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A5A7625-C975-BCC6-CADF-EAB28A095A2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5E7A05B-9FE5-EFBF-681E-CEDD1464B96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46D8F62-A2E6-4E72-1B37-C6DF3E52EF1F}"/>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006EE0EF-769C-547F-ED21-22E5042D4CF2}"/>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276B45FE-DE82-D037-CDD9-C4AE3A718159}"/>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FEC57AC0-F85E-E732-C78D-5094F5466492}"/>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5B7A243E-0FA7-65CF-862D-1508B3990FAF}"/>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42C4C18-7832-6615-7446-851EE296F062}"/>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C2F7641E-0A66-5E47-4DA5-4D5B13DDFA08}"/>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A2D6E9D-E3DC-D2D3-55AC-A138D3A35AC4}"/>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F799FFF-814A-85B0-A881-83F5992E0DC4}"/>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2DDA5D39-AFDD-0CE0-A719-D9255B779D5A}"/>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B94ABDF6-0D02-414B-3DF6-D562B4577E7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1122AD36-CFA7-A769-847C-AC8DDD50B81C}"/>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3943EFD7-049A-BFB7-03D3-C11C89017CA1}"/>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D8990A58-3F9D-7023-C84A-5BCC88665D2F}"/>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F32DB775-4A52-0525-787B-A237416CE130}"/>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9F94CA4D-8990-01E1-C555-AF2B700ECA06}"/>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CC2EBE76-89C0-8F2F-1D31-96B48E1999BA}"/>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E6CBEA30-2A03-EC7E-1D89-C011B283E129}"/>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5A4D3F04-B7FF-C571-2A50-3113CD8E0DF0}"/>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27" name="TextBox 26">
            <a:extLst>
              <a:ext uri="{FF2B5EF4-FFF2-40B4-BE49-F238E27FC236}">
                <a16:creationId xmlns:a16="http://schemas.microsoft.com/office/drawing/2014/main" id="{7381F1CB-F47E-C3CB-15FD-B3D1CA8E0AA5}"/>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BE6CAD22-BD2E-7247-4283-F822416D734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C4FCAC17-96EE-6BE1-55E9-EBC3B82D47E1}"/>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8132CB51-34C8-8DC3-84EE-67EBD8B8C9BB}"/>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FE272FD8-9C2D-4D42-9DD2-7F9160F0E89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A6F374CC-01AA-1933-E877-A9F876E6B448}"/>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63E358EC-60F6-3F6D-C3FE-0010ADDF323F}"/>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71F5435C-F498-057B-D1DB-DB5500DF65E8}"/>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94D051E9-10B3-E609-8C0E-33CB61FF8CB3}"/>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5359798F-629E-8D2B-EF5B-5E97495E15F1}"/>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67B11EE9-769C-A791-1BF2-3647FB036160}"/>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endParaRPr lang="en-US" sz="3200" dirty="0"/>
          </a:p>
        </p:txBody>
      </p:sp>
      <p:sp>
        <p:nvSpPr>
          <p:cNvPr id="38" name="TextBox 37">
            <a:extLst>
              <a:ext uri="{FF2B5EF4-FFF2-40B4-BE49-F238E27FC236}">
                <a16:creationId xmlns:a16="http://schemas.microsoft.com/office/drawing/2014/main" id="{538F5F34-D44D-420C-A588-0B0C3584CECE}"/>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567F21A2-6A07-A973-65E0-5E0F19945143}"/>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ADBF3FFE-5211-3988-4619-7A623C1EFA4E}"/>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7D24BC6B-85A5-C121-1653-F0C14919FFC9}"/>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2B274E3-87C9-A34E-1E38-9A80CA7E7F6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2C72755-E913-1E6D-44F6-582DD2932B11}"/>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C19484FC-0486-0759-7445-666601763DCB}"/>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AEBA3E07-BCB7-233E-ADF3-8AB0827A23FA}"/>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9E060A2F-1C30-B195-CC2E-844042C9B11A}"/>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41C72D7D-32A2-EC0C-976F-7A5160A211A6}"/>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A9231957-23DA-BF5A-7FCE-B1A18CADE71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BBA7D844-C23A-1CD5-3A36-7065FEC7C47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8E4E2A0B-9BB9-BB06-C27E-993A4FA69436}"/>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D7B5C3DF-BFC3-7290-353B-61D645E68F2C}"/>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21C347A0-B1EB-5055-CF75-3A90379CE6D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3265AD59-55E3-4051-0F46-5693B8FC6670}"/>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728E6C52-6728-6C50-79D7-EAFCED993DA5}"/>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DA010C63-C476-9AF0-3FEB-1A196EE2E348}"/>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7B006C77-B24F-8902-49ED-2D0A28D9603B}"/>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2431627C-2CCF-F2C2-E4E9-C4E56343F7AB}"/>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2" name="TextBox 71">
            <a:extLst>
              <a:ext uri="{FF2B5EF4-FFF2-40B4-BE49-F238E27FC236}">
                <a16:creationId xmlns:a16="http://schemas.microsoft.com/office/drawing/2014/main" id="{D143895C-2E9E-8366-E827-39BC23A7CC4E}"/>
              </a:ext>
            </a:extLst>
          </p:cNvPr>
          <p:cNvSpPr txBox="1"/>
          <p:nvPr/>
        </p:nvSpPr>
        <p:spPr>
          <a:xfrm>
            <a:off x="4645378" y="3525921"/>
            <a:ext cx="570089" cy="230832"/>
          </a:xfrm>
          <a:prstGeom prst="rect">
            <a:avLst/>
          </a:prstGeom>
          <a:noFill/>
        </p:spPr>
        <p:txBody>
          <a:bodyPr wrap="square" rtlCol="0">
            <a:spAutoFit/>
          </a:bodyPr>
          <a:lstStyle/>
          <a:p>
            <a:pPr algn="ctr"/>
            <a:r>
              <a:rPr lang="en-US" sz="900" dirty="0"/>
              <a:t>268</a:t>
            </a:r>
          </a:p>
        </p:txBody>
      </p:sp>
      <p:sp>
        <p:nvSpPr>
          <p:cNvPr id="74" name="TextBox 73">
            <a:extLst>
              <a:ext uri="{FF2B5EF4-FFF2-40B4-BE49-F238E27FC236}">
                <a16:creationId xmlns:a16="http://schemas.microsoft.com/office/drawing/2014/main" id="{1B5B11F2-5FDD-B4C7-72E1-CAFFE03AEC10}"/>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BC94D8DE-D26F-F64D-D7A9-329A0775F90A}"/>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6" name="TextBox 75">
            <a:extLst>
              <a:ext uri="{FF2B5EF4-FFF2-40B4-BE49-F238E27FC236}">
                <a16:creationId xmlns:a16="http://schemas.microsoft.com/office/drawing/2014/main" id="{B36331D8-25A2-26BB-D7C7-D35FB6DE7505}"/>
              </a:ext>
            </a:extLst>
          </p:cNvPr>
          <p:cNvSpPr txBox="1"/>
          <p:nvPr/>
        </p:nvSpPr>
        <p:spPr>
          <a:xfrm>
            <a:off x="5650090" y="4527809"/>
            <a:ext cx="570089" cy="230832"/>
          </a:xfrm>
          <a:prstGeom prst="rect">
            <a:avLst/>
          </a:prstGeom>
          <a:noFill/>
        </p:spPr>
        <p:txBody>
          <a:bodyPr wrap="square" rtlCol="0">
            <a:spAutoFit/>
          </a:bodyPr>
          <a:lstStyle/>
          <a:p>
            <a:pPr algn="ctr"/>
            <a:r>
              <a:rPr lang="en-US" sz="900" dirty="0"/>
              <a:t>268</a:t>
            </a:r>
          </a:p>
        </p:txBody>
      </p:sp>
      <p:sp>
        <p:nvSpPr>
          <p:cNvPr id="73" name="TextBox 72">
            <a:extLst>
              <a:ext uri="{FF2B5EF4-FFF2-40B4-BE49-F238E27FC236}">
                <a16:creationId xmlns:a16="http://schemas.microsoft.com/office/drawing/2014/main" id="{FBFD4226-0DAB-44D0-8C7C-35B098D21967}"/>
              </a:ext>
            </a:extLst>
          </p:cNvPr>
          <p:cNvSpPr txBox="1"/>
          <p:nvPr/>
        </p:nvSpPr>
        <p:spPr>
          <a:xfrm>
            <a:off x="5147734" y="3287385"/>
            <a:ext cx="570089" cy="230832"/>
          </a:xfrm>
          <a:prstGeom prst="rect">
            <a:avLst/>
          </a:prstGeom>
          <a:noFill/>
        </p:spPr>
        <p:txBody>
          <a:bodyPr wrap="square" rtlCol="0">
            <a:spAutoFit/>
          </a:bodyPr>
          <a:lstStyle/>
          <a:p>
            <a:pPr algn="ctr"/>
            <a:r>
              <a:rPr lang="en-US" sz="900" dirty="0"/>
              <a:t>357</a:t>
            </a:r>
          </a:p>
        </p:txBody>
      </p:sp>
      <p:sp>
        <p:nvSpPr>
          <p:cNvPr id="78" name="TextBox 77">
            <a:extLst>
              <a:ext uri="{FF2B5EF4-FFF2-40B4-BE49-F238E27FC236}">
                <a16:creationId xmlns:a16="http://schemas.microsoft.com/office/drawing/2014/main" id="{B9B6BB61-434B-AB3C-29D9-9DA337B2F7E7}"/>
              </a:ext>
            </a:extLst>
          </p:cNvPr>
          <p:cNvSpPr txBox="1"/>
          <p:nvPr/>
        </p:nvSpPr>
        <p:spPr>
          <a:xfrm>
            <a:off x="6152446" y="3788329"/>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E8A79DDF-696C-A19C-E19C-B3AB094EBF83}"/>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D303BCDB-F638-1CD5-C0AE-AC2701835724}"/>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8AB4106-A7A2-DE04-76E8-7E1436D8601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A23C365C-A91E-7A09-1C5B-D5FE201CE69F}"/>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74ED5ADC-A9CC-6834-93D8-ABC341087B1A}"/>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228A4F2C-AD51-3313-CB3F-A87416036F0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5AD4E4F4-C8E0-E32C-8B35-1AE907C944A6}"/>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9A027582-0A80-A9F6-1202-A9FE48A52EEF}"/>
              </a:ext>
            </a:extLst>
          </p:cNvPr>
          <p:cNvSpPr txBox="1"/>
          <p:nvPr/>
        </p:nvSpPr>
        <p:spPr>
          <a:xfrm>
            <a:off x="5147734" y="901933"/>
            <a:ext cx="570089" cy="230832"/>
          </a:xfrm>
          <a:prstGeom prst="rect">
            <a:avLst/>
          </a:prstGeom>
          <a:noFill/>
        </p:spPr>
        <p:txBody>
          <a:bodyPr wrap="square" rtlCol="0">
            <a:spAutoFit/>
          </a:bodyPr>
          <a:lstStyle/>
          <a:p>
            <a:pPr algn="ctr"/>
            <a:r>
              <a:rPr lang="en-US" sz="900" dirty="0"/>
              <a:t>82</a:t>
            </a:r>
          </a:p>
        </p:txBody>
      </p:sp>
      <p:sp>
        <p:nvSpPr>
          <p:cNvPr id="65" name="TextBox 64">
            <a:extLst>
              <a:ext uri="{FF2B5EF4-FFF2-40B4-BE49-F238E27FC236}">
                <a16:creationId xmlns:a16="http://schemas.microsoft.com/office/drawing/2014/main" id="{FF870796-9799-6A0C-F5AE-6B7A8D025C09}"/>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92B08B9D-137E-7595-525C-EB61EE19720E}"/>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FF6DF045-172F-EF79-1222-9E1B61477950}"/>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DA67F9DC-DC06-EC15-3B60-E298AFC295E3}"/>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83" name="TextBox 82">
            <a:extLst>
              <a:ext uri="{FF2B5EF4-FFF2-40B4-BE49-F238E27FC236}">
                <a16:creationId xmlns:a16="http://schemas.microsoft.com/office/drawing/2014/main" id="{1FD7560D-C164-B5F9-9BFF-C58D0DDECC6A}"/>
              </a:ext>
            </a:extLst>
          </p:cNvPr>
          <p:cNvSpPr txBox="1"/>
          <p:nvPr/>
        </p:nvSpPr>
        <p:spPr>
          <a:xfrm>
            <a:off x="4645378" y="1903821"/>
            <a:ext cx="570089" cy="230832"/>
          </a:xfrm>
          <a:prstGeom prst="rect">
            <a:avLst/>
          </a:prstGeom>
          <a:no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DD18E899-4FB8-C661-5EF7-1938425138CF}"/>
              </a:ext>
            </a:extLst>
          </p:cNvPr>
          <p:cNvSpPr txBox="1"/>
          <p:nvPr/>
        </p:nvSpPr>
        <p:spPr>
          <a:xfrm>
            <a:off x="5650090" y="1903821"/>
            <a:ext cx="570089" cy="230832"/>
          </a:xfrm>
          <a:prstGeom prst="rect">
            <a:avLst/>
          </a:prstGeom>
          <a:noFill/>
        </p:spPr>
        <p:txBody>
          <a:bodyPr wrap="square" rtlCol="0">
            <a:spAutoFit/>
          </a:bodyPr>
          <a:lstStyle/>
          <a:p>
            <a:pPr algn="ctr"/>
            <a:r>
              <a:rPr lang="en-US" sz="900" dirty="0"/>
              <a:t>31</a:t>
            </a:r>
          </a:p>
        </p:txBody>
      </p:sp>
      <p:sp>
        <p:nvSpPr>
          <p:cNvPr id="85" name="TextBox 84">
            <a:extLst>
              <a:ext uri="{FF2B5EF4-FFF2-40B4-BE49-F238E27FC236}">
                <a16:creationId xmlns:a16="http://schemas.microsoft.com/office/drawing/2014/main" id="{2459E63A-169F-254C-AD4E-8A0C9B5115D4}"/>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7" name="TextBox 86">
            <a:extLst>
              <a:ext uri="{FF2B5EF4-FFF2-40B4-BE49-F238E27FC236}">
                <a16:creationId xmlns:a16="http://schemas.microsoft.com/office/drawing/2014/main" id="{10ACF035-2285-05F2-38D9-823942301AC8}"/>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a:t>
            </a:r>
          </a:p>
        </p:txBody>
      </p:sp>
      <p:sp>
        <p:nvSpPr>
          <p:cNvPr id="88" name="TextBox 87">
            <a:extLst>
              <a:ext uri="{FF2B5EF4-FFF2-40B4-BE49-F238E27FC236}">
                <a16:creationId xmlns:a16="http://schemas.microsoft.com/office/drawing/2014/main" id="{5ED6D660-3BC9-7270-68F5-034B643BB4E9}"/>
              </a:ext>
            </a:extLst>
          </p:cNvPr>
          <p:cNvSpPr txBox="1"/>
          <p:nvPr/>
        </p:nvSpPr>
        <p:spPr>
          <a:xfrm>
            <a:off x="4645378" y="4408541"/>
            <a:ext cx="570089" cy="230832"/>
          </a:xfrm>
          <a:prstGeom prst="rect">
            <a:avLst/>
          </a:prstGeom>
          <a:noFill/>
        </p:spPr>
        <p:txBody>
          <a:bodyPr wrap="square" rtlCol="0">
            <a:spAutoFit/>
          </a:bodyPr>
          <a:lstStyle/>
          <a:p>
            <a:pPr algn="ctr"/>
            <a:r>
              <a:rPr lang="en-US" sz="900" dirty="0"/>
              <a:t>2568</a:t>
            </a:r>
          </a:p>
        </p:txBody>
      </p:sp>
      <p:sp>
        <p:nvSpPr>
          <p:cNvPr id="89" name="TextBox 88">
            <a:extLst>
              <a:ext uri="{FF2B5EF4-FFF2-40B4-BE49-F238E27FC236}">
                <a16:creationId xmlns:a16="http://schemas.microsoft.com/office/drawing/2014/main" id="{9A0A679F-1B83-BDDE-E609-D2E8A864F71F}"/>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F9BC4727-6760-A05A-6259-0E22736CA1F3}"/>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FACB653C-BD23-C0C1-752C-5FA64FE65A3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2" name="TextBox 91">
            <a:extLst>
              <a:ext uri="{FF2B5EF4-FFF2-40B4-BE49-F238E27FC236}">
                <a16:creationId xmlns:a16="http://schemas.microsoft.com/office/drawing/2014/main" id="{F8861EE4-C556-831A-8120-1F3F1F4C8B6A}"/>
              </a:ext>
            </a:extLst>
          </p:cNvPr>
          <p:cNvSpPr txBox="1"/>
          <p:nvPr/>
        </p:nvSpPr>
        <p:spPr>
          <a:xfrm>
            <a:off x="6152446" y="4909484"/>
            <a:ext cx="570089" cy="230832"/>
          </a:xfrm>
          <a:prstGeom prst="rect">
            <a:avLst/>
          </a:prstGeom>
          <a:noFill/>
        </p:spPr>
        <p:txBody>
          <a:bodyPr wrap="square" rtlCol="0">
            <a:spAutoFit/>
          </a:bodyPr>
          <a:lstStyle/>
          <a:p>
            <a:pPr algn="ctr"/>
            <a:r>
              <a:rPr lang="en-US" sz="900" dirty="0"/>
              <a:t>23567</a:t>
            </a:r>
          </a:p>
        </p:txBody>
      </p:sp>
      <p:sp>
        <p:nvSpPr>
          <p:cNvPr id="93" name="TextBox 92">
            <a:extLst>
              <a:ext uri="{FF2B5EF4-FFF2-40B4-BE49-F238E27FC236}">
                <a16:creationId xmlns:a16="http://schemas.microsoft.com/office/drawing/2014/main" id="{DDE67213-73AB-80F1-6E70-4B4A432BA50D}"/>
              </a:ext>
            </a:extLst>
          </p:cNvPr>
          <p:cNvSpPr txBox="1"/>
          <p:nvPr/>
        </p:nvSpPr>
        <p:spPr>
          <a:xfrm>
            <a:off x="6654802" y="4909484"/>
            <a:ext cx="570089" cy="230832"/>
          </a:xfrm>
          <a:prstGeom prst="rect">
            <a:avLst/>
          </a:prstGeom>
          <a:noFill/>
        </p:spPr>
        <p:txBody>
          <a:bodyPr wrap="square" rtlCol="0">
            <a:spAutoFit/>
          </a:bodyPr>
          <a:lstStyle/>
          <a:p>
            <a:pPr algn="ctr"/>
            <a:r>
              <a:rPr lang="en-US" sz="900" dirty="0"/>
              <a:t>23578</a:t>
            </a:r>
          </a:p>
        </p:txBody>
      </p:sp>
      <p:sp>
        <p:nvSpPr>
          <p:cNvPr id="94" name="TextBox 93">
            <a:extLst>
              <a:ext uri="{FF2B5EF4-FFF2-40B4-BE49-F238E27FC236}">
                <a16:creationId xmlns:a16="http://schemas.microsoft.com/office/drawing/2014/main" id="{DFCCCFE8-B7C7-76FB-0B7C-27890ACB318C}"/>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A7F0BC37-2E30-5115-F107-BBCAB96D95A1}"/>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FE25A8F4-F271-36DB-AC27-F8627860E3B3}"/>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5F6DE9D7-B0E0-DA30-BAD9-A8F6A8B715A7}"/>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a:t>
            </a:r>
          </a:p>
        </p:txBody>
      </p:sp>
      <p:sp>
        <p:nvSpPr>
          <p:cNvPr id="98" name="TextBox 97">
            <a:extLst>
              <a:ext uri="{FF2B5EF4-FFF2-40B4-BE49-F238E27FC236}">
                <a16:creationId xmlns:a16="http://schemas.microsoft.com/office/drawing/2014/main" id="{768F124F-EE63-2532-1C2C-41609DC5F7C9}"/>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98D93D2E-5EF4-5A8F-AFD3-638735579EF5}"/>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1DB976EC-02DB-439E-CC5A-311CED6BB516}"/>
              </a:ext>
            </a:extLst>
          </p:cNvPr>
          <p:cNvSpPr txBox="1"/>
          <p:nvPr/>
        </p:nvSpPr>
        <p:spPr>
          <a:xfrm>
            <a:off x="4645378" y="3907597"/>
            <a:ext cx="570089" cy="230832"/>
          </a:xfrm>
          <a:prstGeom prst="rect">
            <a:avLst/>
          </a:prstGeom>
          <a:noFill/>
        </p:spPr>
        <p:txBody>
          <a:bodyPr wrap="square" rtlCol="0">
            <a:spAutoFit/>
          </a:bodyPr>
          <a:lstStyle/>
          <a:p>
            <a:pPr algn="ctr"/>
            <a:r>
              <a:rPr lang="en-US" sz="900" dirty="0"/>
              <a:t>135</a:t>
            </a:r>
          </a:p>
        </p:txBody>
      </p:sp>
      <p:sp>
        <p:nvSpPr>
          <p:cNvPr id="101" name="TextBox 100">
            <a:extLst>
              <a:ext uri="{FF2B5EF4-FFF2-40B4-BE49-F238E27FC236}">
                <a16:creationId xmlns:a16="http://schemas.microsoft.com/office/drawing/2014/main" id="{8A0F32CF-E483-6A74-C543-AB1D3DD37679}"/>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E305647A-790D-F399-783F-602D8C8DB909}"/>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8773F6DC-C60E-223C-C435-965C2177472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4896981D-754F-95A4-29B2-6D8C6D04F346}"/>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5A7403B9-F3C3-0DB2-4FB0-2428621B9E79}"/>
              </a:ext>
            </a:extLst>
          </p:cNvPr>
          <p:cNvSpPr txBox="1"/>
          <p:nvPr/>
        </p:nvSpPr>
        <p:spPr>
          <a:xfrm>
            <a:off x="5147734" y="3907597"/>
            <a:ext cx="570089" cy="230832"/>
          </a:xfrm>
          <a:prstGeom prst="rect">
            <a:avLst/>
          </a:prstGeom>
          <a:noFill/>
        </p:spPr>
        <p:txBody>
          <a:bodyPr wrap="square" rtlCol="0">
            <a:spAutoFit/>
          </a:bodyPr>
          <a:lstStyle/>
          <a:p>
            <a:pPr algn="ctr"/>
            <a:r>
              <a:rPr lang="en-US" sz="900" dirty="0"/>
              <a:t>1357</a:t>
            </a:r>
          </a:p>
        </p:txBody>
      </p:sp>
    </p:spTree>
    <p:extLst>
      <p:ext uri="{BB962C8B-B14F-4D97-AF65-F5344CB8AC3E}">
        <p14:creationId xmlns:p14="http://schemas.microsoft.com/office/powerpoint/2010/main" val="593452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BA97F-FDD0-1DEE-2EA3-FBCADF88BE4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4BD434-EA55-9538-54DD-4A85698596AB}"/>
              </a:ext>
            </a:extLst>
          </p:cNvPr>
          <p:cNvSpPr>
            <a:spLocks noGrp="1"/>
          </p:cNvSpPr>
          <p:nvPr>
            <p:ph sz="half" idx="1"/>
          </p:nvPr>
        </p:nvSpPr>
        <p:spPr/>
        <p:txBody>
          <a:bodyPr>
            <a:normAutofit/>
          </a:bodyPr>
          <a:lstStyle/>
          <a:p>
            <a:r>
              <a:rPr lang="en-US" dirty="0"/>
              <a:t>Reduce. (Note 75/257/257 in Row 8.) (Note 357/37/257/257 in lower right block. Alternatively, last 6 and last 8 in lower right block.)</a:t>
            </a:r>
          </a:p>
        </p:txBody>
      </p:sp>
      <p:pic>
        <p:nvPicPr>
          <p:cNvPr id="4" name="Picture 3" descr="A grid of sudoku puzzle&#10;&#10;Description automatically generated">
            <a:extLst>
              <a:ext uri="{FF2B5EF4-FFF2-40B4-BE49-F238E27FC236}">
                <a16:creationId xmlns:a16="http://schemas.microsoft.com/office/drawing/2014/main" id="{6940CE63-DCC6-1033-AFD7-E9A659EA830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1A17A48-A2B7-DACA-6094-91A367CCF48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52323BF-9FE5-3B7F-A689-5AC01BCF27E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A996AE4E-ACDC-7A3E-9E0F-A77F9F39D1E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BEBA843-9D5F-718C-7364-B998F6827623}"/>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201963E-554B-303C-4A5C-F2E99725365A}"/>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0E1CDBF8-AF7A-0B60-7870-2028D8B637BE}"/>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83661DE5-4214-9E6A-0242-B87F0B7D6CDB}"/>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D2F1CCD6-BCE9-F485-6263-9D7021E0E7C0}"/>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5C160E36-8DAE-3E7E-4B8B-AAA2F611C2C9}"/>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3E5D1B22-1A61-E80B-71F2-F44248CF2119}"/>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490A6924-AF1E-AECD-B2AE-5A0A51E089DF}"/>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F0D13AC9-4E01-B669-2E33-A32A83262D04}"/>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E75B652F-649F-9571-6A42-D648D0A1BA15}"/>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73EFD1FB-7206-A8D5-E7C8-A1B26AF72CF5}"/>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B65E293C-4CF0-3000-3EF0-DB0C576B913C}"/>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97BBEFE-9A77-E093-DF73-31F8AE68DDF0}"/>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96662014-EAB1-C88B-6E17-AA3F609716BE}"/>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90D6B9AC-293D-E632-DA7E-B802102B6FEC}"/>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2E65600B-2DAC-4F6B-6B09-731ECE44092D}"/>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C9D41973-A088-0D0D-26E5-2C3425B8B212}"/>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D96BE0D-A2B8-BD47-0A9B-A7049E6B6A4A}"/>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94712428-1CED-C001-14F8-54D92B9B16C5}"/>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713BFCD1-90A5-CD2D-362D-01125845FFFC}"/>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A897726C-1978-6109-696E-2FF4732D5A94}"/>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12EE217D-8C58-BAF9-D140-A823C61F7B9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DE6CAEA9-C2FE-A5D9-116E-02E0A8CB7EBC}"/>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EF1D3F33-3543-F8DA-047E-04148FB4A435}"/>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B95BB507-7633-8DA8-5436-24705F557328}"/>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B6D424DD-DCB8-3F13-CE61-BDC29AD3FB83}"/>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A7C21E66-5991-99EA-0739-F94690298D1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CF73EB5F-9427-6FCA-7B75-F363F8D4DEF0}"/>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33FFFEAD-C174-3943-D0AE-1C6AAF9FA762}"/>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A0951031-373A-65CA-F5D3-CCF3DB1E2F7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C7055619-FE5E-18F0-FAB1-9E814410A313}"/>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4FBB8355-5BDC-457D-1A3D-0190D5B74106}"/>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8FE4447-0F95-8E46-2C71-DCF507BF71CB}"/>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8A968A2F-B7E6-A05F-8400-6946C41AD18C}"/>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34736887-EC41-317A-F0A2-638D67F52EB3}"/>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D4A328DA-0F0E-D51A-D6F5-51A05518C48E}"/>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B4085F11-D988-FDB7-2FFE-B834EDE1CD1F}"/>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A2D31C7-3272-7F7F-B914-BFB33408F981}"/>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7CE7A6DD-2C43-499D-C5C7-E3AAB4C4DA80}"/>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BEB47984-854A-6FBD-D595-830E38D2721E}"/>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EF385557-84D3-A7F8-8F75-A67D0D4F8C1D}"/>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9D587A95-6175-042B-863B-3D32588D584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CF6AEF31-D206-6CF4-8134-D563562FCB81}"/>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A266F272-2CBC-6D48-AA83-31A8CF83398C}"/>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92F280F7-9C67-0940-2E1E-62F0F8DFE1D3}"/>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9B2727A0-B86B-14A7-95E3-0F428CE03B56}"/>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FC0A766F-8984-B693-74F3-E04E7BD82E2A}"/>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8F63966A-133C-5588-086F-97F92BA9FDF4}"/>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D315A095-68EA-2AF2-6C17-54DB578764AC}"/>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2667D976-7C91-7624-F8D6-35EECE88BCDA}"/>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E96C0F13-FD56-0E3E-BCA5-21D35111BA15}"/>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4" name="TextBox 73">
            <a:extLst>
              <a:ext uri="{FF2B5EF4-FFF2-40B4-BE49-F238E27FC236}">
                <a16:creationId xmlns:a16="http://schemas.microsoft.com/office/drawing/2014/main" id="{059A6F1A-AB25-F0AD-8420-F6E0DD742907}"/>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D6C72FED-F2A4-7BB0-AC39-1F0DCA157D8F}"/>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F1D50F2E-BEF4-569E-2C94-1E8B83B40D83}"/>
              </a:ext>
            </a:extLst>
          </p:cNvPr>
          <p:cNvSpPr txBox="1"/>
          <p:nvPr/>
        </p:nvSpPr>
        <p:spPr>
          <a:xfrm>
            <a:off x="5147734" y="3287385"/>
            <a:ext cx="570089" cy="230832"/>
          </a:xfrm>
          <a:prstGeom prst="rect">
            <a:avLst/>
          </a:prstGeom>
          <a:noFill/>
        </p:spPr>
        <p:txBody>
          <a:bodyPr wrap="square" rtlCol="0">
            <a:spAutoFit/>
          </a:bodyPr>
          <a:lstStyle/>
          <a:p>
            <a:pPr algn="ctr"/>
            <a:r>
              <a:rPr lang="en-US" sz="900" dirty="0"/>
              <a:t>357</a:t>
            </a:r>
          </a:p>
        </p:txBody>
      </p:sp>
      <p:sp>
        <p:nvSpPr>
          <p:cNvPr id="78" name="TextBox 77">
            <a:extLst>
              <a:ext uri="{FF2B5EF4-FFF2-40B4-BE49-F238E27FC236}">
                <a16:creationId xmlns:a16="http://schemas.microsoft.com/office/drawing/2014/main" id="{50DF1075-55C3-6CB9-2A34-A5208962837E}"/>
              </a:ext>
            </a:extLst>
          </p:cNvPr>
          <p:cNvSpPr txBox="1"/>
          <p:nvPr/>
        </p:nvSpPr>
        <p:spPr>
          <a:xfrm>
            <a:off x="6152446" y="3788329"/>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E91E2923-AC03-B2B2-DDE0-660E588B799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DE3C4597-3212-0B8C-AD23-3F73545DF24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EF7BCED0-2912-65BA-A4BF-D6A80966A90C}"/>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36F7F5B0-E57B-D315-8E0C-D5A5959C738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4B6CA1AA-78E5-1D33-A831-DB95639E478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C977BD0C-E187-CB1B-C6F4-2B3820CBD3C3}"/>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64D1D565-F4D8-7BE4-613E-B6D6B7E38EDC}"/>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09B104DF-293F-4810-A7F7-133BBBC35261}"/>
              </a:ext>
            </a:extLst>
          </p:cNvPr>
          <p:cNvSpPr txBox="1"/>
          <p:nvPr/>
        </p:nvSpPr>
        <p:spPr>
          <a:xfrm>
            <a:off x="5147734" y="901933"/>
            <a:ext cx="570089" cy="230832"/>
          </a:xfrm>
          <a:prstGeom prst="rect">
            <a:avLst/>
          </a:prstGeom>
          <a:noFill/>
        </p:spPr>
        <p:txBody>
          <a:bodyPr wrap="square" rtlCol="0">
            <a:spAutoFit/>
          </a:bodyPr>
          <a:lstStyle/>
          <a:p>
            <a:pPr algn="ctr"/>
            <a:r>
              <a:rPr lang="en-US" sz="900" dirty="0"/>
              <a:t>82</a:t>
            </a:r>
          </a:p>
        </p:txBody>
      </p:sp>
      <p:sp>
        <p:nvSpPr>
          <p:cNvPr id="65" name="TextBox 64">
            <a:extLst>
              <a:ext uri="{FF2B5EF4-FFF2-40B4-BE49-F238E27FC236}">
                <a16:creationId xmlns:a16="http://schemas.microsoft.com/office/drawing/2014/main" id="{F27FF3CD-2C44-9069-999E-34CCF6300812}"/>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D73C0F80-DDBA-91F8-572E-4E087B446F24}"/>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E4ABFD34-4E35-DCD9-A1B0-4258395D0183}"/>
              </a:ext>
            </a:extLst>
          </p:cNvPr>
          <p:cNvSpPr txBox="1"/>
          <p:nvPr/>
        </p:nvSpPr>
        <p:spPr>
          <a:xfrm>
            <a:off x="5650090" y="1402877"/>
            <a:ext cx="570089" cy="230832"/>
          </a:xfrm>
          <a:prstGeom prst="rect">
            <a:avLst/>
          </a:prstGeom>
          <a:noFill/>
        </p:spPr>
        <p:txBody>
          <a:bodyPr wrap="square" rtlCol="0">
            <a:spAutoFit/>
          </a:bodyPr>
          <a:lstStyle/>
          <a:p>
            <a:pPr algn="ctr"/>
            <a:r>
              <a:rPr lang="en-US" sz="900" dirty="0"/>
              <a:t>268</a:t>
            </a:r>
          </a:p>
        </p:txBody>
      </p:sp>
      <p:sp>
        <p:nvSpPr>
          <p:cNvPr id="77" name="TextBox 76">
            <a:extLst>
              <a:ext uri="{FF2B5EF4-FFF2-40B4-BE49-F238E27FC236}">
                <a16:creationId xmlns:a16="http://schemas.microsoft.com/office/drawing/2014/main" id="{0CE916F1-DC4B-D90A-5CAC-9848B965BCAA}"/>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83" name="TextBox 82">
            <a:extLst>
              <a:ext uri="{FF2B5EF4-FFF2-40B4-BE49-F238E27FC236}">
                <a16:creationId xmlns:a16="http://schemas.microsoft.com/office/drawing/2014/main" id="{4A69CCDD-30FC-61A5-5FB8-E1AD0EE5EF06}"/>
              </a:ext>
            </a:extLst>
          </p:cNvPr>
          <p:cNvSpPr txBox="1"/>
          <p:nvPr/>
        </p:nvSpPr>
        <p:spPr>
          <a:xfrm>
            <a:off x="4645378" y="1903821"/>
            <a:ext cx="570089" cy="230832"/>
          </a:xfrm>
          <a:prstGeom prst="rect">
            <a:avLst/>
          </a:prstGeom>
          <a:no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1075DA21-619E-7F0D-520F-2470118C8397}"/>
              </a:ext>
            </a:extLst>
          </p:cNvPr>
          <p:cNvSpPr txBox="1"/>
          <p:nvPr/>
        </p:nvSpPr>
        <p:spPr>
          <a:xfrm>
            <a:off x="5650090" y="1903821"/>
            <a:ext cx="570089" cy="230832"/>
          </a:xfrm>
          <a:prstGeom prst="rect">
            <a:avLst/>
          </a:prstGeom>
          <a:noFill/>
        </p:spPr>
        <p:txBody>
          <a:bodyPr wrap="square" rtlCol="0">
            <a:spAutoFit/>
          </a:bodyPr>
          <a:lstStyle/>
          <a:p>
            <a:pPr algn="ctr"/>
            <a:r>
              <a:rPr lang="en-US" sz="900" dirty="0"/>
              <a:t>31</a:t>
            </a:r>
          </a:p>
        </p:txBody>
      </p:sp>
      <p:sp>
        <p:nvSpPr>
          <p:cNvPr id="85" name="TextBox 84">
            <a:extLst>
              <a:ext uri="{FF2B5EF4-FFF2-40B4-BE49-F238E27FC236}">
                <a16:creationId xmlns:a16="http://schemas.microsoft.com/office/drawing/2014/main" id="{A2C2DE80-5F07-89DD-54A8-386D28F005D2}"/>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7" name="TextBox 86">
            <a:extLst>
              <a:ext uri="{FF2B5EF4-FFF2-40B4-BE49-F238E27FC236}">
                <a16:creationId xmlns:a16="http://schemas.microsoft.com/office/drawing/2014/main" id="{4F6C1EB8-41E6-5A81-7091-019B3D68E8E7}"/>
              </a:ext>
            </a:extLst>
          </p:cNvPr>
          <p:cNvSpPr txBox="1"/>
          <p:nvPr/>
        </p:nvSpPr>
        <p:spPr>
          <a:xfrm>
            <a:off x="3138310" y="3406653"/>
            <a:ext cx="570089" cy="230832"/>
          </a:xfrm>
          <a:prstGeom prst="rect">
            <a:avLst/>
          </a:prstGeom>
          <a:noFill/>
        </p:spPr>
        <p:txBody>
          <a:bodyPr wrap="square" rtlCol="0">
            <a:spAutoFit/>
          </a:bodyPr>
          <a:lstStyle/>
          <a:p>
            <a:pPr algn="ctr"/>
            <a:r>
              <a:rPr lang="en-US" sz="900" dirty="0"/>
              <a:t>236</a:t>
            </a:r>
          </a:p>
        </p:txBody>
      </p:sp>
      <p:sp>
        <p:nvSpPr>
          <p:cNvPr id="88" name="TextBox 87">
            <a:extLst>
              <a:ext uri="{FF2B5EF4-FFF2-40B4-BE49-F238E27FC236}">
                <a16:creationId xmlns:a16="http://schemas.microsoft.com/office/drawing/2014/main" id="{15D1F96D-44E1-435D-8091-1C522111C5B7}"/>
              </a:ext>
            </a:extLst>
          </p:cNvPr>
          <p:cNvSpPr txBox="1"/>
          <p:nvPr/>
        </p:nvSpPr>
        <p:spPr>
          <a:xfrm>
            <a:off x="4645378" y="4408541"/>
            <a:ext cx="570089" cy="230832"/>
          </a:xfrm>
          <a:prstGeom prst="rect">
            <a:avLst/>
          </a:prstGeom>
          <a:noFill/>
        </p:spPr>
        <p:txBody>
          <a:bodyPr wrap="square" rtlCol="0">
            <a:spAutoFit/>
          </a:bodyPr>
          <a:lstStyle/>
          <a:p>
            <a:pPr algn="ctr"/>
            <a:r>
              <a:rPr lang="en-US" sz="900" dirty="0"/>
              <a:t>68</a:t>
            </a:r>
          </a:p>
        </p:txBody>
      </p:sp>
      <p:sp>
        <p:nvSpPr>
          <p:cNvPr id="89" name="TextBox 88">
            <a:extLst>
              <a:ext uri="{FF2B5EF4-FFF2-40B4-BE49-F238E27FC236}">
                <a16:creationId xmlns:a16="http://schemas.microsoft.com/office/drawing/2014/main" id="{F2D98D06-E4CA-9162-E976-40AB29580907}"/>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23568</a:t>
            </a:r>
          </a:p>
        </p:txBody>
      </p:sp>
      <p:sp>
        <p:nvSpPr>
          <p:cNvPr id="90" name="TextBox 89">
            <a:extLst>
              <a:ext uri="{FF2B5EF4-FFF2-40B4-BE49-F238E27FC236}">
                <a16:creationId xmlns:a16="http://schemas.microsoft.com/office/drawing/2014/main" id="{67CA5C05-B9A3-A183-1EBB-726F691B96C4}"/>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235678</a:t>
            </a:r>
          </a:p>
        </p:txBody>
      </p:sp>
      <p:sp>
        <p:nvSpPr>
          <p:cNvPr id="91" name="TextBox 90">
            <a:extLst>
              <a:ext uri="{FF2B5EF4-FFF2-40B4-BE49-F238E27FC236}">
                <a16:creationId xmlns:a16="http://schemas.microsoft.com/office/drawing/2014/main" id="{6648615A-0241-F24D-AFB3-6D6D7116F0E9}"/>
              </a:ext>
            </a:extLst>
          </p:cNvPr>
          <p:cNvSpPr txBox="1"/>
          <p:nvPr/>
        </p:nvSpPr>
        <p:spPr>
          <a:xfrm>
            <a:off x="5650090" y="4909484"/>
            <a:ext cx="570089" cy="230832"/>
          </a:xfrm>
          <a:prstGeom prst="rect">
            <a:avLst/>
          </a:prstGeom>
          <a:noFill/>
        </p:spPr>
        <p:txBody>
          <a:bodyPr wrap="square" rtlCol="0">
            <a:spAutoFit/>
          </a:bodyPr>
          <a:lstStyle/>
          <a:p>
            <a:pPr algn="ctr"/>
            <a:r>
              <a:rPr lang="en-US" sz="900" dirty="0"/>
              <a:t>23678</a:t>
            </a:r>
          </a:p>
        </p:txBody>
      </p:sp>
      <p:sp>
        <p:nvSpPr>
          <p:cNvPr id="94" name="TextBox 93">
            <a:extLst>
              <a:ext uri="{FF2B5EF4-FFF2-40B4-BE49-F238E27FC236}">
                <a16:creationId xmlns:a16="http://schemas.microsoft.com/office/drawing/2014/main" id="{5E8723B7-B94F-9150-B1D3-EF41ED26DF0B}"/>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03C04F20-5619-760C-4F92-FC2CDA425688}"/>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6" name="TextBox 95">
            <a:extLst>
              <a:ext uri="{FF2B5EF4-FFF2-40B4-BE49-F238E27FC236}">
                <a16:creationId xmlns:a16="http://schemas.microsoft.com/office/drawing/2014/main" id="{41410C36-D591-062C-E495-C000D140F5FF}"/>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12378</a:t>
            </a:r>
          </a:p>
        </p:txBody>
      </p:sp>
      <p:sp>
        <p:nvSpPr>
          <p:cNvPr id="97" name="TextBox 96">
            <a:extLst>
              <a:ext uri="{FF2B5EF4-FFF2-40B4-BE49-F238E27FC236}">
                <a16:creationId xmlns:a16="http://schemas.microsoft.com/office/drawing/2014/main" id="{5940B48A-58AF-119A-4580-6E522EE9FE74}"/>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a:t>
            </a:r>
          </a:p>
        </p:txBody>
      </p:sp>
      <p:sp>
        <p:nvSpPr>
          <p:cNvPr id="98" name="TextBox 97">
            <a:extLst>
              <a:ext uri="{FF2B5EF4-FFF2-40B4-BE49-F238E27FC236}">
                <a16:creationId xmlns:a16="http://schemas.microsoft.com/office/drawing/2014/main" id="{4E73C548-CE96-4E3C-E929-06CC1E81C1EA}"/>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12356</a:t>
            </a:r>
          </a:p>
        </p:txBody>
      </p:sp>
      <p:sp>
        <p:nvSpPr>
          <p:cNvPr id="99" name="TextBox 98">
            <a:extLst>
              <a:ext uri="{FF2B5EF4-FFF2-40B4-BE49-F238E27FC236}">
                <a16:creationId xmlns:a16="http://schemas.microsoft.com/office/drawing/2014/main" id="{1028EAEA-52A7-F18E-3001-3FC8CF204509}"/>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A55BBB5A-31A0-793D-2C67-38E9689F8893}"/>
              </a:ext>
            </a:extLst>
          </p:cNvPr>
          <p:cNvSpPr txBox="1"/>
          <p:nvPr/>
        </p:nvSpPr>
        <p:spPr>
          <a:xfrm>
            <a:off x="4645378" y="3907597"/>
            <a:ext cx="570089" cy="230832"/>
          </a:xfrm>
          <a:prstGeom prst="rect">
            <a:avLst/>
          </a:prstGeom>
          <a:noFill/>
        </p:spPr>
        <p:txBody>
          <a:bodyPr wrap="square" rtlCol="0">
            <a:spAutoFit/>
          </a:bodyPr>
          <a:lstStyle/>
          <a:p>
            <a:pPr algn="ctr"/>
            <a:r>
              <a:rPr lang="en-US" sz="900" dirty="0"/>
              <a:t>135</a:t>
            </a:r>
          </a:p>
        </p:txBody>
      </p:sp>
      <p:sp>
        <p:nvSpPr>
          <p:cNvPr id="101" name="TextBox 100">
            <a:extLst>
              <a:ext uri="{FF2B5EF4-FFF2-40B4-BE49-F238E27FC236}">
                <a16:creationId xmlns:a16="http://schemas.microsoft.com/office/drawing/2014/main" id="{5759C43D-635F-204F-88AE-A48A4DCE53D7}"/>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689DA0B-5CBB-C0D9-BF56-25E67B4BB5C8}"/>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D8666D90-9283-2999-EF2F-23685A29F345}"/>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1E93E3B4-17CC-1C41-6131-6E5FF3C170D4}"/>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18A1E374-375A-426E-AB15-94FE1F9943FE}"/>
              </a:ext>
            </a:extLst>
          </p:cNvPr>
          <p:cNvSpPr txBox="1"/>
          <p:nvPr/>
        </p:nvSpPr>
        <p:spPr>
          <a:xfrm>
            <a:off x="5147734" y="3907597"/>
            <a:ext cx="570089" cy="230832"/>
          </a:xfrm>
          <a:prstGeom prst="rect">
            <a:avLst/>
          </a:prstGeom>
          <a:noFill/>
        </p:spPr>
        <p:txBody>
          <a:bodyPr wrap="square" rtlCol="0">
            <a:spAutoFit/>
          </a:bodyPr>
          <a:lstStyle/>
          <a:p>
            <a:pPr algn="ctr"/>
            <a:r>
              <a:rPr lang="en-US" sz="900" dirty="0"/>
              <a:t>1357</a:t>
            </a:r>
          </a:p>
        </p:txBody>
      </p:sp>
      <p:sp>
        <p:nvSpPr>
          <p:cNvPr id="80" name="TextBox 79">
            <a:extLst>
              <a:ext uri="{FF2B5EF4-FFF2-40B4-BE49-F238E27FC236}">
                <a16:creationId xmlns:a16="http://schemas.microsoft.com/office/drawing/2014/main" id="{E4BA3A57-F73B-8033-41C1-EF7E9673367A}"/>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066AD6AC-D033-D182-877F-6FBD0F38D29F}"/>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691577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DB575-FB66-3E19-719C-520ADB662FA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E99497-8C4D-6680-7177-A39E3542E2EE}"/>
              </a:ext>
            </a:extLst>
          </p:cNvPr>
          <p:cNvSpPr>
            <a:spLocks noGrp="1"/>
          </p:cNvSpPr>
          <p:nvPr>
            <p:ph sz="half" idx="1"/>
          </p:nvPr>
        </p:nvSpPr>
        <p:spPr/>
        <p:txBody>
          <a:bodyPr>
            <a:normAutofit/>
          </a:bodyPr>
          <a:lstStyle/>
          <a:p>
            <a:r>
              <a:rPr lang="en-US" dirty="0"/>
              <a:t>Reduce. (Note: Last 8 in center block and Row 5.)</a:t>
            </a:r>
          </a:p>
        </p:txBody>
      </p:sp>
      <p:pic>
        <p:nvPicPr>
          <p:cNvPr id="4" name="Picture 3" descr="A grid of sudoku puzzle&#10;&#10;Description automatically generated">
            <a:extLst>
              <a:ext uri="{FF2B5EF4-FFF2-40B4-BE49-F238E27FC236}">
                <a16:creationId xmlns:a16="http://schemas.microsoft.com/office/drawing/2014/main" id="{2CAE73FA-119D-D341-755F-4D6546C1A65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57500E8-197E-D52B-61E7-743DA89FC6D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D17BCCF-E008-ED0D-6530-C9AF68C273A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80C670A-82B2-569C-E7B2-BEB5DC949C3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22D266-0468-3E3A-1603-2F5B0D937D48}"/>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C5553B5A-F39E-EEDC-E486-32EF2221A9C6}"/>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2EF46E76-A16C-008D-ECA0-A68A7ED02903}"/>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42A2B0C-B593-5366-A14E-E90D5037C1C3}"/>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3E95A912-5D9F-5917-7190-416CC08D532A}"/>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C37B8A39-CABE-9221-53AD-813933A0F63B}"/>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130C969-7ADE-5774-0291-33C67758C022}"/>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A83EDD20-C96E-24D2-28C2-C20F0A7A070C}"/>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8F48B3A-2CE4-F82A-AE1E-8F5DF75EA6D4}"/>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6A0AD8CF-A74A-2D27-0170-CCDC52C0B381}"/>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3AE2D166-89A4-D9C5-C0F4-9D20035CE67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35AA6215-5F57-1F7F-32C7-C2EC903F175D}"/>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C0B69D88-C68D-B8C6-F639-DAD26897B012}"/>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7963ADE-E428-1C23-0E66-C3C672D0B716}"/>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CF6A647E-2D1A-A421-7CF3-107AE85AC48D}"/>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71F9A7BE-FDFD-1279-E0F8-78E14DB08C31}"/>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5D28A79-1AC7-662B-55A8-7D1B06DA8452}"/>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FE1391D8-2068-F179-BF25-B29A9C113D62}"/>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5485F1C4-1A4B-7A13-3A2A-41D155E1A376}"/>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B4446B03-D081-7937-9E78-D5EFBA59CF8E}"/>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CDBAA4C3-DAF7-2676-0E03-53C919002C6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DB692D33-60B9-C170-2CC5-7AD1ED3DF92A}"/>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A5340A75-3DDA-1984-C9F1-B18B7AE7EAAA}"/>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58D161F3-C437-4B72-29E7-065F0E5EAB19}"/>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C56FCDB2-A96A-4E5D-343D-832C392E8E2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13BD532-AF2A-7140-06B5-D6BCA87677E2}"/>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48BB5374-7503-2D06-75A0-92F42588325C}"/>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A1B30E28-AF02-AAC7-E285-9DD7F9BCF78A}"/>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A4FA8C3D-0DDB-AA4B-3CC4-A7C07D47A783}"/>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251FD036-1B1C-D7DA-B819-5AD216BEE9DE}"/>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1C5AA05F-A4B9-765D-78D7-DF66A708CC14}"/>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0AB29561-DE35-0D94-30AE-B454DCD2E16D}"/>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D8CB1D1F-3F4B-83F5-AFFC-D6F39D861B6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0F69D5C5-3062-B171-AD38-B160E0C43AF5}"/>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84BA96A8-9591-718F-8029-7CB7FC4BE550}"/>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CD7618DA-64AD-9772-6260-65BA890FDB05}"/>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711E6E2-34E2-204C-4854-BC10B98D79AE}"/>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FD4A156-29AD-7745-722A-24264463965F}"/>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2BBD9068-2F2E-6919-EF72-5073D4F5F722}"/>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BFDCA3EB-742A-414F-421E-A7C9943502D7}"/>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F393C09C-34F3-62F1-8220-372711794F51}"/>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C96AE22D-3E42-4220-90B6-7996BD8DE73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70A772B6-4FD2-243A-E5DB-29CA1E7F2F85}"/>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2323C3F4-F35C-395E-8B77-9A440876F0D0}"/>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C3B41E57-4CB4-40C7-FBA3-BB072B0F7361}"/>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E6A4812A-511A-5B89-2E20-633BC46A6C30}"/>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5AECE59B-DB48-5BBA-9C95-701044903A01}"/>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4AB8BCBD-5775-467A-1233-BAD1A79A28B7}"/>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08348858-BDA8-D641-384C-C4AA6BA4851B}"/>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8271F54C-A5E7-0DBC-0E31-387C0633AD75}"/>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5A3A9B65-899F-230F-F8AC-837BC6808F70}"/>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4" name="TextBox 73">
            <a:extLst>
              <a:ext uri="{FF2B5EF4-FFF2-40B4-BE49-F238E27FC236}">
                <a16:creationId xmlns:a16="http://schemas.microsoft.com/office/drawing/2014/main" id="{58280913-50A5-A3EA-D86C-9D262053D642}"/>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BC881CF6-7F08-55EE-6AFD-62DC7C381459}"/>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F806120B-BFBE-0EA1-9912-DB1FA5A9E119}"/>
              </a:ext>
            </a:extLst>
          </p:cNvPr>
          <p:cNvSpPr txBox="1"/>
          <p:nvPr/>
        </p:nvSpPr>
        <p:spPr>
          <a:xfrm>
            <a:off x="5147734" y="3287385"/>
            <a:ext cx="570089" cy="230832"/>
          </a:xfrm>
          <a:prstGeom prst="rect">
            <a:avLst/>
          </a:prstGeom>
          <a:noFill/>
        </p:spPr>
        <p:txBody>
          <a:bodyPr wrap="square" rtlCol="0">
            <a:spAutoFit/>
          </a:bodyPr>
          <a:lstStyle/>
          <a:p>
            <a:pPr algn="ctr"/>
            <a:r>
              <a:rPr lang="en-US" sz="900" dirty="0"/>
              <a:t>357</a:t>
            </a:r>
          </a:p>
        </p:txBody>
      </p:sp>
      <p:sp>
        <p:nvSpPr>
          <p:cNvPr id="78" name="TextBox 77">
            <a:extLst>
              <a:ext uri="{FF2B5EF4-FFF2-40B4-BE49-F238E27FC236}">
                <a16:creationId xmlns:a16="http://schemas.microsoft.com/office/drawing/2014/main" id="{9395DFA9-2191-AD47-42E0-4ABB326D07F4}"/>
              </a:ext>
            </a:extLst>
          </p:cNvPr>
          <p:cNvSpPr txBox="1"/>
          <p:nvPr/>
        </p:nvSpPr>
        <p:spPr>
          <a:xfrm>
            <a:off x="6152446" y="3788329"/>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62D03E14-172B-94D8-FC0B-22BF3E43E6BF}"/>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24648DF7-4E43-7B3A-9FD2-78F7ECEE259C}"/>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89A15F50-0DC8-96EA-6AA0-14A861C8F55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404D165A-20B6-CD05-16B8-8EA1A9DF9C29}"/>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F23DB29A-2D46-EABE-E29B-3ED36771F0D2}"/>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0CA3C442-2E2E-C38D-0524-68CE4F6D4903}"/>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1" name="TextBox 60">
            <a:extLst>
              <a:ext uri="{FF2B5EF4-FFF2-40B4-BE49-F238E27FC236}">
                <a16:creationId xmlns:a16="http://schemas.microsoft.com/office/drawing/2014/main" id="{E13401D5-4A0F-9725-3B1E-367757B1DEB5}"/>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64" name="TextBox 63">
            <a:extLst>
              <a:ext uri="{FF2B5EF4-FFF2-40B4-BE49-F238E27FC236}">
                <a16:creationId xmlns:a16="http://schemas.microsoft.com/office/drawing/2014/main" id="{DFEB626E-7A48-1F2D-19FE-93B667FA28E0}"/>
              </a:ext>
            </a:extLst>
          </p:cNvPr>
          <p:cNvSpPr txBox="1"/>
          <p:nvPr/>
        </p:nvSpPr>
        <p:spPr>
          <a:xfrm>
            <a:off x="5147734" y="901933"/>
            <a:ext cx="570089" cy="230832"/>
          </a:xfrm>
          <a:prstGeom prst="rect">
            <a:avLst/>
          </a:prstGeom>
          <a:noFill/>
        </p:spPr>
        <p:txBody>
          <a:bodyPr wrap="square" rtlCol="0">
            <a:spAutoFit/>
          </a:bodyPr>
          <a:lstStyle/>
          <a:p>
            <a:pPr algn="ctr"/>
            <a:r>
              <a:rPr lang="en-US" sz="900" dirty="0"/>
              <a:t>82</a:t>
            </a:r>
          </a:p>
        </p:txBody>
      </p:sp>
      <p:sp>
        <p:nvSpPr>
          <p:cNvPr id="65" name="TextBox 64">
            <a:extLst>
              <a:ext uri="{FF2B5EF4-FFF2-40B4-BE49-F238E27FC236}">
                <a16:creationId xmlns:a16="http://schemas.microsoft.com/office/drawing/2014/main" id="{A511DC90-81F0-561B-A203-6CA24462CFDF}"/>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67" name="TextBox 66">
            <a:extLst>
              <a:ext uri="{FF2B5EF4-FFF2-40B4-BE49-F238E27FC236}">
                <a16:creationId xmlns:a16="http://schemas.microsoft.com/office/drawing/2014/main" id="{8BA27433-B3E0-3011-50E3-F0B85405BF59}"/>
              </a:ext>
            </a:extLst>
          </p:cNvPr>
          <p:cNvSpPr txBox="1"/>
          <p:nvPr/>
        </p:nvSpPr>
        <p:spPr>
          <a:xfrm>
            <a:off x="5147734" y="1402877"/>
            <a:ext cx="570089" cy="230832"/>
          </a:xfrm>
          <a:prstGeom prst="rect">
            <a:avLst/>
          </a:prstGeom>
          <a:noFill/>
        </p:spPr>
        <p:txBody>
          <a:bodyPr wrap="square" rtlCol="0">
            <a:spAutoFit/>
          </a:bodyPr>
          <a:lstStyle/>
          <a:p>
            <a:pPr algn="ctr"/>
            <a:r>
              <a:rPr lang="en-US" sz="900" dirty="0"/>
              <a:t>268</a:t>
            </a:r>
          </a:p>
        </p:txBody>
      </p:sp>
      <p:sp>
        <p:nvSpPr>
          <p:cNvPr id="69" name="TextBox 68">
            <a:extLst>
              <a:ext uri="{FF2B5EF4-FFF2-40B4-BE49-F238E27FC236}">
                <a16:creationId xmlns:a16="http://schemas.microsoft.com/office/drawing/2014/main" id="{2E8E2868-89B3-0B11-37E5-370EA4ED5841}"/>
              </a:ext>
            </a:extLst>
          </p:cNvPr>
          <p:cNvSpPr txBox="1"/>
          <p:nvPr/>
        </p:nvSpPr>
        <p:spPr>
          <a:xfrm>
            <a:off x="5650090" y="1402877"/>
            <a:ext cx="570089" cy="230832"/>
          </a:xfrm>
          <a:prstGeom prst="rect">
            <a:avLst/>
          </a:prstGeom>
          <a:noFill/>
        </p:spPr>
        <p:txBody>
          <a:bodyPr wrap="square" rtlCol="0">
            <a:spAutoFit/>
          </a:bodyPr>
          <a:lstStyle/>
          <a:p>
            <a:pPr algn="ctr"/>
            <a:r>
              <a:rPr lang="en-US" sz="900" dirty="0"/>
              <a:t>28</a:t>
            </a:r>
          </a:p>
        </p:txBody>
      </p:sp>
      <p:sp>
        <p:nvSpPr>
          <p:cNvPr id="77" name="TextBox 76">
            <a:extLst>
              <a:ext uri="{FF2B5EF4-FFF2-40B4-BE49-F238E27FC236}">
                <a16:creationId xmlns:a16="http://schemas.microsoft.com/office/drawing/2014/main" id="{906CB079-D793-ADAD-7851-DC580EFF9819}"/>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83" name="TextBox 82">
            <a:extLst>
              <a:ext uri="{FF2B5EF4-FFF2-40B4-BE49-F238E27FC236}">
                <a16:creationId xmlns:a16="http://schemas.microsoft.com/office/drawing/2014/main" id="{A8456527-3E2C-9223-C754-6F67A33CB545}"/>
              </a:ext>
            </a:extLst>
          </p:cNvPr>
          <p:cNvSpPr txBox="1"/>
          <p:nvPr/>
        </p:nvSpPr>
        <p:spPr>
          <a:xfrm>
            <a:off x="4645378" y="1903821"/>
            <a:ext cx="570089" cy="230832"/>
          </a:xfrm>
          <a:prstGeom prst="rect">
            <a:avLst/>
          </a:prstGeom>
          <a:no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43031BDB-4D38-5924-4BDE-0552A1F87395}"/>
              </a:ext>
            </a:extLst>
          </p:cNvPr>
          <p:cNvSpPr txBox="1"/>
          <p:nvPr/>
        </p:nvSpPr>
        <p:spPr>
          <a:xfrm>
            <a:off x="5650090" y="1903821"/>
            <a:ext cx="570089" cy="230832"/>
          </a:xfrm>
          <a:prstGeom prst="rect">
            <a:avLst/>
          </a:prstGeom>
          <a:noFill/>
        </p:spPr>
        <p:txBody>
          <a:bodyPr wrap="square" rtlCol="0">
            <a:spAutoFit/>
          </a:bodyPr>
          <a:lstStyle/>
          <a:p>
            <a:pPr algn="ctr"/>
            <a:r>
              <a:rPr lang="en-US" sz="900" dirty="0"/>
              <a:t>31</a:t>
            </a:r>
          </a:p>
        </p:txBody>
      </p:sp>
      <p:sp>
        <p:nvSpPr>
          <p:cNvPr id="85" name="TextBox 84">
            <a:extLst>
              <a:ext uri="{FF2B5EF4-FFF2-40B4-BE49-F238E27FC236}">
                <a16:creationId xmlns:a16="http://schemas.microsoft.com/office/drawing/2014/main" id="{2694BB57-4FDD-C932-F937-3BDF853BEFDA}"/>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7" name="TextBox 86">
            <a:extLst>
              <a:ext uri="{FF2B5EF4-FFF2-40B4-BE49-F238E27FC236}">
                <a16:creationId xmlns:a16="http://schemas.microsoft.com/office/drawing/2014/main" id="{628A29E6-AE2D-0205-B386-63C2CC3B46D2}"/>
              </a:ext>
            </a:extLst>
          </p:cNvPr>
          <p:cNvSpPr txBox="1"/>
          <p:nvPr/>
        </p:nvSpPr>
        <p:spPr>
          <a:xfrm>
            <a:off x="3138310" y="3406653"/>
            <a:ext cx="570089" cy="230832"/>
          </a:xfrm>
          <a:prstGeom prst="rect">
            <a:avLst/>
          </a:prstGeom>
          <a:noFill/>
        </p:spPr>
        <p:txBody>
          <a:bodyPr wrap="square" rtlCol="0">
            <a:spAutoFit/>
          </a:bodyPr>
          <a:lstStyle/>
          <a:p>
            <a:pPr algn="ctr"/>
            <a:r>
              <a:rPr lang="en-US" sz="900" dirty="0"/>
              <a:t>32</a:t>
            </a:r>
          </a:p>
        </p:txBody>
      </p:sp>
      <p:sp>
        <p:nvSpPr>
          <p:cNvPr id="89" name="TextBox 88">
            <a:extLst>
              <a:ext uri="{FF2B5EF4-FFF2-40B4-BE49-F238E27FC236}">
                <a16:creationId xmlns:a16="http://schemas.microsoft.com/office/drawing/2014/main" id="{C2E65708-90DD-9015-79F2-5EDDF45ED1AE}"/>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a:t>
            </a:r>
          </a:p>
        </p:txBody>
      </p:sp>
      <p:sp>
        <p:nvSpPr>
          <p:cNvPr id="90" name="TextBox 89">
            <a:extLst>
              <a:ext uri="{FF2B5EF4-FFF2-40B4-BE49-F238E27FC236}">
                <a16:creationId xmlns:a16="http://schemas.microsoft.com/office/drawing/2014/main" id="{AC2976B2-6D33-6E52-23DB-45A5E8CEB1CB}"/>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2357</a:t>
            </a:r>
          </a:p>
        </p:txBody>
      </p:sp>
      <p:sp>
        <p:nvSpPr>
          <p:cNvPr id="91" name="TextBox 90">
            <a:extLst>
              <a:ext uri="{FF2B5EF4-FFF2-40B4-BE49-F238E27FC236}">
                <a16:creationId xmlns:a16="http://schemas.microsoft.com/office/drawing/2014/main" id="{47796473-85C4-6BBB-CC82-9C682A70EC3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237</a:t>
            </a:r>
          </a:p>
        </p:txBody>
      </p:sp>
      <p:sp>
        <p:nvSpPr>
          <p:cNvPr id="94" name="TextBox 93">
            <a:extLst>
              <a:ext uri="{FF2B5EF4-FFF2-40B4-BE49-F238E27FC236}">
                <a16:creationId xmlns:a16="http://schemas.microsoft.com/office/drawing/2014/main" id="{78F9ED24-0DA4-12FC-BB94-65F439F1D74C}"/>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8D4F1E39-7895-2FEF-8DE1-F3BC12258CCB}"/>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7" name="TextBox 96">
            <a:extLst>
              <a:ext uri="{FF2B5EF4-FFF2-40B4-BE49-F238E27FC236}">
                <a16:creationId xmlns:a16="http://schemas.microsoft.com/office/drawing/2014/main" id="{F27BAE56-BE1F-FD95-7067-F09E1B5B4399}"/>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a:t>
            </a:r>
          </a:p>
        </p:txBody>
      </p:sp>
      <p:sp>
        <p:nvSpPr>
          <p:cNvPr id="98" name="TextBox 97">
            <a:extLst>
              <a:ext uri="{FF2B5EF4-FFF2-40B4-BE49-F238E27FC236}">
                <a16:creationId xmlns:a16="http://schemas.microsoft.com/office/drawing/2014/main" id="{4478D3C9-2B27-B181-8B83-8238BAE7CEDE}"/>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1235</a:t>
            </a:r>
          </a:p>
        </p:txBody>
      </p:sp>
      <p:sp>
        <p:nvSpPr>
          <p:cNvPr id="99" name="TextBox 98">
            <a:extLst>
              <a:ext uri="{FF2B5EF4-FFF2-40B4-BE49-F238E27FC236}">
                <a16:creationId xmlns:a16="http://schemas.microsoft.com/office/drawing/2014/main" id="{4ED8063B-77CF-DAE9-7D38-E75153AA8CBF}"/>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1236</a:t>
            </a:r>
          </a:p>
        </p:txBody>
      </p:sp>
      <p:sp>
        <p:nvSpPr>
          <p:cNvPr id="100" name="TextBox 99">
            <a:extLst>
              <a:ext uri="{FF2B5EF4-FFF2-40B4-BE49-F238E27FC236}">
                <a16:creationId xmlns:a16="http://schemas.microsoft.com/office/drawing/2014/main" id="{B0ADF26D-7FBB-DA8B-B7DC-49600D921B26}"/>
              </a:ext>
            </a:extLst>
          </p:cNvPr>
          <p:cNvSpPr txBox="1"/>
          <p:nvPr/>
        </p:nvSpPr>
        <p:spPr>
          <a:xfrm>
            <a:off x="4645378" y="3907597"/>
            <a:ext cx="570089" cy="230832"/>
          </a:xfrm>
          <a:prstGeom prst="rect">
            <a:avLst/>
          </a:prstGeom>
          <a:noFill/>
        </p:spPr>
        <p:txBody>
          <a:bodyPr wrap="square" rtlCol="0">
            <a:spAutoFit/>
          </a:bodyPr>
          <a:lstStyle/>
          <a:p>
            <a:pPr algn="ctr"/>
            <a:r>
              <a:rPr lang="en-US" sz="900" dirty="0"/>
              <a:t>135</a:t>
            </a:r>
          </a:p>
        </p:txBody>
      </p:sp>
      <p:sp>
        <p:nvSpPr>
          <p:cNvPr id="101" name="TextBox 100">
            <a:extLst>
              <a:ext uri="{FF2B5EF4-FFF2-40B4-BE49-F238E27FC236}">
                <a16:creationId xmlns:a16="http://schemas.microsoft.com/office/drawing/2014/main" id="{738AA9F6-36FD-0E47-BC9F-817A6210A7E2}"/>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98EEE15B-0F8B-FDE8-FE2A-B10223E0895C}"/>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A2AC78E3-C4B6-7D83-324E-ECA9ADE29FF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E647FC71-A0E4-1E98-5861-A81A5CBEF173}"/>
              </a:ext>
            </a:extLst>
          </p:cNvPr>
          <p:cNvSpPr txBox="1"/>
          <p:nvPr/>
        </p:nvSpPr>
        <p:spPr>
          <a:xfrm>
            <a:off x="5147734" y="3907597"/>
            <a:ext cx="570089" cy="230832"/>
          </a:xfrm>
          <a:prstGeom prst="rect">
            <a:avLst/>
          </a:prstGeom>
          <a:noFill/>
        </p:spPr>
        <p:txBody>
          <a:bodyPr wrap="square" rtlCol="0">
            <a:spAutoFit/>
          </a:bodyPr>
          <a:lstStyle/>
          <a:p>
            <a:pPr algn="ctr"/>
            <a:r>
              <a:rPr lang="en-US" sz="900" dirty="0"/>
              <a:t>1357</a:t>
            </a:r>
          </a:p>
        </p:txBody>
      </p:sp>
      <p:sp>
        <p:nvSpPr>
          <p:cNvPr id="55" name="TextBox 54">
            <a:extLst>
              <a:ext uri="{FF2B5EF4-FFF2-40B4-BE49-F238E27FC236}">
                <a16:creationId xmlns:a16="http://schemas.microsoft.com/office/drawing/2014/main" id="{9B441B90-7F68-99AF-B28D-C0063D3158EC}"/>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41376E21-2533-330A-BE1F-B05016356380}"/>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9DDCF0EC-57C9-1E3D-EB15-23AF5DFD8215}"/>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87736BAC-D9B2-2ABC-4DF2-DE23CF0EFAAE}"/>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0D263952-86E1-7898-A75C-D12E3F57D2EB}"/>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426058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F66D7-DCC6-2784-AE67-E787D8DC4FF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A088EB7-99B0-130F-47DB-7260E765DDE6}"/>
              </a:ext>
            </a:extLst>
          </p:cNvPr>
          <p:cNvSpPr>
            <a:spLocks noGrp="1"/>
          </p:cNvSpPr>
          <p:nvPr>
            <p:ph sz="half" idx="1"/>
          </p:nvPr>
        </p:nvSpPr>
        <p:spPr/>
        <p:txBody>
          <a:bodyPr>
            <a:normAutofit/>
          </a:bodyPr>
          <a:lstStyle/>
          <a:p>
            <a:r>
              <a:rPr lang="en-US" dirty="0"/>
              <a:t>Reduce. (Note that in the bottom center block, the 3 is in Row 9.) (Note last possible 1 in center block.)</a:t>
            </a:r>
          </a:p>
        </p:txBody>
      </p:sp>
      <p:pic>
        <p:nvPicPr>
          <p:cNvPr id="4" name="Picture 3" descr="A grid of sudoku puzzle&#10;&#10;Description automatically generated">
            <a:extLst>
              <a:ext uri="{FF2B5EF4-FFF2-40B4-BE49-F238E27FC236}">
                <a16:creationId xmlns:a16="http://schemas.microsoft.com/office/drawing/2014/main" id="{C6503437-DF09-B5A7-1E66-0AFCFC9E4C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ABC4491-6AFE-075A-5534-83CD93FA218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1AFFFF6-D844-E38A-BE86-5ABA44E9980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D63B9226-E25E-978E-6F17-0FFEB7FEEA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A6D73DE-F747-E69E-F885-8F17BE48987B}"/>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0C4A4107-E781-038C-D09C-CFA5152E14E7}"/>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E3B0F051-A6E4-A878-A8E8-F4C1E8376D57}"/>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48E161E5-EEB4-B033-542D-C7E6BC26E43A}"/>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046EDB2B-73B7-2F2A-DF54-35CB162B4BA6}"/>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B76B00DA-6EF5-FDD9-01E1-9E791699EFF2}"/>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F8CFA4F0-4FFB-19C4-691B-E475A7BEB8DD}"/>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325436E0-9705-FE72-3611-FF2E99C59F0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38FEA82-BF21-CA3F-D0DE-322BCEFBA7D1}"/>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CF6B98AB-44A9-6D40-D9A3-0F7A03350311}"/>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AE3BDBD7-8CCA-DFFE-1A00-6ED51C1147FB}"/>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1F338058-0A5D-8FB6-46E1-5DA6991DD2CC}"/>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94453801-BE79-8473-0F5E-51B187D5B4F4}"/>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CBE3C3BB-5CB4-CDB4-F164-A3495A149943}"/>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FFEB6D00-1C64-CAAA-E277-E3463A720DEF}"/>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DB7EF408-6006-38BB-BC36-8D52CEB7B3F9}"/>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19A4E55-D191-22AA-AD01-60092D40307E}"/>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1415E280-B9A9-5D12-B373-BF7DC65EB947}"/>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17BF80B5-E875-6EBC-0C24-D2488AEB9D84}"/>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764CD742-A6FD-A7DC-6A77-34DFD7A5AD2B}"/>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742821A9-2216-935D-DDAD-D9E59E2A97A0}"/>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4409602B-8D9A-12BA-4018-6CAFA9D5F4EC}"/>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4005A203-5D45-C7E4-0E5C-C3C6280457C6}"/>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7B34CA74-85EC-2F92-B1EB-40C34FBAA502}"/>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A767DB56-1A0A-F48D-625D-94BBE141C0BD}"/>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E0F4C37-9250-EE3C-F56F-181EC84D03C4}"/>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75C2E2D-887D-14EE-2A68-02934A70B0D1}"/>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27115731-4284-78C7-9416-2B8837AFC093}"/>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7F8FBF0D-A23E-8AD1-F366-B353F7EAD730}"/>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3A28E123-60D9-CE04-6E9B-F861429CD0C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38B2BBF-886F-314E-061A-88ADC34F7A41}"/>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F1F6630A-8990-BD9D-B4E6-5346AE095D1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399EEFC-1AC0-004F-FF92-011CE62650C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948A8D1F-C02C-492E-5EE4-B0178F4E5B20}"/>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698C8F61-9452-1D6E-7A44-4C84952F548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F94C951-FFD0-91FD-0F0D-7CE15F40BACA}"/>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6B76402-FACA-AF34-A51A-7162EA3FE9C4}"/>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624D5E67-5CB0-4191-D97D-83AAE0CE1C73}"/>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A4803F67-3663-5979-4509-805DAA159482}"/>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6A714CFC-E7E6-B3AF-D581-D3AF7CAD7B73}"/>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ED0187A7-AE52-F01D-FCA1-50969C737D02}"/>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06CE2E79-B851-1BAA-7216-84EAE198FEEB}"/>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37C6DAB5-4FAD-D7AE-85DB-CE37923F8CF4}"/>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973256B6-8758-38D3-5A5A-11A6A41DC7EB}"/>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39D54738-A866-B8F2-F731-A0452DF2DB05}"/>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699D01DA-6AB8-3908-CE19-A90E09C4B069}"/>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69E581FB-82B7-F834-1BE0-337DD6B3CF9D}"/>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4796847E-C790-9E96-FAED-403DB370A7AA}"/>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510CF221-1A8E-BCFA-081D-462B48A1B043}"/>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F46C5D04-9E4D-AF59-BB5B-4A325D131408}"/>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A2536B58-A95A-7160-6E3C-4A2BA574D2EA}"/>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4" name="TextBox 73">
            <a:extLst>
              <a:ext uri="{FF2B5EF4-FFF2-40B4-BE49-F238E27FC236}">
                <a16:creationId xmlns:a16="http://schemas.microsoft.com/office/drawing/2014/main" id="{273151A6-9BA8-8A4D-3BDD-42BF91152DD8}"/>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BDFAD46B-E76D-7756-6316-5F20F39EF486}"/>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48738528-2509-8598-572B-29D90341ACD0}"/>
              </a:ext>
            </a:extLst>
          </p:cNvPr>
          <p:cNvSpPr txBox="1"/>
          <p:nvPr/>
        </p:nvSpPr>
        <p:spPr>
          <a:xfrm>
            <a:off x="5147734" y="3287385"/>
            <a:ext cx="570089" cy="230832"/>
          </a:xfrm>
          <a:prstGeom prst="rect">
            <a:avLst/>
          </a:prstGeom>
          <a:noFill/>
        </p:spPr>
        <p:txBody>
          <a:bodyPr wrap="square" rtlCol="0">
            <a:spAutoFit/>
          </a:bodyPr>
          <a:lstStyle/>
          <a:p>
            <a:pPr algn="ctr"/>
            <a:r>
              <a:rPr lang="en-US" sz="900" dirty="0"/>
              <a:t>357</a:t>
            </a:r>
          </a:p>
        </p:txBody>
      </p:sp>
      <p:sp>
        <p:nvSpPr>
          <p:cNvPr id="78" name="TextBox 77">
            <a:extLst>
              <a:ext uri="{FF2B5EF4-FFF2-40B4-BE49-F238E27FC236}">
                <a16:creationId xmlns:a16="http://schemas.microsoft.com/office/drawing/2014/main" id="{359925AB-F522-6762-0316-44E9EAFF132A}"/>
              </a:ext>
            </a:extLst>
          </p:cNvPr>
          <p:cNvSpPr txBox="1"/>
          <p:nvPr/>
        </p:nvSpPr>
        <p:spPr>
          <a:xfrm>
            <a:off x="6152446" y="3788329"/>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5330464C-E4AD-2E8A-FA4B-BE93B2F7299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4F2CC975-1B8E-DE34-137A-9E4E76119202}"/>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06D5417-7052-BE11-7B96-946E38B2B6B1}"/>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9AA4146A-2917-15EF-191F-4256BE7F73FC}"/>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1F36273A-4893-FCAC-6BFF-D4AF0EC5E5C3}"/>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32C309E-7737-FAD3-5057-5FE84F057D2D}"/>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8052DF9B-9D97-42C0-E9A4-B6AF6D7F7351}"/>
              </a:ext>
            </a:extLst>
          </p:cNvPr>
          <p:cNvSpPr txBox="1"/>
          <p:nvPr/>
        </p:nvSpPr>
        <p:spPr>
          <a:xfrm>
            <a:off x="3640666" y="1402877"/>
            <a:ext cx="570089" cy="230832"/>
          </a:xfrm>
          <a:prstGeom prst="rect">
            <a:avLst/>
          </a:prstGeom>
          <a:noFill/>
        </p:spPr>
        <p:txBody>
          <a:bodyPr wrap="square" rtlCol="0">
            <a:spAutoFit/>
          </a:bodyPr>
          <a:lstStyle/>
          <a:p>
            <a:pPr algn="ctr"/>
            <a:r>
              <a:rPr lang="en-US" sz="900" dirty="0"/>
              <a:t>238</a:t>
            </a:r>
          </a:p>
        </p:txBody>
      </p:sp>
      <p:sp>
        <p:nvSpPr>
          <p:cNvPr id="83" name="TextBox 82">
            <a:extLst>
              <a:ext uri="{FF2B5EF4-FFF2-40B4-BE49-F238E27FC236}">
                <a16:creationId xmlns:a16="http://schemas.microsoft.com/office/drawing/2014/main" id="{0C5FBCA1-DDD9-8C23-78F5-5916E74D99C7}"/>
              </a:ext>
            </a:extLst>
          </p:cNvPr>
          <p:cNvSpPr txBox="1"/>
          <p:nvPr/>
        </p:nvSpPr>
        <p:spPr>
          <a:xfrm>
            <a:off x="4645378" y="1903821"/>
            <a:ext cx="570089" cy="230832"/>
          </a:xfrm>
          <a:prstGeom prst="rect">
            <a:avLst/>
          </a:prstGeom>
          <a:noFill/>
        </p:spPr>
        <p:txBody>
          <a:bodyPr wrap="square" rtlCol="0">
            <a:spAutoFit/>
          </a:bodyPr>
          <a:lstStyle/>
          <a:p>
            <a:pPr algn="ctr"/>
            <a:r>
              <a:rPr lang="en-US" sz="900" dirty="0"/>
              <a:t>13</a:t>
            </a:r>
          </a:p>
        </p:txBody>
      </p:sp>
      <p:sp>
        <p:nvSpPr>
          <p:cNvPr id="84" name="TextBox 83">
            <a:extLst>
              <a:ext uri="{FF2B5EF4-FFF2-40B4-BE49-F238E27FC236}">
                <a16:creationId xmlns:a16="http://schemas.microsoft.com/office/drawing/2014/main" id="{A7E62D97-0F2E-8C8E-C386-6AE55C88E522}"/>
              </a:ext>
            </a:extLst>
          </p:cNvPr>
          <p:cNvSpPr txBox="1"/>
          <p:nvPr/>
        </p:nvSpPr>
        <p:spPr>
          <a:xfrm>
            <a:off x="5650090" y="1903821"/>
            <a:ext cx="570089" cy="230832"/>
          </a:xfrm>
          <a:prstGeom prst="rect">
            <a:avLst/>
          </a:prstGeom>
          <a:noFill/>
        </p:spPr>
        <p:txBody>
          <a:bodyPr wrap="square" rtlCol="0">
            <a:spAutoFit/>
          </a:bodyPr>
          <a:lstStyle/>
          <a:p>
            <a:pPr algn="ctr"/>
            <a:r>
              <a:rPr lang="en-US" sz="900" dirty="0"/>
              <a:t>31</a:t>
            </a:r>
          </a:p>
        </p:txBody>
      </p:sp>
      <p:sp>
        <p:nvSpPr>
          <p:cNvPr id="85" name="TextBox 84">
            <a:extLst>
              <a:ext uri="{FF2B5EF4-FFF2-40B4-BE49-F238E27FC236}">
                <a16:creationId xmlns:a16="http://schemas.microsoft.com/office/drawing/2014/main" id="{A05CC74A-7BEA-901D-6BF3-EA16D96AC1E3}"/>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9" name="TextBox 88">
            <a:extLst>
              <a:ext uri="{FF2B5EF4-FFF2-40B4-BE49-F238E27FC236}">
                <a16:creationId xmlns:a16="http://schemas.microsoft.com/office/drawing/2014/main" id="{4A0FA23D-E9C5-7E63-A35F-546B722A0539}"/>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a:t>
            </a:r>
          </a:p>
        </p:txBody>
      </p:sp>
      <p:sp>
        <p:nvSpPr>
          <p:cNvPr id="90" name="TextBox 89">
            <a:extLst>
              <a:ext uri="{FF2B5EF4-FFF2-40B4-BE49-F238E27FC236}">
                <a16:creationId xmlns:a16="http://schemas.microsoft.com/office/drawing/2014/main" id="{230367A8-665E-A0E5-E597-2CF8715F0D08}"/>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2357</a:t>
            </a:r>
          </a:p>
        </p:txBody>
      </p:sp>
      <p:sp>
        <p:nvSpPr>
          <p:cNvPr id="91" name="TextBox 90">
            <a:extLst>
              <a:ext uri="{FF2B5EF4-FFF2-40B4-BE49-F238E27FC236}">
                <a16:creationId xmlns:a16="http://schemas.microsoft.com/office/drawing/2014/main" id="{0FC16825-281C-0DB6-9355-DE8525844696}"/>
              </a:ext>
            </a:extLst>
          </p:cNvPr>
          <p:cNvSpPr txBox="1"/>
          <p:nvPr/>
        </p:nvSpPr>
        <p:spPr>
          <a:xfrm>
            <a:off x="5650090" y="4909484"/>
            <a:ext cx="570089" cy="230832"/>
          </a:xfrm>
          <a:prstGeom prst="rect">
            <a:avLst/>
          </a:prstGeom>
          <a:noFill/>
        </p:spPr>
        <p:txBody>
          <a:bodyPr wrap="square" rtlCol="0">
            <a:spAutoFit/>
          </a:bodyPr>
          <a:lstStyle/>
          <a:p>
            <a:pPr algn="ctr"/>
            <a:r>
              <a:rPr lang="en-US" sz="900" dirty="0"/>
              <a:t>237</a:t>
            </a:r>
          </a:p>
        </p:txBody>
      </p:sp>
      <p:sp>
        <p:nvSpPr>
          <p:cNvPr id="94" name="TextBox 93">
            <a:extLst>
              <a:ext uri="{FF2B5EF4-FFF2-40B4-BE49-F238E27FC236}">
                <a16:creationId xmlns:a16="http://schemas.microsoft.com/office/drawing/2014/main" id="{45AB1E3A-03CF-FB26-F6F2-998BFB7BE6A5}"/>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93CEF553-8D0A-6C8E-1F9A-861698DED60A}"/>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99" name="TextBox 98">
            <a:extLst>
              <a:ext uri="{FF2B5EF4-FFF2-40B4-BE49-F238E27FC236}">
                <a16:creationId xmlns:a16="http://schemas.microsoft.com/office/drawing/2014/main" id="{6D2DD53B-DB5F-3934-DCFB-2B403E8165F2}"/>
              </a:ext>
            </a:extLst>
          </p:cNvPr>
          <p:cNvSpPr txBox="1"/>
          <p:nvPr/>
        </p:nvSpPr>
        <p:spPr>
          <a:xfrm>
            <a:off x="3138310" y="2404765"/>
            <a:ext cx="570089" cy="230832"/>
          </a:xfrm>
          <a:prstGeom prst="rect">
            <a:avLst/>
          </a:prstGeom>
          <a:noFill/>
        </p:spPr>
        <p:txBody>
          <a:bodyPr wrap="square" rtlCol="0">
            <a:spAutoFit/>
          </a:bodyPr>
          <a:lstStyle/>
          <a:p>
            <a:pPr algn="ctr"/>
            <a:r>
              <a:rPr lang="en-US" sz="900" dirty="0"/>
              <a:t>16</a:t>
            </a:r>
          </a:p>
        </p:txBody>
      </p:sp>
      <p:sp>
        <p:nvSpPr>
          <p:cNvPr id="100" name="TextBox 99">
            <a:extLst>
              <a:ext uri="{FF2B5EF4-FFF2-40B4-BE49-F238E27FC236}">
                <a16:creationId xmlns:a16="http://schemas.microsoft.com/office/drawing/2014/main" id="{A6471B16-A12D-BA06-7286-47468EBBA0A5}"/>
              </a:ext>
            </a:extLst>
          </p:cNvPr>
          <p:cNvSpPr txBox="1"/>
          <p:nvPr/>
        </p:nvSpPr>
        <p:spPr>
          <a:xfrm>
            <a:off x="4645378" y="3907597"/>
            <a:ext cx="570089" cy="230832"/>
          </a:xfrm>
          <a:prstGeom prst="rect">
            <a:avLst/>
          </a:prstGeom>
          <a:noFill/>
        </p:spPr>
        <p:txBody>
          <a:bodyPr wrap="square" rtlCol="0">
            <a:spAutoFit/>
          </a:bodyPr>
          <a:lstStyle/>
          <a:p>
            <a:pPr algn="ctr"/>
            <a:r>
              <a:rPr lang="en-US" sz="900" dirty="0"/>
              <a:t>15</a:t>
            </a:r>
          </a:p>
        </p:txBody>
      </p:sp>
      <p:sp>
        <p:nvSpPr>
          <p:cNvPr id="101" name="TextBox 100">
            <a:extLst>
              <a:ext uri="{FF2B5EF4-FFF2-40B4-BE49-F238E27FC236}">
                <a16:creationId xmlns:a16="http://schemas.microsoft.com/office/drawing/2014/main" id="{8A082F5A-0710-2AF8-93C5-D046BFACCD2A}"/>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4AD1EA4C-2E1B-2FAC-F02D-A76E7A57CB6F}"/>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9DFC84D1-345D-F945-EE1C-8CFDF0A4F2F1}"/>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070EA67-EFE9-BFFF-D2CB-E2E920E57F49}"/>
              </a:ext>
            </a:extLst>
          </p:cNvPr>
          <p:cNvSpPr txBox="1"/>
          <p:nvPr/>
        </p:nvSpPr>
        <p:spPr>
          <a:xfrm>
            <a:off x="5147734" y="3907597"/>
            <a:ext cx="570089" cy="230832"/>
          </a:xfrm>
          <a:prstGeom prst="rect">
            <a:avLst/>
          </a:prstGeom>
          <a:noFill/>
        </p:spPr>
        <p:txBody>
          <a:bodyPr wrap="square" rtlCol="0">
            <a:spAutoFit/>
          </a:bodyPr>
          <a:lstStyle/>
          <a:p>
            <a:pPr algn="ctr"/>
            <a:r>
              <a:rPr lang="en-US" sz="900" dirty="0"/>
              <a:t>157</a:t>
            </a:r>
          </a:p>
        </p:txBody>
      </p:sp>
      <p:sp>
        <p:nvSpPr>
          <p:cNvPr id="55" name="TextBox 54">
            <a:extLst>
              <a:ext uri="{FF2B5EF4-FFF2-40B4-BE49-F238E27FC236}">
                <a16:creationId xmlns:a16="http://schemas.microsoft.com/office/drawing/2014/main" id="{7BA049D2-EBCA-371F-DCC6-1BDE571801EB}"/>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BF5DF858-66C3-91B8-0B14-2C8F41D5D2D8}"/>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B98119E1-95F8-3E5A-C2A8-EC4BB7698FD2}"/>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0A6FF800-FB6D-E58F-95BC-2FC5C078A6B3}"/>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018AF698-6724-A9F7-26C0-34A0932E276B}"/>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DBF69C64-4B17-7456-27ED-16DFA4CD430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21D52D56-66D2-B4FA-970B-6A30429935B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110" name="TextBox 109">
            <a:extLst>
              <a:ext uri="{FF2B5EF4-FFF2-40B4-BE49-F238E27FC236}">
                <a16:creationId xmlns:a16="http://schemas.microsoft.com/office/drawing/2014/main" id="{6F83D64A-BBD3-B7B6-5654-41D0E9AFE982}"/>
              </a:ext>
            </a:extLst>
          </p:cNvPr>
          <p:cNvSpPr txBox="1"/>
          <p:nvPr/>
        </p:nvSpPr>
        <p:spPr>
          <a:xfrm>
            <a:off x="3640666" y="901933"/>
            <a:ext cx="570089" cy="230832"/>
          </a:xfrm>
          <a:prstGeom prst="rect">
            <a:avLst/>
          </a:prstGeom>
          <a:noFill/>
        </p:spPr>
        <p:txBody>
          <a:bodyPr wrap="square" rtlCol="0">
            <a:spAutoFit/>
          </a:bodyPr>
          <a:lstStyle/>
          <a:p>
            <a:pPr algn="ctr"/>
            <a:r>
              <a:rPr lang="en-US" sz="900" dirty="0"/>
              <a:t>28</a:t>
            </a:r>
          </a:p>
        </p:txBody>
      </p:sp>
      <p:sp>
        <p:nvSpPr>
          <p:cNvPr id="113" name="TextBox 112">
            <a:extLst>
              <a:ext uri="{FF2B5EF4-FFF2-40B4-BE49-F238E27FC236}">
                <a16:creationId xmlns:a16="http://schemas.microsoft.com/office/drawing/2014/main" id="{1003C731-5AD0-E8EF-F3BF-F5EA8B69E1B7}"/>
              </a:ext>
            </a:extLst>
          </p:cNvPr>
          <p:cNvSpPr txBox="1"/>
          <p:nvPr/>
        </p:nvSpPr>
        <p:spPr>
          <a:xfrm>
            <a:off x="3138310" y="1402877"/>
            <a:ext cx="570089" cy="230832"/>
          </a:xfrm>
          <a:prstGeom prst="rect">
            <a:avLst/>
          </a:prstGeom>
          <a:noFill/>
        </p:spPr>
        <p:txBody>
          <a:bodyPr wrap="square" rtlCol="0">
            <a:spAutoFit/>
          </a:bodyPr>
          <a:lstStyle/>
          <a:p>
            <a:pPr algn="ctr"/>
            <a:r>
              <a:rPr lang="en-US" sz="900" dirty="0"/>
              <a:t>23</a:t>
            </a:r>
          </a:p>
        </p:txBody>
      </p:sp>
      <p:sp>
        <p:nvSpPr>
          <p:cNvPr id="114" name="TextBox 113">
            <a:extLst>
              <a:ext uri="{FF2B5EF4-FFF2-40B4-BE49-F238E27FC236}">
                <a16:creationId xmlns:a16="http://schemas.microsoft.com/office/drawing/2014/main" id="{449DC52F-58D0-AA7B-E43E-FC121FC5D32C}"/>
              </a:ext>
            </a:extLst>
          </p:cNvPr>
          <p:cNvSpPr txBox="1"/>
          <p:nvPr/>
        </p:nvSpPr>
        <p:spPr>
          <a:xfrm>
            <a:off x="3138310" y="3406653"/>
            <a:ext cx="570089" cy="230832"/>
          </a:xfrm>
          <a:prstGeom prst="rect">
            <a:avLst/>
          </a:prstGeom>
          <a:noFill/>
        </p:spPr>
        <p:txBody>
          <a:bodyPr wrap="square" rtlCol="0">
            <a:spAutoFit/>
          </a:bodyPr>
          <a:lstStyle/>
          <a:p>
            <a:pPr algn="ctr"/>
            <a:r>
              <a:rPr lang="en-US" sz="900" dirty="0"/>
              <a:t>32</a:t>
            </a:r>
          </a:p>
        </p:txBody>
      </p:sp>
      <p:sp>
        <p:nvSpPr>
          <p:cNvPr id="115" name="TextBox 114">
            <a:extLst>
              <a:ext uri="{FF2B5EF4-FFF2-40B4-BE49-F238E27FC236}">
                <a16:creationId xmlns:a16="http://schemas.microsoft.com/office/drawing/2014/main" id="{1880556F-3B3C-FBFA-DCE0-CDFD1B6FD01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116" name="TextBox 115">
            <a:extLst>
              <a:ext uri="{FF2B5EF4-FFF2-40B4-BE49-F238E27FC236}">
                <a16:creationId xmlns:a16="http://schemas.microsoft.com/office/drawing/2014/main" id="{8D40ACAE-1661-F489-073C-E4E7F4B6AF47}"/>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17" name="TextBox 116">
            <a:extLst>
              <a:ext uri="{FF2B5EF4-FFF2-40B4-BE49-F238E27FC236}">
                <a16:creationId xmlns:a16="http://schemas.microsoft.com/office/drawing/2014/main" id="{2240B168-7201-CDFC-5A52-3708896A97A5}"/>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9392287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8569D-A688-D21D-59F8-4E54B5788C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9F82B3-1836-CE9E-348A-9D884B6FB98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FE0EE8D1-6506-AB6C-24CB-5190D6E0972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609F3D5-788E-D30F-88F2-B423FDD4A8D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02073C-99FC-C3A3-A3F1-A0070585E8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8337807-19A1-4B20-CBD3-115518DD0D5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EEE5894-AC37-01A1-DE36-3B4679234F49}"/>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59CD8F7D-CF89-2DA8-7DB6-AED254EFDD90}"/>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33E368D4-85B1-0C17-2870-BBC48C20E31E}"/>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F4A42D8D-9A31-A3A6-09D9-BB496FC6CF51}"/>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1FB102D8-F65A-D683-771E-1DCCEE724212}"/>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F66D7FA5-BE3C-3CD4-4D7B-68C34EE65A1E}"/>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9849C8AC-E0F9-C953-595A-B067349CDBD9}"/>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E567CDF3-256D-0782-947F-024F5BDDFC6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ECA77914-8175-5990-5FBE-E2AD49A46B0A}"/>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B5C4A243-F401-7382-906D-6ABCFEF2D6E9}"/>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610CD91C-3024-2E65-C854-96389C5D814D}"/>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F03FE681-E6BB-8704-96FA-5013CC352F4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6C058D3A-1246-9C0E-81EF-5A151C5FFBF1}"/>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4A961AF3-77F6-28E2-86BF-2024CFB9191C}"/>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E6EF0A15-B832-E42D-4F56-C9D91BBD616E}"/>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26A36A3F-B0C1-FDC3-0B32-D6F521E7D9F8}"/>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4412A5E5-929B-9BC6-E88E-2CF5CA042CE7}"/>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B9FBC49-3168-6A11-6A30-620AA2731A2E}"/>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2688C911-5DD3-B77D-5A75-B48244585F52}"/>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94FBFC29-9277-3A70-4363-9C6B7919C65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1D2C18D4-3D9A-B0C5-3F3C-9C60FE598BC2}"/>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6192EC4B-4627-27B7-A7D3-B8DF37C75929}"/>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1F2E8E12-DBE3-BA38-F145-419927B3C373}"/>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3646E5D2-9DB5-1D6B-A007-916769A24849}"/>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CC211C37-379F-8CB8-DB49-4D53C6D11B45}"/>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B5778F3D-F727-93F1-3B7B-464D63DF614B}"/>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06D5DEB5-F1E3-9EF5-7C53-029CA3AD9DD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1C838E23-A202-34FB-B600-27D4D016726D}"/>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DA1E1ADC-E515-ECFD-04A2-639B77CAFACA}"/>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D987F5BB-911E-1D06-4B86-401DD3159031}"/>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BDA99FC-DCDF-D2CD-1116-5F428F348912}"/>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E1322F05-6150-4E15-FAEA-6037C2D7C556}"/>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DC50ADC-9AD4-C1D6-726B-61A0F6777846}"/>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2147BCF0-4013-4BA2-556B-E4A972240E58}"/>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DE741166-E9C6-7506-2E3C-9F4E80B8B99A}"/>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351B1D2D-8C28-69B6-89DE-240C740A5485}"/>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6456284-EBF5-D96A-E557-7751A1D58B1C}"/>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714A980D-19B6-66B7-3CD5-EF03832733B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0CFF0CAB-E684-19CD-BD1A-9BA5143F97EA}"/>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F5824E63-D4A5-2A92-A8AF-F6D0E4296458}"/>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1DB3F615-35B1-1FBB-2A36-750FF339A690}"/>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131DD6F1-A11E-1718-B865-6C43D01BAD87}"/>
              </a:ext>
            </a:extLst>
          </p:cNvPr>
          <p:cNvSpPr txBox="1"/>
          <p:nvPr/>
        </p:nvSpPr>
        <p:spPr>
          <a:xfrm>
            <a:off x="3640666" y="3406653"/>
            <a:ext cx="570089" cy="230832"/>
          </a:xfrm>
          <a:prstGeom prst="rect">
            <a:avLst/>
          </a:prstGeom>
          <a:noFill/>
        </p:spPr>
        <p:txBody>
          <a:bodyPr wrap="square" rtlCol="0">
            <a:spAutoFit/>
          </a:bodyPr>
          <a:lstStyle/>
          <a:p>
            <a:pPr algn="ctr"/>
            <a:r>
              <a:rPr lang="en-US" sz="900" dirty="0"/>
              <a:t>2357</a:t>
            </a:r>
          </a:p>
        </p:txBody>
      </p:sp>
      <p:sp>
        <p:nvSpPr>
          <p:cNvPr id="57" name="TextBox 56">
            <a:extLst>
              <a:ext uri="{FF2B5EF4-FFF2-40B4-BE49-F238E27FC236}">
                <a16:creationId xmlns:a16="http://schemas.microsoft.com/office/drawing/2014/main" id="{D149A895-6983-7639-8A50-D8477D9E36CC}"/>
              </a:ext>
            </a:extLst>
          </p:cNvPr>
          <p:cNvSpPr txBox="1"/>
          <p:nvPr/>
        </p:nvSpPr>
        <p:spPr>
          <a:xfrm>
            <a:off x="6654802" y="2524033"/>
            <a:ext cx="570089" cy="230832"/>
          </a:xfrm>
          <a:prstGeom prst="rect">
            <a:avLst/>
          </a:prstGeom>
          <a:noFill/>
        </p:spPr>
        <p:txBody>
          <a:bodyPr wrap="square" rtlCol="0">
            <a:spAutoFit/>
          </a:bodyPr>
          <a:lstStyle/>
          <a:p>
            <a:pPr algn="ctr"/>
            <a:r>
              <a:rPr lang="en-US" sz="900" dirty="0"/>
              <a:t>2357</a:t>
            </a:r>
          </a:p>
        </p:txBody>
      </p:sp>
      <p:sp>
        <p:nvSpPr>
          <p:cNvPr id="58" name="TextBox 57">
            <a:extLst>
              <a:ext uri="{FF2B5EF4-FFF2-40B4-BE49-F238E27FC236}">
                <a16:creationId xmlns:a16="http://schemas.microsoft.com/office/drawing/2014/main" id="{B1B593C1-BA2D-E383-B280-3CFBEEFBFAC8}"/>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EA297185-FABA-F9BE-5993-7F91BB795A1A}"/>
              </a:ext>
            </a:extLst>
          </p:cNvPr>
          <p:cNvSpPr txBox="1"/>
          <p:nvPr/>
        </p:nvSpPr>
        <p:spPr>
          <a:xfrm>
            <a:off x="3640666" y="2404765"/>
            <a:ext cx="570089" cy="230832"/>
          </a:xfrm>
          <a:prstGeom prst="rect">
            <a:avLst/>
          </a:prstGeom>
          <a:noFill/>
        </p:spPr>
        <p:txBody>
          <a:bodyPr wrap="square" rtlCol="0">
            <a:spAutoFit/>
          </a:bodyPr>
          <a:lstStyle/>
          <a:p>
            <a:pPr algn="ctr"/>
            <a:r>
              <a:rPr lang="en-US" sz="900" dirty="0"/>
              <a:t>2357</a:t>
            </a:r>
          </a:p>
        </p:txBody>
      </p:sp>
      <p:sp>
        <p:nvSpPr>
          <p:cNvPr id="62" name="TextBox 61">
            <a:extLst>
              <a:ext uri="{FF2B5EF4-FFF2-40B4-BE49-F238E27FC236}">
                <a16:creationId xmlns:a16="http://schemas.microsoft.com/office/drawing/2014/main" id="{5A3AA1FA-44F8-702F-93F3-802217E7D421}"/>
              </a:ext>
            </a:extLst>
          </p:cNvPr>
          <p:cNvSpPr txBox="1"/>
          <p:nvPr/>
        </p:nvSpPr>
        <p:spPr>
          <a:xfrm>
            <a:off x="6654802" y="2905709"/>
            <a:ext cx="570089" cy="230832"/>
          </a:xfrm>
          <a:prstGeom prst="rect">
            <a:avLst/>
          </a:prstGeom>
          <a:noFill/>
        </p:spPr>
        <p:txBody>
          <a:bodyPr wrap="square" rtlCol="0">
            <a:spAutoFit/>
          </a:bodyPr>
          <a:lstStyle/>
          <a:p>
            <a:pPr algn="ctr"/>
            <a:r>
              <a:rPr lang="en-US" sz="900" dirty="0"/>
              <a:t>2357</a:t>
            </a:r>
          </a:p>
        </p:txBody>
      </p:sp>
      <p:sp>
        <p:nvSpPr>
          <p:cNvPr id="63" name="TextBox 62">
            <a:extLst>
              <a:ext uri="{FF2B5EF4-FFF2-40B4-BE49-F238E27FC236}">
                <a16:creationId xmlns:a16="http://schemas.microsoft.com/office/drawing/2014/main" id="{301D110E-219C-A62D-6E26-B5B6FAD2D5AA}"/>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D96C07DA-0828-32FB-6516-9EB33F5F198D}"/>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FD61AA0C-D798-DE0A-4491-E30F91DAD057}"/>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69154321-F9B6-94BB-5EC0-08E675F5CCF7}"/>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601D0D70-9E94-22F4-CEEC-D0D6D3549842}"/>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4" name="TextBox 73">
            <a:extLst>
              <a:ext uri="{FF2B5EF4-FFF2-40B4-BE49-F238E27FC236}">
                <a16:creationId xmlns:a16="http://schemas.microsoft.com/office/drawing/2014/main" id="{5AF17F6D-EB8E-D119-9A45-6F76781FD51F}"/>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9264FA7D-18F6-3392-B996-97A47CC10F3D}"/>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893FFF70-BB12-9C4B-9AF3-664D84D90309}"/>
              </a:ext>
            </a:extLst>
          </p:cNvPr>
          <p:cNvSpPr txBox="1"/>
          <p:nvPr/>
        </p:nvSpPr>
        <p:spPr>
          <a:xfrm>
            <a:off x="5147734" y="3287385"/>
            <a:ext cx="570089" cy="230832"/>
          </a:xfrm>
          <a:prstGeom prst="rect">
            <a:avLst/>
          </a:prstGeom>
          <a:noFill/>
        </p:spPr>
        <p:txBody>
          <a:bodyPr wrap="square" rtlCol="0">
            <a:spAutoFit/>
          </a:bodyPr>
          <a:lstStyle/>
          <a:p>
            <a:pPr algn="ctr"/>
            <a:r>
              <a:rPr lang="en-US" sz="900" dirty="0"/>
              <a:t>357</a:t>
            </a:r>
          </a:p>
        </p:txBody>
      </p:sp>
      <p:sp>
        <p:nvSpPr>
          <p:cNvPr id="78" name="TextBox 77">
            <a:extLst>
              <a:ext uri="{FF2B5EF4-FFF2-40B4-BE49-F238E27FC236}">
                <a16:creationId xmlns:a16="http://schemas.microsoft.com/office/drawing/2014/main" id="{563C4601-38FD-7AB4-D713-B5A19FF88607}"/>
              </a:ext>
            </a:extLst>
          </p:cNvPr>
          <p:cNvSpPr txBox="1"/>
          <p:nvPr/>
        </p:nvSpPr>
        <p:spPr>
          <a:xfrm>
            <a:off x="6152446" y="3788329"/>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C8628EC6-5865-C315-7525-0A099D86E92C}"/>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67BBF0A9-4FC7-B52B-F533-57AA16473BD3}"/>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09D2FB5-F6C5-CBD5-7A10-610B4A71E7A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03E970EA-5139-F74C-C7FD-8F9DE41CA44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D8671FB9-EB95-AEEA-644B-3F11900CD7C6}"/>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994B7D1-1661-7720-5E5F-75C3E2DAEE29}"/>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65" name="TextBox 64">
            <a:extLst>
              <a:ext uri="{FF2B5EF4-FFF2-40B4-BE49-F238E27FC236}">
                <a16:creationId xmlns:a16="http://schemas.microsoft.com/office/drawing/2014/main" id="{C03DFDE5-05CA-1CBA-D822-69EC9CA20C77}"/>
              </a:ext>
            </a:extLst>
          </p:cNvPr>
          <p:cNvSpPr txBox="1"/>
          <p:nvPr/>
        </p:nvSpPr>
        <p:spPr>
          <a:xfrm>
            <a:off x="3640666" y="1402877"/>
            <a:ext cx="570089" cy="230832"/>
          </a:xfrm>
          <a:prstGeom prst="rect">
            <a:avLst/>
          </a:prstGeom>
          <a:noFill/>
        </p:spPr>
        <p:txBody>
          <a:bodyPr wrap="square" rtlCol="0">
            <a:spAutoFit/>
          </a:bodyPr>
          <a:lstStyle/>
          <a:p>
            <a:pPr algn="ctr"/>
            <a:r>
              <a:rPr lang="en-US" sz="900" dirty="0"/>
              <a:t>38</a:t>
            </a:r>
          </a:p>
        </p:txBody>
      </p:sp>
      <p:sp>
        <p:nvSpPr>
          <p:cNvPr id="85" name="TextBox 84">
            <a:extLst>
              <a:ext uri="{FF2B5EF4-FFF2-40B4-BE49-F238E27FC236}">
                <a16:creationId xmlns:a16="http://schemas.microsoft.com/office/drawing/2014/main" id="{E9A0FC54-2C88-2B78-7120-B3A447C9617E}"/>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89" name="TextBox 88">
            <a:extLst>
              <a:ext uri="{FF2B5EF4-FFF2-40B4-BE49-F238E27FC236}">
                <a16:creationId xmlns:a16="http://schemas.microsoft.com/office/drawing/2014/main" id="{829B5761-1A85-8834-0E92-49AA2B4EB057}"/>
              </a:ext>
            </a:extLst>
          </p:cNvPr>
          <p:cNvSpPr txBox="1"/>
          <p:nvPr/>
        </p:nvSpPr>
        <p:spPr>
          <a:xfrm>
            <a:off x="4645378" y="4909484"/>
            <a:ext cx="570089" cy="230832"/>
          </a:xfrm>
          <a:prstGeom prst="rect">
            <a:avLst/>
          </a:prstGeom>
          <a:noFill/>
        </p:spPr>
        <p:txBody>
          <a:bodyPr wrap="square" rtlCol="0">
            <a:spAutoFit/>
          </a:bodyPr>
          <a:lstStyle/>
          <a:p>
            <a:pPr algn="ctr"/>
            <a:r>
              <a:rPr lang="en-US" sz="900" dirty="0"/>
              <a:t>235</a:t>
            </a:r>
          </a:p>
        </p:txBody>
      </p:sp>
      <p:sp>
        <p:nvSpPr>
          <p:cNvPr id="90" name="TextBox 89">
            <a:extLst>
              <a:ext uri="{FF2B5EF4-FFF2-40B4-BE49-F238E27FC236}">
                <a16:creationId xmlns:a16="http://schemas.microsoft.com/office/drawing/2014/main" id="{E12F1EB2-5F32-ED2B-B81A-8BB37B6F242F}"/>
              </a:ext>
            </a:extLst>
          </p:cNvPr>
          <p:cNvSpPr txBox="1"/>
          <p:nvPr/>
        </p:nvSpPr>
        <p:spPr>
          <a:xfrm>
            <a:off x="5147734" y="4909484"/>
            <a:ext cx="570089" cy="230832"/>
          </a:xfrm>
          <a:prstGeom prst="rect">
            <a:avLst/>
          </a:prstGeom>
          <a:noFill/>
        </p:spPr>
        <p:txBody>
          <a:bodyPr wrap="square" rtlCol="0">
            <a:spAutoFit/>
          </a:bodyPr>
          <a:lstStyle/>
          <a:p>
            <a:pPr algn="ctr"/>
            <a:r>
              <a:rPr lang="en-US" sz="900" dirty="0"/>
              <a:t>2357</a:t>
            </a:r>
          </a:p>
        </p:txBody>
      </p:sp>
      <p:sp>
        <p:nvSpPr>
          <p:cNvPr id="91" name="TextBox 90">
            <a:extLst>
              <a:ext uri="{FF2B5EF4-FFF2-40B4-BE49-F238E27FC236}">
                <a16:creationId xmlns:a16="http://schemas.microsoft.com/office/drawing/2014/main" id="{4CB0AFE1-8F61-445A-47D7-50B58AAE9C74}"/>
              </a:ext>
            </a:extLst>
          </p:cNvPr>
          <p:cNvSpPr txBox="1"/>
          <p:nvPr/>
        </p:nvSpPr>
        <p:spPr>
          <a:xfrm>
            <a:off x="5650090" y="4909484"/>
            <a:ext cx="570089" cy="230832"/>
          </a:xfrm>
          <a:prstGeom prst="rect">
            <a:avLst/>
          </a:prstGeom>
          <a:noFill/>
        </p:spPr>
        <p:txBody>
          <a:bodyPr wrap="square" rtlCol="0">
            <a:spAutoFit/>
          </a:bodyPr>
          <a:lstStyle/>
          <a:p>
            <a:pPr algn="ctr"/>
            <a:r>
              <a:rPr lang="en-US" sz="900" dirty="0"/>
              <a:t>237</a:t>
            </a:r>
          </a:p>
        </p:txBody>
      </p:sp>
      <p:sp>
        <p:nvSpPr>
          <p:cNvPr id="94" name="TextBox 93">
            <a:extLst>
              <a:ext uri="{FF2B5EF4-FFF2-40B4-BE49-F238E27FC236}">
                <a16:creationId xmlns:a16="http://schemas.microsoft.com/office/drawing/2014/main" id="{7DF3509C-0F54-C6CE-D7B8-0B219185FF64}"/>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DCAA5A27-9CF4-AB96-BF5E-5D78A9228D52}"/>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101" name="TextBox 100">
            <a:extLst>
              <a:ext uri="{FF2B5EF4-FFF2-40B4-BE49-F238E27FC236}">
                <a16:creationId xmlns:a16="http://schemas.microsoft.com/office/drawing/2014/main" id="{FEDA3AE2-5639-F291-632D-9AD3D96FD413}"/>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2E10ACD-729A-DA49-8C13-20AEC5E210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02C05408-623A-08DF-280C-0B7E5CA3693D}"/>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B48E73F8-1A2D-88ED-5815-BC52C91E608F}"/>
              </a:ext>
            </a:extLst>
          </p:cNvPr>
          <p:cNvSpPr txBox="1"/>
          <p:nvPr/>
        </p:nvSpPr>
        <p:spPr>
          <a:xfrm>
            <a:off x="5147734" y="3907597"/>
            <a:ext cx="570089" cy="230832"/>
          </a:xfrm>
          <a:prstGeom prst="rect">
            <a:avLst/>
          </a:prstGeom>
          <a:noFill/>
        </p:spPr>
        <p:txBody>
          <a:bodyPr wrap="square" rtlCol="0">
            <a:spAutoFit/>
          </a:bodyPr>
          <a:lstStyle/>
          <a:p>
            <a:pPr algn="ctr"/>
            <a:r>
              <a:rPr lang="en-US" sz="900" dirty="0"/>
              <a:t>157</a:t>
            </a:r>
          </a:p>
        </p:txBody>
      </p:sp>
      <p:sp>
        <p:nvSpPr>
          <p:cNvPr id="55" name="TextBox 54">
            <a:extLst>
              <a:ext uri="{FF2B5EF4-FFF2-40B4-BE49-F238E27FC236}">
                <a16:creationId xmlns:a16="http://schemas.microsoft.com/office/drawing/2014/main" id="{FFDBDBD3-3C83-C066-B86D-2318154A63A2}"/>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4AD99DEC-56BC-996F-41B9-83953F88FDA1}"/>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5D84851-51BB-CAB7-68A2-3360DF6A8B87}"/>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5B5532C4-6BC4-6495-E602-DAE1FBE9E3C3}"/>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D613ED1-7E99-983B-965C-987660D7A1B9}"/>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26F9E3D9-149C-E0FF-DD43-FB561B08BBA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185E4F17-6410-E55C-2EAF-8983114D9FF0}"/>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69975794-823E-9212-7257-675DA39B7526}"/>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85988FD6-83D7-FE8C-0445-BE031623E7F6}"/>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4B673F9D-064F-9D90-724A-7EE22D72522F}"/>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8FB2236E-30A4-385E-AF07-E5FE13470D93}"/>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4833FBF7-D81B-2A13-CA60-4B507C0341A5}"/>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09CFEE80-5C8B-3666-E35D-D9B5A921165E}"/>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6EF03ED1-66E3-FB44-0273-8E2705BAF321}"/>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E5C07C44-7205-2A4A-78F0-7F8A629EF52C}"/>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852A4DE8-89C3-6613-F668-C4E2BA7AD686}"/>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39FB23B5-EAF0-2CF9-9AA1-3E97A126040C}"/>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4573089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A4C30-54AA-6CC2-D635-8A61437DAC2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54C8A5-C521-2323-AB62-8302D14B382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20FB740-EC2F-554F-48E9-81F520CA716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B46A40-E5BB-5013-30E6-3297CFF18C3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CC488C-8BB0-6773-7929-20602C9793E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626B08B-5CCF-122D-F4C0-26D27FEB974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A07659E-9E91-9AB8-23B7-114624FD4F05}"/>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FB7B04A-A28D-3877-A5C6-9012446CFFDC}"/>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33BD10B0-84DC-2874-81EE-2FCEDE88547E}"/>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A7BE2FBF-0633-8C58-1302-84F2A194EFF7}"/>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5C4DF399-C333-C297-DA03-9C8FDC049D42}"/>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887DD410-5B50-DE37-EB92-B7A03E7ADE16}"/>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E96E795-037F-E22D-310B-FA1B72C8E546}"/>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FDDA7F2F-909E-17E2-A9C7-3182090C9A05}"/>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4560D74F-EBD9-69A4-7CAE-F312FD99952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95DB7EC8-04CF-2111-D27A-70A59288D0E5}"/>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ADAFBEF0-8810-699B-79FD-3C7825B8C3E7}"/>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EB254203-A64B-E54D-09BC-6F2F99B05C09}"/>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83CD766A-1AF4-C33B-DC07-3E8CEB8EA5E7}"/>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BE383BB6-929F-6F6A-0EDB-C67B5C700850}"/>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DE629167-A1C0-783E-0135-F3ABF8635942}"/>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625BE45C-9ABA-3A7F-69DD-9A9FCAB042E6}"/>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BFEB0DF-852B-7FFD-E3E6-5FB27EEF690A}"/>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0864CA57-62BC-D2A4-61C9-61789DDA07EC}"/>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4E0707AA-92EF-627F-8C94-0EB46360EEFA}"/>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646F98BF-5F6D-D293-00C2-5A223A9D05A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D0A9BDFC-7F8B-C06A-6C98-4C9C939E563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8E8DBE7C-3826-E2F3-B599-2A6F7B29BFDF}"/>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90076D71-501D-8E85-3A4D-A6BC9271D45F}"/>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44C03FB3-319F-967B-454A-89295262214C}"/>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A7324E72-7803-347E-D290-5446F77FC45C}"/>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97D638F4-B055-9F23-C1AC-2E43653462C2}"/>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BC80BB48-3AB1-25F3-427C-ABD899C7E9CF}"/>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BC3915B9-0D8A-03BD-922C-B02B6DD86AB6}"/>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AB71382F-E20B-3A71-C5A2-9BD12738CB75}"/>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A6266146-C003-5FE5-1CD7-31C008C04559}"/>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A82CD532-DF36-9469-B095-90150E504781}"/>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70A1B2E5-FA65-503C-E307-57C2D56485F3}"/>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02924E44-0983-E117-1788-D521950179EA}"/>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AA2805B7-A7D5-6FE6-DFB3-98956D2B00B6}"/>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C2E6124F-9369-6FED-6D42-75BF39296A1E}"/>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6EBF95B6-A90E-ACE8-1C4A-D5EDBD6840E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901583D-644D-7E84-2AFF-EA5BE3E08A7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2F914F3E-5F54-0210-AB79-3B41884DEB70}"/>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E3599DEE-5BE6-5539-5CA9-7831F8291B82}"/>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4DB7B5D9-D735-D2DF-FEB0-01169867EC8A}"/>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DA59DAE4-E30E-BBCC-BCE8-E5102DDB3052}"/>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1D341F99-8DCC-3C60-F3D7-FEAD610F0C07}"/>
              </a:ext>
            </a:extLst>
          </p:cNvPr>
          <p:cNvSpPr txBox="1"/>
          <p:nvPr/>
        </p:nvSpPr>
        <p:spPr>
          <a:xfrm>
            <a:off x="3640666" y="3406653"/>
            <a:ext cx="570089" cy="230832"/>
          </a:xfrm>
          <a:prstGeom prst="rect">
            <a:avLst/>
          </a:prstGeom>
          <a:noFill/>
        </p:spPr>
        <p:txBody>
          <a:bodyPr wrap="square" rtlCol="0">
            <a:spAutoFit/>
          </a:bodyPr>
          <a:lstStyle/>
          <a:p>
            <a:pPr algn="ctr"/>
            <a:r>
              <a:rPr lang="en-US" sz="900" dirty="0"/>
              <a:t>357</a:t>
            </a:r>
          </a:p>
        </p:txBody>
      </p:sp>
      <p:sp>
        <p:nvSpPr>
          <p:cNvPr id="57" name="TextBox 56">
            <a:extLst>
              <a:ext uri="{FF2B5EF4-FFF2-40B4-BE49-F238E27FC236}">
                <a16:creationId xmlns:a16="http://schemas.microsoft.com/office/drawing/2014/main" id="{4284A479-1F81-2AA6-5847-340735EA813E}"/>
              </a:ext>
            </a:extLst>
          </p:cNvPr>
          <p:cNvSpPr txBox="1"/>
          <p:nvPr/>
        </p:nvSpPr>
        <p:spPr>
          <a:xfrm>
            <a:off x="6654802" y="2524033"/>
            <a:ext cx="570089" cy="230832"/>
          </a:xfrm>
          <a:prstGeom prst="rect">
            <a:avLst/>
          </a:prstGeom>
          <a:noFill/>
        </p:spPr>
        <p:txBody>
          <a:bodyPr wrap="square" rtlCol="0">
            <a:spAutoFit/>
          </a:bodyPr>
          <a:lstStyle/>
          <a:p>
            <a:pPr algn="ctr"/>
            <a:r>
              <a:rPr lang="en-US" sz="900" dirty="0"/>
              <a:t>357</a:t>
            </a:r>
          </a:p>
        </p:txBody>
      </p:sp>
      <p:sp>
        <p:nvSpPr>
          <p:cNvPr id="58" name="TextBox 57">
            <a:extLst>
              <a:ext uri="{FF2B5EF4-FFF2-40B4-BE49-F238E27FC236}">
                <a16:creationId xmlns:a16="http://schemas.microsoft.com/office/drawing/2014/main" id="{6C6B5BE2-0D78-7DED-459D-5B1178D0F2CC}"/>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051CA1C6-7963-96AA-BA76-E1B6766F8E3A}"/>
              </a:ext>
            </a:extLst>
          </p:cNvPr>
          <p:cNvSpPr txBox="1"/>
          <p:nvPr/>
        </p:nvSpPr>
        <p:spPr>
          <a:xfrm>
            <a:off x="3640666" y="2404765"/>
            <a:ext cx="570089" cy="230832"/>
          </a:xfrm>
          <a:prstGeom prst="rect">
            <a:avLst/>
          </a:prstGeom>
          <a:noFill/>
        </p:spPr>
        <p:txBody>
          <a:bodyPr wrap="square" rtlCol="0">
            <a:spAutoFit/>
          </a:bodyPr>
          <a:lstStyle/>
          <a:p>
            <a:pPr algn="ctr"/>
            <a:r>
              <a:rPr lang="en-US" sz="900" dirty="0"/>
              <a:t>357</a:t>
            </a:r>
          </a:p>
        </p:txBody>
      </p:sp>
      <p:sp>
        <p:nvSpPr>
          <p:cNvPr id="62" name="TextBox 61">
            <a:extLst>
              <a:ext uri="{FF2B5EF4-FFF2-40B4-BE49-F238E27FC236}">
                <a16:creationId xmlns:a16="http://schemas.microsoft.com/office/drawing/2014/main" id="{F941EAF8-63E4-F002-EDFC-0C996592D664}"/>
              </a:ext>
            </a:extLst>
          </p:cNvPr>
          <p:cNvSpPr txBox="1"/>
          <p:nvPr/>
        </p:nvSpPr>
        <p:spPr>
          <a:xfrm>
            <a:off x="6654802" y="2905709"/>
            <a:ext cx="570089" cy="230832"/>
          </a:xfrm>
          <a:prstGeom prst="rect">
            <a:avLst/>
          </a:prstGeom>
          <a:noFill/>
        </p:spPr>
        <p:txBody>
          <a:bodyPr wrap="square" rtlCol="0">
            <a:spAutoFit/>
          </a:bodyPr>
          <a:lstStyle/>
          <a:p>
            <a:pPr algn="ctr"/>
            <a:r>
              <a:rPr lang="en-US" sz="900" dirty="0"/>
              <a:t>357</a:t>
            </a:r>
          </a:p>
        </p:txBody>
      </p:sp>
      <p:sp>
        <p:nvSpPr>
          <p:cNvPr id="63" name="TextBox 62">
            <a:extLst>
              <a:ext uri="{FF2B5EF4-FFF2-40B4-BE49-F238E27FC236}">
                <a16:creationId xmlns:a16="http://schemas.microsoft.com/office/drawing/2014/main" id="{A9515D85-6901-4FC3-CD38-5E747435832F}"/>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125C5DEB-4B3B-AB4E-F04F-81E9464A272F}"/>
              </a:ext>
            </a:extLst>
          </p:cNvPr>
          <p:cNvSpPr txBox="1"/>
          <p:nvPr/>
        </p:nvSpPr>
        <p:spPr>
          <a:xfrm>
            <a:off x="5147734" y="2524033"/>
            <a:ext cx="570089" cy="230832"/>
          </a:xfrm>
          <a:prstGeom prst="rect">
            <a:avLst/>
          </a:prstGeom>
          <a:noFill/>
        </p:spPr>
        <p:txBody>
          <a:bodyPr wrap="square" rtlCol="0">
            <a:spAutoFit/>
          </a:bodyPr>
          <a:lstStyle/>
          <a:p>
            <a:pPr algn="ctr"/>
            <a:r>
              <a:rPr lang="en-US" sz="900" dirty="0"/>
              <a:t>257</a:t>
            </a:r>
          </a:p>
        </p:txBody>
      </p:sp>
      <p:sp>
        <p:nvSpPr>
          <p:cNvPr id="68" name="TextBox 67">
            <a:extLst>
              <a:ext uri="{FF2B5EF4-FFF2-40B4-BE49-F238E27FC236}">
                <a16:creationId xmlns:a16="http://schemas.microsoft.com/office/drawing/2014/main" id="{D36D86E5-4112-0594-342F-7EB43DDF2160}"/>
              </a:ext>
            </a:extLst>
          </p:cNvPr>
          <p:cNvSpPr txBox="1"/>
          <p:nvPr/>
        </p:nvSpPr>
        <p:spPr>
          <a:xfrm>
            <a:off x="6654802" y="4527809"/>
            <a:ext cx="570089" cy="230832"/>
          </a:xfrm>
          <a:prstGeom prst="rect">
            <a:avLst/>
          </a:prstGeom>
          <a:noFill/>
        </p:spPr>
        <p:txBody>
          <a:bodyPr wrap="square" rtlCol="0">
            <a:spAutoFit/>
          </a:bodyPr>
          <a:lstStyle/>
          <a:p>
            <a:pPr algn="ctr"/>
            <a:r>
              <a:rPr lang="en-US" sz="900" dirty="0"/>
              <a:t>257</a:t>
            </a:r>
          </a:p>
        </p:txBody>
      </p:sp>
      <p:sp>
        <p:nvSpPr>
          <p:cNvPr id="70" name="TextBox 69">
            <a:extLst>
              <a:ext uri="{FF2B5EF4-FFF2-40B4-BE49-F238E27FC236}">
                <a16:creationId xmlns:a16="http://schemas.microsoft.com/office/drawing/2014/main" id="{26EEC555-3AD8-4E1D-64D2-46A8D531DB1C}"/>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4CA81A8B-1F57-D4CB-6B1A-06E37EDD14F5}"/>
              </a:ext>
            </a:extLst>
          </p:cNvPr>
          <p:cNvSpPr txBox="1"/>
          <p:nvPr/>
        </p:nvSpPr>
        <p:spPr>
          <a:xfrm>
            <a:off x="5147734" y="2905709"/>
            <a:ext cx="570089" cy="230832"/>
          </a:xfrm>
          <a:prstGeom prst="rect">
            <a:avLst/>
          </a:prstGeom>
          <a:noFill/>
        </p:spPr>
        <p:txBody>
          <a:bodyPr wrap="square" rtlCol="0">
            <a:spAutoFit/>
          </a:bodyPr>
          <a:lstStyle/>
          <a:p>
            <a:pPr algn="ctr"/>
            <a:r>
              <a:rPr lang="en-US" sz="900" dirty="0"/>
              <a:t>257</a:t>
            </a:r>
          </a:p>
        </p:txBody>
      </p:sp>
      <p:sp>
        <p:nvSpPr>
          <p:cNvPr id="74" name="TextBox 73">
            <a:extLst>
              <a:ext uri="{FF2B5EF4-FFF2-40B4-BE49-F238E27FC236}">
                <a16:creationId xmlns:a16="http://schemas.microsoft.com/office/drawing/2014/main" id="{0CE9550E-5978-5E24-EFF0-332C4D8A6D10}"/>
              </a:ext>
            </a:extLst>
          </p:cNvPr>
          <p:cNvSpPr txBox="1"/>
          <p:nvPr/>
        </p:nvSpPr>
        <p:spPr>
          <a:xfrm>
            <a:off x="6152446" y="4527809"/>
            <a:ext cx="570089" cy="230832"/>
          </a:xfrm>
          <a:prstGeom prst="rect">
            <a:avLst/>
          </a:prstGeom>
          <a:noFill/>
        </p:spPr>
        <p:txBody>
          <a:bodyPr wrap="square" rtlCol="0">
            <a:spAutoFit/>
          </a:bodyPr>
          <a:lstStyle/>
          <a:p>
            <a:pPr algn="ctr"/>
            <a:r>
              <a:rPr lang="en-US" sz="900" dirty="0"/>
              <a:t>257</a:t>
            </a:r>
          </a:p>
        </p:txBody>
      </p:sp>
      <p:sp>
        <p:nvSpPr>
          <p:cNvPr id="75" name="TextBox 74">
            <a:extLst>
              <a:ext uri="{FF2B5EF4-FFF2-40B4-BE49-F238E27FC236}">
                <a16:creationId xmlns:a16="http://schemas.microsoft.com/office/drawing/2014/main" id="{982F2EC3-F539-5BA5-11BE-44FE9346E719}"/>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0193991B-760F-2A12-4D37-F6CAE7885085}"/>
              </a:ext>
            </a:extLst>
          </p:cNvPr>
          <p:cNvSpPr txBox="1"/>
          <p:nvPr/>
        </p:nvSpPr>
        <p:spPr>
          <a:xfrm>
            <a:off x="5147734" y="3287385"/>
            <a:ext cx="570089" cy="230832"/>
          </a:xfrm>
          <a:prstGeom prst="rect">
            <a:avLst/>
          </a:prstGeom>
          <a:noFill/>
        </p:spPr>
        <p:txBody>
          <a:bodyPr wrap="square" rtlCol="0">
            <a:spAutoFit/>
          </a:bodyPr>
          <a:lstStyle/>
          <a:p>
            <a:pPr algn="ctr"/>
            <a:r>
              <a:rPr lang="en-US" sz="900" dirty="0"/>
              <a:t>73</a:t>
            </a:r>
          </a:p>
        </p:txBody>
      </p:sp>
      <p:sp>
        <p:nvSpPr>
          <p:cNvPr id="78" name="TextBox 77">
            <a:extLst>
              <a:ext uri="{FF2B5EF4-FFF2-40B4-BE49-F238E27FC236}">
                <a16:creationId xmlns:a16="http://schemas.microsoft.com/office/drawing/2014/main" id="{739FEE1F-79E5-28D2-587A-080284D0E635}"/>
              </a:ext>
            </a:extLst>
          </p:cNvPr>
          <p:cNvSpPr txBox="1"/>
          <p:nvPr/>
        </p:nvSpPr>
        <p:spPr>
          <a:xfrm>
            <a:off x="6152446" y="3788329"/>
            <a:ext cx="570089" cy="230832"/>
          </a:xfrm>
          <a:prstGeom prst="rect">
            <a:avLst/>
          </a:prstGeom>
          <a:noFill/>
        </p:spPr>
        <p:txBody>
          <a:bodyPr wrap="square" rtlCol="0">
            <a:spAutoFit/>
          </a:bodyPr>
          <a:lstStyle/>
          <a:p>
            <a:pPr algn="ctr"/>
            <a:r>
              <a:rPr lang="en-US" sz="900" dirty="0"/>
              <a:t>73</a:t>
            </a:r>
          </a:p>
        </p:txBody>
      </p:sp>
      <p:sp>
        <p:nvSpPr>
          <p:cNvPr id="79" name="TextBox 78">
            <a:extLst>
              <a:ext uri="{FF2B5EF4-FFF2-40B4-BE49-F238E27FC236}">
                <a16:creationId xmlns:a16="http://schemas.microsoft.com/office/drawing/2014/main" id="{76FDABC1-B9C7-3DF4-DC27-CAF93B518EE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90AAF6DA-4848-3BB4-A743-4DF867220035}"/>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A5757AAA-AD4F-5297-C914-FBECE8C2A2B8}"/>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B27BE1CE-5F86-EEDE-9B06-F32B3E6B327B}"/>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11755753-C578-DBD9-BD61-B7A18445E00C}"/>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4F42DC4B-952B-2EE8-475E-E4ACF7A1CDB4}"/>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521E8AAA-C256-6524-C187-F54A0A1BCE6B}"/>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90" name="TextBox 89">
            <a:extLst>
              <a:ext uri="{FF2B5EF4-FFF2-40B4-BE49-F238E27FC236}">
                <a16:creationId xmlns:a16="http://schemas.microsoft.com/office/drawing/2014/main" id="{4EEA8D50-9123-D45C-B34E-7F6F84B4E90E}"/>
              </a:ext>
            </a:extLst>
          </p:cNvPr>
          <p:cNvSpPr txBox="1"/>
          <p:nvPr/>
        </p:nvSpPr>
        <p:spPr>
          <a:xfrm>
            <a:off x="5147734" y="4909484"/>
            <a:ext cx="570089" cy="230832"/>
          </a:xfrm>
          <a:prstGeom prst="rect">
            <a:avLst/>
          </a:prstGeom>
          <a:noFill/>
        </p:spPr>
        <p:txBody>
          <a:bodyPr wrap="square" rtlCol="0">
            <a:spAutoFit/>
          </a:bodyPr>
          <a:lstStyle/>
          <a:p>
            <a:pPr algn="ctr"/>
            <a:r>
              <a:rPr lang="en-US" sz="900" dirty="0"/>
              <a:t>237</a:t>
            </a:r>
          </a:p>
        </p:txBody>
      </p:sp>
      <p:sp>
        <p:nvSpPr>
          <p:cNvPr id="91" name="TextBox 90">
            <a:extLst>
              <a:ext uri="{FF2B5EF4-FFF2-40B4-BE49-F238E27FC236}">
                <a16:creationId xmlns:a16="http://schemas.microsoft.com/office/drawing/2014/main" id="{5BCFD6CF-38C4-B2E5-54F7-DD9711CF02E9}"/>
              </a:ext>
            </a:extLst>
          </p:cNvPr>
          <p:cNvSpPr txBox="1"/>
          <p:nvPr/>
        </p:nvSpPr>
        <p:spPr>
          <a:xfrm>
            <a:off x="5650090" y="4909484"/>
            <a:ext cx="570089" cy="230832"/>
          </a:xfrm>
          <a:prstGeom prst="rect">
            <a:avLst/>
          </a:prstGeom>
          <a:noFill/>
        </p:spPr>
        <p:txBody>
          <a:bodyPr wrap="square" rtlCol="0">
            <a:spAutoFit/>
          </a:bodyPr>
          <a:lstStyle/>
          <a:p>
            <a:pPr algn="ctr"/>
            <a:r>
              <a:rPr lang="en-US" sz="900" dirty="0"/>
              <a:t>237</a:t>
            </a:r>
          </a:p>
        </p:txBody>
      </p:sp>
      <p:sp>
        <p:nvSpPr>
          <p:cNvPr id="94" name="TextBox 93">
            <a:extLst>
              <a:ext uri="{FF2B5EF4-FFF2-40B4-BE49-F238E27FC236}">
                <a16:creationId xmlns:a16="http://schemas.microsoft.com/office/drawing/2014/main" id="{F4DBC3E1-FCEB-291D-7EBC-80A349E89E8E}"/>
              </a:ext>
            </a:extLst>
          </p:cNvPr>
          <p:cNvSpPr txBox="1"/>
          <p:nvPr/>
        </p:nvSpPr>
        <p:spPr>
          <a:xfrm>
            <a:off x="6152446" y="2905709"/>
            <a:ext cx="570089" cy="230832"/>
          </a:xfrm>
          <a:prstGeom prst="rect">
            <a:avLst/>
          </a:prstGeom>
          <a:noFill/>
        </p:spPr>
        <p:txBody>
          <a:bodyPr wrap="square" rtlCol="0">
            <a:spAutoFit/>
          </a:bodyPr>
          <a:lstStyle/>
          <a:p>
            <a:pPr algn="ctr"/>
            <a:r>
              <a:rPr lang="en-US" sz="900" dirty="0"/>
              <a:t>2357</a:t>
            </a:r>
          </a:p>
        </p:txBody>
      </p:sp>
      <p:sp>
        <p:nvSpPr>
          <p:cNvPr id="95" name="TextBox 94">
            <a:extLst>
              <a:ext uri="{FF2B5EF4-FFF2-40B4-BE49-F238E27FC236}">
                <a16:creationId xmlns:a16="http://schemas.microsoft.com/office/drawing/2014/main" id="{D9425737-1582-387A-366A-8AB29A83019D}"/>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101" name="TextBox 100">
            <a:extLst>
              <a:ext uri="{FF2B5EF4-FFF2-40B4-BE49-F238E27FC236}">
                <a16:creationId xmlns:a16="http://schemas.microsoft.com/office/drawing/2014/main" id="{B18C3E5B-D55E-C7F4-EA44-D1A46154B864}"/>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04226D78-6D84-1E3E-EE18-0D0F1B4ED080}"/>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DF4CC9C9-49AE-9398-6D65-259AA1075FF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6269E075-EE50-087C-CDE7-0B824C3A22DE}"/>
              </a:ext>
            </a:extLst>
          </p:cNvPr>
          <p:cNvSpPr txBox="1"/>
          <p:nvPr/>
        </p:nvSpPr>
        <p:spPr>
          <a:xfrm>
            <a:off x="5147734" y="3907597"/>
            <a:ext cx="570089" cy="230832"/>
          </a:xfrm>
          <a:prstGeom prst="rect">
            <a:avLst/>
          </a:prstGeom>
          <a:noFill/>
        </p:spPr>
        <p:txBody>
          <a:bodyPr wrap="square" rtlCol="0">
            <a:spAutoFit/>
          </a:bodyPr>
          <a:lstStyle/>
          <a:p>
            <a:pPr algn="ctr"/>
            <a:r>
              <a:rPr lang="en-US" sz="900" dirty="0"/>
              <a:t>17</a:t>
            </a:r>
          </a:p>
        </p:txBody>
      </p:sp>
      <p:sp>
        <p:nvSpPr>
          <p:cNvPr id="55" name="TextBox 54">
            <a:extLst>
              <a:ext uri="{FF2B5EF4-FFF2-40B4-BE49-F238E27FC236}">
                <a16:creationId xmlns:a16="http://schemas.microsoft.com/office/drawing/2014/main" id="{8111A0BC-41A9-A84F-3446-416509096516}"/>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FA0F304E-7199-5AA2-5072-5419D454FA6B}"/>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3D08EF68-34CE-23ED-F71F-E8A2C33D7E74}"/>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49301C84-F764-4E27-BC58-80D5771D3D7D}"/>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D96A1532-4454-F01B-3548-EE302912BC74}"/>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577B3518-1676-2967-0C4E-7A00D3CAE690}"/>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BDA3006B-8A62-CC0A-304E-EDB323D1DC4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C334C16C-2644-B1EE-2445-25BCE802926A}"/>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096C6E8E-CB94-02F8-3F83-FC00770CF7E1}"/>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E4A19959-517C-140A-787A-D68BA1E45E77}"/>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13104392-F992-F8B4-7CAC-17E8BD921A6D}"/>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2B9D948A-D0E3-6B73-B53A-A7F77D4748A7}"/>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1494C875-DE98-1D4A-2752-F757B2DEFEEF}"/>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56E6EDC9-B528-2D57-4237-3222DA4E2C6C}"/>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93440A98-05BE-6217-429D-F830855EDB80}"/>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B948047F-5198-6653-3FAA-BB441FAD86D7}"/>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8EFEDF6D-924C-6FEB-EB21-5E31CE341E7C}"/>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6753673C-F45E-7E51-48E3-6A99ABE016BC}"/>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908B9AB0-7B9C-6B9E-8C5F-891257BCC39C}"/>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71276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E9E8A-CBD0-F392-6470-5AB614CAE5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A46BDEB-1185-46B4-2C52-E059593F71B5}"/>
              </a:ext>
            </a:extLst>
          </p:cNvPr>
          <p:cNvSpPr>
            <a:spLocks noGrp="1"/>
          </p:cNvSpPr>
          <p:nvPr>
            <p:ph sz="half" idx="1"/>
          </p:nvPr>
        </p:nvSpPr>
        <p:spPr/>
        <p:txBody>
          <a:bodyPr>
            <a:normAutofit/>
          </a:bodyPr>
          <a:lstStyle/>
          <a:p>
            <a:r>
              <a:rPr lang="en-US" dirty="0"/>
              <a:t>Reduce. (Note last 2 in right center block.)</a:t>
            </a:r>
          </a:p>
        </p:txBody>
      </p:sp>
      <p:pic>
        <p:nvPicPr>
          <p:cNvPr id="4" name="Picture 3" descr="A grid of sudoku puzzle&#10;&#10;Description automatically generated">
            <a:extLst>
              <a:ext uri="{FF2B5EF4-FFF2-40B4-BE49-F238E27FC236}">
                <a16:creationId xmlns:a16="http://schemas.microsoft.com/office/drawing/2014/main" id="{F4C40C4A-570F-F92E-EC98-B2684CAB3A4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9A91C81-EF31-7648-8E0C-EC358FF9C3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38A1A3D-63FA-0BB4-B5FE-2CF2EC2E76E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92D310-24A9-79D7-AF1D-A4139E58268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BC2AAD-9CE1-C1FD-6AEB-A6E0071875F9}"/>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7B2141D2-3E4A-7C51-1D57-3EF285729DC0}"/>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9" name="TextBox 8">
            <a:extLst>
              <a:ext uri="{FF2B5EF4-FFF2-40B4-BE49-F238E27FC236}">
                <a16:creationId xmlns:a16="http://schemas.microsoft.com/office/drawing/2014/main" id="{5B14AB4D-646E-9361-D7CB-592988EAD391}"/>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18EA3287-B3A9-D30C-0671-87E41EC63EE8}"/>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1" name="TextBox 10">
            <a:extLst>
              <a:ext uri="{FF2B5EF4-FFF2-40B4-BE49-F238E27FC236}">
                <a16:creationId xmlns:a16="http://schemas.microsoft.com/office/drawing/2014/main" id="{7FF9DEB0-AB6D-D93F-FA01-D11A124EAAEB}"/>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D193D66B-3CDB-1009-D6B0-00AFC639C98D}"/>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C2ADBCD4-2C73-BFF7-F140-21C69957DE76}"/>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EDBB6D2E-E33E-1CED-B294-6CB984DE2C23}"/>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5E34158A-EC28-0960-A0DD-C4E867DBB18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74280A57-FE6A-F85A-6B4F-BF4EBADF1B6E}"/>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25F4758F-35BA-D353-6502-1DFB0C819C4B}"/>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9F6DAF1D-BE03-DA0C-34A7-AA80FABCF524}"/>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19" name="TextBox 18">
            <a:extLst>
              <a:ext uri="{FF2B5EF4-FFF2-40B4-BE49-F238E27FC236}">
                <a16:creationId xmlns:a16="http://schemas.microsoft.com/office/drawing/2014/main" id="{6BCD5C04-83B8-8AC9-404F-D766D3D903A4}"/>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4F085122-F2CD-2377-958A-3B50A91AE5B0}"/>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9B7D8926-5144-F34F-9369-DA458E583057}"/>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8A644155-7EB2-B995-D5AB-F161A1627D3F}"/>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51C3B191-A418-CCBE-F993-1F864971AB34}"/>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4" name="TextBox 23">
            <a:extLst>
              <a:ext uri="{FF2B5EF4-FFF2-40B4-BE49-F238E27FC236}">
                <a16:creationId xmlns:a16="http://schemas.microsoft.com/office/drawing/2014/main" id="{F47394B7-BE31-C0AA-00CD-9E7ED162761D}"/>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9F2C2C40-DF8C-4206-EE95-CF5E64F426CE}"/>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F01D9FD2-16FA-B07C-702B-318D379AF910}"/>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31FB66EC-FDF1-CF6E-2E14-435BEF722EF9}"/>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0CD1166D-4F7E-221F-80C3-CC82EB7AAABC}"/>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396D4A2D-46E8-58FD-3B4C-2C4BA03FC8E2}"/>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F39CFDF2-A22B-5464-8E20-9D49415C1DF0}"/>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F0DE4D1E-E5BA-DC8C-8B25-CF2A43C4889A}"/>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54BE2C72-1D64-96B6-0CF0-980C2F958DF3}"/>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473BF278-7BD4-4343-74D6-4AEAA66F4091}"/>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7F7FD9A4-3986-8377-8939-1955B0B873DB}"/>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FA8D1EE6-DCA9-10B4-DBA5-8B7C441F8FB0}"/>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endParaRPr lang="en-US" sz="3200" dirty="0"/>
          </a:p>
        </p:txBody>
      </p:sp>
      <p:sp>
        <p:nvSpPr>
          <p:cNvPr id="36" name="TextBox 35">
            <a:extLst>
              <a:ext uri="{FF2B5EF4-FFF2-40B4-BE49-F238E27FC236}">
                <a16:creationId xmlns:a16="http://schemas.microsoft.com/office/drawing/2014/main" id="{D1842D9C-9BE3-1F6D-BFE7-B97D1411325C}"/>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CFB5E95D-E070-7CD7-EF96-0A7957F0799E}"/>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7514AD34-F9C3-7703-910A-B40567543F30}"/>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39" name="TextBox 38">
            <a:extLst>
              <a:ext uri="{FF2B5EF4-FFF2-40B4-BE49-F238E27FC236}">
                <a16:creationId xmlns:a16="http://schemas.microsoft.com/office/drawing/2014/main" id="{7394E691-2F1C-AC62-5E4A-955E45DE58D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endParaRPr lang="en-US" sz="3200" dirty="0"/>
          </a:p>
        </p:txBody>
      </p:sp>
      <p:sp>
        <p:nvSpPr>
          <p:cNvPr id="40" name="TextBox 39">
            <a:extLst>
              <a:ext uri="{FF2B5EF4-FFF2-40B4-BE49-F238E27FC236}">
                <a16:creationId xmlns:a16="http://schemas.microsoft.com/office/drawing/2014/main" id="{2AEFBA44-395A-8419-E866-F7727F9E8579}"/>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2E828E8A-DD92-BB1D-04F5-3A79367BC2A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57B6DB75-FDA8-962F-44DF-F6A0CE4BC9A1}"/>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A280AF95-3581-183F-CA2B-2E67E50A6520}"/>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44" name="TextBox 43">
            <a:extLst>
              <a:ext uri="{FF2B5EF4-FFF2-40B4-BE49-F238E27FC236}">
                <a16:creationId xmlns:a16="http://schemas.microsoft.com/office/drawing/2014/main" id="{4BE6D104-601E-F46B-1551-EFC2F6ECCD87}"/>
              </a:ext>
            </a:extLst>
          </p:cNvPr>
          <p:cNvSpPr txBox="1"/>
          <p:nvPr/>
        </p:nvSpPr>
        <p:spPr>
          <a:xfrm>
            <a:off x="7157158" y="1522145"/>
            <a:ext cx="570089" cy="230832"/>
          </a:xfrm>
          <a:prstGeom prst="rect">
            <a:avLst/>
          </a:prstGeom>
          <a:noFill/>
        </p:spPr>
        <p:txBody>
          <a:bodyPr wrap="square" rtlCol="0">
            <a:spAutoFit/>
          </a:bodyPr>
          <a:lstStyle/>
          <a:p>
            <a:pPr algn="ctr"/>
            <a:r>
              <a:rPr lang="en-US" sz="900" dirty="0"/>
              <a:t>57</a:t>
            </a:r>
          </a:p>
        </p:txBody>
      </p:sp>
      <p:sp>
        <p:nvSpPr>
          <p:cNvPr id="45" name="TextBox 44">
            <a:extLst>
              <a:ext uri="{FF2B5EF4-FFF2-40B4-BE49-F238E27FC236}">
                <a16:creationId xmlns:a16="http://schemas.microsoft.com/office/drawing/2014/main" id="{AD061027-728B-1121-A999-5F0DC6E72133}"/>
              </a:ext>
            </a:extLst>
          </p:cNvPr>
          <p:cNvSpPr txBox="1"/>
          <p:nvPr/>
        </p:nvSpPr>
        <p:spPr>
          <a:xfrm>
            <a:off x="4143022" y="5028752"/>
            <a:ext cx="570089" cy="230832"/>
          </a:xfrm>
          <a:prstGeom prst="rect">
            <a:avLst/>
          </a:prstGeom>
          <a:noFill/>
        </p:spPr>
        <p:txBody>
          <a:bodyPr wrap="square" rtlCol="0">
            <a:spAutoFit/>
          </a:bodyPr>
          <a:lstStyle/>
          <a:p>
            <a:pPr algn="ctr"/>
            <a:r>
              <a:rPr lang="en-US" sz="900" dirty="0"/>
              <a:t>57</a:t>
            </a:r>
          </a:p>
        </p:txBody>
      </p:sp>
      <p:sp>
        <p:nvSpPr>
          <p:cNvPr id="50" name="TextBox 49">
            <a:extLst>
              <a:ext uri="{FF2B5EF4-FFF2-40B4-BE49-F238E27FC236}">
                <a16:creationId xmlns:a16="http://schemas.microsoft.com/office/drawing/2014/main" id="{CB833600-03F3-96CB-DA16-58894D8E4EF2}"/>
              </a:ext>
            </a:extLst>
          </p:cNvPr>
          <p:cNvSpPr txBox="1"/>
          <p:nvPr/>
        </p:nvSpPr>
        <p:spPr>
          <a:xfrm>
            <a:off x="6152446" y="1402877"/>
            <a:ext cx="570089" cy="230832"/>
          </a:xfrm>
          <a:prstGeom prst="rect">
            <a:avLst/>
          </a:prstGeom>
          <a:noFill/>
        </p:spPr>
        <p:txBody>
          <a:bodyPr wrap="square" rtlCol="0">
            <a:spAutoFit/>
          </a:bodyPr>
          <a:lstStyle/>
          <a:p>
            <a:pPr algn="ctr"/>
            <a:r>
              <a:rPr lang="en-US" sz="900" dirty="0"/>
              <a:t>75</a:t>
            </a:r>
          </a:p>
        </p:txBody>
      </p:sp>
      <p:sp>
        <p:nvSpPr>
          <p:cNvPr id="51" name="TextBox 50">
            <a:extLst>
              <a:ext uri="{FF2B5EF4-FFF2-40B4-BE49-F238E27FC236}">
                <a16:creationId xmlns:a16="http://schemas.microsoft.com/office/drawing/2014/main" id="{21575DC8-334D-5193-84C7-AF9B7DE4E3F0}"/>
              </a:ext>
            </a:extLst>
          </p:cNvPr>
          <p:cNvSpPr txBox="1"/>
          <p:nvPr/>
        </p:nvSpPr>
        <p:spPr>
          <a:xfrm>
            <a:off x="3138310" y="4408541"/>
            <a:ext cx="570089" cy="230832"/>
          </a:xfrm>
          <a:prstGeom prst="rect">
            <a:avLst/>
          </a:prstGeom>
          <a:noFill/>
        </p:spPr>
        <p:txBody>
          <a:bodyPr wrap="square" rtlCol="0">
            <a:spAutoFit/>
          </a:bodyPr>
          <a:lstStyle/>
          <a:p>
            <a:pPr algn="ctr"/>
            <a:r>
              <a:rPr lang="en-US" sz="900" dirty="0"/>
              <a:t>75</a:t>
            </a:r>
          </a:p>
        </p:txBody>
      </p:sp>
      <p:sp>
        <p:nvSpPr>
          <p:cNvPr id="52" name="TextBox 51">
            <a:extLst>
              <a:ext uri="{FF2B5EF4-FFF2-40B4-BE49-F238E27FC236}">
                <a16:creationId xmlns:a16="http://schemas.microsoft.com/office/drawing/2014/main" id="{07E92845-BB22-581D-0724-57EA79B14828}"/>
              </a:ext>
            </a:extLst>
          </p:cNvPr>
          <p:cNvSpPr txBox="1"/>
          <p:nvPr/>
        </p:nvSpPr>
        <p:spPr>
          <a:xfrm>
            <a:off x="3640666" y="3406653"/>
            <a:ext cx="570089" cy="230832"/>
          </a:xfrm>
          <a:prstGeom prst="rect">
            <a:avLst/>
          </a:prstGeom>
          <a:noFill/>
        </p:spPr>
        <p:txBody>
          <a:bodyPr wrap="square" rtlCol="0">
            <a:spAutoFit/>
          </a:bodyPr>
          <a:lstStyle/>
          <a:p>
            <a:pPr algn="ctr"/>
            <a:r>
              <a:rPr lang="en-US" sz="900" dirty="0"/>
              <a:t>357</a:t>
            </a:r>
          </a:p>
        </p:txBody>
      </p:sp>
      <p:sp>
        <p:nvSpPr>
          <p:cNvPr id="57" name="TextBox 56">
            <a:extLst>
              <a:ext uri="{FF2B5EF4-FFF2-40B4-BE49-F238E27FC236}">
                <a16:creationId xmlns:a16="http://schemas.microsoft.com/office/drawing/2014/main" id="{3BFD6DFA-5B37-833A-613E-509E0F0A7915}"/>
              </a:ext>
            </a:extLst>
          </p:cNvPr>
          <p:cNvSpPr txBox="1"/>
          <p:nvPr/>
        </p:nvSpPr>
        <p:spPr>
          <a:xfrm>
            <a:off x="6654802" y="2524033"/>
            <a:ext cx="570089" cy="230832"/>
          </a:xfrm>
          <a:prstGeom prst="rect">
            <a:avLst/>
          </a:prstGeom>
          <a:noFill/>
        </p:spPr>
        <p:txBody>
          <a:bodyPr wrap="square" rtlCol="0">
            <a:spAutoFit/>
          </a:bodyPr>
          <a:lstStyle/>
          <a:p>
            <a:pPr algn="ctr"/>
            <a:r>
              <a:rPr lang="en-US" sz="900" dirty="0"/>
              <a:t>357</a:t>
            </a:r>
          </a:p>
        </p:txBody>
      </p:sp>
      <p:sp>
        <p:nvSpPr>
          <p:cNvPr id="58" name="TextBox 57">
            <a:extLst>
              <a:ext uri="{FF2B5EF4-FFF2-40B4-BE49-F238E27FC236}">
                <a16:creationId xmlns:a16="http://schemas.microsoft.com/office/drawing/2014/main" id="{7C2C51A8-34BB-6665-D0AF-C889CA4FD825}"/>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2D05B45B-B35E-C1FF-373C-A88996F2B6C1}"/>
              </a:ext>
            </a:extLst>
          </p:cNvPr>
          <p:cNvSpPr txBox="1"/>
          <p:nvPr/>
        </p:nvSpPr>
        <p:spPr>
          <a:xfrm>
            <a:off x="3640666" y="2404765"/>
            <a:ext cx="570089" cy="230832"/>
          </a:xfrm>
          <a:prstGeom prst="rect">
            <a:avLst/>
          </a:prstGeom>
          <a:noFill/>
        </p:spPr>
        <p:txBody>
          <a:bodyPr wrap="square" rtlCol="0">
            <a:spAutoFit/>
          </a:bodyPr>
          <a:lstStyle/>
          <a:p>
            <a:pPr algn="ctr"/>
            <a:r>
              <a:rPr lang="en-US" sz="900" dirty="0"/>
              <a:t>357</a:t>
            </a:r>
          </a:p>
        </p:txBody>
      </p:sp>
      <p:sp>
        <p:nvSpPr>
          <p:cNvPr id="62" name="TextBox 61">
            <a:extLst>
              <a:ext uri="{FF2B5EF4-FFF2-40B4-BE49-F238E27FC236}">
                <a16:creationId xmlns:a16="http://schemas.microsoft.com/office/drawing/2014/main" id="{1D1334E2-89B0-658E-F61E-042EBFF2482D}"/>
              </a:ext>
            </a:extLst>
          </p:cNvPr>
          <p:cNvSpPr txBox="1"/>
          <p:nvPr/>
        </p:nvSpPr>
        <p:spPr>
          <a:xfrm>
            <a:off x="6654802" y="2905709"/>
            <a:ext cx="570089" cy="230832"/>
          </a:xfrm>
          <a:prstGeom prst="rect">
            <a:avLst/>
          </a:prstGeom>
          <a:noFill/>
        </p:spPr>
        <p:txBody>
          <a:bodyPr wrap="square" rtlCol="0">
            <a:spAutoFit/>
          </a:bodyPr>
          <a:lstStyle/>
          <a:p>
            <a:pPr algn="ctr"/>
            <a:r>
              <a:rPr lang="en-US" sz="900" dirty="0"/>
              <a:t>357</a:t>
            </a:r>
          </a:p>
        </p:txBody>
      </p:sp>
      <p:sp>
        <p:nvSpPr>
          <p:cNvPr id="63" name="TextBox 62">
            <a:extLst>
              <a:ext uri="{FF2B5EF4-FFF2-40B4-BE49-F238E27FC236}">
                <a16:creationId xmlns:a16="http://schemas.microsoft.com/office/drawing/2014/main" id="{FFBA63B1-1884-7EFA-B10C-15D94CF15E52}"/>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66" name="TextBox 65">
            <a:extLst>
              <a:ext uri="{FF2B5EF4-FFF2-40B4-BE49-F238E27FC236}">
                <a16:creationId xmlns:a16="http://schemas.microsoft.com/office/drawing/2014/main" id="{2B347885-1A32-5E9A-CD51-C8F112BB0354}"/>
              </a:ext>
            </a:extLst>
          </p:cNvPr>
          <p:cNvSpPr txBox="1"/>
          <p:nvPr/>
        </p:nvSpPr>
        <p:spPr>
          <a:xfrm>
            <a:off x="5147734" y="2524033"/>
            <a:ext cx="570089" cy="230832"/>
          </a:xfrm>
          <a:prstGeom prst="rect">
            <a:avLst/>
          </a:prstGeom>
          <a:noFill/>
        </p:spPr>
        <p:txBody>
          <a:bodyPr wrap="square" rtlCol="0">
            <a:spAutoFit/>
          </a:bodyPr>
          <a:lstStyle/>
          <a:p>
            <a:pPr algn="ctr"/>
            <a:r>
              <a:rPr lang="en-US" sz="900" dirty="0"/>
              <a:t>52</a:t>
            </a:r>
          </a:p>
        </p:txBody>
      </p:sp>
      <p:sp>
        <p:nvSpPr>
          <p:cNvPr id="68" name="TextBox 67">
            <a:extLst>
              <a:ext uri="{FF2B5EF4-FFF2-40B4-BE49-F238E27FC236}">
                <a16:creationId xmlns:a16="http://schemas.microsoft.com/office/drawing/2014/main" id="{32E7B821-1701-563E-83EA-EFE303088F62}"/>
              </a:ext>
            </a:extLst>
          </p:cNvPr>
          <p:cNvSpPr txBox="1"/>
          <p:nvPr/>
        </p:nvSpPr>
        <p:spPr>
          <a:xfrm>
            <a:off x="6654802" y="4527809"/>
            <a:ext cx="570089" cy="230832"/>
          </a:xfrm>
          <a:prstGeom prst="rect">
            <a:avLst/>
          </a:prstGeom>
          <a:noFill/>
        </p:spPr>
        <p:txBody>
          <a:bodyPr wrap="square" rtlCol="0">
            <a:spAutoFit/>
          </a:bodyPr>
          <a:lstStyle/>
          <a:p>
            <a:pPr algn="ctr"/>
            <a:r>
              <a:rPr lang="en-US" sz="900" dirty="0"/>
              <a:t>52</a:t>
            </a:r>
          </a:p>
        </p:txBody>
      </p:sp>
      <p:sp>
        <p:nvSpPr>
          <p:cNvPr id="70" name="TextBox 69">
            <a:extLst>
              <a:ext uri="{FF2B5EF4-FFF2-40B4-BE49-F238E27FC236}">
                <a16:creationId xmlns:a16="http://schemas.microsoft.com/office/drawing/2014/main" id="{27E73A0C-9B6F-2BA8-FB4D-09F2C8678E1F}"/>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1" name="TextBox 70">
            <a:extLst>
              <a:ext uri="{FF2B5EF4-FFF2-40B4-BE49-F238E27FC236}">
                <a16:creationId xmlns:a16="http://schemas.microsoft.com/office/drawing/2014/main" id="{9EA18C61-2943-ACE8-4D2B-D829CF51D161}"/>
              </a:ext>
            </a:extLst>
          </p:cNvPr>
          <p:cNvSpPr txBox="1"/>
          <p:nvPr/>
        </p:nvSpPr>
        <p:spPr>
          <a:xfrm>
            <a:off x="5147734" y="2905709"/>
            <a:ext cx="570089" cy="230832"/>
          </a:xfrm>
          <a:prstGeom prst="rect">
            <a:avLst/>
          </a:prstGeom>
          <a:noFill/>
        </p:spPr>
        <p:txBody>
          <a:bodyPr wrap="square" rtlCol="0">
            <a:spAutoFit/>
          </a:bodyPr>
          <a:lstStyle/>
          <a:p>
            <a:pPr algn="ctr"/>
            <a:r>
              <a:rPr lang="en-US" sz="900" dirty="0"/>
              <a:t>25</a:t>
            </a:r>
          </a:p>
        </p:txBody>
      </p:sp>
      <p:sp>
        <p:nvSpPr>
          <p:cNvPr id="74" name="TextBox 73">
            <a:extLst>
              <a:ext uri="{FF2B5EF4-FFF2-40B4-BE49-F238E27FC236}">
                <a16:creationId xmlns:a16="http://schemas.microsoft.com/office/drawing/2014/main" id="{81AFE0E1-C1DA-FC38-3DE4-CDC7F49D0A59}"/>
              </a:ext>
            </a:extLst>
          </p:cNvPr>
          <p:cNvSpPr txBox="1"/>
          <p:nvPr/>
        </p:nvSpPr>
        <p:spPr>
          <a:xfrm>
            <a:off x="6152446" y="4527809"/>
            <a:ext cx="570089" cy="230832"/>
          </a:xfrm>
          <a:prstGeom prst="rect">
            <a:avLst/>
          </a:prstGeom>
          <a:noFill/>
        </p:spPr>
        <p:txBody>
          <a:bodyPr wrap="square" rtlCol="0">
            <a:spAutoFit/>
          </a:bodyPr>
          <a:lstStyle/>
          <a:p>
            <a:pPr algn="ctr"/>
            <a:r>
              <a:rPr lang="en-US" sz="900" dirty="0"/>
              <a:t>25</a:t>
            </a:r>
          </a:p>
        </p:txBody>
      </p:sp>
      <p:sp>
        <p:nvSpPr>
          <p:cNvPr id="75" name="TextBox 74">
            <a:extLst>
              <a:ext uri="{FF2B5EF4-FFF2-40B4-BE49-F238E27FC236}">
                <a16:creationId xmlns:a16="http://schemas.microsoft.com/office/drawing/2014/main" id="{A102B4E6-10C2-10B8-552D-B5626D39166E}"/>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2260EF87-2668-0734-3A78-EBFDF5268527}"/>
              </a:ext>
            </a:extLst>
          </p:cNvPr>
          <p:cNvSpPr txBox="1"/>
          <p:nvPr/>
        </p:nvSpPr>
        <p:spPr>
          <a:xfrm>
            <a:off x="5147734" y="3287385"/>
            <a:ext cx="570089" cy="230832"/>
          </a:xfrm>
          <a:prstGeom prst="rect">
            <a:avLst/>
          </a:prstGeom>
          <a:noFill/>
        </p:spPr>
        <p:txBody>
          <a:bodyPr wrap="square" rtlCol="0">
            <a:spAutoFit/>
          </a:bodyPr>
          <a:lstStyle/>
          <a:p>
            <a:pPr algn="ctr"/>
            <a:r>
              <a:rPr lang="en-US" sz="900" dirty="0"/>
              <a:t>73</a:t>
            </a:r>
          </a:p>
        </p:txBody>
      </p:sp>
      <p:sp>
        <p:nvSpPr>
          <p:cNvPr id="78" name="TextBox 77">
            <a:extLst>
              <a:ext uri="{FF2B5EF4-FFF2-40B4-BE49-F238E27FC236}">
                <a16:creationId xmlns:a16="http://schemas.microsoft.com/office/drawing/2014/main" id="{82EB7183-884B-14C6-6AAC-F837D7666662}"/>
              </a:ext>
            </a:extLst>
          </p:cNvPr>
          <p:cNvSpPr txBox="1"/>
          <p:nvPr/>
        </p:nvSpPr>
        <p:spPr>
          <a:xfrm>
            <a:off x="6152446" y="3788329"/>
            <a:ext cx="570089" cy="230832"/>
          </a:xfrm>
          <a:prstGeom prst="rect">
            <a:avLst/>
          </a:prstGeom>
          <a:noFill/>
        </p:spPr>
        <p:txBody>
          <a:bodyPr wrap="square" rtlCol="0">
            <a:spAutoFit/>
          </a:bodyPr>
          <a:lstStyle/>
          <a:p>
            <a:pPr algn="ctr"/>
            <a:r>
              <a:rPr lang="en-US" sz="900" dirty="0"/>
              <a:t>73</a:t>
            </a:r>
          </a:p>
        </p:txBody>
      </p:sp>
      <p:sp>
        <p:nvSpPr>
          <p:cNvPr id="79" name="TextBox 78">
            <a:extLst>
              <a:ext uri="{FF2B5EF4-FFF2-40B4-BE49-F238E27FC236}">
                <a16:creationId xmlns:a16="http://schemas.microsoft.com/office/drawing/2014/main" id="{9BAA1E39-3BD9-D027-09F4-1C13D7678901}"/>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27CE0F86-6A4D-9D61-9A71-7CDE8CD13E9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078F78A-13E1-886F-EF5D-DB7A5D97926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BC902E04-1A3C-8EF1-C100-D76EB8E3CDD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441AC12F-C089-AE61-740E-75A932FF7C50}"/>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94BB0B89-D90C-F367-8654-42DFE3F0F70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13086496-3FD2-0FF4-2652-C8F8864C3845}"/>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90" name="TextBox 89">
            <a:extLst>
              <a:ext uri="{FF2B5EF4-FFF2-40B4-BE49-F238E27FC236}">
                <a16:creationId xmlns:a16="http://schemas.microsoft.com/office/drawing/2014/main" id="{BC5F5954-3130-D965-9B47-039A27404DAF}"/>
              </a:ext>
            </a:extLst>
          </p:cNvPr>
          <p:cNvSpPr txBox="1"/>
          <p:nvPr/>
        </p:nvSpPr>
        <p:spPr>
          <a:xfrm>
            <a:off x="5147734" y="4909484"/>
            <a:ext cx="570089" cy="230832"/>
          </a:xfrm>
          <a:prstGeom prst="rect">
            <a:avLst/>
          </a:prstGeom>
          <a:noFill/>
        </p:spPr>
        <p:txBody>
          <a:bodyPr wrap="square" rtlCol="0">
            <a:spAutoFit/>
          </a:bodyPr>
          <a:lstStyle/>
          <a:p>
            <a:pPr algn="ctr"/>
            <a:r>
              <a:rPr lang="en-US" sz="900" dirty="0"/>
              <a:t>37</a:t>
            </a:r>
          </a:p>
        </p:txBody>
      </p:sp>
      <p:sp>
        <p:nvSpPr>
          <p:cNvPr id="91" name="TextBox 90">
            <a:extLst>
              <a:ext uri="{FF2B5EF4-FFF2-40B4-BE49-F238E27FC236}">
                <a16:creationId xmlns:a16="http://schemas.microsoft.com/office/drawing/2014/main" id="{23BF5EF1-E5CF-35ED-815F-46CBEB1BE3C2}"/>
              </a:ext>
            </a:extLst>
          </p:cNvPr>
          <p:cNvSpPr txBox="1"/>
          <p:nvPr/>
        </p:nvSpPr>
        <p:spPr>
          <a:xfrm>
            <a:off x="5650090" y="4909484"/>
            <a:ext cx="570089" cy="230832"/>
          </a:xfrm>
          <a:prstGeom prst="rect">
            <a:avLst/>
          </a:prstGeom>
          <a:noFill/>
        </p:spPr>
        <p:txBody>
          <a:bodyPr wrap="square" rtlCol="0">
            <a:spAutoFit/>
          </a:bodyPr>
          <a:lstStyle/>
          <a:p>
            <a:pPr algn="ctr"/>
            <a:r>
              <a:rPr lang="en-US" sz="900" dirty="0"/>
              <a:t>73</a:t>
            </a:r>
          </a:p>
        </p:txBody>
      </p:sp>
      <p:sp>
        <p:nvSpPr>
          <p:cNvPr id="95" name="TextBox 94">
            <a:extLst>
              <a:ext uri="{FF2B5EF4-FFF2-40B4-BE49-F238E27FC236}">
                <a16:creationId xmlns:a16="http://schemas.microsoft.com/office/drawing/2014/main" id="{B4F10D51-BF8C-A689-2519-CF36D78CC44F}"/>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101" name="TextBox 100">
            <a:extLst>
              <a:ext uri="{FF2B5EF4-FFF2-40B4-BE49-F238E27FC236}">
                <a16:creationId xmlns:a16="http://schemas.microsoft.com/office/drawing/2014/main" id="{BCBA361D-288C-C5AF-D4B7-0DCAF39CE562}"/>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B417C570-B188-5A53-627A-01888928854A}"/>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5E42CEBA-0FBD-D2F1-CCAE-747F94A888B7}"/>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C0C58801-B5A3-0F8C-41C3-DA30784EC9C7}"/>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70B2A808-EB31-DEBC-59A0-30BBA5E5859A}"/>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F04202B-368A-7369-07FE-7AF02835B44E}"/>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6F5DCB67-0E55-66E1-7E7E-E65A5CE13B94}"/>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4F997A16-BAF0-2003-4135-06E090C21415}"/>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10DE6C32-E1BE-898F-014F-1F287DFAFD3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5F67ECE2-5D09-0E1F-6FC5-541EAF88E3EE}"/>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3106B65C-5747-0C06-2AAE-99AA64DFE059}"/>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666159C0-AE3E-4DDE-7FBD-DD26563FF3D8}"/>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B8A83043-40CC-F445-BCB1-58E088F34423}"/>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95576E91-E2DC-4ABC-0C8E-EEFC4C462652}"/>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4766441D-03F9-2B22-AB06-08CDBF9E6F21}"/>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FEAD6854-0129-02F5-6028-77E54F31A60C}"/>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89DD873B-E1FD-F43C-5FA6-1EDB2546EB13}"/>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3C47115B-E0EE-F1E2-3A09-71293152FFA2}"/>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F14F2B4F-66B1-7DD4-0568-A8724133672F}"/>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69EC6D6E-E7B7-2FB4-82F3-942E3C2B33CA}"/>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FD3F854E-0B66-565A-C956-129CCAA4672D}"/>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4F408DCE-4FCF-7307-2E42-82915942B43D}"/>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EF0AAB90-CC37-4F80-5A73-F439561FBF3A}"/>
              </a:ext>
            </a:extLst>
          </p:cNvPr>
          <p:cNvSpPr txBox="1"/>
          <p:nvPr/>
        </p:nvSpPr>
        <p:spPr>
          <a:xfrm>
            <a:off x="5215469"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61F4C1B6-6E38-9925-182C-1F6D0CE4FEAA}"/>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124132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B37C5-DD33-0A88-2FD5-701BA0247A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10D7893-FF45-2822-7A40-FA7118DA590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D144A92-9EA1-827D-2195-6D162B59975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E9791CC-730A-FDAF-6263-798CF7C5336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8E8ECC-241F-55ED-4BDE-8CB0218BF4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ED601D4-0B44-557F-BB43-22EBE10FCFD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B29C08C-1C40-09CB-67F6-D0A8EA09DE5E}"/>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29C194D1-988D-7015-DC1C-0E4487B3DB6F}"/>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781235CB-9377-0F62-0307-86627E60AD74}"/>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3EF6413-538E-A077-556E-3A4AD6568EE9}"/>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37B3654A-BF8F-282C-D7CA-C3458D9911F0}"/>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56674ADC-1714-B819-A539-D86B0A57D5A5}"/>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EEAB24D7-AF34-41E1-8929-C59ECD21C013}"/>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14" name="TextBox 13">
            <a:extLst>
              <a:ext uri="{FF2B5EF4-FFF2-40B4-BE49-F238E27FC236}">
                <a16:creationId xmlns:a16="http://schemas.microsoft.com/office/drawing/2014/main" id="{FFC66626-36A8-5CBA-8215-F8830C65CB0C}"/>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769DF97F-789A-8B3A-2A8B-7F8CFA6D50BA}"/>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8814007E-E0FE-6BE2-068B-0F73D9E44E46}"/>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E055920B-6205-D845-ABB7-DF7BC6F865EA}"/>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A24BA421-74A1-99F4-734E-DEA65D822FFE}"/>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BBD28CF6-E9E5-D095-C100-A3FFCB46403E}"/>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20" name="TextBox 19">
            <a:extLst>
              <a:ext uri="{FF2B5EF4-FFF2-40B4-BE49-F238E27FC236}">
                <a16:creationId xmlns:a16="http://schemas.microsoft.com/office/drawing/2014/main" id="{DD8848AB-AED8-3D6F-F7B5-AD48D5F01AE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12D9EA72-BEB1-4E34-3D16-54FA1944EEC4}"/>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473E6E34-FB58-FF67-6981-18000188E412}"/>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07CB550B-A5FB-81AD-65C4-B1370FB5E85B}"/>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CED61A6C-6B8D-24DB-F3D3-8DE77EBD44F6}"/>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1EDAFFF7-78C0-4C60-8174-14587550A8A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1533DBB3-D857-CC0A-E7A2-1B9467EBDBD7}"/>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B87FE52D-0F4F-5A72-653D-6C1DE0349F5C}"/>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8" name="TextBox 27">
            <a:extLst>
              <a:ext uri="{FF2B5EF4-FFF2-40B4-BE49-F238E27FC236}">
                <a16:creationId xmlns:a16="http://schemas.microsoft.com/office/drawing/2014/main" id="{35C47C0C-20BC-B0FE-5B5A-0C9382ABD4F2}"/>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endParaRPr lang="en-US" sz="3200" dirty="0"/>
          </a:p>
        </p:txBody>
      </p:sp>
      <p:sp>
        <p:nvSpPr>
          <p:cNvPr id="29" name="TextBox 28">
            <a:extLst>
              <a:ext uri="{FF2B5EF4-FFF2-40B4-BE49-F238E27FC236}">
                <a16:creationId xmlns:a16="http://schemas.microsoft.com/office/drawing/2014/main" id="{C1FA3DB3-A7D3-273A-02FC-A4363019C4C6}"/>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38A84A93-6589-92C0-3D02-D9A891A59A16}"/>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41C2D678-FB10-E49D-D00C-FD8439AFAE2F}"/>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B9C7D204-3C94-0157-BCB3-3558B9F4658A}"/>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33" name="TextBox 32">
            <a:extLst>
              <a:ext uri="{FF2B5EF4-FFF2-40B4-BE49-F238E27FC236}">
                <a16:creationId xmlns:a16="http://schemas.microsoft.com/office/drawing/2014/main" id="{61E76067-AE07-7F49-3F4A-08F32FFE8BE0}"/>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endParaRPr lang="en-US" sz="3200" dirty="0"/>
          </a:p>
        </p:txBody>
      </p:sp>
      <p:sp>
        <p:nvSpPr>
          <p:cNvPr id="34" name="TextBox 33">
            <a:extLst>
              <a:ext uri="{FF2B5EF4-FFF2-40B4-BE49-F238E27FC236}">
                <a16:creationId xmlns:a16="http://schemas.microsoft.com/office/drawing/2014/main" id="{954EFEA6-0722-BB43-F603-7E17D1CDA8E4}"/>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66668535-8019-0082-DE75-EB972B36626D}"/>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B24AF7CC-F114-7A20-F714-3B68B7C18547}"/>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C553C76-819B-E763-9BE5-39D6A1F1DF72}"/>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E6C4ED39-B36E-C721-2DEF-9365BB2CB992}"/>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E6FE2433-CB89-5552-D43E-2CC36D538734}"/>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11E76F45-7508-0162-A8B9-33BDE2EFE374}"/>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187B691-77C5-9338-591A-CC58FCB56215}"/>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FAC6C0AC-7339-94D7-5690-5F7692042EE5}"/>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F7F674E4-17CF-2C3C-8309-891CEB6D3883}"/>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33292AE7-6E70-EFE5-DA1B-BD1B2B661171}"/>
              </a:ext>
            </a:extLst>
          </p:cNvPr>
          <p:cNvSpPr txBox="1"/>
          <p:nvPr/>
        </p:nvSpPr>
        <p:spPr>
          <a:xfrm>
            <a:off x="3640666" y="3406653"/>
            <a:ext cx="570089" cy="230832"/>
          </a:xfrm>
          <a:prstGeom prst="rect">
            <a:avLst/>
          </a:prstGeom>
          <a:noFill/>
        </p:spPr>
        <p:txBody>
          <a:bodyPr wrap="square" rtlCol="0">
            <a:spAutoFit/>
          </a:bodyPr>
          <a:lstStyle/>
          <a:p>
            <a:pPr algn="ctr"/>
            <a:r>
              <a:rPr lang="en-US" sz="900" dirty="0"/>
              <a:t>357</a:t>
            </a:r>
          </a:p>
        </p:txBody>
      </p:sp>
      <p:sp>
        <p:nvSpPr>
          <p:cNvPr id="57" name="TextBox 56">
            <a:extLst>
              <a:ext uri="{FF2B5EF4-FFF2-40B4-BE49-F238E27FC236}">
                <a16:creationId xmlns:a16="http://schemas.microsoft.com/office/drawing/2014/main" id="{FD4488C7-3C17-75D1-BE3B-209A122E7E80}"/>
              </a:ext>
            </a:extLst>
          </p:cNvPr>
          <p:cNvSpPr txBox="1"/>
          <p:nvPr/>
        </p:nvSpPr>
        <p:spPr>
          <a:xfrm>
            <a:off x="6654802" y="2524033"/>
            <a:ext cx="570089" cy="230832"/>
          </a:xfrm>
          <a:prstGeom prst="rect">
            <a:avLst/>
          </a:prstGeom>
          <a:noFill/>
        </p:spPr>
        <p:txBody>
          <a:bodyPr wrap="square" rtlCol="0">
            <a:spAutoFit/>
          </a:bodyPr>
          <a:lstStyle/>
          <a:p>
            <a:pPr algn="ctr"/>
            <a:r>
              <a:rPr lang="en-US" sz="900" dirty="0"/>
              <a:t>357</a:t>
            </a:r>
          </a:p>
        </p:txBody>
      </p:sp>
      <p:sp>
        <p:nvSpPr>
          <p:cNvPr id="58" name="TextBox 57">
            <a:extLst>
              <a:ext uri="{FF2B5EF4-FFF2-40B4-BE49-F238E27FC236}">
                <a16:creationId xmlns:a16="http://schemas.microsoft.com/office/drawing/2014/main" id="{0132F626-EC47-D895-8ECF-387A62D43E83}"/>
              </a:ext>
            </a:extLst>
          </p:cNvPr>
          <p:cNvSpPr txBox="1"/>
          <p:nvPr/>
        </p:nvSpPr>
        <p:spPr>
          <a:xfrm>
            <a:off x="4143022" y="1903821"/>
            <a:ext cx="570089" cy="230832"/>
          </a:xfrm>
          <a:prstGeom prst="rect">
            <a:avLst/>
          </a:prstGeom>
          <a:noFill/>
        </p:spPr>
        <p:txBody>
          <a:bodyPr wrap="square" rtlCol="0">
            <a:spAutoFit/>
          </a:bodyPr>
          <a:lstStyle/>
          <a:p>
            <a:pPr algn="ctr"/>
            <a:r>
              <a:rPr lang="en-US" sz="900" dirty="0"/>
              <a:t>75</a:t>
            </a:r>
          </a:p>
        </p:txBody>
      </p:sp>
      <p:sp>
        <p:nvSpPr>
          <p:cNvPr id="59" name="TextBox 58">
            <a:extLst>
              <a:ext uri="{FF2B5EF4-FFF2-40B4-BE49-F238E27FC236}">
                <a16:creationId xmlns:a16="http://schemas.microsoft.com/office/drawing/2014/main" id="{6324BEB6-3DB2-C6CB-39CA-BD1494F65C79}"/>
              </a:ext>
            </a:extLst>
          </p:cNvPr>
          <p:cNvSpPr txBox="1"/>
          <p:nvPr/>
        </p:nvSpPr>
        <p:spPr>
          <a:xfrm>
            <a:off x="3640666" y="2404765"/>
            <a:ext cx="570089" cy="230832"/>
          </a:xfrm>
          <a:prstGeom prst="rect">
            <a:avLst/>
          </a:prstGeom>
          <a:noFill/>
        </p:spPr>
        <p:txBody>
          <a:bodyPr wrap="square" rtlCol="0">
            <a:spAutoFit/>
          </a:bodyPr>
          <a:lstStyle/>
          <a:p>
            <a:pPr algn="ctr"/>
            <a:r>
              <a:rPr lang="en-US" sz="900" dirty="0"/>
              <a:t>357</a:t>
            </a:r>
          </a:p>
        </p:txBody>
      </p:sp>
      <p:sp>
        <p:nvSpPr>
          <p:cNvPr id="62" name="TextBox 61">
            <a:extLst>
              <a:ext uri="{FF2B5EF4-FFF2-40B4-BE49-F238E27FC236}">
                <a16:creationId xmlns:a16="http://schemas.microsoft.com/office/drawing/2014/main" id="{10E3A1C3-8745-3206-CE95-BF42140823A5}"/>
              </a:ext>
            </a:extLst>
          </p:cNvPr>
          <p:cNvSpPr txBox="1"/>
          <p:nvPr/>
        </p:nvSpPr>
        <p:spPr>
          <a:xfrm>
            <a:off x="6654802" y="2905709"/>
            <a:ext cx="570089" cy="230832"/>
          </a:xfrm>
          <a:prstGeom prst="rect">
            <a:avLst/>
          </a:prstGeom>
          <a:noFill/>
        </p:spPr>
        <p:txBody>
          <a:bodyPr wrap="square" rtlCol="0">
            <a:spAutoFit/>
          </a:bodyPr>
          <a:lstStyle/>
          <a:p>
            <a:pPr algn="ctr"/>
            <a:r>
              <a:rPr lang="en-US" sz="900" dirty="0"/>
              <a:t>357</a:t>
            </a:r>
          </a:p>
        </p:txBody>
      </p:sp>
      <p:sp>
        <p:nvSpPr>
          <p:cNvPr id="63" name="TextBox 62">
            <a:extLst>
              <a:ext uri="{FF2B5EF4-FFF2-40B4-BE49-F238E27FC236}">
                <a16:creationId xmlns:a16="http://schemas.microsoft.com/office/drawing/2014/main" id="{B19D6435-BA1D-1F0A-F912-C86A93D177D4}"/>
              </a:ext>
            </a:extLst>
          </p:cNvPr>
          <p:cNvSpPr txBox="1"/>
          <p:nvPr/>
        </p:nvSpPr>
        <p:spPr>
          <a:xfrm>
            <a:off x="7157158" y="3406653"/>
            <a:ext cx="570089" cy="230832"/>
          </a:xfrm>
          <a:prstGeom prst="rect">
            <a:avLst/>
          </a:prstGeom>
          <a:noFill/>
        </p:spPr>
        <p:txBody>
          <a:bodyPr wrap="square" rtlCol="0">
            <a:spAutoFit/>
          </a:bodyPr>
          <a:lstStyle/>
          <a:p>
            <a:pPr algn="ctr"/>
            <a:r>
              <a:rPr lang="en-US" sz="900" dirty="0"/>
              <a:t>75</a:t>
            </a:r>
          </a:p>
        </p:txBody>
      </p:sp>
      <p:sp>
        <p:nvSpPr>
          <p:cNvPr id="70" name="TextBox 69">
            <a:extLst>
              <a:ext uri="{FF2B5EF4-FFF2-40B4-BE49-F238E27FC236}">
                <a16:creationId xmlns:a16="http://schemas.microsoft.com/office/drawing/2014/main" id="{CE715B05-EE1F-0C78-470E-42688B9CFA6D}"/>
              </a:ext>
            </a:extLst>
          </p:cNvPr>
          <p:cNvSpPr txBox="1"/>
          <p:nvPr/>
        </p:nvSpPr>
        <p:spPr>
          <a:xfrm>
            <a:off x="5650090" y="2285497"/>
            <a:ext cx="570089" cy="230832"/>
          </a:xfrm>
          <a:prstGeom prst="rect">
            <a:avLst/>
          </a:prstGeom>
          <a:noFill/>
        </p:spPr>
        <p:txBody>
          <a:bodyPr wrap="square" rtlCol="0">
            <a:spAutoFit/>
          </a:bodyPr>
          <a:lstStyle/>
          <a:p>
            <a:pPr algn="ctr"/>
            <a:r>
              <a:rPr lang="en-US" sz="900" dirty="0"/>
              <a:t>37</a:t>
            </a:r>
          </a:p>
        </p:txBody>
      </p:sp>
      <p:sp>
        <p:nvSpPr>
          <p:cNvPr id="75" name="TextBox 74">
            <a:extLst>
              <a:ext uri="{FF2B5EF4-FFF2-40B4-BE49-F238E27FC236}">
                <a16:creationId xmlns:a16="http://schemas.microsoft.com/office/drawing/2014/main" id="{FBFCBD77-62EF-F363-D4F7-700D2DC2931E}"/>
              </a:ext>
            </a:extLst>
          </p:cNvPr>
          <p:cNvSpPr txBox="1"/>
          <p:nvPr/>
        </p:nvSpPr>
        <p:spPr>
          <a:xfrm>
            <a:off x="6654802" y="3788329"/>
            <a:ext cx="570089" cy="230832"/>
          </a:xfrm>
          <a:prstGeom prst="rect">
            <a:avLst/>
          </a:prstGeom>
          <a:noFill/>
        </p:spPr>
        <p:txBody>
          <a:bodyPr wrap="square" rtlCol="0">
            <a:spAutoFit/>
          </a:bodyPr>
          <a:lstStyle/>
          <a:p>
            <a:pPr algn="ctr"/>
            <a:r>
              <a:rPr lang="en-US" sz="900" dirty="0"/>
              <a:t>37</a:t>
            </a:r>
          </a:p>
        </p:txBody>
      </p:sp>
      <p:sp>
        <p:nvSpPr>
          <p:cNvPr id="73" name="TextBox 72">
            <a:extLst>
              <a:ext uri="{FF2B5EF4-FFF2-40B4-BE49-F238E27FC236}">
                <a16:creationId xmlns:a16="http://schemas.microsoft.com/office/drawing/2014/main" id="{3ABBAC63-EDFB-8335-C21D-C6002686DC5E}"/>
              </a:ext>
            </a:extLst>
          </p:cNvPr>
          <p:cNvSpPr txBox="1"/>
          <p:nvPr/>
        </p:nvSpPr>
        <p:spPr>
          <a:xfrm>
            <a:off x="5147734" y="3287385"/>
            <a:ext cx="570089" cy="230832"/>
          </a:xfrm>
          <a:prstGeom prst="rect">
            <a:avLst/>
          </a:prstGeom>
          <a:noFill/>
        </p:spPr>
        <p:txBody>
          <a:bodyPr wrap="square" rtlCol="0">
            <a:spAutoFit/>
          </a:bodyPr>
          <a:lstStyle/>
          <a:p>
            <a:pPr algn="ctr"/>
            <a:r>
              <a:rPr lang="en-US" sz="900" dirty="0"/>
              <a:t>73</a:t>
            </a:r>
          </a:p>
        </p:txBody>
      </p:sp>
      <p:sp>
        <p:nvSpPr>
          <p:cNvPr id="78" name="TextBox 77">
            <a:extLst>
              <a:ext uri="{FF2B5EF4-FFF2-40B4-BE49-F238E27FC236}">
                <a16:creationId xmlns:a16="http://schemas.microsoft.com/office/drawing/2014/main" id="{0E0668AA-36CE-42FE-A5B6-DB76A6C6E53C}"/>
              </a:ext>
            </a:extLst>
          </p:cNvPr>
          <p:cNvSpPr txBox="1"/>
          <p:nvPr/>
        </p:nvSpPr>
        <p:spPr>
          <a:xfrm>
            <a:off x="6152446" y="3788329"/>
            <a:ext cx="570089" cy="230832"/>
          </a:xfrm>
          <a:prstGeom prst="rect">
            <a:avLst/>
          </a:prstGeom>
          <a:noFill/>
        </p:spPr>
        <p:txBody>
          <a:bodyPr wrap="square" rtlCol="0">
            <a:spAutoFit/>
          </a:bodyPr>
          <a:lstStyle/>
          <a:p>
            <a:pPr algn="ctr"/>
            <a:r>
              <a:rPr lang="en-US" sz="900" dirty="0"/>
              <a:t>73</a:t>
            </a:r>
          </a:p>
        </p:txBody>
      </p:sp>
      <p:sp>
        <p:nvSpPr>
          <p:cNvPr id="79" name="TextBox 78">
            <a:extLst>
              <a:ext uri="{FF2B5EF4-FFF2-40B4-BE49-F238E27FC236}">
                <a16:creationId xmlns:a16="http://schemas.microsoft.com/office/drawing/2014/main" id="{BBE36B73-248C-9F12-6ED2-7A66E37EF954}"/>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A76CBA13-43AD-F951-A10A-3E6F1A4D9420}"/>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50980116-3458-F411-8577-CB13F1FB281F}"/>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3BBB6574-3EA1-E082-27E0-B509156FF227}"/>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B3AA0A18-1705-20E8-15E7-50989FB408F9}"/>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172EA8B1-B62D-BBB0-B1BC-B57ADE416AD5}"/>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85" name="TextBox 84">
            <a:extLst>
              <a:ext uri="{FF2B5EF4-FFF2-40B4-BE49-F238E27FC236}">
                <a16:creationId xmlns:a16="http://schemas.microsoft.com/office/drawing/2014/main" id="{50E32574-194A-394B-20A9-6FCD442D215B}"/>
              </a:ext>
            </a:extLst>
          </p:cNvPr>
          <p:cNvSpPr txBox="1"/>
          <p:nvPr/>
        </p:nvSpPr>
        <p:spPr>
          <a:xfrm>
            <a:off x="3138310" y="1903821"/>
            <a:ext cx="570089" cy="230832"/>
          </a:xfrm>
          <a:prstGeom prst="rect">
            <a:avLst/>
          </a:prstGeom>
          <a:noFill/>
        </p:spPr>
        <p:txBody>
          <a:bodyPr wrap="square" rtlCol="0">
            <a:spAutoFit/>
          </a:bodyPr>
          <a:lstStyle/>
          <a:p>
            <a:pPr algn="ctr"/>
            <a:r>
              <a:rPr lang="en-US" sz="900" dirty="0"/>
              <a:t>57</a:t>
            </a:r>
          </a:p>
        </p:txBody>
      </p:sp>
      <p:sp>
        <p:nvSpPr>
          <p:cNvPr id="90" name="TextBox 89">
            <a:extLst>
              <a:ext uri="{FF2B5EF4-FFF2-40B4-BE49-F238E27FC236}">
                <a16:creationId xmlns:a16="http://schemas.microsoft.com/office/drawing/2014/main" id="{BA1782D9-1AFD-8F25-C4AB-C9B8639C99F0}"/>
              </a:ext>
            </a:extLst>
          </p:cNvPr>
          <p:cNvSpPr txBox="1"/>
          <p:nvPr/>
        </p:nvSpPr>
        <p:spPr>
          <a:xfrm>
            <a:off x="5147734" y="4909484"/>
            <a:ext cx="570089" cy="230832"/>
          </a:xfrm>
          <a:prstGeom prst="rect">
            <a:avLst/>
          </a:prstGeom>
          <a:noFill/>
        </p:spPr>
        <p:txBody>
          <a:bodyPr wrap="square" rtlCol="0">
            <a:spAutoFit/>
          </a:bodyPr>
          <a:lstStyle/>
          <a:p>
            <a:pPr algn="ctr"/>
            <a:r>
              <a:rPr lang="en-US" sz="900" dirty="0"/>
              <a:t>37</a:t>
            </a:r>
          </a:p>
        </p:txBody>
      </p:sp>
      <p:sp>
        <p:nvSpPr>
          <p:cNvPr id="91" name="TextBox 90">
            <a:extLst>
              <a:ext uri="{FF2B5EF4-FFF2-40B4-BE49-F238E27FC236}">
                <a16:creationId xmlns:a16="http://schemas.microsoft.com/office/drawing/2014/main" id="{D37BE2EC-300C-0E67-C4CE-9686AA6B8BC4}"/>
              </a:ext>
            </a:extLst>
          </p:cNvPr>
          <p:cNvSpPr txBox="1"/>
          <p:nvPr/>
        </p:nvSpPr>
        <p:spPr>
          <a:xfrm>
            <a:off x="5650090" y="4909484"/>
            <a:ext cx="570089" cy="230832"/>
          </a:xfrm>
          <a:prstGeom prst="rect">
            <a:avLst/>
          </a:prstGeom>
          <a:noFill/>
        </p:spPr>
        <p:txBody>
          <a:bodyPr wrap="square" rtlCol="0">
            <a:spAutoFit/>
          </a:bodyPr>
          <a:lstStyle/>
          <a:p>
            <a:pPr algn="ctr"/>
            <a:r>
              <a:rPr lang="en-US" sz="900" dirty="0"/>
              <a:t>73</a:t>
            </a:r>
          </a:p>
        </p:txBody>
      </p:sp>
      <p:sp>
        <p:nvSpPr>
          <p:cNvPr id="95" name="TextBox 94">
            <a:extLst>
              <a:ext uri="{FF2B5EF4-FFF2-40B4-BE49-F238E27FC236}">
                <a16:creationId xmlns:a16="http://schemas.microsoft.com/office/drawing/2014/main" id="{E895DAD6-272C-8E07-EEBF-0B613893F06A}"/>
              </a:ext>
            </a:extLst>
          </p:cNvPr>
          <p:cNvSpPr txBox="1"/>
          <p:nvPr/>
        </p:nvSpPr>
        <p:spPr>
          <a:xfrm>
            <a:off x="3640666" y="2905709"/>
            <a:ext cx="570089" cy="230832"/>
          </a:xfrm>
          <a:prstGeom prst="rect">
            <a:avLst/>
          </a:prstGeom>
          <a:noFill/>
        </p:spPr>
        <p:txBody>
          <a:bodyPr wrap="square" rtlCol="0">
            <a:spAutoFit/>
          </a:bodyPr>
          <a:lstStyle/>
          <a:p>
            <a:pPr algn="ctr"/>
            <a:r>
              <a:rPr lang="en-US" sz="900" dirty="0"/>
              <a:t>75</a:t>
            </a:r>
          </a:p>
        </p:txBody>
      </p:sp>
      <p:sp>
        <p:nvSpPr>
          <p:cNvPr id="101" name="TextBox 100">
            <a:extLst>
              <a:ext uri="{FF2B5EF4-FFF2-40B4-BE49-F238E27FC236}">
                <a16:creationId xmlns:a16="http://schemas.microsoft.com/office/drawing/2014/main" id="{1069A42A-FE7C-9E9B-DB3D-3A8A2A5772C7}"/>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834F58AE-7AF6-AA9D-66AD-2EBD7B02F2D4}"/>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E7A8391D-8F7F-38E2-5796-913C69FAA588}"/>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8F3D735A-3D61-D6F5-D81A-63B74A128879}"/>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A85C782B-3937-E947-5CE2-6AE9CC9795C7}"/>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A49E3760-989F-2DEB-CBC0-8A600CCDB92B}"/>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81092A04-6313-70C4-FE39-A19053DC1088}"/>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4EB511AD-D13C-0442-20D0-A5512C7FD05E}"/>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88C75160-86BE-02E6-F71B-0E8C3376CD82}"/>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DD0CAF89-E52A-74AA-596D-4E652CB589AC}"/>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BFA5DF39-7778-4E82-4359-4736F2CD526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EBA2389C-F816-8D06-9552-2AB4CB867966}"/>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97092FFD-7391-26C2-5D25-448EF33517BD}"/>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0CEF61B4-FC75-F414-7BA5-69A55F75D95A}"/>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EABE2218-2471-B418-0F31-1DD3FFAD88F8}"/>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C0567411-69CB-BE1C-C5A9-6F857C7FD0D8}"/>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23D1DF97-9A1F-E193-8F3A-0CF3D03ACE58}"/>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3523F67-CD1A-AFEF-45E9-C66D24727800}"/>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3FC2201C-BDD0-BCE4-19CA-8A8776B234FE}"/>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8E06EF40-3CB6-E467-C625-8E92123FCEBA}"/>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A216A4F8-8DA5-2D92-3BCE-E1552E66C3C7}"/>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CC3FA0BC-4938-2552-A6C0-AB0F097DFABE}"/>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66350878-F552-3646-12C1-629313E29301}"/>
              </a:ext>
            </a:extLst>
          </p:cNvPr>
          <p:cNvSpPr txBox="1"/>
          <p:nvPr/>
        </p:nvSpPr>
        <p:spPr>
          <a:xfrm>
            <a:off x="5215469"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D743D28E-9BB8-A6B0-4179-856DA3401B47}"/>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1582079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9B6B4-E7B1-EAC2-C4C2-09F5CED6E7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B7620F4-9C58-4101-4F7D-221AF2681B48}"/>
              </a:ext>
            </a:extLst>
          </p:cNvPr>
          <p:cNvSpPr>
            <a:spLocks noGrp="1"/>
          </p:cNvSpPr>
          <p:nvPr>
            <p:ph sz="half" idx="1"/>
          </p:nvPr>
        </p:nvSpPr>
        <p:spPr/>
        <p:txBody>
          <a:bodyPr>
            <a:normAutofit/>
          </a:bodyPr>
          <a:lstStyle/>
          <a:p>
            <a:r>
              <a:rPr lang="en-US" dirty="0"/>
              <a:t>Reduce. (From 357/37/57 triplets in center and lower right blocks.) (From 75/57 pair in Row 5.) (From 75/57 in Column 7.)</a:t>
            </a:r>
          </a:p>
        </p:txBody>
      </p:sp>
      <p:pic>
        <p:nvPicPr>
          <p:cNvPr id="4" name="Picture 3" descr="A grid of sudoku puzzle&#10;&#10;Description automatically generated">
            <a:extLst>
              <a:ext uri="{FF2B5EF4-FFF2-40B4-BE49-F238E27FC236}">
                <a16:creationId xmlns:a16="http://schemas.microsoft.com/office/drawing/2014/main" id="{75ED0C17-E3AD-D244-8CFB-D0F44E85CFF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E3337D4-B065-94FD-906C-B6DF1B3310C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CB1DF58-4053-CADD-E4A3-0EF54D4185E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4BA091A-9E90-8C60-13AE-71EE82B8ACD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78B99B8-7476-E779-76C2-DD1B6AC8A9D4}"/>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3AFE493-205D-AEF3-4C97-537156137455}"/>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83FFF52C-DCA8-3134-48BD-AE0E3B905A49}"/>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DCA59B4D-2922-2B7C-3465-8142908A163E}"/>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E5A13486-6FB6-1671-5BAF-CE9CA796884F}"/>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43F8022C-C4DF-198E-5156-A6CE6C6860AB}"/>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791D79C5-4DA0-AAFC-A72C-57E3D93B2651}"/>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A959E21E-A023-F4B8-5C63-5ABD6003FE6F}"/>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6720DF1A-60D0-657A-4514-0BDF769F8446}"/>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A13822B-5CA6-F04C-E4B9-5AD2FB162D8B}"/>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BBEEF4A3-1FD4-5EDC-AD79-BBB599157E82}"/>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18" name="TextBox 17">
            <a:extLst>
              <a:ext uri="{FF2B5EF4-FFF2-40B4-BE49-F238E27FC236}">
                <a16:creationId xmlns:a16="http://schemas.microsoft.com/office/drawing/2014/main" id="{8E35DD62-52B7-1AE9-919F-42657D3C0C15}"/>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4A195EE7-92B3-C2A1-09CF-1AE7448FF93B}"/>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r>
              <a:rPr lang="en-US" sz="3200" dirty="0"/>
              <a:t>7</a:t>
            </a:r>
          </a:p>
        </p:txBody>
      </p:sp>
      <p:sp>
        <p:nvSpPr>
          <p:cNvPr id="20" name="TextBox 19">
            <a:extLst>
              <a:ext uri="{FF2B5EF4-FFF2-40B4-BE49-F238E27FC236}">
                <a16:creationId xmlns:a16="http://schemas.microsoft.com/office/drawing/2014/main" id="{E313061A-AF5F-EE7C-D395-862E8277FC5A}"/>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96B9B5D4-264F-7483-CB6C-B29830EB4BB9}"/>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2" name="TextBox 21">
            <a:extLst>
              <a:ext uri="{FF2B5EF4-FFF2-40B4-BE49-F238E27FC236}">
                <a16:creationId xmlns:a16="http://schemas.microsoft.com/office/drawing/2014/main" id="{86F11AF3-5244-E225-16AE-4C1F2E285407}"/>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2F03EF1D-1655-0735-48CE-D51D10049EFF}"/>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D79BAEFB-7872-1924-E7A5-02659D68C25A}"/>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endParaRPr lang="en-US" sz="3200" dirty="0"/>
          </a:p>
        </p:txBody>
      </p:sp>
      <p:sp>
        <p:nvSpPr>
          <p:cNvPr id="25" name="TextBox 24">
            <a:extLst>
              <a:ext uri="{FF2B5EF4-FFF2-40B4-BE49-F238E27FC236}">
                <a16:creationId xmlns:a16="http://schemas.microsoft.com/office/drawing/2014/main" id="{646DB5D8-5E5C-EAF4-2DD1-B90FA7EE0247}"/>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endParaRPr lang="en-US" sz="3200" dirty="0"/>
          </a:p>
        </p:txBody>
      </p:sp>
      <p:sp>
        <p:nvSpPr>
          <p:cNvPr id="26" name="TextBox 25">
            <a:extLst>
              <a:ext uri="{FF2B5EF4-FFF2-40B4-BE49-F238E27FC236}">
                <a16:creationId xmlns:a16="http://schemas.microsoft.com/office/drawing/2014/main" id="{2AA0C550-16F2-5D4E-A316-34490BF907BF}"/>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29C6E37E-B656-305E-7F94-8046B3C776E2}"/>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0D763785-AF26-A6BF-3F1C-075A398475F8}"/>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64C46B38-AEE7-1CA2-3490-A8FCC4E6C1E4}"/>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B64DD803-1BF2-6FE9-5297-D784BA45631B}"/>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730A5776-9074-9800-6029-113641DC8C5B}"/>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7EA8F483-DBD2-1DB2-3538-DABA7246937F}"/>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F9C638F5-EA1A-6F0F-6BE1-25F88BBBCB39}"/>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FB4B8A50-661A-70EC-B59C-AAA62DA5CD3C}"/>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A9BD2BF4-DFC0-CF0E-8990-9B8067D14648}"/>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7BA6D31D-F5DB-D3EE-14E1-BAB58ACB97DF}"/>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9FBC635E-90DD-1AE1-291E-1D9C17F71080}"/>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6BE933C5-434C-42C4-C88C-B10FFF94E439}"/>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7298C0C3-3238-5D0E-E73A-0EAFCD7A944B}"/>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A84E350E-BCE7-5D8C-D5EB-3309E06D1A23}"/>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F6411A8C-ECD3-64C4-EE4B-EA97743CBFE7}"/>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0015A1AA-B8E0-67CB-40CF-F49443FC30D5}"/>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76D1F5C1-FD2A-210E-0CB5-CFF3CC437C09}"/>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52" name="TextBox 51">
            <a:extLst>
              <a:ext uri="{FF2B5EF4-FFF2-40B4-BE49-F238E27FC236}">
                <a16:creationId xmlns:a16="http://schemas.microsoft.com/office/drawing/2014/main" id="{BA6326D2-1949-BE17-3488-E7CF1FA4FBFB}"/>
              </a:ext>
            </a:extLst>
          </p:cNvPr>
          <p:cNvSpPr txBox="1"/>
          <p:nvPr/>
        </p:nvSpPr>
        <p:spPr>
          <a:xfrm>
            <a:off x="3640666" y="3406653"/>
            <a:ext cx="570089" cy="230832"/>
          </a:xfrm>
          <a:prstGeom prst="rect">
            <a:avLst/>
          </a:prstGeom>
          <a:noFill/>
        </p:spPr>
        <p:txBody>
          <a:bodyPr wrap="square" rtlCol="0">
            <a:spAutoFit/>
          </a:bodyPr>
          <a:lstStyle/>
          <a:p>
            <a:pPr algn="ctr"/>
            <a:r>
              <a:rPr lang="en-US" sz="900" dirty="0"/>
              <a:t>357</a:t>
            </a:r>
          </a:p>
        </p:txBody>
      </p:sp>
      <p:sp>
        <p:nvSpPr>
          <p:cNvPr id="57" name="TextBox 56">
            <a:extLst>
              <a:ext uri="{FF2B5EF4-FFF2-40B4-BE49-F238E27FC236}">
                <a16:creationId xmlns:a16="http://schemas.microsoft.com/office/drawing/2014/main" id="{901C93B4-D5E2-8FB0-8EE2-63341FA95436}"/>
              </a:ext>
            </a:extLst>
          </p:cNvPr>
          <p:cNvSpPr txBox="1"/>
          <p:nvPr/>
        </p:nvSpPr>
        <p:spPr>
          <a:xfrm>
            <a:off x="6654802" y="2524033"/>
            <a:ext cx="570089" cy="230832"/>
          </a:xfrm>
          <a:prstGeom prst="rect">
            <a:avLst/>
          </a:prstGeom>
          <a:noFill/>
        </p:spPr>
        <p:txBody>
          <a:bodyPr wrap="square" rtlCol="0">
            <a:spAutoFit/>
          </a:bodyPr>
          <a:lstStyle/>
          <a:p>
            <a:pPr algn="ctr"/>
            <a:r>
              <a:rPr lang="en-US" sz="900" dirty="0"/>
              <a:t>357</a:t>
            </a:r>
          </a:p>
        </p:txBody>
      </p:sp>
      <p:sp>
        <p:nvSpPr>
          <p:cNvPr id="79" name="TextBox 78">
            <a:extLst>
              <a:ext uri="{FF2B5EF4-FFF2-40B4-BE49-F238E27FC236}">
                <a16:creationId xmlns:a16="http://schemas.microsoft.com/office/drawing/2014/main" id="{6E474984-ED1E-FF1A-13BB-1753B0A16F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50956CD1-470F-F4E6-2A47-343D0B913BAD}"/>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3B085D56-3A5A-C7EA-B199-704021E3395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6F055B9E-A07E-1C9C-BF74-89572CA141B2}"/>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E9818714-749F-D865-2932-B609A1993CA4}"/>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EC975471-0F45-B2AF-3767-F87F97CCD5A6}"/>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90" name="TextBox 89">
            <a:extLst>
              <a:ext uri="{FF2B5EF4-FFF2-40B4-BE49-F238E27FC236}">
                <a16:creationId xmlns:a16="http://schemas.microsoft.com/office/drawing/2014/main" id="{6F11884D-27E8-E91F-513D-4F0D9C991B0F}"/>
              </a:ext>
            </a:extLst>
          </p:cNvPr>
          <p:cNvSpPr txBox="1"/>
          <p:nvPr/>
        </p:nvSpPr>
        <p:spPr>
          <a:xfrm>
            <a:off x="5147734" y="4909484"/>
            <a:ext cx="570089" cy="230832"/>
          </a:xfrm>
          <a:prstGeom prst="rect">
            <a:avLst/>
          </a:prstGeom>
          <a:noFill/>
        </p:spPr>
        <p:txBody>
          <a:bodyPr wrap="square" rtlCol="0">
            <a:spAutoFit/>
          </a:bodyPr>
          <a:lstStyle/>
          <a:p>
            <a:pPr algn="ctr"/>
            <a:r>
              <a:rPr lang="en-US" sz="900" dirty="0"/>
              <a:t>37</a:t>
            </a:r>
          </a:p>
        </p:txBody>
      </p:sp>
      <p:sp>
        <p:nvSpPr>
          <p:cNvPr id="91" name="TextBox 90">
            <a:extLst>
              <a:ext uri="{FF2B5EF4-FFF2-40B4-BE49-F238E27FC236}">
                <a16:creationId xmlns:a16="http://schemas.microsoft.com/office/drawing/2014/main" id="{7A0442B2-534B-D793-5B65-DFA85F8496DE}"/>
              </a:ext>
            </a:extLst>
          </p:cNvPr>
          <p:cNvSpPr txBox="1"/>
          <p:nvPr/>
        </p:nvSpPr>
        <p:spPr>
          <a:xfrm>
            <a:off x="5650090" y="4909484"/>
            <a:ext cx="570089" cy="230832"/>
          </a:xfrm>
          <a:prstGeom prst="rect">
            <a:avLst/>
          </a:prstGeom>
          <a:noFill/>
        </p:spPr>
        <p:txBody>
          <a:bodyPr wrap="square" rtlCol="0">
            <a:spAutoFit/>
          </a:bodyPr>
          <a:lstStyle/>
          <a:p>
            <a:pPr algn="ctr"/>
            <a:r>
              <a:rPr lang="en-US" sz="900" dirty="0"/>
              <a:t>73</a:t>
            </a:r>
          </a:p>
        </p:txBody>
      </p:sp>
      <p:sp>
        <p:nvSpPr>
          <p:cNvPr id="101" name="TextBox 100">
            <a:extLst>
              <a:ext uri="{FF2B5EF4-FFF2-40B4-BE49-F238E27FC236}">
                <a16:creationId xmlns:a16="http://schemas.microsoft.com/office/drawing/2014/main" id="{2E485FA1-6C74-E830-4904-928A79C08689}"/>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FFAFCEAC-20C0-6CC4-6FB4-11372F80F6F1}"/>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1EB227F4-4589-1BF0-B998-B3D2AAD0B5EF}"/>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9EA4721E-208D-7121-9793-3D84DBE38291}"/>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D8BC7811-5DCC-9E0A-CCFB-184BD26D41DC}"/>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9BE25A56-8AB7-4A8D-C853-DA70A5816986}"/>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79017DBE-4D83-E338-C120-5221554DDB11}"/>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3A4D988-6130-A26D-97C9-48464F2EEDD7}"/>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022321A9-606A-74F8-0C18-636A568415E9}"/>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C75FAEE8-EC00-584B-BF52-5BB45DC3E4C9}"/>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9C527E44-2D66-73A0-7F09-B09D30DC644B}"/>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ACC00F91-9A8A-478C-7A3C-4C6B5AACEBE2}"/>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70D747B5-EEA0-5281-6171-AB1A98F65A49}"/>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D6D8D121-8CDD-C6AD-311E-BAD4F6806878}"/>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60DD8F0B-077D-6A81-229C-5D66962FC086}"/>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93E43E2D-EFEB-52EF-4181-17F2238B26D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9A9650E5-9A07-7C22-FB65-79320E6B51C8}"/>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3DAA9C93-2139-52E1-5F0A-F0FAB24EECE2}"/>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965FFADD-21D0-D837-FB75-CB5437E18759}"/>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29B397B3-2A32-6EF3-B7A6-533170E440B7}"/>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E2FE013C-779D-6B1F-7845-1FF1798646A0}"/>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77" name="TextBox 76">
            <a:extLst>
              <a:ext uri="{FF2B5EF4-FFF2-40B4-BE49-F238E27FC236}">
                <a16:creationId xmlns:a16="http://schemas.microsoft.com/office/drawing/2014/main" id="{A6E1C74A-3662-1098-40EE-8401ADA09A01}"/>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83" name="TextBox 82">
            <a:extLst>
              <a:ext uri="{FF2B5EF4-FFF2-40B4-BE49-F238E27FC236}">
                <a16:creationId xmlns:a16="http://schemas.microsoft.com/office/drawing/2014/main" id="{702CFA37-C2AE-69AF-A62D-12291B65DAE2}"/>
              </a:ext>
            </a:extLst>
          </p:cNvPr>
          <p:cNvSpPr txBox="1"/>
          <p:nvPr/>
        </p:nvSpPr>
        <p:spPr>
          <a:xfrm>
            <a:off x="5215469"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E07E53D0-7FEC-CB16-3FB7-9C6839E06392}"/>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D9867958-9D20-D003-AE78-6E0368C76082}"/>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94" name="TextBox 93">
            <a:extLst>
              <a:ext uri="{FF2B5EF4-FFF2-40B4-BE49-F238E27FC236}">
                <a16:creationId xmlns:a16="http://schemas.microsoft.com/office/drawing/2014/main" id="{458D3FC7-1693-C6AB-0A5C-0952B63B95C6}"/>
              </a:ext>
            </a:extLst>
          </p:cNvPr>
          <p:cNvSpPr txBox="1"/>
          <p:nvPr/>
        </p:nvSpPr>
        <p:spPr>
          <a:xfrm>
            <a:off x="3640666" y="2404765"/>
            <a:ext cx="570089" cy="230832"/>
          </a:xfrm>
          <a:prstGeom prst="rect">
            <a:avLst/>
          </a:prstGeom>
          <a:noFill/>
        </p:spPr>
        <p:txBody>
          <a:bodyPr wrap="square" rtlCol="0">
            <a:spAutoFit/>
          </a:bodyPr>
          <a:lstStyle/>
          <a:p>
            <a:pPr algn="ctr"/>
            <a:r>
              <a:rPr lang="en-US" sz="900" dirty="0"/>
              <a:t>37</a:t>
            </a:r>
          </a:p>
        </p:txBody>
      </p:sp>
      <p:sp>
        <p:nvSpPr>
          <p:cNvPr id="97" name="TextBox 96">
            <a:extLst>
              <a:ext uri="{FF2B5EF4-FFF2-40B4-BE49-F238E27FC236}">
                <a16:creationId xmlns:a16="http://schemas.microsoft.com/office/drawing/2014/main" id="{578D3DCB-2283-CC24-16C3-CFCE8893D4F2}"/>
              </a:ext>
            </a:extLst>
          </p:cNvPr>
          <p:cNvSpPr txBox="1"/>
          <p:nvPr/>
        </p:nvSpPr>
        <p:spPr>
          <a:xfrm>
            <a:off x="6654802" y="2905709"/>
            <a:ext cx="570089" cy="230832"/>
          </a:xfrm>
          <a:prstGeom prst="rect">
            <a:avLst/>
          </a:prstGeom>
          <a:noFill/>
        </p:spPr>
        <p:txBody>
          <a:bodyPr wrap="square" rtlCol="0">
            <a:spAutoFit/>
          </a:bodyPr>
          <a:lstStyle/>
          <a:p>
            <a:pPr algn="ctr"/>
            <a:r>
              <a:rPr lang="en-US" sz="900" dirty="0"/>
              <a:t>37</a:t>
            </a:r>
          </a:p>
        </p:txBody>
      </p:sp>
      <p:sp>
        <p:nvSpPr>
          <p:cNvPr id="98" name="TextBox 97">
            <a:extLst>
              <a:ext uri="{FF2B5EF4-FFF2-40B4-BE49-F238E27FC236}">
                <a16:creationId xmlns:a16="http://schemas.microsoft.com/office/drawing/2014/main" id="{A8D55AF7-4BA3-7389-16FF-98323D09A80C}"/>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527756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F9723-BE8F-38F7-A397-D9D6220DB06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A43971-7D3A-B28A-430C-31D6031C37B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3A3F2E6-3EAF-388F-AEBE-D3B68935589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8717DE9-3B94-BC48-0080-1BC7F089890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267299C-FF7A-4D2B-14F4-36E9C3AF1B6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C504A49-06B3-614B-7B9F-94EDEBF21BF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53B6C62-3A29-C42F-F878-5BD80F974F1F}"/>
              </a:ext>
            </a:extLst>
          </p:cNvPr>
          <p:cNvSpPr txBox="1"/>
          <p:nvPr/>
        </p:nvSpPr>
        <p:spPr>
          <a:xfrm>
            <a:off x="4715935" y="1224551"/>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44219F73-072D-92C3-3408-0C0FAB758765}"/>
              </a:ext>
            </a:extLst>
          </p:cNvPr>
          <p:cNvSpPr txBox="1"/>
          <p:nvPr/>
        </p:nvSpPr>
        <p:spPr>
          <a:xfrm>
            <a:off x="6214537" y="122455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F66A2FBE-60EF-89B1-36BB-A25EC791A15D}"/>
              </a:ext>
            </a:extLst>
          </p:cNvPr>
          <p:cNvSpPr txBox="1"/>
          <p:nvPr/>
        </p:nvSpPr>
        <p:spPr>
          <a:xfrm>
            <a:off x="6714071" y="1224551"/>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EA856C3D-3972-5225-8C25-78F00B48C49D}"/>
              </a:ext>
            </a:extLst>
          </p:cNvPr>
          <p:cNvSpPr txBox="1"/>
          <p:nvPr/>
        </p:nvSpPr>
        <p:spPr>
          <a:xfrm>
            <a:off x="7213604" y="1224551"/>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B44E4AF3-FD93-1E49-85F7-37C9F52F7A87}"/>
              </a:ext>
            </a:extLst>
          </p:cNvPr>
          <p:cNvSpPr txBox="1"/>
          <p:nvPr/>
        </p:nvSpPr>
        <p:spPr>
          <a:xfrm>
            <a:off x="6714071" y="72121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0B6D1CCB-B3B4-535E-1CC6-02B4A32723CC}"/>
              </a:ext>
            </a:extLst>
          </p:cNvPr>
          <p:cNvSpPr txBox="1"/>
          <p:nvPr/>
        </p:nvSpPr>
        <p:spPr>
          <a:xfrm>
            <a:off x="7213604" y="721216"/>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563BE67D-1E83-6321-548B-11FB85157EA8}"/>
              </a:ext>
            </a:extLst>
          </p:cNvPr>
          <p:cNvSpPr txBox="1"/>
          <p:nvPr/>
        </p:nvSpPr>
        <p:spPr>
          <a:xfrm>
            <a:off x="4216401" y="1727886"/>
            <a:ext cx="462845" cy="584775"/>
          </a:xfrm>
          <a:prstGeom prst="rect">
            <a:avLst/>
          </a:prstGeom>
          <a:solidFill>
            <a:srgbClr val="FFFF00">
              <a:alpha val="30000"/>
            </a:srgbClr>
          </a:solid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D50A99A3-E918-EA67-2E31-6572F5B96DDD}"/>
              </a:ext>
            </a:extLst>
          </p:cNvPr>
          <p:cNvSpPr txBox="1"/>
          <p:nvPr/>
        </p:nvSpPr>
        <p:spPr>
          <a:xfrm>
            <a:off x="5215469" y="1727886"/>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B0631881-8FEF-351C-B602-852FD68EE478}"/>
              </a:ext>
            </a:extLst>
          </p:cNvPr>
          <p:cNvSpPr txBox="1"/>
          <p:nvPr/>
        </p:nvSpPr>
        <p:spPr>
          <a:xfrm>
            <a:off x="6214537" y="172788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B8D78F6-98FD-72DB-B162-625427B00FD2}"/>
              </a:ext>
            </a:extLst>
          </p:cNvPr>
          <p:cNvSpPr txBox="1"/>
          <p:nvPr/>
        </p:nvSpPr>
        <p:spPr>
          <a:xfrm>
            <a:off x="6714071" y="172788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9B4874D2-C441-12A7-D5F1-46FDB823BF74}"/>
              </a:ext>
            </a:extLst>
          </p:cNvPr>
          <p:cNvSpPr txBox="1"/>
          <p:nvPr/>
        </p:nvSpPr>
        <p:spPr>
          <a:xfrm>
            <a:off x="3716867" y="2231221"/>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CBC5993F-9ED2-0873-2B5D-C47D4EAD1602}"/>
              </a:ext>
            </a:extLst>
          </p:cNvPr>
          <p:cNvSpPr txBox="1"/>
          <p:nvPr/>
        </p:nvSpPr>
        <p:spPr>
          <a:xfrm>
            <a:off x="5215469" y="223122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898B88E3-8A52-32E3-CFCC-33FA16054F25}"/>
              </a:ext>
            </a:extLst>
          </p:cNvPr>
          <p:cNvSpPr txBox="1"/>
          <p:nvPr/>
        </p:nvSpPr>
        <p:spPr>
          <a:xfrm>
            <a:off x="5715003" y="2231221"/>
            <a:ext cx="462845" cy="584775"/>
          </a:xfrm>
          <a:prstGeom prst="rect">
            <a:avLst/>
          </a:prstGeom>
          <a:solidFill>
            <a:srgbClr val="0070C0">
              <a:alpha val="40000"/>
            </a:srgbClr>
          </a:solidFill>
        </p:spPr>
        <p:txBody>
          <a:bodyPr wrap="square" rtlCol="0">
            <a:spAutoFit/>
          </a:bodyPr>
          <a:lstStyle/>
          <a:p>
            <a:pPr algn="ctr"/>
            <a:r>
              <a:rPr lang="en-US" sz="3200" dirty="0"/>
              <a:t>7</a:t>
            </a:r>
          </a:p>
        </p:txBody>
      </p:sp>
      <p:sp>
        <p:nvSpPr>
          <p:cNvPr id="20" name="TextBox 19">
            <a:extLst>
              <a:ext uri="{FF2B5EF4-FFF2-40B4-BE49-F238E27FC236}">
                <a16:creationId xmlns:a16="http://schemas.microsoft.com/office/drawing/2014/main" id="{0B44E868-F724-CC8F-E634-CF819895ED78}"/>
              </a:ext>
            </a:extLst>
          </p:cNvPr>
          <p:cNvSpPr txBox="1"/>
          <p:nvPr/>
        </p:nvSpPr>
        <p:spPr>
          <a:xfrm>
            <a:off x="6214537" y="2231221"/>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8F7C5B75-6DCA-7D3C-416D-EBA6B92C844F}"/>
              </a:ext>
            </a:extLst>
          </p:cNvPr>
          <p:cNvSpPr txBox="1"/>
          <p:nvPr/>
        </p:nvSpPr>
        <p:spPr>
          <a:xfrm>
            <a:off x="6714071" y="2231221"/>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72F9A085-6F74-7DF2-FD53-DEAECD89A057}"/>
              </a:ext>
            </a:extLst>
          </p:cNvPr>
          <p:cNvSpPr txBox="1"/>
          <p:nvPr/>
        </p:nvSpPr>
        <p:spPr>
          <a:xfrm>
            <a:off x="4216401" y="2734556"/>
            <a:ext cx="462845" cy="584775"/>
          </a:xfrm>
          <a:prstGeom prst="rect">
            <a:avLst/>
          </a:prstGeom>
          <a:solidFill>
            <a:srgbClr val="FF0000">
              <a:alpha val="30000"/>
            </a:srgbClr>
          </a:solid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BDFCA6DB-57A3-68DB-EEBB-6B1CCBC5F8DA}"/>
              </a:ext>
            </a:extLst>
          </p:cNvPr>
          <p:cNvSpPr txBox="1"/>
          <p:nvPr/>
        </p:nvSpPr>
        <p:spPr>
          <a:xfrm>
            <a:off x="5215469" y="2734556"/>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B6F39EE2-12C5-24DC-259D-8B744C03BBE5}"/>
              </a:ext>
            </a:extLst>
          </p:cNvPr>
          <p:cNvSpPr txBox="1"/>
          <p:nvPr/>
        </p:nvSpPr>
        <p:spPr>
          <a:xfrm>
            <a:off x="6714071" y="2734556"/>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25" name="TextBox 24">
            <a:extLst>
              <a:ext uri="{FF2B5EF4-FFF2-40B4-BE49-F238E27FC236}">
                <a16:creationId xmlns:a16="http://schemas.microsoft.com/office/drawing/2014/main" id="{43232AD8-EB24-6F36-7D12-F2FBD6367B14}"/>
              </a:ext>
            </a:extLst>
          </p:cNvPr>
          <p:cNvSpPr txBox="1"/>
          <p:nvPr/>
        </p:nvSpPr>
        <p:spPr>
          <a:xfrm>
            <a:off x="3716867" y="3237891"/>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CB42ACD5-BEB7-AEAF-B610-2913264435B3}"/>
              </a:ext>
            </a:extLst>
          </p:cNvPr>
          <p:cNvSpPr txBox="1"/>
          <p:nvPr/>
        </p:nvSpPr>
        <p:spPr>
          <a:xfrm>
            <a:off x="4715935" y="323789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EEB09BFF-869D-84F0-BEFD-D3928F365A82}"/>
              </a:ext>
            </a:extLst>
          </p:cNvPr>
          <p:cNvSpPr txBox="1"/>
          <p:nvPr/>
        </p:nvSpPr>
        <p:spPr>
          <a:xfrm>
            <a:off x="5215469" y="3237891"/>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511C6E20-F1E5-6953-9783-8ECFB42B6D90}"/>
              </a:ext>
            </a:extLst>
          </p:cNvPr>
          <p:cNvSpPr txBox="1"/>
          <p:nvPr/>
        </p:nvSpPr>
        <p:spPr>
          <a:xfrm>
            <a:off x="7213604" y="3237891"/>
            <a:ext cx="462845" cy="584775"/>
          </a:xfrm>
          <a:prstGeom prst="rect">
            <a:avLst/>
          </a:prstGeom>
          <a:solidFill>
            <a:srgbClr val="FFFF00">
              <a:alpha val="30000"/>
            </a:srgbClr>
          </a:solid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E804D5E9-F693-4EDB-8C39-3A6BEA42A45C}"/>
              </a:ext>
            </a:extLst>
          </p:cNvPr>
          <p:cNvSpPr txBox="1"/>
          <p:nvPr/>
        </p:nvSpPr>
        <p:spPr>
          <a:xfrm>
            <a:off x="3217333" y="3741226"/>
            <a:ext cx="462845" cy="584775"/>
          </a:xfrm>
          <a:prstGeom prst="rect">
            <a:avLst/>
          </a:prstGeom>
          <a:solidFill>
            <a:srgbClr val="00B0F0">
              <a:alpha val="30000"/>
            </a:srgbClr>
          </a:solid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36CEEEFF-5FDF-14B9-F1B0-B8ECE8C8771B}"/>
              </a:ext>
            </a:extLst>
          </p:cNvPr>
          <p:cNvSpPr txBox="1"/>
          <p:nvPr/>
        </p:nvSpPr>
        <p:spPr>
          <a:xfrm>
            <a:off x="3716867" y="3741226"/>
            <a:ext cx="462845" cy="584775"/>
          </a:xfrm>
          <a:prstGeom prst="rect">
            <a:avLst/>
          </a:prstGeom>
          <a:solidFill>
            <a:srgbClr val="0070C0">
              <a:alpha val="40000"/>
            </a:srgbClr>
          </a:solid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D5AE1476-0C00-509E-8EE1-52FB4D9EFF19}"/>
              </a:ext>
            </a:extLst>
          </p:cNvPr>
          <p:cNvSpPr txBox="1"/>
          <p:nvPr/>
        </p:nvSpPr>
        <p:spPr>
          <a:xfrm>
            <a:off x="5715003" y="3741226"/>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88A0B91A-BE2B-9D92-6969-C431161A173E}"/>
              </a:ext>
            </a:extLst>
          </p:cNvPr>
          <p:cNvSpPr txBox="1"/>
          <p:nvPr/>
        </p:nvSpPr>
        <p:spPr>
          <a:xfrm>
            <a:off x="6214537" y="3741226"/>
            <a:ext cx="462845" cy="584775"/>
          </a:xfrm>
          <a:prstGeom prst="rect">
            <a:avLst/>
          </a:prstGeom>
          <a:solidFill>
            <a:srgbClr val="FFC000">
              <a:alpha val="40000"/>
            </a:srgbClr>
          </a:solid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75EC83A6-1A3D-634A-89A4-663C05DE4EBD}"/>
              </a:ext>
            </a:extLst>
          </p:cNvPr>
          <p:cNvSpPr txBox="1"/>
          <p:nvPr/>
        </p:nvSpPr>
        <p:spPr>
          <a:xfrm>
            <a:off x="6714071" y="3741226"/>
            <a:ext cx="462845" cy="584775"/>
          </a:xfrm>
          <a:prstGeom prst="rect">
            <a:avLst/>
          </a:prstGeom>
          <a:solidFill>
            <a:srgbClr val="0070C0">
              <a:alpha val="40000"/>
            </a:srgbClr>
          </a:solid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100B6CB-18EB-BAE3-8D05-2386D0390962}"/>
              </a:ext>
            </a:extLst>
          </p:cNvPr>
          <p:cNvSpPr txBox="1"/>
          <p:nvPr/>
        </p:nvSpPr>
        <p:spPr>
          <a:xfrm>
            <a:off x="7213604" y="3741226"/>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8C62CDF5-DA12-5EA4-B95B-8AD41334C2F8}"/>
              </a:ext>
            </a:extLst>
          </p:cNvPr>
          <p:cNvSpPr txBox="1"/>
          <p:nvPr/>
        </p:nvSpPr>
        <p:spPr>
          <a:xfrm>
            <a:off x="3217333" y="4244561"/>
            <a:ext cx="462845" cy="584775"/>
          </a:xfrm>
          <a:prstGeom prst="rect">
            <a:avLst/>
          </a:prstGeom>
          <a:solidFill>
            <a:srgbClr val="00B050">
              <a:alpha val="40000"/>
            </a:srgbClr>
          </a:solid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1D1D643F-5A4E-9847-2679-6BAB81F3FECA}"/>
              </a:ext>
            </a:extLst>
          </p:cNvPr>
          <p:cNvSpPr txBox="1"/>
          <p:nvPr/>
        </p:nvSpPr>
        <p:spPr>
          <a:xfrm>
            <a:off x="4216401" y="4244561"/>
            <a:ext cx="462845" cy="584775"/>
          </a:xfrm>
          <a:prstGeom prst="rect">
            <a:avLst/>
          </a:prstGeom>
          <a:solidFill>
            <a:srgbClr val="FF0000">
              <a:alpha val="30000"/>
            </a:srgbClr>
          </a:solid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EFCE9ABE-EA6D-AA01-EFA5-0EDD89AA8107}"/>
              </a:ext>
            </a:extLst>
          </p:cNvPr>
          <p:cNvSpPr txBox="1"/>
          <p:nvPr/>
        </p:nvSpPr>
        <p:spPr>
          <a:xfrm>
            <a:off x="5715003" y="4244561"/>
            <a:ext cx="462845" cy="584775"/>
          </a:xfrm>
          <a:prstGeom prst="rect">
            <a:avLst/>
          </a:prstGeom>
          <a:solidFill>
            <a:srgbClr val="FF0000">
              <a:alpha val="30000"/>
            </a:srgbClr>
          </a:solid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E6147392-BF36-1A34-8B0A-8847A4D050B8}"/>
              </a:ext>
            </a:extLst>
          </p:cNvPr>
          <p:cNvSpPr txBox="1"/>
          <p:nvPr/>
        </p:nvSpPr>
        <p:spPr>
          <a:xfrm>
            <a:off x="6214537" y="4244561"/>
            <a:ext cx="462845" cy="584775"/>
          </a:xfrm>
          <a:prstGeom prst="rect">
            <a:avLst/>
          </a:prstGeom>
          <a:solidFill>
            <a:srgbClr val="7030A0">
              <a:alpha val="30000"/>
            </a:srgbClr>
          </a:solid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201B81B9-D373-F84F-B573-A2662D3177AE}"/>
              </a:ext>
            </a:extLst>
          </p:cNvPr>
          <p:cNvSpPr txBox="1"/>
          <p:nvPr/>
        </p:nvSpPr>
        <p:spPr>
          <a:xfrm>
            <a:off x="6714071" y="4244561"/>
            <a:ext cx="462845" cy="584775"/>
          </a:xfrm>
          <a:prstGeom prst="rect">
            <a:avLst/>
          </a:prstGeom>
          <a:solidFill>
            <a:srgbClr val="00B0F0">
              <a:alpha val="30000"/>
            </a:srgbClr>
          </a:solid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B841B07D-1C75-2557-8E2F-8CD0550296BB}"/>
              </a:ext>
            </a:extLst>
          </p:cNvPr>
          <p:cNvSpPr txBox="1"/>
          <p:nvPr/>
        </p:nvSpPr>
        <p:spPr>
          <a:xfrm>
            <a:off x="7213604" y="4244561"/>
            <a:ext cx="462845" cy="584775"/>
          </a:xfrm>
          <a:prstGeom prst="rect">
            <a:avLst/>
          </a:prstGeom>
          <a:solidFill>
            <a:srgbClr val="00B050">
              <a:alpha val="40000"/>
            </a:srgbClr>
          </a:solid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07DFCBB2-7A8B-A559-4C09-3DA72498A888}"/>
              </a:ext>
            </a:extLst>
          </p:cNvPr>
          <p:cNvSpPr txBox="1"/>
          <p:nvPr/>
        </p:nvSpPr>
        <p:spPr>
          <a:xfrm>
            <a:off x="3217333" y="4747898"/>
            <a:ext cx="462845" cy="584775"/>
          </a:xfrm>
          <a:prstGeom prst="rect">
            <a:avLst/>
          </a:prstGeom>
          <a:solidFill>
            <a:srgbClr val="92D050">
              <a:alpha val="30000"/>
            </a:srgbClr>
          </a:solid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7ADCE517-B29B-44F6-D647-EFA4CE0E5520}"/>
              </a:ext>
            </a:extLst>
          </p:cNvPr>
          <p:cNvSpPr txBox="1"/>
          <p:nvPr/>
        </p:nvSpPr>
        <p:spPr>
          <a:xfrm>
            <a:off x="3716867" y="4747898"/>
            <a:ext cx="462845" cy="584775"/>
          </a:xfrm>
          <a:prstGeom prst="rect">
            <a:avLst/>
          </a:prstGeom>
          <a:solidFill>
            <a:srgbClr val="FFFF00">
              <a:alpha val="30000"/>
            </a:srgbClr>
          </a:solid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A93D1392-3F39-E8F6-088B-554F7DA9A8D0}"/>
              </a:ext>
            </a:extLst>
          </p:cNvPr>
          <p:cNvSpPr txBox="1"/>
          <p:nvPr/>
        </p:nvSpPr>
        <p:spPr>
          <a:xfrm>
            <a:off x="4216401" y="4747898"/>
            <a:ext cx="462845" cy="584775"/>
          </a:xfrm>
          <a:prstGeom prst="rect">
            <a:avLst/>
          </a:prstGeom>
          <a:solidFill>
            <a:srgbClr val="FFC000">
              <a:alpha val="40000"/>
            </a:srgbClr>
          </a:solid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576F770-39D7-5BDD-A745-1EFF8C1E5C07}"/>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48" name="TextBox 47">
            <a:extLst>
              <a:ext uri="{FF2B5EF4-FFF2-40B4-BE49-F238E27FC236}">
                <a16:creationId xmlns:a16="http://schemas.microsoft.com/office/drawing/2014/main" id="{FC921B7A-EB00-227A-41B5-81D00946B409}"/>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FDB59F9F-D604-C764-65D5-6A92B1D2CE24}"/>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46" name="TextBox 45">
            <a:extLst>
              <a:ext uri="{FF2B5EF4-FFF2-40B4-BE49-F238E27FC236}">
                <a16:creationId xmlns:a16="http://schemas.microsoft.com/office/drawing/2014/main" id="{6CB88AF8-53F8-8D46-DE5B-2B2CD9DCD875}"/>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47" name="TextBox 46">
            <a:extLst>
              <a:ext uri="{FF2B5EF4-FFF2-40B4-BE49-F238E27FC236}">
                <a16:creationId xmlns:a16="http://schemas.microsoft.com/office/drawing/2014/main" id="{68808F99-2041-849C-7832-17B4F6480567}"/>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60" name="TextBox 59">
            <a:extLst>
              <a:ext uri="{FF2B5EF4-FFF2-40B4-BE49-F238E27FC236}">
                <a16:creationId xmlns:a16="http://schemas.microsoft.com/office/drawing/2014/main" id="{8C192455-1503-9A28-BB86-B9980DD99C0F}"/>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101" name="TextBox 100">
            <a:extLst>
              <a:ext uri="{FF2B5EF4-FFF2-40B4-BE49-F238E27FC236}">
                <a16:creationId xmlns:a16="http://schemas.microsoft.com/office/drawing/2014/main" id="{3D7D8C9E-1427-2D4D-24B3-C551B382CC93}"/>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5A5E26C4-2109-5870-0CBB-4944FD7F145A}"/>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E1EB632F-52B1-EDB5-3A3E-683E6E4DF642}"/>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5" name="TextBox 54">
            <a:extLst>
              <a:ext uri="{FF2B5EF4-FFF2-40B4-BE49-F238E27FC236}">
                <a16:creationId xmlns:a16="http://schemas.microsoft.com/office/drawing/2014/main" id="{1FA720A5-088E-9D60-DC54-943BD842E6CE}"/>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5DFDF601-D3DD-16D3-4D81-2729CC09FD5C}"/>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81" name="TextBox 80">
            <a:extLst>
              <a:ext uri="{FF2B5EF4-FFF2-40B4-BE49-F238E27FC236}">
                <a16:creationId xmlns:a16="http://schemas.microsoft.com/office/drawing/2014/main" id="{CB77FB4B-78A1-874B-6CC6-62C2C665C8FF}"/>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54E3194C-5A74-B8F7-36EC-0261AC983EE0}"/>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AC1919AC-1F4F-5BBB-432F-7CD1E5514A9A}"/>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DADA0414-6253-16BB-BC71-5028163D51E4}"/>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92" name="TextBox 91">
            <a:extLst>
              <a:ext uri="{FF2B5EF4-FFF2-40B4-BE49-F238E27FC236}">
                <a16:creationId xmlns:a16="http://schemas.microsoft.com/office/drawing/2014/main" id="{8CE0FEAC-55E0-EB00-052C-5127D4D7E7F1}"/>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93" name="TextBox 92">
            <a:extLst>
              <a:ext uri="{FF2B5EF4-FFF2-40B4-BE49-F238E27FC236}">
                <a16:creationId xmlns:a16="http://schemas.microsoft.com/office/drawing/2014/main" id="{2448D8A0-58F3-761D-CC26-51DB9AE6F03F}"/>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96" name="TextBox 95">
            <a:extLst>
              <a:ext uri="{FF2B5EF4-FFF2-40B4-BE49-F238E27FC236}">
                <a16:creationId xmlns:a16="http://schemas.microsoft.com/office/drawing/2014/main" id="{3201EA71-2614-4416-8A3A-3EA3E9FDA541}"/>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02" name="TextBox 101">
            <a:extLst>
              <a:ext uri="{FF2B5EF4-FFF2-40B4-BE49-F238E27FC236}">
                <a16:creationId xmlns:a16="http://schemas.microsoft.com/office/drawing/2014/main" id="{1E018952-7AC6-F35B-3715-CA73C2832AAA}"/>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103" name="TextBox 102">
            <a:extLst>
              <a:ext uri="{FF2B5EF4-FFF2-40B4-BE49-F238E27FC236}">
                <a16:creationId xmlns:a16="http://schemas.microsoft.com/office/drawing/2014/main" id="{F835D97D-015F-A672-0CE3-659101032622}"/>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104" name="TextBox 103">
            <a:extLst>
              <a:ext uri="{FF2B5EF4-FFF2-40B4-BE49-F238E27FC236}">
                <a16:creationId xmlns:a16="http://schemas.microsoft.com/office/drawing/2014/main" id="{CD83E12A-FEC9-C11E-C956-C0FF24A0F1F3}"/>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61" name="TextBox 60">
            <a:extLst>
              <a:ext uri="{FF2B5EF4-FFF2-40B4-BE49-F238E27FC236}">
                <a16:creationId xmlns:a16="http://schemas.microsoft.com/office/drawing/2014/main" id="{70963F9D-CE6C-8F10-5042-ED9885F9D02A}"/>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4" name="TextBox 63">
            <a:extLst>
              <a:ext uri="{FF2B5EF4-FFF2-40B4-BE49-F238E27FC236}">
                <a16:creationId xmlns:a16="http://schemas.microsoft.com/office/drawing/2014/main" id="{3DC8BE5E-147E-CDB7-8707-7B2C462D0FF2}"/>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67" name="TextBox 66">
            <a:extLst>
              <a:ext uri="{FF2B5EF4-FFF2-40B4-BE49-F238E27FC236}">
                <a16:creationId xmlns:a16="http://schemas.microsoft.com/office/drawing/2014/main" id="{F669F681-67D8-A2BF-0D52-EA6D77B3FAF3}"/>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0F40DFD5-6EAC-219A-41E4-1DF9A4E2DF1D}"/>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76" name="TextBox 75">
            <a:extLst>
              <a:ext uri="{FF2B5EF4-FFF2-40B4-BE49-F238E27FC236}">
                <a16:creationId xmlns:a16="http://schemas.microsoft.com/office/drawing/2014/main" id="{FD728D49-A566-5251-78DD-D8B13D54FD72}"/>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C781C8F9-6DD0-FF84-FC1B-C86B47A94EF5}"/>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
        <p:nvSpPr>
          <p:cNvPr id="59" name="TextBox 58">
            <a:extLst>
              <a:ext uri="{FF2B5EF4-FFF2-40B4-BE49-F238E27FC236}">
                <a16:creationId xmlns:a16="http://schemas.microsoft.com/office/drawing/2014/main" id="{EB27F35F-7994-4271-FCE5-B8051DFABAEA}"/>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68" name="TextBox 67">
            <a:extLst>
              <a:ext uri="{FF2B5EF4-FFF2-40B4-BE49-F238E27FC236}">
                <a16:creationId xmlns:a16="http://schemas.microsoft.com/office/drawing/2014/main" id="{74464ED0-8048-970A-D6E2-A43BB2AB86B9}"/>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77" name="TextBox 76">
            <a:extLst>
              <a:ext uri="{FF2B5EF4-FFF2-40B4-BE49-F238E27FC236}">
                <a16:creationId xmlns:a16="http://schemas.microsoft.com/office/drawing/2014/main" id="{7A38926B-DCB0-4734-DF05-658E2E496A90}"/>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83" name="TextBox 82">
            <a:extLst>
              <a:ext uri="{FF2B5EF4-FFF2-40B4-BE49-F238E27FC236}">
                <a16:creationId xmlns:a16="http://schemas.microsoft.com/office/drawing/2014/main" id="{CE6FADB6-0B0F-30B8-5417-9AFC66DF1256}"/>
              </a:ext>
            </a:extLst>
          </p:cNvPr>
          <p:cNvSpPr txBox="1"/>
          <p:nvPr/>
        </p:nvSpPr>
        <p:spPr>
          <a:xfrm>
            <a:off x="5215469" y="374122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ED115D77-48D6-7C17-462D-070BD91E5D3C}"/>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87" name="TextBox 86">
            <a:extLst>
              <a:ext uri="{FF2B5EF4-FFF2-40B4-BE49-F238E27FC236}">
                <a16:creationId xmlns:a16="http://schemas.microsoft.com/office/drawing/2014/main" id="{89B3C387-B06A-6446-B8AC-DEF6C51A5D7C}"/>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100" name="TextBox 99">
            <a:extLst>
              <a:ext uri="{FF2B5EF4-FFF2-40B4-BE49-F238E27FC236}">
                <a16:creationId xmlns:a16="http://schemas.microsoft.com/office/drawing/2014/main" id="{CBBE2900-23E5-4CEF-D138-62A429DF503C}"/>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048477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ADDB-0A72-D6EE-8AFA-1A47CB5EB78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E7242B-28FD-EDA7-C9E4-13C02B2412CA}"/>
              </a:ext>
            </a:extLst>
          </p:cNvPr>
          <p:cNvSpPr>
            <a:spLocks noGrp="1"/>
          </p:cNvSpPr>
          <p:nvPr>
            <p:ph sz="half" idx="1"/>
          </p:nvPr>
        </p:nvSpPr>
        <p:spPr/>
        <p:txBody>
          <a:bodyPr>
            <a:normAutofit/>
          </a:bodyPr>
          <a:lstStyle/>
          <a:p>
            <a:r>
              <a:rPr lang="en-US" dirty="0"/>
              <a:t>Finish.</a:t>
            </a:r>
          </a:p>
        </p:txBody>
      </p:sp>
      <p:pic>
        <p:nvPicPr>
          <p:cNvPr id="4" name="Picture 3" descr="A grid of sudoku puzzle&#10;&#10;Description automatically generated">
            <a:extLst>
              <a:ext uri="{FF2B5EF4-FFF2-40B4-BE49-F238E27FC236}">
                <a16:creationId xmlns:a16="http://schemas.microsoft.com/office/drawing/2014/main" id="{41A06591-0039-7387-EFC9-2C39706DE615}"/>
              </a:ext>
            </a:extLst>
          </p:cNvPr>
          <p:cNvPicPr>
            <a:picLocks noChangeAspect="1"/>
          </p:cNvPicPr>
          <p:nvPr/>
        </p:nvPicPr>
        <p:blipFill>
          <a:blip r:embed="rId3"/>
          <a:stretch>
            <a:fillRect/>
          </a:stretch>
        </p:blipFill>
        <p:spPr>
          <a:xfrm>
            <a:off x="4578350" y="2311400"/>
            <a:ext cx="0" cy="0"/>
          </a:xfrm>
          <a:prstGeom prst="rect">
            <a:avLst/>
          </a:prstGeom>
          <a:noFill/>
        </p:spPr>
      </p:pic>
      <p:pic>
        <p:nvPicPr>
          <p:cNvPr id="5" name="Picture 4" descr="A sudoku game with text&#10;&#10;Description automatically generated">
            <a:extLst>
              <a:ext uri="{FF2B5EF4-FFF2-40B4-BE49-F238E27FC236}">
                <a16:creationId xmlns:a16="http://schemas.microsoft.com/office/drawing/2014/main" id="{78458600-FBD7-EF7F-DFC4-F64C0F7A84ED}"/>
              </a:ext>
            </a:extLst>
          </p:cNvPr>
          <p:cNvPicPr>
            <a:picLocks noChangeAspect="1"/>
          </p:cNvPicPr>
          <p:nvPr/>
        </p:nvPicPr>
        <p:blipFill>
          <a:blip r:embed="rId4"/>
          <a:stretch>
            <a:fillRect/>
          </a:stretch>
        </p:blipFill>
        <p:spPr>
          <a:xfrm>
            <a:off x="4578350" y="2311400"/>
            <a:ext cx="0" cy="0"/>
          </a:xfrm>
          <a:prstGeom prst="rect">
            <a:avLst/>
          </a:prstGeom>
          <a:noFill/>
        </p:spPr>
      </p:pic>
      <p:pic>
        <p:nvPicPr>
          <p:cNvPr id="6" name="Picture 5" descr="A sudoku puzzle with text&#10;&#10;Description automatically generated">
            <a:extLst>
              <a:ext uri="{FF2B5EF4-FFF2-40B4-BE49-F238E27FC236}">
                <a16:creationId xmlns:a16="http://schemas.microsoft.com/office/drawing/2014/main" id="{86FDC4EF-16FE-8109-7692-469643189499}"/>
              </a:ext>
            </a:extLst>
          </p:cNvPr>
          <p:cNvPicPr>
            <a:picLocks noChangeAspect="1"/>
          </p:cNvPicPr>
          <p:nvPr/>
        </p:nvPicPr>
        <p:blipFill>
          <a:blip r:embed="rId5"/>
          <a:stretch>
            <a:fillRect/>
          </a:stretch>
        </p:blipFill>
        <p:spPr>
          <a:xfrm>
            <a:off x="4578350" y="2311400"/>
            <a:ext cx="0" cy="0"/>
          </a:xfrm>
          <a:prstGeom prst="rect">
            <a:avLst/>
          </a:prstGeom>
          <a:noFill/>
        </p:spPr>
      </p:pic>
      <p:pic>
        <p:nvPicPr>
          <p:cNvPr id="7" name="Picture 6" descr="A grid of squares with text&#10;&#10;AI-generated content may be incorrect.">
            <a:extLst>
              <a:ext uri="{FF2B5EF4-FFF2-40B4-BE49-F238E27FC236}">
                <a16:creationId xmlns:a16="http://schemas.microsoft.com/office/drawing/2014/main" id="{48A9962A-E8AF-0AA8-AF2E-99015EDEC9FC}"/>
              </a:ext>
            </a:extLst>
          </p:cNvPr>
          <p:cNvPicPr>
            <a:picLocks noChangeAspect="1"/>
          </p:cNvPicPr>
          <p:nvPr/>
        </p:nvPicPr>
        <p:blipFill>
          <a:blip r:embed="rId6"/>
          <a:stretch>
            <a:fillRect/>
          </a:stretch>
        </p:blipFill>
        <p:spPr>
          <a:xfrm>
            <a:off x="4584700" y="2311400"/>
            <a:ext cx="0" cy="0"/>
          </a:xfrm>
          <a:prstGeom prst="rect">
            <a:avLst/>
          </a:prstGeom>
          <a:noFill/>
        </p:spPr>
      </p:pic>
      <p:sp>
        <p:nvSpPr>
          <p:cNvPr id="3" name="TextBox 2">
            <a:extLst>
              <a:ext uri="{FF2B5EF4-FFF2-40B4-BE49-F238E27FC236}">
                <a16:creationId xmlns:a16="http://schemas.microsoft.com/office/drawing/2014/main" id="{20178163-9DD7-F3D4-0AC1-E823FD509DD6}"/>
              </a:ext>
            </a:extLst>
          </p:cNvPr>
          <p:cNvSpPr txBox="1"/>
          <p:nvPr/>
        </p:nvSpPr>
        <p:spPr>
          <a:xfrm>
            <a:off x="4715935" y="1224551"/>
            <a:ext cx="462845" cy="584775"/>
          </a:xfrm>
          <a:prstGeom prst="rect">
            <a:avLst/>
          </a:prstGeom>
          <a:noFill/>
        </p:spPr>
        <p:txBody>
          <a:bodyPr wrap="square" rtlCol="0">
            <a:spAutoFit/>
          </a:bodyPr>
          <a:lstStyle/>
          <a:p>
            <a:pPr algn="ctr"/>
            <a:r>
              <a:rPr lang="en-US" sz="3200" dirty="0"/>
              <a:t>4</a:t>
            </a:r>
          </a:p>
        </p:txBody>
      </p:sp>
      <p:sp>
        <p:nvSpPr>
          <p:cNvPr id="8" name="TextBox 7">
            <a:extLst>
              <a:ext uri="{FF2B5EF4-FFF2-40B4-BE49-F238E27FC236}">
                <a16:creationId xmlns:a16="http://schemas.microsoft.com/office/drawing/2014/main" id="{F2B0606D-547E-BDE7-0F67-02381F3FE77F}"/>
              </a:ext>
            </a:extLst>
          </p:cNvPr>
          <p:cNvSpPr txBox="1"/>
          <p:nvPr/>
        </p:nvSpPr>
        <p:spPr>
          <a:xfrm>
            <a:off x="6214537" y="1224551"/>
            <a:ext cx="462845" cy="584775"/>
          </a:xfrm>
          <a:prstGeom prst="rect">
            <a:avLst/>
          </a:prstGeom>
          <a:noFill/>
        </p:spPr>
        <p:txBody>
          <a:bodyPr wrap="square" rtlCol="0">
            <a:spAutoFit/>
          </a:bodyPr>
          <a:lstStyle/>
          <a:p>
            <a:pPr algn="ctr"/>
            <a:r>
              <a:rPr lang="en-US" sz="3200" dirty="0"/>
              <a:t>7</a:t>
            </a:r>
          </a:p>
        </p:txBody>
      </p:sp>
      <p:sp>
        <p:nvSpPr>
          <p:cNvPr id="9" name="TextBox 8">
            <a:extLst>
              <a:ext uri="{FF2B5EF4-FFF2-40B4-BE49-F238E27FC236}">
                <a16:creationId xmlns:a16="http://schemas.microsoft.com/office/drawing/2014/main" id="{CF1AD5B8-E7A4-7C38-9F60-FA8DAB621D0C}"/>
              </a:ext>
            </a:extLst>
          </p:cNvPr>
          <p:cNvSpPr txBox="1"/>
          <p:nvPr/>
        </p:nvSpPr>
        <p:spPr>
          <a:xfrm>
            <a:off x="6714071" y="1224551"/>
            <a:ext cx="462845" cy="584775"/>
          </a:xfrm>
          <a:prstGeom prst="rect">
            <a:avLst/>
          </a:prstGeom>
          <a:noFill/>
        </p:spPr>
        <p:txBody>
          <a:bodyPr wrap="square" rtlCol="0">
            <a:spAutoFit/>
          </a:bodyPr>
          <a:lstStyle/>
          <a:p>
            <a:pPr algn="ctr"/>
            <a:r>
              <a:rPr lang="en-US" sz="3200" dirty="0"/>
              <a:t>9</a:t>
            </a:r>
          </a:p>
        </p:txBody>
      </p:sp>
      <p:sp>
        <p:nvSpPr>
          <p:cNvPr id="10" name="TextBox 9">
            <a:extLst>
              <a:ext uri="{FF2B5EF4-FFF2-40B4-BE49-F238E27FC236}">
                <a16:creationId xmlns:a16="http://schemas.microsoft.com/office/drawing/2014/main" id="{9C788C46-BF6F-FD1E-89FE-6B9EEC1EE2D0}"/>
              </a:ext>
            </a:extLst>
          </p:cNvPr>
          <p:cNvSpPr txBox="1"/>
          <p:nvPr/>
        </p:nvSpPr>
        <p:spPr>
          <a:xfrm>
            <a:off x="7213604"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269F5B5A-D990-A49B-8DC4-B9FDFE74E2CD}"/>
              </a:ext>
            </a:extLst>
          </p:cNvPr>
          <p:cNvSpPr txBox="1"/>
          <p:nvPr/>
        </p:nvSpPr>
        <p:spPr>
          <a:xfrm>
            <a:off x="6714071" y="721216"/>
            <a:ext cx="462845" cy="584775"/>
          </a:xfrm>
          <a:prstGeom prst="rect">
            <a:avLst/>
          </a:prstGeom>
          <a:noFill/>
        </p:spPr>
        <p:txBody>
          <a:bodyPr wrap="square" rtlCol="0">
            <a:spAutoFit/>
          </a:bodyPr>
          <a:lstStyle/>
          <a:p>
            <a:pPr algn="ctr"/>
            <a:r>
              <a:rPr lang="en-US" sz="3200" dirty="0"/>
              <a:t>4</a:t>
            </a:r>
          </a:p>
        </p:txBody>
      </p:sp>
      <p:sp>
        <p:nvSpPr>
          <p:cNvPr id="12" name="TextBox 11">
            <a:extLst>
              <a:ext uri="{FF2B5EF4-FFF2-40B4-BE49-F238E27FC236}">
                <a16:creationId xmlns:a16="http://schemas.microsoft.com/office/drawing/2014/main" id="{47C99EE6-B894-A567-E4B2-96704799F08D}"/>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3" name="TextBox 12">
            <a:extLst>
              <a:ext uri="{FF2B5EF4-FFF2-40B4-BE49-F238E27FC236}">
                <a16:creationId xmlns:a16="http://schemas.microsoft.com/office/drawing/2014/main" id="{236AB7C3-6EDE-6791-7F5E-F88CC642B78F}"/>
              </a:ext>
            </a:extLst>
          </p:cNvPr>
          <p:cNvSpPr txBox="1"/>
          <p:nvPr/>
        </p:nvSpPr>
        <p:spPr>
          <a:xfrm>
            <a:off x="4216401" y="1727886"/>
            <a:ext cx="462845" cy="584775"/>
          </a:xfrm>
          <a:prstGeom prst="rect">
            <a:avLst/>
          </a:prstGeom>
          <a:noFill/>
        </p:spPr>
        <p:txBody>
          <a:bodyPr wrap="square" rtlCol="0">
            <a:spAutoFit/>
          </a:bodyPr>
          <a:lstStyle/>
          <a:p>
            <a:pPr algn="ctr"/>
            <a:r>
              <a:rPr lang="en-US" sz="3200" dirty="0"/>
              <a:t>7</a:t>
            </a:r>
          </a:p>
        </p:txBody>
      </p:sp>
      <p:sp>
        <p:nvSpPr>
          <p:cNvPr id="14" name="TextBox 13">
            <a:extLst>
              <a:ext uri="{FF2B5EF4-FFF2-40B4-BE49-F238E27FC236}">
                <a16:creationId xmlns:a16="http://schemas.microsoft.com/office/drawing/2014/main" id="{45D2E5AE-BEE2-0167-E563-13ADC3AF9A69}"/>
              </a:ext>
            </a:extLst>
          </p:cNvPr>
          <p:cNvSpPr txBox="1"/>
          <p:nvPr/>
        </p:nvSpPr>
        <p:spPr>
          <a:xfrm>
            <a:off x="5215469" y="1727886"/>
            <a:ext cx="462845" cy="584775"/>
          </a:xfrm>
          <a:prstGeom prst="rect">
            <a:avLst/>
          </a:prstGeom>
          <a:noFill/>
        </p:spPr>
        <p:txBody>
          <a:bodyPr wrap="square" rtlCol="0">
            <a:spAutoFit/>
          </a:bodyPr>
          <a:lstStyle/>
          <a:p>
            <a:pPr algn="ctr"/>
            <a:r>
              <a:rPr lang="en-US" sz="3200" dirty="0"/>
              <a:t>9</a:t>
            </a:r>
          </a:p>
        </p:txBody>
      </p:sp>
      <p:sp>
        <p:nvSpPr>
          <p:cNvPr id="15" name="TextBox 14">
            <a:extLst>
              <a:ext uri="{FF2B5EF4-FFF2-40B4-BE49-F238E27FC236}">
                <a16:creationId xmlns:a16="http://schemas.microsoft.com/office/drawing/2014/main" id="{80C8899C-9ECE-D37C-0D1A-2FE331D0E52E}"/>
              </a:ext>
            </a:extLst>
          </p:cNvPr>
          <p:cNvSpPr txBox="1"/>
          <p:nvPr/>
        </p:nvSpPr>
        <p:spPr>
          <a:xfrm>
            <a:off x="6214537" y="172788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59964EF0-507B-B94F-6314-847E15C8C1E3}"/>
              </a:ext>
            </a:extLst>
          </p:cNvPr>
          <p:cNvSpPr txBox="1"/>
          <p:nvPr/>
        </p:nvSpPr>
        <p:spPr>
          <a:xfrm>
            <a:off x="6714071" y="1727886"/>
            <a:ext cx="462845" cy="584775"/>
          </a:xfrm>
          <a:prstGeom prst="rect">
            <a:avLst/>
          </a:prstGeom>
          <a:noFill/>
        </p:spPr>
        <p:txBody>
          <a:bodyPr wrap="square" rtlCol="0">
            <a:spAutoFit/>
          </a:bodyPr>
          <a:lstStyle/>
          <a:p>
            <a:pPr algn="ctr"/>
            <a:r>
              <a:rPr lang="en-US" sz="3200" dirty="0"/>
              <a:t>6</a:t>
            </a:r>
          </a:p>
        </p:txBody>
      </p:sp>
      <p:sp>
        <p:nvSpPr>
          <p:cNvPr id="17" name="TextBox 16">
            <a:extLst>
              <a:ext uri="{FF2B5EF4-FFF2-40B4-BE49-F238E27FC236}">
                <a16:creationId xmlns:a16="http://schemas.microsoft.com/office/drawing/2014/main" id="{A7F0C4CC-A1A6-A65B-BB33-1198D32C9235}"/>
              </a:ext>
            </a:extLst>
          </p:cNvPr>
          <p:cNvSpPr txBox="1"/>
          <p:nvPr/>
        </p:nvSpPr>
        <p:spPr>
          <a:xfrm>
            <a:off x="3716867" y="2231221"/>
            <a:ext cx="462845" cy="584775"/>
          </a:xfrm>
          <a:prstGeom prst="rect">
            <a:avLst/>
          </a:prstGeom>
          <a:noFill/>
        </p:spPr>
        <p:txBody>
          <a:bodyPr wrap="square" rtlCol="0">
            <a:spAutoFit/>
          </a:bodyPr>
          <a:lstStyle/>
          <a:p>
            <a:pPr algn="ctr"/>
            <a:r>
              <a:rPr lang="en-US" sz="3200" dirty="0"/>
              <a:t>3</a:t>
            </a:r>
          </a:p>
        </p:txBody>
      </p:sp>
      <p:sp>
        <p:nvSpPr>
          <p:cNvPr id="18" name="TextBox 17">
            <a:extLst>
              <a:ext uri="{FF2B5EF4-FFF2-40B4-BE49-F238E27FC236}">
                <a16:creationId xmlns:a16="http://schemas.microsoft.com/office/drawing/2014/main" id="{9EEFCF72-80C4-842E-096C-7717DCBB4685}"/>
              </a:ext>
            </a:extLst>
          </p:cNvPr>
          <p:cNvSpPr txBox="1"/>
          <p:nvPr/>
        </p:nvSpPr>
        <p:spPr>
          <a:xfrm>
            <a:off x="5215469" y="2231221"/>
            <a:ext cx="462845" cy="584775"/>
          </a:xfrm>
          <a:prstGeom prst="rect">
            <a:avLst/>
          </a:prstGeom>
          <a:noFill/>
        </p:spPr>
        <p:txBody>
          <a:bodyPr wrap="square" rtlCol="0">
            <a:spAutoFit/>
          </a:bodyPr>
          <a:lstStyle/>
          <a:p>
            <a:pPr algn="ctr"/>
            <a:r>
              <a:rPr lang="en-US" sz="3200" dirty="0"/>
              <a:t>2</a:t>
            </a:r>
          </a:p>
        </p:txBody>
      </p:sp>
      <p:sp>
        <p:nvSpPr>
          <p:cNvPr id="19" name="TextBox 18">
            <a:extLst>
              <a:ext uri="{FF2B5EF4-FFF2-40B4-BE49-F238E27FC236}">
                <a16:creationId xmlns:a16="http://schemas.microsoft.com/office/drawing/2014/main" id="{50DD2F6B-D0BE-434A-8EC5-601D68C6E1CC}"/>
              </a:ext>
            </a:extLst>
          </p:cNvPr>
          <p:cNvSpPr txBox="1"/>
          <p:nvPr/>
        </p:nvSpPr>
        <p:spPr>
          <a:xfrm>
            <a:off x="5715003" y="2231221"/>
            <a:ext cx="462845" cy="584775"/>
          </a:xfrm>
          <a:prstGeom prst="rect">
            <a:avLst/>
          </a:prstGeom>
          <a:noFill/>
        </p:spPr>
        <p:txBody>
          <a:bodyPr wrap="square" rtlCol="0">
            <a:spAutoFit/>
          </a:bodyPr>
          <a:lstStyle/>
          <a:p>
            <a:pPr algn="ctr"/>
            <a:r>
              <a:rPr lang="en-US" sz="3200" dirty="0"/>
              <a:t>7</a:t>
            </a:r>
          </a:p>
        </p:txBody>
      </p:sp>
      <p:sp>
        <p:nvSpPr>
          <p:cNvPr id="20" name="TextBox 19">
            <a:extLst>
              <a:ext uri="{FF2B5EF4-FFF2-40B4-BE49-F238E27FC236}">
                <a16:creationId xmlns:a16="http://schemas.microsoft.com/office/drawing/2014/main" id="{4ECF599F-7492-8160-56C5-4258625B739C}"/>
              </a:ext>
            </a:extLst>
          </p:cNvPr>
          <p:cNvSpPr txBox="1"/>
          <p:nvPr/>
        </p:nvSpPr>
        <p:spPr>
          <a:xfrm>
            <a:off x="6214537" y="2231221"/>
            <a:ext cx="462845" cy="584775"/>
          </a:xfrm>
          <a:prstGeom prst="rect">
            <a:avLst/>
          </a:prstGeom>
          <a:noFill/>
        </p:spPr>
        <p:txBody>
          <a:bodyPr wrap="square" rtlCol="0">
            <a:spAutoFit/>
          </a:bodyPr>
          <a:lstStyle/>
          <a:p>
            <a:pPr algn="ctr"/>
            <a:r>
              <a:rPr lang="en-US" sz="3200" dirty="0"/>
              <a:t>4</a:t>
            </a:r>
          </a:p>
        </p:txBody>
      </p:sp>
      <p:sp>
        <p:nvSpPr>
          <p:cNvPr id="21" name="TextBox 20">
            <a:extLst>
              <a:ext uri="{FF2B5EF4-FFF2-40B4-BE49-F238E27FC236}">
                <a16:creationId xmlns:a16="http://schemas.microsoft.com/office/drawing/2014/main" id="{21B0B6A9-80DA-2E66-84CA-D1460BE50E45}"/>
              </a:ext>
            </a:extLst>
          </p:cNvPr>
          <p:cNvSpPr txBox="1"/>
          <p:nvPr/>
        </p:nvSpPr>
        <p:spPr>
          <a:xfrm>
            <a:off x="6714071" y="2231221"/>
            <a:ext cx="462845" cy="584775"/>
          </a:xfrm>
          <a:prstGeom prst="rect">
            <a:avLst/>
          </a:prstGeom>
          <a:noFill/>
        </p:spPr>
        <p:txBody>
          <a:bodyPr wrap="square" rtlCol="0">
            <a:spAutoFit/>
          </a:bodyPr>
          <a:lstStyle/>
          <a:p>
            <a:pPr algn="ctr"/>
            <a:r>
              <a:rPr lang="en-US" sz="3200" dirty="0"/>
              <a:t>5</a:t>
            </a:r>
          </a:p>
        </p:txBody>
      </p:sp>
      <p:sp>
        <p:nvSpPr>
          <p:cNvPr id="22" name="TextBox 21">
            <a:extLst>
              <a:ext uri="{FF2B5EF4-FFF2-40B4-BE49-F238E27FC236}">
                <a16:creationId xmlns:a16="http://schemas.microsoft.com/office/drawing/2014/main" id="{E86E1E05-C39B-63CA-360B-C843A0D6724D}"/>
              </a:ext>
            </a:extLst>
          </p:cNvPr>
          <p:cNvSpPr txBox="1"/>
          <p:nvPr/>
        </p:nvSpPr>
        <p:spPr>
          <a:xfrm>
            <a:off x="4216401" y="2734556"/>
            <a:ext cx="462845" cy="584775"/>
          </a:xfrm>
          <a:prstGeom prst="rect">
            <a:avLst/>
          </a:prstGeom>
          <a:noFill/>
        </p:spPr>
        <p:txBody>
          <a:bodyPr wrap="square" rtlCol="0">
            <a:spAutoFit/>
          </a:bodyPr>
          <a:lstStyle/>
          <a:p>
            <a:pPr algn="ctr"/>
            <a:r>
              <a:rPr lang="en-US" sz="3200" dirty="0"/>
              <a:t>4</a:t>
            </a:r>
          </a:p>
        </p:txBody>
      </p:sp>
      <p:sp>
        <p:nvSpPr>
          <p:cNvPr id="23" name="TextBox 22">
            <a:extLst>
              <a:ext uri="{FF2B5EF4-FFF2-40B4-BE49-F238E27FC236}">
                <a16:creationId xmlns:a16="http://schemas.microsoft.com/office/drawing/2014/main" id="{533627AE-38E0-2710-7E21-B25038FB5C0C}"/>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24" name="TextBox 23">
            <a:extLst>
              <a:ext uri="{FF2B5EF4-FFF2-40B4-BE49-F238E27FC236}">
                <a16:creationId xmlns:a16="http://schemas.microsoft.com/office/drawing/2014/main" id="{0E223921-0D94-A5B5-DC44-0081CB27FAD7}"/>
              </a:ext>
            </a:extLst>
          </p:cNvPr>
          <p:cNvSpPr txBox="1"/>
          <p:nvPr/>
        </p:nvSpPr>
        <p:spPr>
          <a:xfrm>
            <a:off x="6714071" y="2734556"/>
            <a:ext cx="462845" cy="584775"/>
          </a:xfrm>
          <a:prstGeom prst="rect">
            <a:avLst/>
          </a:prstGeom>
          <a:noFill/>
        </p:spPr>
        <p:txBody>
          <a:bodyPr wrap="square" rtlCol="0">
            <a:spAutoFit/>
          </a:bodyPr>
          <a:lstStyle/>
          <a:p>
            <a:pPr algn="ctr"/>
            <a:r>
              <a:rPr lang="en-US" sz="3200" dirty="0"/>
              <a:t>3</a:t>
            </a:r>
          </a:p>
        </p:txBody>
      </p:sp>
      <p:sp>
        <p:nvSpPr>
          <p:cNvPr id="25" name="TextBox 24">
            <a:extLst>
              <a:ext uri="{FF2B5EF4-FFF2-40B4-BE49-F238E27FC236}">
                <a16:creationId xmlns:a16="http://schemas.microsoft.com/office/drawing/2014/main" id="{155C093B-1DA2-0E8F-F0A8-716C34D8EDA8}"/>
              </a:ext>
            </a:extLst>
          </p:cNvPr>
          <p:cNvSpPr txBox="1"/>
          <p:nvPr/>
        </p:nvSpPr>
        <p:spPr>
          <a:xfrm>
            <a:off x="3716867" y="3237891"/>
            <a:ext cx="462845" cy="584775"/>
          </a:xfrm>
          <a:prstGeom prst="rect">
            <a:avLst/>
          </a:prstGeom>
          <a:noFill/>
        </p:spPr>
        <p:txBody>
          <a:bodyPr wrap="square" rtlCol="0">
            <a:spAutoFit/>
          </a:bodyPr>
          <a:lstStyle/>
          <a:p>
            <a:pPr algn="ctr"/>
            <a:r>
              <a:rPr lang="en-US" sz="3200" dirty="0"/>
              <a:t>5</a:t>
            </a:r>
          </a:p>
        </p:txBody>
      </p:sp>
      <p:sp>
        <p:nvSpPr>
          <p:cNvPr id="26" name="TextBox 25">
            <a:extLst>
              <a:ext uri="{FF2B5EF4-FFF2-40B4-BE49-F238E27FC236}">
                <a16:creationId xmlns:a16="http://schemas.microsoft.com/office/drawing/2014/main" id="{74B393C9-2311-48B8-7580-D38F1347860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27" name="TextBox 26">
            <a:extLst>
              <a:ext uri="{FF2B5EF4-FFF2-40B4-BE49-F238E27FC236}">
                <a16:creationId xmlns:a16="http://schemas.microsoft.com/office/drawing/2014/main" id="{4B0FB33B-1793-C25F-E7A4-50237A2C8641}"/>
              </a:ext>
            </a:extLst>
          </p:cNvPr>
          <p:cNvSpPr txBox="1"/>
          <p:nvPr/>
        </p:nvSpPr>
        <p:spPr>
          <a:xfrm>
            <a:off x="5215469" y="3237891"/>
            <a:ext cx="462845" cy="584775"/>
          </a:xfrm>
          <a:prstGeom prst="rect">
            <a:avLst/>
          </a:prstGeom>
          <a:noFill/>
        </p:spPr>
        <p:txBody>
          <a:bodyPr wrap="square" rtlCol="0">
            <a:spAutoFit/>
          </a:bodyPr>
          <a:lstStyle/>
          <a:p>
            <a:pPr algn="ctr"/>
            <a:r>
              <a:rPr lang="en-US" sz="3200" dirty="0"/>
              <a:t>3</a:t>
            </a:r>
          </a:p>
        </p:txBody>
      </p:sp>
      <p:sp>
        <p:nvSpPr>
          <p:cNvPr id="28" name="TextBox 27">
            <a:extLst>
              <a:ext uri="{FF2B5EF4-FFF2-40B4-BE49-F238E27FC236}">
                <a16:creationId xmlns:a16="http://schemas.microsoft.com/office/drawing/2014/main" id="{05DA2049-9BBF-A915-A33A-4E4E65EE48D9}"/>
              </a:ext>
            </a:extLst>
          </p:cNvPr>
          <p:cNvSpPr txBox="1"/>
          <p:nvPr/>
        </p:nvSpPr>
        <p:spPr>
          <a:xfrm>
            <a:off x="7213604" y="3237891"/>
            <a:ext cx="462845" cy="584775"/>
          </a:xfrm>
          <a:prstGeom prst="rect">
            <a:avLst/>
          </a:prstGeom>
          <a:noFill/>
        </p:spPr>
        <p:txBody>
          <a:bodyPr wrap="square" rtlCol="0">
            <a:spAutoFit/>
          </a:bodyPr>
          <a:lstStyle/>
          <a:p>
            <a:pPr algn="ctr"/>
            <a:r>
              <a:rPr lang="en-US" sz="3200" dirty="0"/>
              <a:t>7</a:t>
            </a:r>
          </a:p>
        </p:txBody>
      </p:sp>
      <p:sp>
        <p:nvSpPr>
          <p:cNvPr id="29" name="TextBox 28">
            <a:extLst>
              <a:ext uri="{FF2B5EF4-FFF2-40B4-BE49-F238E27FC236}">
                <a16:creationId xmlns:a16="http://schemas.microsoft.com/office/drawing/2014/main" id="{BC5E13BA-C282-6827-7D2B-3900CFFA7550}"/>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614CE5E2-8E46-8557-B841-8CA876E8B123}"/>
              </a:ext>
            </a:extLst>
          </p:cNvPr>
          <p:cNvSpPr txBox="1"/>
          <p:nvPr/>
        </p:nvSpPr>
        <p:spPr>
          <a:xfrm>
            <a:off x="3716867" y="3741226"/>
            <a:ext cx="462845" cy="584775"/>
          </a:xfrm>
          <a:prstGeom prst="rect">
            <a:avLst/>
          </a:prstGeom>
          <a:noFill/>
        </p:spPr>
        <p:txBody>
          <a:bodyPr wrap="square" rtlCol="0">
            <a:spAutoFit/>
          </a:bodyPr>
          <a:lstStyle/>
          <a:p>
            <a:pPr algn="ctr"/>
            <a:r>
              <a:rPr lang="en-US" sz="3200" dirty="0"/>
              <a:t>6</a:t>
            </a:r>
          </a:p>
        </p:txBody>
      </p:sp>
      <p:sp>
        <p:nvSpPr>
          <p:cNvPr id="31" name="TextBox 30">
            <a:extLst>
              <a:ext uri="{FF2B5EF4-FFF2-40B4-BE49-F238E27FC236}">
                <a16:creationId xmlns:a16="http://schemas.microsoft.com/office/drawing/2014/main" id="{65FD0DB7-9A65-B238-9202-D00CDFDC4881}"/>
              </a:ext>
            </a:extLst>
          </p:cNvPr>
          <p:cNvSpPr txBox="1"/>
          <p:nvPr/>
        </p:nvSpPr>
        <p:spPr>
          <a:xfrm>
            <a:off x="5715003" y="3741226"/>
            <a:ext cx="462845" cy="584775"/>
          </a:xfrm>
          <a:prstGeom prst="rect">
            <a:avLst/>
          </a:prstGeom>
          <a:noFill/>
        </p:spPr>
        <p:txBody>
          <a:bodyPr wrap="square" rtlCol="0">
            <a:spAutoFit/>
          </a:bodyPr>
          <a:lstStyle/>
          <a:p>
            <a:pPr algn="ctr"/>
            <a:r>
              <a:rPr lang="en-US" sz="3200" dirty="0"/>
              <a:t>9</a:t>
            </a:r>
          </a:p>
        </p:txBody>
      </p:sp>
      <p:sp>
        <p:nvSpPr>
          <p:cNvPr id="32" name="TextBox 31">
            <a:extLst>
              <a:ext uri="{FF2B5EF4-FFF2-40B4-BE49-F238E27FC236}">
                <a16:creationId xmlns:a16="http://schemas.microsoft.com/office/drawing/2014/main" id="{1F7DB8BB-DC02-2EF2-83D0-4152F17D631A}"/>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33" name="TextBox 32">
            <a:extLst>
              <a:ext uri="{FF2B5EF4-FFF2-40B4-BE49-F238E27FC236}">
                <a16:creationId xmlns:a16="http://schemas.microsoft.com/office/drawing/2014/main" id="{B59B8C31-3895-3DE6-FD35-00531FF16B8E}"/>
              </a:ext>
            </a:extLst>
          </p:cNvPr>
          <p:cNvSpPr txBox="1"/>
          <p:nvPr/>
        </p:nvSpPr>
        <p:spPr>
          <a:xfrm>
            <a:off x="6714071" y="3741226"/>
            <a:ext cx="462845" cy="584775"/>
          </a:xfrm>
          <a:prstGeom prst="rect">
            <a:avLst/>
          </a:prstGeom>
          <a:noFill/>
        </p:spPr>
        <p:txBody>
          <a:bodyPr wrap="square" rtlCol="0">
            <a:spAutoFit/>
          </a:bodyPr>
          <a:lstStyle/>
          <a:p>
            <a:pPr algn="ctr"/>
            <a:r>
              <a:rPr lang="en-US" sz="3200" dirty="0"/>
              <a:t>7</a:t>
            </a:r>
          </a:p>
        </p:txBody>
      </p:sp>
      <p:sp>
        <p:nvSpPr>
          <p:cNvPr id="34" name="TextBox 33">
            <a:extLst>
              <a:ext uri="{FF2B5EF4-FFF2-40B4-BE49-F238E27FC236}">
                <a16:creationId xmlns:a16="http://schemas.microsoft.com/office/drawing/2014/main" id="{0D3A699E-3D7E-B0A0-5435-80D03C77D3C4}"/>
              </a:ext>
            </a:extLst>
          </p:cNvPr>
          <p:cNvSpPr txBox="1"/>
          <p:nvPr/>
        </p:nvSpPr>
        <p:spPr>
          <a:xfrm>
            <a:off x="7213604" y="3741226"/>
            <a:ext cx="462845" cy="584775"/>
          </a:xfrm>
          <a:prstGeom prst="rect">
            <a:avLst/>
          </a:prstGeom>
          <a:noFill/>
        </p:spPr>
        <p:txBody>
          <a:bodyPr wrap="square" rtlCol="0">
            <a:spAutoFit/>
          </a:bodyPr>
          <a:lstStyle/>
          <a:p>
            <a:pPr algn="ctr"/>
            <a:r>
              <a:rPr lang="en-US" sz="3200" dirty="0"/>
              <a:t>4</a:t>
            </a:r>
          </a:p>
        </p:txBody>
      </p:sp>
      <p:sp>
        <p:nvSpPr>
          <p:cNvPr id="35" name="TextBox 34">
            <a:extLst>
              <a:ext uri="{FF2B5EF4-FFF2-40B4-BE49-F238E27FC236}">
                <a16:creationId xmlns:a16="http://schemas.microsoft.com/office/drawing/2014/main" id="{DF4194AC-7008-38D8-6F39-4CFFE1F0ACE5}"/>
              </a:ext>
            </a:extLst>
          </p:cNvPr>
          <p:cNvSpPr txBox="1"/>
          <p:nvPr/>
        </p:nvSpPr>
        <p:spPr>
          <a:xfrm>
            <a:off x="3217333" y="4244561"/>
            <a:ext cx="462845" cy="584775"/>
          </a:xfrm>
          <a:prstGeom prst="rect">
            <a:avLst/>
          </a:prstGeom>
          <a:noFill/>
        </p:spPr>
        <p:txBody>
          <a:bodyPr wrap="square" rtlCol="0">
            <a:spAutoFit/>
          </a:bodyPr>
          <a:lstStyle/>
          <a:p>
            <a:pPr algn="ctr"/>
            <a:r>
              <a:rPr lang="en-US" sz="3200" dirty="0"/>
              <a:t>7</a:t>
            </a:r>
          </a:p>
        </p:txBody>
      </p:sp>
      <p:sp>
        <p:nvSpPr>
          <p:cNvPr id="36" name="TextBox 35">
            <a:extLst>
              <a:ext uri="{FF2B5EF4-FFF2-40B4-BE49-F238E27FC236}">
                <a16:creationId xmlns:a16="http://schemas.microsoft.com/office/drawing/2014/main" id="{781C9E08-FA4F-11F5-3FCC-96CE8DCEDE17}"/>
              </a:ext>
            </a:extLst>
          </p:cNvPr>
          <p:cNvSpPr txBox="1"/>
          <p:nvPr/>
        </p:nvSpPr>
        <p:spPr>
          <a:xfrm>
            <a:off x="4216401" y="4244561"/>
            <a:ext cx="462845" cy="584775"/>
          </a:xfrm>
          <a:prstGeom prst="rect">
            <a:avLst/>
          </a:prstGeom>
          <a:noFill/>
        </p:spPr>
        <p:txBody>
          <a:bodyPr wrap="square" rtlCol="0">
            <a:spAutoFit/>
          </a:bodyPr>
          <a:lstStyle/>
          <a:p>
            <a:pPr algn="ctr"/>
            <a:r>
              <a:rPr lang="en-US" sz="3200" dirty="0"/>
              <a:t>3</a:t>
            </a:r>
          </a:p>
        </p:txBody>
      </p:sp>
      <p:sp>
        <p:nvSpPr>
          <p:cNvPr id="37" name="TextBox 36">
            <a:extLst>
              <a:ext uri="{FF2B5EF4-FFF2-40B4-BE49-F238E27FC236}">
                <a16:creationId xmlns:a16="http://schemas.microsoft.com/office/drawing/2014/main" id="{28AB2039-1A7F-409C-3CE7-D386EA554C02}"/>
              </a:ext>
            </a:extLst>
          </p:cNvPr>
          <p:cNvSpPr txBox="1"/>
          <p:nvPr/>
        </p:nvSpPr>
        <p:spPr>
          <a:xfrm>
            <a:off x="5715003" y="4244561"/>
            <a:ext cx="462845" cy="584775"/>
          </a:xfrm>
          <a:prstGeom prst="rect">
            <a:avLst/>
          </a:prstGeom>
          <a:noFill/>
        </p:spPr>
        <p:txBody>
          <a:bodyPr wrap="square" rtlCol="0">
            <a:spAutoFit/>
          </a:bodyPr>
          <a:lstStyle/>
          <a:p>
            <a:pPr algn="ctr"/>
            <a:r>
              <a:rPr lang="en-US" sz="3200" dirty="0"/>
              <a:t>6</a:t>
            </a:r>
          </a:p>
        </p:txBody>
      </p:sp>
      <p:sp>
        <p:nvSpPr>
          <p:cNvPr id="38" name="TextBox 37">
            <a:extLst>
              <a:ext uri="{FF2B5EF4-FFF2-40B4-BE49-F238E27FC236}">
                <a16:creationId xmlns:a16="http://schemas.microsoft.com/office/drawing/2014/main" id="{4868A0E1-8F91-3763-189E-F633D780C80D}"/>
              </a:ext>
            </a:extLst>
          </p:cNvPr>
          <p:cNvSpPr txBox="1"/>
          <p:nvPr/>
        </p:nvSpPr>
        <p:spPr>
          <a:xfrm>
            <a:off x="6214537" y="424456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223E54D1-F3EB-A24D-E6E8-2F1E2CC5AC10}"/>
              </a:ext>
            </a:extLst>
          </p:cNvPr>
          <p:cNvSpPr txBox="1"/>
          <p:nvPr/>
        </p:nvSpPr>
        <p:spPr>
          <a:xfrm>
            <a:off x="6714071" y="4244561"/>
            <a:ext cx="462845" cy="584775"/>
          </a:xfrm>
          <a:prstGeom prst="rect">
            <a:avLst/>
          </a:prstGeom>
          <a:noFill/>
        </p:spPr>
        <p:txBody>
          <a:bodyPr wrap="square" rtlCol="0">
            <a:spAutoFit/>
          </a:bodyPr>
          <a:lstStyle/>
          <a:p>
            <a:pPr algn="ctr"/>
            <a:r>
              <a:rPr lang="en-US" sz="3200" dirty="0"/>
              <a:t>2</a:t>
            </a:r>
          </a:p>
        </p:txBody>
      </p:sp>
      <p:sp>
        <p:nvSpPr>
          <p:cNvPr id="40" name="TextBox 39">
            <a:extLst>
              <a:ext uri="{FF2B5EF4-FFF2-40B4-BE49-F238E27FC236}">
                <a16:creationId xmlns:a16="http://schemas.microsoft.com/office/drawing/2014/main" id="{CDED0FFE-57E0-7D3E-35E8-01B8C15BE71D}"/>
              </a:ext>
            </a:extLst>
          </p:cNvPr>
          <p:cNvSpPr txBox="1"/>
          <p:nvPr/>
        </p:nvSpPr>
        <p:spPr>
          <a:xfrm>
            <a:off x="7213604" y="4244561"/>
            <a:ext cx="462845" cy="584775"/>
          </a:xfrm>
          <a:prstGeom prst="rect">
            <a:avLst/>
          </a:prstGeom>
          <a:noFill/>
        </p:spPr>
        <p:txBody>
          <a:bodyPr wrap="square" rtlCol="0">
            <a:spAutoFit/>
          </a:bodyPr>
          <a:lstStyle/>
          <a:p>
            <a:pPr algn="ctr"/>
            <a:r>
              <a:rPr lang="en-US" sz="3200" dirty="0"/>
              <a:t>9</a:t>
            </a:r>
          </a:p>
        </p:txBody>
      </p:sp>
      <p:sp>
        <p:nvSpPr>
          <p:cNvPr id="41" name="TextBox 40">
            <a:extLst>
              <a:ext uri="{FF2B5EF4-FFF2-40B4-BE49-F238E27FC236}">
                <a16:creationId xmlns:a16="http://schemas.microsoft.com/office/drawing/2014/main" id="{40CCDB0C-0423-83B2-5C4D-7325E695F807}"/>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42" name="TextBox 41">
            <a:extLst>
              <a:ext uri="{FF2B5EF4-FFF2-40B4-BE49-F238E27FC236}">
                <a16:creationId xmlns:a16="http://schemas.microsoft.com/office/drawing/2014/main" id="{C31B7F3D-713D-5424-82D8-86E9C6528E4F}"/>
              </a:ext>
            </a:extLst>
          </p:cNvPr>
          <p:cNvSpPr txBox="1"/>
          <p:nvPr/>
        </p:nvSpPr>
        <p:spPr>
          <a:xfrm>
            <a:off x="3716867" y="4747898"/>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5170543-CDFB-20EC-D76E-10EBA7BC934D}"/>
              </a:ext>
            </a:extLst>
          </p:cNvPr>
          <p:cNvSpPr txBox="1"/>
          <p:nvPr/>
        </p:nvSpPr>
        <p:spPr>
          <a:xfrm>
            <a:off x="4216401" y="4747898"/>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995A42F4-509E-13F1-89C4-F3A2B1C4EF79}"/>
              </a:ext>
            </a:extLst>
          </p:cNvPr>
          <p:cNvSpPr txBox="1"/>
          <p:nvPr/>
        </p:nvSpPr>
        <p:spPr>
          <a:xfrm>
            <a:off x="6214537" y="3237891"/>
            <a:ext cx="462845" cy="584775"/>
          </a:xfrm>
          <a:prstGeom prst="rect">
            <a:avLst/>
          </a:prstGeom>
          <a:noFill/>
        </p:spPr>
        <p:txBody>
          <a:bodyPr wrap="square" rtlCol="0">
            <a:spAutoFit/>
          </a:bodyPr>
          <a:lstStyle/>
          <a:p>
            <a:pPr algn="ctr"/>
            <a:r>
              <a:rPr lang="en-US" sz="3200" dirty="0"/>
              <a:t>9</a:t>
            </a:r>
          </a:p>
        </p:txBody>
      </p:sp>
      <p:sp>
        <p:nvSpPr>
          <p:cNvPr id="64" name="TextBox 63">
            <a:extLst>
              <a:ext uri="{FF2B5EF4-FFF2-40B4-BE49-F238E27FC236}">
                <a16:creationId xmlns:a16="http://schemas.microsoft.com/office/drawing/2014/main" id="{34E22851-5403-C50B-BEE3-05D6DDAD518E}"/>
              </a:ext>
            </a:extLst>
          </p:cNvPr>
          <p:cNvSpPr txBox="1"/>
          <p:nvPr/>
        </p:nvSpPr>
        <p:spPr>
          <a:xfrm>
            <a:off x="7213604" y="2734556"/>
            <a:ext cx="462845" cy="584775"/>
          </a:xfrm>
          <a:prstGeom prst="rect">
            <a:avLst/>
          </a:prstGeom>
          <a:noFill/>
        </p:spPr>
        <p:txBody>
          <a:bodyPr wrap="square" rtlCol="0">
            <a:spAutoFit/>
          </a:bodyPr>
          <a:lstStyle/>
          <a:p>
            <a:pPr algn="ctr"/>
            <a:r>
              <a:rPr lang="en-US" sz="3200" dirty="0"/>
              <a:t>6</a:t>
            </a:r>
          </a:p>
        </p:txBody>
      </p:sp>
      <p:sp>
        <p:nvSpPr>
          <p:cNvPr id="48" name="TextBox 47">
            <a:extLst>
              <a:ext uri="{FF2B5EF4-FFF2-40B4-BE49-F238E27FC236}">
                <a16:creationId xmlns:a16="http://schemas.microsoft.com/office/drawing/2014/main" id="{73CD653F-7D3F-6E9A-C2F2-5B320ADC4AE7}"/>
              </a:ext>
            </a:extLst>
          </p:cNvPr>
          <p:cNvSpPr txBox="1"/>
          <p:nvPr/>
        </p:nvSpPr>
        <p:spPr>
          <a:xfrm>
            <a:off x="3716867" y="1727886"/>
            <a:ext cx="462845" cy="584775"/>
          </a:xfrm>
          <a:prstGeom prst="rect">
            <a:avLst/>
          </a:prstGeom>
          <a:noFill/>
        </p:spPr>
        <p:txBody>
          <a:bodyPr wrap="square" rtlCol="0">
            <a:spAutoFit/>
          </a:bodyPr>
          <a:lstStyle/>
          <a:p>
            <a:pPr algn="ctr"/>
            <a:r>
              <a:rPr lang="en-US" sz="3200" dirty="0"/>
              <a:t>4</a:t>
            </a:r>
          </a:p>
        </p:txBody>
      </p:sp>
      <p:sp>
        <p:nvSpPr>
          <p:cNvPr id="49" name="TextBox 48">
            <a:extLst>
              <a:ext uri="{FF2B5EF4-FFF2-40B4-BE49-F238E27FC236}">
                <a16:creationId xmlns:a16="http://schemas.microsoft.com/office/drawing/2014/main" id="{C6FB9BAC-819D-5AF5-A02E-AB24916865CD}"/>
              </a:ext>
            </a:extLst>
          </p:cNvPr>
          <p:cNvSpPr txBox="1"/>
          <p:nvPr/>
        </p:nvSpPr>
        <p:spPr>
          <a:xfrm>
            <a:off x="5715003" y="3237891"/>
            <a:ext cx="462845" cy="584775"/>
          </a:xfrm>
          <a:prstGeom prst="rect">
            <a:avLst/>
          </a:prstGeom>
          <a:noFill/>
        </p:spPr>
        <p:txBody>
          <a:bodyPr wrap="square" rtlCol="0">
            <a:spAutoFit/>
          </a:bodyPr>
          <a:lstStyle/>
          <a:p>
            <a:pPr algn="ctr"/>
            <a:r>
              <a:rPr lang="en-US" sz="3200" dirty="0"/>
              <a:t>4</a:t>
            </a:r>
          </a:p>
        </p:txBody>
      </p:sp>
      <p:sp>
        <p:nvSpPr>
          <p:cNvPr id="61" name="TextBox 60">
            <a:extLst>
              <a:ext uri="{FF2B5EF4-FFF2-40B4-BE49-F238E27FC236}">
                <a16:creationId xmlns:a16="http://schemas.microsoft.com/office/drawing/2014/main" id="{515E52C4-5BDF-C51E-063E-61DABB1EB5B8}"/>
              </a:ext>
            </a:extLst>
          </p:cNvPr>
          <p:cNvSpPr txBox="1"/>
          <p:nvPr/>
        </p:nvSpPr>
        <p:spPr>
          <a:xfrm>
            <a:off x="7213604" y="4747898"/>
            <a:ext cx="462845" cy="584775"/>
          </a:xfrm>
          <a:prstGeom prst="rect">
            <a:avLst/>
          </a:prstGeom>
          <a:noFill/>
        </p:spPr>
        <p:txBody>
          <a:bodyPr wrap="square" rtlCol="0">
            <a:spAutoFit/>
          </a:bodyPr>
          <a:lstStyle/>
          <a:p>
            <a:pPr algn="ctr"/>
            <a:r>
              <a:rPr lang="en-US" sz="3200" dirty="0"/>
              <a:t>1</a:t>
            </a:r>
          </a:p>
        </p:txBody>
      </p:sp>
      <p:sp>
        <p:nvSpPr>
          <p:cNvPr id="46" name="TextBox 45">
            <a:extLst>
              <a:ext uri="{FF2B5EF4-FFF2-40B4-BE49-F238E27FC236}">
                <a16:creationId xmlns:a16="http://schemas.microsoft.com/office/drawing/2014/main" id="{03248C4B-3A94-DB6D-56B0-02E021DF906D}"/>
              </a:ext>
            </a:extLst>
          </p:cNvPr>
          <p:cNvSpPr txBox="1"/>
          <p:nvPr/>
        </p:nvSpPr>
        <p:spPr>
          <a:xfrm>
            <a:off x="3217333" y="721216"/>
            <a:ext cx="462845" cy="584775"/>
          </a:xfrm>
          <a:prstGeom prst="rect">
            <a:avLst/>
          </a:prstGeom>
          <a:noFill/>
        </p:spPr>
        <p:txBody>
          <a:bodyPr wrap="square" rtlCol="0">
            <a:spAutoFit/>
          </a:bodyPr>
          <a:lstStyle/>
          <a:p>
            <a:pPr algn="ctr"/>
            <a:r>
              <a:rPr lang="en-US" sz="3200" dirty="0"/>
              <a:t>9</a:t>
            </a:r>
          </a:p>
        </p:txBody>
      </p:sp>
      <p:sp>
        <p:nvSpPr>
          <p:cNvPr id="102" name="TextBox 101">
            <a:extLst>
              <a:ext uri="{FF2B5EF4-FFF2-40B4-BE49-F238E27FC236}">
                <a16:creationId xmlns:a16="http://schemas.microsoft.com/office/drawing/2014/main" id="{3858BD1D-823F-53A1-41DA-6868FBC2A880}"/>
              </a:ext>
            </a:extLst>
          </p:cNvPr>
          <p:cNvSpPr txBox="1"/>
          <p:nvPr/>
        </p:nvSpPr>
        <p:spPr>
          <a:xfrm>
            <a:off x="3716867" y="4244561"/>
            <a:ext cx="462845" cy="584775"/>
          </a:xfrm>
          <a:prstGeom prst="rect">
            <a:avLst/>
          </a:prstGeom>
          <a:noFill/>
        </p:spPr>
        <p:txBody>
          <a:bodyPr wrap="square" rtlCol="0">
            <a:spAutoFit/>
          </a:bodyPr>
          <a:lstStyle/>
          <a:p>
            <a:pPr algn="ctr"/>
            <a:r>
              <a:rPr lang="en-US" sz="3200" dirty="0"/>
              <a:t>1</a:t>
            </a:r>
          </a:p>
        </p:txBody>
      </p:sp>
      <p:sp>
        <p:nvSpPr>
          <p:cNvPr id="53" name="TextBox 52">
            <a:extLst>
              <a:ext uri="{FF2B5EF4-FFF2-40B4-BE49-F238E27FC236}">
                <a16:creationId xmlns:a16="http://schemas.microsoft.com/office/drawing/2014/main" id="{35C481F1-BF3F-C482-984F-55BA757CDFD6}"/>
              </a:ext>
            </a:extLst>
          </p:cNvPr>
          <p:cNvSpPr txBox="1"/>
          <p:nvPr/>
        </p:nvSpPr>
        <p:spPr>
          <a:xfrm>
            <a:off x="4216401" y="3741226"/>
            <a:ext cx="462845" cy="584775"/>
          </a:xfrm>
          <a:prstGeom prst="rect">
            <a:avLst/>
          </a:prstGeom>
          <a:noFill/>
        </p:spPr>
        <p:txBody>
          <a:bodyPr wrap="square" rtlCol="0">
            <a:spAutoFit/>
          </a:bodyPr>
          <a:lstStyle/>
          <a:p>
            <a:pPr algn="ctr"/>
            <a:r>
              <a:rPr lang="en-US" sz="3200" dirty="0"/>
              <a:t>2</a:t>
            </a:r>
          </a:p>
        </p:txBody>
      </p:sp>
      <p:sp>
        <p:nvSpPr>
          <p:cNvPr id="56" name="TextBox 55">
            <a:extLst>
              <a:ext uri="{FF2B5EF4-FFF2-40B4-BE49-F238E27FC236}">
                <a16:creationId xmlns:a16="http://schemas.microsoft.com/office/drawing/2014/main" id="{88C335B6-3695-9751-1249-9770F27E756E}"/>
              </a:ext>
            </a:extLst>
          </p:cNvPr>
          <p:cNvSpPr txBox="1"/>
          <p:nvPr/>
        </p:nvSpPr>
        <p:spPr>
          <a:xfrm>
            <a:off x="6214537" y="721216"/>
            <a:ext cx="462845" cy="584775"/>
          </a:xfrm>
          <a:prstGeom prst="rect">
            <a:avLst/>
          </a:prstGeom>
          <a:noFill/>
        </p:spPr>
        <p:txBody>
          <a:bodyPr wrap="square" rtlCol="0">
            <a:spAutoFit/>
          </a:bodyPr>
          <a:lstStyle/>
          <a:p>
            <a:pPr algn="ctr"/>
            <a:r>
              <a:rPr lang="en-US" sz="3200" dirty="0"/>
              <a:t>1</a:t>
            </a:r>
          </a:p>
        </p:txBody>
      </p:sp>
      <p:sp>
        <p:nvSpPr>
          <p:cNvPr id="54" name="TextBox 53">
            <a:extLst>
              <a:ext uri="{FF2B5EF4-FFF2-40B4-BE49-F238E27FC236}">
                <a16:creationId xmlns:a16="http://schemas.microsoft.com/office/drawing/2014/main" id="{6C762826-4434-1947-7E1F-C175CA63A0B7}"/>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E2527FCB-F4DF-2E67-A3C5-4048972EE2FE}"/>
              </a:ext>
            </a:extLst>
          </p:cNvPr>
          <p:cNvSpPr txBox="1"/>
          <p:nvPr/>
        </p:nvSpPr>
        <p:spPr>
          <a:xfrm>
            <a:off x="6214537" y="4747898"/>
            <a:ext cx="462845" cy="584775"/>
          </a:xfrm>
          <a:prstGeom prst="rect">
            <a:avLst/>
          </a:prstGeom>
          <a:noFill/>
        </p:spPr>
        <p:txBody>
          <a:bodyPr wrap="square" rtlCol="0">
            <a:spAutoFit/>
          </a:bodyPr>
          <a:lstStyle/>
          <a:p>
            <a:pPr algn="ctr"/>
            <a:r>
              <a:rPr lang="en-US" sz="3200" dirty="0"/>
              <a:t>6</a:t>
            </a:r>
          </a:p>
        </p:txBody>
      </p:sp>
      <p:sp>
        <p:nvSpPr>
          <p:cNvPr id="55" name="TextBox 54">
            <a:extLst>
              <a:ext uri="{FF2B5EF4-FFF2-40B4-BE49-F238E27FC236}">
                <a16:creationId xmlns:a16="http://schemas.microsoft.com/office/drawing/2014/main" id="{4213567E-2C85-14C3-67A9-11FF27A07374}"/>
              </a:ext>
            </a:extLst>
          </p:cNvPr>
          <p:cNvSpPr txBox="1"/>
          <p:nvPr/>
        </p:nvSpPr>
        <p:spPr>
          <a:xfrm>
            <a:off x="5215469" y="3741226"/>
            <a:ext cx="462845" cy="584775"/>
          </a:xfrm>
          <a:prstGeom prst="rect">
            <a:avLst/>
          </a:prstGeom>
          <a:noFill/>
        </p:spPr>
        <p:txBody>
          <a:bodyPr wrap="square" rtlCol="0">
            <a:spAutoFit/>
          </a:bodyPr>
          <a:lstStyle/>
          <a:p>
            <a:pPr algn="ctr"/>
            <a:r>
              <a:rPr lang="en-US" sz="3200" dirty="0"/>
              <a:t>1</a:t>
            </a:r>
          </a:p>
        </p:txBody>
      </p:sp>
      <p:sp>
        <p:nvSpPr>
          <p:cNvPr id="83" name="TextBox 82">
            <a:extLst>
              <a:ext uri="{FF2B5EF4-FFF2-40B4-BE49-F238E27FC236}">
                <a16:creationId xmlns:a16="http://schemas.microsoft.com/office/drawing/2014/main" id="{6F9D6F44-17F1-5EF4-C38C-A19D32A0ABEC}"/>
              </a:ext>
            </a:extLst>
          </p:cNvPr>
          <p:cNvSpPr txBox="1"/>
          <p:nvPr/>
        </p:nvSpPr>
        <p:spPr>
          <a:xfrm>
            <a:off x="4715935" y="3741226"/>
            <a:ext cx="462845" cy="584775"/>
          </a:xfrm>
          <a:prstGeom prst="rect">
            <a:avLst/>
          </a:prstGeom>
          <a:noFill/>
        </p:spPr>
        <p:txBody>
          <a:bodyPr wrap="square" rtlCol="0">
            <a:spAutoFit/>
          </a:bodyPr>
          <a:lstStyle/>
          <a:p>
            <a:pPr algn="ctr"/>
            <a:r>
              <a:rPr lang="en-US" sz="3200" dirty="0"/>
              <a:t>5</a:t>
            </a:r>
          </a:p>
        </p:txBody>
      </p:sp>
      <p:sp>
        <p:nvSpPr>
          <p:cNvPr id="86" name="TextBox 85">
            <a:extLst>
              <a:ext uri="{FF2B5EF4-FFF2-40B4-BE49-F238E27FC236}">
                <a16:creationId xmlns:a16="http://schemas.microsoft.com/office/drawing/2014/main" id="{718EB3B0-2EAD-C723-C35B-9C29D20D0D74}"/>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95" name="TextBox 94">
            <a:extLst>
              <a:ext uri="{FF2B5EF4-FFF2-40B4-BE49-F238E27FC236}">
                <a16:creationId xmlns:a16="http://schemas.microsoft.com/office/drawing/2014/main" id="{81369184-6DA1-9B47-AB55-1219C2741A3B}"/>
              </a:ext>
            </a:extLst>
          </p:cNvPr>
          <p:cNvSpPr txBox="1"/>
          <p:nvPr/>
        </p:nvSpPr>
        <p:spPr>
          <a:xfrm>
            <a:off x="3716867" y="721216"/>
            <a:ext cx="462845" cy="584775"/>
          </a:xfrm>
          <a:prstGeom prst="rect">
            <a:avLst/>
          </a:prstGeom>
          <a:noFill/>
        </p:spPr>
        <p:txBody>
          <a:bodyPr wrap="square" rtlCol="0">
            <a:spAutoFit/>
          </a:bodyPr>
          <a:lstStyle/>
          <a:p>
            <a:pPr algn="ctr"/>
            <a:r>
              <a:rPr lang="en-US" sz="3200" dirty="0"/>
              <a:t>2</a:t>
            </a:r>
          </a:p>
        </p:txBody>
      </p:sp>
      <p:sp>
        <p:nvSpPr>
          <p:cNvPr id="44" name="TextBox 43">
            <a:extLst>
              <a:ext uri="{FF2B5EF4-FFF2-40B4-BE49-F238E27FC236}">
                <a16:creationId xmlns:a16="http://schemas.microsoft.com/office/drawing/2014/main" id="{59C0860A-6213-86CF-27B5-47F93CE40B0D}"/>
              </a:ext>
            </a:extLst>
          </p:cNvPr>
          <p:cNvSpPr txBox="1"/>
          <p:nvPr/>
        </p:nvSpPr>
        <p:spPr>
          <a:xfrm>
            <a:off x="3217333" y="1727886"/>
            <a:ext cx="462845" cy="584775"/>
          </a:xfrm>
          <a:prstGeom prst="rect">
            <a:avLst/>
          </a:prstGeom>
          <a:noFill/>
        </p:spPr>
        <p:txBody>
          <a:bodyPr wrap="square" rtlCol="0">
            <a:spAutoFit/>
          </a:bodyPr>
          <a:lstStyle/>
          <a:p>
            <a:pPr algn="ctr"/>
            <a:r>
              <a:rPr lang="en-US" sz="3200" dirty="0"/>
              <a:t>5</a:t>
            </a:r>
          </a:p>
        </p:txBody>
      </p:sp>
      <p:sp>
        <p:nvSpPr>
          <p:cNvPr id="45" name="TextBox 44">
            <a:extLst>
              <a:ext uri="{FF2B5EF4-FFF2-40B4-BE49-F238E27FC236}">
                <a16:creationId xmlns:a16="http://schemas.microsoft.com/office/drawing/2014/main" id="{0C852905-43EE-617E-26FC-511AE356C00A}"/>
              </a:ext>
            </a:extLst>
          </p:cNvPr>
          <p:cNvSpPr txBox="1"/>
          <p:nvPr/>
        </p:nvSpPr>
        <p:spPr>
          <a:xfrm>
            <a:off x="5215469" y="1224551"/>
            <a:ext cx="462845" cy="584775"/>
          </a:xfrm>
          <a:prstGeom prst="rect">
            <a:avLst/>
          </a:prstGeom>
          <a:noFill/>
        </p:spPr>
        <p:txBody>
          <a:bodyPr wrap="square" rtlCol="0">
            <a:spAutoFit/>
          </a:bodyPr>
          <a:lstStyle/>
          <a:p>
            <a:pPr algn="ctr"/>
            <a:r>
              <a:rPr lang="en-US" sz="3200" dirty="0"/>
              <a:t>6</a:t>
            </a:r>
          </a:p>
        </p:txBody>
      </p:sp>
      <p:sp>
        <p:nvSpPr>
          <p:cNvPr id="50" name="TextBox 49">
            <a:extLst>
              <a:ext uri="{FF2B5EF4-FFF2-40B4-BE49-F238E27FC236}">
                <a16:creationId xmlns:a16="http://schemas.microsoft.com/office/drawing/2014/main" id="{36205E71-D95E-EE59-866E-5AAEB743FC0A}"/>
              </a:ext>
            </a:extLst>
          </p:cNvPr>
          <p:cNvSpPr txBox="1"/>
          <p:nvPr/>
        </p:nvSpPr>
        <p:spPr>
          <a:xfrm>
            <a:off x="5715003" y="1224551"/>
            <a:ext cx="462845" cy="584775"/>
          </a:xfrm>
          <a:prstGeom prst="rect">
            <a:avLst/>
          </a:prstGeom>
          <a:noFill/>
        </p:spPr>
        <p:txBody>
          <a:bodyPr wrap="square" rtlCol="0">
            <a:spAutoFit/>
          </a:bodyPr>
          <a:lstStyle/>
          <a:p>
            <a:pPr algn="ctr"/>
            <a:r>
              <a:rPr lang="en-US" sz="3200" dirty="0"/>
              <a:t>2</a:t>
            </a:r>
          </a:p>
        </p:txBody>
      </p:sp>
      <p:sp>
        <p:nvSpPr>
          <p:cNvPr id="51" name="TextBox 50">
            <a:extLst>
              <a:ext uri="{FF2B5EF4-FFF2-40B4-BE49-F238E27FC236}">
                <a16:creationId xmlns:a16="http://schemas.microsoft.com/office/drawing/2014/main" id="{CDFAB882-F543-472B-575A-65EB3BD6A6E1}"/>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58" name="TextBox 57">
            <a:extLst>
              <a:ext uri="{FF2B5EF4-FFF2-40B4-BE49-F238E27FC236}">
                <a16:creationId xmlns:a16="http://schemas.microsoft.com/office/drawing/2014/main" id="{C36154EF-D6E3-CE44-1FC4-A9846D50D3C7}"/>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63" name="TextBox 62">
            <a:extLst>
              <a:ext uri="{FF2B5EF4-FFF2-40B4-BE49-F238E27FC236}">
                <a16:creationId xmlns:a16="http://schemas.microsoft.com/office/drawing/2014/main" id="{FD638146-1837-4012-95A6-00458A10CF8B}"/>
              </a:ext>
            </a:extLst>
          </p:cNvPr>
          <p:cNvSpPr txBox="1"/>
          <p:nvPr/>
        </p:nvSpPr>
        <p:spPr>
          <a:xfrm>
            <a:off x="5715003" y="1727886"/>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C442B6F3-34D0-2429-AA2C-8CC8E333A9FE}"/>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7F14736E-844F-D711-48D0-8ABE6FFBDD6B}"/>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F04A7C9E-E451-6B84-43A2-8EF17800D47D}"/>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99" name="TextBox 98">
            <a:extLst>
              <a:ext uri="{FF2B5EF4-FFF2-40B4-BE49-F238E27FC236}">
                <a16:creationId xmlns:a16="http://schemas.microsoft.com/office/drawing/2014/main" id="{B6C809C2-D186-C567-B8EE-C43937380BDE}"/>
              </a:ext>
            </a:extLst>
          </p:cNvPr>
          <p:cNvSpPr txBox="1"/>
          <p:nvPr/>
        </p:nvSpPr>
        <p:spPr>
          <a:xfrm>
            <a:off x="3217333" y="2734556"/>
            <a:ext cx="462845" cy="584775"/>
          </a:xfrm>
          <a:prstGeom prst="rect">
            <a:avLst/>
          </a:prstGeom>
          <a:noFill/>
        </p:spPr>
        <p:txBody>
          <a:bodyPr wrap="square" rtlCol="0">
            <a:spAutoFit/>
          </a:bodyPr>
          <a:lstStyle/>
          <a:p>
            <a:pPr algn="ctr"/>
            <a:r>
              <a:rPr lang="en-US" sz="3200" dirty="0"/>
              <a:t>1</a:t>
            </a:r>
          </a:p>
        </p:txBody>
      </p:sp>
      <p:sp>
        <p:nvSpPr>
          <p:cNvPr id="100" name="TextBox 99">
            <a:extLst>
              <a:ext uri="{FF2B5EF4-FFF2-40B4-BE49-F238E27FC236}">
                <a16:creationId xmlns:a16="http://schemas.microsoft.com/office/drawing/2014/main" id="{E16547EE-C240-4C20-F817-6F71E783016E}"/>
              </a:ext>
            </a:extLst>
          </p:cNvPr>
          <p:cNvSpPr txBox="1"/>
          <p:nvPr/>
        </p:nvSpPr>
        <p:spPr>
          <a:xfrm>
            <a:off x="3716867" y="2734556"/>
            <a:ext cx="462845" cy="584775"/>
          </a:xfrm>
          <a:prstGeom prst="rect">
            <a:avLst/>
          </a:prstGeom>
          <a:noFill/>
        </p:spPr>
        <p:txBody>
          <a:bodyPr wrap="square" rtlCol="0">
            <a:spAutoFit/>
          </a:bodyPr>
          <a:lstStyle/>
          <a:p>
            <a:pPr algn="ctr"/>
            <a:r>
              <a:rPr lang="en-US" sz="3200" dirty="0"/>
              <a:t>7</a:t>
            </a:r>
          </a:p>
        </p:txBody>
      </p:sp>
      <p:sp>
        <p:nvSpPr>
          <p:cNvPr id="59" name="TextBox 58">
            <a:extLst>
              <a:ext uri="{FF2B5EF4-FFF2-40B4-BE49-F238E27FC236}">
                <a16:creationId xmlns:a16="http://schemas.microsoft.com/office/drawing/2014/main" id="{94B8251C-9999-BA96-A0A5-98C2CF6964E3}"/>
              </a:ext>
            </a:extLst>
          </p:cNvPr>
          <p:cNvSpPr txBox="1"/>
          <p:nvPr/>
        </p:nvSpPr>
        <p:spPr>
          <a:xfrm>
            <a:off x="3217333" y="2231221"/>
            <a:ext cx="462845" cy="584775"/>
          </a:xfrm>
          <a:prstGeom prst="rect">
            <a:avLst/>
          </a:prstGeom>
          <a:noFill/>
        </p:spPr>
        <p:txBody>
          <a:bodyPr wrap="square" rtlCol="0">
            <a:spAutoFit/>
          </a:bodyPr>
          <a:lstStyle/>
          <a:p>
            <a:pPr algn="ctr"/>
            <a:r>
              <a:rPr lang="en-US" sz="3200" dirty="0"/>
              <a:t>6</a:t>
            </a:r>
          </a:p>
        </p:txBody>
      </p:sp>
      <p:sp>
        <p:nvSpPr>
          <p:cNvPr id="62" name="TextBox 61">
            <a:extLst>
              <a:ext uri="{FF2B5EF4-FFF2-40B4-BE49-F238E27FC236}">
                <a16:creationId xmlns:a16="http://schemas.microsoft.com/office/drawing/2014/main" id="{4CA96DEC-2C76-437F-E130-B8C93A674A05}"/>
              </a:ext>
            </a:extLst>
          </p:cNvPr>
          <p:cNvSpPr txBox="1"/>
          <p:nvPr/>
        </p:nvSpPr>
        <p:spPr>
          <a:xfrm>
            <a:off x="3217333" y="1224551"/>
            <a:ext cx="462845" cy="584775"/>
          </a:xfrm>
          <a:prstGeom prst="rect">
            <a:avLst/>
          </a:prstGeom>
          <a:noFill/>
        </p:spPr>
        <p:txBody>
          <a:bodyPr wrap="square" rtlCol="0">
            <a:spAutoFit/>
          </a:bodyPr>
          <a:lstStyle/>
          <a:p>
            <a:pPr algn="ctr"/>
            <a:r>
              <a:rPr lang="en-US" sz="3200" dirty="0"/>
              <a:t>3</a:t>
            </a:r>
          </a:p>
        </p:txBody>
      </p:sp>
      <p:sp>
        <p:nvSpPr>
          <p:cNvPr id="69" name="TextBox 68">
            <a:extLst>
              <a:ext uri="{FF2B5EF4-FFF2-40B4-BE49-F238E27FC236}">
                <a16:creationId xmlns:a16="http://schemas.microsoft.com/office/drawing/2014/main" id="{F2A97AF6-F0A8-B870-8F78-A21F00950BE1}"/>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593ABBB3-1475-B6BF-A5AD-CCD20438C26E}"/>
              </a:ext>
            </a:extLst>
          </p:cNvPr>
          <p:cNvSpPr txBox="1"/>
          <p:nvPr/>
        </p:nvSpPr>
        <p:spPr>
          <a:xfrm>
            <a:off x="3217333" y="3237891"/>
            <a:ext cx="462845" cy="584775"/>
          </a:xfrm>
          <a:prstGeom prst="rect">
            <a:avLst/>
          </a:prstGeom>
          <a:noFill/>
        </p:spPr>
        <p:txBody>
          <a:bodyPr wrap="square" rtlCol="0">
            <a:spAutoFit/>
          </a:bodyPr>
          <a:lstStyle/>
          <a:p>
            <a:pPr algn="ctr"/>
            <a:r>
              <a:rPr lang="en-US" sz="3200" dirty="0"/>
              <a:t>2</a:t>
            </a:r>
          </a:p>
        </p:txBody>
      </p:sp>
      <p:sp>
        <p:nvSpPr>
          <p:cNvPr id="72" name="TextBox 71">
            <a:extLst>
              <a:ext uri="{FF2B5EF4-FFF2-40B4-BE49-F238E27FC236}">
                <a16:creationId xmlns:a16="http://schemas.microsoft.com/office/drawing/2014/main" id="{4D1C66BB-1FE8-C949-69DE-AFB17AE119CF}"/>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D20DA60E-10E1-4AB0-B678-BFB923B09C31}"/>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75" name="TextBox 74">
            <a:extLst>
              <a:ext uri="{FF2B5EF4-FFF2-40B4-BE49-F238E27FC236}">
                <a16:creationId xmlns:a16="http://schemas.microsoft.com/office/drawing/2014/main" id="{9AE420A3-E6ED-D0C0-5FA1-F9613A429A1C}"/>
              </a:ext>
            </a:extLst>
          </p:cNvPr>
          <p:cNvSpPr txBox="1"/>
          <p:nvPr/>
        </p:nvSpPr>
        <p:spPr>
          <a:xfrm>
            <a:off x="5715003" y="4747898"/>
            <a:ext cx="462845" cy="584775"/>
          </a:xfrm>
          <a:prstGeom prst="rect">
            <a:avLst/>
          </a:prstGeom>
          <a:noFill/>
        </p:spPr>
        <p:txBody>
          <a:bodyPr wrap="square" rtlCol="0">
            <a:spAutoFit/>
          </a:bodyPr>
          <a:lstStyle/>
          <a:p>
            <a:pPr algn="ctr"/>
            <a:r>
              <a:rPr lang="en-US" sz="3200" dirty="0"/>
              <a:t>3</a:t>
            </a:r>
          </a:p>
        </p:txBody>
      </p:sp>
      <p:sp>
        <p:nvSpPr>
          <p:cNvPr id="52" name="TextBox 51">
            <a:extLst>
              <a:ext uri="{FF2B5EF4-FFF2-40B4-BE49-F238E27FC236}">
                <a16:creationId xmlns:a16="http://schemas.microsoft.com/office/drawing/2014/main" id="{D77D98E6-BE24-525C-0276-ECB44647B9CC}"/>
              </a:ext>
            </a:extLst>
          </p:cNvPr>
          <p:cNvSpPr txBox="1"/>
          <p:nvPr/>
        </p:nvSpPr>
        <p:spPr>
          <a:xfrm>
            <a:off x="6214537" y="273455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8593779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a:extLst>
            <a:ext uri="{FF2B5EF4-FFF2-40B4-BE49-F238E27FC236}">
              <a16:creationId xmlns:a16="http://schemas.microsoft.com/office/drawing/2014/main" id="{00AF016C-FB35-6E98-F7C6-80B84BEFC89F}"/>
            </a:ext>
          </a:extLst>
        </p:cNvPr>
        <p:cNvGrpSpPr/>
        <p:nvPr/>
      </p:nvGrpSpPr>
      <p:grpSpPr>
        <a:xfrm>
          <a:off x="0" y="0"/>
          <a:ext cx="0" cy="0"/>
          <a:chOff x="0" y="0"/>
          <a:chExt cx="0" cy="0"/>
        </a:xfrm>
      </p:grpSpPr>
    </p:spTree>
    <p:extLst>
      <p:ext uri="{BB962C8B-B14F-4D97-AF65-F5344CB8AC3E}">
        <p14:creationId xmlns:p14="http://schemas.microsoft.com/office/powerpoint/2010/main" val="29245454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3D7EA2-9D0B-0F8A-5F8D-FAC88757C8CE}"/>
              </a:ext>
            </a:extLst>
          </p:cNvPr>
          <p:cNvSpPr>
            <a:spLocks noGrp="1"/>
          </p:cNvSpPr>
          <p:nvPr>
            <p:ph sz="half" idx="1"/>
          </p:nvPr>
        </p:nvSpPr>
        <p:spPr/>
        <p:txBody>
          <a:bodyPr/>
          <a:lstStyle/>
          <a:p>
            <a:endParaRPr lang="en-US"/>
          </a:p>
        </p:txBody>
      </p:sp>
      <p:sp>
        <p:nvSpPr>
          <p:cNvPr id="3" name="TextBox 2">
            <a:extLst>
              <a:ext uri="{FF2B5EF4-FFF2-40B4-BE49-F238E27FC236}">
                <a16:creationId xmlns:a16="http://schemas.microsoft.com/office/drawing/2014/main" id="{5545F530-01C0-8F2D-2647-E7CDD2A7F8F3}"/>
              </a:ext>
            </a:extLst>
          </p:cNvPr>
          <p:cNvSpPr txBox="1"/>
          <p:nvPr/>
        </p:nvSpPr>
        <p:spPr>
          <a:xfrm>
            <a:off x="3217333" y="1224551"/>
            <a:ext cx="462845" cy="584775"/>
          </a:xfrm>
          <a:prstGeom prst="rect">
            <a:avLst/>
          </a:prstGeom>
          <a:noFill/>
        </p:spPr>
        <p:txBody>
          <a:bodyPr wrap="square" rtlCol="0">
            <a:spAutoFit/>
          </a:bodyPr>
          <a:lstStyle/>
          <a:p>
            <a:pPr algn="ctr"/>
            <a:r>
              <a:rPr lang="en-US" sz="3200" dirty="0"/>
              <a:t>8</a:t>
            </a:r>
          </a:p>
        </p:txBody>
      </p:sp>
      <p:sp>
        <p:nvSpPr>
          <p:cNvPr id="4" name="TextBox 3">
            <a:extLst>
              <a:ext uri="{FF2B5EF4-FFF2-40B4-BE49-F238E27FC236}">
                <a16:creationId xmlns:a16="http://schemas.microsoft.com/office/drawing/2014/main" id="{B2E0DB11-79AF-5889-2ACA-5ED711A72451}"/>
              </a:ext>
            </a:extLst>
          </p:cNvPr>
          <p:cNvSpPr txBox="1"/>
          <p:nvPr/>
        </p:nvSpPr>
        <p:spPr>
          <a:xfrm>
            <a:off x="3716867" y="1224551"/>
            <a:ext cx="462845" cy="584775"/>
          </a:xfrm>
          <a:prstGeom prst="rect">
            <a:avLst/>
          </a:prstGeom>
          <a:noFill/>
        </p:spPr>
        <p:txBody>
          <a:bodyPr wrap="square" rtlCol="0">
            <a:spAutoFit/>
          </a:bodyPr>
          <a:lstStyle/>
          <a:p>
            <a:pPr algn="ctr"/>
            <a:r>
              <a:rPr lang="en-US" sz="3200" dirty="0"/>
              <a:t>8</a:t>
            </a:r>
          </a:p>
        </p:txBody>
      </p:sp>
      <p:sp>
        <p:nvSpPr>
          <p:cNvPr id="5" name="TextBox 4">
            <a:extLst>
              <a:ext uri="{FF2B5EF4-FFF2-40B4-BE49-F238E27FC236}">
                <a16:creationId xmlns:a16="http://schemas.microsoft.com/office/drawing/2014/main" id="{A9A6A9F2-023B-EE13-2AB7-67189BD912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6" name="TextBox 5">
            <a:extLst>
              <a:ext uri="{FF2B5EF4-FFF2-40B4-BE49-F238E27FC236}">
                <a16:creationId xmlns:a16="http://schemas.microsoft.com/office/drawing/2014/main" id="{AB924E1A-E8BF-0C4E-2CD5-C07B794BAC6D}"/>
              </a:ext>
            </a:extLst>
          </p:cNvPr>
          <p:cNvSpPr txBox="1"/>
          <p:nvPr/>
        </p:nvSpPr>
        <p:spPr>
          <a:xfrm>
            <a:off x="4715935" y="1224551"/>
            <a:ext cx="462845" cy="584775"/>
          </a:xfrm>
          <a:prstGeom prst="rect">
            <a:avLst/>
          </a:prstGeom>
          <a:noFill/>
        </p:spPr>
        <p:txBody>
          <a:bodyPr wrap="square" rtlCol="0">
            <a:spAutoFit/>
          </a:bodyPr>
          <a:lstStyle/>
          <a:p>
            <a:pPr algn="ctr"/>
            <a:r>
              <a:rPr lang="en-US" sz="3200" dirty="0"/>
              <a:t>8</a:t>
            </a:r>
          </a:p>
        </p:txBody>
      </p:sp>
      <p:sp>
        <p:nvSpPr>
          <p:cNvPr id="7" name="TextBox 6">
            <a:extLst>
              <a:ext uri="{FF2B5EF4-FFF2-40B4-BE49-F238E27FC236}">
                <a16:creationId xmlns:a16="http://schemas.microsoft.com/office/drawing/2014/main" id="{59586AF8-3B01-7D52-5D31-2C4E546D1127}"/>
              </a:ext>
            </a:extLst>
          </p:cNvPr>
          <p:cNvSpPr txBox="1"/>
          <p:nvPr/>
        </p:nvSpPr>
        <p:spPr>
          <a:xfrm>
            <a:off x="5215469" y="1224551"/>
            <a:ext cx="462845" cy="584775"/>
          </a:xfrm>
          <a:prstGeom prst="rect">
            <a:avLst/>
          </a:prstGeom>
          <a:noFill/>
        </p:spPr>
        <p:txBody>
          <a:bodyPr wrap="square" rtlCol="0">
            <a:spAutoFit/>
          </a:bodyPr>
          <a:lstStyle/>
          <a:p>
            <a:pPr algn="ctr"/>
            <a:r>
              <a:rPr lang="en-US" sz="3200" dirty="0"/>
              <a:t>8</a:t>
            </a:r>
          </a:p>
        </p:txBody>
      </p:sp>
      <p:sp>
        <p:nvSpPr>
          <p:cNvPr id="8" name="TextBox 7">
            <a:extLst>
              <a:ext uri="{FF2B5EF4-FFF2-40B4-BE49-F238E27FC236}">
                <a16:creationId xmlns:a16="http://schemas.microsoft.com/office/drawing/2014/main" id="{3ADD7D98-7B6F-F7EB-1963-2DD729234497}"/>
              </a:ext>
            </a:extLst>
          </p:cNvPr>
          <p:cNvSpPr txBox="1"/>
          <p:nvPr/>
        </p:nvSpPr>
        <p:spPr>
          <a:xfrm>
            <a:off x="5715003" y="1224551"/>
            <a:ext cx="462845" cy="584775"/>
          </a:xfrm>
          <a:prstGeom prst="rect">
            <a:avLst/>
          </a:prstGeom>
          <a:noFill/>
        </p:spPr>
        <p:txBody>
          <a:bodyPr wrap="square" rtlCol="0">
            <a:spAutoFit/>
          </a:bodyPr>
          <a:lstStyle/>
          <a:p>
            <a:pPr algn="ctr"/>
            <a:r>
              <a:rPr lang="en-US" sz="3200" dirty="0"/>
              <a:t>8</a:t>
            </a:r>
          </a:p>
        </p:txBody>
      </p:sp>
      <p:sp>
        <p:nvSpPr>
          <p:cNvPr id="9" name="TextBox 8">
            <a:extLst>
              <a:ext uri="{FF2B5EF4-FFF2-40B4-BE49-F238E27FC236}">
                <a16:creationId xmlns:a16="http://schemas.microsoft.com/office/drawing/2014/main" id="{605A51F9-18BC-9695-9691-38716A5CEBDE}"/>
              </a:ext>
            </a:extLst>
          </p:cNvPr>
          <p:cNvSpPr txBox="1"/>
          <p:nvPr/>
        </p:nvSpPr>
        <p:spPr>
          <a:xfrm>
            <a:off x="6214537" y="1224551"/>
            <a:ext cx="462845" cy="584775"/>
          </a:xfrm>
          <a:prstGeom prst="rect">
            <a:avLst/>
          </a:prstGeom>
          <a:noFill/>
        </p:spPr>
        <p:txBody>
          <a:bodyPr wrap="square" rtlCol="0">
            <a:spAutoFit/>
          </a:bodyPr>
          <a:lstStyle/>
          <a:p>
            <a:pPr algn="ctr"/>
            <a:r>
              <a:rPr lang="en-US" sz="3200" dirty="0"/>
              <a:t>8</a:t>
            </a:r>
          </a:p>
        </p:txBody>
      </p:sp>
      <p:sp>
        <p:nvSpPr>
          <p:cNvPr id="10" name="TextBox 9">
            <a:extLst>
              <a:ext uri="{FF2B5EF4-FFF2-40B4-BE49-F238E27FC236}">
                <a16:creationId xmlns:a16="http://schemas.microsoft.com/office/drawing/2014/main" id="{C71C0538-23C4-F643-E005-AF0FBFAC7CAE}"/>
              </a:ext>
            </a:extLst>
          </p:cNvPr>
          <p:cNvSpPr txBox="1"/>
          <p:nvPr/>
        </p:nvSpPr>
        <p:spPr>
          <a:xfrm>
            <a:off x="6714071" y="1224551"/>
            <a:ext cx="462845" cy="584775"/>
          </a:xfrm>
          <a:prstGeom prst="rect">
            <a:avLst/>
          </a:prstGeom>
          <a:noFill/>
        </p:spPr>
        <p:txBody>
          <a:bodyPr wrap="square" rtlCol="0">
            <a:spAutoFit/>
          </a:bodyPr>
          <a:lstStyle/>
          <a:p>
            <a:pPr algn="ctr"/>
            <a:r>
              <a:rPr lang="en-US" sz="3200" dirty="0"/>
              <a:t>8</a:t>
            </a:r>
          </a:p>
        </p:txBody>
      </p:sp>
      <p:sp>
        <p:nvSpPr>
          <p:cNvPr id="11" name="TextBox 10">
            <a:extLst>
              <a:ext uri="{FF2B5EF4-FFF2-40B4-BE49-F238E27FC236}">
                <a16:creationId xmlns:a16="http://schemas.microsoft.com/office/drawing/2014/main" id="{975B7721-00C4-F6F9-D2E5-1C1A1FFC7E0A}"/>
              </a:ext>
            </a:extLst>
          </p:cNvPr>
          <p:cNvSpPr txBox="1"/>
          <p:nvPr/>
        </p:nvSpPr>
        <p:spPr>
          <a:xfrm>
            <a:off x="7213604" y="1224551"/>
            <a:ext cx="462845" cy="584775"/>
          </a:xfrm>
          <a:prstGeom prst="rect">
            <a:avLst/>
          </a:prstGeom>
          <a:noFill/>
        </p:spPr>
        <p:txBody>
          <a:bodyPr wrap="square" rtlCol="0">
            <a:spAutoFit/>
          </a:bodyPr>
          <a:lstStyle/>
          <a:p>
            <a:pPr algn="ctr"/>
            <a:r>
              <a:rPr lang="en-US" sz="3200" dirty="0"/>
              <a:t>8</a:t>
            </a:r>
          </a:p>
        </p:txBody>
      </p:sp>
      <p:sp>
        <p:nvSpPr>
          <p:cNvPr id="14" name="TextBox 13">
            <a:extLst>
              <a:ext uri="{FF2B5EF4-FFF2-40B4-BE49-F238E27FC236}">
                <a16:creationId xmlns:a16="http://schemas.microsoft.com/office/drawing/2014/main" id="{00E145A9-AC46-07E4-A6C0-59ED454080C8}"/>
              </a:ext>
            </a:extLst>
          </p:cNvPr>
          <p:cNvSpPr txBox="1"/>
          <p:nvPr/>
        </p:nvSpPr>
        <p:spPr>
          <a:xfrm>
            <a:off x="3217333" y="721216"/>
            <a:ext cx="462845" cy="584775"/>
          </a:xfrm>
          <a:prstGeom prst="rect">
            <a:avLst/>
          </a:prstGeom>
          <a:noFill/>
        </p:spPr>
        <p:txBody>
          <a:bodyPr wrap="square" rtlCol="0">
            <a:spAutoFit/>
          </a:bodyPr>
          <a:lstStyle/>
          <a:p>
            <a:pPr algn="ctr"/>
            <a:r>
              <a:rPr lang="en-US" sz="3200" dirty="0"/>
              <a:t>8</a:t>
            </a:r>
          </a:p>
        </p:txBody>
      </p:sp>
      <p:sp>
        <p:nvSpPr>
          <p:cNvPr id="15" name="TextBox 14">
            <a:extLst>
              <a:ext uri="{FF2B5EF4-FFF2-40B4-BE49-F238E27FC236}">
                <a16:creationId xmlns:a16="http://schemas.microsoft.com/office/drawing/2014/main" id="{2318098D-D15B-BB4F-20F9-FE49F18B4E08}"/>
              </a:ext>
            </a:extLst>
          </p:cNvPr>
          <p:cNvSpPr txBox="1"/>
          <p:nvPr/>
        </p:nvSpPr>
        <p:spPr>
          <a:xfrm>
            <a:off x="3716867" y="721216"/>
            <a:ext cx="462845" cy="584775"/>
          </a:xfrm>
          <a:prstGeom prst="rect">
            <a:avLst/>
          </a:prstGeom>
          <a:noFill/>
        </p:spPr>
        <p:txBody>
          <a:bodyPr wrap="square" rtlCol="0">
            <a:spAutoFit/>
          </a:bodyPr>
          <a:lstStyle/>
          <a:p>
            <a:pPr algn="ctr"/>
            <a:r>
              <a:rPr lang="en-US" sz="3200" dirty="0"/>
              <a:t>8</a:t>
            </a:r>
          </a:p>
        </p:txBody>
      </p:sp>
      <p:sp>
        <p:nvSpPr>
          <p:cNvPr id="16" name="TextBox 15">
            <a:extLst>
              <a:ext uri="{FF2B5EF4-FFF2-40B4-BE49-F238E27FC236}">
                <a16:creationId xmlns:a16="http://schemas.microsoft.com/office/drawing/2014/main" id="{4239E079-7972-8424-05C9-E3BF920EA93C}"/>
              </a:ext>
            </a:extLst>
          </p:cNvPr>
          <p:cNvSpPr txBox="1"/>
          <p:nvPr/>
        </p:nvSpPr>
        <p:spPr>
          <a:xfrm>
            <a:off x="4216401" y="721216"/>
            <a:ext cx="462845" cy="584775"/>
          </a:xfrm>
          <a:prstGeom prst="rect">
            <a:avLst/>
          </a:prstGeom>
          <a:noFill/>
        </p:spPr>
        <p:txBody>
          <a:bodyPr wrap="square" rtlCol="0">
            <a:spAutoFit/>
          </a:bodyPr>
          <a:lstStyle/>
          <a:p>
            <a:pPr algn="ctr"/>
            <a:r>
              <a:rPr lang="en-US" sz="3200" dirty="0"/>
              <a:t>8</a:t>
            </a:r>
          </a:p>
        </p:txBody>
      </p:sp>
      <p:sp>
        <p:nvSpPr>
          <p:cNvPr id="17" name="TextBox 16">
            <a:extLst>
              <a:ext uri="{FF2B5EF4-FFF2-40B4-BE49-F238E27FC236}">
                <a16:creationId xmlns:a16="http://schemas.microsoft.com/office/drawing/2014/main" id="{716C0B9F-0EF4-3087-4A92-A46D40330CF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18" name="TextBox 17">
            <a:extLst>
              <a:ext uri="{FF2B5EF4-FFF2-40B4-BE49-F238E27FC236}">
                <a16:creationId xmlns:a16="http://schemas.microsoft.com/office/drawing/2014/main" id="{A28C3F92-9238-221D-AD0E-EFD5BAD062FB}"/>
              </a:ext>
            </a:extLst>
          </p:cNvPr>
          <p:cNvSpPr txBox="1"/>
          <p:nvPr/>
        </p:nvSpPr>
        <p:spPr>
          <a:xfrm>
            <a:off x="5215469" y="721216"/>
            <a:ext cx="462845" cy="584775"/>
          </a:xfrm>
          <a:prstGeom prst="rect">
            <a:avLst/>
          </a:prstGeom>
          <a:noFill/>
        </p:spPr>
        <p:txBody>
          <a:bodyPr wrap="square" rtlCol="0">
            <a:spAutoFit/>
          </a:bodyPr>
          <a:lstStyle/>
          <a:p>
            <a:pPr algn="ctr"/>
            <a:r>
              <a:rPr lang="en-US" sz="3200" dirty="0"/>
              <a:t>8</a:t>
            </a:r>
          </a:p>
        </p:txBody>
      </p:sp>
      <p:sp>
        <p:nvSpPr>
          <p:cNvPr id="19" name="TextBox 18">
            <a:extLst>
              <a:ext uri="{FF2B5EF4-FFF2-40B4-BE49-F238E27FC236}">
                <a16:creationId xmlns:a16="http://schemas.microsoft.com/office/drawing/2014/main" id="{6871BBF3-4EDB-428B-FEEE-11FDD9F7FEF3}"/>
              </a:ext>
            </a:extLst>
          </p:cNvPr>
          <p:cNvSpPr txBox="1"/>
          <p:nvPr/>
        </p:nvSpPr>
        <p:spPr>
          <a:xfrm>
            <a:off x="5715003"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00D9B5B-E54C-776D-E032-6C06B9A86232}"/>
              </a:ext>
            </a:extLst>
          </p:cNvPr>
          <p:cNvSpPr txBox="1"/>
          <p:nvPr/>
        </p:nvSpPr>
        <p:spPr>
          <a:xfrm>
            <a:off x="6214537" y="721216"/>
            <a:ext cx="462845" cy="584775"/>
          </a:xfrm>
          <a:prstGeom prst="rect">
            <a:avLst/>
          </a:prstGeom>
          <a:noFill/>
        </p:spPr>
        <p:txBody>
          <a:bodyPr wrap="square" rtlCol="0">
            <a:spAutoFit/>
          </a:bodyPr>
          <a:lstStyle/>
          <a:p>
            <a:pPr algn="ctr"/>
            <a:r>
              <a:rPr lang="en-US" sz="3200" dirty="0"/>
              <a:t>8</a:t>
            </a:r>
          </a:p>
        </p:txBody>
      </p:sp>
      <p:sp>
        <p:nvSpPr>
          <p:cNvPr id="21" name="TextBox 20">
            <a:extLst>
              <a:ext uri="{FF2B5EF4-FFF2-40B4-BE49-F238E27FC236}">
                <a16:creationId xmlns:a16="http://schemas.microsoft.com/office/drawing/2014/main" id="{2EC6D261-0273-A3EC-962D-0CC15FBBB459}"/>
              </a:ext>
            </a:extLst>
          </p:cNvPr>
          <p:cNvSpPr txBox="1"/>
          <p:nvPr/>
        </p:nvSpPr>
        <p:spPr>
          <a:xfrm>
            <a:off x="6714071" y="721216"/>
            <a:ext cx="462845" cy="584775"/>
          </a:xfrm>
          <a:prstGeom prst="rect">
            <a:avLst/>
          </a:prstGeom>
          <a:noFill/>
        </p:spPr>
        <p:txBody>
          <a:bodyPr wrap="square" rtlCol="0">
            <a:spAutoFit/>
          </a:bodyPr>
          <a:lstStyle/>
          <a:p>
            <a:pPr algn="ctr"/>
            <a:r>
              <a:rPr lang="en-US" sz="3200" dirty="0"/>
              <a:t>8</a:t>
            </a:r>
          </a:p>
        </p:txBody>
      </p:sp>
      <p:sp>
        <p:nvSpPr>
          <p:cNvPr id="22" name="TextBox 21">
            <a:extLst>
              <a:ext uri="{FF2B5EF4-FFF2-40B4-BE49-F238E27FC236}">
                <a16:creationId xmlns:a16="http://schemas.microsoft.com/office/drawing/2014/main" id="{86077096-8A83-D387-D695-B38D3EE3C67A}"/>
              </a:ext>
            </a:extLst>
          </p:cNvPr>
          <p:cNvSpPr txBox="1"/>
          <p:nvPr/>
        </p:nvSpPr>
        <p:spPr>
          <a:xfrm>
            <a:off x="7213604" y="721216"/>
            <a:ext cx="462845" cy="584775"/>
          </a:xfrm>
          <a:prstGeom prst="rect">
            <a:avLst/>
          </a:prstGeom>
          <a:noFill/>
        </p:spPr>
        <p:txBody>
          <a:bodyPr wrap="square" rtlCol="0">
            <a:spAutoFit/>
          </a:bodyPr>
          <a:lstStyle/>
          <a:p>
            <a:pPr algn="ctr"/>
            <a:r>
              <a:rPr lang="en-US" sz="3200" dirty="0"/>
              <a:t>8</a:t>
            </a:r>
          </a:p>
        </p:txBody>
      </p:sp>
      <p:sp>
        <p:nvSpPr>
          <p:cNvPr id="24" name="TextBox 23">
            <a:extLst>
              <a:ext uri="{FF2B5EF4-FFF2-40B4-BE49-F238E27FC236}">
                <a16:creationId xmlns:a16="http://schemas.microsoft.com/office/drawing/2014/main" id="{1D0FA921-C9B8-9A3E-E302-4E73F4C28507}"/>
              </a:ext>
            </a:extLst>
          </p:cNvPr>
          <p:cNvSpPr txBox="1"/>
          <p:nvPr/>
        </p:nvSpPr>
        <p:spPr>
          <a:xfrm>
            <a:off x="3217333" y="1727886"/>
            <a:ext cx="462845" cy="584775"/>
          </a:xfrm>
          <a:prstGeom prst="rect">
            <a:avLst/>
          </a:prstGeom>
          <a:noFill/>
        </p:spPr>
        <p:txBody>
          <a:bodyPr wrap="square" rtlCol="0">
            <a:spAutoFit/>
          </a:bodyPr>
          <a:lstStyle/>
          <a:p>
            <a:pPr algn="ctr"/>
            <a:r>
              <a:rPr lang="en-US" sz="3200" dirty="0"/>
              <a:t>8</a:t>
            </a:r>
          </a:p>
        </p:txBody>
      </p:sp>
      <p:sp>
        <p:nvSpPr>
          <p:cNvPr id="25" name="TextBox 24">
            <a:extLst>
              <a:ext uri="{FF2B5EF4-FFF2-40B4-BE49-F238E27FC236}">
                <a16:creationId xmlns:a16="http://schemas.microsoft.com/office/drawing/2014/main" id="{395E837A-EF8C-912D-CF33-DC322ACCDF7A}"/>
              </a:ext>
            </a:extLst>
          </p:cNvPr>
          <p:cNvSpPr txBox="1"/>
          <p:nvPr/>
        </p:nvSpPr>
        <p:spPr>
          <a:xfrm>
            <a:off x="3716867" y="1727886"/>
            <a:ext cx="462845" cy="584775"/>
          </a:xfrm>
          <a:prstGeom prst="rect">
            <a:avLst/>
          </a:prstGeom>
          <a:noFill/>
        </p:spPr>
        <p:txBody>
          <a:bodyPr wrap="square" rtlCol="0">
            <a:spAutoFit/>
          </a:bodyPr>
          <a:lstStyle/>
          <a:p>
            <a:pPr algn="ctr"/>
            <a:r>
              <a:rPr lang="en-US" sz="3200" dirty="0"/>
              <a:t>8</a:t>
            </a:r>
          </a:p>
        </p:txBody>
      </p:sp>
      <p:sp>
        <p:nvSpPr>
          <p:cNvPr id="26" name="TextBox 25">
            <a:extLst>
              <a:ext uri="{FF2B5EF4-FFF2-40B4-BE49-F238E27FC236}">
                <a16:creationId xmlns:a16="http://schemas.microsoft.com/office/drawing/2014/main" id="{466842E1-E53F-5E12-03DC-DD938863A207}"/>
              </a:ext>
            </a:extLst>
          </p:cNvPr>
          <p:cNvSpPr txBox="1"/>
          <p:nvPr/>
        </p:nvSpPr>
        <p:spPr>
          <a:xfrm>
            <a:off x="4216401" y="1727886"/>
            <a:ext cx="462845" cy="584775"/>
          </a:xfrm>
          <a:prstGeom prst="rect">
            <a:avLst/>
          </a:prstGeom>
          <a:noFill/>
        </p:spPr>
        <p:txBody>
          <a:bodyPr wrap="square" rtlCol="0">
            <a:spAutoFit/>
          </a:bodyPr>
          <a:lstStyle/>
          <a:p>
            <a:pPr algn="ctr"/>
            <a:r>
              <a:rPr lang="en-US" sz="3200" dirty="0"/>
              <a:t>8</a:t>
            </a:r>
          </a:p>
        </p:txBody>
      </p:sp>
      <p:sp>
        <p:nvSpPr>
          <p:cNvPr id="27" name="TextBox 26">
            <a:extLst>
              <a:ext uri="{FF2B5EF4-FFF2-40B4-BE49-F238E27FC236}">
                <a16:creationId xmlns:a16="http://schemas.microsoft.com/office/drawing/2014/main" id="{23ED3893-D236-1B53-BCB2-4356F7CB21C3}"/>
              </a:ext>
            </a:extLst>
          </p:cNvPr>
          <p:cNvSpPr txBox="1"/>
          <p:nvPr/>
        </p:nvSpPr>
        <p:spPr>
          <a:xfrm>
            <a:off x="4715935" y="1727886"/>
            <a:ext cx="462845" cy="584775"/>
          </a:xfrm>
          <a:prstGeom prst="rect">
            <a:avLst/>
          </a:prstGeom>
          <a:noFill/>
        </p:spPr>
        <p:txBody>
          <a:bodyPr wrap="square" rtlCol="0">
            <a:spAutoFit/>
          </a:bodyPr>
          <a:lstStyle/>
          <a:p>
            <a:pPr algn="ctr"/>
            <a:r>
              <a:rPr lang="en-US" sz="3200" dirty="0"/>
              <a:t>8</a:t>
            </a:r>
          </a:p>
        </p:txBody>
      </p:sp>
      <p:sp>
        <p:nvSpPr>
          <p:cNvPr id="28" name="TextBox 27">
            <a:extLst>
              <a:ext uri="{FF2B5EF4-FFF2-40B4-BE49-F238E27FC236}">
                <a16:creationId xmlns:a16="http://schemas.microsoft.com/office/drawing/2014/main" id="{4B6E1EE3-2AB9-1EE8-ABF2-45939F23CB26}"/>
              </a:ext>
            </a:extLst>
          </p:cNvPr>
          <p:cNvSpPr txBox="1"/>
          <p:nvPr/>
        </p:nvSpPr>
        <p:spPr>
          <a:xfrm>
            <a:off x="5215469" y="1727886"/>
            <a:ext cx="462845" cy="584775"/>
          </a:xfrm>
          <a:prstGeom prst="rect">
            <a:avLst/>
          </a:prstGeom>
          <a:noFill/>
        </p:spPr>
        <p:txBody>
          <a:bodyPr wrap="square" rtlCol="0">
            <a:spAutoFit/>
          </a:bodyPr>
          <a:lstStyle/>
          <a:p>
            <a:pPr algn="ctr"/>
            <a:r>
              <a:rPr lang="en-US" sz="3200" dirty="0"/>
              <a:t>8</a:t>
            </a:r>
          </a:p>
        </p:txBody>
      </p:sp>
      <p:sp>
        <p:nvSpPr>
          <p:cNvPr id="29" name="TextBox 28">
            <a:extLst>
              <a:ext uri="{FF2B5EF4-FFF2-40B4-BE49-F238E27FC236}">
                <a16:creationId xmlns:a16="http://schemas.microsoft.com/office/drawing/2014/main" id="{F4C636C3-F4C1-7206-C902-91DA657474B2}"/>
              </a:ext>
            </a:extLst>
          </p:cNvPr>
          <p:cNvSpPr txBox="1"/>
          <p:nvPr/>
        </p:nvSpPr>
        <p:spPr>
          <a:xfrm>
            <a:off x="5715003" y="1727886"/>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D8077B04-F90B-A0CC-9ACD-FC227BF4E86C}"/>
              </a:ext>
            </a:extLst>
          </p:cNvPr>
          <p:cNvSpPr txBox="1"/>
          <p:nvPr/>
        </p:nvSpPr>
        <p:spPr>
          <a:xfrm>
            <a:off x="6214537" y="1727886"/>
            <a:ext cx="462845" cy="584775"/>
          </a:xfrm>
          <a:prstGeom prst="rect">
            <a:avLst/>
          </a:prstGeom>
          <a:noFill/>
        </p:spPr>
        <p:txBody>
          <a:bodyPr wrap="square" rtlCol="0">
            <a:spAutoFit/>
          </a:bodyPr>
          <a:lstStyle/>
          <a:p>
            <a:pPr algn="ctr"/>
            <a:r>
              <a:rPr lang="en-US" sz="3200" dirty="0"/>
              <a:t>8</a:t>
            </a:r>
          </a:p>
        </p:txBody>
      </p:sp>
      <p:sp>
        <p:nvSpPr>
          <p:cNvPr id="31" name="TextBox 30">
            <a:extLst>
              <a:ext uri="{FF2B5EF4-FFF2-40B4-BE49-F238E27FC236}">
                <a16:creationId xmlns:a16="http://schemas.microsoft.com/office/drawing/2014/main" id="{C642D92D-0411-86FD-FD42-E076D9EE110A}"/>
              </a:ext>
            </a:extLst>
          </p:cNvPr>
          <p:cNvSpPr txBox="1"/>
          <p:nvPr/>
        </p:nvSpPr>
        <p:spPr>
          <a:xfrm>
            <a:off x="6714071" y="1727886"/>
            <a:ext cx="462845" cy="584775"/>
          </a:xfrm>
          <a:prstGeom prst="rect">
            <a:avLst/>
          </a:prstGeom>
          <a:noFill/>
        </p:spPr>
        <p:txBody>
          <a:bodyPr wrap="square" rtlCol="0">
            <a:spAutoFit/>
          </a:bodyPr>
          <a:lstStyle/>
          <a:p>
            <a:pPr algn="ctr"/>
            <a:r>
              <a:rPr lang="en-US" sz="3200" dirty="0"/>
              <a:t>8</a:t>
            </a:r>
          </a:p>
        </p:txBody>
      </p:sp>
      <p:sp>
        <p:nvSpPr>
          <p:cNvPr id="32" name="TextBox 31">
            <a:extLst>
              <a:ext uri="{FF2B5EF4-FFF2-40B4-BE49-F238E27FC236}">
                <a16:creationId xmlns:a16="http://schemas.microsoft.com/office/drawing/2014/main" id="{8374C64D-7C1A-926D-1DC1-6A6414FDBA25}"/>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5245EE08-A98D-01FA-2171-AC26286AAED1}"/>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35" name="TextBox 34">
            <a:extLst>
              <a:ext uri="{FF2B5EF4-FFF2-40B4-BE49-F238E27FC236}">
                <a16:creationId xmlns:a16="http://schemas.microsoft.com/office/drawing/2014/main" id="{07750C40-5D09-BF2D-F68E-81566136605A}"/>
              </a:ext>
            </a:extLst>
          </p:cNvPr>
          <p:cNvSpPr txBox="1"/>
          <p:nvPr/>
        </p:nvSpPr>
        <p:spPr>
          <a:xfrm>
            <a:off x="3716867" y="2231221"/>
            <a:ext cx="462845" cy="584775"/>
          </a:xfrm>
          <a:prstGeom prst="rect">
            <a:avLst/>
          </a:prstGeom>
          <a:noFill/>
        </p:spPr>
        <p:txBody>
          <a:bodyPr wrap="square" rtlCol="0">
            <a:spAutoFit/>
          </a:bodyPr>
          <a:lstStyle/>
          <a:p>
            <a:pPr algn="ctr"/>
            <a:r>
              <a:rPr lang="en-US" sz="3200" dirty="0"/>
              <a:t>8</a:t>
            </a:r>
          </a:p>
        </p:txBody>
      </p:sp>
      <p:sp>
        <p:nvSpPr>
          <p:cNvPr id="36" name="TextBox 35">
            <a:extLst>
              <a:ext uri="{FF2B5EF4-FFF2-40B4-BE49-F238E27FC236}">
                <a16:creationId xmlns:a16="http://schemas.microsoft.com/office/drawing/2014/main" id="{6BEA972C-0DA0-4103-57DF-7C9A7F9B06F4}"/>
              </a:ext>
            </a:extLst>
          </p:cNvPr>
          <p:cNvSpPr txBox="1"/>
          <p:nvPr/>
        </p:nvSpPr>
        <p:spPr>
          <a:xfrm>
            <a:off x="4216401" y="2231221"/>
            <a:ext cx="462845" cy="584775"/>
          </a:xfrm>
          <a:prstGeom prst="rect">
            <a:avLst/>
          </a:prstGeom>
          <a:noFill/>
        </p:spPr>
        <p:txBody>
          <a:bodyPr wrap="square" rtlCol="0">
            <a:spAutoFit/>
          </a:bodyPr>
          <a:lstStyle/>
          <a:p>
            <a:pPr algn="ctr"/>
            <a:r>
              <a:rPr lang="en-US" sz="3200" dirty="0"/>
              <a:t>8</a:t>
            </a:r>
          </a:p>
        </p:txBody>
      </p:sp>
      <p:sp>
        <p:nvSpPr>
          <p:cNvPr id="37" name="TextBox 36">
            <a:extLst>
              <a:ext uri="{FF2B5EF4-FFF2-40B4-BE49-F238E27FC236}">
                <a16:creationId xmlns:a16="http://schemas.microsoft.com/office/drawing/2014/main" id="{19CA2BF3-7C64-8FFC-493A-CD5FA047483D}"/>
              </a:ext>
            </a:extLst>
          </p:cNvPr>
          <p:cNvSpPr txBox="1"/>
          <p:nvPr/>
        </p:nvSpPr>
        <p:spPr>
          <a:xfrm>
            <a:off x="4715935" y="2231221"/>
            <a:ext cx="462845" cy="584775"/>
          </a:xfrm>
          <a:prstGeom prst="rect">
            <a:avLst/>
          </a:prstGeom>
          <a:noFill/>
        </p:spPr>
        <p:txBody>
          <a:bodyPr wrap="square" rtlCol="0">
            <a:spAutoFit/>
          </a:bodyPr>
          <a:lstStyle/>
          <a:p>
            <a:pPr algn="ctr"/>
            <a:r>
              <a:rPr lang="en-US" sz="3200" dirty="0"/>
              <a:t>8</a:t>
            </a:r>
          </a:p>
        </p:txBody>
      </p:sp>
      <p:sp>
        <p:nvSpPr>
          <p:cNvPr id="38" name="TextBox 37">
            <a:extLst>
              <a:ext uri="{FF2B5EF4-FFF2-40B4-BE49-F238E27FC236}">
                <a16:creationId xmlns:a16="http://schemas.microsoft.com/office/drawing/2014/main" id="{E09DC838-6EA7-2D9B-C352-B2C84D16ED4B}"/>
              </a:ext>
            </a:extLst>
          </p:cNvPr>
          <p:cNvSpPr txBox="1"/>
          <p:nvPr/>
        </p:nvSpPr>
        <p:spPr>
          <a:xfrm>
            <a:off x="5215469" y="2231221"/>
            <a:ext cx="462845" cy="584775"/>
          </a:xfrm>
          <a:prstGeom prst="rect">
            <a:avLst/>
          </a:prstGeom>
          <a:noFill/>
        </p:spPr>
        <p:txBody>
          <a:bodyPr wrap="square" rtlCol="0">
            <a:spAutoFit/>
          </a:bodyPr>
          <a:lstStyle/>
          <a:p>
            <a:pPr algn="ctr"/>
            <a:r>
              <a:rPr lang="en-US" sz="3200" dirty="0"/>
              <a:t>8</a:t>
            </a:r>
          </a:p>
        </p:txBody>
      </p:sp>
      <p:sp>
        <p:nvSpPr>
          <p:cNvPr id="39" name="TextBox 38">
            <a:extLst>
              <a:ext uri="{FF2B5EF4-FFF2-40B4-BE49-F238E27FC236}">
                <a16:creationId xmlns:a16="http://schemas.microsoft.com/office/drawing/2014/main" id="{4651584D-1439-EC66-CB5E-C86A2E97F446}"/>
              </a:ext>
            </a:extLst>
          </p:cNvPr>
          <p:cNvSpPr txBox="1"/>
          <p:nvPr/>
        </p:nvSpPr>
        <p:spPr>
          <a:xfrm>
            <a:off x="5715003" y="2231221"/>
            <a:ext cx="462845" cy="584775"/>
          </a:xfrm>
          <a:prstGeom prst="rect">
            <a:avLst/>
          </a:prstGeom>
          <a:noFill/>
        </p:spPr>
        <p:txBody>
          <a:bodyPr wrap="square" rtlCol="0">
            <a:spAutoFit/>
          </a:bodyPr>
          <a:lstStyle/>
          <a:p>
            <a:pPr algn="ctr"/>
            <a:r>
              <a:rPr lang="en-US" sz="3200" dirty="0"/>
              <a:t>8</a:t>
            </a:r>
          </a:p>
        </p:txBody>
      </p:sp>
      <p:sp>
        <p:nvSpPr>
          <p:cNvPr id="40" name="TextBox 39">
            <a:extLst>
              <a:ext uri="{FF2B5EF4-FFF2-40B4-BE49-F238E27FC236}">
                <a16:creationId xmlns:a16="http://schemas.microsoft.com/office/drawing/2014/main" id="{1DA50FB8-CE35-4761-A6B0-BE16819394EF}"/>
              </a:ext>
            </a:extLst>
          </p:cNvPr>
          <p:cNvSpPr txBox="1"/>
          <p:nvPr/>
        </p:nvSpPr>
        <p:spPr>
          <a:xfrm>
            <a:off x="6214537" y="2231221"/>
            <a:ext cx="462845" cy="584775"/>
          </a:xfrm>
          <a:prstGeom prst="rect">
            <a:avLst/>
          </a:prstGeom>
          <a:noFill/>
        </p:spPr>
        <p:txBody>
          <a:bodyPr wrap="square" rtlCol="0">
            <a:spAutoFit/>
          </a:bodyPr>
          <a:lstStyle/>
          <a:p>
            <a:pPr algn="ctr"/>
            <a:r>
              <a:rPr lang="en-US" sz="3200" dirty="0"/>
              <a:t>8</a:t>
            </a:r>
          </a:p>
        </p:txBody>
      </p:sp>
      <p:sp>
        <p:nvSpPr>
          <p:cNvPr id="41" name="TextBox 40">
            <a:extLst>
              <a:ext uri="{FF2B5EF4-FFF2-40B4-BE49-F238E27FC236}">
                <a16:creationId xmlns:a16="http://schemas.microsoft.com/office/drawing/2014/main" id="{6B505374-5116-C2E6-9C18-87B5537E1B85}"/>
              </a:ext>
            </a:extLst>
          </p:cNvPr>
          <p:cNvSpPr txBox="1"/>
          <p:nvPr/>
        </p:nvSpPr>
        <p:spPr>
          <a:xfrm>
            <a:off x="6714071" y="2231221"/>
            <a:ext cx="462845" cy="584775"/>
          </a:xfrm>
          <a:prstGeom prst="rect">
            <a:avLst/>
          </a:prstGeom>
          <a:noFill/>
        </p:spPr>
        <p:txBody>
          <a:bodyPr wrap="square" rtlCol="0">
            <a:spAutoFit/>
          </a:bodyPr>
          <a:lstStyle/>
          <a:p>
            <a:pPr algn="ctr"/>
            <a:r>
              <a:rPr lang="en-US" sz="3200" dirty="0"/>
              <a:t>8</a:t>
            </a:r>
          </a:p>
        </p:txBody>
      </p:sp>
      <p:sp>
        <p:nvSpPr>
          <p:cNvPr id="42" name="TextBox 41">
            <a:extLst>
              <a:ext uri="{FF2B5EF4-FFF2-40B4-BE49-F238E27FC236}">
                <a16:creationId xmlns:a16="http://schemas.microsoft.com/office/drawing/2014/main" id="{AD198AF0-1895-C0DD-EC92-CDAB9B090434}"/>
              </a:ext>
            </a:extLst>
          </p:cNvPr>
          <p:cNvSpPr txBox="1"/>
          <p:nvPr/>
        </p:nvSpPr>
        <p:spPr>
          <a:xfrm>
            <a:off x="7213604" y="2231221"/>
            <a:ext cx="462845" cy="584775"/>
          </a:xfrm>
          <a:prstGeom prst="rect">
            <a:avLst/>
          </a:prstGeom>
          <a:noFill/>
        </p:spPr>
        <p:txBody>
          <a:bodyPr wrap="square" rtlCol="0">
            <a:spAutoFit/>
          </a:bodyPr>
          <a:lstStyle/>
          <a:p>
            <a:pPr algn="ctr"/>
            <a:r>
              <a:rPr lang="en-US" sz="3200" dirty="0"/>
              <a:t>8</a:t>
            </a:r>
          </a:p>
        </p:txBody>
      </p:sp>
      <p:sp>
        <p:nvSpPr>
          <p:cNvPr id="44" name="TextBox 43">
            <a:extLst>
              <a:ext uri="{FF2B5EF4-FFF2-40B4-BE49-F238E27FC236}">
                <a16:creationId xmlns:a16="http://schemas.microsoft.com/office/drawing/2014/main" id="{092803FD-DA48-9709-45DB-33484C41E7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8</a:t>
            </a:r>
          </a:p>
        </p:txBody>
      </p:sp>
      <p:sp>
        <p:nvSpPr>
          <p:cNvPr id="45" name="TextBox 44">
            <a:extLst>
              <a:ext uri="{FF2B5EF4-FFF2-40B4-BE49-F238E27FC236}">
                <a16:creationId xmlns:a16="http://schemas.microsoft.com/office/drawing/2014/main" id="{C21C0C67-CA29-B06E-396E-7A36969B8E78}"/>
              </a:ext>
            </a:extLst>
          </p:cNvPr>
          <p:cNvSpPr txBox="1"/>
          <p:nvPr/>
        </p:nvSpPr>
        <p:spPr>
          <a:xfrm>
            <a:off x="3716867" y="2734556"/>
            <a:ext cx="462845" cy="584775"/>
          </a:xfrm>
          <a:prstGeom prst="rect">
            <a:avLst/>
          </a:prstGeom>
          <a:noFill/>
        </p:spPr>
        <p:txBody>
          <a:bodyPr wrap="square" rtlCol="0">
            <a:spAutoFit/>
          </a:bodyPr>
          <a:lstStyle/>
          <a:p>
            <a:pPr algn="ctr"/>
            <a:r>
              <a:rPr lang="en-US" sz="3200" dirty="0"/>
              <a:t>8</a:t>
            </a:r>
          </a:p>
        </p:txBody>
      </p:sp>
      <p:sp>
        <p:nvSpPr>
          <p:cNvPr id="46" name="TextBox 45">
            <a:extLst>
              <a:ext uri="{FF2B5EF4-FFF2-40B4-BE49-F238E27FC236}">
                <a16:creationId xmlns:a16="http://schemas.microsoft.com/office/drawing/2014/main" id="{1FD75AC8-9E2D-D9CA-F432-E1EF59692617}"/>
              </a:ext>
            </a:extLst>
          </p:cNvPr>
          <p:cNvSpPr txBox="1"/>
          <p:nvPr/>
        </p:nvSpPr>
        <p:spPr>
          <a:xfrm>
            <a:off x="4216401" y="2734556"/>
            <a:ext cx="462845" cy="584775"/>
          </a:xfrm>
          <a:prstGeom prst="rect">
            <a:avLst/>
          </a:prstGeom>
          <a:noFill/>
        </p:spPr>
        <p:txBody>
          <a:bodyPr wrap="square" rtlCol="0">
            <a:spAutoFit/>
          </a:bodyPr>
          <a:lstStyle/>
          <a:p>
            <a:pPr algn="ctr"/>
            <a:r>
              <a:rPr lang="en-US" sz="3200" dirty="0"/>
              <a:t>8</a:t>
            </a:r>
          </a:p>
        </p:txBody>
      </p:sp>
      <p:sp>
        <p:nvSpPr>
          <p:cNvPr id="47" name="TextBox 46">
            <a:extLst>
              <a:ext uri="{FF2B5EF4-FFF2-40B4-BE49-F238E27FC236}">
                <a16:creationId xmlns:a16="http://schemas.microsoft.com/office/drawing/2014/main" id="{CEBB1DFA-2C92-38A8-8D03-7A08226FBE03}"/>
              </a:ext>
            </a:extLst>
          </p:cNvPr>
          <p:cNvSpPr txBox="1"/>
          <p:nvPr/>
        </p:nvSpPr>
        <p:spPr>
          <a:xfrm>
            <a:off x="4715935" y="2734556"/>
            <a:ext cx="462845" cy="584775"/>
          </a:xfrm>
          <a:prstGeom prst="rect">
            <a:avLst/>
          </a:prstGeom>
          <a:noFill/>
        </p:spPr>
        <p:txBody>
          <a:bodyPr wrap="square" rtlCol="0">
            <a:spAutoFit/>
          </a:bodyPr>
          <a:lstStyle/>
          <a:p>
            <a:pPr algn="ctr"/>
            <a:r>
              <a:rPr lang="en-US" sz="3200" dirty="0"/>
              <a:t>8</a:t>
            </a:r>
          </a:p>
        </p:txBody>
      </p:sp>
      <p:sp>
        <p:nvSpPr>
          <p:cNvPr id="48" name="TextBox 47">
            <a:extLst>
              <a:ext uri="{FF2B5EF4-FFF2-40B4-BE49-F238E27FC236}">
                <a16:creationId xmlns:a16="http://schemas.microsoft.com/office/drawing/2014/main" id="{86F83141-CD08-5B31-4F44-5DE0A22A0EC4}"/>
              </a:ext>
            </a:extLst>
          </p:cNvPr>
          <p:cNvSpPr txBox="1"/>
          <p:nvPr/>
        </p:nvSpPr>
        <p:spPr>
          <a:xfrm>
            <a:off x="5215469" y="2734556"/>
            <a:ext cx="462845" cy="584775"/>
          </a:xfrm>
          <a:prstGeom prst="rect">
            <a:avLst/>
          </a:prstGeom>
          <a:noFill/>
        </p:spPr>
        <p:txBody>
          <a:bodyPr wrap="square" rtlCol="0">
            <a:spAutoFit/>
          </a:bodyPr>
          <a:lstStyle/>
          <a:p>
            <a:pPr algn="ctr"/>
            <a:r>
              <a:rPr lang="en-US" sz="3200" dirty="0"/>
              <a:t>8</a:t>
            </a:r>
          </a:p>
        </p:txBody>
      </p:sp>
      <p:sp>
        <p:nvSpPr>
          <p:cNvPr id="49" name="TextBox 48">
            <a:extLst>
              <a:ext uri="{FF2B5EF4-FFF2-40B4-BE49-F238E27FC236}">
                <a16:creationId xmlns:a16="http://schemas.microsoft.com/office/drawing/2014/main" id="{0BD09B68-5DCD-1930-6026-8DEC57FB5550}"/>
              </a:ext>
            </a:extLst>
          </p:cNvPr>
          <p:cNvSpPr txBox="1"/>
          <p:nvPr/>
        </p:nvSpPr>
        <p:spPr>
          <a:xfrm>
            <a:off x="5715003" y="2734556"/>
            <a:ext cx="462845" cy="584775"/>
          </a:xfrm>
          <a:prstGeom prst="rect">
            <a:avLst/>
          </a:prstGeom>
          <a:noFill/>
        </p:spPr>
        <p:txBody>
          <a:bodyPr wrap="square" rtlCol="0">
            <a:spAutoFit/>
          </a:bodyPr>
          <a:lstStyle/>
          <a:p>
            <a:pPr algn="ctr"/>
            <a:r>
              <a:rPr lang="en-US" sz="3200" dirty="0"/>
              <a:t>8</a:t>
            </a:r>
          </a:p>
        </p:txBody>
      </p:sp>
      <p:sp>
        <p:nvSpPr>
          <p:cNvPr id="50" name="TextBox 49">
            <a:extLst>
              <a:ext uri="{FF2B5EF4-FFF2-40B4-BE49-F238E27FC236}">
                <a16:creationId xmlns:a16="http://schemas.microsoft.com/office/drawing/2014/main" id="{F72594FE-277C-5973-94EE-AA3BE44A34F7}"/>
              </a:ext>
            </a:extLst>
          </p:cNvPr>
          <p:cNvSpPr txBox="1"/>
          <p:nvPr/>
        </p:nvSpPr>
        <p:spPr>
          <a:xfrm>
            <a:off x="6214537" y="2734556"/>
            <a:ext cx="462845" cy="584775"/>
          </a:xfrm>
          <a:prstGeom prst="rect">
            <a:avLst/>
          </a:prstGeom>
          <a:noFill/>
        </p:spPr>
        <p:txBody>
          <a:bodyPr wrap="square" rtlCol="0">
            <a:spAutoFit/>
          </a:bodyPr>
          <a:lstStyle/>
          <a:p>
            <a:pPr algn="ctr"/>
            <a:r>
              <a:rPr lang="en-US" sz="3200" dirty="0"/>
              <a:t>8</a:t>
            </a:r>
          </a:p>
        </p:txBody>
      </p:sp>
      <p:sp>
        <p:nvSpPr>
          <p:cNvPr id="51" name="TextBox 50">
            <a:extLst>
              <a:ext uri="{FF2B5EF4-FFF2-40B4-BE49-F238E27FC236}">
                <a16:creationId xmlns:a16="http://schemas.microsoft.com/office/drawing/2014/main" id="{C2833383-2619-8AE1-E22E-EFFB76B969D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52" name="TextBox 51">
            <a:extLst>
              <a:ext uri="{FF2B5EF4-FFF2-40B4-BE49-F238E27FC236}">
                <a16:creationId xmlns:a16="http://schemas.microsoft.com/office/drawing/2014/main" id="{2599D6A1-CC8E-6CC2-B3F7-4326B2300215}"/>
              </a:ext>
            </a:extLst>
          </p:cNvPr>
          <p:cNvSpPr txBox="1"/>
          <p:nvPr/>
        </p:nvSpPr>
        <p:spPr>
          <a:xfrm>
            <a:off x="7213604" y="2734556"/>
            <a:ext cx="462845" cy="584775"/>
          </a:xfrm>
          <a:prstGeom prst="rect">
            <a:avLst/>
          </a:prstGeom>
          <a:noFill/>
        </p:spPr>
        <p:txBody>
          <a:bodyPr wrap="square" rtlCol="0">
            <a:spAutoFit/>
          </a:bodyPr>
          <a:lstStyle/>
          <a:p>
            <a:pPr algn="ctr"/>
            <a:r>
              <a:rPr lang="en-US" sz="3200" dirty="0"/>
              <a:t>8</a:t>
            </a:r>
          </a:p>
        </p:txBody>
      </p:sp>
      <p:sp>
        <p:nvSpPr>
          <p:cNvPr id="54" name="TextBox 53">
            <a:extLst>
              <a:ext uri="{FF2B5EF4-FFF2-40B4-BE49-F238E27FC236}">
                <a16:creationId xmlns:a16="http://schemas.microsoft.com/office/drawing/2014/main" id="{72900A5E-6D76-587C-2DFD-92EFA48157D7}"/>
              </a:ext>
            </a:extLst>
          </p:cNvPr>
          <p:cNvSpPr txBox="1"/>
          <p:nvPr/>
        </p:nvSpPr>
        <p:spPr>
          <a:xfrm>
            <a:off x="3217333" y="3237891"/>
            <a:ext cx="462845" cy="584775"/>
          </a:xfrm>
          <a:prstGeom prst="rect">
            <a:avLst/>
          </a:prstGeom>
          <a:noFill/>
        </p:spPr>
        <p:txBody>
          <a:bodyPr wrap="square" rtlCol="0">
            <a:spAutoFit/>
          </a:bodyPr>
          <a:lstStyle/>
          <a:p>
            <a:pPr algn="ctr"/>
            <a:r>
              <a:rPr lang="en-US" sz="3200" dirty="0"/>
              <a:t>8</a:t>
            </a:r>
          </a:p>
        </p:txBody>
      </p:sp>
      <p:sp>
        <p:nvSpPr>
          <p:cNvPr id="55" name="TextBox 54">
            <a:extLst>
              <a:ext uri="{FF2B5EF4-FFF2-40B4-BE49-F238E27FC236}">
                <a16:creationId xmlns:a16="http://schemas.microsoft.com/office/drawing/2014/main" id="{7E234C15-D43D-7905-5E6D-8AB06EB39258}"/>
              </a:ext>
            </a:extLst>
          </p:cNvPr>
          <p:cNvSpPr txBox="1"/>
          <p:nvPr/>
        </p:nvSpPr>
        <p:spPr>
          <a:xfrm>
            <a:off x="3716867" y="3237891"/>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BB2701EA-E576-BD64-46C7-6B254099F3E9}"/>
              </a:ext>
            </a:extLst>
          </p:cNvPr>
          <p:cNvSpPr txBox="1"/>
          <p:nvPr/>
        </p:nvSpPr>
        <p:spPr>
          <a:xfrm>
            <a:off x="4216401" y="3237891"/>
            <a:ext cx="462845" cy="584775"/>
          </a:xfrm>
          <a:prstGeom prst="rect">
            <a:avLst/>
          </a:prstGeom>
          <a:noFill/>
        </p:spPr>
        <p:txBody>
          <a:bodyPr wrap="square" rtlCol="0">
            <a:spAutoFit/>
          </a:bodyPr>
          <a:lstStyle/>
          <a:p>
            <a:pPr algn="ctr"/>
            <a:r>
              <a:rPr lang="en-US" sz="3200" dirty="0"/>
              <a:t>8</a:t>
            </a:r>
          </a:p>
        </p:txBody>
      </p:sp>
      <p:sp>
        <p:nvSpPr>
          <p:cNvPr id="57" name="TextBox 56">
            <a:extLst>
              <a:ext uri="{FF2B5EF4-FFF2-40B4-BE49-F238E27FC236}">
                <a16:creationId xmlns:a16="http://schemas.microsoft.com/office/drawing/2014/main" id="{3741FDD4-FA46-9AC6-95A6-FDFC78139B79}"/>
              </a:ext>
            </a:extLst>
          </p:cNvPr>
          <p:cNvSpPr txBox="1"/>
          <p:nvPr/>
        </p:nvSpPr>
        <p:spPr>
          <a:xfrm>
            <a:off x="4715935" y="3237891"/>
            <a:ext cx="462845" cy="584775"/>
          </a:xfrm>
          <a:prstGeom prst="rect">
            <a:avLst/>
          </a:prstGeom>
          <a:noFill/>
        </p:spPr>
        <p:txBody>
          <a:bodyPr wrap="square" rtlCol="0">
            <a:spAutoFit/>
          </a:bodyPr>
          <a:lstStyle/>
          <a:p>
            <a:pPr algn="ctr"/>
            <a:r>
              <a:rPr lang="en-US" sz="3200" dirty="0"/>
              <a:t>8</a:t>
            </a:r>
          </a:p>
        </p:txBody>
      </p:sp>
      <p:sp>
        <p:nvSpPr>
          <p:cNvPr id="58" name="TextBox 57">
            <a:extLst>
              <a:ext uri="{FF2B5EF4-FFF2-40B4-BE49-F238E27FC236}">
                <a16:creationId xmlns:a16="http://schemas.microsoft.com/office/drawing/2014/main" id="{04F08D5B-239E-1FF0-4FCC-7AC6DEF18DFC}"/>
              </a:ext>
            </a:extLst>
          </p:cNvPr>
          <p:cNvSpPr txBox="1"/>
          <p:nvPr/>
        </p:nvSpPr>
        <p:spPr>
          <a:xfrm>
            <a:off x="5215469" y="3237891"/>
            <a:ext cx="462845" cy="584775"/>
          </a:xfrm>
          <a:prstGeom prst="rect">
            <a:avLst/>
          </a:prstGeom>
          <a:noFill/>
        </p:spPr>
        <p:txBody>
          <a:bodyPr wrap="square" rtlCol="0">
            <a:spAutoFit/>
          </a:bodyPr>
          <a:lstStyle/>
          <a:p>
            <a:pPr algn="ctr"/>
            <a:r>
              <a:rPr lang="en-US" sz="3200" dirty="0"/>
              <a:t>8</a:t>
            </a:r>
          </a:p>
        </p:txBody>
      </p:sp>
      <p:sp>
        <p:nvSpPr>
          <p:cNvPr id="59" name="TextBox 58">
            <a:extLst>
              <a:ext uri="{FF2B5EF4-FFF2-40B4-BE49-F238E27FC236}">
                <a16:creationId xmlns:a16="http://schemas.microsoft.com/office/drawing/2014/main" id="{6C510B19-3198-6775-4DB8-2969F74BB93A}"/>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60" name="TextBox 59">
            <a:extLst>
              <a:ext uri="{FF2B5EF4-FFF2-40B4-BE49-F238E27FC236}">
                <a16:creationId xmlns:a16="http://schemas.microsoft.com/office/drawing/2014/main" id="{FC63EBB7-8DEA-A035-671B-095EFE94FBD9}"/>
              </a:ext>
            </a:extLst>
          </p:cNvPr>
          <p:cNvSpPr txBox="1"/>
          <p:nvPr/>
        </p:nvSpPr>
        <p:spPr>
          <a:xfrm>
            <a:off x="6214537" y="3237891"/>
            <a:ext cx="462845" cy="584775"/>
          </a:xfrm>
          <a:prstGeom prst="rect">
            <a:avLst/>
          </a:prstGeom>
          <a:noFill/>
        </p:spPr>
        <p:txBody>
          <a:bodyPr wrap="square" rtlCol="0">
            <a:spAutoFit/>
          </a:bodyPr>
          <a:lstStyle/>
          <a:p>
            <a:pPr algn="ctr"/>
            <a:r>
              <a:rPr lang="en-US" sz="3200" dirty="0"/>
              <a:t>8</a:t>
            </a:r>
          </a:p>
        </p:txBody>
      </p:sp>
      <p:sp>
        <p:nvSpPr>
          <p:cNvPr id="61" name="TextBox 60">
            <a:extLst>
              <a:ext uri="{FF2B5EF4-FFF2-40B4-BE49-F238E27FC236}">
                <a16:creationId xmlns:a16="http://schemas.microsoft.com/office/drawing/2014/main" id="{07A408D1-2795-2A51-8BEF-F3518493AC53}"/>
              </a:ext>
            </a:extLst>
          </p:cNvPr>
          <p:cNvSpPr txBox="1"/>
          <p:nvPr/>
        </p:nvSpPr>
        <p:spPr>
          <a:xfrm>
            <a:off x="6714071" y="3237891"/>
            <a:ext cx="462845" cy="584775"/>
          </a:xfrm>
          <a:prstGeom prst="rect">
            <a:avLst/>
          </a:prstGeom>
          <a:noFill/>
        </p:spPr>
        <p:txBody>
          <a:bodyPr wrap="square" rtlCol="0">
            <a:spAutoFit/>
          </a:bodyPr>
          <a:lstStyle/>
          <a:p>
            <a:pPr algn="ctr"/>
            <a:r>
              <a:rPr lang="en-US" sz="3200" dirty="0"/>
              <a:t>8</a:t>
            </a:r>
          </a:p>
        </p:txBody>
      </p:sp>
      <p:sp>
        <p:nvSpPr>
          <p:cNvPr id="62" name="TextBox 61">
            <a:extLst>
              <a:ext uri="{FF2B5EF4-FFF2-40B4-BE49-F238E27FC236}">
                <a16:creationId xmlns:a16="http://schemas.microsoft.com/office/drawing/2014/main" id="{1A778707-033E-7FA2-42DF-480BFEF412A3}"/>
              </a:ext>
            </a:extLst>
          </p:cNvPr>
          <p:cNvSpPr txBox="1"/>
          <p:nvPr/>
        </p:nvSpPr>
        <p:spPr>
          <a:xfrm>
            <a:off x="7213604" y="3237891"/>
            <a:ext cx="462845" cy="584775"/>
          </a:xfrm>
          <a:prstGeom prst="rect">
            <a:avLst/>
          </a:prstGeom>
          <a:noFill/>
        </p:spPr>
        <p:txBody>
          <a:bodyPr wrap="square" rtlCol="0">
            <a:spAutoFit/>
          </a:bodyPr>
          <a:lstStyle/>
          <a:p>
            <a:pPr algn="ctr"/>
            <a:r>
              <a:rPr lang="en-US" sz="3200" dirty="0"/>
              <a:t>8</a:t>
            </a:r>
          </a:p>
        </p:txBody>
      </p:sp>
      <p:sp>
        <p:nvSpPr>
          <p:cNvPr id="64" name="TextBox 63">
            <a:extLst>
              <a:ext uri="{FF2B5EF4-FFF2-40B4-BE49-F238E27FC236}">
                <a16:creationId xmlns:a16="http://schemas.microsoft.com/office/drawing/2014/main" id="{B2B1692B-0E77-4376-C7FF-6BEDD63BF2DE}"/>
              </a:ext>
            </a:extLst>
          </p:cNvPr>
          <p:cNvSpPr txBox="1"/>
          <p:nvPr/>
        </p:nvSpPr>
        <p:spPr>
          <a:xfrm>
            <a:off x="3217333" y="3741226"/>
            <a:ext cx="462845" cy="584775"/>
          </a:xfrm>
          <a:prstGeom prst="rect">
            <a:avLst/>
          </a:prstGeom>
          <a:noFill/>
        </p:spPr>
        <p:txBody>
          <a:bodyPr wrap="square" rtlCol="0">
            <a:spAutoFit/>
          </a:bodyPr>
          <a:lstStyle/>
          <a:p>
            <a:pPr algn="ctr"/>
            <a:r>
              <a:rPr lang="en-US" sz="3200" dirty="0"/>
              <a:t>8</a:t>
            </a:r>
          </a:p>
        </p:txBody>
      </p:sp>
      <p:sp>
        <p:nvSpPr>
          <p:cNvPr id="65" name="TextBox 64">
            <a:extLst>
              <a:ext uri="{FF2B5EF4-FFF2-40B4-BE49-F238E27FC236}">
                <a16:creationId xmlns:a16="http://schemas.microsoft.com/office/drawing/2014/main" id="{B1053752-9030-C29D-9833-883262A51684}"/>
              </a:ext>
            </a:extLst>
          </p:cNvPr>
          <p:cNvSpPr txBox="1"/>
          <p:nvPr/>
        </p:nvSpPr>
        <p:spPr>
          <a:xfrm>
            <a:off x="3716867" y="3741226"/>
            <a:ext cx="462845" cy="584775"/>
          </a:xfrm>
          <a:prstGeom prst="rect">
            <a:avLst/>
          </a:prstGeom>
          <a:noFill/>
        </p:spPr>
        <p:txBody>
          <a:bodyPr wrap="square" rtlCol="0">
            <a:spAutoFit/>
          </a:bodyPr>
          <a:lstStyle/>
          <a:p>
            <a:pPr algn="ctr"/>
            <a:r>
              <a:rPr lang="en-US" sz="3200" dirty="0"/>
              <a:t>8</a:t>
            </a:r>
          </a:p>
        </p:txBody>
      </p:sp>
      <p:sp>
        <p:nvSpPr>
          <p:cNvPr id="66" name="TextBox 65">
            <a:extLst>
              <a:ext uri="{FF2B5EF4-FFF2-40B4-BE49-F238E27FC236}">
                <a16:creationId xmlns:a16="http://schemas.microsoft.com/office/drawing/2014/main" id="{E37147F7-AE3B-012E-53BB-889E5E744C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8</a:t>
            </a:r>
          </a:p>
        </p:txBody>
      </p:sp>
      <p:sp>
        <p:nvSpPr>
          <p:cNvPr id="67" name="TextBox 66">
            <a:extLst>
              <a:ext uri="{FF2B5EF4-FFF2-40B4-BE49-F238E27FC236}">
                <a16:creationId xmlns:a16="http://schemas.microsoft.com/office/drawing/2014/main" id="{4AD2CEC6-2C4F-D2FE-6FE4-CFE4011CB0B2}"/>
              </a:ext>
            </a:extLst>
          </p:cNvPr>
          <p:cNvSpPr txBox="1"/>
          <p:nvPr/>
        </p:nvSpPr>
        <p:spPr>
          <a:xfrm>
            <a:off x="4715935" y="3741226"/>
            <a:ext cx="462845" cy="584775"/>
          </a:xfrm>
          <a:prstGeom prst="rect">
            <a:avLst/>
          </a:prstGeom>
          <a:noFill/>
        </p:spPr>
        <p:txBody>
          <a:bodyPr wrap="square" rtlCol="0">
            <a:spAutoFit/>
          </a:bodyPr>
          <a:lstStyle/>
          <a:p>
            <a:pPr algn="ctr"/>
            <a:r>
              <a:rPr lang="en-US" sz="3200" dirty="0"/>
              <a:t>8</a:t>
            </a:r>
          </a:p>
        </p:txBody>
      </p:sp>
      <p:sp>
        <p:nvSpPr>
          <p:cNvPr id="68" name="TextBox 67">
            <a:extLst>
              <a:ext uri="{FF2B5EF4-FFF2-40B4-BE49-F238E27FC236}">
                <a16:creationId xmlns:a16="http://schemas.microsoft.com/office/drawing/2014/main" id="{080537B0-8323-1A64-DF09-39FB32AAC48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69" name="TextBox 68">
            <a:extLst>
              <a:ext uri="{FF2B5EF4-FFF2-40B4-BE49-F238E27FC236}">
                <a16:creationId xmlns:a16="http://schemas.microsoft.com/office/drawing/2014/main" id="{68D6592A-F37B-D23D-AD44-F04E1DAAF64C}"/>
              </a:ext>
            </a:extLst>
          </p:cNvPr>
          <p:cNvSpPr txBox="1"/>
          <p:nvPr/>
        </p:nvSpPr>
        <p:spPr>
          <a:xfrm>
            <a:off x="5715003" y="3741226"/>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2C1DE1F-157A-4870-A897-AD5741D3D062}"/>
              </a:ext>
            </a:extLst>
          </p:cNvPr>
          <p:cNvSpPr txBox="1"/>
          <p:nvPr/>
        </p:nvSpPr>
        <p:spPr>
          <a:xfrm>
            <a:off x="6214537" y="3741226"/>
            <a:ext cx="462845" cy="584775"/>
          </a:xfrm>
          <a:prstGeom prst="rect">
            <a:avLst/>
          </a:prstGeom>
          <a:noFill/>
        </p:spPr>
        <p:txBody>
          <a:bodyPr wrap="square" rtlCol="0">
            <a:spAutoFit/>
          </a:bodyPr>
          <a:lstStyle/>
          <a:p>
            <a:pPr algn="ctr"/>
            <a:r>
              <a:rPr lang="en-US" sz="3200" dirty="0"/>
              <a:t>8</a:t>
            </a:r>
          </a:p>
        </p:txBody>
      </p:sp>
      <p:sp>
        <p:nvSpPr>
          <p:cNvPr id="71" name="TextBox 70">
            <a:extLst>
              <a:ext uri="{FF2B5EF4-FFF2-40B4-BE49-F238E27FC236}">
                <a16:creationId xmlns:a16="http://schemas.microsoft.com/office/drawing/2014/main" id="{E2B2FA07-D551-8692-E1B6-CE27DBF0E8CD}"/>
              </a:ext>
            </a:extLst>
          </p:cNvPr>
          <p:cNvSpPr txBox="1"/>
          <p:nvPr/>
        </p:nvSpPr>
        <p:spPr>
          <a:xfrm>
            <a:off x="6714071" y="374122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DBF17E8-18BD-C042-E6F2-603E8EE78A32}"/>
              </a:ext>
            </a:extLst>
          </p:cNvPr>
          <p:cNvSpPr txBox="1"/>
          <p:nvPr/>
        </p:nvSpPr>
        <p:spPr>
          <a:xfrm>
            <a:off x="7213604" y="3741226"/>
            <a:ext cx="462845" cy="584775"/>
          </a:xfrm>
          <a:prstGeom prst="rect">
            <a:avLst/>
          </a:prstGeom>
          <a:noFill/>
        </p:spPr>
        <p:txBody>
          <a:bodyPr wrap="square" rtlCol="0">
            <a:spAutoFit/>
          </a:bodyPr>
          <a:lstStyle/>
          <a:p>
            <a:pPr algn="ctr"/>
            <a:r>
              <a:rPr lang="en-US" sz="3200" dirty="0"/>
              <a:t>8</a:t>
            </a:r>
          </a:p>
        </p:txBody>
      </p:sp>
      <p:sp>
        <p:nvSpPr>
          <p:cNvPr id="74" name="TextBox 73">
            <a:extLst>
              <a:ext uri="{FF2B5EF4-FFF2-40B4-BE49-F238E27FC236}">
                <a16:creationId xmlns:a16="http://schemas.microsoft.com/office/drawing/2014/main" id="{59053E0A-1A09-D426-1081-D848E9FE3760}"/>
              </a:ext>
            </a:extLst>
          </p:cNvPr>
          <p:cNvSpPr txBox="1"/>
          <p:nvPr/>
        </p:nvSpPr>
        <p:spPr>
          <a:xfrm>
            <a:off x="3217333" y="4244561"/>
            <a:ext cx="462845" cy="584775"/>
          </a:xfrm>
          <a:prstGeom prst="rect">
            <a:avLst/>
          </a:prstGeom>
          <a:noFill/>
        </p:spPr>
        <p:txBody>
          <a:bodyPr wrap="square" rtlCol="0">
            <a:spAutoFit/>
          </a:bodyPr>
          <a:lstStyle/>
          <a:p>
            <a:pPr algn="ctr"/>
            <a:r>
              <a:rPr lang="en-US" sz="3200" dirty="0"/>
              <a:t>8</a:t>
            </a:r>
          </a:p>
        </p:txBody>
      </p:sp>
      <p:sp>
        <p:nvSpPr>
          <p:cNvPr id="75" name="TextBox 74">
            <a:extLst>
              <a:ext uri="{FF2B5EF4-FFF2-40B4-BE49-F238E27FC236}">
                <a16:creationId xmlns:a16="http://schemas.microsoft.com/office/drawing/2014/main" id="{CBFA6531-FBE6-5D53-5C12-5684C04762A4}"/>
              </a:ext>
            </a:extLst>
          </p:cNvPr>
          <p:cNvSpPr txBox="1"/>
          <p:nvPr/>
        </p:nvSpPr>
        <p:spPr>
          <a:xfrm>
            <a:off x="3716867" y="4244561"/>
            <a:ext cx="462845" cy="584775"/>
          </a:xfrm>
          <a:prstGeom prst="rect">
            <a:avLst/>
          </a:prstGeom>
          <a:noFill/>
        </p:spPr>
        <p:txBody>
          <a:bodyPr wrap="square" rtlCol="0">
            <a:spAutoFit/>
          </a:bodyPr>
          <a:lstStyle/>
          <a:p>
            <a:pPr algn="ctr"/>
            <a:r>
              <a:rPr lang="en-US" sz="3200" dirty="0"/>
              <a:t>8</a:t>
            </a:r>
          </a:p>
        </p:txBody>
      </p:sp>
      <p:sp>
        <p:nvSpPr>
          <p:cNvPr id="76" name="TextBox 75">
            <a:extLst>
              <a:ext uri="{FF2B5EF4-FFF2-40B4-BE49-F238E27FC236}">
                <a16:creationId xmlns:a16="http://schemas.microsoft.com/office/drawing/2014/main" id="{253DA081-0DE0-137F-7136-8DADDE0F2CA8}"/>
              </a:ext>
            </a:extLst>
          </p:cNvPr>
          <p:cNvSpPr txBox="1"/>
          <p:nvPr/>
        </p:nvSpPr>
        <p:spPr>
          <a:xfrm>
            <a:off x="4216401" y="4244561"/>
            <a:ext cx="462845" cy="584775"/>
          </a:xfrm>
          <a:prstGeom prst="rect">
            <a:avLst/>
          </a:prstGeom>
          <a:noFill/>
        </p:spPr>
        <p:txBody>
          <a:bodyPr wrap="square" rtlCol="0">
            <a:spAutoFit/>
          </a:bodyPr>
          <a:lstStyle/>
          <a:p>
            <a:pPr algn="ctr"/>
            <a:r>
              <a:rPr lang="en-US" sz="3200" dirty="0"/>
              <a:t>8</a:t>
            </a:r>
          </a:p>
        </p:txBody>
      </p:sp>
      <p:sp>
        <p:nvSpPr>
          <p:cNvPr id="77" name="TextBox 76">
            <a:extLst>
              <a:ext uri="{FF2B5EF4-FFF2-40B4-BE49-F238E27FC236}">
                <a16:creationId xmlns:a16="http://schemas.microsoft.com/office/drawing/2014/main" id="{5367410F-ADD1-8006-218E-1093B4ED303A}"/>
              </a:ext>
            </a:extLst>
          </p:cNvPr>
          <p:cNvSpPr txBox="1"/>
          <p:nvPr/>
        </p:nvSpPr>
        <p:spPr>
          <a:xfrm>
            <a:off x="4715935" y="4244561"/>
            <a:ext cx="462845" cy="584775"/>
          </a:xfrm>
          <a:prstGeom prst="rect">
            <a:avLst/>
          </a:prstGeom>
          <a:noFill/>
        </p:spPr>
        <p:txBody>
          <a:bodyPr wrap="square" rtlCol="0">
            <a:spAutoFit/>
          </a:bodyPr>
          <a:lstStyle/>
          <a:p>
            <a:pPr algn="ctr"/>
            <a:r>
              <a:rPr lang="en-US" sz="3200" dirty="0"/>
              <a:t>8</a:t>
            </a:r>
          </a:p>
        </p:txBody>
      </p:sp>
      <p:sp>
        <p:nvSpPr>
          <p:cNvPr id="78" name="TextBox 77">
            <a:extLst>
              <a:ext uri="{FF2B5EF4-FFF2-40B4-BE49-F238E27FC236}">
                <a16:creationId xmlns:a16="http://schemas.microsoft.com/office/drawing/2014/main" id="{271A5C86-5ECE-083E-5505-4004ED2BCCE3}"/>
              </a:ext>
            </a:extLst>
          </p:cNvPr>
          <p:cNvSpPr txBox="1"/>
          <p:nvPr/>
        </p:nvSpPr>
        <p:spPr>
          <a:xfrm>
            <a:off x="5215469" y="4244561"/>
            <a:ext cx="462845" cy="584775"/>
          </a:xfrm>
          <a:prstGeom prst="rect">
            <a:avLst/>
          </a:prstGeom>
          <a:noFill/>
        </p:spPr>
        <p:txBody>
          <a:bodyPr wrap="square" rtlCol="0">
            <a:spAutoFit/>
          </a:bodyPr>
          <a:lstStyle/>
          <a:p>
            <a:pPr algn="ctr"/>
            <a:r>
              <a:rPr lang="en-US" sz="3200" dirty="0"/>
              <a:t>8</a:t>
            </a:r>
          </a:p>
        </p:txBody>
      </p:sp>
      <p:sp>
        <p:nvSpPr>
          <p:cNvPr id="79" name="TextBox 78">
            <a:extLst>
              <a:ext uri="{FF2B5EF4-FFF2-40B4-BE49-F238E27FC236}">
                <a16:creationId xmlns:a16="http://schemas.microsoft.com/office/drawing/2014/main" id="{9C34CEAD-D4FB-A94A-B119-4E470D0323A1}"/>
              </a:ext>
            </a:extLst>
          </p:cNvPr>
          <p:cNvSpPr txBox="1"/>
          <p:nvPr/>
        </p:nvSpPr>
        <p:spPr>
          <a:xfrm>
            <a:off x="5715003" y="4244561"/>
            <a:ext cx="462845" cy="584775"/>
          </a:xfrm>
          <a:prstGeom prst="rect">
            <a:avLst/>
          </a:prstGeom>
          <a:noFill/>
        </p:spPr>
        <p:txBody>
          <a:bodyPr wrap="square" rtlCol="0">
            <a:spAutoFit/>
          </a:bodyPr>
          <a:lstStyle/>
          <a:p>
            <a:pPr algn="ctr"/>
            <a:r>
              <a:rPr lang="en-US" sz="3200" dirty="0"/>
              <a:t>8</a:t>
            </a:r>
          </a:p>
        </p:txBody>
      </p:sp>
      <p:sp>
        <p:nvSpPr>
          <p:cNvPr id="80" name="TextBox 79">
            <a:extLst>
              <a:ext uri="{FF2B5EF4-FFF2-40B4-BE49-F238E27FC236}">
                <a16:creationId xmlns:a16="http://schemas.microsoft.com/office/drawing/2014/main" id="{118432DD-6D87-FFE3-332E-6C529044D634}"/>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81" name="TextBox 80">
            <a:extLst>
              <a:ext uri="{FF2B5EF4-FFF2-40B4-BE49-F238E27FC236}">
                <a16:creationId xmlns:a16="http://schemas.microsoft.com/office/drawing/2014/main" id="{C034B78B-C7C1-C652-6232-B07315E13A39}"/>
              </a:ext>
            </a:extLst>
          </p:cNvPr>
          <p:cNvSpPr txBox="1"/>
          <p:nvPr/>
        </p:nvSpPr>
        <p:spPr>
          <a:xfrm>
            <a:off x="6714071" y="4244561"/>
            <a:ext cx="462845" cy="584775"/>
          </a:xfrm>
          <a:prstGeom prst="rect">
            <a:avLst/>
          </a:prstGeom>
          <a:noFill/>
        </p:spPr>
        <p:txBody>
          <a:bodyPr wrap="square" rtlCol="0">
            <a:spAutoFit/>
          </a:bodyPr>
          <a:lstStyle/>
          <a:p>
            <a:pPr algn="ctr"/>
            <a:r>
              <a:rPr lang="en-US" sz="3200" dirty="0"/>
              <a:t>8</a:t>
            </a:r>
          </a:p>
        </p:txBody>
      </p:sp>
      <p:sp>
        <p:nvSpPr>
          <p:cNvPr id="82" name="TextBox 81">
            <a:extLst>
              <a:ext uri="{FF2B5EF4-FFF2-40B4-BE49-F238E27FC236}">
                <a16:creationId xmlns:a16="http://schemas.microsoft.com/office/drawing/2014/main" id="{AAA7508F-BC5C-BD63-FE35-CF0C611C8C7D}"/>
              </a:ext>
            </a:extLst>
          </p:cNvPr>
          <p:cNvSpPr txBox="1"/>
          <p:nvPr/>
        </p:nvSpPr>
        <p:spPr>
          <a:xfrm>
            <a:off x="7213604" y="4244561"/>
            <a:ext cx="462845" cy="584775"/>
          </a:xfrm>
          <a:prstGeom prst="rect">
            <a:avLst/>
          </a:prstGeom>
          <a:noFill/>
        </p:spPr>
        <p:txBody>
          <a:bodyPr wrap="square" rtlCol="0">
            <a:spAutoFit/>
          </a:bodyPr>
          <a:lstStyle/>
          <a:p>
            <a:pPr algn="ctr"/>
            <a:r>
              <a:rPr lang="en-US" sz="3200" dirty="0"/>
              <a:t>8</a:t>
            </a:r>
          </a:p>
        </p:txBody>
      </p:sp>
      <p:sp>
        <p:nvSpPr>
          <p:cNvPr id="84" name="TextBox 83">
            <a:extLst>
              <a:ext uri="{FF2B5EF4-FFF2-40B4-BE49-F238E27FC236}">
                <a16:creationId xmlns:a16="http://schemas.microsoft.com/office/drawing/2014/main" id="{77441B13-F709-9820-92EB-A0AEF4B46CA8}"/>
              </a:ext>
            </a:extLst>
          </p:cNvPr>
          <p:cNvSpPr txBox="1"/>
          <p:nvPr/>
        </p:nvSpPr>
        <p:spPr>
          <a:xfrm>
            <a:off x="3217333" y="4747898"/>
            <a:ext cx="462845" cy="584775"/>
          </a:xfrm>
          <a:prstGeom prst="rect">
            <a:avLst/>
          </a:prstGeom>
          <a:noFill/>
        </p:spPr>
        <p:txBody>
          <a:bodyPr wrap="square" rtlCol="0">
            <a:spAutoFit/>
          </a:bodyPr>
          <a:lstStyle/>
          <a:p>
            <a:pPr algn="ctr"/>
            <a:r>
              <a:rPr lang="en-US" sz="3200" dirty="0"/>
              <a:t>8</a:t>
            </a:r>
          </a:p>
        </p:txBody>
      </p:sp>
      <p:sp>
        <p:nvSpPr>
          <p:cNvPr id="85" name="TextBox 84">
            <a:extLst>
              <a:ext uri="{FF2B5EF4-FFF2-40B4-BE49-F238E27FC236}">
                <a16:creationId xmlns:a16="http://schemas.microsoft.com/office/drawing/2014/main" id="{26CD92CE-63A8-D4B6-DDCC-0CA41368B0E0}"/>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5AF486AD-8C07-4391-8BC5-1CF73DB284CE}"/>
              </a:ext>
            </a:extLst>
          </p:cNvPr>
          <p:cNvSpPr txBox="1"/>
          <p:nvPr/>
        </p:nvSpPr>
        <p:spPr>
          <a:xfrm>
            <a:off x="4216401" y="4747898"/>
            <a:ext cx="462845" cy="584775"/>
          </a:xfrm>
          <a:prstGeom prst="rect">
            <a:avLst/>
          </a:prstGeom>
          <a:noFill/>
        </p:spPr>
        <p:txBody>
          <a:bodyPr wrap="square" rtlCol="0">
            <a:spAutoFit/>
          </a:bodyPr>
          <a:lstStyle/>
          <a:p>
            <a:pPr algn="ctr"/>
            <a:r>
              <a:rPr lang="en-US" sz="3200" dirty="0"/>
              <a:t>8</a:t>
            </a:r>
          </a:p>
        </p:txBody>
      </p:sp>
      <p:sp>
        <p:nvSpPr>
          <p:cNvPr id="87" name="TextBox 86">
            <a:extLst>
              <a:ext uri="{FF2B5EF4-FFF2-40B4-BE49-F238E27FC236}">
                <a16:creationId xmlns:a16="http://schemas.microsoft.com/office/drawing/2014/main" id="{E0D8D130-CB07-06CB-9DF3-77ABEFBEB746}"/>
              </a:ext>
            </a:extLst>
          </p:cNvPr>
          <p:cNvSpPr txBox="1"/>
          <p:nvPr/>
        </p:nvSpPr>
        <p:spPr>
          <a:xfrm>
            <a:off x="4715935" y="4747898"/>
            <a:ext cx="462845" cy="584775"/>
          </a:xfrm>
          <a:prstGeom prst="rect">
            <a:avLst/>
          </a:prstGeom>
          <a:noFill/>
        </p:spPr>
        <p:txBody>
          <a:bodyPr wrap="square" rtlCol="0">
            <a:spAutoFit/>
          </a:bodyPr>
          <a:lstStyle/>
          <a:p>
            <a:pPr algn="ctr"/>
            <a:r>
              <a:rPr lang="en-US" sz="3200" dirty="0"/>
              <a:t>8</a:t>
            </a:r>
          </a:p>
        </p:txBody>
      </p:sp>
      <p:sp>
        <p:nvSpPr>
          <p:cNvPr id="88" name="TextBox 87">
            <a:extLst>
              <a:ext uri="{FF2B5EF4-FFF2-40B4-BE49-F238E27FC236}">
                <a16:creationId xmlns:a16="http://schemas.microsoft.com/office/drawing/2014/main" id="{5342847E-040E-264F-0ED3-75738365A16F}"/>
              </a:ext>
            </a:extLst>
          </p:cNvPr>
          <p:cNvSpPr txBox="1"/>
          <p:nvPr/>
        </p:nvSpPr>
        <p:spPr>
          <a:xfrm>
            <a:off x="5215469" y="4747898"/>
            <a:ext cx="462845" cy="584775"/>
          </a:xfrm>
          <a:prstGeom prst="rect">
            <a:avLst/>
          </a:prstGeom>
          <a:noFill/>
        </p:spPr>
        <p:txBody>
          <a:bodyPr wrap="square" rtlCol="0">
            <a:spAutoFit/>
          </a:bodyPr>
          <a:lstStyle/>
          <a:p>
            <a:pPr algn="ctr"/>
            <a:r>
              <a:rPr lang="en-US" sz="3200" dirty="0"/>
              <a:t>8</a:t>
            </a:r>
          </a:p>
        </p:txBody>
      </p:sp>
      <p:sp>
        <p:nvSpPr>
          <p:cNvPr id="89" name="TextBox 88">
            <a:extLst>
              <a:ext uri="{FF2B5EF4-FFF2-40B4-BE49-F238E27FC236}">
                <a16:creationId xmlns:a16="http://schemas.microsoft.com/office/drawing/2014/main" id="{ADD8AEEE-6363-1C8A-6CDF-CD7FCF7D5FD4}"/>
              </a:ext>
            </a:extLst>
          </p:cNvPr>
          <p:cNvSpPr txBox="1"/>
          <p:nvPr/>
        </p:nvSpPr>
        <p:spPr>
          <a:xfrm>
            <a:off x="5715003" y="4747898"/>
            <a:ext cx="462845" cy="584775"/>
          </a:xfrm>
          <a:prstGeom prst="rect">
            <a:avLst/>
          </a:prstGeom>
          <a:noFill/>
        </p:spPr>
        <p:txBody>
          <a:bodyPr wrap="square" rtlCol="0">
            <a:spAutoFit/>
          </a:bodyPr>
          <a:lstStyle/>
          <a:p>
            <a:pPr algn="ctr"/>
            <a:r>
              <a:rPr lang="en-US" sz="3200" dirty="0"/>
              <a:t>8</a:t>
            </a:r>
          </a:p>
        </p:txBody>
      </p:sp>
      <p:sp>
        <p:nvSpPr>
          <p:cNvPr id="90" name="TextBox 89">
            <a:extLst>
              <a:ext uri="{FF2B5EF4-FFF2-40B4-BE49-F238E27FC236}">
                <a16:creationId xmlns:a16="http://schemas.microsoft.com/office/drawing/2014/main" id="{DFA86441-FB97-7C14-B21D-EFB4F3D80E6B}"/>
              </a:ext>
            </a:extLst>
          </p:cNvPr>
          <p:cNvSpPr txBox="1"/>
          <p:nvPr/>
        </p:nvSpPr>
        <p:spPr>
          <a:xfrm>
            <a:off x="6214537" y="4747898"/>
            <a:ext cx="462845" cy="584775"/>
          </a:xfrm>
          <a:prstGeom prst="rect">
            <a:avLst/>
          </a:prstGeom>
          <a:noFill/>
        </p:spPr>
        <p:txBody>
          <a:bodyPr wrap="square" rtlCol="0">
            <a:spAutoFit/>
          </a:bodyPr>
          <a:lstStyle/>
          <a:p>
            <a:pPr algn="ctr"/>
            <a:r>
              <a:rPr lang="en-US" sz="3200" dirty="0"/>
              <a:t>8</a:t>
            </a:r>
          </a:p>
        </p:txBody>
      </p:sp>
      <p:sp>
        <p:nvSpPr>
          <p:cNvPr id="91" name="TextBox 90">
            <a:extLst>
              <a:ext uri="{FF2B5EF4-FFF2-40B4-BE49-F238E27FC236}">
                <a16:creationId xmlns:a16="http://schemas.microsoft.com/office/drawing/2014/main" id="{0375B3B4-6CBC-7F70-1236-9F1B5FE11D8E}"/>
              </a:ext>
            </a:extLst>
          </p:cNvPr>
          <p:cNvSpPr txBox="1"/>
          <p:nvPr/>
        </p:nvSpPr>
        <p:spPr>
          <a:xfrm>
            <a:off x="6714071" y="4747898"/>
            <a:ext cx="462845" cy="584775"/>
          </a:xfrm>
          <a:prstGeom prst="rect">
            <a:avLst/>
          </a:prstGeom>
          <a:noFill/>
        </p:spPr>
        <p:txBody>
          <a:bodyPr wrap="square" rtlCol="0">
            <a:spAutoFit/>
          </a:bodyPr>
          <a:lstStyle/>
          <a:p>
            <a:pPr algn="ctr"/>
            <a:r>
              <a:rPr lang="en-US" sz="3200" dirty="0"/>
              <a:t>8</a:t>
            </a:r>
          </a:p>
        </p:txBody>
      </p:sp>
      <p:sp>
        <p:nvSpPr>
          <p:cNvPr id="92" name="TextBox 91">
            <a:extLst>
              <a:ext uri="{FF2B5EF4-FFF2-40B4-BE49-F238E27FC236}">
                <a16:creationId xmlns:a16="http://schemas.microsoft.com/office/drawing/2014/main" id="{67CBCBB2-88D7-BCE3-7916-11F0F236BF4A}"/>
              </a:ext>
            </a:extLst>
          </p:cNvPr>
          <p:cNvSpPr txBox="1"/>
          <p:nvPr/>
        </p:nvSpPr>
        <p:spPr>
          <a:xfrm>
            <a:off x="7213604" y="4747898"/>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14364193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CB454D7-CEE4-838B-D109-D776E2EA1CEE}"/>
              </a:ext>
            </a:extLst>
          </p:cNvPr>
          <p:cNvSpPr>
            <a:spLocks noGrp="1"/>
          </p:cNvSpPr>
          <p:nvPr>
            <p:ph sz="half" idx="1"/>
          </p:nvPr>
        </p:nvSpPr>
        <p:spPr/>
        <p:txBody>
          <a:bodyPr/>
          <a:lstStyle/>
          <a:p>
            <a:endParaRPr lang="en-US"/>
          </a:p>
        </p:txBody>
      </p:sp>
      <p:sp>
        <p:nvSpPr>
          <p:cNvPr id="84" name="TextBox 83">
            <a:extLst>
              <a:ext uri="{FF2B5EF4-FFF2-40B4-BE49-F238E27FC236}">
                <a16:creationId xmlns:a16="http://schemas.microsoft.com/office/drawing/2014/main" id="{FF60C56B-03A8-4A01-C370-4161AC79EB30}"/>
              </a:ext>
            </a:extLst>
          </p:cNvPr>
          <p:cNvSpPr txBox="1"/>
          <p:nvPr/>
        </p:nvSpPr>
        <p:spPr>
          <a:xfrm>
            <a:off x="3640666" y="901933"/>
            <a:ext cx="570089" cy="230832"/>
          </a:xfrm>
          <a:prstGeom prst="rect">
            <a:avLst/>
          </a:prstGeom>
          <a:noFill/>
        </p:spPr>
        <p:txBody>
          <a:bodyPr wrap="square" rtlCol="0">
            <a:spAutoFit/>
          </a:bodyPr>
          <a:lstStyle/>
          <a:p>
            <a:pPr algn="ctr"/>
            <a:r>
              <a:rPr lang="en-US" sz="900" dirty="0"/>
              <a:t>123456</a:t>
            </a:r>
          </a:p>
        </p:txBody>
      </p:sp>
      <p:sp>
        <p:nvSpPr>
          <p:cNvPr id="85" name="TextBox 84">
            <a:extLst>
              <a:ext uri="{FF2B5EF4-FFF2-40B4-BE49-F238E27FC236}">
                <a16:creationId xmlns:a16="http://schemas.microsoft.com/office/drawing/2014/main" id="{BF9BFDB4-9AD7-FA30-A0F2-18859BAA297D}"/>
              </a:ext>
            </a:extLst>
          </p:cNvPr>
          <p:cNvSpPr txBox="1"/>
          <p:nvPr/>
        </p:nvSpPr>
        <p:spPr>
          <a:xfrm>
            <a:off x="4143022" y="901933"/>
            <a:ext cx="570089" cy="230832"/>
          </a:xfrm>
          <a:prstGeom prst="rect">
            <a:avLst/>
          </a:prstGeom>
          <a:noFill/>
        </p:spPr>
        <p:txBody>
          <a:bodyPr wrap="square" rtlCol="0">
            <a:spAutoFit/>
          </a:bodyPr>
          <a:lstStyle/>
          <a:p>
            <a:pPr algn="ctr"/>
            <a:r>
              <a:rPr lang="en-US" sz="900" dirty="0"/>
              <a:t>123456</a:t>
            </a:r>
          </a:p>
        </p:txBody>
      </p:sp>
      <p:sp>
        <p:nvSpPr>
          <p:cNvPr id="86" name="TextBox 85">
            <a:extLst>
              <a:ext uri="{FF2B5EF4-FFF2-40B4-BE49-F238E27FC236}">
                <a16:creationId xmlns:a16="http://schemas.microsoft.com/office/drawing/2014/main" id="{1640DD29-1195-EF1F-8B16-EF9A84420D30}"/>
              </a:ext>
            </a:extLst>
          </p:cNvPr>
          <p:cNvSpPr txBox="1"/>
          <p:nvPr/>
        </p:nvSpPr>
        <p:spPr>
          <a:xfrm>
            <a:off x="4645378" y="901933"/>
            <a:ext cx="570089" cy="230832"/>
          </a:xfrm>
          <a:prstGeom prst="rect">
            <a:avLst/>
          </a:prstGeom>
          <a:noFill/>
        </p:spPr>
        <p:txBody>
          <a:bodyPr wrap="square" rtlCol="0">
            <a:spAutoFit/>
          </a:bodyPr>
          <a:lstStyle/>
          <a:p>
            <a:pPr algn="ctr"/>
            <a:r>
              <a:rPr lang="en-US" sz="900" dirty="0"/>
              <a:t>123456</a:t>
            </a:r>
          </a:p>
        </p:txBody>
      </p:sp>
      <p:sp>
        <p:nvSpPr>
          <p:cNvPr id="87" name="TextBox 86">
            <a:extLst>
              <a:ext uri="{FF2B5EF4-FFF2-40B4-BE49-F238E27FC236}">
                <a16:creationId xmlns:a16="http://schemas.microsoft.com/office/drawing/2014/main" id="{3E2A5CBA-3D0B-3A96-9C98-B514696923EE}"/>
              </a:ext>
            </a:extLst>
          </p:cNvPr>
          <p:cNvSpPr txBox="1"/>
          <p:nvPr/>
        </p:nvSpPr>
        <p:spPr>
          <a:xfrm>
            <a:off x="5147734" y="901933"/>
            <a:ext cx="570089" cy="230832"/>
          </a:xfrm>
          <a:prstGeom prst="rect">
            <a:avLst/>
          </a:prstGeom>
          <a:noFill/>
        </p:spPr>
        <p:txBody>
          <a:bodyPr wrap="square" rtlCol="0">
            <a:spAutoFit/>
          </a:bodyPr>
          <a:lstStyle/>
          <a:p>
            <a:pPr algn="ctr"/>
            <a:r>
              <a:rPr lang="en-US" sz="900" dirty="0"/>
              <a:t>123456</a:t>
            </a:r>
          </a:p>
        </p:txBody>
      </p:sp>
      <p:sp>
        <p:nvSpPr>
          <p:cNvPr id="88" name="TextBox 87">
            <a:extLst>
              <a:ext uri="{FF2B5EF4-FFF2-40B4-BE49-F238E27FC236}">
                <a16:creationId xmlns:a16="http://schemas.microsoft.com/office/drawing/2014/main" id="{A1FC491A-E2DD-10AD-68CE-6D3EEEB4EF94}"/>
              </a:ext>
            </a:extLst>
          </p:cNvPr>
          <p:cNvSpPr txBox="1"/>
          <p:nvPr/>
        </p:nvSpPr>
        <p:spPr>
          <a:xfrm>
            <a:off x="5650090" y="901933"/>
            <a:ext cx="570089" cy="230832"/>
          </a:xfrm>
          <a:prstGeom prst="rect">
            <a:avLst/>
          </a:prstGeom>
          <a:noFill/>
        </p:spPr>
        <p:txBody>
          <a:bodyPr wrap="square" rtlCol="0">
            <a:spAutoFit/>
          </a:bodyPr>
          <a:lstStyle/>
          <a:p>
            <a:pPr algn="ctr"/>
            <a:r>
              <a:rPr lang="en-US" sz="900" dirty="0"/>
              <a:t>123456</a:t>
            </a:r>
          </a:p>
        </p:txBody>
      </p:sp>
      <p:sp>
        <p:nvSpPr>
          <p:cNvPr id="89" name="TextBox 88">
            <a:extLst>
              <a:ext uri="{FF2B5EF4-FFF2-40B4-BE49-F238E27FC236}">
                <a16:creationId xmlns:a16="http://schemas.microsoft.com/office/drawing/2014/main" id="{80609A37-C41C-8535-9A55-84CA0EE83E45}"/>
              </a:ext>
            </a:extLst>
          </p:cNvPr>
          <p:cNvSpPr txBox="1"/>
          <p:nvPr/>
        </p:nvSpPr>
        <p:spPr>
          <a:xfrm>
            <a:off x="6152446" y="901933"/>
            <a:ext cx="570089" cy="230832"/>
          </a:xfrm>
          <a:prstGeom prst="rect">
            <a:avLst/>
          </a:prstGeom>
          <a:noFill/>
        </p:spPr>
        <p:txBody>
          <a:bodyPr wrap="square" rtlCol="0">
            <a:spAutoFit/>
          </a:bodyPr>
          <a:lstStyle/>
          <a:p>
            <a:pPr algn="ctr"/>
            <a:r>
              <a:rPr lang="en-US" sz="900" dirty="0"/>
              <a:t>123456</a:t>
            </a:r>
          </a:p>
        </p:txBody>
      </p:sp>
      <p:sp>
        <p:nvSpPr>
          <p:cNvPr id="90" name="TextBox 89">
            <a:extLst>
              <a:ext uri="{FF2B5EF4-FFF2-40B4-BE49-F238E27FC236}">
                <a16:creationId xmlns:a16="http://schemas.microsoft.com/office/drawing/2014/main" id="{A5A078A7-AA12-A695-6E1C-F4ADCC0563A3}"/>
              </a:ext>
            </a:extLst>
          </p:cNvPr>
          <p:cNvSpPr txBox="1"/>
          <p:nvPr/>
        </p:nvSpPr>
        <p:spPr>
          <a:xfrm>
            <a:off x="6654802" y="901933"/>
            <a:ext cx="570089" cy="230832"/>
          </a:xfrm>
          <a:prstGeom prst="rect">
            <a:avLst/>
          </a:prstGeom>
          <a:noFill/>
        </p:spPr>
        <p:txBody>
          <a:bodyPr wrap="square" rtlCol="0">
            <a:spAutoFit/>
          </a:bodyPr>
          <a:lstStyle/>
          <a:p>
            <a:pPr algn="ctr"/>
            <a:r>
              <a:rPr lang="en-US" sz="900" dirty="0"/>
              <a:t>123456</a:t>
            </a:r>
          </a:p>
        </p:txBody>
      </p:sp>
      <p:sp>
        <p:nvSpPr>
          <p:cNvPr id="91" name="TextBox 90">
            <a:extLst>
              <a:ext uri="{FF2B5EF4-FFF2-40B4-BE49-F238E27FC236}">
                <a16:creationId xmlns:a16="http://schemas.microsoft.com/office/drawing/2014/main" id="{4E91BCC9-7513-6620-4D5A-3AF70159AADC}"/>
              </a:ext>
            </a:extLst>
          </p:cNvPr>
          <p:cNvSpPr txBox="1"/>
          <p:nvPr/>
        </p:nvSpPr>
        <p:spPr>
          <a:xfrm>
            <a:off x="7157158" y="901933"/>
            <a:ext cx="570089" cy="230832"/>
          </a:xfrm>
          <a:prstGeom prst="rect">
            <a:avLst/>
          </a:prstGeom>
          <a:noFill/>
        </p:spPr>
        <p:txBody>
          <a:bodyPr wrap="square" rtlCol="0">
            <a:spAutoFit/>
          </a:bodyPr>
          <a:lstStyle/>
          <a:p>
            <a:pPr algn="ctr"/>
            <a:r>
              <a:rPr lang="en-US" sz="900" dirty="0"/>
              <a:t>123456</a:t>
            </a:r>
          </a:p>
        </p:txBody>
      </p:sp>
      <p:sp>
        <p:nvSpPr>
          <p:cNvPr id="92" name="TextBox 91">
            <a:extLst>
              <a:ext uri="{FF2B5EF4-FFF2-40B4-BE49-F238E27FC236}">
                <a16:creationId xmlns:a16="http://schemas.microsoft.com/office/drawing/2014/main" id="{5E04531A-D14B-3018-AA2E-66D8F2ECA708}"/>
              </a:ext>
            </a:extLst>
          </p:cNvPr>
          <p:cNvSpPr txBox="1"/>
          <p:nvPr/>
        </p:nvSpPr>
        <p:spPr>
          <a:xfrm>
            <a:off x="3138310" y="901933"/>
            <a:ext cx="570089" cy="230832"/>
          </a:xfrm>
          <a:prstGeom prst="rect">
            <a:avLst/>
          </a:prstGeom>
          <a:noFill/>
        </p:spPr>
        <p:txBody>
          <a:bodyPr wrap="square" rtlCol="0">
            <a:spAutoFit/>
          </a:bodyPr>
          <a:lstStyle/>
          <a:p>
            <a:pPr algn="ctr"/>
            <a:r>
              <a:rPr lang="en-US" sz="900" dirty="0"/>
              <a:t>123456</a:t>
            </a:r>
          </a:p>
        </p:txBody>
      </p:sp>
      <p:sp>
        <p:nvSpPr>
          <p:cNvPr id="95" name="TextBox 94">
            <a:extLst>
              <a:ext uri="{FF2B5EF4-FFF2-40B4-BE49-F238E27FC236}">
                <a16:creationId xmlns:a16="http://schemas.microsoft.com/office/drawing/2014/main" id="{8A3750D2-4D6A-C174-AB75-74C97E3EEC1C}"/>
              </a:ext>
            </a:extLst>
          </p:cNvPr>
          <p:cNvSpPr txBox="1"/>
          <p:nvPr/>
        </p:nvSpPr>
        <p:spPr>
          <a:xfrm>
            <a:off x="3640666" y="1402877"/>
            <a:ext cx="570089" cy="230832"/>
          </a:xfrm>
          <a:prstGeom prst="rect">
            <a:avLst/>
          </a:prstGeom>
          <a:noFill/>
        </p:spPr>
        <p:txBody>
          <a:bodyPr wrap="square" rtlCol="0">
            <a:spAutoFit/>
          </a:bodyPr>
          <a:lstStyle/>
          <a:p>
            <a:pPr algn="ctr"/>
            <a:r>
              <a:rPr lang="en-US" sz="900" dirty="0"/>
              <a:t>123456</a:t>
            </a:r>
          </a:p>
        </p:txBody>
      </p:sp>
      <p:sp>
        <p:nvSpPr>
          <p:cNvPr id="96" name="TextBox 95">
            <a:extLst>
              <a:ext uri="{FF2B5EF4-FFF2-40B4-BE49-F238E27FC236}">
                <a16:creationId xmlns:a16="http://schemas.microsoft.com/office/drawing/2014/main" id="{BD3B98C3-B2F4-A745-E9FE-7302EBAADA10}"/>
              </a:ext>
            </a:extLst>
          </p:cNvPr>
          <p:cNvSpPr txBox="1"/>
          <p:nvPr/>
        </p:nvSpPr>
        <p:spPr>
          <a:xfrm>
            <a:off x="4143022" y="1402877"/>
            <a:ext cx="570089" cy="230832"/>
          </a:xfrm>
          <a:prstGeom prst="rect">
            <a:avLst/>
          </a:prstGeom>
          <a:noFill/>
        </p:spPr>
        <p:txBody>
          <a:bodyPr wrap="square" rtlCol="0">
            <a:spAutoFit/>
          </a:bodyPr>
          <a:lstStyle/>
          <a:p>
            <a:pPr algn="ctr"/>
            <a:r>
              <a:rPr lang="en-US" sz="900" dirty="0"/>
              <a:t>123456</a:t>
            </a:r>
          </a:p>
        </p:txBody>
      </p:sp>
      <p:sp>
        <p:nvSpPr>
          <p:cNvPr id="97" name="TextBox 96">
            <a:extLst>
              <a:ext uri="{FF2B5EF4-FFF2-40B4-BE49-F238E27FC236}">
                <a16:creationId xmlns:a16="http://schemas.microsoft.com/office/drawing/2014/main" id="{53D9B785-7EEC-3C3E-D9D3-00ADFA3FA1B1}"/>
              </a:ext>
            </a:extLst>
          </p:cNvPr>
          <p:cNvSpPr txBox="1"/>
          <p:nvPr/>
        </p:nvSpPr>
        <p:spPr>
          <a:xfrm>
            <a:off x="4645378" y="1402877"/>
            <a:ext cx="570089" cy="230832"/>
          </a:xfrm>
          <a:prstGeom prst="rect">
            <a:avLst/>
          </a:prstGeom>
          <a:noFill/>
        </p:spPr>
        <p:txBody>
          <a:bodyPr wrap="square" rtlCol="0">
            <a:spAutoFit/>
          </a:bodyPr>
          <a:lstStyle/>
          <a:p>
            <a:pPr algn="ctr"/>
            <a:r>
              <a:rPr lang="en-US" sz="900" dirty="0"/>
              <a:t>123456</a:t>
            </a:r>
          </a:p>
        </p:txBody>
      </p:sp>
      <p:sp>
        <p:nvSpPr>
          <p:cNvPr id="98" name="TextBox 97">
            <a:extLst>
              <a:ext uri="{FF2B5EF4-FFF2-40B4-BE49-F238E27FC236}">
                <a16:creationId xmlns:a16="http://schemas.microsoft.com/office/drawing/2014/main" id="{2FB47043-5E04-FAB4-05BF-0CC87CA5EDF9}"/>
              </a:ext>
            </a:extLst>
          </p:cNvPr>
          <p:cNvSpPr txBox="1"/>
          <p:nvPr/>
        </p:nvSpPr>
        <p:spPr>
          <a:xfrm>
            <a:off x="5147734" y="1402877"/>
            <a:ext cx="570089" cy="230832"/>
          </a:xfrm>
          <a:prstGeom prst="rect">
            <a:avLst/>
          </a:prstGeom>
          <a:noFill/>
        </p:spPr>
        <p:txBody>
          <a:bodyPr wrap="square" rtlCol="0">
            <a:spAutoFit/>
          </a:bodyPr>
          <a:lstStyle/>
          <a:p>
            <a:pPr algn="ctr"/>
            <a:r>
              <a:rPr lang="en-US" sz="900" dirty="0"/>
              <a:t>123456</a:t>
            </a:r>
          </a:p>
        </p:txBody>
      </p:sp>
      <p:sp>
        <p:nvSpPr>
          <p:cNvPr id="99" name="TextBox 98">
            <a:extLst>
              <a:ext uri="{FF2B5EF4-FFF2-40B4-BE49-F238E27FC236}">
                <a16:creationId xmlns:a16="http://schemas.microsoft.com/office/drawing/2014/main" id="{1938E445-20DD-4F66-5EA3-45A33BAAC00E}"/>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123456</a:t>
            </a:r>
          </a:p>
        </p:txBody>
      </p:sp>
      <p:sp>
        <p:nvSpPr>
          <p:cNvPr id="100" name="TextBox 99">
            <a:extLst>
              <a:ext uri="{FF2B5EF4-FFF2-40B4-BE49-F238E27FC236}">
                <a16:creationId xmlns:a16="http://schemas.microsoft.com/office/drawing/2014/main" id="{E6226C55-846A-2224-F06C-4C411BC81432}"/>
              </a:ext>
            </a:extLst>
          </p:cNvPr>
          <p:cNvSpPr txBox="1"/>
          <p:nvPr/>
        </p:nvSpPr>
        <p:spPr>
          <a:xfrm>
            <a:off x="6152446" y="1402877"/>
            <a:ext cx="570089" cy="230832"/>
          </a:xfrm>
          <a:prstGeom prst="rect">
            <a:avLst/>
          </a:prstGeom>
          <a:noFill/>
        </p:spPr>
        <p:txBody>
          <a:bodyPr wrap="square" rtlCol="0">
            <a:spAutoFit/>
          </a:bodyPr>
          <a:lstStyle/>
          <a:p>
            <a:pPr algn="ctr"/>
            <a:r>
              <a:rPr lang="en-US" sz="900" dirty="0"/>
              <a:t>123456</a:t>
            </a:r>
          </a:p>
        </p:txBody>
      </p:sp>
      <p:sp>
        <p:nvSpPr>
          <p:cNvPr id="101" name="TextBox 100">
            <a:extLst>
              <a:ext uri="{FF2B5EF4-FFF2-40B4-BE49-F238E27FC236}">
                <a16:creationId xmlns:a16="http://schemas.microsoft.com/office/drawing/2014/main" id="{4AAA4F56-A9E2-9990-B932-EE4C5C4BB333}"/>
              </a:ext>
            </a:extLst>
          </p:cNvPr>
          <p:cNvSpPr txBox="1"/>
          <p:nvPr/>
        </p:nvSpPr>
        <p:spPr>
          <a:xfrm>
            <a:off x="6654802" y="1402877"/>
            <a:ext cx="570089" cy="230832"/>
          </a:xfrm>
          <a:prstGeom prst="rect">
            <a:avLst/>
          </a:prstGeom>
          <a:noFill/>
        </p:spPr>
        <p:txBody>
          <a:bodyPr wrap="square" rtlCol="0">
            <a:spAutoFit/>
          </a:bodyPr>
          <a:lstStyle/>
          <a:p>
            <a:pPr algn="ctr"/>
            <a:r>
              <a:rPr lang="en-US" sz="900" dirty="0"/>
              <a:t>123456</a:t>
            </a:r>
          </a:p>
        </p:txBody>
      </p:sp>
      <p:sp>
        <p:nvSpPr>
          <p:cNvPr id="102" name="TextBox 101">
            <a:extLst>
              <a:ext uri="{FF2B5EF4-FFF2-40B4-BE49-F238E27FC236}">
                <a16:creationId xmlns:a16="http://schemas.microsoft.com/office/drawing/2014/main" id="{DDA1384E-A2DB-85D7-DAF7-C45E7EA0BC93}"/>
              </a:ext>
            </a:extLst>
          </p:cNvPr>
          <p:cNvSpPr txBox="1"/>
          <p:nvPr/>
        </p:nvSpPr>
        <p:spPr>
          <a:xfrm>
            <a:off x="7157158" y="1402877"/>
            <a:ext cx="570089" cy="230832"/>
          </a:xfrm>
          <a:prstGeom prst="rect">
            <a:avLst/>
          </a:prstGeom>
          <a:noFill/>
        </p:spPr>
        <p:txBody>
          <a:bodyPr wrap="square" rtlCol="0">
            <a:spAutoFit/>
          </a:bodyPr>
          <a:lstStyle/>
          <a:p>
            <a:pPr algn="ctr"/>
            <a:r>
              <a:rPr lang="en-US" sz="900" dirty="0"/>
              <a:t>123456</a:t>
            </a:r>
          </a:p>
        </p:txBody>
      </p:sp>
      <p:sp>
        <p:nvSpPr>
          <p:cNvPr id="103" name="TextBox 102">
            <a:extLst>
              <a:ext uri="{FF2B5EF4-FFF2-40B4-BE49-F238E27FC236}">
                <a16:creationId xmlns:a16="http://schemas.microsoft.com/office/drawing/2014/main" id="{8A36C789-DA72-4617-34D7-CC915BF2F287}"/>
              </a:ext>
            </a:extLst>
          </p:cNvPr>
          <p:cNvSpPr txBox="1"/>
          <p:nvPr/>
        </p:nvSpPr>
        <p:spPr>
          <a:xfrm>
            <a:off x="3138310" y="1402877"/>
            <a:ext cx="570089" cy="230832"/>
          </a:xfrm>
          <a:prstGeom prst="rect">
            <a:avLst/>
          </a:prstGeom>
          <a:noFill/>
        </p:spPr>
        <p:txBody>
          <a:bodyPr wrap="square" rtlCol="0">
            <a:spAutoFit/>
          </a:bodyPr>
          <a:lstStyle/>
          <a:p>
            <a:pPr algn="ctr"/>
            <a:r>
              <a:rPr lang="en-US" sz="900" dirty="0"/>
              <a:t>123456</a:t>
            </a:r>
          </a:p>
        </p:txBody>
      </p:sp>
      <p:sp>
        <p:nvSpPr>
          <p:cNvPr id="105" name="TextBox 104">
            <a:extLst>
              <a:ext uri="{FF2B5EF4-FFF2-40B4-BE49-F238E27FC236}">
                <a16:creationId xmlns:a16="http://schemas.microsoft.com/office/drawing/2014/main" id="{F20473C0-11CD-45EB-4B77-C4D593C934E5}"/>
              </a:ext>
            </a:extLst>
          </p:cNvPr>
          <p:cNvSpPr txBox="1"/>
          <p:nvPr/>
        </p:nvSpPr>
        <p:spPr>
          <a:xfrm>
            <a:off x="3640666" y="1903821"/>
            <a:ext cx="570089" cy="230832"/>
          </a:xfrm>
          <a:prstGeom prst="rect">
            <a:avLst/>
          </a:prstGeom>
          <a:noFill/>
        </p:spPr>
        <p:txBody>
          <a:bodyPr wrap="square" rtlCol="0">
            <a:spAutoFit/>
          </a:bodyPr>
          <a:lstStyle/>
          <a:p>
            <a:pPr algn="ctr"/>
            <a:r>
              <a:rPr lang="en-US" sz="900" dirty="0"/>
              <a:t>123456</a:t>
            </a:r>
          </a:p>
        </p:txBody>
      </p:sp>
      <p:sp>
        <p:nvSpPr>
          <p:cNvPr id="106" name="TextBox 105">
            <a:extLst>
              <a:ext uri="{FF2B5EF4-FFF2-40B4-BE49-F238E27FC236}">
                <a16:creationId xmlns:a16="http://schemas.microsoft.com/office/drawing/2014/main" id="{B59BC938-D3FB-69C9-58B2-FBFF7673D167}"/>
              </a:ext>
            </a:extLst>
          </p:cNvPr>
          <p:cNvSpPr txBox="1"/>
          <p:nvPr/>
        </p:nvSpPr>
        <p:spPr>
          <a:xfrm>
            <a:off x="4143022" y="1903821"/>
            <a:ext cx="570089" cy="230832"/>
          </a:xfrm>
          <a:prstGeom prst="rect">
            <a:avLst/>
          </a:prstGeom>
          <a:noFill/>
        </p:spPr>
        <p:txBody>
          <a:bodyPr wrap="square" rtlCol="0">
            <a:spAutoFit/>
          </a:bodyPr>
          <a:lstStyle/>
          <a:p>
            <a:pPr algn="ctr"/>
            <a:r>
              <a:rPr lang="en-US" sz="900" dirty="0"/>
              <a:t>123456</a:t>
            </a:r>
          </a:p>
        </p:txBody>
      </p:sp>
      <p:sp>
        <p:nvSpPr>
          <p:cNvPr id="107" name="TextBox 106">
            <a:extLst>
              <a:ext uri="{FF2B5EF4-FFF2-40B4-BE49-F238E27FC236}">
                <a16:creationId xmlns:a16="http://schemas.microsoft.com/office/drawing/2014/main" id="{33281FCE-CA0D-882E-1770-68B5DDD6277A}"/>
              </a:ext>
            </a:extLst>
          </p:cNvPr>
          <p:cNvSpPr txBox="1"/>
          <p:nvPr/>
        </p:nvSpPr>
        <p:spPr>
          <a:xfrm>
            <a:off x="4645378" y="1903821"/>
            <a:ext cx="570089" cy="230832"/>
          </a:xfrm>
          <a:prstGeom prst="rect">
            <a:avLst/>
          </a:prstGeom>
          <a:noFill/>
        </p:spPr>
        <p:txBody>
          <a:bodyPr wrap="square" rtlCol="0">
            <a:spAutoFit/>
          </a:bodyPr>
          <a:lstStyle/>
          <a:p>
            <a:pPr algn="ctr"/>
            <a:r>
              <a:rPr lang="en-US" sz="900" dirty="0"/>
              <a:t>123456</a:t>
            </a:r>
          </a:p>
        </p:txBody>
      </p:sp>
      <p:sp>
        <p:nvSpPr>
          <p:cNvPr id="108" name="TextBox 107">
            <a:extLst>
              <a:ext uri="{FF2B5EF4-FFF2-40B4-BE49-F238E27FC236}">
                <a16:creationId xmlns:a16="http://schemas.microsoft.com/office/drawing/2014/main" id="{54D09948-1B45-CE41-35EA-332C0AB89FDB}"/>
              </a:ext>
            </a:extLst>
          </p:cNvPr>
          <p:cNvSpPr txBox="1"/>
          <p:nvPr/>
        </p:nvSpPr>
        <p:spPr>
          <a:xfrm>
            <a:off x="5147734" y="1903821"/>
            <a:ext cx="570089" cy="230832"/>
          </a:xfrm>
          <a:prstGeom prst="rect">
            <a:avLst/>
          </a:prstGeom>
          <a:noFill/>
        </p:spPr>
        <p:txBody>
          <a:bodyPr wrap="square" rtlCol="0">
            <a:spAutoFit/>
          </a:bodyPr>
          <a:lstStyle/>
          <a:p>
            <a:pPr algn="ctr"/>
            <a:r>
              <a:rPr lang="en-US" sz="900" dirty="0"/>
              <a:t>123456</a:t>
            </a:r>
          </a:p>
        </p:txBody>
      </p:sp>
      <p:sp>
        <p:nvSpPr>
          <p:cNvPr id="109" name="TextBox 108">
            <a:extLst>
              <a:ext uri="{FF2B5EF4-FFF2-40B4-BE49-F238E27FC236}">
                <a16:creationId xmlns:a16="http://schemas.microsoft.com/office/drawing/2014/main" id="{EABA7E41-188E-7074-BD6B-4A804753155E}"/>
              </a:ext>
            </a:extLst>
          </p:cNvPr>
          <p:cNvSpPr txBox="1"/>
          <p:nvPr/>
        </p:nvSpPr>
        <p:spPr>
          <a:xfrm>
            <a:off x="5650090" y="1903821"/>
            <a:ext cx="570089" cy="230832"/>
          </a:xfrm>
          <a:prstGeom prst="rect">
            <a:avLst/>
          </a:prstGeom>
          <a:noFill/>
        </p:spPr>
        <p:txBody>
          <a:bodyPr wrap="square" rtlCol="0">
            <a:spAutoFit/>
          </a:bodyPr>
          <a:lstStyle/>
          <a:p>
            <a:pPr algn="ctr"/>
            <a:r>
              <a:rPr lang="en-US" sz="900" dirty="0"/>
              <a:t>123456</a:t>
            </a:r>
          </a:p>
        </p:txBody>
      </p:sp>
      <p:sp>
        <p:nvSpPr>
          <p:cNvPr id="110" name="TextBox 109">
            <a:extLst>
              <a:ext uri="{FF2B5EF4-FFF2-40B4-BE49-F238E27FC236}">
                <a16:creationId xmlns:a16="http://schemas.microsoft.com/office/drawing/2014/main" id="{72621310-1D87-C359-D210-913EB69A2EE8}"/>
              </a:ext>
            </a:extLst>
          </p:cNvPr>
          <p:cNvSpPr txBox="1"/>
          <p:nvPr/>
        </p:nvSpPr>
        <p:spPr>
          <a:xfrm>
            <a:off x="6152446" y="1903821"/>
            <a:ext cx="570089" cy="230832"/>
          </a:xfrm>
          <a:prstGeom prst="rect">
            <a:avLst/>
          </a:prstGeom>
          <a:noFill/>
        </p:spPr>
        <p:txBody>
          <a:bodyPr wrap="square" rtlCol="0">
            <a:spAutoFit/>
          </a:bodyPr>
          <a:lstStyle/>
          <a:p>
            <a:pPr algn="ctr"/>
            <a:r>
              <a:rPr lang="en-US" sz="900" dirty="0"/>
              <a:t>123456</a:t>
            </a:r>
          </a:p>
        </p:txBody>
      </p:sp>
      <p:sp>
        <p:nvSpPr>
          <p:cNvPr id="111" name="TextBox 110">
            <a:extLst>
              <a:ext uri="{FF2B5EF4-FFF2-40B4-BE49-F238E27FC236}">
                <a16:creationId xmlns:a16="http://schemas.microsoft.com/office/drawing/2014/main" id="{83098FE2-EA54-5D61-2C32-CBE3755DCF0D}"/>
              </a:ext>
            </a:extLst>
          </p:cNvPr>
          <p:cNvSpPr txBox="1"/>
          <p:nvPr/>
        </p:nvSpPr>
        <p:spPr>
          <a:xfrm>
            <a:off x="6654802" y="1903821"/>
            <a:ext cx="570089" cy="230832"/>
          </a:xfrm>
          <a:prstGeom prst="rect">
            <a:avLst/>
          </a:prstGeom>
          <a:noFill/>
        </p:spPr>
        <p:txBody>
          <a:bodyPr wrap="square" rtlCol="0">
            <a:spAutoFit/>
          </a:bodyPr>
          <a:lstStyle/>
          <a:p>
            <a:pPr algn="ctr"/>
            <a:r>
              <a:rPr lang="en-US" sz="900" dirty="0"/>
              <a:t>123456</a:t>
            </a:r>
          </a:p>
        </p:txBody>
      </p:sp>
      <p:sp>
        <p:nvSpPr>
          <p:cNvPr id="112" name="TextBox 111">
            <a:extLst>
              <a:ext uri="{FF2B5EF4-FFF2-40B4-BE49-F238E27FC236}">
                <a16:creationId xmlns:a16="http://schemas.microsoft.com/office/drawing/2014/main" id="{E14006A6-26D4-D65B-E5E2-AE741EE5E69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123456</a:t>
            </a:r>
          </a:p>
        </p:txBody>
      </p:sp>
      <p:sp>
        <p:nvSpPr>
          <p:cNvPr id="113" name="TextBox 112">
            <a:extLst>
              <a:ext uri="{FF2B5EF4-FFF2-40B4-BE49-F238E27FC236}">
                <a16:creationId xmlns:a16="http://schemas.microsoft.com/office/drawing/2014/main" id="{6D6ACA82-4B0E-6FF8-BE11-0CF8C041C6B1}"/>
              </a:ext>
            </a:extLst>
          </p:cNvPr>
          <p:cNvSpPr txBox="1"/>
          <p:nvPr/>
        </p:nvSpPr>
        <p:spPr>
          <a:xfrm>
            <a:off x="3138310" y="1903821"/>
            <a:ext cx="570089" cy="230832"/>
          </a:xfrm>
          <a:prstGeom prst="rect">
            <a:avLst/>
          </a:prstGeom>
          <a:noFill/>
        </p:spPr>
        <p:txBody>
          <a:bodyPr wrap="square" rtlCol="0">
            <a:spAutoFit/>
          </a:bodyPr>
          <a:lstStyle/>
          <a:p>
            <a:pPr algn="ctr"/>
            <a:r>
              <a:rPr lang="en-US" sz="900" dirty="0"/>
              <a:t>123456</a:t>
            </a:r>
          </a:p>
        </p:txBody>
      </p:sp>
      <p:sp>
        <p:nvSpPr>
          <p:cNvPr id="115" name="TextBox 114">
            <a:extLst>
              <a:ext uri="{FF2B5EF4-FFF2-40B4-BE49-F238E27FC236}">
                <a16:creationId xmlns:a16="http://schemas.microsoft.com/office/drawing/2014/main" id="{F98BE1F8-A8A1-B970-06DB-7B5C6C9890BD}"/>
              </a:ext>
            </a:extLst>
          </p:cNvPr>
          <p:cNvSpPr txBox="1"/>
          <p:nvPr/>
        </p:nvSpPr>
        <p:spPr>
          <a:xfrm>
            <a:off x="3640666" y="2404765"/>
            <a:ext cx="570089" cy="230832"/>
          </a:xfrm>
          <a:prstGeom prst="rect">
            <a:avLst/>
          </a:prstGeom>
          <a:noFill/>
        </p:spPr>
        <p:txBody>
          <a:bodyPr wrap="square" rtlCol="0">
            <a:spAutoFit/>
          </a:bodyPr>
          <a:lstStyle/>
          <a:p>
            <a:pPr algn="ctr"/>
            <a:r>
              <a:rPr lang="en-US" sz="900" dirty="0"/>
              <a:t>123456</a:t>
            </a:r>
          </a:p>
        </p:txBody>
      </p:sp>
      <p:sp>
        <p:nvSpPr>
          <p:cNvPr id="116" name="TextBox 115">
            <a:extLst>
              <a:ext uri="{FF2B5EF4-FFF2-40B4-BE49-F238E27FC236}">
                <a16:creationId xmlns:a16="http://schemas.microsoft.com/office/drawing/2014/main" id="{C086882C-989E-3F24-421F-95B5067DE38E}"/>
              </a:ext>
            </a:extLst>
          </p:cNvPr>
          <p:cNvSpPr txBox="1"/>
          <p:nvPr/>
        </p:nvSpPr>
        <p:spPr>
          <a:xfrm>
            <a:off x="4143022" y="2404765"/>
            <a:ext cx="570089" cy="230832"/>
          </a:xfrm>
          <a:prstGeom prst="rect">
            <a:avLst/>
          </a:prstGeom>
          <a:noFill/>
        </p:spPr>
        <p:txBody>
          <a:bodyPr wrap="square" rtlCol="0">
            <a:spAutoFit/>
          </a:bodyPr>
          <a:lstStyle/>
          <a:p>
            <a:pPr algn="ctr"/>
            <a:r>
              <a:rPr lang="en-US" sz="900" dirty="0"/>
              <a:t>123456</a:t>
            </a:r>
          </a:p>
        </p:txBody>
      </p:sp>
      <p:sp>
        <p:nvSpPr>
          <p:cNvPr id="117" name="TextBox 116">
            <a:extLst>
              <a:ext uri="{FF2B5EF4-FFF2-40B4-BE49-F238E27FC236}">
                <a16:creationId xmlns:a16="http://schemas.microsoft.com/office/drawing/2014/main" id="{C49099AA-E57F-1DF2-3785-1A001BB1C70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123456</a:t>
            </a:r>
          </a:p>
        </p:txBody>
      </p:sp>
      <p:sp>
        <p:nvSpPr>
          <p:cNvPr id="118" name="TextBox 117">
            <a:extLst>
              <a:ext uri="{FF2B5EF4-FFF2-40B4-BE49-F238E27FC236}">
                <a16:creationId xmlns:a16="http://schemas.microsoft.com/office/drawing/2014/main" id="{CC6495DA-918C-4230-9D51-E7479351102E}"/>
              </a:ext>
            </a:extLst>
          </p:cNvPr>
          <p:cNvSpPr txBox="1"/>
          <p:nvPr/>
        </p:nvSpPr>
        <p:spPr>
          <a:xfrm>
            <a:off x="5147734" y="2404765"/>
            <a:ext cx="570089" cy="230832"/>
          </a:xfrm>
          <a:prstGeom prst="rect">
            <a:avLst/>
          </a:prstGeom>
          <a:noFill/>
        </p:spPr>
        <p:txBody>
          <a:bodyPr wrap="square" rtlCol="0">
            <a:spAutoFit/>
          </a:bodyPr>
          <a:lstStyle/>
          <a:p>
            <a:pPr algn="ctr"/>
            <a:r>
              <a:rPr lang="en-US" sz="900" dirty="0"/>
              <a:t>123456</a:t>
            </a:r>
          </a:p>
        </p:txBody>
      </p:sp>
      <p:sp>
        <p:nvSpPr>
          <p:cNvPr id="119" name="TextBox 118">
            <a:extLst>
              <a:ext uri="{FF2B5EF4-FFF2-40B4-BE49-F238E27FC236}">
                <a16:creationId xmlns:a16="http://schemas.microsoft.com/office/drawing/2014/main" id="{A7E7D0D1-94B5-DEDF-0E2F-C3DD26546365}"/>
              </a:ext>
            </a:extLst>
          </p:cNvPr>
          <p:cNvSpPr txBox="1"/>
          <p:nvPr/>
        </p:nvSpPr>
        <p:spPr>
          <a:xfrm>
            <a:off x="5650090" y="2404765"/>
            <a:ext cx="570089" cy="230832"/>
          </a:xfrm>
          <a:prstGeom prst="rect">
            <a:avLst/>
          </a:prstGeom>
          <a:noFill/>
        </p:spPr>
        <p:txBody>
          <a:bodyPr wrap="square" rtlCol="0">
            <a:spAutoFit/>
          </a:bodyPr>
          <a:lstStyle/>
          <a:p>
            <a:pPr algn="ctr"/>
            <a:r>
              <a:rPr lang="en-US" sz="900" dirty="0"/>
              <a:t>123456</a:t>
            </a:r>
          </a:p>
        </p:txBody>
      </p:sp>
      <p:sp>
        <p:nvSpPr>
          <p:cNvPr id="120" name="TextBox 119">
            <a:extLst>
              <a:ext uri="{FF2B5EF4-FFF2-40B4-BE49-F238E27FC236}">
                <a16:creationId xmlns:a16="http://schemas.microsoft.com/office/drawing/2014/main" id="{F7324CDE-A25D-D9AB-9F51-93CD86EE0759}"/>
              </a:ext>
            </a:extLst>
          </p:cNvPr>
          <p:cNvSpPr txBox="1"/>
          <p:nvPr/>
        </p:nvSpPr>
        <p:spPr>
          <a:xfrm>
            <a:off x="6152446" y="2404765"/>
            <a:ext cx="570089" cy="230832"/>
          </a:xfrm>
          <a:prstGeom prst="rect">
            <a:avLst/>
          </a:prstGeom>
          <a:noFill/>
        </p:spPr>
        <p:txBody>
          <a:bodyPr wrap="square" rtlCol="0">
            <a:spAutoFit/>
          </a:bodyPr>
          <a:lstStyle/>
          <a:p>
            <a:pPr algn="ctr"/>
            <a:r>
              <a:rPr lang="en-US" sz="900" dirty="0"/>
              <a:t>123456</a:t>
            </a:r>
          </a:p>
        </p:txBody>
      </p:sp>
      <p:sp>
        <p:nvSpPr>
          <p:cNvPr id="121" name="TextBox 120">
            <a:extLst>
              <a:ext uri="{FF2B5EF4-FFF2-40B4-BE49-F238E27FC236}">
                <a16:creationId xmlns:a16="http://schemas.microsoft.com/office/drawing/2014/main" id="{26B144A0-6A62-2178-F93B-F1E912D7E91A}"/>
              </a:ext>
            </a:extLst>
          </p:cNvPr>
          <p:cNvSpPr txBox="1"/>
          <p:nvPr/>
        </p:nvSpPr>
        <p:spPr>
          <a:xfrm>
            <a:off x="6654802" y="2404765"/>
            <a:ext cx="570089" cy="230832"/>
          </a:xfrm>
          <a:prstGeom prst="rect">
            <a:avLst/>
          </a:prstGeom>
          <a:noFill/>
        </p:spPr>
        <p:txBody>
          <a:bodyPr wrap="square" rtlCol="0">
            <a:spAutoFit/>
          </a:bodyPr>
          <a:lstStyle/>
          <a:p>
            <a:pPr algn="ctr"/>
            <a:r>
              <a:rPr lang="en-US" sz="900" dirty="0"/>
              <a:t>123456</a:t>
            </a:r>
          </a:p>
        </p:txBody>
      </p:sp>
      <p:sp>
        <p:nvSpPr>
          <p:cNvPr id="122" name="TextBox 121">
            <a:extLst>
              <a:ext uri="{FF2B5EF4-FFF2-40B4-BE49-F238E27FC236}">
                <a16:creationId xmlns:a16="http://schemas.microsoft.com/office/drawing/2014/main" id="{81C64677-8826-3E39-7AF4-21CB0CCF5788}"/>
              </a:ext>
            </a:extLst>
          </p:cNvPr>
          <p:cNvSpPr txBox="1"/>
          <p:nvPr/>
        </p:nvSpPr>
        <p:spPr>
          <a:xfrm>
            <a:off x="7157158" y="2404765"/>
            <a:ext cx="570089" cy="230832"/>
          </a:xfrm>
          <a:prstGeom prst="rect">
            <a:avLst/>
          </a:prstGeom>
          <a:noFill/>
        </p:spPr>
        <p:txBody>
          <a:bodyPr wrap="square" rtlCol="0">
            <a:spAutoFit/>
          </a:bodyPr>
          <a:lstStyle/>
          <a:p>
            <a:pPr algn="ctr"/>
            <a:r>
              <a:rPr lang="en-US" sz="900" dirty="0"/>
              <a:t>123456</a:t>
            </a:r>
          </a:p>
        </p:txBody>
      </p:sp>
      <p:sp>
        <p:nvSpPr>
          <p:cNvPr id="123" name="TextBox 122">
            <a:extLst>
              <a:ext uri="{FF2B5EF4-FFF2-40B4-BE49-F238E27FC236}">
                <a16:creationId xmlns:a16="http://schemas.microsoft.com/office/drawing/2014/main" id="{4588FC59-0908-97A5-21AB-5F6F09BAE727}"/>
              </a:ext>
            </a:extLst>
          </p:cNvPr>
          <p:cNvSpPr txBox="1"/>
          <p:nvPr/>
        </p:nvSpPr>
        <p:spPr>
          <a:xfrm>
            <a:off x="3138310" y="2404765"/>
            <a:ext cx="570089" cy="230832"/>
          </a:xfrm>
          <a:prstGeom prst="rect">
            <a:avLst/>
          </a:prstGeom>
          <a:noFill/>
        </p:spPr>
        <p:txBody>
          <a:bodyPr wrap="square" rtlCol="0">
            <a:spAutoFit/>
          </a:bodyPr>
          <a:lstStyle/>
          <a:p>
            <a:pPr algn="ctr"/>
            <a:r>
              <a:rPr lang="en-US" sz="900" dirty="0"/>
              <a:t>123456</a:t>
            </a:r>
          </a:p>
        </p:txBody>
      </p:sp>
      <p:sp>
        <p:nvSpPr>
          <p:cNvPr id="125" name="TextBox 124">
            <a:extLst>
              <a:ext uri="{FF2B5EF4-FFF2-40B4-BE49-F238E27FC236}">
                <a16:creationId xmlns:a16="http://schemas.microsoft.com/office/drawing/2014/main" id="{586C48C3-3F20-4B17-FA41-C4741506D5B3}"/>
              </a:ext>
            </a:extLst>
          </p:cNvPr>
          <p:cNvSpPr txBox="1"/>
          <p:nvPr/>
        </p:nvSpPr>
        <p:spPr>
          <a:xfrm>
            <a:off x="3640666" y="2905709"/>
            <a:ext cx="570089" cy="230832"/>
          </a:xfrm>
          <a:prstGeom prst="rect">
            <a:avLst/>
          </a:prstGeom>
          <a:noFill/>
        </p:spPr>
        <p:txBody>
          <a:bodyPr wrap="square" rtlCol="0">
            <a:spAutoFit/>
          </a:bodyPr>
          <a:lstStyle/>
          <a:p>
            <a:pPr algn="ctr"/>
            <a:r>
              <a:rPr lang="en-US" sz="900" dirty="0"/>
              <a:t>123456</a:t>
            </a:r>
          </a:p>
        </p:txBody>
      </p:sp>
      <p:sp>
        <p:nvSpPr>
          <p:cNvPr id="126" name="TextBox 125">
            <a:extLst>
              <a:ext uri="{FF2B5EF4-FFF2-40B4-BE49-F238E27FC236}">
                <a16:creationId xmlns:a16="http://schemas.microsoft.com/office/drawing/2014/main" id="{936E54B7-6F97-FEF2-F03B-7AAAC01D3E2B}"/>
              </a:ext>
            </a:extLst>
          </p:cNvPr>
          <p:cNvSpPr txBox="1"/>
          <p:nvPr/>
        </p:nvSpPr>
        <p:spPr>
          <a:xfrm>
            <a:off x="4143022" y="2905709"/>
            <a:ext cx="570089" cy="230832"/>
          </a:xfrm>
          <a:prstGeom prst="rect">
            <a:avLst/>
          </a:prstGeom>
          <a:noFill/>
        </p:spPr>
        <p:txBody>
          <a:bodyPr wrap="square" rtlCol="0">
            <a:spAutoFit/>
          </a:bodyPr>
          <a:lstStyle/>
          <a:p>
            <a:pPr algn="ctr"/>
            <a:r>
              <a:rPr lang="en-US" sz="900" dirty="0"/>
              <a:t>123456</a:t>
            </a:r>
          </a:p>
        </p:txBody>
      </p:sp>
      <p:sp>
        <p:nvSpPr>
          <p:cNvPr id="127" name="TextBox 126">
            <a:extLst>
              <a:ext uri="{FF2B5EF4-FFF2-40B4-BE49-F238E27FC236}">
                <a16:creationId xmlns:a16="http://schemas.microsoft.com/office/drawing/2014/main" id="{E7C25FD9-9D4C-557E-C6E5-AE3416E50F87}"/>
              </a:ext>
            </a:extLst>
          </p:cNvPr>
          <p:cNvSpPr txBox="1"/>
          <p:nvPr/>
        </p:nvSpPr>
        <p:spPr>
          <a:xfrm>
            <a:off x="4645378" y="2905709"/>
            <a:ext cx="570089" cy="230832"/>
          </a:xfrm>
          <a:prstGeom prst="rect">
            <a:avLst/>
          </a:prstGeom>
          <a:noFill/>
        </p:spPr>
        <p:txBody>
          <a:bodyPr wrap="square" rtlCol="0">
            <a:spAutoFit/>
          </a:bodyPr>
          <a:lstStyle/>
          <a:p>
            <a:pPr algn="ctr"/>
            <a:r>
              <a:rPr lang="en-US" sz="900" dirty="0"/>
              <a:t>123456</a:t>
            </a:r>
          </a:p>
        </p:txBody>
      </p:sp>
      <p:sp>
        <p:nvSpPr>
          <p:cNvPr id="128" name="TextBox 127">
            <a:extLst>
              <a:ext uri="{FF2B5EF4-FFF2-40B4-BE49-F238E27FC236}">
                <a16:creationId xmlns:a16="http://schemas.microsoft.com/office/drawing/2014/main" id="{64BDD1AE-DB4B-3CA5-431D-DA60E23D2FD1}"/>
              </a:ext>
            </a:extLst>
          </p:cNvPr>
          <p:cNvSpPr txBox="1"/>
          <p:nvPr/>
        </p:nvSpPr>
        <p:spPr>
          <a:xfrm>
            <a:off x="5147734" y="2905709"/>
            <a:ext cx="570089" cy="230832"/>
          </a:xfrm>
          <a:prstGeom prst="rect">
            <a:avLst/>
          </a:prstGeom>
          <a:noFill/>
        </p:spPr>
        <p:txBody>
          <a:bodyPr wrap="square" rtlCol="0">
            <a:spAutoFit/>
          </a:bodyPr>
          <a:lstStyle/>
          <a:p>
            <a:pPr algn="ctr"/>
            <a:r>
              <a:rPr lang="en-US" sz="900" dirty="0"/>
              <a:t>123456</a:t>
            </a:r>
          </a:p>
        </p:txBody>
      </p:sp>
      <p:sp>
        <p:nvSpPr>
          <p:cNvPr id="129" name="TextBox 128">
            <a:extLst>
              <a:ext uri="{FF2B5EF4-FFF2-40B4-BE49-F238E27FC236}">
                <a16:creationId xmlns:a16="http://schemas.microsoft.com/office/drawing/2014/main" id="{106A23A5-E07D-6AD3-A25E-E208CD6EA386}"/>
              </a:ext>
            </a:extLst>
          </p:cNvPr>
          <p:cNvSpPr txBox="1"/>
          <p:nvPr/>
        </p:nvSpPr>
        <p:spPr>
          <a:xfrm>
            <a:off x="5650090" y="2905709"/>
            <a:ext cx="570089" cy="230832"/>
          </a:xfrm>
          <a:prstGeom prst="rect">
            <a:avLst/>
          </a:prstGeom>
          <a:noFill/>
        </p:spPr>
        <p:txBody>
          <a:bodyPr wrap="square" rtlCol="0">
            <a:spAutoFit/>
          </a:bodyPr>
          <a:lstStyle/>
          <a:p>
            <a:pPr algn="ctr"/>
            <a:r>
              <a:rPr lang="en-US" sz="900" dirty="0"/>
              <a:t>123456</a:t>
            </a:r>
          </a:p>
        </p:txBody>
      </p:sp>
      <p:sp>
        <p:nvSpPr>
          <p:cNvPr id="130" name="TextBox 129">
            <a:extLst>
              <a:ext uri="{FF2B5EF4-FFF2-40B4-BE49-F238E27FC236}">
                <a16:creationId xmlns:a16="http://schemas.microsoft.com/office/drawing/2014/main" id="{62D20885-59F5-D5EF-192A-38A4DDB2A2F6}"/>
              </a:ext>
            </a:extLst>
          </p:cNvPr>
          <p:cNvSpPr txBox="1"/>
          <p:nvPr/>
        </p:nvSpPr>
        <p:spPr>
          <a:xfrm>
            <a:off x="6152446" y="2905709"/>
            <a:ext cx="570089" cy="230832"/>
          </a:xfrm>
          <a:prstGeom prst="rect">
            <a:avLst/>
          </a:prstGeom>
          <a:noFill/>
        </p:spPr>
        <p:txBody>
          <a:bodyPr wrap="square" rtlCol="0">
            <a:spAutoFit/>
          </a:bodyPr>
          <a:lstStyle/>
          <a:p>
            <a:pPr algn="ctr"/>
            <a:r>
              <a:rPr lang="en-US" sz="900" dirty="0"/>
              <a:t>123456</a:t>
            </a:r>
          </a:p>
        </p:txBody>
      </p:sp>
      <p:sp>
        <p:nvSpPr>
          <p:cNvPr id="131" name="TextBox 130">
            <a:extLst>
              <a:ext uri="{FF2B5EF4-FFF2-40B4-BE49-F238E27FC236}">
                <a16:creationId xmlns:a16="http://schemas.microsoft.com/office/drawing/2014/main" id="{0E2FA26F-0294-745E-AC34-3565C142AA52}"/>
              </a:ext>
            </a:extLst>
          </p:cNvPr>
          <p:cNvSpPr txBox="1"/>
          <p:nvPr/>
        </p:nvSpPr>
        <p:spPr>
          <a:xfrm>
            <a:off x="6654802" y="2905709"/>
            <a:ext cx="570089" cy="230832"/>
          </a:xfrm>
          <a:prstGeom prst="rect">
            <a:avLst/>
          </a:prstGeom>
          <a:noFill/>
        </p:spPr>
        <p:txBody>
          <a:bodyPr wrap="square" rtlCol="0">
            <a:spAutoFit/>
          </a:bodyPr>
          <a:lstStyle/>
          <a:p>
            <a:pPr algn="ctr"/>
            <a:r>
              <a:rPr lang="en-US" sz="900" dirty="0"/>
              <a:t>123456</a:t>
            </a:r>
          </a:p>
        </p:txBody>
      </p:sp>
      <p:sp>
        <p:nvSpPr>
          <p:cNvPr id="132" name="TextBox 131">
            <a:extLst>
              <a:ext uri="{FF2B5EF4-FFF2-40B4-BE49-F238E27FC236}">
                <a16:creationId xmlns:a16="http://schemas.microsoft.com/office/drawing/2014/main" id="{3B15544F-BE52-A2FE-4074-37906CE3AEBE}"/>
              </a:ext>
            </a:extLst>
          </p:cNvPr>
          <p:cNvSpPr txBox="1"/>
          <p:nvPr/>
        </p:nvSpPr>
        <p:spPr>
          <a:xfrm>
            <a:off x="7157158" y="2905709"/>
            <a:ext cx="570089" cy="230832"/>
          </a:xfrm>
          <a:prstGeom prst="rect">
            <a:avLst/>
          </a:prstGeom>
          <a:noFill/>
        </p:spPr>
        <p:txBody>
          <a:bodyPr wrap="square" rtlCol="0">
            <a:spAutoFit/>
          </a:bodyPr>
          <a:lstStyle/>
          <a:p>
            <a:pPr algn="ctr"/>
            <a:r>
              <a:rPr lang="en-US" sz="900" dirty="0"/>
              <a:t>123456</a:t>
            </a:r>
          </a:p>
        </p:txBody>
      </p:sp>
      <p:sp>
        <p:nvSpPr>
          <p:cNvPr id="133" name="TextBox 132">
            <a:extLst>
              <a:ext uri="{FF2B5EF4-FFF2-40B4-BE49-F238E27FC236}">
                <a16:creationId xmlns:a16="http://schemas.microsoft.com/office/drawing/2014/main" id="{80FDCC57-DE1D-E76B-839F-85D9E51752F5}"/>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123456</a:t>
            </a:r>
          </a:p>
        </p:txBody>
      </p:sp>
      <p:sp>
        <p:nvSpPr>
          <p:cNvPr id="135" name="TextBox 134">
            <a:extLst>
              <a:ext uri="{FF2B5EF4-FFF2-40B4-BE49-F238E27FC236}">
                <a16:creationId xmlns:a16="http://schemas.microsoft.com/office/drawing/2014/main" id="{47E407FD-7F9A-2A98-FC1F-6A88834BE97A}"/>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123456</a:t>
            </a:r>
          </a:p>
        </p:txBody>
      </p:sp>
      <p:sp>
        <p:nvSpPr>
          <p:cNvPr id="136" name="TextBox 135">
            <a:extLst>
              <a:ext uri="{FF2B5EF4-FFF2-40B4-BE49-F238E27FC236}">
                <a16:creationId xmlns:a16="http://schemas.microsoft.com/office/drawing/2014/main" id="{F2B603FB-9593-8853-522A-B1FD932C7C50}"/>
              </a:ext>
            </a:extLst>
          </p:cNvPr>
          <p:cNvSpPr txBox="1"/>
          <p:nvPr/>
        </p:nvSpPr>
        <p:spPr>
          <a:xfrm>
            <a:off x="4143022" y="3406653"/>
            <a:ext cx="570089" cy="230832"/>
          </a:xfrm>
          <a:prstGeom prst="rect">
            <a:avLst/>
          </a:prstGeom>
          <a:noFill/>
        </p:spPr>
        <p:txBody>
          <a:bodyPr wrap="square" rtlCol="0">
            <a:spAutoFit/>
          </a:bodyPr>
          <a:lstStyle/>
          <a:p>
            <a:pPr algn="ctr"/>
            <a:r>
              <a:rPr lang="en-US" sz="900" dirty="0"/>
              <a:t>123456</a:t>
            </a:r>
          </a:p>
        </p:txBody>
      </p:sp>
      <p:sp>
        <p:nvSpPr>
          <p:cNvPr id="137" name="TextBox 136">
            <a:extLst>
              <a:ext uri="{FF2B5EF4-FFF2-40B4-BE49-F238E27FC236}">
                <a16:creationId xmlns:a16="http://schemas.microsoft.com/office/drawing/2014/main" id="{99173C26-DABF-28BB-EBE2-D16BF5CA43E7}"/>
              </a:ext>
            </a:extLst>
          </p:cNvPr>
          <p:cNvSpPr txBox="1"/>
          <p:nvPr/>
        </p:nvSpPr>
        <p:spPr>
          <a:xfrm>
            <a:off x="4645378" y="3406653"/>
            <a:ext cx="570089" cy="230832"/>
          </a:xfrm>
          <a:prstGeom prst="rect">
            <a:avLst/>
          </a:prstGeom>
          <a:noFill/>
        </p:spPr>
        <p:txBody>
          <a:bodyPr wrap="square" rtlCol="0">
            <a:spAutoFit/>
          </a:bodyPr>
          <a:lstStyle/>
          <a:p>
            <a:pPr algn="ctr"/>
            <a:r>
              <a:rPr lang="en-US" sz="900" dirty="0"/>
              <a:t>123456</a:t>
            </a:r>
          </a:p>
        </p:txBody>
      </p:sp>
      <p:sp>
        <p:nvSpPr>
          <p:cNvPr id="138" name="TextBox 137">
            <a:extLst>
              <a:ext uri="{FF2B5EF4-FFF2-40B4-BE49-F238E27FC236}">
                <a16:creationId xmlns:a16="http://schemas.microsoft.com/office/drawing/2014/main" id="{B75A6AEB-6650-CFA4-9CEA-2023F1ADBC58}"/>
              </a:ext>
            </a:extLst>
          </p:cNvPr>
          <p:cNvSpPr txBox="1"/>
          <p:nvPr/>
        </p:nvSpPr>
        <p:spPr>
          <a:xfrm>
            <a:off x="5147734" y="3406653"/>
            <a:ext cx="570089" cy="230832"/>
          </a:xfrm>
          <a:prstGeom prst="rect">
            <a:avLst/>
          </a:prstGeom>
          <a:noFill/>
        </p:spPr>
        <p:txBody>
          <a:bodyPr wrap="square" rtlCol="0">
            <a:spAutoFit/>
          </a:bodyPr>
          <a:lstStyle/>
          <a:p>
            <a:pPr algn="ctr"/>
            <a:r>
              <a:rPr lang="en-US" sz="900" dirty="0"/>
              <a:t>123456</a:t>
            </a:r>
          </a:p>
        </p:txBody>
      </p:sp>
      <p:sp>
        <p:nvSpPr>
          <p:cNvPr id="139" name="TextBox 138">
            <a:extLst>
              <a:ext uri="{FF2B5EF4-FFF2-40B4-BE49-F238E27FC236}">
                <a16:creationId xmlns:a16="http://schemas.microsoft.com/office/drawing/2014/main" id="{E6574ACB-29E9-A27A-5747-5085F358A12E}"/>
              </a:ext>
            </a:extLst>
          </p:cNvPr>
          <p:cNvSpPr txBox="1"/>
          <p:nvPr/>
        </p:nvSpPr>
        <p:spPr>
          <a:xfrm>
            <a:off x="5650090" y="3406653"/>
            <a:ext cx="570089" cy="230832"/>
          </a:xfrm>
          <a:prstGeom prst="rect">
            <a:avLst/>
          </a:prstGeom>
          <a:noFill/>
        </p:spPr>
        <p:txBody>
          <a:bodyPr wrap="square" rtlCol="0">
            <a:spAutoFit/>
          </a:bodyPr>
          <a:lstStyle/>
          <a:p>
            <a:pPr algn="ctr"/>
            <a:r>
              <a:rPr lang="en-US" sz="900" dirty="0"/>
              <a:t>123456</a:t>
            </a:r>
          </a:p>
        </p:txBody>
      </p:sp>
      <p:sp>
        <p:nvSpPr>
          <p:cNvPr id="140" name="TextBox 139">
            <a:extLst>
              <a:ext uri="{FF2B5EF4-FFF2-40B4-BE49-F238E27FC236}">
                <a16:creationId xmlns:a16="http://schemas.microsoft.com/office/drawing/2014/main" id="{E4C414D4-8A91-C39B-9BA6-73BB7F2CBE61}"/>
              </a:ext>
            </a:extLst>
          </p:cNvPr>
          <p:cNvSpPr txBox="1"/>
          <p:nvPr/>
        </p:nvSpPr>
        <p:spPr>
          <a:xfrm>
            <a:off x="6152446" y="3406653"/>
            <a:ext cx="570089" cy="230832"/>
          </a:xfrm>
          <a:prstGeom prst="rect">
            <a:avLst/>
          </a:prstGeom>
          <a:noFill/>
        </p:spPr>
        <p:txBody>
          <a:bodyPr wrap="square" rtlCol="0">
            <a:spAutoFit/>
          </a:bodyPr>
          <a:lstStyle/>
          <a:p>
            <a:pPr algn="ctr"/>
            <a:r>
              <a:rPr lang="en-US" sz="900" dirty="0"/>
              <a:t>123456</a:t>
            </a:r>
          </a:p>
        </p:txBody>
      </p:sp>
      <p:sp>
        <p:nvSpPr>
          <p:cNvPr id="141" name="TextBox 140">
            <a:extLst>
              <a:ext uri="{FF2B5EF4-FFF2-40B4-BE49-F238E27FC236}">
                <a16:creationId xmlns:a16="http://schemas.microsoft.com/office/drawing/2014/main" id="{5704EC94-AE00-8414-53CA-BCBBEF23DD53}"/>
              </a:ext>
            </a:extLst>
          </p:cNvPr>
          <p:cNvSpPr txBox="1"/>
          <p:nvPr/>
        </p:nvSpPr>
        <p:spPr>
          <a:xfrm>
            <a:off x="6654802" y="3406653"/>
            <a:ext cx="570089" cy="230832"/>
          </a:xfrm>
          <a:prstGeom prst="rect">
            <a:avLst/>
          </a:prstGeom>
          <a:noFill/>
        </p:spPr>
        <p:txBody>
          <a:bodyPr wrap="square" rtlCol="0">
            <a:spAutoFit/>
          </a:bodyPr>
          <a:lstStyle/>
          <a:p>
            <a:pPr algn="ctr"/>
            <a:r>
              <a:rPr lang="en-US" sz="900" dirty="0"/>
              <a:t>123456</a:t>
            </a:r>
          </a:p>
        </p:txBody>
      </p:sp>
      <p:sp>
        <p:nvSpPr>
          <p:cNvPr id="142" name="TextBox 141">
            <a:extLst>
              <a:ext uri="{FF2B5EF4-FFF2-40B4-BE49-F238E27FC236}">
                <a16:creationId xmlns:a16="http://schemas.microsoft.com/office/drawing/2014/main" id="{ECA0350D-563D-6630-7304-097E019173D7}"/>
              </a:ext>
            </a:extLst>
          </p:cNvPr>
          <p:cNvSpPr txBox="1"/>
          <p:nvPr/>
        </p:nvSpPr>
        <p:spPr>
          <a:xfrm>
            <a:off x="7157158" y="3406653"/>
            <a:ext cx="570089" cy="230832"/>
          </a:xfrm>
          <a:prstGeom prst="rect">
            <a:avLst/>
          </a:prstGeom>
          <a:noFill/>
        </p:spPr>
        <p:txBody>
          <a:bodyPr wrap="square" rtlCol="0">
            <a:spAutoFit/>
          </a:bodyPr>
          <a:lstStyle/>
          <a:p>
            <a:pPr algn="ctr"/>
            <a:r>
              <a:rPr lang="en-US" sz="900" dirty="0"/>
              <a:t>123456</a:t>
            </a:r>
          </a:p>
        </p:txBody>
      </p:sp>
      <p:sp>
        <p:nvSpPr>
          <p:cNvPr id="143" name="TextBox 142">
            <a:extLst>
              <a:ext uri="{FF2B5EF4-FFF2-40B4-BE49-F238E27FC236}">
                <a16:creationId xmlns:a16="http://schemas.microsoft.com/office/drawing/2014/main" id="{37336222-6EA2-349F-6352-AD6A1D558833}"/>
              </a:ext>
            </a:extLst>
          </p:cNvPr>
          <p:cNvSpPr txBox="1"/>
          <p:nvPr/>
        </p:nvSpPr>
        <p:spPr>
          <a:xfrm>
            <a:off x="3138310" y="3406653"/>
            <a:ext cx="570089" cy="230832"/>
          </a:xfrm>
          <a:prstGeom prst="rect">
            <a:avLst/>
          </a:prstGeom>
          <a:noFill/>
        </p:spPr>
        <p:txBody>
          <a:bodyPr wrap="square" rtlCol="0">
            <a:spAutoFit/>
          </a:bodyPr>
          <a:lstStyle/>
          <a:p>
            <a:pPr algn="ctr"/>
            <a:r>
              <a:rPr lang="en-US" sz="900" dirty="0"/>
              <a:t>123456</a:t>
            </a:r>
          </a:p>
        </p:txBody>
      </p:sp>
      <p:sp>
        <p:nvSpPr>
          <p:cNvPr id="145" name="TextBox 144">
            <a:extLst>
              <a:ext uri="{FF2B5EF4-FFF2-40B4-BE49-F238E27FC236}">
                <a16:creationId xmlns:a16="http://schemas.microsoft.com/office/drawing/2014/main" id="{9829D046-E18D-DB3D-78CE-D4D546B417E7}"/>
              </a:ext>
            </a:extLst>
          </p:cNvPr>
          <p:cNvSpPr txBox="1"/>
          <p:nvPr/>
        </p:nvSpPr>
        <p:spPr>
          <a:xfrm>
            <a:off x="3640666" y="3907597"/>
            <a:ext cx="570089" cy="230832"/>
          </a:xfrm>
          <a:prstGeom prst="rect">
            <a:avLst/>
          </a:prstGeom>
          <a:noFill/>
        </p:spPr>
        <p:txBody>
          <a:bodyPr wrap="square" rtlCol="0">
            <a:spAutoFit/>
          </a:bodyPr>
          <a:lstStyle/>
          <a:p>
            <a:pPr algn="ctr"/>
            <a:r>
              <a:rPr lang="en-US" sz="900" dirty="0"/>
              <a:t>123456</a:t>
            </a:r>
          </a:p>
        </p:txBody>
      </p:sp>
      <p:sp>
        <p:nvSpPr>
          <p:cNvPr id="146" name="TextBox 145">
            <a:extLst>
              <a:ext uri="{FF2B5EF4-FFF2-40B4-BE49-F238E27FC236}">
                <a16:creationId xmlns:a16="http://schemas.microsoft.com/office/drawing/2014/main" id="{0190BB7A-527D-5AC8-9CAD-4789CA2E5515}"/>
              </a:ext>
            </a:extLst>
          </p:cNvPr>
          <p:cNvSpPr txBox="1"/>
          <p:nvPr/>
        </p:nvSpPr>
        <p:spPr>
          <a:xfrm>
            <a:off x="4143022" y="3907597"/>
            <a:ext cx="570089" cy="230832"/>
          </a:xfrm>
          <a:prstGeom prst="rect">
            <a:avLst/>
          </a:prstGeom>
          <a:noFill/>
        </p:spPr>
        <p:txBody>
          <a:bodyPr wrap="square" rtlCol="0">
            <a:spAutoFit/>
          </a:bodyPr>
          <a:lstStyle/>
          <a:p>
            <a:pPr algn="ctr"/>
            <a:r>
              <a:rPr lang="en-US" sz="900" dirty="0"/>
              <a:t>123456</a:t>
            </a:r>
          </a:p>
        </p:txBody>
      </p:sp>
      <p:sp>
        <p:nvSpPr>
          <p:cNvPr id="147" name="TextBox 146">
            <a:extLst>
              <a:ext uri="{FF2B5EF4-FFF2-40B4-BE49-F238E27FC236}">
                <a16:creationId xmlns:a16="http://schemas.microsoft.com/office/drawing/2014/main" id="{0B4627CC-56EB-967A-C511-2FBE82171B6A}"/>
              </a:ext>
            </a:extLst>
          </p:cNvPr>
          <p:cNvSpPr txBox="1"/>
          <p:nvPr/>
        </p:nvSpPr>
        <p:spPr>
          <a:xfrm>
            <a:off x="4645378" y="3907597"/>
            <a:ext cx="570089" cy="230832"/>
          </a:xfrm>
          <a:prstGeom prst="rect">
            <a:avLst/>
          </a:prstGeom>
          <a:noFill/>
        </p:spPr>
        <p:txBody>
          <a:bodyPr wrap="square" rtlCol="0">
            <a:spAutoFit/>
          </a:bodyPr>
          <a:lstStyle/>
          <a:p>
            <a:pPr algn="ctr"/>
            <a:r>
              <a:rPr lang="en-US" sz="900" dirty="0"/>
              <a:t>123456</a:t>
            </a:r>
          </a:p>
        </p:txBody>
      </p:sp>
      <p:sp>
        <p:nvSpPr>
          <p:cNvPr id="148" name="TextBox 147">
            <a:extLst>
              <a:ext uri="{FF2B5EF4-FFF2-40B4-BE49-F238E27FC236}">
                <a16:creationId xmlns:a16="http://schemas.microsoft.com/office/drawing/2014/main" id="{2F178DE4-AF7E-3303-A825-0C6D7E363911}"/>
              </a:ext>
            </a:extLst>
          </p:cNvPr>
          <p:cNvSpPr txBox="1"/>
          <p:nvPr/>
        </p:nvSpPr>
        <p:spPr>
          <a:xfrm>
            <a:off x="5147734" y="3907597"/>
            <a:ext cx="570089" cy="230832"/>
          </a:xfrm>
          <a:prstGeom prst="rect">
            <a:avLst/>
          </a:prstGeom>
          <a:noFill/>
        </p:spPr>
        <p:txBody>
          <a:bodyPr wrap="square" rtlCol="0">
            <a:spAutoFit/>
          </a:bodyPr>
          <a:lstStyle/>
          <a:p>
            <a:pPr algn="ctr"/>
            <a:r>
              <a:rPr lang="en-US" sz="900" dirty="0"/>
              <a:t>123456</a:t>
            </a:r>
          </a:p>
        </p:txBody>
      </p:sp>
      <p:sp>
        <p:nvSpPr>
          <p:cNvPr id="149" name="TextBox 148">
            <a:extLst>
              <a:ext uri="{FF2B5EF4-FFF2-40B4-BE49-F238E27FC236}">
                <a16:creationId xmlns:a16="http://schemas.microsoft.com/office/drawing/2014/main" id="{F010D4D1-FB85-E67C-79E4-FE89CFF4AD63}"/>
              </a:ext>
            </a:extLst>
          </p:cNvPr>
          <p:cNvSpPr txBox="1"/>
          <p:nvPr/>
        </p:nvSpPr>
        <p:spPr>
          <a:xfrm>
            <a:off x="5650090" y="3907597"/>
            <a:ext cx="570089" cy="230832"/>
          </a:xfrm>
          <a:prstGeom prst="rect">
            <a:avLst/>
          </a:prstGeom>
          <a:noFill/>
        </p:spPr>
        <p:txBody>
          <a:bodyPr wrap="square" rtlCol="0">
            <a:spAutoFit/>
          </a:bodyPr>
          <a:lstStyle/>
          <a:p>
            <a:pPr algn="ctr"/>
            <a:r>
              <a:rPr lang="en-US" sz="900" dirty="0"/>
              <a:t>123456</a:t>
            </a:r>
          </a:p>
        </p:txBody>
      </p:sp>
      <p:sp>
        <p:nvSpPr>
          <p:cNvPr id="150" name="TextBox 149">
            <a:extLst>
              <a:ext uri="{FF2B5EF4-FFF2-40B4-BE49-F238E27FC236}">
                <a16:creationId xmlns:a16="http://schemas.microsoft.com/office/drawing/2014/main" id="{714B53DC-0572-2585-B837-63D13EA41433}"/>
              </a:ext>
            </a:extLst>
          </p:cNvPr>
          <p:cNvSpPr txBox="1"/>
          <p:nvPr/>
        </p:nvSpPr>
        <p:spPr>
          <a:xfrm>
            <a:off x="6152446" y="3907597"/>
            <a:ext cx="570089" cy="230832"/>
          </a:xfrm>
          <a:prstGeom prst="rect">
            <a:avLst/>
          </a:prstGeom>
          <a:noFill/>
        </p:spPr>
        <p:txBody>
          <a:bodyPr wrap="square" rtlCol="0">
            <a:spAutoFit/>
          </a:bodyPr>
          <a:lstStyle/>
          <a:p>
            <a:pPr algn="ctr"/>
            <a:r>
              <a:rPr lang="en-US" sz="900" dirty="0"/>
              <a:t>123456</a:t>
            </a:r>
          </a:p>
        </p:txBody>
      </p:sp>
      <p:sp>
        <p:nvSpPr>
          <p:cNvPr id="151" name="TextBox 150">
            <a:extLst>
              <a:ext uri="{FF2B5EF4-FFF2-40B4-BE49-F238E27FC236}">
                <a16:creationId xmlns:a16="http://schemas.microsoft.com/office/drawing/2014/main" id="{ACC99F2D-20FD-91BB-AFCF-1BDAA2C7CAC2}"/>
              </a:ext>
            </a:extLst>
          </p:cNvPr>
          <p:cNvSpPr txBox="1"/>
          <p:nvPr/>
        </p:nvSpPr>
        <p:spPr>
          <a:xfrm>
            <a:off x="6654802" y="3907597"/>
            <a:ext cx="570089" cy="230832"/>
          </a:xfrm>
          <a:prstGeom prst="rect">
            <a:avLst/>
          </a:prstGeom>
          <a:noFill/>
        </p:spPr>
        <p:txBody>
          <a:bodyPr wrap="square" rtlCol="0">
            <a:spAutoFit/>
          </a:bodyPr>
          <a:lstStyle/>
          <a:p>
            <a:pPr algn="ctr"/>
            <a:r>
              <a:rPr lang="en-US" sz="900" dirty="0"/>
              <a:t>123456</a:t>
            </a:r>
          </a:p>
        </p:txBody>
      </p:sp>
      <p:sp>
        <p:nvSpPr>
          <p:cNvPr id="152" name="TextBox 151">
            <a:extLst>
              <a:ext uri="{FF2B5EF4-FFF2-40B4-BE49-F238E27FC236}">
                <a16:creationId xmlns:a16="http://schemas.microsoft.com/office/drawing/2014/main" id="{A681B4FA-13DF-E7EA-AEDD-539F1C5A6863}"/>
              </a:ext>
            </a:extLst>
          </p:cNvPr>
          <p:cNvSpPr txBox="1"/>
          <p:nvPr/>
        </p:nvSpPr>
        <p:spPr>
          <a:xfrm>
            <a:off x="7157158" y="3907597"/>
            <a:ext cx="570089" cy="230832"/>
          </a:xfrm>
          <a:prstGeom prst="rect">
            <a:avLst/>
          </a:prstGeom>
          <a:noFill/>
        </p:spPr>
        <p:txBody>
          <a:bodyPr wrap="square" rtlCol="0">
            <a:spAutoFit/>
          </a:bodyPr>
          <a:lstStyle/>
          <a:p>
            <a:pPr algn="ctr"/>
            <a:r>
              <a:rPr lang="en-US" sz="900" dirty="0"/>
              <a:t>123456</a:t>
            </a:r>
          </a:p>
        </p:txBody>
      </p:sp>
      <p:sp>
        <p:nvSpPr>
          <p:cNvPr id="153" name="TextBox 152">
            <a:extLst>
              <a:ext uri="{FF2B5EF4-FFF2-40B4-BE49-F238E27FC236}">
                <a16:creationId xmlns:a16="http://schemas.microsoft.com/office/drawing/2014/main" id="{8F4E1726-459B-BA4F-257C-46D897E29F45}"/>
              </a:ext>
            </a:extLst>
          </p:cNvPr>
          <p:cNvSpPr txBox="1"/>
          <p:nvPr/>
        </p:nvSpPr>
        <p:spPr>
          <a:xfrm>
            <a:off x="3138310" y="3907597"/>
            <a:ext cx="570089" cy="230832"/>
          </a:xfrm>
          <a:prstGeom prst="rect">
            <a:avLst/>
          </a:prstGeom>
          <a:noFill/>
        </p:spPr>
        <p:txBody>
          <a:bodyPr wrap="square" rtlCol="0">
            <a:spAutoFit/>
          </a:bodyPr>
          <a:lstStyle/>
          <a:p>
            <a:pPr algn="ctr"/>
            <a:r>
              <a:rPr lang="en-US" sz="900" dirty="0"/>
              <a:t>123456</a:t>
            </a:r>
          </a:p>
        </p:txBody>
      </p:sp>
      <p:sp>
        <p:nvSpPr>
          <p:cNvPr id="155" name="TextBox 154">
            <a:extLst>
              <a:ext uri="{FF2B5EF4-FFF2-40B4-BE49-F238E27FC236}">
                <a16:creationId xmlns:a16="http://schemas.microsoft.com/office/drawing/2014/main" id="{98CFC7CE-FA28-1A2E-31D2-BBAEDC468CCB}"/>
              </a:ext>
            </a:extLst>
          </p:cNvPr>
          <p:cNvSpPr txBox="1"/>
          <p:nvPr/>
        </p:nvSpPr>
        <p:spPr>
          <a:xfrm>
            <a:off x="3640666" y="4408541"/>
            <a:ext cx="570089" cy="230832"/>
          </a:xfrm>
          <a:prstGeom prst="rect">
            <a:avLst/>
          </a:prstGeom>
          <a:noFill/>
        </p:spPr>
        <p:txBody>
          <a:bodyPr wrap="square" rtlCol="0">
            <a:spAutoFit/>
          </a:bodyPr>
          <a:lstStyle/>
          <a:p>
            <a:pPr algn="ctr"/>
            <a:r>
              <a:rPr lang="en-US" sz="900" dirty="0"/>
              <a:t>123456</a:t>
            </a:r>
          </a:p>
        </p:txBody>
      </p:sp>
      <p:sp>
        <p:nvSpPr>
          <p:cNvPr id="156" name="TextBox 155">
            <a:extLst>
              <a:ext uri="{FF2B5EF4-FFF2-40B4-BE49-F238E27FC236}">
                <a16:creationId xmlns:a16="http://schemas.microsoft.com/office/drawing/2014/main" id="{E476A475-2835-A999-0397-DC5453A255A4}"/>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123456</a:t>
            </a:r>
          </a:p>
        </p:txBody>
      </p:sp>
      <p:sp>
        <p:nvSpPr>
          <p:cNvPr id="157" name="TextBox 156">
            <a:extLst>
              <a:ext uri="{FF2B5EF4-FFF2-40B4-BE49-F238E27FC236}">
                <a16:creationId xmlns:a16="http://schemas.microsoft.com/office/drawing/2014/main" id="{11DFBA62-EDF5-5E66-D6C2-CEFB9B6EB6F4}"/>
              </a:ext>
            </a:extLst>
          </p:cNvPr>
          <p:cNvSpPr txBox="1"/>
          <p:nvPr/>
        </p:nvSpPr>
        <p:spPr>
          <a:xfrm>
            <a:off x="4645378" y="4408541"/>
            <a:ext cx="570089" cy="230832"/>
          </a:xfrm>
          <a:prstGeom prst="rect">
            <a:avLst/>
          </a:prstGeom>
          <a:noFill/>
        </p:spPr>
        <p:txBody>
          <a:bodyPr wrap="square" rtlCol="0">
            <a:spAutoFit/>
          </a:bodyPr>
          <a:lstStyle/>
          <a:p>
            <a:pPr algn="ctr"/>
            <a:r>
              <a:rPr lang="en-US" sz="900" dirty="0"/>
              <a:t>123456</a:t>
            </a:r>
          </a:p>
        </p:txBody>
      </p:sp>
      <p:sp>
        <p:nvSpPr>
          <p:cNvPr id="158" name="TextBox 157">
            <a:extLst>
              <a:ext uri="{FF2B5EF4-FFF2-40B4-BE49-F238E27FC236}">
                <a16:creationId xmlns:a16="http://schemas.microsoft.com/office/drawing/2014/main" id="{1CDAE45F-FE33-B2CA-5F56-FB8074081DF5}"/>
              </a:ext>
            </a:extLst>
          </p:cNvPr>
          <p:cNvSpPr txBox="1"/>
          <p:nvPr/>
        </p:nvSpPr>
        <p:spPr>
          <a:xfrm>
            <a:off x="5147734" y="4408541"/>
            <a:ext cx="570089" cy="230832"/>
          </a:xfrm>
          <a:prstGeom prst="rect">
            <a:avLst/>
          </a:prstGeom>
          <a:noFill/>
        </p:spPr>
        <p:txBody>
          <a:bodyPr wrap="square" rtlCol="0">
            <a:spAutoFit/>
          </a:bodyPr>
          <a:lstStyle/>
          <a:p>
            <a:pPr algn="ctr"/>
            <a:r>
              <a:rPr lang="en-US" sz="900" dirty="0"/>
              <a:t>123456</a:t>
            </a:r>
          </a:p>
        </p:txBody>
      </p:sp>
      <p:sp>
        <p:nvSpPr>
          <p:cNvPr id="159" name="TextBox 158">
            <a:extLst>
              <a:ext uri="{FF2B5EF4-FFF2-40B4-BE49-F238E27FC236}">
                <a16:creationId xmlns:a16="http://schemas.microsoft.com/office/drawing/2014/main" id="{347E677D-6A96-11F9-1CC6-6869D0DB1900}"/>
              </a:ext>
            </a:extLst>
          </p:cNvPr>
          <p:cNvSpPr txBox="1"/>
          <p:nvPr/>
        </p:nvSpPr>
        <p:spPr>
          <a:xfrm>
            <a:off x="5650090" y="4408541"/>
            <a:ext cx="570089" cy="230832"/>
          </a:xfrm>
          <a:prstGeom prst="rect">
            <a:avLst/>
          </a:prstGeom>
          <a:noFill/>
        </p:spPr>
        <p:txBody>
          <a:bodyPr wrap="square" rtlCol="0">
            <a:spAutoFit/>
          </a:bodyPr>
          <a:lstStyle/>
          <a:p>
            <a:pPr algn="ctr"/>
            <a:r>
              <a:rPr lang="en-US" sz="900" dirty="0"/>
              <a:t>123456</a:t>
            </a:r>
          </a:p>
        </p:txBody>
      </p:sp>
      <p:sp>
        <p:nvSpPr>
          <p:cNvPr id="160" name="TextBox 159">
            <a:extLst>
              <a:ext uri="{FF2B5EF4-FFF2-40B4-BE49-F238E27FC236}">
                <a16:creationId xmlns:a16="http://schemas.microsoft.com/office/drawing/2014/main" id="{07B0AC8A-C41D-56EC-5EF0-754BBB160E72}"/>
              </a:ext>
            </a:extLst>
          </p:cNvPr>
          <p:cNvSpPr txBox="1"/>
          <p:nvPr/>
        </p:nvSpPr>
        <p:spPr>
          <a:xfrm>
            <a:off x="6152446" y="4408541"/>
            <a:ext cx="570089" cy="230832"/>
          </a:xfrm>
          <a:prstGeom prst="rect">
            <a:avLst/>
          </a:prstGeom>
          <a:noFill/>
        </p:spPr>
        <p:txBody>
          <a:bodyPr wrap="square" rtlCol="0">
            <a:spAutoFit/>
          </a:bodyPr>
          <a:lstStyle/>
          <a:p>
            <a:pPr algn="ctr"/>
            <a:r>
              <a:rPr lang="en-US" sz="900" dirty="0"/>
              <a:t>123456</a:t>
            </a:r>
          </a:p>
        </p:txBody>
      </p:sp>
      <p:sp>
        <p:nvSpPr>
          <p:cNvPr id="161" name="TextBox 160">
            <a:extLst>
              <a:ext uri="{FF2B5EF4-FFF2-40B4-BE49-F238E27FC236}">
                <a16:creationId xmlns:a16="http://schemas.microsoft.com/office/drawing/2014/main" id="{90BEB1FD-B867-9020-CDAC-CA4518233490}"/>
              </a:ext>
            </a:extLst>
          </p:cNvPr>
          <p:cNvSpPr txBox="1"/>
          <p:nvPr/>
        </p:nvSpPr>
        <p:spPr>
          <a:xfrm>
            <a:off x="6654802" y="4408541"/>
            <a:ext cx="570089" cy="230832"/>
          </a:xfrm>
          <a:prstGeom prst="rect">
            <a:avLst/>
          </a:prstGeom>
          <a:noFill/>
        </p:spPr>
        <p:txBody>
          <a:bodyPr wrap="square" rtlCol="0">
            <a:spAutoFit/>
          </a:bodyPr>
          <a:lstStyle/>
          <a:p>
            <a:pPr algn="ctr"/>
            <a:r>
              <a:rPr lang="en-US" sz="900" dirty="0"/>
              <a:t>123456</a:t>
            </a:r>
          </a:p>
        </p:txBody>
      </p:sp>
      <p:sp>
        <p:nvSpPr>
          <p:cNvPr id="162" name="TextBox 161">
            <a:extLst>
              <a:ext uri="{FF2B5EF4-FFF2-40B4-BE49-F238E27FC236}">
                <a16:creationId xmlns:a16="http://schemas.microsoft.com/office/drawing/2014/main" id="{4FDCDC74-3BE5-350D-3561-28BD95A47BFB}"/>
              </a:ext>
            </a:extLst>
          </p:cNvPr>
          <p:cNvSpPr txBox="1"/>
          <p:nvPr/>
        </p:nvSpPr>
        <p:spPr>
          <a:xfrm>
            <a:off x="7157158" y="4408541"/>
            <a:ext cx="570089" cy="230832"/>
          </a:xfrm>
          <a:prstGeom prst="rect">
            <a:avLst/>
          </a:prstGeom>
          <a:noFill/>
        </p:spPr>
        <p:txBody>
          <a:bodyPr wrap="square" rtlCol="0">
            <a:spAutoFit/>
          </a:bodyPr>
          <a:lstStyle/>
          <a:p>
            <a:pPr algn="ctr"/>
            <a:r>
              <a:rPr lang="en-US" sz="900" dirty="0"/>
              <a:t>123456</a:t>
            </a:r>
          </a:p>
        </p:txBody>
      </p:sp>
      <p:sp>
        <p:nvSpPr>
          <p:cNvPr id="163" name="TextBox 162">
            <a:extLst>
              <a:ext uri="{FF2B5EF4-FFF2-40B4-BE49-F238E27FC236}">
                <a16:creationId xmlns:a16="http://schemas.microsoft.com/office/drawing/2014/main" id="{1F11623A-5281-10E1-02C5-67D61644E2E4}"/>
              </a:ext>
            </a:extLst>
          </p:cNvPr>
          <p:cNvSpPr txBox="1"/>
          <p:nvPr/>
        </p:nvSpPr>
        <p:spPr>
          <a:xfrm>
            <a:off x="3138310" y="4408541"/>
            <a:ext cx="570089" cy="230832"/>
          </a:xfrm>
          <a:prstGeom prst="rect">
            <a:avLst/>
          </a:prstGeom>
          <a:noFill/>
        </p:spPr>
        <p:txBody>
          <a:bodyPr wrap="square" rtlCol="0">
            <a:spAutoFit/>
          </a:bodyPr>
          <a:lstStyle/>
          <a:p>
            <a:pPr algn="ctr"/>
            <a:r>
              <a:rPr lang="en-US" sz="900" dirty="0"/>
              <a:t>123456</a:t>
            </a:r>
          </a:p>
        </p:txBody>
      </p:sp>
      <p:sp>
        <p:nvSpPr>
          <p:cNvPr id="165" name="TextBox 164">
            <a:extLst>
              <a:ext uri="{FF2B5EF4-FFF2-40B4-BE49-F238E27FC236}">
                <a16:creationId xmlns:a16="http://schemas.microsoft.com/office/drawing/2014/main" id="{2682B44B-DA2F-482D-8445-E24A812F6CA4}"/>
              </a:ext>
            </a:extLst>
          </p:cNvPr>
          <p:cNvSpPr txBox="1"/>
          <p:nvPr/>
        </p:nvSpPr>
        <p:spPr>
          <a:xfrm>
            <a:off x="3640666" y="4909484"/>
            <a:ext cx="570089" cy="230832"/>
          </a:xfrm>
          <a:prstGeom prst="rect">
            <a:avLst/>
          </a:prstGeom>
          <a:noFill/>
        </p:spPr>
        <p:txBody>
          <a:bodyPr wrap="square" rtlCol="0">
            <a:spAutoFit/>
          </a:bodyPr>
          <a:lstStyle/>
          <a:p>
            <a:pPr algn="ctr"/>
            <a:r>
              <a:rPr lang="en-US" sz="900" dirty="0"/>
              <a:t>123456</a:t>
            </a:r>
          </a:p>
        </p:txBody>
      </p:sp>
      <p:sp>
        <p:nvSpPr>
          <p:cNvPr id="166" name="TextBox 165">
            <a:extLst>
              <a:ext uri="{FF2B5EF4-FFF2-40B4-BE49-F238E27FC236}">
                <a16:creationId xmlns:a16="http://schemas.microsoft.com/office/drawing/2014/main" id="{A8894DEB-CF9E-546B-EB23-999174D037FB}"/>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123456</a:t>
            </a:r>
          </a:p>
        </p:txBody>
      </p:sp>
      <p:sp>
        <p:nvSpPr>
          <p:cNvPr id="167" name="TextBox 166">
            <a:extLst>
              <a:ext uri="{FF2B5EF4-FFF2-40B4-BE49-F238E27FC236}">
                <a16:creationId xmlns:a16="http://schemas.microsoft.com/office/drawing/2014/main" id="{9256DDD0-CB71-FF08-1010-15DEE7B70F24}"/>
              </a:ext>
            </a:extLst>
          </p:cNvPr>
          <p:cNvSpPr txBox="1"/>
          <p:nvPr/>
        </p:nvSpPr>
        <p:spPr>
          <a:xfrm>
            <a:off x="4645378" y="4909484"/>
            <a:ext cx="570089" cy="230832"/>
          </a:xfrm>
          <a:prstGeom prst="rect">
            <a:avLst/>
          </a:prstGeom>
          <a:noFill/>
        </p:spPr>
        <p:txBody>
          <a:bodyPr wrap="square" rtlCol="0">
            <a:spAutoFit/>
          </a:bodyPr>
          <a:lstStyle/>
          <a:p>
            <a:pPr algn="ctr"/>
            <a:r>
              <a:rPr lang="en-US" sz="900" dirty="0"/>
              <a:t>123456</a:t>
            </a:r>
          </a:p>
        </p:txBody>
      </p:sp>
      <p:sp>
        <p:nvSpPr>
          <p:cNvPr id="168" name="TextBox 167">
            <a:extLst>
              <a:ext uri="{FF2B5EF4-FFF2-40B4-BE49-F238E27FC236}">
                <a16:creationId xmlns:a16="http://schemas.microsoft.com/office/drawing/2014/main" id="{424EA77B-D2FD-45E3-204C-60FB3D79A469}"/>
              </a:ext>
            </a:extLst>
          </p:cNvPr>
          <p:cNvSpPr txBox="1"/>
          <p:nvPr/>
        </p:nvSpPr>
        <p:spPr>
          <a:xfrm>
            <a:off x="5147734" y="4909484"/>
            <a:ext cx="570089" cy="230832"/>
          </a:xfrm>
          <a:prstGeom prst="rect">
            <a:avLst/>
          </a:prstGeom>
          <a:noFill/>
        </p:spPr>
        <p:txBody>
          <a:bodyPr wrap="square" rtlCol="0">
            <a:spAutoFit/>
          </a:bodyPr>
          <a:lstStyle/>
          <a:p>
            <a:pPr algn="ctr"/>
            <a:r>
              <a:rPr lang="en-US" sz="900" dirty="0"/>
              <a:t>123456</a:t>
            </a:r>
          </a:p>
        </p:txBody>
      </p:sp>
      <p:sp>
        <p:nvSpPr>
          <p:cNvPr id="169" name="TextBox 168">
            <a:extLst>
              <a:ext uri="{FF2B5EF4-FFF2-40B4-BE49-F238E27FC236}">
                <a16:creationId xmlns:a16="http://schemas.microsoft.com/office/drawing/2014/main" id="{1E16BB3C-AC1E-82D8-06AE-1D6C2284F52E}"/>
              </a:ext>
            </a:extLst>
          </p:cNvPr>
          <p:cNvSpPr txBox="1"/>
          <p:nvPr/>
        </p:nvSpPr>
        <p:spPr>
          <a:xfrm>
            <a:off x="5650090" y="4909484"/>
            <a:ext cx="570089" cy="230832"/>
          </a:xfrm>
          <a:prstGeom prst="rect">
            <a:avLst/>
          </a:prstGeom>
          <a:noFill/>
        </p:spPr>
        <p:txBody>
          <a:bodyPr wrap="square" rtlCol="0">
            <a:spAutoFit/>
          </a:bodyPr>
          <a:lstStyle/>
          <a:p>
            <a:pPr algn="ctr"/>
            <a:r>
              <a:rPr lang="en-US" sz="900" dirty="0"/>
              <a:t>123456</a:t>
            </a:r>
          </a:p>
        </p:txBody>
      </p:sp>
      <p:sp>
        <p:nvSpPr>
          <p:cNvPr id="170" name="TextBox 169">
            <a:extLst>
              <a:ext uri="{FF2B5EF4-FFF2-40B4-BE49-F238E27FC236}">
                <a16:creationId xmlns:a16="http://schemas.microsoft.com/office/drawing/2014/main" id="{C5623CD4-A44B-2A55-FCF5-2A5B925F2A89}"/>
              </a:ext>
            </a:extLst>
          </p:cNvPr>
          <p:cNvSpPr txBox="1"/>
          <p:nvPr/>
        </p:nvSpPr>
        <p:spPr>
          <a:xfrm>
            <a:off x="6152446" y="4909484"/>
            <a:ext cx="570089" cy="230832"/>
          </a:xfrm>
          <a:prstGeom prst="rect">
            <a:avLst/>
          </a:prstGeom>
          <a:noFill/>
        </p:spPr>
        <p:txBody>
          <a:bodyPr wrap="square" rtlCol="0">
            <a:spAutoFit/>
          </a:bodyPr>
          <a:lstStyle/>
          <a:p>
            <a:pPr algn="ctr"/>
            <a:r>
              <a:rPr lang="en-US" sz="900" dirty="0"/>
              <a:t>123456</a:t>
            </a:r>
          </a:p>
        </p:txBody>
      </p:sp>
      <p:sp>
        <p:nvSpPr>
          <p:cNvPr id="171" name="TextBox 170">
            <a:extLst>
              <a:ext uri="{FF2B5EF4-FFF2-40B4-BE49-F238E27FC236}">
                <a16:creationId xmlns:a16="http://schemas.microsoft.com/office/drawing/2014/main" id="{1D89E19F-9755-F643-1830-EB37CAECB7C9}"/>
              </a:ext>
            </a:extLst>
          </p:cNvPr>
          <p:cNvSpPr txBox="1"/>
          <p:nvPr/>
        </p:nvSpPr>
        <p:spPr>
          <a:xfrm>
            <a:off x="6654802" y="4909484"/>
            <a:ext cx="570089" cy="230832"/>
          </a:xfrm>
          <a:prstGeom prst="rect">
            <a:avLst/>
          </a:prstGeom>
          <a:noFill/>
        </p:spPr>
        <p:txBody>
          <a:bodyPr wrap="square" rtlCol="0">
            <a:spAutoFit/>
          </a:bodyPr>
          <a:lstStyle/>
          <a:p>
            <a:pPr algn="ctr"/>
            <a:r>
              <a:rPr lang="en-US" sz="900" dirty="0"/>
              <a:t>123456</a:t>
            </a:r>
          </a:p>
        </p:txBody>
      </p:sp>
      <p:sp>
        <p:nvSpPr>
          <p:cNvPr id="172" name="TextBox 171">
            <a:extLst>
              <a:ext uri="{FF2B5EF4-FFF2-40B4-BE49-F238E27FC236}">
                <a16:creationId xmlns:a16="http://schemas.microsoft.com/office/drawing/2014/main" id="{14D70CDE-B490-E358-E7D2-A1A45E2D2908}"/>
              </a:ext>
            </a:extLst>
          </p:cNvPr>
          <p:cNvSpPr txBox="1"/>
          <p:nvPr/>
        </p:nvSpPr>
        <p:spPr>
          <a:xfrm>
            <a:off x="7157158" y="4909484"/>
            <a:ext cx="570089" cy="230832"/>
          </a:xfrm>
          <a:prstGeom prst="rect">
            <a:avLst/>
          </a:prstGeom>
          <a:noFill/>
        </p:spPr>
        <p:txBody>
          <a:bodyPr wrap="square" rtlCol="0">
            <a:spAutoFit/>
          </a:bodyPr>
          <a:lstStyle/>
          <a:p>
            <a:pPr algn="ctr"/>
            <a:r>
              <a:rPr lang="en-US" sz="900" dirty="0"/>
              <a:t>123456</a:t>
            </a:r>
          </a:p>
        </p:txBody>
      </p:sp>
      <p:sp>
        <p:nvSpPr>
          <p:cNvPr id="173" name="TextBox 172">
            <a:extLst>
              <a:ext uri="{FF2B5EF4-FFF2-40B4-BE49-F238E27FC236}">
                <a16:creationId xmlns:a16="http://schemas.microsoft.com/office/drawing/2014/main" id="{335508B5-6B0F-5193-AF19-4B3C12FA6976}"/>
              </a:ext>
            </a:extLst>
          </p:cNvPr>
          <p:cNvSpPr txBox="1"/>
          <p:nvPr/>
        </p:nvSpPr>
        <p:spPr>
          <a:xfrm>
            <a:off x="3138310" y="4909484"/>
            <a:ext cx="570089" cy="230832"/>
          </a:xfrm>
          <a:prstGeom prst="rect">
            <a:avLst/>
          </a:prstGeom>
          <a:noFill/>
        </p:spPr>
        <p:txBody>
          <a:bodyPr wrap="square" rtlCol="0">
            <a:spAutoFit/>
          </a:bodyPr>
          <a:lstStyle/>
          <a:p>
            <a:pPr algn="ctr"/>
            <a:r>
              <a:rPr lang="en-US" sz="900" dirty="0"/>
              <a:t>123456</a:t>
            </a:r>
          </a:p>
        </p:txBody>
      </p:sp>
    </p:spTree>
    <p:extLst>
      <p:ext uri="{BB962C8B-B14F-4D97-AF65-F5344CB8AC3E}">
        <p14:creationId xmlns:p14="http://schemas.microsoft.com/office/powerpoint/2010/main" val="2598633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11192</TotalTime>
  <Words>3278</Words>
  <Application>Microsoft Macintosh PowerPoint</Application>
  <PresentationFormat>Widescreen</PresentationFormat>
  <Paragraphs>2719</Paragraphs>
  <Slides>56</Slides>
  <Notes>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56</vt:i4>
      </vt:variant>
    </vt:vector>
  </HeadingPairs>
  <TitlesOfParts>
    <vt:vector size="6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424</cp:revision>
  <cp:lastPrinted>2026-05-01T14:51:34Z</cp:lastPrinted>
  <dcterms:created xsi:type="dcterms:W3CDTF">2024-03-19T02:13:08Z</dcterms:created>
  <dcterms:modified xsi:type="dcterms:W3CDTF">2026-05-02T20:48:49Z</dcterms:modified>
</cp:coreProperties>
</file>