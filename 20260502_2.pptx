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57" r:id="rId2"/>
    <p:sldId id="531" r:id="rId3"/>
    <p:sldId id="532" r:id="rId4"/>
    <p:sldId id="533" r:id="rId5"/>
    <p:sldId id="534" r:id="rId6"/>
    <p:sldId id="535" r:id="rId7"/>
    <p:sldId id="536" r:id="rId8"/>
    <p:sldId id="537" r:id="rId9"/>
    <p:sldId id="538" r:id="rId10"/>
    <p:sldId id="539" r:id="rId11"/>
    <p:sldId id="549" r:id="rId12"/>
    <p:sldId id="540" r:id="rId13"/>
    <p:sldId id="541" r:id="rId14"/>
    <p:sldId id="542" r:id="rId15"/>
    <p:sldId id="617" r:id="rId16"/>
    <p:sldId id="618" r:id="rId17"/>
    <p:sldId id="619" r:id="rId18"/>
    <p:sldId id="620" r:id="rId19"/>
    <p:sldId id="629" r:id="rId20"/>
    <p:sldId id="621" r:id="rId21"/>
    <p:sldId id="622" r:id="rId22"/>
    <p:sldId id="624" r:id="rId23"/>
    <p:sldId id="631" r:id="rId24"/>
    <p:sldId id="632" r:id="rId25"/>
    <p:sldId id="633" r:id="rId26"/>
    <p:sldId id="636" r:id="rId27"/>
    <p:sldId id="634" r:id="rId28"/>
    <p:sldId id="635" r:id="rId29"/>
    <p:sldId id="637" r:id="rId30"/>
    <p:sldId id="638" r:id="rId31"/>
    <p:sldId id="639" r:id="rId32"/>
    <p:sldId id="640" r:id="rId33"/>
    <p:sldId id="643" r:id="rId34"/>
    <p:sldId id="644" r:id="rId35"/>
    <p:sldId id="641" r:id="rId36"/>
    <p:sldId id="645" r:id="rId37"/>
    <p:sldId id="646" r:id="rId38"/>
    <p:sldId id="647" r:id="rId39"/>
    <p:sldId id="648" r:id="rId40"/>
    <p:sldId id="649" r:id="rId41"/>
    <p:sldId id="650" r:id="rId42"/>
    <p:sldId id="683" r:id="rId43"/>
    <p:sldId id="651" r:id="rId44"/>
    <p:sldId id="668" r:id="rId45"/>
    <p:sldId id="653" r:id="rId46"/>
    <p:sldId id="685" r:id="rId47"/>
    <p:sldId id="686" r:id="rId48"/>
    <p:sldId id="687" r:id="rId49"/>
    <p:sldId id="688" r:id="rId50"/>
    <p:sldId id="689" r:id="rId51"/>
    <p:sldId id="690" r:id="rId52"/>
    <p:sldId id="691" r:id="rId53"/>
    <p:sldId id="615"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99"/>
    <p:restoredTop sz="94670"/>
  </p:normalViewPr>
  <p:slideViewPr>
    <p:cSldViewPr snapToGrid="0">
      <p:cViewPr varScale="1">
        <p:scale>
          <a:sx n="113" d="100"/>
          <a:sy n="113" d="100"/>
        </p:scale>
        <p:origin x="122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9AD67-2B61-1644-9AED-AEA86189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96278-0BF8-14D5-2BDC-BBAEDAF1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FFC88-9F6A-BA65-289E-9E8F92435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9C63ED-EB5B-93EE-923C-6F34BA7B69B9}"/>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078629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3832-4CD2-D0C4-A55D-D9D6005F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BEABD-77BB-3E20-CFAF-6750AA965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7977-CFFD-DF6F-69D1-3435669FAB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305A-DB2F-F969-0859-07BC33CD4685}"/>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7653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5924F-4B10-FBC3-77E1-7EA87F6E6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D9732-B0E2-8245-F7A1-F3EA3D46E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F58C3-16B7-4858-B6C3-9C8FD76B00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3A635-4F03-E0A6-8B2C-3D033AD1CB5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741390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D968F-5668-2EEF-84B6-33B277040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73EFB-78EA-9B06-7773-A181C198F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A0E1F-23BE-2990-A701-185E7641B3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6905-DAD6-22A8-6D8E-2C5CD536C6C5}"/>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47558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996-E85C-854F-29F1-77D077413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B278-F581-1908-0764-212C28BCD3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7FA7D-AAAE-8847-A214-0C6FBB5E74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C1E919-2F80-6CD4-B56C-23E19D197BB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906181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8DB54-FC7C-8A8B-F0F0-5C8293571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4914E-EF5B-AB5B-7F27-4F586A1C3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15DF2-F11B-2EA7-6156-C5DF5813F8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05026-0414-53F2-D46F-0E15B968735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3926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ADFD-6097-6913-8059-E8DADF466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1FD56B-A250-80B3-4F5D-61EE8488E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F989C-5053-6B51-9E62-585B928755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3F364E-F1FD-CA79-9858-5C2C445E966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230902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B9AD-704C-F615-92B4-ED4B12E1C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A1437-D5D2-38E7-7565-71EC24176A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3ECFE-E060-88B9-C9EB-EDE61C4F7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9DD0BF-9218-DB7F-5B61-201C7A1D1769}"/>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652294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067B-E8D7-D2A3-24CF-B03144A5C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88E39-00E4-BC7D-3A26-65E77387A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9B399-4049-176B-32BF-9825F74DFB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6F49BF-65EB-0580-C71A-827900AE1F4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413379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CF8A-5E89-6A16-C83C-0C2DF7983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A2A34-A507-25D7-8EEC-51A87EC9E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B0489-4FF2-D93F-F99E-E0A21C5D7D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71AC9E-D507-D2B2-770A-1987B496DA0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8360250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AA28-2EEC-69B8-3BAC-6F91EC3A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2AD26-D319-0EF3-AB51-CF49B94283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D3B2A-D260-04FB-58E3-8A61E244E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1DF0B-134F-70FE-42E3-AF7B6A8D28E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615254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2F07D-BCA0-CEC3-6DC0-D5A192D36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C09BA-E1EF-3485-20BE-B18472D5DF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DE9F1-221A-B709-E5A3-195A0B355C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9CC00-2E7E-6D17-B8AF-EA05E730C89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09999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5DFF-EA60-090C-78AC-E722A574A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ED63-68ED-DE24-C719-0FE39CA86B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417B4-1DC6-FE76-155C-D7327BC10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78393B-98C1-73EA-5124-6F59C0487C41}"/>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882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2651-B591-13D3-4FE4-89F3BCB6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EB46F-66B9-AED9-0381-82B99F5D7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C12DE-E7D8-E6E0-1371-053DBBA930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94830-E9E2-FAF4-AB5E-180B6B7F221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30277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B8AF-BEEB-3A35-8927-A1CBF74C7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07456-ECDB-E5C4-5506-831F0123DA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ACE2-EC93-54AF-90A1-8885AF270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0855C-078C-B06C-A9B5-C987F6166F12}"/>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167301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126EB-C01C-AC8E-EF53-77982AD04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1A4DA-1F2F-3FE1-3841-5D5BAD1BB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C2433-82CE-DD6E-7FF4-03A7D3E262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551B1-9FC6-4275-E334-522D3F08DF9F}"/>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1618537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14134-63D9-E536-7FC5-E6D8C8D43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0EC09-98DB-3BDA-7464-3F52D01716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EFB6D-63D5-A4DF-D6AA-F6A179A23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70028-8849-B0B2-16CE-7C8320356FF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44553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380B2-0146-A4EE-75D8-C405F2363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1F7B9-D4B0-26C6-5030-DA07F21935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7C146-66A4-5A7C-FE3E-1830F2D02C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8F2375-F0B1-E4EE-42B4-D776F1CF3255}"/>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755904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AE0FA-E0E0-2A39-98D6-1219597BB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5B7C7D-AFC2-BA92-606F-59EB01765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8A9A5B-AB20-10A8-5D89-7B3FAB3B73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1D10F-A9CD-B7A7-EA40-0F929B58D1C2}"/>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005072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021F1-E4AB-3FD7-D928-6F31CED3D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F153D-B322-E2A2-FA34-8B8731B6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BF0F29-A99A-8B1C-9FD7-256D3C0F69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03505-3F90-8DF3-FA64-FF47A2E4F400}"/>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258705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D399-E6A5-8A36-140F-BE325B1222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DCD2A-8C18-A426-95D6-F8F55CEF5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598118-EF84-6E8D-6231-F469EC4C81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F59DA-6DB5-ACE1-9AC0-9B6E8C9EE3E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092922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F4927-34CC-18EF-8C5E-F29435772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C2CFB-D9A0-95DF-AE2B-1C5DC78FA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0F867-2B54-1416-DD44-3A6AC2635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BA8C29-8708-1ACC-7BE3-98C85B47E39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894173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518F8-C473-D072-3A7B-8B23A606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B708E-4DF1-CFAC-9B17-F1C4269C8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8F6541-A255-C7D0-CC62-AE90832206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CE24BA-62E0-CAC3-C869-87E0086B126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552506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2B098-3CD9-58AA-9D29-35F40C650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EE866-E9F1-93BB-1D44-F2BE345E8A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361E-A6F7-5047-5447-2E8177D94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258A3-F323-6D38-8D92-FA6EFC0FDAC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281366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1246-249F-7CEB-A896-43863ABAF2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28B4BE-F75E-608C-261C-85CD691B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484A4-F851-0DFE-F8BC-84EBC947D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9FE153-8F86-4C9F-F970-F69ADD19EA15}"/>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3236959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88FAD-7DD3-634C-C900-A7D63E22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C1A93-17C7-4B69-5343-AFF7F4E5D8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5450E2-72D7-5C2F-986C-358FC4C097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2DB5C-3ECD-2B0C-FA6E-E0FB87E599A6}"/>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086136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3369-5B0D-7F35-0AA7-D2DF83A2A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F7EFE-BFE9-EF2E-2933-65A24323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D748C-339D-8F79-325F-4A849460A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63007-E9EE-92E3-2B22-749B700EA990}"/>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24133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B7209-D72A-90D8-2742-76648CDC9C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01033-E139-2E7D-E845-6CCA6299E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A77B5D-191E-7C8E-29EB-805A17C5A6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43AA6A-78F1-70A3-06FF-D38889C762A5}"/>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5110608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3066E-86D4-699E-7679-CB86099FA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516BD-6F23-4F01-DE39-0E6AC0C67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87F03-009D-48FA-CCD6-E431EBD10C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04D73F-0C10-07FE-921E-B5E332A7C09F}"/>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55608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00250-EA9A-5D74-E702-4076B4C38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315E5F-096E-2965-7913-A2B9B452B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4AC90-6C5A-1AA5-A013-7A4FA04DBF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C47CE-635C-93B4-DC98-9E4A6E882576}"/>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877260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1DA9-A01E-F480-B585-AEF685CF0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88608-9195-5EDE-A235-35B4C28D7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9AD070-ED38-0B91-1A8A-A119CD02C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CCB279-6E65-5561-82F3-AFF92A704A7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0387709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68526-B700-DBD5-4D2F-293B98A51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2583A-659A-237A-A82A-7A59A1FEE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3443C-F019-656E-01EE-9E3D5B58CE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95171E-D757-F04D-F47E-F7B6F10136C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8463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B443-AAAD-0C7B-7860-E38B0C92A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C1A050-2A8F-3CDA-A0DF-06735E2E2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B53FE-DB84-F649-A3F6-0CBEA8994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5D2ECE-F990-5825-D076-D92D41C67D48}"/>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995022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AAB7C-FFE6-B3A9-E3BC-DB4573C54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3B98D-C290-52F2-FBD3-8F7048A3D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A06EB8-AB1E-BA50-86B8-42548D103D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36046B-F2B2-48C5-9216-593330379E62}"/>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7124200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7C1F-0E99-1389-7414-AFCF5E544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AD518-619A-2408-4693-FE806F605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24EC5-CCB5-3D2B-0AAA-F534F4CB25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001A62-45DC-64FB-6131-C7F0C31CA761}"/>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9514205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7C551-9844-9DB0-F2B0-6E57C59C5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C2030-DB24-4B2C-C39C-4E3976111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69641-9F5D-2C26-408E-2EAEE27356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14BCC-9763-E4F8-F989-D998343C257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548286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F866-89B0-61CB-76BD-69AC83C1CC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B915E-DBA4-5B20-97BF-EFFCCECD7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361D7-EB5F-972B-AA9F-741AA1F85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17D2B7-B6A7-0AD3-3C9B-6CC4AA0EB35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7907401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F66A-CE95-FEF3-9605-A8FD74738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AE15F-3C05-0E55-B2BC-3B8AFC82B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8013-8D9C-1D75-8233-03DB89E787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63225B-2FA3-0EE8-450E-BD63E2BD700A}"/>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8687246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0222F-1389-6E40-5FD7-ADF7ECFBC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3FFFE-208E-9DC1-03C0-3E38C10B1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DD86-5E82-F076-3E3B-AEBC673C3B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F18B9-035B-F126-8725-C649C720119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712598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25AF5-2143-EE74-A3BC-6C77655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B9C2B-462A-E1B7-1CCF-7BE0B59BE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5268A-97C4-B11A-432E-35014666AE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B127-D766-BFB5-5D62-FF18B7A619C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072650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BFCB3-1802-FB82-4AC1-76B160A16E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8D1EA-75AB-6E17-67E3-4B952BB04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1E780-8B26-CA2F-4A1F-A77BC9C744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153E02-E0EB-92B8-837F-3C6E423DE1EF}"/>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7290232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08650-0C97-BCC0-3D6C-E81F90E13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E7DA34-1354-3526-735A-ADB5172C1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77FD4-3D0B-281B-D217-5EBA353052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D8B561-EEAF-BFBE-F17E-06B709F3478D}"/>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8667965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35FE-7706-B068-E735-3623AF2E0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B7A1D-B275-B49D-7C6A-76D372AFE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A1753-1910-B0A8-8B84-03AA79A5FB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DB8F9-C5B9-7877-90EB-F5549035B25E}"/>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2273906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50913-7567-A939-7FE7-3371D6713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9E7E7-3248-7275-4B48-0A1BAE95A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A8C82-2FA0-7D8D-0D25-396AAD63B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B36879-6C9E-7EC2-35D9-1B41BD3B998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036746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913B5-5A8B-D9DA-EF8E-01982AFD4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F9F2C-56A1-2E79-70FB-12E8DD5A29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85DDC-BE5E-3FD0-3DB0-2597D1E5ED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69CE24-A164-EE26-B8B7-367D9CF19119}"/>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998618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6D2AC-7F30-134A-DF3B-86973246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83010B-0A02-C8BD-80BD-F06712447D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3218F4-94EF-FB8E-6D2E-63E6939339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21D9F8-CFE3-84E2-0D5E-18557F2936D8}"/>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4887612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0BB9-382C-4079-B4D9-7C82D3155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F38EE-1411-0804-7453-FAC4ADFDB9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A661AF-20D0-9839-D48B-58BD2B4465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C46F16-C19E-B9F7-3AE0-06C16EC24599}"/>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1182172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78F4-AE71-EABA-7056-27A0281CC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F2FE7-31BE-EA89-74DB-916AFF0A34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3DC1-F1C3-E9B3-E3D9-FD8FD30393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705B51-D8C8-E609-12F6-905A777E0797}"/>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97038818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7277A-A295-7E4E-5E9D-8C8B5B77B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3FB8-8242-AD65-B104-643CCFB37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E038C-06B2-99EC-1AA7-F097AFB7D4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B46444-5FA8-2141-B0FB-990DDF3B7CEF}"/>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9589707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A087A-1CA3-E0EF-2A8C-6204A37A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B53CF8-E70F-DADB-83EB-002D05FE8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E4C8E0-1C00-FF87-2205-4CDA8570E6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6CA95-0CE4-9254-5429-87EE2BD3C122}"/>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6386339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7758-8D4B-46A3-D2DA-70FC5CFEA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199F78-735E-AE6E-8775-902CC4DF0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42824-A1F9-4351-3481-83B7190BD3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C66C4E-A75D-13D0-7EFD-D987C1969C4E}"/>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643282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F75C8-8F63-B458-D73C-DB8AF34CA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06B7F-4446-BC80-EA80-EF74D8F7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6060B-7B96-0351-2795-92D24EC26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F111CB-0F1E-AD15-6D48-EEC474F70CF7}"/>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7154960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3ABFE4B9-5AC5-B69B-1C9A-01C7D8446854}"/>
              </a:ext>
            </a:extLst>
          </p:cNvPr>
          <p:cNvPicPr>
            <a:picLocks noChangeAspect="1"/>
          </p:cNvPicPr>
          <p:nvPr userDrawn="1"/>
        </p:nvPicPr>
        <p:blipFill>
          <a:blip r:embed="rId2"/>
          <a:stretch>
            <a:fillRect/>
          </a:stretch>
        </p:blipFill>
        <p:spPr>
          <a:xfrm>
            <a:off x="3164409" y="308057"/>
            <a:ext cx="4543376" cy="4989947"/>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16767-A905-B3D2-5B00-9936585E84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B70287-0863-A6E6-AB0F-1BFD6CFE0E1A}"/>
              </a:ext>
            </a:extLst>
          </p:cNvPr>
          <p:cNvSpPr>
            <a:spLocks noGrp="1"/>
          </p:cNvSpPr>
          <p:nvPr>
            <p:ph sz="half" idx="1"/>
          </p:nvPr>
        </p:nvSpPr>
        <p:spPr/>
        <p:txBody>
          <a:bodyPr/>
          <a:lstStyle/>
          <a:p>
            <a:r>
              <a:rPr lang="en-US" dirty="0"/>
              <a:t>There are 37 cells on the line. Color them so corresponding squares will be clear.</a:t>
            </a:r>
          </a:p>
          <a:p>
            <a:r>
              <a:rPr lang="en-US" dirty="0"/>
              <a:t>Note: All cells of the same color are not the same—only those on the opposite positions of the line are.</a:t>
            </a:r>
          </a:p>
        </p:txBody>
      </p:sp>
      <p:pic>
        <p:nvPicPr>
          <p:cNvPr id="4" name="Picture 3" descr="A grid of sudoku puzzle&#10;&#10;Description automatically generated">
            <a:extLst>
              <a:ext uri="{FF2B5EF4-FFF2-40B4-BE49-F238E27FC236}">
                <a16:creationId xmlns:a16="http://schemas.microsoft.com/office/drawing/2014/main" id="{0E26A264-4642-B993-89C4-74D441BDC4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96688F-94C5-7265-3650-BE121B3DA5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B6290-7CF9-B873-BD01-837EBF94D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D1E00B-7AAD-5621-8007-12012C2E75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F17131-8213-9F3E-B3C4-445F49782A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518820C5-276B-8AD4-DDBD-DA21879346A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F38567C-85AE-58A8-322F-144409BEB78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2F7CC0E-02BF-5042-1AEF-567225B95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1A92DC-9D1F-83B2-9038-BB7A859BF36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4A6CCFE-D2D2-FBEA-E60A-3162E3214E0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13" name="TextBox 12">
            <a:extLst>
              <a:ext uri="{FF2B5EF4-FFF2-40B4-BE49-F238E27FC236}">
                <a16:creationId xmlns:a16="http://schemas.microsoft.com/office/drawing/2014/main" id="{88053060-4A53-D19C-E476-8A6BA2CA0C1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48DEEDF-274F-A996-4AC5-6033F9D27B1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325B28E-66AD-17CD-7C50-2BA6B77E41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29A984A-7D79-7EEB-28A5-DC56D4638E5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A96114-B7E7-E72F-2140-E5B8238D33A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1568E4F-DC60-3241-441A-E4DAD952CE9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AF7117-E408-9C99-EDC2-C99E6D36A0B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9FA39F4-F858-7BEE-D8D0-7BC3F94C680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999B587-A857-7FFA-53E8-D21953FEBA8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CEB4D3D-E8E1-D56A-8F9B-532746663CB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2EC1AD0-5818-8A7A-9726-8B3CCBECF3A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7ACCAA4-7E2F-546B-5D49-2218DF68C7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69967E4-7670-212C-8268-AA0AB915B75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59947C9-622E-2257-4B7B-7D665D775B2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45BF72E-8ADF-751E-8135-3E26B8C921D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DC961AF-283E-D419-6641-2A244F0113A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E8BC374-47C6-5CCD-7E6D-348C04D44D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4C844BA-D614-43D0-778C-7E7717F850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0AE6768-018E-C2F8-1D9D-1BA1E2B9C1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9F4448E-4983-9CD7-935D-80A1160D5ED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391AAD2-712F-3BF0-5800-C717F3F6139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EB541C-1FF9-13CE-4CD1-C92ECA7879B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8720D477-A884-45AE-DA99-A295C01F9F2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4C51010-3D70-896E-BC1B-B1D4380F33F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7" name="TextBox 36">
            <a:extLst>
              <a:ext uri="{FF2B5EF4-FFF2-40B4-BE49-F238E27FC236}">
                <a16:creationId xmlns:a16="http://schemas.microsoft.com/office/drawing/2014/main" id="{603DE699-1027-E399-EF4D-749CEB74A40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BF01E4C-9133-653F-272B-8E7894CBB6E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F5012FF-2D91-D57F-B28B-D7915467563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CC7522-1A8B-38A8-48E2-955604A310B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2A5A5A9-8B2D-C40B-5442-A3E5D64B78F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B2F5084-F456-EB68-9D78-0015F6101C2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9BE4A0-4697-8E2B-B9EE-CF6400901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3519286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3202A-CA1B-66AD-37C0-31360E29C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083B5A-6096-7CB1-0C05-CE7DC4FF50B1}"/>
              </a:ext>
            </a:extLst>
          </p:cNvPr>
          <p:cNvSpPr>
            <a:spLocks noGrp="1"/>
          </p:cNvSpPr>
          <p:nvPr>
            <p:ph sz="half" idx="1"/>
          </p:nvPr>
        </p:nvSpPr>
        <p:spPr/>
        <p:txBody>
          <a:bodyPr/>
          <a:lstStyle/>
          <a:p>
            <a:r>
              <a:rPr lang="en-US" dirty="0"/>
              <a:t>Constraints on a cell also apply to its opposite pair.</a:t>
            </a:r>
          </a:p>
          <a:p>
            <a:r>
              <a:rPr lang="en-US" dirty="0"/>
              <a:t>The red cells on the ends of the line can’t be anything but 3.</a:t>
            </a:r>
          </a:p>
        </p:txBody>
      </p:sp>
      <p:pic>
        <p:nvPicPr>
          <p:cNvPr id="4" name="Picture 3" descr="A grid of sudoku puzzle&#10;&#10;Description automatically generated">
            <a:extLst>
              <a:ext uri="{FF2B5EF4-FFF2-40B4-BE49-F238E27FC236}">
                <a16:creationId xmlns:a16="http://schemas.microsoft.com/office/drawing/2014/main" id="{B0FF84D7-BECE-2E9F-D0E2-BECE29A63C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A8B4B4-9CB6-A823-1B01-A95F0CBD19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717A5F-08C4-5028-38CE-2328CA71B9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0F64EE-46C0-5BED-ED91-0F1E155BD5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F4DA92-0D8C-5173-CEC7-43B356D59D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EA01698-FC3E-744D-4014-D2C15116D10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2C32F23-662B-D8DD-48A3-ED5C2A1AE4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20A3E02-09CB-1BA9-D607-56E3A25F197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CCC542-F10E-B254-95A4-7D7EC01C96B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C91CF03-E24C-9E3D-A18D-700FF825FB5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72C0774-3ED3-BDBE-4A8E-38D30EC637E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20C87CC-C34D-47F6-F1BE-BC2C071835F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2A344D8-817F-7339-83D8-F01A621FA79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0B691C-DCDA-FEF9-DE81-60D91DC6DF4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6F2746-8C61-319E-361F-DFAB9B514A8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74F52D-FF50-9C1B-5AAB-C497CDFDA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97E3A8-6EAA-DFEE-1C58-D958E099EA2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19BAE24-C929-DA39-43B3-F659B015CE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89ECDAD-49F4-326E-1A75-324EEA96D73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A0EF55B-CE8E-0860-53C0-D939135CA27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E3317BF0-A8F7-0102-74C7-261F3350EE6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0E94BC6-6B39-BF69-4648-0BC027DB103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2334795-4103-D791-F0DC-103133C5EF0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490D1A1-CD16-8762-F00D-4F8C0B30F89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B9D9A48-87CD-21C9-1FE0-C39E63C3809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C601DE5-A163-4940-4056-4BF00CB51F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E5907EB-BD87-AD3E-4B05-90FDAF74C6D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48D6AE2-63E9-0FAC-AED4-9E1A467935A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BD23623-0612-E86A-6F70-FB9667F1FFF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0A15AB0-9E06-2FF0-9CCA-6000DDE22C7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67E7E13-70BE-06B3-9EED-0D7FDD43C2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BF2B6B9-B80B-CF3A-9E4D-350A36C708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BD0E29A-400E-9D15-217B-FCEC129B01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E46A29-495D-E164-27E3-C010351190B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9E90BBA-23AA-9F80-83C4-2F4B45A88A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CC3D1E6-1473-46BA-7E22-C0D793275B7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23FCA17-8F92-9801-56AA-8416A26C1D1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B1C6274-C135-CF8F-6597-732124E45A9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85DD54-2ED6-4B3E-71DD-6A671899930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752AF36-FAAA-5A2F-97BC-C2A50B57577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7A7F5F6-A34C-85BA-FFB0-3FB90876C5D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1097012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21B95-456B-73CD-7232-BC5D787CCD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BFF7D-C911-BB9E-CE19-B65E37EB29D7}"/>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9CE6046-CB3C-4501-B819-887A669929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AFD98F-BE77-8E97-7328-5DED9A791E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147EA-C237-093B-A993-69FDEFBD7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D66A32-D7BA-75C4-3AC0-6578E6C12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4BE6F-BCE1-0985-2E0B-92839CA9483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D9D52E-C556-504B-0ADA-EBCF5A3C92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1329B8F-3C36-5A8F-131D-298F339E41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9E289D51-6D0A-A92A-AB0B-0648474CFEE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B52EA30-27BE-54AB-9E9C-D7BE6AEF61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4628F4B-011A-123F-8F22-29EADC6CAEB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A35FBD-C127-6F46-0192-A64294A2667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BD1B45-65B2-9F0C-F861-E0296778EED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F592BE5-0D29-5C3A-9B50-30E4AF5E54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1DE8FD5-9A17-0AA3-ED7F-DD65798E3DB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23A6BE-7D13-C259-1DE7-30ADCAB1FE9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0713EF0-BD62-2F72-7E25-2DF17D0DDF1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F5415E-9523-0A9D-73F3-9354F97F956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D1DEAF6-5CE9-8328-FDCE-5A9D97B7968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FBE5C4F-6737-2A49-79A7-DBB065A8B9F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FDFB38-9AC6-6375-D478-9F9355DCC6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2B6F401-7566-C63A-9B33-8AE7D3FE4CC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C133EC-ACB4-6702-1EB9-BBA0F72629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952FC61-4165-0FEC-D84F-6AFFF250742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045AA2A-28D9-B69E-470B-6C7F0575FCE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9D53733-2163-6A29-6402-B3BD8C73704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BB88099-0A37-0859-9505-FD4FD2781CC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635032B-8579-5D4B-65A0-CEF619D2D1A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529056-5C30-F420-F113-F88B098B7FA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2FB814C-3B3C-E0C7-38BC-7E84283FD5D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CEA4B86-7800-996C-85B3-B9ACE5D24D7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5BA6C3C-4132-F3D3-90E8-D2AF0A82DC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07EF4C-81A8-DF47-CC92-469A277ADBD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0D44D48-85B8-9537-61B0-E6EEE77BF5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5507D20-72DD-C6D9-9577-6ADC8AE92E4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F54244-988F-7DAD-CF07-495B14542AC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898738-AE89-9283-EDA8-FA0EDEA34CF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CBB84ED-A566-0FB8-8D12-B6423AEC051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5FF10F-45BE-58BB-D7E5-FF5564D7A2F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24E75E7-BA15-026D-AAF7-DAD4E7292A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41FE92E-1445-FA45-81CE-EF1ADD670A4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3527B9-35BF-4E58-AE8D-5D2FA50F3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80C5D1-F865-E938-F55B-AC2862F05C1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938F3E7-5891-572B-A361-251D58FC4E02}"/>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822985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794F4-3E4E-C332-1E4D-0E0AB053C5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AC9AFB-F7E8-B350-E099-64D669280F65}"/>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1CA8F495-26B3-75AC-8DC7-2A1D4434DA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D2BCDD-4148-40EA-177F-65A1E281BC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755D6-BC66-BEF9-42A9-9428865F07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B023CF-DD3E-3598-AF9A-9A16F0DC67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42A717-7825-369C-8DD0-1F3FA66473D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5B2B0D4-AFED-0755-F7F3-78B052D8B9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F581A16-DA6B-38F9-3337-C2183694B08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CB9175F4-BCAD-44A1-A0DD-F47C6AACE9F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A8E9975-911A-D4DD-0BC4-B4F0E1F642C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050B53CA-F830-33D7-EA16-329942E0C1E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DA37502-AEBB-C6B5-8F98-6FDD26319B0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DE96CD1-523E-0662-3480-7CD0814B9E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ADC3C18-06ED-7C3E-BB4F-89D35DE262F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094E3D5-FD70-D08A-2436-5A89C3EC63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0A01F07-0E30-DD7A-6A7B-78A5C23DAA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CF873B6-85EA-9D70-52BE-5B7BBD2B011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58FEB8-CAD1-CF60-1034-1090A9B176A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38BA916-FF43-8CC0-6D61-C2C2F4394E0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401A87-27D3-A42A-B774-1A4B260AC32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80F2FF9-7B7F-B9AA-FC5D-64B36C67CD5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AB4978B-5AE4-F6A6-40E7-A6E7A4B1596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C4E1C5-9540-4EE6-C00F-EF40FB9294C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C68AD4-C343-F549-F599-A110B108C22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0B913EA-EC7F-7481-D6B2-915799B99C5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55EE047-FC13-FD81-AD42-5CDC82A7E25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845C4AF-09AE-76D7-8CAA-4D0C7D33042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C3BB588-9A02-53CB-DC1E-47E23E1E9A8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4A4BD1-B31B-896E-9643-02B1851F3E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D7ED17-D9DD-E36D-7B58-6640862A4C6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2C9CC3C-CB86-38F7-7CB3-2244D615D27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9E7C8F9-E1A1-7A9D-836B-42A432CBA2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8AA4F92-3153-70DB-DCC8-2D38EE88F4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12B4A46-D42A-025F-2FF7-0FC843150C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7CBF91D-F476-4EFC-6915-DED81FDD610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4AD911-6F9C-C046-DEC3-2C9FFBF0BB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A101EE2-E52E-665D-9407-27D0AA55A19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9DB5DD2-A88E-320E-A62C-B74E9D8525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F12C9F-32E1-4CF6-806A-F5583DDCB4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8FFE86BD-C938-5840-18D1-FE37F72199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3DB33A8-843B-FE0B-1D3E-F9D110672F7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07D90AF-8D25-72CB-F7B0-7B16BE01561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3706DDB-FC2F-C191-F186-EBD331E1D1D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54A45A6-2EBE-D595-7500-249880FAF76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DE52997-7A1E-2CBC-24F1-81ECA288E60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C81584D-E667-FCEE-EAB3-79F9395C07E3}"/>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371673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8531D-A91E-D804-DBFC-9F36002006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2C4E36-79AD-C9AB-6802-44D4BE4A0F1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963C200-7828-8692-8BAF-93D3C41556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A4FDF6-C442-638E-F594-52EA7A6E09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4A0C83-A291-9396-2F03-C9D3887D14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ABE6DED-8C21-0964-350D-21403FDC1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CD22E-9630-E0E6-526F-A618F1F9D0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E498704-D8C3-A254-3E3C-44D9402339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5AE6C0B-5136-619C-BD41-EED6A3AC02D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C79AC8B-C66E-097E-DD8C-C906F2B5321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1BFE98E-725A-2878-BFE5-0C36120C4CB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914B55E-BBC7-E7F6-216B-57070486D9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9BEEDBE-5D2B-202D-9545-21610F45219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10F0383-0298-7C41-D7A0-5C8EE4DC9A3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53BA077-3BB1-19A9-14C8-B40980F6B17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B1182BE-1F4A-258E-B79A-17D5181B20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325BDF7-9FC4-3FAE-63C9-F3916F1962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D027E6-8E80-8FB1-BAA6-C61DC8F0711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56FEFEE-0FB4-2DD7-6410-2C7DFA6D247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BD24BFE-1E27-A957-58B0-4499C15E01D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5235146-6405-1B97-4415-814A51877E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A0D1DEA-E72C-0E0F-456A-B9556C20C41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91E8B22-322F-EE2D-F804-04796E2AA13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9F8292-B252-F437-6591-09D74C57D4E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D6A199E-44DF-2471-91B6-5DF142BEAE2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C68C904-19AE-2A2D-C5D9-A61C00C5C7C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EF9CF14-9014-EDA2-A944-B84FCD065A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2CE37-74E0-238D-9A9E-5BB80C9F564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1780EC-4427-D945-5E2C-4A1F192C383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6B2BF7A-7F40-10C4-3D00-3A9F1794746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4E29467-BE6E-E6DD-D901-5A965BF208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1203448-6E7F-F13D-B4CF-7BE1A02199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2A5CF1-7FC4-645B-BBDC-1DD8645366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871B46B-3FC6-E862-2E40-21D62D0B4B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010044B-105A-F3DF-57F1-7698C5ED701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EC053B6-E856-5C0E-5C6C-059BE8AAC4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CA14E7-0791-0F83-8112-63DEF9144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10D4BEE-BF75-6860-B7F3-655F860CBD7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7C9BEF-BFEB-F7C0-13AE-0D069CC7901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D8718B2-CBD4-40CB-8A35-AA8E3645545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9A4E9D2-CF63-4EA9-F0A8-6383C70A776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EB1040C2-72DB-10F3-EA84-AB3D7390AF8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B3F8D8B-ACCF-71AD-5DB0-6B7C1F0F9F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3E850A7-39A4-5CF5-EEE9-C169C0BF285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A722782-4BFC-6232-DF60-49CCFF9713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8CAD166-6E70-3E8B-6E75-F3C32F29FC87}"/>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E66968A5-52E4-2A0C-FD48-CE1887D07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75DD7EF-B405-1455-7053-726486DEC42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A8F5066A-B775-3027-61EC-B699777092E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069276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56CD-5EE6-1B13-1C0F-A53EF0EC0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D92D4A-E895-3049-E5CB-2B775A632EB0}"/>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35728CF-BDEC-1D1C-0176-6BFD0EB41A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261567-C753-5EBC-FFFA-55E39F4A5F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9B0AE-33EE-A657-21D3-6309C44FF9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42E814-861B-1E57-1D8D-041A209667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67C5BA-0A23-0BCD-2815-748A9B5AC2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EDA5355-9552-1840-15F0-2A42869D1F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B94D4DA-E074-3F19-AC00-7490369AE68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7CA869-C9C4-E1DF-DED3-8511616191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8ECB0D7-31DA-481B-51B2-C00CBBCC76F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A2DC25E-CA62-1656-24CC-7FE5AF836C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C4C17E-4056-60C0-8CF7-57DA64DC5C8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1A997-06C4-2EB1-B5BE-2223933E94F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E46F195-4522-D277-9F03-0AB3848217F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2B1FE73-B3CE-28E2-CEAE-5ED61CEE76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68FB6C4-5AD2-6839-1B20-99703E446B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DCB31CA-4173-D02E-485B-6E039E80837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D4BBBD6-D0EF-D68C-F73E-C193213A3F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CE26D0-D71D-6E84-D1AB-380C64721C1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E80FDA3-DCDD-8618-3893-B5DC0E680D2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422D77B-AB92-ED81-6BF1-A354DA55443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526631D-BCC8-4D1C-0E64-5D32EFFA834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F4295C-5D33-6603-CF7E-16AFB02120E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1FBC4B-0FD6-5965-3AC7-9F2299354A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ECC5201-EF42-E041-29DD-31494499134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F3C4C0-A81E-E8F3-07DE-71AD15FD1A7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90F9EC3-3A5F-E3C0-F6BA-3388DE310FD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E50B1F-4AE7-D02A-F736-01CE428EE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6A8AC57-CC5B-E668-F6C2-416CEC341D1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4E16610-3446-CC9D-2F8E-DC937254A4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1E61E3B-3EC3-5DBB-12BC-B4A4CBBD88F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B6F08A5-51E5-FFBE-A0FE-3CDA4D023EE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3F1FF50-D38C-A0EE-0821-6EAEF9C1D09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AC3D27-F9AB-9955-D463-247CCED25E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2B2B822-D651-465A-F444-070490124D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E53B823-5938-CB45-D7BA-7427444E8F6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2BA858F-4A71-45D1-6AA7-756F7C03511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EBD5519-334F-A058-7B75-7CB94A2F95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636C6E8-6A95-A375-B361-0D8034C875B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105C115-454D-A851-AB08-FB4A2F5D7AE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22D07B1-F0EE-2821-1A16-AB9F2AD105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D98FC93-29B1-1170-E759-095A736C41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096095-CE74-842B-BCE2-71A2128415F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5AAD18B-9438-F1EC-10F3-7A1DD3C5DB0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977FEC5-B851-B5E3-5AEC-75AD1D9AF0F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283B6AF-57A6-3893-1754-4A6541CD3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A34F773-B541-3577-922A-D6E235C7B6E9}"/>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19044D1-3F8C-78EF-87AA-74132253F5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90A4FB8B-364E-0876-BF0F-EDB588E0C7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965DFBAA-E33D-B601-44FF-9627A70208C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542284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4F9E-D7D3-17BA-CE00-03004A06EE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3BFC35-BE5C-42E8-5FCE-0AE24A1D2C44}"/>
              </a:ext>
            </a:extLst>
          </p:cNvPr>
          <p:cNvSpPr>
            <a:spLocks noGrp="1"/>
          </p:cNvSpPr>
          <p:nvPr>
            <p:ph sz="half" idx="1"/>
          </p:nvPr>
        </p:nvSpPr>
        <p:spPr/>
        <p:txBody>
          <a:bodyPr/>
          <a:lstStyle/>
          <a:p>
            <a:r>
              <a:rPr lang="en-US" dirty="0"/>
              <a:t>Continue.</a:t>
            </a:r>
          </a:p>
          <a:p>
            <a:r>
              <a:rPr lang="en-US" dirty="0"/>
              <a:t>Note the 9 in the second row of the light blue cells.</a:t>
            </a:r>
          </a:p>
        </p:txBody>
      </p:sp>
      <p:pic>
        <p:nvPicPr>
          <p:cNvPr id="4" name="Picture 3" descr="A grid of sudoku puzzle&#10;&#10;Description automatically generated">
            <a:extLst>
              <a:ext uri="{FF2B5EF4-FFF2-40B4-BE49-F238E27FC236}">
                <a16:creationId xmlns:a16="http://schemas.microsoft.com/office/drawing/2014/main" id="{FA70A8EC-EF62-0429-47A2-403B45F31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CB16ED-F834-2A0A-BC17-C7D08B91E1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B89348-97F1-5464-3C42-5B1E9F79D6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067FE-6875-E4F1-4527-9C2ED370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DC082A-79A3-ADBA-522F-DBA533D48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F7F9477-2E49-4537-FA7A-D17EFEED465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6E549C-0D84-F19A-838F-1773AEA1EA0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4F43687-0B43-CC39-36CE-CA17C9A7254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8892B45-E555-CA04-BD6A-E3B3196DB7A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C1CCE82-2DB2-2651-CD09-82D7FFCDC42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2DFA765-90F7-534D-B025-954A28D9E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0AD71-3330-643B-7F8D-758D7E209F6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E86924A-4B85-58B8-5E04-FA069EFEC5D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B8F25D0-0018-B5EC-F7AE-CF21C280D91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8ECE872-949C-12E2-05B6-B23890E86FA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A894B0D-0F53-0AA2-566D-9567A796AE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A2B1861-B33A-A7E2-11A3-BB5F4E36DFD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314E59-234F-58AF-D313-68B1331E3ED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C3F40E6-07C5-0385-78BD-7EEC242FEE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ED3D2E-5DA6-27B4-ACCA-8795F95709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C01C9B95-50F5-3CDE-9CC8-E1C260395B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E3E0F82-A218-D7A2-84E1-1F42BC409F9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E92F64E-440B-90E8-9B95-6B143ABE1F6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98782E1-F9D0-7FDA-3AF3-2577AD29D7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F8A7E2A-3A8A-8005-B205-6515F00C57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A0320D1-C22D-FDEA-3C0A-206933895FB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18E6BA1-7965-2D7A-76F7-120F970B77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863C9C5-38C8-25B1-D1B2-35A365BCB46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5855604-60F5-07AF-1D99-FD11EA4B5C7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B44A655-6769-147E-4A3F-04D219E8233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1D21546-757F-9C07-547D-A29A1A05B26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9734212-925A-BB9C-D3CE-1BEE1D7CB54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4529732-6DA9-50FB-E859-D10F51DB12A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DF74FF2-3D15-FAF7-FCEB-BCDB64879C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70BF9FC-9ABE-EC4C-D79B-253DE2C5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821104-0FF2-B327-AF41-7456D55A58A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B65365A-AAF8-1573-8B16-3ABD1B52C73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F092AC1-3E01-9C85-9BF1-236092358FA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2BBAAA5-4ED2-2100-F517-0BC05171B72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6455B22-094E-9FB0-FA99-606061995A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A1CF43-8550-9669-CEDA-8A4DC284F93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AB29EDB-6DB4-379A-03A2-AAF417466A2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C1857427-B050-16CC-FEF6-68346EB3C64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52207C7-1769-D34C-6F9F-A5CA15C1DF36}"/>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FA356F2-BAC2-D967-BD1F-F8E13DDC0358}"/>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CD5720-EB7A-D722-4F1B-2A6E40CB16C6}"/>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65DDB7E6-32FE-82B0-3CEC-138439783B06}"/>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0D4BD4C-86E6-6643-75ED-6BAFD569CB1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0CB7557C-2E41-AADE-ADBA-472C0EE21E6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480050A-0332-E967-272A-3359C047AC9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C38618C-74FE-28F1-F04E-E292E00F1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7220B0E4-9F80-1CD6-072F-9A96B5AB50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73064F09-7FBB-75B8-C62B-8BD5020D906A}"/>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15B4D7E3-CCDE-5B7A-3DF9-272617085F02}"/>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56716FD-5F5C-0BBB-4F23-2D3012A099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1835172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DD9C-5F32-79F7-BED4-6D65781CD5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B0432D-CF94-6EFA-21CF-4705FC2DD5F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6C25307-4949-F193-3D1D-5401810B55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297E4F-33EC-07E6-188F-9535F81FC1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BFC703-0065-346A-9CE8-98E0AC6A7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E31F21-91AE-4463-2634-6531246BCE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50216B-0EA9-B156-F44B-62DF3043EEC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76E9233-033F-F70E-A8A5-E033034EC6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EA85210-DC2A-9A05-0190-47ABFA312E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992730A-3AF6-9098-140E-ACDC648947C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76E54BD-3991-429C-5675-77ECBC06B12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D518A08-43A0-12AF-1804-25DB8ED1F8D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8CA2BE-F9E7-FCAF-0D09-4568A35A0C5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6FA7A3D-BFEB-8554-49C2-06D7B8954C6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14C93FF-6EED-C0A3-C1AD-ADE6C670C7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4ACDB2F-BE32-D59B-60F2-534C3367D72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DF65AFC-B513-3026-5455-38FB5421B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D8B2FA1-FA7B-F87B-F0F9-E7BA3736957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C984CFE-F333-071C-2582-67E8B69DD9E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B84C34E-B42B-F6FF-C60E-844A64CF564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8A196E0-BCF6-2767-E753-C4DB5384E5B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D12D34A-BA18-BB30-A080-675CB5C80B3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9AB209D-8590-95FC-1164-2D97A6DE713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D1F57-5764-DF3C-838E-E9868726CBC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B20EB89-D026-DBF4-BEF0-676D13D7DCA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EA298A-4AF5-DF2F-3F66-116EFADE5C4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253E005-6E63-A1D9-2380-EB782ED51C1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221A68-5911-5B7D-7923-D4EF9414E0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FD38333-45BA-4F8D-4F30-9148D2E26D7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3CE93D9-7FB5-EDC9-7782-A3767128A0F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E827405-205C-8B49-DEF3-E2360413BDE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939B36E-A714-03B2-4C35-0B0370A1B2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5811901-A494-205D-440A-77081C9E3D5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C254BE8-EA09-8EFD-2981-CE903A6F63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0995776-B330-8398-4540-EDC217AFE36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50C0F3-8663-42AE-F1F0-2A0E7ECD9AE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C30D577-3E93-F28B-1EB0-7FD1DC77A6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632EB46-B4D0-547D-B4A7-A65A2F847F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AA46100-8A2E-629A-2D07-B58C934652B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D6CA1E2-4630-CBED-F9B0-3EBCCEC7463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DE2B8B7-60AD-2D09-22DD-9D29E9B314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A63EEC51-2122-C575-8127-53AA1BA7C4C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5F132C7-CFBE-AC08-88FF-F9EB83CE5D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F3F5AFD-81B3-3D28-E2D8-D78DECCCF15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6631378-EDA2-011B-E36B-16A3766FECE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D481E12-F17D-F1F5-8B48-D578A495DBA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4D507A3-9578-489A-32B0-05533028C33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A06280C9-6B9C-6DE1-7E10-6E851011263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DC24107-1B0D-4498-A235-FC9470F6C1A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110B2D5-9CBF-3A7B-2EC2-BFB717E6652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E6FEB4D1-3614-FFCE-9BDD-B8ED08C1A6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01047B9-27EA-3A8C-F495-F167431B72F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85490C1-3740-E56A-F033-201991E9B1FD}"/>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EC8A572-55C6-12E6-7E3F-5FB4D23D672E}"/>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37CB6BCD-3E5E-ABE8-E68A-D0F02A21D554}"/>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7533A38-68F9-B4FA-B31A-A13CA58CDFA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CCDB51C-5828-2C97-1833-8DA89ED0614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4D78B1C-8F0D-D6F0-B3CC-0B9B7EE4A1C7}"/>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420AE006-B00F-A77E-9876-E3E51D744F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F026149A-B654-19AD-6F4A-EE49BC81C79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72D0373-B99C-F0E8-1922-BDD5DD767E4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E0C12D5-A8C2-282A-37CD-E71BBCFC8DD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3858CFFC-CD21-0EFC-D687-2D0F574102B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24037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30D63-22F3-DF1F-E42C-4CCE1DB7676E}"/>
            </a:ext>
          </a:extLst>
        </p:cNvPr>
        <p:cNvGrpSpPr/>
        <p:nvPr/>
      </p:nvGrpSpPr>
      <p:grpSpPr>
        <a:xfrm>
          <a:off x="0" y="0"/>
          <a:ext cx="0" cy="0"/>
          <a:chOff x="0" y="0"/>
          <a:chExt cx="0" cy="0"/>
        </a:xfrm>
      </p:grpSpPr>
      <p:sp>
        <p:nvSpPr>
          <p:cNvPr id="77" name="TextBox 76">
            <a:extLst>
              <a:ext uri="{FF2B5EF4-FFF2-40B4-BE49-F238E27FC236}">
                <a16:creationId xmlns:a16="http://schemas.microsoft.com/office/drawing/2014/main" id="{FDB9A114-D09B-9ABB-B4E8-5BEF2ECB5D0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 name="Content Placeholder 1">
            <a:extLst>
              <a:ext uri="{FF2B5EF4-FFF2-40B4-BE49-F238E27FC236}">
                <a16:creationId xmlns:a16="http://schemas.microsoft.com/office/drawing/2014/main" id="{81315531-C16A-AC48-607E-55B3A4BAFF61}"/>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DC127E6B-5975-E59F-66D0-A4C844DEA0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A9A39E5-C63A-2E7E-5AB0-C00EE5974D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005D81-CA53-64A7-3CC0-F68155B55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439AAB-F944-398A-0698-7B499DDC86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9C08EC-1AAF-D901-6AF4-99B4ED3ED7A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B219F19-1EC0-B097-C482-4E9CAFCE119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17C721A-ED21-4F1F-FC88-20B03B3FB59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1392B39-4111-AAD8-12F1-90D9D5419C1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5CABCC6-3FCA-2F05-3131-2EBEED5B4E0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3CE0EA7-1CC2-5353-4DFA-F5ECD73781E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D16E60-5A8B-FA13-9DAB-EB9DC49A15C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AC8B74-917A-6726-38FE-25626C521E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4599121-2704-D808-2581-EE8EC570171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1A3554B-0661-F585-B53B-60FD1615336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D60BCE2-A1F8-A547-1010-E7F28E518E3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34F736F-5B66-3B7C-D8E6-7195ECE2AE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926837E-0D9B-B950-D4A9-42992F8536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E78A7CA-2266-59C5-1920-823F2CDC006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41D14AF-8B46-6B83-4495-1412FBDA768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3AB70C1-3349-12B0-80B2-F442404FE53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124F67F-FBB5-F431-BCE6-53AA4B86E07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B67DC74-CB7D-197C-22D6-34D601D1F8B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17C570D-B010-FCE1-B4D8-8F1F1261C07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D674F0-27BF-E541-9FBB-ED1B1C5BB87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1773B56-6EE4-62EB-B326-4B9A69A03B6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25D12-9928-03CE-7F20-0B45EB6E69A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FDFCA52-E8A7-850F-CC16-19D964EF74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B86FE59-0316-311D-B1D5-4AA1B41AEB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78CA1D-B7FB-7C21-F6DA-404DBF7059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A1581D1-4653-AB4F-9608-D53F1C68EF3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626D54B-FCA7-C67B-0096-292DC4D391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FD48B85-80E2-244C-B8A2-09F0FD5DA90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057195-1682-A8F0-71EB-BAA2022800A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A4B769-12BC-7E90-2C8E-76ECF7224DF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F5597BB-B685-49B8-7B67-01A7B7829BA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28C836B-F2DC-FB34-DFC5-1B92350B6A7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54D55F8-8BF1-CE58-894F-3C54482E1E7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B8321AC-03AF-6C29-449A-DC5E1DBA657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BB1E38F0-4CC0-49DD-5E34-62EB1F7479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1ED7A2-61A9-58B7-4770-184CDDA247C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C991264-A33A-1841-B188-33FD2591ECB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395BF90-90F8-FB01-C414-153015C2F78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38134AE1-1412-CE40-3FAE-B80154E3C6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A05859E-684E-7932-3065-BCC7D9ACBDB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9CFB0B11-F3CF-7984-5023-F333BE0A2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F6E1693-0028-DAB0-3EE8-BC8DBA1FECD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231B519-FCE5-A06B-C8E1-8E0C77C0CA2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6B22C693-C640-201B-EFF0-163277E314D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D554D8-7D81-8EAE-65A0-3C72E4649F5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2560D82-8690-440D-EA4F-3F1B59F31B7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38852-53D5-660D-E7DE-2EC0456143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AE08F3CF-B6A9-1665-1049-A4592AA5FB73}"/>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A9279294-0B54-29FE-D1C4-C7F91A284B8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B2B0D62-03C4-DA91-7EFB-8C567DE5F2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DC99DAB-C12C-7520-4A47-C98B55231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A27C4105-4491-0222-130B-0BDD9BF188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348592C-CBB1-2A94-C8A9-2E83A339BE0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65D8FF4-A736-AE76-2441-F18BFD6C44F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A1D7AEB-0F91-D63B-F94E-6F620025BF0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773F4EB3-21DA-45A0-A731-144A4D6C7F9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AA6D1A5-3E16-52CA-341C-F576FA8318A7}"/>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4E457B4-C75E-F0FF-0504-B3410EA58BAC}"/>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A040A020-161C-D9B2-0CAC-74F4A91AC85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AE931B9-454B-A011-9201-D72E5F128DF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08D05A5-3EA0-B4EF-0BA5-757DE0590CD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D732183-42EF-D5BE-F471-752016C5CAD9}"/>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Tree>
    <p:extLst>
      <p:ext uri="{BB962C8B-B14F-4D97-AF65-F5344CB8AC3E}">
        <p14:creationId xmlns:p14="http://schemas.microsoft.com/office/powerpoint/2010/main" val="4179624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2375-53B4-A7C7-BCC9-58E46DE250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34699A-B3D7-9CF3-6ACA-4EB0A26C9173}"/>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7189494C-52B0-8379-3DA5-F37FF7E396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0C0D3B-1821-DEB2-FBD0-2969F8A837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531148-F801-493E-CEA0-B03C25D373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4C271C-E8E4-A4A2-ECD7-228D93C9D5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15B0C9-D2F9-42C1-51EB-9DCAC08DE5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09BDC34-6A90-0C32-88AC-5F1FC799988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F3DB007-CA5F-D41B-1FBD-B8F93CACE56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E0FAF9-583F-9C1C-0875-EB3CB13889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40FBA83-746B-F508-F469-49FAE3AAD91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18AECC9-EE2F-D5A7-E14F-93009333ECB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A0AD06-4448-61D1-1FFF-04B2A05C50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D5F6631-73FE-EC68-B16D-5A5010C6247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483CE8A-B3B9-BF50-2F9B-CC39CDEE714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320B21D-74BF-AB9A-9F46-392DF4CF3F3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1A82D3F-5CF2-9B1A-C1FE-9A80220A4C3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A4F01A2-E45F-8D0B-6951-312B598715B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24C4A5-1505-82E7-8FE5-6021C2F927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6EB8C63-60C6-B63A-A2AE-896C5FCC7C9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C416D77-E4F8-3EFA-BD35-C9B51F1A07A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6DCA7A2-8384-BC14-F8FA-C52CD72756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3F5B1DA-D09F-9032-F055-BAC65F78752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9E112A6-75E0-F1C8-A9F6-170C77E860A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795E20A-73F4-E217-2718-31C39C2CADF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FD341AD-9928-227C-F8BD-083114FDAF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6E7E10-F122-EC3A-086B-83C6A97E4D2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00295F-6F03-03A7-5A49-25F1D6382B7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8FDC321-D48E-5642-1375-A8450714473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077DBFC-EBBC-A2FE-A581-263033BFB15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FCA3081-8D92-D80E-F3FE-1470009563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695D717-81C1-E416-3812-B45F60A20E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156CAD-DB55-DD22-1A3A-BDDD2658C6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56EDE98-42AF-1FFD-59B6-CE713FA669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861ED53-BC2F-18D8-403A-D8AA9D7ED51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8DBBDD8-C53E-8C08-7115-6AC714F1A91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6B1242F-4778-F49B-9F1E-AF32C0AE1EF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9AF1FC-2B0A-8F21-11F6-8F260D06B23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31453E-08E4-5D89-5D8E-A7E678F81FA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7FEB55F3-E2B2-829A-6790-98675E56814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CF065DE-5C69-A8BB-E131-8160B516F8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ED1A4E9-3FAC-880E-69E9-0881691341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DB5150-34B7-5472-13D8-BE634652121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90D091-E893-ACC0-2956-179C102D470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86F28AA-3A08-6504-ABE9-0DFCE11CCF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15A3D05-3F95-C72D-7CB7-84428ED75184}"/>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00CB968-6829-29B9-0369-A01CCAE88B9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9F95596-CE9C-90F8-32F7-0B743ECCDA3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F4E340C-FA15-706C-32C5-D6C165B3DA81}"/>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8DAF1DEB-EC0B-4C4A-C6C4-2B534FA737D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C741B7A9-6341-FA37-7055-28B6F9BF2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F7D976-F1F9-3C38-1E6E-7A5A7DE940B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9C04F883-5A81-74F6-EC3C-8AF58F87AED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EF640AF-D058-85E0-6019-B4EFFF497FF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20BAFE8C-E305-8601-C43A-6ACC42081906}"/>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CBC2F40D-7F69-F379-BB7C-C0CBDF2BD03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242A1A5-596A-712A-7FE3-D3DBEE10E5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C5EE909-DEB3-C3FB-7678-10EE75C166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F0A97DE-CB66-2C05-D676-393F82EE669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710A0FC5-154B-08F1-55E7-FB35CD1576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E896E14-C8B5-4862-B6B5-49EA3AC2B1D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BF7BF08-EC36-2936-0E54-C1C86F7C8E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8794D2-2857-F8BE-EE36-A929FDCC818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DA5F0CF-B6D3-8EF9-38B8-25C7E2B19D2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1248B7C-3BFD-7247-5097-96786647C4A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0D998359-8589-1717-4282-D2A54EACD77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E3AC68F0-30C3-1FBD-1E4D-F1B0E45872DE}"/>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0562536-F4D0-320A-C372-4FD6A7D977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FE87B993-1509-996B-6B96-4D158455B26B}"/>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2AAE78AC-BE92-3DF2-857E-5B7CA63CC6C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A8D4EFC-6705-4039-46C5-3CBC6DC8087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4334BD1-E931-098B-4AE4-E3A75C6081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BDD8793-4D96-F0A9-48A5-BD9E5E9DFB4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88E8FE0-8FCE-0E6C-0E9A-E40D6B43AF8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F997CD5-EDDA-BAD8-BAE9-6707BEBA94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Tree>
    <p:extLst>
      <p:ext uri="{BB962C8B-B14F-4D97-AF65-F5344CB8AC3E}">
        <p14:creationId xmlns:p14="http://schemas.microsoft.com/office/powerpoint/2010/main" val="148055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D1BA-AD75-9467-8675-6CB0076AB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B710-788D-3C8A-BBE8-E7C0FC7C2DFF}"/>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251EA110-2763-28C9-3213-4BF29552B3B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3FE7A5-DE6E-2B08-770D-239A0FE02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48E5FF-E39E-E767-A09D-6224F75564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C1192-2A71-3A09-9638-00977C0F18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649DE0-D951-DCC9-27FB-6914588B35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FD73012-E370-4106-E11A-A1F25624DE3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05E150F-3075-9AE6-B16C-C1335E87CD7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4D9A21AD-A869-88AA-B0AA-270D6F1AF2D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F34687F-6284-A9AB-C739-BC5C3C06191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8BA98DE-9DD4-3891-D110-5753763EB9C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4EAE4B1-8E58-B54E-FCD1-C69EA082BBC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3DBA72-CAF2-9543-8AC9-61D6E5BCE75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8251A06-D88A-6C6E-B32B-209DCDC5EE7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DBAE5C-5BDC-0792-7017-6263AF72ED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F922EE5-2F5B-DBDA-F499-BE1C69AB0E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40528A8-FA1D-229F-3A5F-805E9A8DBA1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7B9C7C0-9F35-352F-344C-1CA9AEF81D9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6038186-7F42-A7B9-17C9-58DC8242966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0131E9-9E74-5259-DFC2-1984391AEA0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0257C3E-A8DB-92E2-EDB3-A6F6C59A1F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66393A2-61FD-D997-DE3B-596C03C2D2F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4F09AC5-487F-D65E-A6F1-B5B9CEE067E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7DE3B7-6E0E-4DE0-9AC7-669475C0C94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9E949B-92C9-00BB-5C7B-5F2DA5867E6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B9E2A6F-5BFB-DCB6-1181-D4989830D9A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B81CA39-49B0-A155-CB2B-FE7EF405CCC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29E13FF-1D3F-EA2B-2C05-1E5D921144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070B22-545F-FBF4-8CA9-02FFE77466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C01F484-99E5-173D-D74C-04E72452BA7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4CAD602-FBA5-6E2D-A322-E1725202004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9194B5-D0D0-49FC-BD91-C50A19259F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586AC5-6C24-6EF7-08CB-19BA36C6A4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7546962-F41D-C6EA-D7AC-8F5F9C1DB2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BD7437-1487-A353-697F-1FD6CB40652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8B98F1-A220-7EC9-3BA7-3DAC115DD3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37A3443-1005-A03D-06D9-57600A6618D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5849AA-B8A6-27E6-D883-05535AA33C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0602C07-B111-8B42-68DC-140D8F58B08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827A273-9806-A6E2-1B2E-6E743E8DE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D721751-88A2-7930-11AB-B48C37C084D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419EC90-EC2F-CFFB-9199-20271636E33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F8DFFCA-5394-D247-2A0E-4D839E7C267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62478C-962D-53DD-CB98-2A5185960F6D}"/>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6CC39C6-B314-4981-434C-E3FED920B44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F108DEC-42D6-F770-B163-0092F69782D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0F31C504-B229-89AA-72F6-3679F68F3C8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FAD1C67F-97B6-3913-F6B8-9EB05E01AC7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4BF599C9-3C7F-B232-3210-8250DC6EA39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3A023489-9D5F-E3DC-1CD6-DA38981BAB3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912F9A9-00E7-7CB1-0016-A59C15B4BA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95281D6-92A1-B93A-2FE8-054E86992BC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0E9688A-7CDE-90C2-6D8E-3124E7AFD7F4}"/>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DD394952-94A8-E839-7295-A7CC72B77C10}"/>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51BED333-18F7-2B9E-986D-0E2BB97F56F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7DA7C1-33D9-7045-FB63-70B230CE10A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5B030CC-5499-2FD5-6C4C-6E225C643E0B}"/>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D122B9-8D83-3143-9638-DE5F073F21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A20DBE6-D715-25D9-7EAE-83F83E2A11D9}"/>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39851AC6-0C7B-976D-46FF-A864A8104558}"/>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DDCD0774-90BD-FE20-AE91-E8A3C59344B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4446737-FFAC-35C4-4C97-1DC85B2A250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E4957E89-E99E-5D8C-5B95-3FEC769D4100}"/>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8224A971-9560-EED8-56FE-FF7D2FA73C8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750016CA-B3B9-FD76-579C-D1E872FE436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CDFA766C-D172-B821-E981-1D3AB5415A38}"/>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08D30916-4F16-3487-52E0-3BAEF7760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A23408E-549A-8C78-07A1-7886E751E267}"/>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0B9A0017-94A2-5D21-79B0-1B31AEDCE4A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74250DE-75A4-BE2D-D288-526AB99EE4B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8E8319EA-BB39-06ED-0B84-0A88B96CC39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894C376-631F-6FCC-60E7-B067C040E8D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41A83FD-0707-DBC1-40FC-DF734B9D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06C3A8-6862-915E-5AF4-B55E914C5A9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BDEC5E2-059F-84BB-14A7-60A87291987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E559CC3-AA49-EFD9-8FD6-9E0B764FEDD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CF12B63-FADA-134D-2716-2B375B51A8B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558235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20D7-9844-2617-0263-2BD43878D0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9DC77C-630F-1838-E3DD-96BA95863C59}"/>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F9D0C278-47C5-F7FC-BF2A-7157803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0E1E38-2AF1-A7D9-08BF-911D98874B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8A68C0-C07A-8DE0-5875-20EBF702F3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64E64-B83F-BBA8-7360-988FD35486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AF6296-292E-F31C-7CCB-3B6E93E43B2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7A32450A-AAB7-58B8-8B09-4FAEFE13B04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8BF25D1-2F87-CEB1-CAD9-3DDEAFF5030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9A45D72-005E-36DF-36A5-F6AACD3641B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B18DF3-D751-FAA3-1EA7-4746F50EE5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B5EB31E-DC48-DAC8-F987-5AD3724BE15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516F188-965D-29B2-9E13-62F471756DD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7FC1E-7AA9-3E66-1B6F-33274A491C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605D74C-FABE-94AE-BB0C-16F89C307F0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9EA2E0-C10E-9909-5A67-095D1EF5BE9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862102-3F4F-7515-1012-BDD9A3C5D2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2335594-A57E-067B-D395-D7E3FBC6652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A17F295-0A1F-C39A-688C-7207BB132D4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82CE7AD-3A70-4531-CEE1-B356A06E498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E9A7036-971B-295A-AF7E-16AE6CD9EAB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17A279-585D-0A4E-A56D-0A27B206AD5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DF149D0-A681-BFE2-DCB5-1F112249D39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343519-EF95-7C3B-2F9B-77295862D03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8B2A3B-4831-C8F6-D060-CDABA6110D4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4901FCA-5EBD-B50C-2EFA-F08BBEC1129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3E1723B-9335-A2CD-B40F-17B35A8D56A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2B9895A-600D-D75C-7BA5-440BF6D9064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EB85088-02BB-CE24-CD34-EDCFB5EB14D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F64CDB1-A641-51B9-7517-641E7904A4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C4C0E6-3C45-74A5-9491-6EEE7B133F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014CD-4709-9004-05A3-E62D3F10A55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35D6634-571E-E4F3-3B04-AF499A99F2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E90A12-3AFD-C5F0-64DF-646ED5CE57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3C76F009-D430-9490-D5B9-CEDA16520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DFE5F56-53DC-CFF1-C6AD-8D092510F81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7802C2-B715-3CC9-257F-35B0808DE8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C1A51B9-9826-6159-55DD-0DE1F6660E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5699D24-E16D-6027-9319-E3ACE8F1480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FE2752-B1DB-677E-BDCD-4ED8AE59B49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2C76DB5-328F-6C4C-5A48-DBEC49DA0B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05666B4-3480-8962-DD42-F1C1893F2D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0C33061-41EF-56D2-A114-B19847CA521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886B6C-0A3F-518A-0DB4-378F4C4E3687}"/>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E2F9EA7-617B-1654-8D36-251E48C4E39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DB440D-0468-860F-D915-EB713D4242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6EC4AEB-F1BF-E631-2FBF-5ACF50F38042}"/>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4402CF0-328A-CD1D-6CC9-75392AE8B503}"/>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6ECB379-A69C-8CC7-D840-D7811509A4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39E46ED8-F09C-29A8-466F-60CB65EFD61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AF678512-2DDC-15D1-01D4-E7F91D2B4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02DCDD3-C8F9-7F04-FBDE-576F6EE5DE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F08CBD7B-466B-A091-3D1A-56BDC5BC689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A5EC7D4-260C-9985-CC5F-B68C460232E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952C4BF5-2D03-A814-B3E9-0E1275692685}"/>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5C81966-9B16-1A3F-9BE1-67E5A71E86DB}"/>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9565D1-CD30-CF87-B14B-208925682B4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4E58A7B-843C-0332-7E1E-FBD89930A50D}"/>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120E176-7B13-3E45-D9DA-14FAC77C4B0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EB12EECD-B92A-37EC-B052-5165D0EB4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EF439DE-FF32-6D09-EF97-13B503E1628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E668B36-FFC6-2F3A-8BF1-43AD8086601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F37061EA-370D-EE43-002C-E0BF4F153DB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B85412BC-BFB0-AD41-1FC5-0D37F67DA659}"/>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E0FD8E2-0635-3D71-500C-1C224B3C2E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8E47E0B5-0B74-6E5F-E5BF-6A42C9C8BF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C66C2F6-9165-E25A-3F6B-7DCBFDC2E14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E937E1B-BF66-72F2-E5A6-EA22360AF4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9B11E7B-345C-0213-2D16-EE092E83395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040115E-48A0-CE1A-374A-B0463C98D29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A522FAED-0E28-BD9D-FD0A-216296A0A83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A0AC0A87-7FD2-B180-5A26-773CE11F4C3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8AB0019-5469-0EF3-C23D-09BCA61C764E}"/>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F30074B-6B97-1F64-9727-DE4E8C3742F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2C67D76-6666-3081-2490-D08B634EB1E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30019-0634-81CF-BC26-AEF7920771F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7E7F4E3-8138-A9A5-5A82-9AAB27E43A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FB6CF7D-0BAA-255B-4A97-E4A19752DDC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FFD88B-02AF-4DA9-0C7A-573E07E3E90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81655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3560-1A2E-B0E6-193A-FF96F27029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858ECF-AF3E-693D-38E6-87F7ECCAB25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A48E09-3429-2AEF-9F50-8633EC322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9808FD-3C5F-FE10-0282-E6AB610CC0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7179CF-C46A-97F9-04FD-3C8861032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990EEB-A7A6-A8B1-6F27-6D2AB6F239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236FB5-460F-C28A-5C55-9B2381D90D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845E244-3B0E-75D4-445B-7633F7BEDB7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5C0F8E8-B3B1-3B4C-863C-AA1D8EC812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CDB13C0-1D9F-3890-B239-D83907D0EF8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457085-01BD-61AA-6B7B-0C188D40EF4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2E0E636-B267-8219-6D58-C40F0265F14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0E75A0-5DF1-31BF-4B7B-0947D1650B1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6C0F030-D107-44C8-6BBD-F5C3F26BF98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96F67F6-4087-713E-6E89-45E16AA94E8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22C503-F042-E8CD-CA8F-691C21602A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DD9A470-D7C1-93F1-4684-26EC5B3191B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45BEABF-93E5-DDA9-BB81-0F765E66354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B670E0B-520D-CC6E-7A22-7C8B6E89804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35C0FDF-4A37-E50C-403A-06B49102499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77C0C99-813E-E768-C63D-D7DB5E4B77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933EDBE-8A41-03B6-A2DD-6368901705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F5A2418-4060-6371-C181-C7D567A4962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113253-9513-32B9-02BB-63503A75C83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88B26E-F6B4-C507-CCEA-2B67AA26C34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5447B14-C397-F6A4-3C59-CCEAB0D520B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8A560E1-79CE-E8AC-8396-1A7DD3FA321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5C5B91E-DA53-3214-0C77-325A4C5FB0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3B45BA0-E35B-EBC9-7251-98B31698466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5643571-43E3-84DA-86AB-549DBC228D0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7136F24-6148-8458-5C73-0A620F3CB96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F04A175-FC62-F9FA-5FEE-367A52BE00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A3751CE-CE73-6F46-1B38-7C0EE6F9F9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AB6B5AA-90F3-AA5C-3E5F-AA90BE375F2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DDF8CE3-14DF-2BAF-86E7-CC5BAFF2B0A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F94CF00-A474-0329-12C6-34536863B4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74031AE-7EE5-4B06-1956-6A5A8BD1AD2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A5543A6-CE19-D2EA-3AA7-FD9110CDFD4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440D509-8ADD-191A-4EC8-BF83468B948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E9278F-BED6-695E-912F-F7B8985ED9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41B1299-4DBB-5B29-09C7-4AF9E78A5CB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FB87535-AF3D-F6FE-3103-C919997689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A7135A0-1954-6EF3-EA85-BE6579CD82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A4FA00-21FB-2852-715A-AED8C315316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F20D6E1-928D-73E1-6318-D440BE9D1F4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2E22D588-5ACD-E6CB-4BFC-229EDBF4E21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2F99C4C-757F-2EFA-79EF-A245150994D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326BE1B9-67E6-E196-B40A-E48C88EB5490}"/>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DDF8F27-123E-E106-71DE-83FECDD249F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E3501-AD82-55AC-1FCF-B36AA150BB2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DA2B5A2-C6D3-49FA-D58E-D5119D2EF1E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0A6923D-3FA9-3920-30B0-C2D21C8A42B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21B213-05CC-47C8-5B0C-CE40470AB7D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D5B9394-156F-4E0E-FA58-F6992C0E174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961AD5A-2934-7B98-1FA7-F5C71C7CCA2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07B08569-2C51-FE08-7318-32A554D657B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5853C3-F27B-35D5-CA75-9CF6FC6FE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72DAEB6-C2C4-C8EF-36E4-CAA153D23FF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FB56A725-3CF3-5258-C1E0-284421E25C6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DFB0D54-18C2-1EF6-14DD-D4994FC33D8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C345C871-84B9-5A04-512C-0C47AD7F718D}"/>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E8F3301-65CB-E849-0E4E-A23B86BB5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1FD6F69-19ED-8F50-1739-9EFE8AC2DDA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5A7FFAB-5B03-C7A8-8E5D-39B12732CAF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39E4289-A066-EB2F-DC0E-A6B79E9D577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B2A52071-134F-7788-AA99-13BAA98DE81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1CC3F256-793E-A752-98D5-3E2044EEF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700DBBD-A6D8-5794-9198-DD65C8E7075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C6904CF0-FB18-1D6B-0BD5-22DBA5C9E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1B88D3AA-9466-6469-6D29-8C669B5C481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5B5D9377-F912-1B2B-714A-EBD6409C4D6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F42B20D-A1A9-A258-566F-BB9F0EABAFF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35766A2-3860-A6E4-6097-4E359FCD304F}"/>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189E878-F7D9-1DB1-4E1B-2E012A72D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BE7011E-4A0B-D281-8E43-3B1053BE5C5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6AD551-A1CA-8532-DC8F-120B831AD57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48BFB566-5940-D7BD-127C-BC8C84A863B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2E1F75D-EA06-8031-6A08-48F79DF1E53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FDFA5C7-CBB2-3D5B-0E10-83CC45861A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2479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60907-8CCC-BEDC-DF15-25A33A9A23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D1E29-74E1-700B-871F-FFF2DF75669E}"/>
              </a:ext>
            </a:extLst>
          </p:cNvPr>
          <p:cNvSpPr>
            <a:spLocks noGrp="1"/>
          </p:cNvSpPr>
          <p:nvPr>
            <p:ph sz="half" idx="1"/>
          </p:nvPr>
        </p:nvSpPr>
        <p:spPr/>
        <p:txBody>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B26CD240-B39F-635B-9299-6ED91139CB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2A9E89-88CC-279F-710A-C7564C515D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A20C798-7D83-6A33-67BE-12EECC5863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6BF3CA-9AB9-E2B9-9A81-75941308B4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EF0D9-05E5-21EE-8B0F-FD1ED32D8A2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526F5F0-EC83-FF74-21F4-AED01D6E006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9AF4D02-1AA5-DD0D-AE68-0D1A3A0598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48406F8-ECAE-060A-D133-F6B50BECB5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C244BBA-B81F-96E3-E9D4-3442121342B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EF8775F-7087-2F83-DBCB-1CB10D982E6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9DC7FE0-1B94-CE7C-ABE2-7B8CB50D287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36A5AD5-BDF1-C800-787A-601D73A828B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56826F9-D58D-9937-1978-78A2F71FF05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D5B6B8D-70E3-9E8B-7373-3A1DFD271E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9FAB0ED-0587-5802-5853-8C46D85D911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90C668-DB1C-7634-297A-B92EAA7351E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0E586A7-2CF6-BB62-758C-E20689664B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D18C56-A49E-C226-2898-B507CC5C4D3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A624B741-2778-2C69-7513-C71B9539E9F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3573AFB-923B-F623-97E5-A8454ECAE5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4C032D44-28EC-92A2-0110-D724E3C45E7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9C1823F-ED5A-3125-7B7E-E2539289E5F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D2127EB-B68E-40F5-2E17-3EDC78B45E5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78416BB-A22D-F429-8092-866DAF6388F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AFE4CD0-EA5C-B807-42C3-3568F2D39B8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9EC136B-BFAD-4288-ACC5-691AB7D405E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6FA0254-3DCA-767C-213D-940E664B6B1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776103A3-DA62-0F58-8182-ABD07404F03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91C9111-21EC-AF10-2F7F-B23FA5C67BD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D09E5C8-CC96-A020-28AD-57807AECF5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961FFA1-2FB0-C968-6FD2-4A1F9CB85E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01AE5C5-7D3E-FF60-AF2A-162D6E6D116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A12902FB-59E2-9B54-45E1-2E1AE867B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9B8C3CB-1F22-9EEA-E641-A0FEE55F84A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09D67F2-31BF-5673-E2F2-40CE9E91813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3C08963-2878-88E7-A25D-D9012F9A9E2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4C2362E-9EF3-4623-4467-E3D37E10C9F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49C822D-FE01-97A7-5316-7BBE81F7E53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D4A499F-0444-1259-A775-9CD531DB26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13B9B8E-F87D-BFDC-5581-9E7D3E63064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506531-2ABB-7DFA-08AA-C110E51DECB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46C50C4-9C8E-099E-CDDC-8A9D8ADF454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BE71DA3-7CAF-5CC7-229A-119FCE7EA2D3}"/>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88706EA-2C8B-848F-EA6F-AF4041D0107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B0B86B6-D560-D1AA-A3B6-5C2DB4FDFCC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6812E761-C3C0-851A-D5B6-BE10765EC56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0AD7763-0559-69E0-FF0A-04ABF5D402AA}"/>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FE8B2F4C-1ED9-FE27-7BE9-401B3DA1E57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1AE809B-885B-0B84-B780-B0B71491BA4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2141BD-B7EE-DC19-C619-CD8C13020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B9701DC8-A7CC-77F4-BE96-A56251FAC58F}"/>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9414439-3391-0C8B-0912-00D421102ED9}"/>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5EA12708-24EF-20E4-4DC0-0F6B5F553F90}"/>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D73FC122-A7CA-6955-836F-EF9AC9357768}"/>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C4B35C-9818-FEE1-9A72-CF2D2F1DBF6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2A6E-FAF8-5B6C-06D5-3DBE9A5F872A}"/>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810CE75-F802-7685-4FCA-8A2CFBB86BD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88CC20D5-0B0D-9CB1-5BD6-DEF4ED3FE2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B5F60C5-1FB3-C032-6EF4-91521E9BFBD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7D0D0DC-C17F-2D56-885D-CF3F8A2CBFB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61FF131F-726B-3F2E-D2C9-C40A8705715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13AEBA1C-C150-9CB6-6CAC-FC4DE207A453}"/>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5E3E05D-DF44-8F96-1530-FA5AFEAD76D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44B5290-39C0-01D4-0A88-ADA992BE558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91229E6-DD52-E2EF-D965-C0F09654110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9FF77A1-955B-C5C5-1D7F-775CFCB736C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F6FEEBF-8B72-4D6D-51E9-8A7051DF698C}"/>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85D35614-734B-004A-B740-4139E40A46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7672AE2E-8F61-C35D-26ED-3D5907583B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C1067B0-584C-37FE-03C9-40E34609182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1280DAD-029B-749E-E9D6-67248D996CB9}"/>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F15D9BC-AD70-B560-680C-459F9E0DE0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6D6C739-1938-8FCD-30D8-32A89C72628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AFA662F-4B2B-289F-0D85-0DF5D01B3D6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43903FF-EBAC-91C8-1BC8-8571BD7F3E5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FE3CF16-F8D6-6552-563E-D99ADAB533A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9BCBA439-BEDF-DC55-9512-BF8105A1C0A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579DB3B-C649-217A-7A13-559D2FEC0F8D}"/>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Tree>
    <p:extLst>
      <p:ext uri="{BB962C8B-B14F-4D97-AF65-F5344CB8AC3E}">
        <p14:creationId xmlns:p14="http://schemas.microsoft.com/office/powerpoint/2010/main" val="1137283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AD9C-6654-A112-6D22-93D4B1E607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1425FB-6E8D-F755-85F1-4552C379C46B}"/>
              </a:ext>
            </a:extLst>
          </p:cNvPr>
          <p:cNvSpPr>
            <a:spLocks noGrp="1"/>
          </p:cNvSpPr>
          <p:nvPr>
            <p:ph sz="half" idx="1"/>
          </p:nvPr>
        </p:nvSpPr>
        <p:spPr/>
        <p:txBody>
          <a:bodyPr/>
          <a:lstStyle/>
          <a:p>
            <a:r>
              <a:rPr lang="en-US" dirty="0"/>
              <a:t>The lower left block contains the same set of colored cells as the upper right block. So, the set of white cells must also be the same: a 2 and one of 148.</a:t>
            </a:r>
          </a:p>
        </p:txBody>
      </p:sp>
      <p:pic>
        <p:nvPicPr>
          <p:cNvPr id="4" name="Picture 3" descr="A grid of sudoku puzzle&#10;&#10;Description automatically generated">
            <a:extLst>
              <a:ext uri="{FF2B5EF4-FFF2-40B4-BE49-F238E27FC236}">
                <a16:creationId xmlns:a16="http://schemas.microsoft.com/office/drawing/2014/main" id="{2A11BC30-3A58-868B-C760-08604BDB58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F14FCD-FDE5-59DB-805D-663E47AC81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0D5DE4-5887-45ED-B3B2-02EA1B1F6F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7006B5-AAC9-C184-D4BA-CFA563771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C432D2-B9C6-D710-5BA2-D57CF99C476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C9D0E1C-1D7B-CCDD-A640-B2222E82358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8711F61-63E7-C8FB-77CA-F85A2D5E3B5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ABA859E-BDCC-332F-DAF6-A76DB36DD48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F0D5D4B-9169-EA63-F3E0-E7773CC20A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F4DA02D-51F5-7CB1-6484-FB841C24B93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CEE2562-8A2F-818B-BEC3-AFF03287A84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4317491-3760-D163-617C-A0CE1D8467B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50D59632-B29B-CF05-AEC7-788C2E00437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C4895FE1-5ABE-F478-EB25-4225FAE79E9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6C88B8-6527-C015-1815-8185A323297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D8C72B6-ADA6-2092-1D4D-098D0203A7C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1AA1BC3-DEE9-FAAE-42A3-168515E93A7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0B8D8C3-40D5-5D2D-B088-FD5931C4765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695A533-64D2-6A69-52E2-06D790E3B9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D49FF65-9380-FACC-BDF9-185857F9B8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6BEF70F-3452-5BF4-907C-E1D7E9D3DEF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67E87EA-D406-2CCC-C9B8-609E06645C8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83694F-17FF-70B0-BA28-343CCAA70CC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801D8B-C59A-748F-EF36-8D0D2E10F30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4A4272F-8FB8-6BA7-74F8-09CA348DE54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0CEC6E4-9853-27F3-E9AA-E94EF297C9B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5935E4-E4DB-C919-3B93-8AF545CEAAF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9591CCC-C6A4-8BA9-5F44-F38B4B70B84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7357164-D7E4-9C4C-57F2-3B5C55D9EE5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848D202-F4D1-88DC-3478-6063D1D0210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6A09F54-F461-95FB-D434-4C10601ABD7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3E50B11-A9E8-AC15-F3EC-0121A942EFE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4566160-8202-AA66-CF35-7BF7F8CEF2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FF38689-53FA-2090-6FD6-C7096E5912E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3FB5B46-DBF6-1BF8-8EA5-60CBC1C2B73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82F70B9-6AE3-55DF-40FB-16E979BD6E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B4ECD71-45C6-47C4-775A-24489CCD04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F25B6D-5BED-DA57-F454-BA034E73F45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3319055-1EE4-990D-FDB6-F3ADD7F21DE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706A547-61F7-5807-5278-BEF92F31C18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F4ADF5D-3FAA-AC6F-6871-C1F9CF5536B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65191A8-19DC-972B-CC42-FF38B9DD11C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1090447-3C51-7096-BE94-76EAF93511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D2DA1BB-1A89-CEBA-8F9D-CD97FC6D360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3BD4E2D-1BB6-E07E-E824-F635D3EB1E07}"/>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FCC0A91-CC8F-1383-4EDA-678FE9225B9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2D329CDF-0F66-CA7A-EA14-F3A750D5F11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B50481D-B778-6D26-D2DB-52A62D2F8C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20844B3-0D47-02EA-F7A3-C9E484447E8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F6A73029-D31F-62E7-11D2-2788E5B8837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3045079-64EE-87F7-0B92-94F583E79093}"/>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1B06238-3C46-C270-15B0-8E4CA385299F}"/>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3903CC19-F8EF-9538-2160-6C0E0FA1F97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85E69168-D46C-A6AC-B12C-3D83BD83F8D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B7E560-6946-2369-5C67-97D2523C53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D8B21481-2F78-1477-BC10-0A0715643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1F2EA9-A25A-F4C4-CCD2-D9A87248385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68D420B-E501-B0D1-756E-F0DABE93F25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6C8F6452-AD51-B6AF-1CF7-E923B8CD5A1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7EC1682-1007-C0F1-7767-4E154CB7D2A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D2A1D79-CF70-F549-50C0-6587179CF87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7851D3E-7E1A-33FA-7AC8-12D1B855AE2F}"/>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A1A59226-5012-A2BC-6BCE-8540EB54A8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30237A75-C0EB-41B8-94B2-B35DD40A9EA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92E342F-0D4E-9FDC-3707-908482ED3D4D}"/>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1844485E-2C18-2E63-7F36-4C642A604BB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12B09399-DB97-40FF-5DE4-9B0E1FE071E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EAD9736B-0793-31BC-2322-AACDAE678F9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92CA52FF-6C51-F3DC-50B1-F82A6A7A547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BA3A3CE-2DF8-DDC6-2E4D-276FEF57828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74BD659-C112-2ADC-98C9-985DB2FACD8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73805450-3215-F947-7E13-DE34688CD2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F027DCED-87C9-F52D-50B5-D56B75D93E3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867A170-55C5-644D-783D-58BDCB04A1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972160D-B308-7DF3-5151-AD7493AAFD9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E31654-241B-32CB-BCC8-050B6E2BED7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D9B01BC-287E-6B3C-D993-BA87417CF0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FA4CE42-8461-E6C3-CC0D-B7B157BFA8AB}"/>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B42A00AE-D208-0D4D-EBC1-576031BA00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185BE53A-CD60-9844-5901-A40BAAF61C3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22718396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5C3C7-A7A8-CB64-B820-762FBC4C3D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982294-E7A6-E4A9-D51D-000C73C555D6}"/>
              </a:ext>
            </a:extLst>
          </p:cNvPr>
          <p:cNvSpPr>
            <a:spLocks noGrp="1"/>
          </p:cNvSpPr>
          <p:nvPr>
            <p:ph sz="half" idx="1"/>
          </p:nvPr>
        </p:nvSpPr>
        <p:spPr/>
        <p:txBody>
          <a:bodyPr>
            <a:normAutofit lnSpcReduction="10000"/>
          </a:bodyPr>
          <a:lstStyle/>
          <a:p>
            <a:r>
              <a:rPr lang="en-US" dirty="0"/>
              <a:t>Focus on the light green 46 cells. They cannot be 6. The upper right and lower left blocks contain analogous colored cells. The bottom 46, if 6, would veto the two blue cells. The upper 46, if 6, would veto the dark green, yellow, and orange cells. There would be no place remaining for a 6 in the upper right block.</a:t>
            </a:r>
          </a:p>
        </p:txBody>
      </p:sp>
      <p:pic>
        <p:nvPicPr>
          <p:cNvPr id="4" name="Picture 3" descr="A grid of sudoku puzzle&#10;&#10;Description automatically generated">
            <a:extLst>
              <a:ext uri="{FF2B5EF4-FFF2-40B4-BE49-F238E27FC236}">
                <a16:creationId xmlns:a16="http://schemas.microsoft.com/office/drawing/2014/main" id="{3B68EDAB-17A8-4F8A-89F1-E5DC1C19F9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CB2902-4886-5134-41A0-2707361A4B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B701BD-50EE-91CB-D325-2A04CB904A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21457C-CA21-A22A-3841-45E178468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AA48F3-8BA9-4F8D-1986-D8D05295D16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AAC2396-809B-99F9-D1B9-B33FD458141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7089EF-51F6-988F-1150-A8138537A2B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AD35157-F598-B3A9-1254-3865E4580AD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8C4BA78-2557-489C-4A80-4D0B2D5EFB3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58DAACF-00BC-5A5F-1C74-3C657E450FF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182F109-4A38-E22A-1D23-DEB2D7C2EB7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7F0E12A-7C80-4C87-740B-3528F8E3B46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E36E01E8-13E3-A61D-0248-588559AB7F8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C2BC52F-7E41-69F8-45FE-BE5A10D408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265838-D67A-0DE2-0E10-DCA9528557D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67EC11E-171A-D9E6-5ECB-6EC7278FE2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B6201B-96CB-F91C-E1F9-4CD1013A958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E897791-C2A4-D6FA-6BAB-3C154E7CAA4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40ABF58D-9E8C-82FF-4D27-0F87CAEC126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A61AEB5-C2DF-0466-F822-2D35A9E8541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5D8C703-F717-9EE1-71C9-218C43E6288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6C1963F-AE7A-C286-87FB-CF4B493EC27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935B481-93B2-F8E5-4BB4-B7B5A37F028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0C22DC0-93F0-B9CD-5D8C-4CC4BBC86F7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959A8E6-A545-2388-4F7F-7264F2A00CC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4F2ECCF-219A-2EE6-177E-8002CAD4C8D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F944A57-FBDE-9081-A2B5-B9DCF414FC3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3B6A92-9B0C-179D-669F-64F93520B1A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8DEE553-E4D9-39A8-1BAD-A811120FF36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AD3A9A-8176-D464-6A93-3F6C97ACDEA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00DB059-0961-4EF7-E414-0D792CD58F7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DB2D00-0C64-0475-A008-2CABB1D65F8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A59D00B-A7F2-457D-9B8E-ABE207E0133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4AB8854-E49E-06F2-FBB6-E7AD796FCE9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74E1BE-A462-3816-0628-17F61F68BF2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6C6F84-AAEA-37BC-CEF7-001273341E6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8FAE0AA-891D-35D4-3CA0-9D79ADA953B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4882A45-72F5-7E49-2BFA-641A663A52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17415B0-77AE-1CE7-06C9-DAEA0F30394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DAFDF482-5850-10E8-3250-FB0F6629335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D9CEEC1-2CF6-13B5-7BF4-1F43163FABE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10AC1D6-CF47-DD90-8036-1EE694BD9B8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D8676278-1F45-F748-AEEC-5A416C957C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43F48BA-0491-A8A6-D04A-A573E364064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493F75C-FC5A-99AD-8B67-F86EC17E64C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7C1EEF2D-3B03-40B0-D52D-A143004100B8}"/>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331BADB-D3DB-9471-2868-8BBDE3C811C3}"/>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2F53C9B-7823-444D-F16C-52F70A35403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4115BDD-9BB4-2A22-C7C3-E53D1DD0BD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EFB91E-E2E4-2DB2-5828-21F470D4F3B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B7C3C65-6AE1-DBA4-05B9-83C96B804A3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482DB885-8A29-AC0C-4E1F-5039F9795E12}"/>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965437FB-5925-FA6E-08E3-7E74DE5EBF5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646DE015-72CC-3C01-5378-60D5AD592205}"/>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221B94F-5387-E1C6-81B2-322B839DEA1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FB444D4-F497-00E1-428A-EDB07458B73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ED5C88A-D04E-6036-9D7C-567F5FDEC3A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53988201-A702-EE31-ECA5-6C4F9C85EC60}"/>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441D1910-622B-1E6F-6988-0CCDE07A2C5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28CA892-F182-8F22-1D23-D2EA413FC9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623D7A1-78FB-DF28-D703-A5FFAB9BB4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5" name="TextBox 64">
            <a:extLst>
              <a:ext uri="{FF2B5EF4-FFF2-40B4-BE49-F238E27FC236}">
                <a16:creationId xmlns:a16="http://schemas.microsoft.com/office/drawing/2014/main" id="{D6290AA3-1F0B-08E8-441B-891C0DEF15BB}"/>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EEE461D1-299B-55A9-EA4F-61EC5970C8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E2BFE2E-D240-ABD1-78B4-D3F341155DD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6BDD35B-530B-9202-7F98-B1B952A36ED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F1A6846-FC61-9B2E-CA51-9325C8235E1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F1F3FDF8-1B3D-D775-4C8F-34486FF568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63878528-D4D0-0E80-E888-A138BD30E0E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DD9D289E-575E-3DC5-4A60-1690B06A1A2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827DDE4-1B07-C863-F2C0-13E2E3F55F7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DACF49A-84EE-A8D6-BC9B-00B41CF20EE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CE0B2C-F71E-A417-7B0E-B7FE4C018A3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B5B9F306-F48B-DAA2-1E18-13BEE8CA4B19}"/>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9300839-2F0F-A5B0-DAE9-5A67708DD3A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13A88D6-165E-0A26-3784-47957D4094D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7E1B875-219B-7EB5-BBDC-7D6B97999A4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7A6D313B-03D3-D88D-3B94-B91E775DB6D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6462BDAA-7B70-B7B9-77FA-5F42CFB4C19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6485810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6C927-72A3-D5E0-FD46-2A7E7695F1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933190-A8C0-7167-A064-9F784FB5B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AFEF61-B9C6-AA10-3A87-632AEE5750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6B0A03-6F85-AA95-008F-63149B7285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CD01B4-3C4D-5C6F-2341-B3888A24E7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E538F2-C065-A829-0492-2EAC338A75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5652AF-72D1-3029-C210-095D26F6CDD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BDE9F-85F5-32AE-E193-44AA6E61CBB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88AC7C-FEBB-23B7-4A6C-87EBC4329FE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29B5CE8-01F4-4944-16D5-C57E5B5C64E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7D731DD-DC44-E1B5-1888-79B91173824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18127051-CFA6-485D-EE5C-D7FEA3222D7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3F68DED-2C31-71BD-3929-F0DB86DF448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DBB4052-41C2-1B83-D559-A90BDC2E38F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41A0B82-E5A6-D0F5-41E3-057061413C1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A4F6EC-8D95-22ED-1DC7-1A02C310C35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87329FB-A711-9B62-7AF2-3D1F755EA2C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8556FA4-662A-BEBE-9A48-EAB974BB144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18E5677-D4C5-AD37-DE57-F128EF96B7E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5A982-2298-7D98-B3E0-4713183EA4A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F0AC7-5895-8D2E-D51F-EACE4A90603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FE5BFD2-26CE-6E19-1BA4-7B007182B86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A4A9805-AA18-EC77-EC85-0F570DCCD1F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E7CB6535-D8AF-BA27-7AD7-AC5DF59459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C11227D-585B-067D-A04B-7994311069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A6A3272-A9DF-E915-DBEF-CD41F13EB5A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AF01A5D-8FA8-095E-9FC2-9A04DCDF982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C01BA64-7885-92DB-E318-B65B13291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A4353DE-D677-5560-5F20-D2C8B53B1CB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3C9904E-DB12-A0CF-6BF4-E5DEF748B3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432651A-4494-184E-4519-58A4ABA9F1A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404EAC9-ABC9-F8BF-5B87-4CE7090F9A6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22882C-9C93-44A5-0673-422EB582BCE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C672435-5465-A359-90DD-DC9636B410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2AEEAD1-7AC0-3BA1-539D-58AE0FD56B1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7531921-DD9B-D8C7-076C-3207BB49E7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55D4C4-ABDA-1BB3-F666-A723C5D0907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9979FC-011F-B77B-22FE-20279570D64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A96A12E-E60C-1CE6-5268-A7AEA1E0F79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C1FBA4F-E575-E4A3-D6F2-6594BDFB27D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523824E-8212-51F6-20F5-02B0B64DB42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8143AC9-DDD8-945F-553E-D408928D86B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0504381-BE30-A2C2-711B-E3B44D80EA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44406FC-4A06-7567-145B-9C0002DE73F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E07CD50-303D-38AE-F9C2-E150CD57EC7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491449E-4BBB-8CC1-A43C-5F5905C06B0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2DADB17-B5AC-D951-C5F9-21D0BAF8647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754CAE8-6794-A502-32F9-3EC4DC87539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190FC04C-81FE-B59C-D8F1-EDEEB4E378B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EE133ECD-FE03-7A8E-CE44-7D5CD0A9A1F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C071BE9-CBA9-B95C-8B91-57A45E21A84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3D3C7BF-0A6F-DAF8-5243-1948EA9FE6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B32EAF8-A80B-2476-FAF0-9C807B2E098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EBD9720-2DA3-A74A-BA08-2F238667C9EF}"/>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15C9B439-47EC-8D67-03D9-942A8AEC8157}"/>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A66279E2-797A-C4F4-6F72-3387CB8A6A92}"/>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A659406-7D6E-15D1-FE26-F834EFFCD93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61164846-E910-1D83-11A5-453B8178D4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043735-9D51-6D4F-F7F6-C31A3A79FEF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2F10FA4-5DCD-94BB-BB3B-679D2DB0333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1ABDF4AA-1C41-436E-A73E-E8B66E46E7E6}"/>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A0C60B5-3EC4-78B2-8CA9-976BBE1E50D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DE3DD9AD-249B-22C6-DD84-0801221EFA3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B30F223C-820B-FB6A-F6DB-E76D6660FA6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99D4226-B5AB-55F2-23EC-750B6CA5710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5FAAA95-5854-B4E6-2020-CDA94234D2B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3C11A609-6A25-DAF7-6B91-5EF9304411F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974F9551-2A74-4BA5-8561-A42EE403864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40BD085-6FEF-9965-975C-0B10F78C6D1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C940EDD-6305-573A-27A7-DB987A4CB8D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8B41144-8294-BE31-CD47-B2D3692F7B8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B6A1039-5F16-3388-75A7-B4E636DE079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D4B33D-6E47-2847-26AA-1A0D36F2E9C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5C2A81D-12DD-EE4A-4B8E-4066F7C1839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C52BA69-C4DE-8D82-4BCF-B1FF86D0FC2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7E91C621-7DDA-6863-B8DE-37B68980931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58A9222-9869-5E79-6912-DB689ACB80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480EDDF-7233-1971-7FE7-10863F6A940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6E4F971-3382-2AA5-4233-6C656571876C}"/>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1A8716-CC82-2748-9892-6863AB1358D0}"/>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9696066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E704-8590-0740-6FFE-166430483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2BB16C-1A54-5EDF-039E-2132F19FA63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03F813-1515-C048-7C77-C4331175C0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DF9EB4-EB16-E045-9E8E-4843A1AB7F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D0771-F393-599C-234D-30FDA82C5B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F65B5-4FCF-E571-90F5-BB165B77F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A8E38-56E3-696F-A1D2-1D24304D2D7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DBE064-10D5-6532-AC4A-77F4E8E151B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4930EBF-E703-D337-9FC0-9B8E58DEF03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A50F7C2-77DA-CE62-F580-20F7C6F4821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DB6FFD-07ED-6C18-9143-39468A29932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938BD5DE-B7F5-F54B-0FC2-4A02DAF29C4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FB4059-7440-97D5-7B41-822157697EA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BF62CDF-EF5B-297A-E46F-D3B767C6D7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F9B02D5-FFC0-D72C-CFBC-6869BC55159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C46FA83-14ED-AE2A-0E47-AEE602CB06A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E82DE7EA-4DB7-4B8A-E84F-6C15393E1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2556B6C-B127-EB30-4356-4A5811FD665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2E6006C-AC69-D400-1142-4A62EE8AC57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74FEABD-6923-D999-ABA6-BDFB018C655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FF71DAC-4010-6377-98F0-5805403FBB2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582D1B-A5D9-2E5A-9E87-AF524621A8A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CAF78DC-44A9-3324-B280-FEEBE50B881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93EEA07-3BC0-05E5-AA99-B900127CF40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FB37733-8821-9D04-C0B0-241A9D7635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E8E1AE0-9435-94BE-2F7B-58C24CD4218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4CB4D5C-33BA-A732-119C-54003E38B20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B9416E8-1180-4D46-4F8F-BB1D4631933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6E40B75-315C-A285-F335-7265AA9E6BF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34E2551-D33A-D073-CA9C-AD75AC480ED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B8CE7B6A-D1EA-7603-A639-D94A39FA9B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A6F67046-07B5-9B41-2519-B823655FE7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3EBE5F5-5D4C-087C-A2EC-884B6606DAD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8A6439F-ADEA-9309-5506-6D95182F8F35}"/>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4F9214-EBBF-8FF8-6EDD-6F8BB491A62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6F0CDC9-24C1-45CA-8E0E-732F180CD35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8D56C6-2BD3-6E05-0648-7BA79AAC684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1342A25-3DDD-8D23-32B3-1851A80DE5C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02CCC78-36C0-CF83-89EC-1E1FA175F4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50ADBBA-E027-252C-CBA2-BE73A3C97E0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64B0592-6CC6-09A6-4F54-C47E1237CFF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F788304-F81D-4D7F-E276-17263874118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8CF2487-6D05-D0C4-D3AD-AF189A8AC8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BFE75C0-962C-1748-D6F3-EB53D65E333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67E56D5-2490-26C4-E82E-E7CD80A338D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B6AC2DE3-FE65-54F3-E145-B9236E5216D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F3A0554-B935-540A-79F9-1339B2A48FF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07BA7A0-31DA-81DB-7CD7-075F4D55E6F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B12C78C-7445-E052-DBE6-3AA1E22C9CC0}"/>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0126BE10-B6D2-B607-7C69-23D29E5F3DF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C2E8A9D-7132-08FC-BC17-8A4EA0DD507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01ECD7A9-61C9-FAE0-5A8E-3070D5ADB41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769E217-0076-9780-73F2-A91DE34ABD9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9297DC1-54A3-0D35-7B18-D95C67D4A051}"/>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CA5F3806-85ED-D350-B58E-E90DBFAAB804}"/>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50AD9BB-F22B-1D4A-DC5F-8ECCC324E485}"/>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B9C6C327-1759-8505-B2CF-4C9CFF3CCE7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13C9D31-321A-7EDB-5F15-AE08BB87BDB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A70482-A5A5-A659-1798-DCBCA626ED2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3B7F00EC-1BD6-12EA-5392-4518B682EA8C}"/>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A90416A1-154E-F813-1BCE-2DEED9DBF86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6F05F16-9FFC-60BD-122D-3D6E0FBECCE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103E6B3-3B2C-E9FE-4DE9-ED909BD7C3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4034DDF-445A-5863-510C-6ABF27F6ED8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921E2D55-955B-09F9-7564-44019DBD618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0A053BB-394D-FED3-767A-C3101B16A5F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11598A4-C7D6-2283-759A-3409E4CA9CF4}"/>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FECB4496-7510-09AF-57CF-F18E6EB083C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B71987A-0FF5-44A1-98E8-81D3A2BB3E3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42D7A2A3-8A85-A156-2E8C-DCFD2A01B8D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DFA6980-F968-A914-E025-D33E2616325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FCF898EC-CC78-3494-F291-3D73D748714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9BF00-3323-0522-9186-DACB8CB2B94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4610946-CA09-A065-62C4-034EA2B069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F63AB081-593F-7FF9-C2F6-074606A4821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083319-DFE5-3AD1-9233-A38C9B3630B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B1EB603-3F3C-D939-3EEF-91B66215D9F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75DB228-6A73-3ADF-2833-1549EAEC041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D57C190-F0F8-64EB-11EE-992DE321AAA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02D40F6-9FC7-E829-B22F-97177210B61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20291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A40C4-5D0D-3ACA-1041-ED95A47F8C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4BA70-6B6D-C612-4EAE-0BCAEAD8B996}"/>
              </a:ext>
            </a:extLst>
          </p:cNvPr>
          <p:cNvSpPr>
            <a:spLocks noGrp="1"/>
          </p:cNvSpPr>
          <p:nvPr>
            <p:ph sz="half" idx="1"/>
          </p:nvPr>
        </p:nvSpPr>
        <p:spPr/>
        <p:txBody>
          <a:bodyPr>
            <a:normAutofit/>
          </a:bodyPr>
          <a:lstStyle/>
          <a:p>
            <a:r>
              <a:rPr lang="en-US" dirty="0"/>
              <a:t>Last possible 4’s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DF68415D-FBCE-D823-A2E0-A0258D1F8D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43E821-AB27-941E-BA38-D28808B7D8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2394D1-5D85-DC83-AC73-DE86D36F44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340DF6-84E3-8D58-57A1-FC5CA952B8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665688-0C86-1A5E-458E-381825DEDA1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37D47A-147E-CF63-C32D-EF5F33D0936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38566F-74D1-10E9-579A-CBEE8B7AC9C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37AF44B-EDF7-376A-E40F-038DFCFDA61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763EEF0-2E0C-7B7A-7761-B3DA1E9F5D6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43ECDF2-3835-A923-4480-867CD467350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72C57D3-1497-6487-2159-85E870FDDF7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0B78A3C-688A-33CB-7000-90597EEC027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A526F62F-CC9A-A906-0171-BB384C9D794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DD6D40E-31BF-6816-32F7-2D41E445131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44DF390-612B-D69C-CDD2-483EE68B254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FB01886-9672-A97A-A4DC-5EAD9C0B6A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11183BD-2CF9-22D4-960F-A93E777079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4F6C73E-DF52-8492-D6A5-F8E60EB19F3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3164E2CA-3B66-8BF8-1889-8AC33F185AD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E5170D-3339-8A06-9138-4F85F866BAC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F8A4FFE-86D7-9590-0246-2E45A505F8B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040B73B-50F5-BDBB-05BC-0049A16348D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98D0E3D-6E36-66B3-F986-EAF43966190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39AAC7D-E2C2-A2CB-0BF1-A507611927B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5455BF8-8420-F2DE-3918-F209A31040A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44252ED-8070-A987-6865-E51FE0DE826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6E2D5A3-C69C-CBA6-FE00-96F510A52AA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F378598-C640-2168-F959-B0627D1C09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C725DC2-DA79-98C2-981D-3DB449FAC46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805FD8A3-A279-441A-6D95-CA146659839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7370948-90E3-0CAD-5172-4C9B9ED3776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0384FE4-0786-EBC8-B2C0-5B58348BF8B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93D4D3A-C213-76F8-FBB6-10E6C6A8369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382FDB-E29D-1C05-F1D9-9D53578D1DC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D02022-8CEE-C1E3-F2A7-A209189E4EF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BBD365-0B9D-68DB-66FD-C6A901318F2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BB8602C-1C32-A449-E689-32D041E1C35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31F4D85-A566-B0CC-0501-09B82F5F557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807E9D6-CD30-C0BA-E476-14AC4DAD3E9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F78A8B8-60B6-3EA3-80C1-E8829BB3F5C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7F270BD-85F7-28CD-3835-394D28D3870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385F7A1-6521-F951-3E70-D1E0899505B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EE45477-2F4C-DF16-F617-128C5A7600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660199C2-A24F-592F-1CF7-43BF44B0AEC3}"/>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A805C9D3-9882-F712-49F4-C2F1E6E0B818}"/>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8CDC403-1A5C-8588-C8D1-D552BA88DE6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AC60358-B91C-9032-43FA-996136C9FDC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90AC45D8-1004-D22D-016E-544458F97EC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4DF50058-C7ED-D2D6-CB5B-A2CC85B2DE0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57B8150-AE89-1839-01E0-8FB92890D4A4}"/>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69368B05-A507-9BD2-B718-8C6B004B3A5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D4EAF69-2397-BE56-5B66-6CB12E87522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3FF75C0-220C-B7B9-D1DF-FE7996FCEDE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5429-DE7E-10A1-AF5C-7C1DFC0FBAB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F1132C5-154D-0AD0-6F90-AF0E8CAED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AE57674-8734-F9FD-975A-538A73E2EAC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6F3B334D-3F97-6ED3-3AD5-9BFAA32241C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4FD12D1C-E542-214A-AAF0-63DF0789F40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0D10DFC-42C9-E135-9D6A-687A963F332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307500F-F533-6B41-D801-F842C3900C8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61DF1C5E-44F1-7179-64C0-0F28ADED513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2CF106B-E1CC-C09D-901A-2B9BB1973BA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BA43204B-D638-B16E-A37C-6E0146103168}"/>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D5941645-FD76-0D24-4177-F3297807A5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437A678-EEFC-2E9C-AAF6-DFDFD4E7C3C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541A6D16-F100-89DD-9ED7-953FD70154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B21C2FC-E573-2B96-C5DB-A591374B13D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C1ACB762-FDF1-D153-7200-CF04811CA8CF}"/>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B2ECE40-0CF9-32C4-BEAF-C1FCA7900C3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74AE0E0-062F-AB62-EA44-3F1CDA72FE1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C62FA5C-D42C-8B4E-E3FA-86D175BE3B6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C45929-EA86-5292-55A5-DA9C3897263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02496DB-9272-582D-F05F-45D49E2438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97EE391-74D7-5F78-0860-DF63C21A01E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01C3CC3A-1B32-3A97-84E8-1B736404E0B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09BAF8FE-FF65-5637-26C6-1022205410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69772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1AB7A-2B69-F55C-C72B-70373A90C8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37D104-CD62-ADB5-83FA-30E3E680FC8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256A42B-4DF2-799E-13B6-0977E03616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67ED5B-CDC9-2AE0-06B7-CD8BD2EADB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E16BB2-ADA5-B796-4A24-EFF3DCEF86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BB2BBD7-4693-10E8-2F76-FD19F1A96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FC75C0-9985-5A55-20FE-257914B440C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E2ECCAC-67AF-3051-ECF8-2FA097A1DFB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CEA1623-B675-46BC-6EF8-D8EF3BE0C03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E2CC1CB-B511-333D-B7C3-11583293E06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A52708F-CFCA-154D-DA10-E6C0B4466C4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B45983E-E9E2-80D9-06DD-D960AD3D2B5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1CC2B6B-882D-DE4B-A3F4-945AA90F2A6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1DC926D-5CBC-DCC3-6DCB-4553DFE3B9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FEECCB7-29B6-4644-57A3-084EFD5302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9286EEA-3C57-5881-A4CD-B7C6BF2C0E6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160F13A-C971-14DA-8D3B-5FF2DD87A96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14274CC-BF32-E9EC-C250-CD951463BA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D16185F-EBC0-E3B7-4D34-121BFCAAA9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00A90FC-2BDF-272B-460B-13563CD9E5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BA4B3BAD-EFE5-FA0A-4F42-8A10901250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4ACA3F8-42D9-BB7A-1B72-8D5AB4F9314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03EF51F-A62A-BD01-4253-0C28A1279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FF9B79-8FAE-0C77-60DB-88610F0AE7A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11F20DE-8FF7-4BE6-0F43-789E93318E4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947174A-7154-C36C-01EA-A8C11F21CF9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F4F5C6F-99BD-BC52-04CB-46B1E1D2B28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7D4C57A-9330-6ECA-AC07-DD13BE8F9D2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07F26-B4CE-8C15-DDAB-FBEC887E16F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125C3B7-6901-1A09-632A-5DB9D033D0E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A97762-BF5A-18DA-7B7B-75BEF4CC569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CD4510-2D9B-D628-FFB7-07FA0B2A805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0503842-89B0-8690-7505-86C7DDDCE8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DB74858-8511-5A37-A355-C47669EBB9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D2A4A82-D3B7-3165-38FB-94E06D88C03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51D6B9B-6A60-E394-151C-691112E7758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B065351-DFB2-2135-2294-49D92049EF0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9BB29B1-2C40-87D2-DB1B-F2AF9AEBB5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6101BCC-9C76-ED5E-7DA5-543F645C2FD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EDACC0D-7DA2-18DD-7A0C-0A9F0FD7C2C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4C62A1A-BD64-F07E-F467-440FD6D33B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938858D-3550-0DAD-1604-F14A9900BD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641BB41-634F-BAFB-7E13-8A70EC34D68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C36A88A-1070-3326-83D3-CE3EB4BCA14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C3F4782-993E-A37F-E6CE-5EE4E85EE20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84DD849-641A-4626-A232-47BDD8B9BE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9395147-F6E9-959E-D9F8-1166705DB071}"/>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013B880-2208-FB0A-8CF5-500134AC300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A43118C-193A-1B77-69FF-C32A002925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50A4D3D-F55E-238D-D869-5195AA4B065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A87C8A8-8634-A6D9-93E1-9604DBC4FBA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49BE08D-0A6A-393B-0D1F-BA26214BB82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BD6872F8-B689-76FF-B486-08DBA3E81AA9}"/>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CA72CF7-09D3-F07F-DDAC-FBEC2DA9E63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5A31FA8E-5451-1141-BD14-23E2FA29B8D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6586947-6B24-E3B9-F8A2-57E109D2C2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A7513AB-20FA-4AEB-A27E-61874716DD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AAB30D6A-5B9B-5B71-3738-06FE57FDA4DA}"/>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3CEE754D-BD59-E528-5086-0AD87F8F2CB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CE8FEA5-3B92-25F9-41D9-20C67486096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80677751-960E-ACF9-46C8-396DC1973F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A83E99FE-1241-5A20-8C6C-81651AEC73D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20350BF-E00F-39BC-5A67-1903033F085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D31FB86-9E5C-F756-9528-ED36BC8A815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5189CBC6-4A6B-7E2F-FF62-1286076A1C65}"/>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27E5581F-55DC-3B3B-DFC9-439C18386FF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6F8D46BC-3E99-F375-2BF1-DE8FD5C6A3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B9865F7-E4A3-E49D-2920-88047823DFB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AC1BC6E-954D-D38F-FA8D-A326DAB879C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E21AE3F-1DC5-D0CB-3229-DFB225A4BD4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2E347B0-B31F-22A1-2C8B-1B7B0BC2FD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B058664D-9F87-8D5E-633F-CB2790A3819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E351A9F-BDD6-F67C-50AB-49845D8DD69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95A2FC-E2D7-3633-D155-D54D700052B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04AD8E0-2536-DEB4-DFF1-AC10921311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59DC15C-2236-6454-A13F-EBA4A53AA03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22CF666-6CB1-85FB-8DEC-6A2F316A486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96EF4B0-EFF5-1142-F83D-C8208E640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569988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F7B3-5D3B-9FD0-27A8-056A29F1D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425EB-A064-AA01-1F78-41EC7EEC4A75}"/>
              </a:ext>
            </a:extLst>
          </p:cNvPr>
          <p:cNvSpPr>
            <a:spLocks noGrp="1"/>
          </p:cNvSpPr>
          <p:nvPr>
            <p:ph sz="half" idx="1"/>
          </p:nvPr>
        </p:nvSpPr>
        <p:spPr/>
        <p:txBody>
          <a:bodyPr>
            <a:normAutofit/>
          </a:bodyPr>
          <a:lstStyle/>
          <a:p>
            <a:r>
              <a:rPr lang="en-US" dirty="0"/>
              <a:t>Last possible 4 in upper left block.</a:t>
            </a:r>
          </a:p>
        </p:txBody>
      </p:sp>
      <p:pic>
        <p:nvPicPr>
          <p:cNvPr id="4" name="Picture 3" descr="A grid of sudoku puzzle&#10;&#10;Description automatically generated">
            <a:extLst>
              <a:ext uri="{FF2B5EF4-FFF2-40B4-BE49-F238E27FC236}">
                <a16:creationId xmlns:a16="http://schemas.microsoft.com/office/drawing/2014/main" id="{DB25EC83-E984-6525-7AC4-12C12F7381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450DA6-5427-2EE7-CACB-67457392DC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032491-27EC-C270-0495-F448281AFD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03E6D-A18E-DD0A-C0DF-C5A14CAF9A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C2B9B-DB60-D9C2-D1F1-A9BC4CC8262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87DAE4E-2A65-E0F3-7106-450A2E0F5E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A0AF884-FB74-5690-FEE4-549CD2990F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62859CA-5645-94DE-3FB4-A40AE1554EF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4E5D220-AFF3-8E3C-A5CA-F43D08433EC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100FADE-B373-0BD6-DA7B-5283C8BDC2E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B6BDC4E-A84F-FE58-78B0-47BFF150C33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F688809-365E-4B1D-3929-7DA43B80973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0F50A38-D018-28BA-7D5E-46FA43BDACF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1DBB43D-E696-30DF-E939-0ECB8969649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5A8B334-0A83-2171-5AC6-FB9F0A14CD3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5563EB-6C74-8B67-85C7-05B4B9CDB8F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9751AA0-9C1B-41E3-FA82-B7E80C57917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3838E0-E372-2D9B-340C-996A3D2BF60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9C92C-40F4-5AC0-1CA8-9F960D1C8A9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F3EF6B4-D396-4418-38A4-AD7B0B7832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AA9962B1-372C-4F81-9F9E-2CD9B1AE066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D5651F-1415-1553-DB2E-BCF6999F7A3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A31DFA-3C54-CB00-F597-ABF0212BB0E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63DC898-86E4-FBE0-D5D6-8EBE7742374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FAD5DAD-FBE7-B4C8-3C77-5D41EB07B88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1E43138-A1E7-1CAC-D223-91AD5326EEA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765BDD0-8C86-063F-1A78-643FF0C3886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4FBDDD-FAB9-E5A8-6D83-B16A594EC5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958D693-27B6-C38C-9B19-DB068A5CF0B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55F765-4047-11B9-3118-6A7949EB19A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4DE4ADE-A348-384D-EDA9-1FB2027B157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67C3682-1BE8-4E9F-5BD5-5DAFC26759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0A3EDB4-B3D8-290C-F4E4-DBEEE32683E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CF256C6-909B-C3B6-446C-8C537561C44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0121BC3-76DD-12E4-0D9A-8E57DC9EE8E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9295E07-1120-D276-0FE3-F28765658B3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0E27302-5027-4875-66DC-8C4F54BE51B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267912A-25AB-9B28-819C-E8F606CD13E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2BDB3BE-1E00-033F-31F6-0DC3A505BB4D}"/>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B776E84-BB6F-B55B-D2AB-0D468CCF2C6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7311525-0479-2EE8-8764-8217DD7A34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72B062-F7E2-CA57-E082-5378AFAB73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AEBF4F3-52D2-80F5-EA4F-0E8C93507D7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1F6333D-D411-2E3F-E8E0-7BBBF888771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67F81C1-B52E-A99F-3963-C49AF826330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A07B1B7-5DBB-55FF-2619-04AA856B6FB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38DFCB6D-B43F-B602-E997-9F90B78A20E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A42F59FA-FD81-F714-BD68-7B50DD49D4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78C10108-8669-658D-EB20-E1E628AE7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C1FB8D1-FA09-01FB-3CCC-0CAB02DC8585}"/>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DEB8D025-BCC7-380D-E10A-E6484584761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80CD396-55A6-6A41-59D9-B7DEE1C2BF3B}"/>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F010E594-7A63-AB84-097F-784B8103C9F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5C9B76C-F0E8-9D13-8D55-7810DACB57A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C72FE09-A7F6-1BE1-645F-36E06FC67FF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FC2E2AD5-3B98-5DE6-93B9-C116B2C0916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BB1ED80E-FD46-7AB4-2D99-99E704ACA86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C0FBCDF0-51CA-DFF1-667F-BFDE7DFCB5D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2985042-8CC8-F32C-94FF-4999326C55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E05EA63C-5E2E-9440-2245-D68BB1C8705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5CC0E761-D84C-06BD-A72A-7CB34B09A1D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D15BC56-F45E-B382-143E-68A6A3FDFE8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1C5CB8C-B97F-5D9D-33EC-C8D671EC545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1F365E53-DDCD-C590-B85E-20509595EF6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CC1CE31-B66C-3F6A-E0B4-BAA6FDE7D1D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209D2FA7-A7EF-D5F2-9665-7C1254E72D4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9EAE47D-1149-3484-1719-8AA66F44396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829A65C-704A-A13D-AD2E-9DC3DB7D83F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7CEED3C-6361-49AC-D7BC-23B478B5D2D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ECA462E-8ED0-C7FD-1833-95FCDD7D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ED740A9-9625-0D07-1BF5-4E12CB547B5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F15F76E-2391-F956-9463-E1161851588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43E3A12-707F-A7D6-FE61-FC6429B9AB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73369E8-FF9B-5F10-5F1B-744FEE80919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4B42C5F2-62AD-D3DB-C58F-8AB6A026B042}"/>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ECCDBCD-3044-10BF-AD2E-038CF0807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E1D8E27-E3EA-7C5B-2819-0BBFE295ECB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51227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5A11-DDF6-9D9A-9D39-F53056430F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F5F3E-0C07-4215-CD04-79148B43B6D6}"/>
              </a:ext>
            </a:extLst>
          </p:cNvPr>
          <p:cNvSpPr>
            <a:spLocks noGrp="1"/>
          </p:cNvSpPr>
          <p:nvPr>
            <p:ph sz="half" idx="1"/>
          </p:nvPr>
        </p:nvSpPr>
        <p:spPr/>
        <p:txBody>
          <a:bodyPr>
            <a:normAutofit/>
          </a:bodyPr>
          <a:lstStyle/>
          <a:p>
            <a:r>
              <a:rPr lang="en-US" dirty="0"/>
              <a:t>Last possible 4 in Row 4.</a:t>
            </a:r>
          </a:p>
        </p:txBody>
      </p:sp>
      <p:pic>
        <p:nvPicPr>
          <p:cNvPr id="4" name="Picture 3" descr="A grid of sudoku puzzle&#10;&#10;Description automatically generated">
            <a:extLst>
              <a:ext uri="{FF2B5EF4-FFF2-40B4-BE49-F238E27FC236}">
                <a16:creationId xmlns:a16="http://schemas.microsoft.com/office/drawing/2014/main" id="{34A4A715-0A50-2A97-DE06-102EB8E98B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89A73B-E496-E760-5113-44D994DABE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0C5869-81D1-27DF-53DC-52B7E3BC2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C789D4-34C9-3B3C-0731-B669F22F0C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EE083-C042-5936-0B3A-38B53C45C73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C3051C-8E2E-B071-0C88-86639A88542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7FBB690-7CE2-4502-AA07-29C29EAF299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20F7ACB-E1F8-52B0-A8FC-46B71621B0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1DA32F6-05FA-C436-40CF-DBDA6E8FE5F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095D8A9-0470-013B-4193-FDDBC7111F4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DACC800-FBDC-D6D6-AF11-CCBDD67B5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98FED03-6EA1-0EDD-3ECD-B9EE9515F70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D91A227E-08F1-9CDC-D2C5-8AA10A934AA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35772FA-EFCA-CBAB-B292-6592FE06DB9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173CD49-6671-A6E8-F9B0-5EF59DE716D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0CF658D-B3ED-52E0-7E5B-98E250B8584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FD3817-2830-1733-723C-B799C19F2B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C6A7EB6-A787-FF82-A8E7-A6C7E4B43E9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B01F76-ECF8-64F1-F154-CD7CEC582BE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E360FCB-D1C3-6185-73E2-B327DDFEB3E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3755E2F-0942-DB9C-FD52-6EB59D57E4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5DE1DE0-5032-87E9-F9AB-6F7185EA9D5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D39044-13BA-C4D9-02F1-2DE342E3DB9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F583B5C-5746-69CA-C557-BB4161BFE66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56F3C0B-2503-FB78-2ECF-08290BAC12C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3E06E51-E53C-1DA0-9C5B-7A1B75AE24C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1C3420D-892E-D142-6227-D85728111CF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B8D5B4B-BC71-3856-6A99-B91314D33CB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42478F9-C03E-87AF-0903-AC6515FCA7C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AC78B2-C04B-FCCF-78AA-C7A207A2BD5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E95E99A-454E-281D-BEEB-910C3541336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56206E1-10F7-5E42-F1A8-606C9CCC4E1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091B356-0A4C-B59D-82B5-DFDA1EAB56C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A631A2E-AAA4-A5CE-0769-6A9CA607231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46D02E6-6B91-43DE-CA5B-5C8110730B0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64C119-C7F2-D580-2076-1A47125E565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94B332C-21F6-86E0-6318-883B6BE6AA0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F6DEA5E-B70C-7B91-070D-D8620BEEDBE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A9DEEB06-FFA7-EA99-5F90-3A55049FA1E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86C1AAC-56FF-D764-C34D-0A40035ED4A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051F3A6-C4C1-3549-8BE2-B2378CC7628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BCFE993-FBB9-4D8E-7BAB-43FD9D94E68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09656B2-7C1C-BF3D-0CB1-6C35D496626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60B3141-6A1D-B3FF-ECBF-4506326771AF}"/>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E49B6325-62CD-C0AD-1768-A230A01A2317}"/>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2B391E9-8547-A97C-52E8-59D6DED40F0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043835-29A1-9FA0-F298-F24C0B8CB98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0DC9E16-D23F-05AD-8FA4-55FFCFE26D8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EAFA8EF-7FB4-B6F5-F8ED-61B6DE08354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F9F8643F-F478-BD40-06DC-B50BF749580A}"/>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9BA8909-954D-96FB-6B09-0804BEE421F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88E48E4E-2771-F92E-D7BC-798542CFB4CA}"/>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536DCCF-0227-E8C7-535D-5ED87B3F233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E35A107-A0C2-A1B6-6269-FD3C93EEABD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B0F8F3E-838D-B8AB-DF01-341EDCCC0F5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75DADC72-2E95-E005-8684-37262238737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F1AA757-00CC-16D0-3448-900894990D5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746BD2BC-DD7C-9A2D-DE6F-FDEE26F290B1}"/>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AB9B2826-4743-CA6E-2ACE-3EA2200290E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99DB050-E50A-C637-24E4-0538BFFD26E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92B6A0F-D8E2-6812-372D-B077A6A40E4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7E1C4381-5456-54D0-A9AF-E0169146531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252E39B-45E3-5F87-B356-FB21307929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44AA678-EA18-20A2-ACB4-5AEEFC49B1A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6FCD14C-0220-7006-5E4B-1290E219D6F1}"/>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3B92E50-92A9-76CD-A4E6-29EE54F1754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54A720-5280-76CF-7ACF-2211A2A3B8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1DABBEE-32AD-0805-A2E3-CAB37A62788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223C68F-92A4-0ABD-F5A1-5CFF04D4837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69D846F-9327-C883-835A-D54C4510535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89DB62B-0806-F5D1-5EEF-BD39A518161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BF09C2C-DFD6-D10C-6FC3-FAC83D4D65F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B641861-46BD-1449-6E4E-AA2BE15259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E46C63F-3E6F-48F7-DD53-83B72A84BBF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204F8B02-C063-3156-4B23-D2D3A8D905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362086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B0C2-8ECF-14E4-3722-6AC8D8E9E0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01176B-8809-456D-7889-0D98BDE3FB6E}"/>
              </a:ext>
            </a:extLst>
          </p:cNvPr>
          <p:cNvSpPr>
            <a:spLocks noGrp="1"/>
          </p:cNvSpPr>
          <p:nvPr>
            <p:ph sz="half" idx="1"/>
          </p:nvPr>
        </p:nvSpPr>
        <p:spPr/>
        <p:txBody>
          <a:bodyPr>
            <a:normAutofit/>
          </a:bodyPr>
          <a:lstStyle/>
          <a:p>
            <a:r>
              <a:rPr lang="en-US" dirty="0"/>
              <a:t>Last possible 4 in center block.</a:t>
            </a:r>
          </a:p>
          <a:p>
            <a:r>
              <a:rPr lang="en-US" dirty="0"/>
              <a:t>(All 4’s in the puzzle are now assigned.)</a:t>
            </a:r>
          </a:p>
        </p:txBody>
      </p:sp>
      <p:pic>
        <p:nvPicPr>
          <p:cNvPr id="4" name="Picture 3" descr="A grid of sudoku puzzle&#10;&#10;Description automatically generated">
            <a:extLst>
              <a:ext uri="{FF2B5EF4-FFF2-40B4-BE49-F238E27FC236}">
                <a16:creationId xmlns:a16="http://schemas.microsoft.com/office/drawing/2014/main" id="{635ADFC6-7CE4-58AE-CE97-B67953BCB3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C46EF8-D4F4-C967-D195-74E044658F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F738247-D6E1-FFD4-CDA7-582A0D9C0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23523E-03E0-A87C-1279-D37310F056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3D8C1A-FD5D-4A4B-9C79-4FE0DBFD6E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37D7E44-6B7E-6277-A79E-5358EBB0083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EE08DC-2DD0-27D6-D170-27AEFC863C5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B3D3CEF-0C2B-150B-135F-2C2A6C44CBA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BFED0ED-1A54-C12D-DAE7-E5C23A9D994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B87605D-3656-DBB8-6276-EC7580FA1DB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62E55EE-8F20-B270-0518-6A5DDCCF973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CB0B58-5FFE-2D41-C949-AD2809F588D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E5D85DD-EF28-A506-24CD-7372E1CBC6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09B13D6-9427-C9D5-5F83-88B81F1FEE0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1D6D06F-BE53-3E02-679B-D16F9AA49CA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544A30B-F5D2-FF08-60B2-F220F10091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4D333CA-C6D4-875B-0A97-313BA34BA8C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94CABFD-EF3D-9D91-07B1-C8878695AF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8F75ED-FB31-85EE-C557-D9A7CEF0D16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0375E54-095E-0AB4-F395-2B676E01536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1D0A096-2B69-1BCE-F72F-9510034C575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E478718-C4C6-D714-84A1-53721C6C464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FD7A69-55E2-0021-CFF4-B5DB3EFEC1A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A4FF885-4F77-D0FE-E22B-1E3AD8E94B0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B63DDC-FB6E-DB93-5588-570E754082C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9139787-9810-A23D-8C25-565D4AD4FC1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33ED5F9-6695-9B40-6AE3-7A2810C3684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1898EE7-3A3B-60BA-ED4A-AB77FA58376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30752C-25B5-F005-72E6-7F0C635400F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2AE761C-7402-32BB-8A01-02F5B9E0FAE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14D935A-A115-5CC6-D98C-45763A94967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512C5BC-B8D8-EF26-84DF-CDCBF0D389B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B551421-8173-1E77-E3C4-9CD92A8E63A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DA4B2FC-DD4A-3F7B-2185-ED4114C9066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B85706B-89DB-D686-CDD7-28AEA6AFD95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61CE5C-6F24-D4B7-0D33-430BD4D0960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946ACD3-FD45-398B-AF0D-AB36C349ADF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20CA61-51B2-75C4-789B-8413F31169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8F57110-D179-1165-28F8-16AA9D50497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3658A65-6AF3-1C92-2491-1263E2E6494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6825F5-3241-1548-5CB9-A88D2AF7A4F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7B4577C-D699-2A2A-EFAA-BC7CB31B0FE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66B3877-63C5-741D-A973-37EC94F085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D52D756B-A597-34FB-4303-108F3533B5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306E8C7-DF2A-E6F1-9A69-7CF5A3D24DDF}"/>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B894984-B542-CCFE-4911-41468FFAA0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455F7FDE-33BE-C949-8A2E-D9EBDEBF577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B3BDA46-EE7A-8BF8-73B7-65EDC6536C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829723A3-F4EF-EE6D-1465-0EE33B2130D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75F88E1-2098-A1CF-BAE6-5AD958F6D18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761E241-7B7B-211E-A0C1-B3A6E8CC3FA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E79926B7-C934-5687-9C0B-1D412BCEC04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48457DD5-8D05-8582-EF21-914EC88F802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542991C9-FA96-FE7A-4A69-336A892820A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821079-9DCF-CBF9-258F-07208064360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4132280-1059-ECD8-1936-5CCD077B00B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A212AF2-92F7-9BC2-2306-C8108377DCB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3BA5AA0F-8239-1BF9-8CC2-F6364CB74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1D4DBEE-483F-CBA8-D4E0-60015A81838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F9BC526-6BC6-FA60-FE98-2D86076A42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21EB3235-3AFE-F127-E451-707DAB0F57C0}"/>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A33A69E0-C8F3-A6B4-3DE8-3FF4163005A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B7CB130-264A-5503-900E-184AB2B1B05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673C6E1-04B7-AE06-D9A5-35E7BE392BC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E200D9B-83B1-0D65-A201-590E4A71B9B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AB7431D-AF1B-7E1E-2B4B-B569D01B2CE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E9CCE45-C3D2-82FC-1996-CA29267933D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0D7AFA-934E-CE4B-CD2E-712EF2EE9FCB}"/>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FF813DF-382B-CEBD-FB3A-C53CBCAE643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2238CA6B-A7DE-9C03-0907-66D20C973A3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5223CAC-D56A-0456-F9E0-2AE1F1E1DB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0954935-8C63-6C18-DA0D-A17226CE120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9431C16-FD35-4F12-899C-87555D25F92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DA4F6CA-EBD6-4A07-83E4-A708391830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D13F12F-1CAB-3AA3-F2E0-7CC0A527C4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D4D4C2-7F34-F39F-3EEB-41AA0CA0417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039602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7DD6-754A-0DAB-4F00-8B835A7DD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F9D0CF-0EA0-AA54-6E89-BECEEFE14F18}"/>
              </a:ext>
            </a:extLst>
          </p:cNvPr>
          <p:cNvSpPr>
            <a:spLocks noGrp="1"/>
          </p:cNvSpPr>
          <p:nvPr>
            <p:ph sz="half" idx="1"/>
          </p:nvPr>
        </p:nvSpPr>
        <p:spPr/>
        <p:txBody>
          <a:bodyPr>
            <a:normAutofit/>
          </a:bodyPr>
          <a:lstStyle/>
          <a:p>
            <a:r>
              <a:rPr lang="en-US" dirty="0"/>
              <a:t>Last possible 9 in Row 8.</a:t>
            </a:r>
          </a:p>
        </p:txBody>
      </p:sp>
      <p:pic>
        <p:nvPicPr>
          <p:cNvPr id="4" name="Picture 3" descr="A grid of sudoku puzzle&#10;&#10;Description automatically generated">
            <a:extLst>
              <a:ext uri="{FF2B5EF4-FFF2-40B4-BE49-F238E27FC236}">
                <a16:creationId xmlns:a16="http://schemas.microsoft.com/office/drawing/2014/main" id="{2E94FF80-3BB7-722B-A917-F88461FD8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CC76CA-375D-1D38-2D3C-C9C3E5680C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8E1C9D7-75FE-5768-9929-3621BEDB8C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AC558F-8EDB-C03E-42EC-2AAFFC48C3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0051A6-9456-1255-D145-AC69336CE38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B8C4F9-2672-2747-AB5A-DE2EC8A422C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4488ACE-A542-96CC-1FF5-6370B9DF5B1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CD7598A-B93E-238B-00B2-29DE6645800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1DA860B-E220-C3A0-865A-40C81B592F9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D48C8EB-769B-C9EE-5480-3BE3FCCCDB6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564560D-F4AE-B0E7-64E8-5F536A9C981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31A66C8-C8BB-B0E0-E176-17204AB2F24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2CA01E-D041-F0D5-01A1-2DEFAEDD836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C3E3F3C-CE2F-1D00-F561-48C3D2D46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40F02F7-BE1F-0F54-DE0A-CF6867F1D3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47761ED-184B-2973-9714-6E56D2FD0B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41A9D51-0DDB-5B00-1665-45D42B339D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6D04582-7FCF-49DA-9F3E-AE0C3B529AA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B55DFFD-6BB0-9564-D62A-1295FC33025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2638ACF-8F04-35CB-80D8-7322A691FC0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4F94C0-A56A-A07E-F0D6-49E521BF074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CDAA2BB-A06A-867B-7F2B-B2F64BCF9EE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D1AFCD2-474E-CCA9-6E81-B6B6E1C79C8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FBBC70-5079-2894-0089-6F3A22EB8B5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54858-2026-BB15-9DC3-645824E89E2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E97F0E3-CDF8-5EE7-CB37-786C3962C91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B0FA154-BC16-2175-12E9-5B98E6E2336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2C0C099-77F2-92EA-0CC1-385D9DA4323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F788F41-E607-922E-F2D2-B326AB44092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E401C01-2F0E-B95A-8007-4F708A599FB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A874AF4-9660-41B4-B4F8-873D8DFC6EA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88FB47-B856-BAB8-638B-0E01316B6F8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C3C57C9-A513-CE6F-85C7-ED2743011A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05D636F-B4F5-012F-3C18-70BC1AF7FF5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6B82814-3665-0000-4DC6-3DD56AE6102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DA2E3DC-CADF-C1A3-D817-B769624B519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8B92B7D-76CB-73BD-7078-2C799A018A5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B869D07-ED5C-BA28-265B-E9CE0952143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08A086-AFA8-1CC0-0BD8-0DFC23EEC27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5DFD8F4-1470-9002-0087-492785CC89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470F5DD-FE5F-42C9-BB24-932E5EE88AC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097529F-2353-641A-D5B4-DA1CE4E73DB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A95ABDD-2476-09ED-9FCD-69784ECAB5B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4CA59138-2DF1-B83E-BE4C-503F99D4C27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F1352BD-1C8D-AD76-2ED5-BF5DE062086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4AED6E5-9430-793F-67B5-B07A2BD5CED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6EB1D36-5AC1-4CB9-7821-697CE880907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6DE3F13-2413-263D-30FB-A402FA8AB7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450EE79-6834-0DC5-E47B-C5B5D203BD5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E855CCE-571C-D7F9-4AA1-F249742A6369}"/>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A85D49D-D29E-2524-798A-7E377916DAD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6DA333-8E89-EC47-CCB0-CF07E68B8BE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A9C8F3C-402F-0DAA-5957-4C18212F4F3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1E4E697-EC20-EC14-5934-7652E38B120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B5BA95C-4F62-6915-2D50-D53A14EFF4F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0C0EB99D-A1FD-63F8-FA2C-0B75990C56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59CB3FC-AE25-C924-6051-9FEDD4CE7C7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CAF7D61-FC91-1E79-49C7-9329FB2E8FC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50AC4B4-31C4-C373-92A5-F58D292E8F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D69C32C-7DC0-03D1-75CD-7F512A9E6FA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5A9273B-9EC4-D7B9-A3CC-054AF83284B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158254F-D2A7-6165-9E39-3BA1BA96333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263BAC2-13E9-02F7-B028-5BCB4A1F83E2}"/>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17F5401-5154-F0CC-F99A-D3CE7C50193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FAD63C-2F20-013B-1694-640142FA305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B1C0C5A-A81B-57AD-2B40-234F4C73397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B3877A6-1149-2E70-465B-1EBFED301D2A}"/>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827B66F8-F623-E8F1-190E-10972EC4143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612FDC50-5C8D-FF9F-2397-6788F7588E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49219BB-AEAD-C433-F911-0E606091D51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062E8CE-2768-69C8-FE77-8DCD29D6DA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CC587DF-4CBD-0161-6A77-8C61EF3B005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A32AE660-510C-5DF5-70EE-443052199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B7D860B-E9AC-494E-5737-EAB0122C81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714591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F91C5-8F1E-7514-D4DF-A6C90710D9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4CF91-5EA8-EBB2-6228-AB74DC2692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252A459-219D-78B3-5C91-3CC716D9D0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55CF39-B76F-C0DB-D5BF-BDDB3B96A6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A2B9F03-BB0C-06EF-3D6A-5CAE38504B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156E13-E9DA-A064-D781-FC50A12632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5B5736-86D0-2ADB-F2D8-EF47A02CC38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97026A-2E5D-63DB-53B4-1217AE5FC1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530DA6F-9D04-F44E-9725-47105543599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5C6AB84-0CB3-D245-25DA-7B7A9105C1A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1C59C31-D7AC-1FDB-2C2E-6FE9815D132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3FABCD2-0B2D-3DE0-2DEF-E68247C77FE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5717D6F-0471-5EB2-6B76-7C9FD6DE40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3DEF3D6-EB31-0208-AEAB-C45A4A74CCA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715A6EC-F64E-0C30-A926-0AA6A0D912A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6BF82113-DE6D-30D8-34F3-19F81DA18DB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9F4F87B-5C5A-D108-0C5C-63ECA63601F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DA82B5-4390-9BBF-5590-3627D75B4AF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66F0A6-E763-1455-223C-368BE3E292A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FC68FD3-8196-0A26-1CC9-E972C661CA2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BD7E694-67C4-7D34-51BA-5B978EB8422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09D4DD1-F7DB-8711-480D-5FCF9D4F669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3082C7C-2102-4DCC-0D89-51537E64AA6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06EBCA6-388A-BB1D-45AB-277804193E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ADCA2DF-B696-5B06-34F8-182B6096E8F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495E5D6-6658-70F2-5526-FEEF8B3E93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5273D28-9FD8-6431-5ED6-3B0BE3567B9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4956201-C782-90F0-782D-DA0EBB346E4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21AC402-FC44-755B-BD58-85F9FD12D69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415CA25-53B5-1EE7-368F-A8708069D42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D5D339A-C888-5D22-57DF-4D58594AF93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B140025-5C55-6991-EEDB-D237F6B4DF7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B7839BC-52E7-B246-025F-29FD506DD54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499E47A-6D19-928D-4CF8-C0677D6BE98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1341511-7A69-8D9B-4D74-56A4862AFD8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94F837-A10A-40BE-7746-79969D6A0A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EA28ABB-1A0C-526A-6596-CBFAF66C1D6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533EF82-85E8-6956-312A-91C5EF54D22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E05E2BA-F32C-2C93-E0B8-6C7CE1BC292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0756983-0EE1-8D74-5E8C-D385058F53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F057CC3-0825-C72B-7816-D4A7AE27B4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9F651D4-BEAB-11E8-E764-30DFA3A8489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E0019BD-0E1F-72F1-2F1C-A74EA4CF853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A9A698D-7561-C5D3-0457-3806A27DC7C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E97B3F7-6CE6-C663-1C08-4572CB3AB4E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F35B16D4-917F-A536-B57E-DA7E9F717678}"/>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196FB95-6707-BF98-A7C1-E772DBB27910}"/>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1900A7F-63C5-BA5B-F507-8C54A59C8A4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013E866-8B2C-0E6B-EEFE-A1A200E4F6A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336EF3B-C334-C4ED-2944-51F96DF206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FF170CAA-6413-3A58-B49A-2CAD34757D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C056486-B255-F573-9740-959AFEAE1B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9D540AEF-A6DF-2908-4D53-F2CA6CFE1F7F}"/>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52CCE93-8311-8EDC-5711-B92C41B6BF8D}"/>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C85D603-CE42-7667-3DEF-C7801E9B7E8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D9D97A59-4FA9-2A09-EE42-8D6FB76A2D1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84A0C2A-35A2-EF1A-C33A-2733A0CEE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98DF9B5-7B0E-C82D-984A-6F9103B1D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9C97836-8C41-73FB-EB43-D6A73CB1E13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1F8FEC0-7274-2AF4-0971-CE71A44AE1D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755CB59-69BE-B769-3B2A-A8C5DB4658A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8A36022-465B-9123-061A-7C079B1F700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3AD8D22-48FF-7EBB-84B5-3D52E088C87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457E9C8-ECD7-8405-CE5B-F653B87A380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98D86AD-2A33-6709-66AE-AFEEA9F3AF9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C89C025-5F43-4586-F54D-0367B282B5B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C7D390C-4A5B-BBA2-6E14-0E5FA81169F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09033B1-E902-3CB1-40FC-296DEC8FDD0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9A90FBF7-3107-BDED-0914-4F6F914016E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0EB9E08-2169-D8E3-F87D-14A3AA9329D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C6184E4-B8B8-E11D-C932-085265FD5E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361BD6CB-148B-ACF9-05D7-541E83605CD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FE7DC1B-7894-53A6-9496-E2AB81D5A2F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4A21086-6836-6915-EE0E-02098BC4A89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3E5BA-3EA0-EC1B-5F0C-E754AA6A9C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21B59F-4748-0D02-6BDA-2435E2DA6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092393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9D46A-2207-B778-7AF3-8DE06759EF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F6C1C-9BB6-50EC-BB25-0C1D973D930A}"/>
              </a:ext>
            </a:extLst>
          </p:cNvPr>
          <p:cNvSpPr>
            <a:spLocks noGrp="1"/>
          </p:cNvSpPr>
          <p:nvPr>
            <p:ph sz="half" idx="1"/>
          </p:nvPr>
        </p:nvSpPr>
        <p:spPr/>
        <p:txBody>
          <a:bodyPr>
            <a:normAutofit/>
          </a:bodyPr>
          <a:lstStyle/>
          <a:p>
            <a:r>
              <a:rPr lang="en-US" dirty="0"/>
              <a:t>Last possible 9’s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B70B1160-FC03-E71B-EF5D-59B04A90DD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3502AF-26C4-11D3-CB83-909A9FC194B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E3AAB3-CB52-3EDD-20BC-D8155C420E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BBBA7A-2CEF-E8E6-99DD-AB9FD43AF4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3D3DC7-D88B-ACC1-7729-217B94602E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F5EADA0-C5E2-3044-0140-5ADDB98909D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FC6BB-0AF4-976F-73AA-4D2199F9870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CB9035-9C2F-1F46-0A18-12656F4BA56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6391C6C-AC19-F6AC-2D6B-2F4948A742C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69570EC-999C-A16A-136C-51605FF25C5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8962A0E-3760-6D7D-F421-E60262F0FA1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C681C70-BB8D-D4D6-FEC1-37767BF1EB9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A2B2669-3415-B61B-B518-50DB5F0CA51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EF636D5-4F4F-13F9-BE71-6532A31B298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4D21D4E-D044-B1CF-DBD3-A08281FB65D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75B28DD-ECD0-B150-80DE-69A9E1DD0D4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B76A80C-3052-D996-4FE1-E44CC4C1D30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180B1F5-153E-9F0B-F965-6CF93B4052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E40A857-2DB9-56AE-FDF0-7A74EE6383F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7D56C9A-6F8E-610E-1D4B-44770D7D360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09C032-4FC8-386B-2557-51A0E3B82E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739359-76AB-FD45-9C30-50E1099DC86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5B10A6A-90DF-E1B1-AB0F-38F3156DF04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BEDF7A7-B06F-0C1D-33CA-2DF12B5860D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4ABD07D-5057-657A-19C3-30E6AB0A9EA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A33776C-8C40-E23C-C5B6-1699E9B7C1A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A928A5-EB52-BEB5-D21B-0FDA1372A71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3B63529-DAEC-7EC0-323B-935080465CC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16D62A8-4C01-7726-C3F2-2FBBC520BC8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6C615DB-68EA-5E08-C6B7-BF9579D1A3A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469130C-D842-575D-9F55-EE4F78E963F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B7F6DEC-52C4-1CC4-570A-3695036956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131F2E1-F67F-42D5-7856-790B2F5070D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1B657AD-C640-65B3-79E5-8513E48620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E7F0067-6428-10A7-13D9-C1B97E18741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8FE5DB2-669F-98C2-D8E6-B9B211CEC0B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9E1FAC-7519-BB3B-4243-B3BF9B83E44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7EE09D0-8DD4-0669-2C56-D89B6919EA0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73DDB3-7ACE-E4B6-D98D-C4CD45D797F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DB46B14-773D-7518-DAA1-290E0CB8BBB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104E5F4-B886-03DF-7542-5A347E35C20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53B6D71-7773-0B99-60C3-A282C0EB450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B1C8F52-3D90-38F5-C1E5-8D17A6C8861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870BA782-9249-A15D-C684-2EA3B628CD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897482E-0B80-21F7-D77A-7BD007021F8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BE29A42-8B76-877B-88C4-7B99105AE28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8F03AC0-FDD2-DBCC-053D-16443E013CE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A9DDD46-5E62-B7E1-8D63-60C49A9DC91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FA386E34-C645-D18D-9EB2-6852DF2A761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085F439-B8D5-5BDC-3166-C2FB6EA8837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50F9918-047C-A14B-48FE-A5769AE591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BD67367-57F8-1D2A-A0E2-9E6071C2E81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81264CF-1425-9768-F692-F7E14815A20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E14F3EEC-58CF-45B7-805E-6E3503BF8AB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A870D7F-D102-CD4E-C9A0-D68A07C7B23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0A0D00D-12E8-6E00-BFC9-48797C09238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3CC5C2-ED5E-6B9A-D872-7BCA8185CF6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AF02E65D-CF1E-358C-889E-2E67CE62D49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895CF7E-66FE-241B-9E62-8D0AE22E3BF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CE613B3-CFDC-C9C1-0598-3D14FBD53CA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8D70101-13D1-935B-350A-B495E4FA29E6}"/>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B395BDD-02F4-3414-4913-01CEE0AC7E3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99B4A409-1335-DED2-3694-9F4E11B7498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CF8FAB-BC79-8CE4-A12A-47142F1BB09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38524D6-9C2F-0EBE-4555-33E962AC888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84FE7C4-57B5-2B08-82DB-63A65C96C3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D40C078-977A-F71E-67F0-C7DB083FB2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222918B1-23FC-69CF-2C3D-D4256380231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FB3579B6-A234-3C13-3839-C791B0C0DFF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B3E776F-C64B-2E49-E286-3E5D18F7EBE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8B7F0-DA63-E2B8-10DB-D3E2E5D43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BE2213F-9D29-C559-479E-89DD42469D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19030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2B04C-EA4A-F812-86C0-BA5EC159F7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1F5ED2-C52C-44ED-8BC6-B24A2A94CA45}"/>
              </a:ext>
            </a:extLst>
          </p:cNvPr>
          <p:cNvSpPr>
            <a:spLocks noGrp="1"/>
          </p:cNvSpPr>
          <p:nvPr>
            <p:ph sz="half" idx="1"/>
          </p:nvPr>
        </p:nvSpPr>
        <p:spPr/>
        <p:txBody>
          <a:bodyPr>
            <a:normAutofit/>
          </a:bodyPr>
          <a:lstStyle/>
          <a:p>
            <a:r>
              <a:rPr lang="en-US" dirty="0"/>
              <a:t>Last possible 9’s in upper left and lower central blocks.</a:t>
            </a:r>
          </a:p>
          <a:p>
            <a:r>
              <a:rPr lang="en-US" dirty="0"/>
              <a:t>(All 9’s in the puzzle are now assigned.)</a:t>
            </a:r>
          </a:p>
        </p:txBody>
      </p:sp>
      <p:pic>
        <p:nvPicPr>
          <p:cNvPr id="4" name="Picture 3" descr="A grid of sudoku puzzle&#10;&#10;Description automatically generated">
            <a:extLst>
              <a:ext uri="{FF2B5EF4-FFF2-40B4-BE49-F238E27FC236}">
                <a16:creationId xmlns:a16="http://schemas.microsoft.com/office/drawing/2014/main" id="{7A69A552-D54C-C091-CC24-CC61EBB39E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9D124B-0919-A520-B68F-DB2168F0C1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E146D-78B8-7348-792F-7A417A5065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64F4E2-BEC3-D8FF-6374-8A895F0907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765454-8421-D3F4-1C38-18C74F2814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33C6BE-37A0-B642-4328-343B24B4874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2CEE888-EE38-6431-B44F-A6FF1F667EC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D4DAFFF-0100-4B01-4E38-4718C431E1A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9C3D01B-527A-8AF9-5B68-CE80204D95D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65554C8-B441-1E87-C0CC-7F494B136C7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5095D63-4FF0-5212-EF8B-6292479C6B5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DC145B-87ED-DAA1-0D04-D09735C67B9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74DB459-8E83-4CBB-C25E-24858D6B42E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EC1AC84-4B73-E07E-3131-E80D75337C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56B2537-12A2-A003-FC5A-E1B9625D544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16FBC6-02F1-F709-7267-2FC860F37B5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51DD136-AE48-BAD3-E0D5-1CBAD5C79E9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7682BAE-D466-F69C-A990-99D15DE59E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87C5C94-A5B4-2F0F-1979-9D156862FF7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A170607-AEB7-13B3-93D7-4A873E3F013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AE6756E-EAD4-9C83-C1D6-D8835AB8551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613AFB9-295E-9113-AB5A-CF5B0C9C89C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6836DD4-5269-8F31-AC49-467F7A07080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B3D6E49-00FC-2EF2-7369-98E9BC67D04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202CC33-CE1A-2C9A-BC55-0310FC1D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BAD6476-FE23-3F95-08B6-993B3E7A264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B03D2FC-553C-3437-C0EE-279E3ECDA14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586141F-E1A1-FE47-2010-625061404D4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EE4365F-8131-1034-9963-52B18B11ABF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B62DC66-64F7-632A-5110-246F9FE441E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D66E973-E6E7-3FE4-EC91-C9927A031FB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FCD763-514A-D23E-2835-60B4A0E4496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43FE600-6F29-77CD-17AF-CA459692892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E57FFA-3B12-1280-96C6-26DE1A6BF87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90ED746-641A-495A-E50F-D26AABF3F4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D155B63-DA49-4A82-4DAC-C40B62FBF6D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86A47D-F754-678E-71E8-C06DEC1D5DC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6004545-270E-08CC-0A23-4DED9BAE945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F1216CD-E3CA-2D2D-19EE-93A6CFEA4AC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69DB96-16F6-F2B2-3A49-688A8705DB3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BAFB5A8-2E8C-3B10-0E6A-22EE6DA43B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519B59C-18E4-098D-A64A-935FC83EBE4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6193780-B324-568A-C575-6E1530AAF15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C6D443C-893E-A3D2-F7AD-2B30BDF5B9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3B9CC96-1D23-5237-6928-B3B2BD0DBAB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BDFF4FC6-16CD-B3A5-1008-6C6F066020D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047C24-AF0F-316E-5FE3-65F72C40EB7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B16F4B6-AB53-AF3A-262D-E6D30A4A06B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E0FD4E60-F88B-B50B-2ECA-FCD813D6A50C}"/>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DA68D440-F77C-ECC0-7301-BD17996D7E2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70F9302D-58F8-4665-A2E3-7EE9D2543FC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704F787-B230-926A-AD91-4E3F2228C2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ED89FFD-2B8F-7845-1888-B36277DA10E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5C065857-4F06-D2FC-B5CF-D8E5D7B5607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2964451-4EEF-9866-07B0-7E28B419462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5FCC455-67DC-77E2-47BA-8D5FA4D96E2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3700D7A-AAD2-2598-233F-30A6991CC21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60FFC45-B9A3-289B-D52F-E8D8758E740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33300FF-484A-BC25-5D68-F3B6B105A46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F382A21-F96A-501D-0404-DBFEB20E792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5DBB3F8-93CC-56F3-4BDA-0D050DD0F8D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B7A26BA-A1BA-6385-E0A4-BD6524B8D6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9440377-9760-EF59-B0A3-905E6BFB9C2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C530184-294B-6C21-DB5E-A85E8B4F5E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EE057B9-9446-91D7-97CC-1FE266E7B7D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08A054-BC8C-1FCB-EE1D-1C6CD5B155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EA072E6-A8ED-3700-06DE-2C986BF209C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2C247DD-346B-BE00-0EBF-95A9D0B2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A39FC17-51B8-0065-AA7E-475B728B96C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6328537E-D85E-F2BA-1F3D-989BA25EC3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F84D39-3436-E1AB-2EB1-FF84A25F97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C467F2B-CC4B-4FC2-CEFF-2594804606A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7917418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571E-DE99-697B-7AFD-AF75BBDF33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0B6582-B631-DE5C-4B4B-BDA5985ACAE6}"/>
              </a:ext>
            </a:extLst>
          </p:cNvPr>
          <p:cNvSpPr>
            <a:spLocks noGrp="1"/>
          </p:cNvSpPr>
          <p:nvPr>
            <p:ph sz="half" idx="1"/>
          </p:nvPr>
        </p:nvSpPr>
        <p:spPr/>
        <p:txBody>
          <a:bodyPr>
            <a:normAutofit/>
          </a:bodyPr>
          <a:lstStyle/>
          <a:p>
            <a:r>
              <a:rPr lang="en-US" dirty="0"/>
              <a:t>Last possible 1 in Column 9.</a:t>
            </a:r>
          </a:p>
        </p:txBody>
      </p:sp>
      <p:pic>
        <p:nvPicPr>
          <p:cNvPr id="4" name="Picture 3" descr="A grid of sudoku puzzle&#10;&#10;Description automatically generated">
            <a:extLst>
              <a:ext uri="{FF2B5EF4-FFF2-40B4-BE49-F238E27FC236}">
                <a16:creationId xmlns:a16="http://schemas.microsoft.com/office/drawing/2014/main" id="{B70E6729-6DB2-BA93-D11D-B4B56F156A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36F3A3-8400-9D04-F6CC-1C77AD71DC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2666BC-F531-08FE-8362-D07AC94E1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FF1A450-6F95-9B52-4271-B0897EDF0D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26320FB-6329-348A-5020-C441BCA07FF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E10E893-3F14-8F77-AD5F-262FC36C34B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4F9E964-D908-EC1D-8267-E3CF654F39F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0E04989-4AD3-574F-E5DA-339D9A3AED9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6550C02-65E1-EDB6-FB1B-23F9176BE19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26FCF76-70C3-DCAF-1969-50D0C84A987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2DAABCE-6DA2-16EE-B8C5-3792B97BF57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9C111-9CF6-2038-DD29-24F3DF19C771}"/>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7EC0F4-93F4-B909-A2CE-AFCEAE20DF8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FCE9D1E-B050-98D4-DC50-B25210A11C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6FD2ACF-183C-F957-5116-EBE492F6929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4EEA87E-0C4C-77A0-1F5F-CEFF574FDDA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2D70FE8-D566-D98D-5C47-D0C0B1F552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983747-FE4F-921C-DE28-FAC21121C83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D20F061-C6D9-01C6-3A63-3538442EA6A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82C7522-F510-5CE1-0DB4-74D81CB36A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8E2ABB-B879-0BC0-5626-7E8B3D54ACD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F658FA8-F358-B70F-8CDB-78D1F44D1F0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AEC54B-F7DF-DD03-EE4C-A90975000E0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CF85B16-F2B1-EE04-D050-11CFE8E07C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95E3D26-F10A-016F-26EC-F1BB2136450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C8D63CD-5295-B4B2-3643-C718034B3EF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22D45E8-A027-2877-568A-BAB27F4AA6A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F5B12AE-0BCA-A494-E769-0506355F2D7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BDE6F53-702B-863D-AAFB-30E7384D8C1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D9529AF-F245-091A-DCFA-6E21D6931B0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532B90-410A-3188-C94A-B1C2CE558DD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ABF2E30-A3BF-758E-10DE-95DB5448151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3D25C69-C373-0E7F-FE81-8D0318E4FC7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DBB34E6-4E2F-1C34-D871-ADAA2B9277F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C218A6-5AA9-9296-7E2D-AEAFA17AFC5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1E0C5BB-B3AF-B00C-5DFF-47C69F9BE0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533633-E389-C7EA-22E7-F878E841310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CAAA64F-ED17-8EED-F70C-AB20A5DA189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902232D-2D65-2A6B-A10C-12001BEB9B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8B41CE4-F7D9-D20A-95AC-A52332AB6BB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A5F0788-758B-C1EF-2A3F-4D823E0D51C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D97E0E1-C40C-BBE6-623D-C1D0999FB3E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930B22D-2DCA-A475-F560-CC55B75BF83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C85981-3619-1B41-169A-14B741D2D8F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7CDFF50-BF44-BF8A-C34F-AA2274873EB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BC039F6-5F1A-A763-5230-5935B37A6A4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023533E6-3ACB-E6C5-4893-5BD2D7A14BB1}"/>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7C74BC19-FA90-6781-34E1-7E6454BACC3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29B766DF-B5C0-CB33-C54C-C16E0BBF16D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31812C51-734F-37AA-E140-0FBB61D1C2A9}"/>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24737BD-BFC1-655B-CAB5-FCF297D54A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C062B61-E1F2-CA41-B19A-17F8D2A6DE9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D02BD9C-7E1D-8FA4-1B40-EEA010E2B3C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BCC9149D-9FDF-CA37-DAF1-999FA53E89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11CB7BC-ABEA-2BD9-3EB5-FE94FC10153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BF291F-F904-8C79-1624-68F560B090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8FDFD05-CD4E-6F20-7259-63E207A22FC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9952B96-FF5E-5E12-DC08-F79F97904B8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B4C13584-6278-8C14-31FE-81382926E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23BA6D5-0D5C-5252-DC10-F01B9988E5B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5890352-1E4E-6435-6ECE-9070174F2CC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7026839-3E96-D410-E89A-AE5086CD54D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F11B034-A19C-F1E2-682C-112A7CCC1B0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00D449-B474-0EB9-D7AB-F52B135EB5D7}"/>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21A857FC-4288-9417-358A-27EFD92F028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39D47A-6B8F-69E5-79FF-CF710CE6A5E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67E0277-8664-DA40-3BA1-58A45968861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9172FFB-147C-43C9-E405-6BD54FE3082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5BB0D90-8C4D-7C9E-DF41-4BB65B3D012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763E0AC5-5F13-C155-EED5-CEE993BEDA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9CF78CD-8282-D7E6-AE30-358294FD87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F48E5FDB-BBFE-C329-5D29-5B40C1CAE80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4AACE8A-0F02-BD9B-9928-E959DF5FEE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567034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BC1ED-59BB-7C08-6A53-E009CBCEA1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F9378E-8E11-F635-1E33-1024EC9C44F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09D9402-46B1-C9E3-AC45-3EF9D3F2E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EDE41-9C9B-93D4-7F9F-C123A816A8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189D0C-3691-52EC-2304-C243B0D76A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7748FAD-F9AA-8711-6B9E-9F0A98409D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2C5025-15E0-6051-5DFE-D17F7256D80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C9B6F34-F451-F556-31D3-D88B7739B6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2AB1D0-9FFB-D568-9708-636B682269A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630E60E-4B2D-64BE-FA4F-693292D5FC0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42BFA5E-A871-2934-CCCD-CCCF91EB47E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B06EFB3-7698-E9E0-62CE-943797EE76F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F9750F2-6D08-1E6C-2873-9E030426481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95D2245-8E16-E483-AFEA-1E0EB5AAEE6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42750A-5244-F4F2-50F5-D6CD9687677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B9FD282-BFCD-419C-5A21-28A15A2B40A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819079A3-976F-0EC5-331F-FE34B463506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F0C26C1-B618-1056-FA88-71F7391095E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04C634C-27E3-A044-B9BF-BBA4895F8DA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176D98F-76BC-8C75-5384-13B278A2CF7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42E82A-E845-75C3-CB1A-7100FFC121C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9DB4EA-D5CE-E021-E553-B3F8E28EDC5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E0E7BCE-FF8B-55B3-9709-78C55779023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E2BC45B-C7BD-7F63-745D-2233D999B2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DDD5513-96B3-E7D9-6778-A16BCD69B3C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8F81426-AFB3-3BAD-1E0B-96364D8BDC7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ACF1D-7B4B-E2BA-1CCE-56E1C12D39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714AC69-B96A-FCE3-E8A3-54237C6E3FA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9BB6566-ED53-E6AC-09F1-8F623D1BC80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3620E42-33FC-232F-18A9-CE0BA20D24F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BFE9BB7-2C2B-C412-7D71-74503BA249C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F4405C2-B279-8773-0E21-592489AE578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308FBD2-FC6C-5342-9184-D99DFB1EBFF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FCBB030-35F8-6785-4636-4806AC45E4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F303C8-3EB5-1555-7782-1A3CD20BC5D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7ACB035-F3C2-FBDE-F122-77EE34AF6C6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910D3FC-8F04-AEC8-D769-507B7DF092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D8193B4-DBED-61F9-EFB5-FE9005A16F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4F607C3-E374-9366-8048-EB530DEA4FB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8EA3FB3-D80B-025F-B977-C3BC2EFB3B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8305E4-D616-B574-90C2-BCE7EB07F0F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963B124-0B9A-29B6-1AAF-06B65273ECD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132C1FA-9A46-167D-634C-E3AA1422DD7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5E505C-105E-C96F-F0E4-45E56F7D11A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784D15A-1472-D47C-0D67-B401E0C09E4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B5AD0DC-094F-FA69-F27D-99D9B6AC8E1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098F274-87CC-9686-3750-588BC8C956D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8B302D-C493-40CD-AC20-C78EBD61902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33B6A8-9D93-CD92-AC44-8FA0E4FD7D4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F6EB4717-0A8B-CC8D-A286-02FE632AFF30}"/>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C172418-8C6D-2E8A-204A-02EA2A746686}"/>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0BF9CE-4F5B-50EF-0AF6-0CA8DAE7B1C1}"/>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407BC83-90CA-4C7E-DB1D-E766071BA60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6A8AB7BD-9F11-893C-0708-EAAD4057648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17BE59-7167-2047-D6C0-EE6975E92D1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623146F2-5E02-CEC0-2730-A96E790BAEA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B545EC3-1AC8-EBBA-6F74-FC36A605C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D640082-85AA-AB41-8954-F06BABE9CA4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F56681-0828-E2B3-CAB2-4445B255B61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CDDB383B-94DF-0A3A-B8F5-7FECB89EA1D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A367778-9EC2-9153-D994-BB06321795C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61AE12A3-AF6B-2C6D-D34F-EB2344452DD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13B0C4F-1EB9-9B71-DC8A-1E9EB4A81A1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7C32F9DE-5EF1-327C-717C-E5C1BBD649EA}"/>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0E379EF-AE3F-E517-F97E-BC309A3DC99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3C125D5-FC97-C0EB-DB02-501F898F0D7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5A65EFC-86E6-0D44-3E47-73DC0348AD2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FB24409-DB8C-D62E-E8E1-6EEC9579E0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876D0CF3-3ACE-652E-784D-F5E87C087C0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C466D32-A497-1942-AFA3-0643C64CCEC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7FD8C24D-C0B7-5D25-043E-4DB77E5EF46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C21369D-6A6E-7E34-7681-A038F353EB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2ADFEDE-4220-6C51-4B91-CF95A3929DA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7123A5-00FE-EE68-5651-FAAF0B8AABE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909DD4-4599-7CA5-364A-7D44CF595BE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99103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6891E-1950-B688-0012-3C288A4EF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6770E5-31A7-F5BE-41ED-01FB8EA22419}"/>
              </a:ext>
            </a:extLst>
          </p:cNvPr>
          <p:cNvSpPr>
            <a:spLocks noGrp="1"/>
          </p:cNvSpPr>
          <p:nvPr>
            <p:ph sz="half" idx="1"/>
          </p:nvPr>
        </p:nvSpPr>
        <p:spPr/>
        <p:txBody>
          <a:bodyPr>
            <a:normAutofit/>
          </a:bodyPr>
          <a:lstStyle/>
          <a:p>
            <a:r>
              <a:rPr lang="en-US" dirty="0"/>
              <a:t>Last possible 6 in Column 9.</a:t>
            </a:r>
          </a:p>
        </p:txBody>
      </p:sp>
      <p:pic>
        <p:nvPicPr>
          <p:cNvPr id="4" name="Picture 3" descr="A grid of sudoku puzzle&#10;&#10;Description automatically generated">
            <a:extLst>
              <a:ext uri="{FF2B5EF4-FFF2-40B4-BE49-F238E27FC236}">
                <a16:creationId xmlns:a16="http://schemas.microsoft.com/office/drawing/2014/main" id="{7462A00D-F0DB-BC18-C8C7-B0952D8978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DEDBC7-5DCC-CA80-23D4-3BD070B1A3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04E79C-248B-1413-325B-B4C3F440E0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06DB2B-0AE8-F295-2240-52FED4151F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F37B401-C139-2654-B1B7-5EB24F97580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BBD5D3E-CD59-5F65-AE8F-7292BD23186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4CF335C-AB33-FE7C-67B7-8486C4ED0BA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190655D-D425-1E9D-0B13-98E2D07A6B0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E7EEF81-DEFE-F6B4-D32C-528C7B96605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5C1ED6C-2DE9-D79D-18D0-0651906596D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F9C1C21-3ED7-3CD1-8003-6B4D9BE1D57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F46ECDC-BECD-51B4-C186-8947F3CF263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CB48247-02A4-1AB2-3BB6-F4624126A53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73625C1-11FB-86E3-2E38-DCF4633B528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2709E8C-9B46-1644-AD1B-0D61FCDB739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BF31EBC-B524-0B6D-94B9-5E38138B70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6B898FD-4468-C17F-8FB5-53B054DC9DE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C3D7A1-1FD8-F2AF-BB1F-9992AD3915C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C1DC09E-EC45-1872-15E5-0B4335E1869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73597D-3C42-71BE-673D-42BDB014B49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170FC3-98BA-8EAF-3072-1E2ED153AC3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8CA7E41A-5EED-4E89-E4A8-4D0884BB049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53A7595-D84E-35E0-6B86-E3282C39096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2B96762-1DB6-71B7-320E-6A99A7714E4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AEFBEC7-A09B-5005-9A41-66F558AA87D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72661F4-8CAE-990D-F1FB-11BD5B9B050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86A0FC3-E65F-8615-384B-AA24407C5CD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8FAF16E-A897-D387-2C71-C43D33314A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E2C112-F384-86C8-838C-93C2EBB1A20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8AE64E8-7308-DF9D-ECDD-B9E0BB961C2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23524B1-E783-0CAB-3C5D-9FC441A7B3D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A6446B1-AB9F-A6E2-DAE8-F3A6E7E68F0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6258B31-1FE4-C28E-ABB4-7D8116F49A5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4DFFFA9-9C8C-71AA-3EA6-F5303F36B62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073AB14-0867-F540-B2BD-170C880EA14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E1F516B-EC54-771E-22D2-75A4B8912F5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7DD2B96-57EB-690A-829E-41BA83220F8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301B6E6-1F9C-C909-D726-8FA864C88A2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86FEB1C-B452-740E-07E7-E1C0D3101F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64E8793-7166-2CEC-B6E1-97E93E62012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D29B1F9-3913-F336-1BBC-2B6A05C3422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B6B9CE7-6CE9-1EF6-CADF-3516D38056D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DE1AA41-DDF1-D860-F99F-D196A33A073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22D054-4742-DE4B-93E0-29D9C1D52D6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F88926E-FFE8-8892-5FAD-33E00FE3F9B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54DFBF6-4EF9-A05F-AEEB-2706BB7432C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190A8B0-3F9F-0E16-BE53-CC7796B143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0E290434-EC38-502B-5445-54A8DADA167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1183AC1-15C0-3865-C0BF-B7294071C7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75C8047-F2A6-9D8E-BDD5-5435F13F52E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25C652AF-6249-FDD3-1082-720AEFCB84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8EC2665-DA65-6918-4750-0BEF0C922A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535310D-8757-3D22-6976-D89DF90252D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ADBF6DBB-691E-25BB-B815-F6E99B9E6C1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2071C5CC-7AB6-6A0D-992E-200CCB031E79}"/>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94C57CF-B40A-FCB0-53F4-EFB645E85B5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6CC6B81-6F61-5814-984D-E8A3A1A978F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479FC485-DD4B-B4E6-2259-BEEFA469F49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3E20F58-ED28-3E7D-A0FF-90B1852EF70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8B625C10-4EDE-F977-3D6F-7F25AB58BBA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446893E-5659-A5CA-C0EF-0640286437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563A0CF0-8034-EB49-CCDE-C6768C7FFED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CCB3812-4432-2D9B-4892-1C61622BC6E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4FA1902-8569-7514-B09C-27BC2A14CC8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1A47B131-5B6B-A1B8-5ED7-161D2C3EACA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8C9BD50-1996-86F7-EB34-C3A22CDDC5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FA0D03C-DF17-22D8-C549-354160BB1A2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3226529-DAFF-3C72-4C66-AFEF87096155}"/>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2227BD57-3E16-BCE7-8DF7-646B0FD3D1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99D2451-4F77-8278-B4D3-F7880EC56CA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B770FF-1690-4E8C-8CFB-AFE3390E93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57B2070-010D-B8D1-C654-CC22FBE917A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55A2FBB-A6C1-348F-CED6-EE493975B52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E2FEF4D-F8CF-A947-C32A-E004B498D4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2621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E48A2-76B8-584A-8240-2F36B8BD47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F77BA4-BABA-0668-44B7-4A7FCB24796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D43FC6-A518-A1FF-0654-B87798E071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57458C-75B5-9F63-F471-122FB9A06C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5400A8-1168-FF73-AFB6-F132E96BD8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116EC0F-8176-4212-75E8-0D9E789E12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FA70A-1C39-4CB2-9F3F-D99411D0FB6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1C48315-9A57-14AE-607E-500135C9D74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5AB3AD-FB1A-C28E-042F-05433604EF5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A73EE9C-9A28-38DA-D290-8EA030BB7A2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557471-FADE-B773-5713-77A267FFC8E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BAF6567-03AD-1DE7-B76B-68C17860C0D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8EDDAB-16E6-EFB7-73E3-DAD5EB7352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C730E5A-EA63-44AA-9A40-29A7499128E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427A2B3-37D9-EFC8-09BD-783345E5A91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83FD536-DA73-4347-C32B-C91C74AD82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70BBFB2-52B1-90E8-CD85-0AE7CE50C7F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DBE2072-3449-92FE-15B2-F23985C31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C5DB956-D0F7-9397-1996-44B25E98AEB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1D7B76-870C-2B55-754B-A6335335004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C33FA6E-D5DF-C55B-736B-C13481FF3B7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B079306-F050-E254-B198-82DC48FA136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8D8A01B-8E7D-A1A9-187D-D1B73558AE9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B844781-7F13-EAB9-CFA1-4DB3F11FDF5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7926002-3885-91BD-3771-DF126380609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9460340-15AE-681B-73B3-F331F06B3AA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A0924FE-8B92-5D48-4305-694837D2614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6585783-BE90-659E-CFB6-D317068B33E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5E1EB-4418-CE46-13AB-55F4F47F23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88CD2F-DCC7-9BC8-643C-71388620122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925D4CF-0C81-ADAA-4BDC-EF6E94B5238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E7A7278-EC49-7B73-FE3E-A5627322C19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CBBC6CA-739F-BB18-2628-60A35430B61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67FC6B0-AAD0-C37B-6C94-BD49EEEDA40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47755A-5E16-15C7-FF7E-1117582A7DA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4D1C41A-D25F-FF2D-1655-006DBF9396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F41E8F4-ED42-A127-A10B-7577709337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AB79416-A5BE-1409-303A-B89E2840854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F27211-4F6F-2655-461D-1CA20CB246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198EF7A-53F5-4F09-D513-8C2FFB56AC3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525E48-A014-BE03-8993-E3AADA514AC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E9882BB-C104-EB02-6E73-480E03A077F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21CA247-B5BC-7FD6-5F31-205D3F4080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0590333-EA01-9064-897D-96C1460BA5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50A2A349-3744-2CDC-2666-5CF90784032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1442BA3F-3C33-D7F7-43BB-7343B2C659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AFFA4753-0F17-5B30-5D47-75BC27D150D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194ED3-3108-AA30-2E29-8775F536052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379BC333-0B0D-252F-93E2-62420885A765}"/>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BEBC9BE4-FB53-79AD-B851-4B02F2E37AB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E42CD25-2A06-2CCA-D032-DE9CDCA1167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2B11F0D-AD25-1BE0-2B05-18157E9C2C4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5315693-0A93-5B65-85F2-A9985038EE3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2587B2B-913D-D1BF-85F6-0724182ED58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7D877B6-D1C8-7649-3088-91C9AEB857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7E7151B-285F-477B-FC26-B9D774CBBF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E9FCD33-8E3E-AE83-E407-F0F6CEEA081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1855153-F5A0-AC5E-8B2C-DA08CC84B9B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ADAD6F-37A0-97A3-99F3-62B80F1A2DD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17C4FA7-7AB5-FB37-7AE8-5A58E812BAE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DCC5A2B-20B5-2567-3833-C3615652E0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9EDE9F1-5C3E-B42D-B17F-FE13F6CFBBF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92E4240-90C5-06E7-E160-3B82FF19A8D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E5A1608-085C-06FF-5B3F-5DC483CFE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DA7CACA-3ED6-6428-450C-EDF014E8D7C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A4D56F-9692-4EF4-9F78-14402070CB1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C18F124-BEC5-74F7-94DE-46D2A768F48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7BF3BD1B-6086-C8EE-7AAF-BB054039B8A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D47CA131-B27B-B7FA-2D67-036D49B1F5A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BE99447E-5E4A-7818-1AA0-D80F8B977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B34F404-CA82-50AD-0899-94E2E002848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141F2A4-76E1-ADC6-9A1D-BF6C76F166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4BC548-AE41-9C56-F91B-53AEDD0D82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1E6344-C1C1-D440-9172-1E4EBA67B2A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B556942-9F80-7060-4D75-11EC4E25EC9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6A7240B-0DFB-7575-7DE8-4489FA90EF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171459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30701-B2DD-1A98-94F4-6F2B76922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EE4672-8B23-CA9A-81D3-A3BB7C07E144}"/>
              </a:ext>
            </a:extLst>
          </p:cNvPr>
          <p:cNvSpPr>
            <a:spLocks noGrp="1"/>
          </p:cNvSpPr>
          <p:nvPr>
            <p:ph sz="half" idx="1"/>
          </p:nvPr>
        </p:nvSpPr>
        <p:spPr/>
        <p:txBody>
          <a:bodyPr>
            <a:normAutofit/>
          </a:bodyPr>
          <a:lstStyle/>
          <a:p>
            <a:r>
              <a:rPr lang="en-US" dirty="0"/>
              <a:t>In the upper right block, the blue cells can’t be 5 or 7. They see both a yellow 75 and an orange 57 cell, and a 5 or 7 would veto both possibilities.</a:t>
            </a:r>
          </a:p>
        </p:txBody>
      </p:sp>
      <p:pic>
        <p:nvPicPr>
          <p:cNvPr id="4" name="Picture 3" descr="A grid of sudoku puzzle&#10;&#10;Description automatically generated">
            <a:extLst>
              <a:ext uri="{FF2B5EF4-FFF2-40B4-BE49-F238E27FC236}">
                <a16:creationId xmlns:a16="http://schemas.microsoft.com/office/drawing/2014/main" id="{4BB1604C-0228-9D06-0A25-3344DFCC72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B73C35-C0CA-EBEB-5810-E3ABCEB831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DA59786-E262-DAD7-D833-A4CC0D6823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36C400-19E9-F378-CD8D-751232E75B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F090EB-F54C-A1CA-A579-562589C784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538EFE4-3C8B-E4AF-B123-26411291DB6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A8C5470-BC9E-01AB-E939-2B24C6DF726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4EA1051-2006-03FD-9F35-68DA90FAB09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33A076D-0366-D6BA-992E-CADE776C94F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DD6009A-9A3C-8444-7334-DAAA13AC22A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C22F541-2491-63F5-159D-97B7582D5AC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6459A4-A18F-C91E-A290-99CC554D9FF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FCDA8E0-4EF9-EBE7-E265-8D35EFC971C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9B5BF52-789F-CC64-E6A2-E2A1E0B72E3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86E2449-6AF4-8650-9B3D-20FFA48E157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6505A309-4CF9-BFDC-AA80-E9B70F6D192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A2501E8C-11EB-D4E7-5456-8A9C1012E36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D2FBFB2-3341-94E7-7EEC-D8B5C00C14C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2F69C2B-FAFD-ABDD-D8E3-F847E895AC9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4BEABE6-E7D4-EB25-C438-331F0FB30FD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1C85270-10C4-8BDE-1EAD-FF692923CA2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7723BA1-AEF2-4CD1-D1FE-41789375004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EA45DED-4736-07D4-FFDF-6F070912E63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D7F41C-8A35-BD86-2B37-1E9080D8908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5F317B-7EB5-9B74-D031-38E4FD58291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162487B-1178-8A84-16C6-E2955CAF7BB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12AB94F-8383-52F0-5028-C3C291911C4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660984-F06E-D267-1A17-A6A1A26C2C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C1BD86A-BE4A-2D51-F0AA-3F3D820CE23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A210518-F4E3-FAD5-3938-DC2508EA915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AF19E8-92D7-051F-D078-B21BD467833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1C23B90-ED77-2488-CB6B-56BB10296A9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08C622B-76E5-124F-4645-0EF833DEC88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7C8CDF7-1F18-2BE4-C7CE-C64C3D81F59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A100A82-FF79-3AF7-07ED-536F333E400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04A1A02-9B9B-722E-D7A5-2323A611A2B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AD87DBA-30BF-1BDB-6B94-723B2D9762A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3162865-A98E-CBEC-3391-59D2FBBA191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AEB035F-A8FE-9183-978F-99EC39A4F1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2C6A956-2EA4-BB64-84A6-B16AE8D4EC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57D84D5-81E7-9FC1-6F4B-C018566EFDF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7DD3D7E-14BF-B069-EF3C-340544EA8B2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0EA9DAB-245E-A041-9D51-50345AA02F9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58CC61A-04A0-2186-E106-010B8E69647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072B7C44-6F29-B17F-EFBF-8EEDD02CCBD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714E913-0157-F17B-C12E-8C56FC32FA6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7B81318-431C-BA5A-AABC-CD3657BBC1AC}"/>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3E58C355-BADE-7CFC-86E9-5CF1249BAF2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7FA2E03-6470-4B29-3B9F-8AA90B44E1C1}"/>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E1757C6-31AE-697A-9B02-BF5A4AD2733E}"/>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0534A46-81C4-B3AF-CE11-CE8BDED395D2}"/>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A631EF4-7E23-58B6-1A1B-DA3DE4F5B5B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69F7D49-0FBD-7806-E2E6-DE01D1EC87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59F52C0-172C-CAFA-0C55-F2C7063B3D2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DDCD69BE-12A2-902E-1E36-B5752EDD60D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8830514-F0DF-5155-DE1B-81D1924CDC1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62211535-930E-56C1-4F05-3065525EBCB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86515D0-1AE9-5A97-96A1-54A8AA0B065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53FE8410-D4C6-A89D-D303-12B1B7AA14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53331A2A-FEB9-4A0E-0708-DCB5D445343A}"/>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0D10ABF2-B021-FA9B-A718-223773187B3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BBD4F4A-4326-1FA8-7344-C3CA421F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14416-BF8B-6B05-715E-7DF92A436E1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810E9FE-D40F-F1FB-25E9-05E3DCCAF75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C28E55F2-3624-F71B-31AA-D54BFF4C75B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2D02E7A-1DBF-9C1F-3CD9-284ACDEDEB8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E474F0A-B641-8840-1FCE-D674D812407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C4E7C55-A135-4C4F-9416-FF0B5FA93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1464F94B-417D-01F2-DC8E-6BFA4A548D5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B530F48-078C-599A-14BF-1B06488E27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CB575F-DD5B-5DC5-0661-69E2B7670B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AA7573A-D59A-3863-0FF1-832C514BE0E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2617AFA-10CF-1B15-2439-906E216AEE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5D96FEEE-A06D-4B1E-DF76-6331E870F5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537821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70464-56F3-898F-F034-E1976ACD03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3DEEB1C-FFBF-C7BF-29FE-3CB241CFA708}"/>
              </a:ext>
            </a:extLst>
          </p:cNvPr>
          <p:cNvSpPr>
            <a:spLocks noGrp="1"/>
          </p:cNvSpPr>
          <p:nvPr>
            <p:ph sz="half" idx="1"/>
          </p:nvPr>
        </p:nvSpPr>
        <p:spPr/>
        <p:txBody>
          <a:bodyPr>
            <a:normAutofit/>
          </a:bodyPr>
          <a:lstStyle/>
          <a:p>
            <a:r>
              <a:rPr lang="en-US" dirty="0"/>
              <a:t>In the upper right block, note the 18/168/68 triplet.</a:t>
            </a:r>
          </a:p>
        </p:txBody>
      </p:sp>
      <p:pic>
        <p:nvPicPr>
          <p:cNvPr id="4" name="Picture 3" descr="A grid of sudoku puzzle&#10;&#10;Description automatically generated">
            <a:extLst>
              <a:ext uri="{FF2B5EF4-FFF2-40B4-BE49-F238E27FC236}">
                <a16:creationId xmlns:a16="http://schemas.microsoft.com/office/drawing/2014/main" id="{7BC6BC8D-7C8C-86AC-2D17-FF61258DC8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38D11C-6EF8-9245-299D-8E82C3E66C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D8158B-7F70-7B8C-81CB-5A1025CE0F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EC450-D623-CE10-78A6-E493488A3F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1EC96E-0885-1DD5-56EB-501B1316A63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F09C08-DE5B-6B9D-E718-D6D275394D3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FCAE7A-B5EC-8E67-CB1B-CA451A98E54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2A98A0-3BB6-3655-20E3-227F40BDE29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6DE7886-9334-E32D-EC94-400C255BCBF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33FD1B-1087-0849-C33F-F6A7CD62096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3B5AE84-69BE-2909-708C-B1EAFABB1A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A702E51-1537-34AD-0ED0-BB710F2C9F1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96CB1CE-342E-9B39-32B7-B4E99DCA1BA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8D2962E-6FEB-2031-4666-7F21F165242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EA30CA8-C39A-DB81-C4F5-367B0A01ADF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3CDCBFB-CCF5-2A7F-ECA7-2CBA3929367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995E157-66C2-02F8-CC6D-36E9C39455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6A22CBD-2157-9748-3F76-DC7E2DD6B4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4A8A364-0A94-ADDB-3B4D-8C35C03100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BED004A-07FD-3827-AC10-19800048CC1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8102BF7-0090-2DE2-67E9-A6CC853F51E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53A8AC8-2F56-0BB4-DC06-0C7716B919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3F30BF6-DF49-FB36-3606-9AC9F67536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E87CC78-7792-A923-5D88-A4D209C4463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82C7AE6-261C-6F63-C928-ADDA00DC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91658DD-A59B-1F2D-2021-791286FB5E5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9050813-5AE3-26A9-F01B-29D91BC5A2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DA2DD8C-C107-F2BF-4E61-DF4A932433C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AD839D-5096-A5BA-B321-A456FC85AB2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ED7A040-6C7B-2677-489E-B45B2E81772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CB2D05A-A0FE-EB71-63F3-3387BD6FCFF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7621CC-4F7D-C3C8-D88F-F3F539B8CD8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3430A56-F29D-7CCE-A386-05439632F3F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DC89003-A24F-83C9-4279-894C9E5F939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0344EBA-CD06-A9D2-D257-C85E965857E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BFE8099-7048-FCED-27DD-B9E00244F04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8E48853-058E-D95A-CAB9-80FC7DBD284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EB23A4-1B63-B5F5-7395-F07E8C5DFD1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0AB6D8A-5C3F-E84C-92E9-900DE4A960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1735952-06F5-6097-E6EE-E6B53262C7D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F50E459-EC2C-5818-87F8-8FCF094AE9C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B5779FE-40EB-4BEF-D1AA-251AD98C9CF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54F9E28-E0A2-F0DB-22FA-EC629D51AEC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1C4E8F-005E-86DD-9FDD-BFBAE9FE0B5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7E5462B-E445-72FB-329B-963453E1495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5AA5AF9F-A6DF-50B9-D20F-78CEC9FADD2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5E515431-48F3-7883-A505-D5E05ADC5359}"/>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F2CF816-1948-E28E-59B9-B615F3EBDB10}"/>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A3FBE171-8733-FA2F-3607-9764D4B3180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BBA7E191-D0E9-AAD9-F658-BEE670E3825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58CBACC-2208-6B81-FAD5-26D6C49C155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F3538AA-4F3C-8A3E-0ED1-3CDA679AD67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ADD993A-C7F6-5C74-0438-4601C42CA85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EDD9FEE-1D09-A143-B9DC-431126E20F8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8D84B8-8A5B-FAF6-F7E6-E07A9644711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49474D3-6A7A-A15C-0CF3-384A702F7E4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A00BA29-DF01-E060-4D45-1D561ACBFB9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B6AAAE5-0AA3-94A4-B814-F0E710D19A1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83C4752-51C9-C5E3-2A22-3C7264DE052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1107DE6-49C2-A768-EDC9-9108362D58E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D252755-DA6C-9B1F-68D4-7FCAE86153D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41B6A54-5328-1029-ACFA-73FD5690234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A0F34037-5A5C-79E7-61F5-630CCCC9EAF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982825-EE95-45A3-FB3B-855404AC8F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5419CA33-D342-F8D2-1478-53300CFD98F5}"/>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251C5A8D-F407-6E8E-28DA-43FEEB2455F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0471FAB-4CD1-7A1D-C42A-1E4D45EFEF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47D3B3F-63DA-8235-A86C-334BE309C3C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C9F2CDA-E46E-061A-B73D-36D72E6CCEE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6C7E527-C3CD-A316-1B14-7DCCB563D40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D76F125-E29A-AC6C-8090-6DF2EBE9C1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8144CB-AC4E-89E0-43A7-86B60084942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F805CE7-4632-4636-22EB-786487681FE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06F044B-CE43-1BBB-1CA4-AF5D21B483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27586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2FF34-8420-AA79-F99E-D9AFBE3F3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214DFD-95FE-EF80-8935-FD38C8EC1069}"/>
              </a:ext>
            </a:extLst>
          </p:cNvPr>
          <p:cNvSpPr>
            <a:spLocks noGrp="1"/>
          </p:cNvSpPr>
          <p:nvPr>
            <p:ph sz="half" idx="1"/>
          </p:nvPr>
        </p:nvSpPr>
        <p:spPr/>
        <p:txBody>
          <a:bodyPr>
            <a:normAutofit/>
          </a:bodyPr>
          <a:lstStyle/>
          <a:p>
            <a:r>
              <a:rPr lang="en-US" dirty="0"/>
              <a:t>Initialize white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94C57B18-7BA0-9675-C58B-ECEABBC795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198639-E313-0E5E-0D52-5232DB0082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8A50C7-F38B-6866-8A1F-00DA67FEFE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8DFD625-16CA-E302-A8B1-5B60428E561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FD7418-F1BC-EE31-C18A-563A1A64BB2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12C6D44-89FA-AAB1-26C8-99A8E986729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4030CA-7A6E-0EEC-2AE8-39F5E3D2B1E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6059E87-098D-1784-338E-DE620532BEF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357053F-FEE8-362E-8BF8-BFFD2567761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F197599-4844-C3DC-33A7-F0D05BECDB1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8A6A34C-1488-7B3A-A0E6-5A0C526002F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E3E72E5-FD15-206F-3A1F-DCFBCA3C70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DAA1B12-5C63-2455-B714-9C5CC0C13B9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5E936F-A171-FA3A-0CB1-6EA4CDC87C7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C7BC136-23BE-0FB6-6EE1-27BA2DD6A9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60C736C-8595-1771-DF6C-6955B7B79D9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DF4EF26-94CB-7A9A-3864-277E9ACEDD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3DDFFF-4604-F992-EBDF-905668876D1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495F7FD-C1A3-C457-EBE2-4E6480638F1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88656C8-726E-CC21-9A0D-F0E4BDC730B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54BAA3D-D39D-E69F-699D-98BB024EB01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2F5AA38-EB26-1DFE-445C-691E1D48F9D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8E725CE-E373-A630-F601-D9DDAE02FC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88C1EA3-8694-0678-EFC4-6E5FF36978D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36E91FD-6F05-CF88-AA18-F203F000F62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412FD37-4016-53C0-4D60-6EDA6E069EC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E627FC8-2BA3-3105-9696-26F94B7F00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AF2CA2B-9E92-EFF8-0227-AF8C6EAEA24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19755E1-4826-F9D8-77A8-64FCEE4BF2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CF16546-3ED5-792F-7875-908806B611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2328379-2A14-07FF-A0BC-9BDDBD13E8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53CDE3E-05C2-6AC9-6C2F-C1D8A64800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6563A4F-DAA1-6853-410C-64E26344B6B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1149012-35FD-535F-03BF-4A580244E3E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2050873-D672-5ED5-1747-ECC9B79F13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8C55661-48F5-B261-F46E-6274A462484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AC3BE54-9D5F-5961-4698-7B175A5838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EEFE6A2-2287-5DFD-3457-DA1010F0BF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646006-E587-8DDF-0D35-95CD8A37C8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E2A8EF-A672-0CE2-33E4-B403B3FFBEF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51963C0-F29F-8BD8-EBF7-B41BBABD4AA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53AFEBA-CAD1-F6EC-CF1D-85C89786715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C5BB825-267A-D5A0-E851-FAE45B30146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77EC14E-9DA3-7757-3CF4-44AAEA29DAC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B11EECDF-8B12-C152-071C-1C9192E03D18}"/>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0AA73FF-3711-9105-91DD-3A16743E08E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969F3E21-E126-0F51-AA7C-89C85C58A7C4}"/>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20714F3-1302-0915-7388-E64744CD4C0C}"/>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B82D30D-E58B-1AE9-8676-92C0246D73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D608AC0-1971-D563-AA2D-56166F40EE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C21A050E-4D90-3B69-779C-2606737249C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9BF92EB-EF92-2BC8-35FA-731834E83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A82589-25BC-7141-B82B-717CCA5E31C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C637596-8CDA-3D15-BE5D-67F8B2E24D7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E9CE79-9748-8A52-AA21-00DDA0ACCB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AA0125B-D485-A611-51AB-F876B1D66DC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5F2173A-1662-883A-CB9E-84440B6EE6C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38326E77-0B9F-8F14-8151-01B5DA8CB11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4D6F174-3459-73D7-B4A3-2178D9430E3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B6684B8-D349-F2FB-08BC-49B8B4AF0B9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12F6998-69A8-12D0-F409-1F1ACD0755F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543D7580-40FF-608C-D339-D0BB1D5A72B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4665AFD-44B8-F08A-3084-E815441E4C6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392A058-4015-55B5-B9E2-CE9597C57B9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FE26DEE0-2966-3B6A-2E99-B1919EE4B9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5F8A8249-7DBD-A9E3-BA91-EC3FBB0332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B166F65-4259-3248-E69B-CC9972044A6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D5D888F2-4517-AE8D-5153-C31A70F566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F17EFD-30F2-F016-35C0-598DF3CDB866}"/>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D337CBB-B0B4-F9C1-96B5-22FD3C2D78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32530CF-5466-85F8-BFDD-CC408F099E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E0758FF-F81C-0C8E-2FFF-91E1469C9FB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70DFD00-2EBF-704D-DE51-25F9F0AF6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D9CDF162-0D51-9A8D-8D23-EF747BCA678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004A66E-1E0C-79D9-F6F2-540F1419AD5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AAB1C481-2E30-0D37-356F-E7D7EB265E3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378F0F1-0EC9-405A-CFB6-78F8E8B1576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1BDF171-440C-779B-0007-E6493615B9B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7F321984-7969-245A-7B2D-1CCA9EF1E97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106AD0DB-EE13-112E-117C-91E1BA3C57C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13E1B347-6F51-AD15-91A0-4F2A192CD5E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D2DC6401-FA79-E165-C434-91FF5DCA6ED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D38D9AF4-2CF8-335D-15C2-88B37ECEDF0A}"/>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a:t>
            </a:r>
          </a:p>
        </p:txBody>
      </p:sp>
      <p:sp>
        <p:nvSpPr>
          <p:cNvPr id="86" name="TextBox 85">
            <a:extLst>
              <a:ext uri="{FF2B5EF4-FFF2-40B4-BE49-F238E27FC236}">
                <a16:creationId xmlns:a16="http://schemas.microsoft.com/office/drawing/2014/main" id="{30DD602F-EB49-EDCA-D0C9-E94CC1D460D4}"/>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0346281A-9E7F-9BAF-B993-57E603FB7A51}"/>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3BAE0C06-39B7-3458-D06E-3076383F0C3A}"/>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2DDEE748-FAF6-B4EE-4357-1E1FF6EBE99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0A73668F-CBBB-47BD-3690-8C0D30F4409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4FAAF38-EFEB-8225-EE80-28F81D80D45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9F46EAD5-EA18-AC3D-2F08-96CB07E39B3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2F210A4C-0AC1-5B87-CF4C-5C77327F309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CF9878C-8DFD-C3F4-87F2-69EB9ADF766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1B85BDEF-A0C0-2730-8570-1929EAC4102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B2909042-A888-859A-37EA-399BCC670D4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181E19A9-B617-ABA3-0A61-754A600F296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8D2265C2-D398-B238-3467-AA3F6DEE512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D3153BBC-E1ED-8CFD-B636-90DD4AF43A3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DD12274A-377F-212A-9330-19BBF706D30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497408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FA1EE-3A6E-6CFA-A9A2-1930A332C7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AB9D8A-CAAB-DAE1-54F2-275E2B637139}"/>
              </a:ext>
            </a:extLst>
          </p:cNvPr>
          <p:cNvSpPr>
            <a:spLocks noGrp="1"/>
          </p:cNvSpPr>
          <p:nvPr>
            <p:ph sz="half" idx="1"/>
          </p:nvPr>
        </p:nvSpPr>
        <p:spPr/>
        <p:txBody>
          <a:bodyPr>
            <a:normAutofit/>
          </a:bodyPr>
          <a:lstStyle/>
          <a:p>
            <a:r>
              <a:rPr lang="en-US" dirty="0"/>
              <a:t>In the upper left block, note the 28/238/238 triplet.</a:t>
            </a:r>
          </a:p>
        </p:txBody>
      </p:sp>
      <p:pic>
        <p:nvPicPr>
          <p:cNvPr id="4" name="Picture 3" descr="A grid of sudoku puzzle&#10;&#10;Description automatically generated">
            <a:extLst>
              <a:ext uri="{FF2B5EF4-FFF2-40B4-BE49-F238E27FC236}">
                <a16:creationId xmlns:a16="http://schemas.microsoft.com/office/drawing/2014/main" id="{B72CE303-4FAB-75FC-D588-125250F2A2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0680AA-B090-DF81-5C84-3C191BC7F5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A6FB99-1932-CB15-5981-F6DC0C1C8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B53D8C-E168-20C5-7E2B-1E1392EA54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151FBD-7F1C-50A2-3D88-4A810139B1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88CA681-5503-E9F7-7061-BBC0EE520EB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D62E3A-9B58-2663-71CB-D423F38BB03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9C39470-0DF8-DAEA-1543-64782A70A74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FE2F84A-89B0-A4AF-C2B4-0B41D2B4318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AE4D06A-FCC9-39F0-F556-8CCFBCEF011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8075523-C505-30E1-2D65-D0A3B5447E3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5B50A3A-F959-8230-9496-DBD43C2038B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068B0AF-B87E-E11B-0933-8F42A48E138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3C2AC74-CCA9-5E0F-7B9E-87888D7CC88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0FB013D-E940-0796-1A70-18A8087D0E8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A0BB5CD-68F4-EB90-F717-46A0D7FD454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429729F-169C-79E2-1DD0-8328680E27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6683BC4-4F99-D5EF-6535-BFC24BEEF27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1C46245-060C-321D-F8C5-0E15574E026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A94B621-EF87-6761-3F66-02DC002A3AF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5E0EAF2-8A88-27ED-B095-EFD0CE20E46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4673FE-25EE-65E7-1697-6AE3ED88E7D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1614494-ABF6-B6E2-5241-ACA5E85BBFF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EC1B4BD-49A1-6E8D-8152-7F3BE5416D9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A774599-3F7E-426F-A11B-4729D22E6B7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FC27F03-8FEF-4A71-8E3F-9F91DABEC27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90296CF-1ECB-7D77-17EF-6609BC99E2B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9563750-EADF-DC2F-5D3C-51A93C2656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1EDED8-3CF7-2664-0DF8-5C14FD7138A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3075DE0-8349-03EF-FB05-004580CA2C8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E36183B-7E31-D663-7B8A-4804F1C31F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B7F85C0-4875-E575-85C2-5F3F65A621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2EC1013-8143-2BC1-BB9C-E380AB343C1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926C78D-51EF-F686-F5D5-FA860CA6582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4E8608F-1857-5321-B58B-46332075B3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9433567-372D-44E8-F6D3-CF116470EC9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70093C8-B307-D9D3-B15E-EB7157A1EF0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5893621-B8E2-2B48-A26F-D8D1AEC5AE4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E0E1007-28EC-F34F-4002-75BA0968FED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75DFBC4-3E21-1FD6-F77B-400434AF6E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EB0F5C0-6BF7-2449-EE44-EE2B9146143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FDF1DE3-DD4A-3849-186B-55420C73781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6FE54885-B9C5-D1B8-93C9-DA62D46619A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916F74C-87CD-09CD-6044-EFB530C4519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B456840-C16D-6441-9355-F62F641118D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3895171-A15E-6EEA-CDC3-C798D8603E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B70F021-6E0A-76DB-31EA-1EEB0572088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8CF7F42A-B4D8-6D2A-34B5-2A4738292C1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8E788E1-4531-28EE-107A-005E164D6368}"/>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3647342-8244-54C3-A713-4E049798F98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34F2666-07A2-488D-AA64-4FF0CA78C4B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F7639F4-BA73-1389-11C0-6878910C989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54F5D29-0A4B-7920-5A05-1E69C2BC5FE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3323BC4-C1AF-8727-DE14-E462E69B51F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FCCBDCB-4734-58CF-D618-AD967BEA346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EE3B46E-B04D-49DA-0490-F8EDA22D5C8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E2ECAA-F45D-40E8-37BF-0B3B96D6A83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1CD01D5-08A2-272E-0B9E-FA51922AC69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C4E278A-BAC9-E47D-8BF2-CB226422B7F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A1DF4040-F650-389B-3D00-DEAB2CEA300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F07992E-5832-81DD-1D6E-B837F4161B5A}"/>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C1D50EB2-6996-A98F-10A0-A36E057F7B7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0477455A-249B-6B29-49C1-464EFE70914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86E9447F-7BC3-5181-F6CB-A210CCB133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9F40FC52-171B-61C5-F401-7451E93DB82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AE369CF-0FE1-E9A8-89C8-F2A92CE797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EB8C3DB-DCB5-D5FC-8BF8-73C02D6D24B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9EF4A27-3E45-1478-E7EA-853B492199D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BB0E66A-E244-6D05-E416-111007A1C43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1B5BD88B-BF8C-4B7A-6FD6-4F119AE2E70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31279F1-2C32-D860-9C38-100E485ED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DA611F8C-CAA6-B07A-F3CF-FF33EBAC682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6AC9A20-2646-8CEE-3A5F-1A6D19B2D2C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0A6937A-2F59-19BD-454A-41967C77558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257F13EC-3E2B-6DEE-C478-E30D74BEA93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6E3BC73-2D9F-941C-D10F-67BCD2F6DE9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4FB0AD5D-4127-97F1-5E84-AB1C3257932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6A73D203-3EC4-2ACC-24A4-CBC40D5855E4}"/>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CC4EB75A-DE79-1A8F-18EC-15D7B71A3E8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34981866-A23C-9A09-6743-BF9CF0D88A6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71FF20B0-9D3D-A1DE-D80B-1BF197B10E0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177CC52F-D840-1C39-702C-FEFCBD19F95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2DDB2576-1EEB-9749-139E-A05F7643F731}"/>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636375AD-EC1A-C614-8578-F9323F70E3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2E651CD-1B84-A915-F78B-9A95A8644AF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425CEA5D-41C5-30E0-B7AB-8D00FD10B76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EB70236-4140-5FC9-9E22-BBBC7A2775E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FE3042F-161F-8997-6F82-66355C26A61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5AD1A8D-2ED9-9B73-F0A0-4F29DDCC304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61B61AE8-A71F-C1FC-EE4E-9D5BBD4BFE95}"/>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BFBBF59-D425-1F5F-DE63-DFC5F91F304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4B04A24-E618-9AB5-3B91-F3017C369AC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0A47545-2C97-C4F7-BF78-0515EC0F52D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0AA821E7-B738-C339-5EA6-9C7F6B67CFC0}"/>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9B6E6BA3-E431-EB9E-4D9D-11285BF4FBB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B67479C0-A157-8926-3525-055E45FFF6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85E4997A-B342-8387-8F78-D5FB900FC68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B6F68B29-96F8-681C-A3EE-EF26D98CF6AF}"/>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3728839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FCC4B-C250-74BB-3BB1-0ADC552242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DD391B-5F29-00F7-9032-D3707BCFF624}"/>
              </a:ext>
            </a:extLst>
          </p:cNvPr>
          <p:cNvSpPr>
            <a:spLocks noGrp="1"/>
          </p:cNvSpPr>
          <p:nvPr>
            <p:ph sz="half" idx="1"/>
          </p:nvPr>
        </p:nvSpPr>
        <p:spPr/>
        <p:txBody>
          <a:bodyPr>
            <a:normAutofit/>
          </a:bodyPr>
          <a:lstStyle/>
          <a:p>
            <a:r>
              <a:rPr lang="en-US" dirty="0"/>
              <a:t>In the upper left block, the 3 is in Row 2.</a:t>
            </a:r>
          </a:p>
        </p:txBody>
      </p:sp>
      <p:pic>
        <p:nvPicPr>
          <p:cNvPr id="4" name="Picture 3" descr="A grid of sudoku puzzle&#10;&#10;Description automatically generated">
            <a:extLst>
              <a:ext uri="{FF2B5EF4-FFF2-40B4-BE49-F238E27FC236}">
                <a16:creationId xmlns:a16="http://schemas.microsoft.com/office/drawing/2014/main" id="{17D80A57-16BC-6FF0-5ADC-6B5A2DB487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37FF19-8B3B-FC48-D5AC-6D2C550F66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63B621-9E58-B0DB-0441-C3200A192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5016A-E550-F139-079B-6BBF0DC13B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C345FF-78AA-1F23-E9D4-10834D01FE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8CDF6F0-9DA2-FD8C-9590-EF0910F5101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226B61B-E103-64A3-BB24-586CDF1F6B1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2F5B2B-929A-6403-23FE-0657E457EF3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902FBF-6025-CFA8-FFE9-E4A41F44727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814CBF8-2E6D-74EC-015D-D190326D2D9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2180171-9CA6-96EB-531B-9B48077EE1F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5DE9D59-AB3C-2D22-4570-79B557028F6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41C8402-B5C0-7F12-6361-9FDD5832B80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0E31EF3-704A-C011-AD34-BC527A6C81A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C96EBC2-F243-4DB9-50D8-B615883EC10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CDBDA14-18EF-9CE0-A81F-12F34D759E3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1D28708-6E9D-5E89-0D91-CD74FD2F76E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C37C19F-D607-1202-409A-CF73B0F2D51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5DEC-5EDD-43CF-7565-839AA8CAD80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8482F31-A921-83CE-50E3-38B869F68D1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58020B4-6135-F91B-D25F-C28676CEA83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F0B649D-07FE-57E5-CF62-566B529D3D3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2503001-6523-EF4F-080C-5D5E5E743CB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567556-93B0-D746-89BB-0030B16111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369EA6-91D3-FF1E-196D-9B69BBA273D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0D5310B-FEA5-3A33-2B87-B9B0CF9F5E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B5599E2-7F3C-225F-C7F4-FA1986E80C8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C09CE0D-93F5-E79A-9D7B-CF6E76F028D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DEDCA41-66F9-4BBE-7263-745D698E7A7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C69E349-E484-A143-EE20-18AB46B0C5D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9BEEA57-B428-3DD6-F9C8-9D039779F9B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096995A-E806-FE50-496D-1BD4442164B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81A9964-0A29-BA95-10C0-894367A6388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FDF8D2A-745B-6397-F9FF-325B4563B2D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CE75176-5C67-5719-7CCB-7A700F4AF79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03FEEA7-2523-F5F1-08F0-36FC2022B9D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3F452E9-B27C-DA30-0FC7-707031239C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775321-BED6-B8DD-19BB-B6E87ECE80D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32DE432-8201-7C05-041A-FC5E7D40826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DAB21F0-9BB0-AA3C-5EE3-25CFE0FB654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88B6654-B630-DDED-AA88-AEF599588F3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265A2FC-7D8F-7B36-DF15-09C22A414C1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B74FA56-1777-338E-E81C-B1D05EA4CB2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8764BE4-0384-0AE4-FF66-7299027AEEE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F64B5B-B9E3-F68D-6E21-AE7CB143FD6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A21FAD6-2ADF-3CE6-1A8C-17CA0EDD5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75454E75-F1A5-62F8-9A09-78FC4A5FE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0F27D14A-3129-3E3B-F825-A582629F60F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52365C0-1857-D2A6-4F42-2FCDCC89DE3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C6E91AC7-2607-3068-7ACA-A5C04A317B3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9C5FF56-3187-EAB2-2D7B-135F59DD62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4C8566C-DD1A-7AD7-9F3C-E908490D358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138F2B-E296-58CA-2E43-A440C0DCA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4214EE2-8611-E6A1-F4CD-98671F04A24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C311D67-1EA0-C172-696D-8D3639F497C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867401C-FBAC-F335-0DAD-BD9857831C5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4F74643-7A00-97AF-9F2E-4954B9DAF1F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C925BD2-74DF-3F9E-B9C8-EAC25791DF5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3C3AB68-3598-8D23-56A9-ACC6160E871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C91A3B9-C949-2AFC-63BD-C0A99406995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76C676F-F0FF-B54C-6463-F08F918A4C0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1B58A160-02E1-81CF-90F8-34F12849D0A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B4FFEB-0121-54A1-5C17-F62E0F40644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0411A5A-36FD-26BF-7211-7979428306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32C938-0E1E-1A6D-19AD-2C8EAD16CC9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353B73A-DD26-5904-9B05-8C15B7E468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8E8908A-6836-4645-BA09-DD728237960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06E84EF-F058-FB7B-ADC3-F80AE9635A4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08FCC0E-6314-DCCC-37A1-41044236884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29C9208-974F-1100-EA94-00684914CE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49F3D1-850E-B4FB-7000-355B18DB7C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0033572-3E44-7C9C-160B-43BC13D3D980}"/>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7B0636B-FC52-A7FD-199F-F8620187A32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74E55A8-CDBC-8790-9EC8-ED59B82AAB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DCB3AE-8DDF-7368-E9DA-1547C59BD79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511DEEE9-FE03-7170-2BE7-482CD8C3AEE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F87E9D0C-4659-3BD2-695A-F3A0B450F15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C336C4D-1EE1-B689-188E-A8383F0309F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D26ED435-54A4-301A-BC32-41080FDAF9F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3C8D210-EAA7-0915-C053-CDD31E9165B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0FB78AE-A4CA-A8D0-8F6B-A3DA86A3294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B32EEDF6-005C-6C32-9890-AAFB9A06D60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1044F316-4332-A90B-1EEA-57CFC65C819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B0C94A68-4671-3C2F-8FB9-B51DB5BE1A5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E032CB84-B320-492E-D057-DFE11908CEFD}"/>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A4A17D0B-1748-DB15-A5CC-BD7ED1963E9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A7829F89-89E1-CC6E-E484-C294AAB529D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0B0CC1C-5B65-A694-068B-E79C744F416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8FE955B6-916D-6E96-D761-F721347C44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02EC6B9A-FAD7-9860-FE08-7DC63118AE13}"/>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17DB4F8-262C-F53F-813D-9D713CBD072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F4D0515E-C144-AB5C-7494-CD2599BF69F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BF196A07-A024-A694-EB56-10DFFD1AE72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13284491-058F-20FA-8E78-FBEA9597296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DD0B88FE-ED3E-DB8E-35FD-F719ADDB5D6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CAE0AFBF-8F81-23B9-DB73-FA3CA269BDB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33FE53F-20F5-BCF9-B78D-5CD96FA52D5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CB9A9577-83B0-4749-2708-FB45D4DC95C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513617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C9908-BF78-E263-9EAC-61B7F4B5C1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2FFA7C-3963-E5D0-C889-3A49955AE17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3DD423-9D16-6269-59D3-D8D2AF3082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24BAB-2DE9-626A-8960-446B9022C4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3A7A3-BCF3-49F8-86AB-6DB1117F83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61BD59-C7B9-2CD9-2102-22AE5A0B95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505009-5D9D-8BF5-02D7-917D909176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A14E4F-72B0-9F4F-A085-289AB0F41A3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8A1452-F01B-BA55-BDEC-5681749D9E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D666539-AA7C-88B4-3858-B95D592F517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5A08312-531A-3A38-304E-0EEFB7B3162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9C366F2-A1A8-86D3-C50A-9C5DB8F250A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DC8877-6AD3-652E-04E8-DC92C63141E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DECCC-839C-22E4-AC0D-80F7A9A7CF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B212AE9-A100-492C-100A-1D718729628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1E5232E-7BCC-6F3D-50BE-597EBE6F500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1293FE-2FF4-F92A-D5C3-2E4602D7EE2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27FE0FA-5B29-ED56-F402-6F6AA2B95ED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452C02-225D-D8E5-0325-F2D99C843FE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811CF24-8BBF-BE5B-20DF-364633B7F55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D231CD6-7A53-CA61-A425-53E8AD2C55E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0577C2A-85BB-B642-55AC-88516D1705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A18E8CD-5229-2AD3-8ED9-0B5208C16C6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6FDA972-ACA5-8E4D-E3AF-436CDD9AD3B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AFCFE36-9B29-9013-CF19-C474A599A3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285284C-FE6E-1682-7985-FAE367A082A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70D9F25-8FF0-ED47-C948-CE8795CFFF7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7FD34A5-D862-F3C3-B5E2-6F542B85B46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061F596-9040-7F39-7B35-CF4C381739A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1E56FD6-2305-1E09-D28B-53861416941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7C7C5A5-0312-6CCB-E998-DDD3B984BBC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C465175-EEC0-1189-43B1-06B73DEC876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2148DEF-6A41-B132-8FD5-20FB991E8AC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278B8D7-5024-D27D-5ADA-ADCF9461D0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B27FF6-BE6C-B6AC-B253-B333271A1CD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A1028C6-91C2-6162-F3D0-8E9152B802E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6CBF81F-1889-CBAC-BE56-CD173D10050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FDD3FC-7E94-40E1-8291-B257D064F1A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46F34A1-7317-D78E-021C-DFBC69EC236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6CB587F-7BB5-AD6F-651C-9B91D5CD2A7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53ECCC0-A520-8C4D-78AB-78C49D22C99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EC10F4D9-0BDF-500A-958F-895AE4384DA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7818287-FC86-61A0-DE24-67E16A8EF52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DA83DC0-296D-EFF2-582A-9E21BA707668}"/>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D0D0CCA-D5BE-26A2-9293-C31869DB2C4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1147EA9-70ED-79FE-4E47-8A120B9E3E6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9BBD1AF-4DA4-0437-86A2-F89BDFCA9FF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4A1ADF2-7683-7AD7-CF0C-453FB7DDD0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71412DC-9292-1AC7-298E-64A9A174C37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89062B6-2421-8327-30BB-00906351B4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204F02A-4110-A4F6-9660-3DE4399F32F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26C7BA4-EF71-4F48-73F8-6F093E9587A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927F0D3F-5A49-FEE5-E8E6-7E9E99A3815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24257B4-B4F5-C180-B23C-4B962A7F247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812E1FC-4998-4A90-1563-FFFEB4280CA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3B796AE9-4FA0-4F14-CE46-E6DC07B9758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04C0E94-5DD3-7A96-B5C8-0A45DED6DF8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AD69BCC-3064-05F5-51C9-5292E77374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EB9EA63-FB8D-62F0-122E-E85EE36FC2B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7257E107-551D-0D4F-5F54-7F11292E13B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49F5BFF-6BEB-333E-7F3D-0B58D4BE815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D7DC6E2-DF78-A73E-D3A6-520A43F3782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2AABB2A-0BB9-C69B-52B7-6951722570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300ADD99-402E-DEE6-977A-32D080AB603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59BAC7A0-6325-8AB5-6AAB-5A983427D0E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2804129-1D62-C156-FB66-6ADA7BC5585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21CDEFA-7BEE-19A3-7DDF-1E925A242A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B6AFBA4-06DD-0C3E-2A3A-A1122E91D7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DD99621-C800-B64F-714C-16C6F3A630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BF8C36C-5B1A-22D4-2B81-6574F03A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FE22E46B-3B9E-971F-8298-B147C0D7BF3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3D9B3BF-1B50-989E-97FD-88985C559E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77F99D9-8078-769E-95AA-E39BEDE5E1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CA1BA260-8B1E-F29E-5E8D-2A8D616E138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8115188-46FB-8A42-71CA-C92FFDE48F7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AE78A25B-B926-C6CF-046B-E39799FF38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C31855-423E-6814-260D-3B45328404A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D4678C2-F9DA-440E-39EC-4803E339E590}"/>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3DADD85-F20E-0C6B-3A52-0136BFEF7CB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2E0E4D0-B9B4-A8B6-4A38-2A2C4AFB08D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5FFECDE-EA90-64EB-4F21-9231FD133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932E5659-7491-8EAD-FF61-82BDB0B46E1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53DDCE9E-4830-5F2C-0B11-C4B1521C70C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75AFD872-4249-7450-223D-1BDFA390A84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57846DBF-2B10-5791-EC24-F5718566C80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EABC184F-3E1F-20FF-B420-9D8988B399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83ED393-8DE6-71B9-3EB3-F955A0E2CD8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769A4E6-D192-8E12-FFAD-B06B0863221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32E85D8-55DC-F026-1581-AD51FD42E9D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A1E5FDA4-075F-4872-DEFB-FC5B717AF93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750AF23-0A73-52E5-2706-2DA59BF4B9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A4D34E5E-A789-E55B-D2FB-F7B427A706C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B40BA7E-C2E7-2263-D61A-AA6A4464536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4EC2E342-7580-FA2F-2CDA-1FA9F73F29A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3E9CA3F-F9BD-3C05-7373-1E3F877E85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D29FF32E-45F2-A672-AF4F-017FFF88DD3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C4F30926-0775-DF26-A91A-ACA267371FAC}"/>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35ECDDBB-9655-D573-A612-D57A764C6E0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ECBCB51B-219B-63F4-00EF-A7D3798E16A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2AF711F-EB56-3DBE-3A45-6BBFDDFDCA3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4575655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8BD44-BB85-4A9C-0E34-02EE94FC0F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DB069B-6034-A168-6839-3A7BCB860758}"/>
              </a:ext>
            </a:extLst>
          </p:cNvPr>
          <p:cNvSpPr>
            <a:spLocks noGrp="1"/>
          </p:cNvSpPr>
          <p:nvPr>
            <p:ph sz="half" idx="1"/>
          </p:nvPr>
        </p:nvSpPr>
        <p:spPr/>
        <p:txBody>
          <a:bodyPr>
            <a:normAutofit/>
          </a:bodyPr>
          <a:lstStyle/>
          <a:p>
            <a:r>
              <a:rPr lang="en-US" dirty="0"/>
              <a:t>In the right center block, the purple and orange cells cannot be a 57 pair because that would interfere with the 75 cell. So, in the left center block, they can’t be a 57 pair either. This white cell must be either 5 or 7.</a:t>
            </a:r>
          </a:p>
        </p:txBody>
      </p:sp>
      <p:pic>
        <p:nvPicPr>
          <p:cNvPr id="4" name="Picture 3" descr="A grid of sudoku puzzle&#10;&#10;Description automatically generated">
            <a:extLst>
              <a:ext uri="{FF2B5EF4-FFF2-40B4-BE49-F238E27FC236}">
                <a16:creationId xmlns:a16="http://schemas.microsoft.com/office/drawing/2014/main" id="{15397081-4CD0-2516-A705-68004C4BCF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62BCFC-E746-417A-244A-7275E96E9C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815BD1-191B-747F-72E3-0BD59CD050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E558E0-F5EA-1A08-98A0-5618DD4712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A9BEE5-F1AC-3C3B-DC5C-8EA115390DC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D432F3A-7B13-63C4-DFD4-1D353EC849C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F949BA2-19B8-1918-DF60-A03D8EB3D26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7A55FE-ED5B-EA59-2966-0BBCD15FCCC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A521E41-4924-00A2-28C0-EE5FCBCF023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26973DC-B504-D3D2-F692-103C5BFDCEA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12F2262-BC29-085E-8319-B1BE282075E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2192DFC-72A8-BA33-0A3C-71B8D55F5EB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F7D3CA0-488C-7661-7B66-AB7DB219E22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E4FE0F2-7D4A-655D-FFD1-0D7E26EF2AE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0DA3E49-381A-EBCD-9E59-A27921CB6E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22F7A1F-D6DC-76A4-9CA3-EFD5AA91C26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3CFCC1D-4D92-8A85-B56C-FC774AEB525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F5D2EDF-C4BF-5DEA-2108-D33CBB40B25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5061721-C00E-36AC-6360-27770EB7DDA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1556CB-E967-168C-4B10-867F5D7646E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BC35AEE-230D-CF0C-0EE2-D14DBC9857C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535C3B8-B583-E7F1-47AC-120D8E227B8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2D8A065-EF8C-B05B-E7FA-F8DCC132EF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14CC200-3551-9FC1-C507-E8AF5D801F3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9C876C-BA37-BAA7-7F3F-663DC2B90EF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38DCAA3-FE6B-8A18-7524-FAD117673DD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C94BBA-38FE-FC02-60EE-16407845D37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1516D46-A940-5FC6-C7F0-9F90CCC26F8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FD670BC-1B1B-70FF-A090-59058EFF4C5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2DB943C-3DBF-FBDA-AB7A-595F40DA98F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C7315F-224F-77A6-6B1C-7C7EE138D1A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9EC74B3-B347-44B8-B5C0-F1A11A3E783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2B8E59B-D54F-69DB-8A11-405A1A724CD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947C2AA-834D-6B54-2D89-BCB57372AA9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CB0D1E-B12F-2292-611A-60D156BB2C5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4326B12-31F7-79FD-E562-AFA5B9AE21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0CA0469-1806-9ACD-4C1C-B1B2BE549D3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C6FB19-99A0-D1EE-2D8C-D9206A4C33C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4289AED-A58A-192C-6301-E42D0562091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4A5DB4F-AF6B-0692-087A-54277655BAF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98598F-19E0-A31E-DA15-9B5BC0B10BC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CD4834D-9D93-0AB4-EA6F-803B1B71E4F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377F79A-2861-F63D-ACDE-6F44A98A3F1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A880A645-0CC0-E455-BBFD-3BA67174B30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399CCD40-D2FE-90B9-6FAD-49AF32DDFC8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799DEB3-5659-6D1A-67DB-72C7E075E20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0084A12-A722-E307-3912-4E217F729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F5990833-E47B-664B-E082-9D9A3B0648B5}"/>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9B4A0C2-46F1-EA36-0E19-17C195D3214D}"/>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5A247343-F3CF-DBD9-F0D3-D71D5CD06086}"/>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6F97763B-F08D-134A-ED02-507B5586897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1096D8B-2678-A32D-096B-A2B669D1E321}"/>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22A0154-29F4-290B-938B-80999315555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F6A15-B46E-15EF-8DEC-5E1B3E2DCDB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AED7629-78B1-38FF-4E2E-6DA1D236A89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AFF8CE4-FAC9-F42E-2412-35B67EA35BC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4FB7914-3BE0-F85A-DEF0-49B1993D70E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0A78D89-DAED-A116-2863-8BFC47F7A215}"/>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3E470E9-8D6A-06F1-4A1F-089DE591861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3168854-A080-C3B2-A191-C2CFDE8197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96FAEB1-6940-160F-175A-FE0D4CD71A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BBB8FFF6-1195-437D-78DE-3C3149306B6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CBD9FC8-8003-C77D-756B-65063450B02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A19DD07-2C54-6DF7-B9B3-E0C449480A3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24D9C0-F2AD-6A4E-0508-E1D6D67D322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18A788B-E1D1-3966-BFB5-BBD2620EF68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0341E14-2751-7EBB-9863-B2291155A195}"/>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9C1B4357-4365-4DBE-E357-4892F37703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7EC5847-377B-1ACE-4D67-5F662F176F5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EBA7F33F-93B5-39A2-08B7-4A4AC52A7D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EA79A50-A3A2-8717-5F42-EE5DBA91F65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CD33FDD-B3C5-67D4-12D1-CC2CDCD3501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74CB1F3-097D-FE2A-7B35-42913D701D1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E6CA1D3-6675-4516-34D1-E6199CC5D31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977C6DD-4001-34DC-6046-F546B8AF1AF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324DD43-A720-FDD0-6B93-27085A3B9A5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E66CC16-DC70-43BE-2C9B-D86D3A936D5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C4A7A3C-78B1-88F0-6C4E-897EE116654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1029A12-3A48-9DEC-95A2-A4DCDE8CFF56}"/>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17C9FBC-936A-85AB-D038-1A6EBDCF9F4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BEB8038-5797-5D07-DCBD-67E525FF730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01372B10-516A-AD9F-B3C9-DD1402E672C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F4C07E6-800C-DD16-F70E-CC5CC89DD23F}"/>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4E1419E2-F059-7335-4ACA-5268CF284CFA}"/>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48DAE705-44B0-11E6-6E68-775AFED8A4B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8F890188-D6F9-FDE0-4F8F-C77CBFDC7DB7}"/>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4109A22F-D70D-E722-E404-DCEC770AE12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8F92670-D5BE-3FE5-3AA0-548753F104F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661A11C-7055-211F-7000-F4A0ADA0341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2EBD252-BD32-2DC6-7CA4-88C23756201C}"/>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9EF5CAE-075D-86AD-8984-B7409B7CF7B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15DBA3A0-FA91-E64D-9265-DD17A5F1D9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7A25EBDB-7312-0D3D-5525-D9D9AFBAB5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CCA6AE9-51B9-BCAD-B3FA-015AEC3A57E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8E4FEEE6-382C-7060-90ED-6A8CAD9B9B9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81A089E8-A18D-BE5F-1BDB-4080AD5D4AB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B42C6A38-F922-3247-F2EE-6C09517C9A8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C9F56118-D811-AE79-BA4F-8E30F67CFC6D}"/>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1019598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E9D9A-47B8-9EEB-6A90-0F5BCED9B2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4083-D3D5-A870-E15A-E86FA1B330A6}"/>
              </a:ext>
            </a:extLst>
          </p:cNvPr>
          <p:cNvSpPr>
            <a:spLocks noGrp="1"/>
          </p:cNvSpPr>
          <p:nvPr>
            <p:ph sz="half" idx="1"/>
          </p:nvPr>
        </p:nvSpPr>
        <p:spPr/>
        <p:txBody>
          <a:bodyPr>
            <a:normAutofit/>
          </a:bodyPr>
          <a:lstStyle/>
          <a:p>
            <a:r>
              <a:rPr lang="en-US" dirty="0"/>
              <a:t>In Column 2, note 28/238/2357/75/2357 quintet.</a:t>
            </a:r>
          </a:p>
          <a:p>
            <a:r>
              <a:rPr lang="en-US" dirty="0"/>
              <a:t>Alternatively, last 6 and 1 in Column 2.</a:t>
            </a:r>
          </a:p>
        </p:txBody>
      </p:sp>
      <p:pic>
        <p:nvPicPr>
          <p:cNvPr id="4" name="Picture 3" descr="A grid of sudoku puzzle&#10;&#10;Description automatically generated">
            <a:extLst>
              <a:ext uri="{FF2B5EF4-FFF2-40B4-BE49-F238E27FC236}">
                <a16:creationId xmlns:a16="http://schemas.microsoft.com/office/drawing/2014/main" id="{30DF0915-9605-C3FF-F205-96B88AE9D6B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153178-0016-FCE2-377F-54A08E66CE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17CE2A-ADC4-EACE-0A1D-5BDC9C97F8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4BCDB8-EB78-A259-4AC1-1BCBC765E9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742123-F90E-F17D-38EF-5C6C1399415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B6973B7-3D57-4A99-2E67-79814A721E0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E6A6B-0CEA-F07C-35AA-631036C63AD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C9CCCC-CDD0-5CB5-2308-8EA7A42BD84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A7C60FF-8476-DCA4-8AD2-62E408F987D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E142475-0B03-B9FE-51EB-D9A9FE8B5C9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5BF183D-3FF0-EF05-CFD6-03786B81AFF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F807933-7CF9-622F-9C63-2E6F909A052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96B20E1-FAF1-FC70-C21F-FDBD622E4A6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9E17E2E-0827-4783-8951-1EB04D7F4D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3CF606F-DAAD-E6A2-0202-811AC58127F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BB11272-3E8F-EBFA-5A45-91921D0BA40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E2D2930-85B1-CA10-2BBD-5C0B128F894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B42AE5-8974-D3DC-8008-4B07568B421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9D4B3FF-9C17-9AE1-CC05-6E321DFDA1D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BDF6E00-9BD0-16D9-DDA3-AE79FE4875B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9AABC38-2F3C-28DE-5646-FE32D4538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C2752B2-AF75-DA04-A39A-9D27F85BEB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66FF38-F81A-6729-4109-A0916D42DF5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3E2C2D-4927-B2EB-9672-A0E862BFCE0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455B342-1068-C367-27F6-39FB99DA019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83169D5-A2E1-8ABA-D589-9B3A0D72116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34A407B-3E29-C108-4841-C3B34C128FF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EDA0DDC-39AC-4ED2-0CF7-0D07CD83B6D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2CA5C12-3D20-2321-0834-98692A63920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BAFE2C-4E64-E378-C48A-E4863251FAC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E62C1B4-87A2-BD4E-A99B-299F67B9C3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616BADF-04F2-7912-F22D-B8F8CB12E3F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9786613-86E4-3422-8BDB-C88B57D2342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D3A71A3-5573-ADD8-474A-5DF95DF394D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810205B-8B42-F0B2-4D1A-FA7B1CCDFAC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857DCF2-D78B-5403-AA9E-93DAB84BD0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996CFC72-F926-BD79-39E4-70B61B60ECF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E096132-763D-0291-718A-82097CB4431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4154AB-3C22-B2FC-675D-2E26625095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4BFEEC6-7602-72A5-7ABD-A02943E3E25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915E970-5FC3-7882-D0C8-2FE4127E1F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010751E-8C85-0105-D05F-9102C963756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0467CA5-51E7-00E8-9E40-A9B4F2CD061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6BBF812-495C-E8B6-73BC-2F3A282F20F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C32CD1-0BA6-6F3F-A358-66C596087CF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67F7BF0-3F3E-9DF7-059E-5EDE4EE7854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4" name="TextBox 53">
            <a:extLst>
              <a:ext uri="{FF2B5EF4-FFF2-40B4-BE49-F238E27FC236}">
                <a16:creationId xmlns:a16="http://schemas.microsoft.com/office/drawing/2014/main" id="{B3F3ECE7-ED6C-640F-D23C-5CC024A9646F}"/>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E8AA9B2-B512-737D-E85D-3B44AEBA8BFB}"/>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7" name="TextBox 56">
            <a:extLst>
              <a:ext uri="{FF2B5EF4-FFF2-40B4-BE49-F238E27FC236}">
                <a16:creationId xmlns:a16="http://schemas.microsoft.com/office/drawing/2014/main" id="{42A4BC04-12ED-0354-E846-A551863B2C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CA27B12-1C4B-A432-6E48-51F74EDAFD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C6CFBE3-2405-BA8E-2B8B-7D0C01D0926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9466D7F-AB68-3506-EE91-B6757929532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99B9DEA-C1E3-5687-A18A-CB66A256BB6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6DE73A3-21E8-DF29-4553-F73875BA228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410A5496-3104-B7B1-FAD3-27BCC409B7D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F301253-031E-041D-E5F3-74FF090AE7D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1053D18-23C8-3ABF-08EB-72CB5973440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6A3EECE-730A-DE96-825B-1CA482AF879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15C15E6-DC63-5B23-D84E-70BA36334D6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82E737F-584D-788A-382B-92C2AE99814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C848B19-71CD-2751-431B-889A2D3C0D5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8E47AC-156C-53BC-824E-EED74D0EFAF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EF4F23D-1ED4-694A-E047-9878624F7F4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712145D-C845-C089-0A2D-122410F371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292B426-5EA3-B97C-3A2B-08554F428CF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A69E78E-5169-E0B1-19A6-EECD5706712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48" name="TextBox 47">
            <a:extLst>
              <a:ext uri="{FF2B5EF4-FFF2-40B4-BE49-F238E27FC236}">
                <a16:creationId xmlns:a16="http://schemas.microsoft.com/office/drawing/2014/main" id="{13E398FE-3E8B-244E-B05A-F984A1DA4C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0D5317E-70B7-6D4A-C882-DDDC6CCA51E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661871D-B92C-65C1-4274-0C03D207A9E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A29BE6C-E6C7-C6D3-3428-5EE78631E4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A7695A-49AE-0828-A0CA-CC833E4DDD2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36EB90C0-2561-554E-B5B5-4BF9242C9E0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79B0585-9D0F-0CC8-D752-6CB1592092F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CA189190-F310-18A2-7EBA-65D6A7F2DA7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2EFEAC1-BCFB-72A6-71DA-C68BEAF1C27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2458279-CB22-000A-F586-9C32277FCD2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4B0A6CF5-53E2-5C42-BF4E-98ADEEAFE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4EAAF948-FDE1-6ABD-1131-AAF1D3B1655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675D3B8F-74ED-D03E-EB6F-07CC618D6C6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5C1446D-EF17-3D28-741E-F07B9C9C7F3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7633A92-BE64-6503-4D3D-0383468F07A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C69A89B4-0CDD-D978-567A-9278AD308FDA}"/>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6BA4D701-40F3-24A2-C41F-9F631AA00A40}"/>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03DB1B1A-0CE4-6C2A-B438-7B396881DCE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2E26F4D6-981C-68CA-59FF-F85456124A3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04776AFB-38C7-C804-489B-150413569C9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133264C7-AC0D-F5C4-0450-05E77C71FA94}"/>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FD95039F-FECF-A114-68BE-5AB47A5085C9}"/>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7367CB5F-77DA-0B00-22FD-E5CDAF1738A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47B5DDB-1BB0-EE51-249F-E2512D7AB6D5}"/>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1A3C683-865B-CCEC-569F-FCB9F66F918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37405164-8E7D-A04F-2EE0-25DEAF2EA4F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9E916BA8-5CB3-DFFD-42A3-03B112779FF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C299FBB4-6A58-6B2B-E4B1-CBAFD5C5F65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074A2981-8823-F07F-A466-414994F788A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101" name="TextBox 100">
            <a:extLst>
              <a:ext uri="{FF2B5EF4-FFF2-40B4-BE49-F238E27FC236}">
                <a16:creationId xmlns:a16="http://schemas.microsoft.com/office/drawing/2014/main" id="{5907427A-19A6-D9A1-553E-455CBD65455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0193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A171-AABC-00CB-C20D-97BEBE129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1A7C5-ADE0-2C55-A367-14E4603A14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8D645AE-C6DC-85B0-5BCD-04E1BDF863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71ABD6-BE7E-301C-D6D3-28D5616088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DA5142-BB99-A474-383B-4DCC6370E0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4AF28D-79C5-696F-4519-1A0E6E954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706641-A900-DDE9-007E-C1411E6F422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D473-4467-DF4B-A491-E986989BFE1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E609F0-A6DE-871A-5889-0001ADED3E0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06482A4-F669-5B1D-D962-3BD73D60378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CDAFF22-1F49-C084-6EDC-7537CE6D4FA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B29686-7772-687F-8BE8-B4FFB4B7DD7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EB50156-D41D-EF8A-84A9-BF05D051F3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C4DEC65-5DA7-B2C6-E795-5F45C781450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B000673-AFE5-1865-C7C3-947FED6AEBB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9205742-D5B3-CDBD-2176-97512AB57FD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3F4DA2F-D3EC-2D12-5CB6-BD1D2B1F2C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10ED4C-9F8A-AE0C-7D17-17C214EDD69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B12544B-66D9-97FE-EBE7-1FBCBD4C451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436CEE-F2AE-C622-DC67-854C75C1B9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61F689E-7F95-38FB-3608-160206DC25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808DA83-07ED-A8D9-85D8-1622D6C5C7B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5E78E6A-72CD-B825-0D2C-701A2346A11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62682F2-0506-11BA-793E-E46EB799901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A4004E2-7DD8-02B0-53F9-8197E0528C4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DB295F4-A80E-30A4-BE67-492E842124C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F05B09C-2C8E-D4E1-578A-C79765A62C1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F2AC903-3D8D-3FBF-DA90-F857690AE55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BFF5FEB-863B-BAEF-064D-F22A3A403F3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8A81FD8-5244-F90D-FE19-42C8B23114D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3A5853E-2C3C-3E8A-02BA-4C2923B701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7B6A3C6-A6FD-3E26-AED5-9308FFB3615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9D5362-3EBD-0E0C-6CD4-8914E4B68AF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3E389A8-94E5-19E4-F77D-B95F0ECF43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C1DD8A4-7863-2029-4143-FA9C0949844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0A62BE2-3D8A-1D38-D9A1-81BE1C5DA93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6C08180-0176-E59F-F5BF-BA45BBDD6C5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055F98B-D83F-1994-FC32-D3D68447486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EF60DC-AB88-B2D3-2447-1C8008709D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14EC9FA-E32B-AF32-EC6F-9485740CC4B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B2E76D6-3B17-D880-A625-E7C00B8B670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ECEFEBC-EAFF-815C-5EE7-BD76C561CB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3F4CFEC-FEF4-2839-C9C0-720496C8117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2842872-79C4-0640-AADD-11B86E62D19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EA6E6AA-D21D-A2E7-60F5-F9B7ED280B9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C60DCC7-CBCC-0489-704A-A3EC5F8A1D1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48F893-3444-EB05-98AB-A98BD2960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78B215F-18B3-496E-E730-DB36EA4D527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18B640C-E953-46D3-1857-633F90ECBC4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ADC91C3-A831-1AF8-56C2-1AA08387FB1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B3B1246-C0AC-80AF-2F37-8B4057B94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1E31F-FB77-9BAC-9ECC-7A942E49313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8FEC177-17F9-987F-48AC-8DD86E59E3FB}"/>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9E92246-5B19-C929-4BD3-67BF6D4FA47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4BC66DB8-D408-B236-5AA4-D202A877DA0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04EAB20-8E7F-FD64-C538-8085E0502F5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544849FF-3C26-5D8A-6B4A-1FB6F9228D0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E0E46D6A-B543-3907-0EF2-1891815343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25D55AC-26FA-D027-7168-54A7738EC48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E5A08ACD-B8F1-F133-4C0E-F8EA4F0326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2C413114-51C3-441D-1D89-930DBD7B802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148FA3BC-3167-AA02-98E5-B87F8988114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684EFE16-2A84-20CA-48A6-3D3D42DF9D8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7E7CBD37-0365-1264-1966-FDB5EA9E897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34AD7A19-04CC-A800-96DF-622F90AA42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3EFFD8D-128F-04B0-839B-C51A4945EC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821B195-7208-5412-1F79-A3D19358359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74FA709-E92C-88F1-9F34-60ECC2D4449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3180E3D2-B6AA-87F9-9218-19F8590B625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0ED2A6E-B341-D208-EA27-CFB376DDF4F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51E08E9-181C-FD20-00FF-D129DA29196B}"/>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46BE4E5-06AD-19F3-1B8C-04DEEDD131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592014BE-75C2-83DA-ACD3-7D90C32E2E02}"/>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A1E79C12-DC69-B51E-D16E-D00DF507B9C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7439CA8C-C151-6578-E69B-9D3E881582D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577533E-D685-9AE2-791B-8B542DBB7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8EA9C0A2-D577-F5DC-EB5D-E6870B0E69C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F4547475-7675-267D-340F-6253DD9C82D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D8625F4-83C1-CA2C-B9E9-90619A1D3FE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2A631A66-6772-5B0A-D242-79EDC00B025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89A6262-BEAD-5031-6700-FE10F4FECF3E}"/>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3C5379AA-10C3-9266-5FE5-D75660F8A72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D59E60C-E755-B929-ACC3-4716D9DFDAD0}"/>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3165C76-82B2-7433-AC18-FDD72518CDE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C45351E-7529-8304-8613-4B4294F6145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72B8F9E-DA7E-A842-2891-C1947499DE02}"/>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4457D47F-8214-385E-2E4C-93F6F92BDE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88916E2-0EE5-F53C-17CB-8765EDE3A59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6322DD36-0773-9F1A-2FA0-BB2D7C1194C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2BF922-0D10-42E8-D6D9-E4492AE73B7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DEE48D17-5356-DE02-FE4B-291C38BB71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387B5CF2-AB79-B9BC-A0B3-7724187A4CD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35C3F47-D330-1F00-177E-E364D00A580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93B859D3-A114-E91E-16BA-57B344CB42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43D4186-87AA-3939-519B-16C419BA3D7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918DC96-CD63-D4F0-792F-D66237C342A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8166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2E0E2-32A0-015A-085D-D1BA5A7C9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13B7E6-14B2-DC6E-FD44-9A3003CD1530}"/>
              </a:ext>
            </a:extLst>
          </p:cNvPr>
          <p:cNvSpPr>
            <a:spLocks noGrp="1"/>
          </p:cNvSpPr>
          <p:nvPr>
            <p:ph sz="half" idx="1"/>
          </p:nvPr>
        </p:nvSpPr>
        <p:spPr/>
        <p:txBody>
          <a:bodyPr>
            <a:normAutofit/>
          </a:bodyPr>
          <a:lstStyle/>
          <a:p>
            <a:r>
              <a:rPr lang="en-US" dirty="0"/>
              <a:t>Initialize last cell.</a:t>
            </a:r>
          </a:p>
          <a:p>
            <a:r>
              <a:rPr lang="en-US" dirty="0"/>
              <a:t>And here begins the closing scrum.</a:t>
            </a:r>
          </a:p>
        </p:txBody>
      </p:sp>
      <p:pic>
        <p:nvPicPr>
          <p:cNvPr id="4" name="Picture 3" descr="A grid of sudoku puzzle&#10;&#10;Description automatically generated">
            <a:extLst>
              <a:ext uri="{FF2B5EF4-FFF2-40B4-BE49-F238E27FC236}">
                <a16:creationId xmlns:a16="http://schemas.microsoft.com/office/drawing/2014/main" id="{87FEF9D3-5120-38CC-B24F-9185069A7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EFD9F6-115D-ACDD-3C49-3C91695DDC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C37AE0-92BD-F00B-308D-4398C7442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824276-199C-D000-439C-3F32BB0362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391E8D-9989-CCF3-EE89-C22D37F92BB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2171F3-D82D-C594-C82B-2734A2FA318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8C6DF40-1BE7-8C8D-D2F6-5147205CB8B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ECC91E9-3289-45A8-67AD-BE6E9DD93CB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6067357-6544-DF8D-22DD-761F12D6309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4579D4E-07DD-6C6E-400B-EE33BCF801E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E1B27ED-A2DF-DA62-44C1-BCF8ABDCCA2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1DC5C8E-488C-A526-72DC-58726DB80AA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0C18601-5FFB-626C-EFC4-5282810017B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C1A16E9-8461-90A4-62E7-9F0944E0DD2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B258210-8F0F-5F0D-F206-83D4E3D9BC6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BFEB74-5652-AB20-6385-A23041A0B8B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EEE61AD-31BA-6F8C-BDC1-FBA290B59A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D0DBA2B-077F-D373-B2EC-BC34EE3F9B7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65EB-FB57-1BA0-FE37-4E27B844634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6FFDED3-C64E-129B-01EB-CE8FC45CFB7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41FD9BC-6815-7D03-FB6E-C388014CFFF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1460ED7-1CA2-4D83-EDBC-E7C2180432C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9C2487-DE81-6E9D-3D4C-9D2AE66B92D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8688BF1-316E-5A49-63FD-FE7B5B14E28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6628BCB-93CB-C95E-0541-DB7F97653DF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DDB433A-1AFD-827B-0B87-C72DC4842A5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6A81654-ED40-89EB-A927-FBD1599AE26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AD3D213F-9F49-94F4-BCAE-30C12DD6E2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CCEF308-CE66-C469-1809-BDE16352665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5537039-51E4-1FC9-5C2F-F665D47C0A1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71C95FC-1489-C9BD-1CA5-173A0788A33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9DD84EB-4F1B-2F7D-142F-4CFB064CB65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98334BC-6C0C-8A18-1DEE-798D4E45748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8CC0C51-FBEE-3C6E-A25C-471743C573B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3C5FDB-F10E-7C7E-41E0-B1C474D990D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5D4F102-4A90-B304-A303-196397D1544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613CFEDA-A4A7-FF69-F191-67DA3E1A7FD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5A5EF73F-ED84-599B-D292-36818B161E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7A1189D-AA76-4CD5-2B93-F996A69A5B0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A757882-07E5-0ADB-FF46-CD7CD9440EF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CBA888A-78E4-4120-1452-FC5CA8E32DF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03C8EBD-4FE5-7D9B-0FC3-2301DFB7467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2C0413F-69A1-61CC-48C8-5F2E7E47653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1C111F1-9091-66CA-3E51-35EE7B8C067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B9A1B7A-4849-DA34-ADAE-3072ACB668A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2E5D750-C8AF-0EA0-DB35-2DB2F168977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8154E432-50F7-6853-7AB3-6B3C3F307E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648BE00-1F62-5FB4-B9F3-25104C95951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325B48D-41C1-134A-C554-0C3E2F6F1C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29BF933-3557-0471-BC09-AA23802B10A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8005033-CB69-199E-8D0C-AF2CD6A8404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32838605-46F4-57C4-5BE3-A5034D34683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1529A01-37ED-6289-0077-83532ECA1EB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B107278-E033-1C9A-88FB-6ECA38613DAD}"/>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0996BFBB-CBE8-692C-B600-8E856057370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9346967-FC3C-7256-17DE-DCD9739E18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7817621-9600-9ACE-C055-48B1B30CA6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092F77E4-D198-6219-5D06-46DC90B625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4D737A9E-4B3C-3CE0-8630-D41FD9A7FA5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22CBB5A-8FB7-8F9C-4CE0-BA4507A2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97DE43B1-25FD-AFC6-1B4D-468C854BFA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AE8786A5-2790-E704-AA29-A490EF6CD0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1A47DA9-98CA-E5FE-CF5F-966B91008E5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C5F238-FBC2-3BDC-7C8F-ED588A7347A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7683759-17FC-11D3-7777-EF8473B594B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2D1C01B-8773-300D-B6DB-8DC3EBEEB55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F702FAD7-6682-67F8-CCB3-63A478903C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D0935CC-B1B2-46C8-7A47-AFE1A5181329}"/>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9A4561A-7802-8E1E-2073-4576FB47ED2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D57CBAB5-D2FB-F24B-AAFB-8555F7C1CE9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0BD16B6-E175-E690-A2EA-83622644C2A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04F86C5F-01E9-CB56-59AF-756DA8695C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9CAFE28-CD39-ED4C-36E7-7CF0FAAF5D1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DB6AA37-3216-BA0E-466B-B1A9DCB5D08B}"/>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371CDAB8-0D65-056B-D0B5-B39AA7CF461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24272B31-C5AB-28EB-CEE4-FDFB089EA92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9B90DF4E-57D4-8D1F-1219-70AF132D374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4E28075-A045-2A71-9E56-8C60D026FEA6}"/>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B33ED85B-C4FC-5E96-19B9-FC7378DD77A5}"/>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4789C7A9-3132-44D3-4685-608AFFB90D8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C11EDDC-A460-7D0C-F776-1DD175368AE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031E525-361C-695C-4CE4-056DFEC61C1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067DD13-2548-E684-A247-25AE46241556}"/>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98AED9E-3622-BD87-D7E2-A6B455CCA33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9590BBD1-FB89-384F-1D67-F64DC6D90C5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68F7CD0-E7A6-5271-2560-B386A74A8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23D4A7B-CC13-1184-B0D5-08B1698CD61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EFC6A45-CF3F-F297-1074-3987E7D749F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CFDBE4FF-F8B6-D259-42DF-151777DF985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4AFEB41-8A3F-9EB2-54D2-393767F5EC3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94AAF1CE-9785-C68F-4C74-2D6696AD76A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FE93993C-3A31-A652-D6B6-8EA57D6E85FE}"/>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70770DE-F52F-37F2-41F4-68174F5AA5D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863159E-456A-6D9F-4B52-240E040F8EC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B95FB7B-7E5A-1F57-C2AD-96F76E6D87D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8561904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4BA5-10AA-03B7-32D3-FF3AB65FA7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E3D3-3838-9C4D-0663-0ECF1A4E38B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579BB2-89CA-11E8-E57F-FD1ACAEC571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D3CF1-FD09-DB2B-A741-9B5FE74BC9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02B112-40A7-24E4-D3B8-B4D380092E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5A7625-C975-BCC6-CADF-EAB28A095A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E7A05B-9FE5-EFBF-681E-CEDD1464B9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46D8F62-A2E6-4E72-1B37-C6DF3E52EF1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06EE0EF-769C-547F-ED21-22E5042D4CF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6B45FE-DE82-D037-CDD9-C4AE3A71815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EC57AC0-F85E-E732-C78D-5094F546649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B7A243E-0FA7-65CF-862D-1508B3990FA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2C4C18-7832-6615-7446-851EE296F06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2F7641E-0A66-5E47-4DA5-4D5B13DDFA0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A2D6E9D-E3DC-D2D3-55AC-A138D3A35AC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F799FFF-814A-85B0-A881-83F5992E0D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DDA5D39-AFDD-0CE0-A719-D9255B779D5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4ABDF6-0D02-414B-3DF6-D562B4577E7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122AD36-CFA7-A769-847C-AC8DDD50B81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943EFD7-049A-BFB7-03D3-C11C89017C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8990A58-3F9D-7023-C84A-5BCC88665D2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32DB775-4A52-0525-787B-A237416CE13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F94CA4D-8990-01E1-C555-AF2B700ECA0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2EBE76-89C0-8F2F-1D31-96B48E1999B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6CBEA30-2A03-EC7E-1D89-C011B283E1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4D3F04-B7FF-C571-2A50-3113CD8E0DF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381F1CB-F47E-C3CB-15FD-B3D1CA8E0AA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E6CAD22-BD2E-7247-4283-F822416D734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4FCAC17-96EE-6BE1-55E9-EBC3B82D47E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8132CB51-34C8-8DC3-84EE-67EBD8B8C9B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E272FD8-9C2D-4D42-9DD2-7F9160F0E89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6F374CC-01AA-1933-E877-A9F876E6B44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3E358EC-60F6-3F6D-C3FE-0010ADDF323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1F5435C-F498-057B-D1DB-DB5500DF65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4D051E9-10B3-E609-8C0E-33CB61FF8CB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59798F-629E-8D2B-EF5B-5E97495E15F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7B11EE9-769C-A791-1BF2-3647FB03616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38F5F34-D44D-420C-A588-0B0C3584CEC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67F21A2-6A07-A973-65E0-5E0F1994514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DBF3FFE-5211-3988-4619-7A623C1EFA4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D24BC6B-85A5-C121-1653-F0C14919FFC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2B274E3-87C9-A34E-1E38-9A80CA7E7F6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2C72755-E913-1E6D-44F6-582DD2932B1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19484FC-0486-0759-7445-666601763DCB}"/>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EBA3E07-BCB7-233E-ADF3-8AB0827A23F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9E060A2F-1C30-B195-CC2E-844042C9B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41C72D7D-32A2-EC0C-976F-7A5160A211A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9231957-23DA-BF5A-7FCE-B1A18CADE7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BBA7D844-C23A-1CD5-3A36-7065FEC7C4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E4E2A0B-9BB9-BB06-C27E-993A4FA6943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7B5C3DF-BFC3-7290-353B-61D645E68F2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1C347A0-B1EB-5055-CF75-3A90379CE6D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265AD59-55E3-4051-0F46-5693B8FC667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28E6C52-6728-6C50-79D7-EAFCED993DA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A010C63-C476-9AF0-3FEB-1A196EE2E34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7B006C77-B24F-8902-49ED-2D0A28D9603B}"/>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2431627C-2CCF-F2C2-E4E9-C4E56343F7A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143895C-2E9E-8366-E827-39BC23A7CC4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B5B11F2-5FDD-B4C7-72E1-CAFFE03AEC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94D8DE-D26F-F64D-D7A9-329A0775F90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36331D8-25A2-26BB-D7C7-D35FB6DE75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BFD4226-0DAB-44D0-8C7C-35B098D2196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B9B6BB61-434B-AB3C-29D9-9DA337B2F7E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8A79DDF-696C-A19C-E19C-B3AB094EBF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303BCDB-F638-1CD5-C0AE-AC270183572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8AB4106-A7A2-DE04-76E8-7E1436D860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23C365C-A91E-7A09-1C5B-D5FE201CE69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4ED5ADC-A9CC-6834-93D8-ABC341087B1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228A4F2C-AD51-3313-CB3F-A87416036F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5AD4E4F4-C8E0-E32C-8B35-1AE907C944A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A027582-0A80-A9F6-1202-A9FE48A52EEF}"/>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F870796-9799-6A0C-F5AE-6B7A8D025C0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92B08B9D-137E-7595-525C-EB61EE19720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F6DF045-172F-EF79-1222-9E1B61477950}"/>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DA67F9DC-DC06-EC15-3B60-E298AFC295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1FD7560D-C164-B5F9-9BFF-C58D0DDECC6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D18E899-4FB8-C661-5EF7-1938425138CF}"/>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459E63A-169F-254C-AD4E-8A0C9B5115D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10ACF035-2285-05F2-38D9-823942301AC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5ED6D660-3BC9-7270-68F5-034B643BB4E9}"/>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9A0A679F-1B83-BDDE-E609-D2E8A864F71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9BC4727-6760-A05A-6259-0E22736CA1F3}"/>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FACB653C-BD23-C0C1-752C-5FA64FE65A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8861EE4-C556-831A-8120-1F3F1F4C8B6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DDE67213-73AB-80F1-6E70-4B4A432BA50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DFCCCFE8-B7C7-76FB-0B7C-27890ACB318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7F0BC37-2E30-5115-F107-BBCAB96D9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FE25A8F4-F271-36DB-AC27-F8627860E3B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F6DE9D7-B0E0-DA30-BAD9-A8F6A8B715A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768F124F-EE63-2532-1C2C-41609DC5F7C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98D93D2E-5EF4-5A8F-AFD3-638735579EF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1DB976EC-02DB-439E-CC5A-311CED6BB51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8A0F32CF-E483-6A74-C543-AB1D3DD3767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305647A-790D-F399-783F-602D8C8DB90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773F6DC-C60E-223C-C435-965C2177472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896981D-754F-95A4-29B2-6D8C6D04F3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5A7403B9-F3C3-0DB2-4FB0-2428621B9E79}"/>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5934525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BA97F-FDD0-1DEE-2EA3-FBCADF88BE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4BD434-EA55-9538-54DD-4A85698596AB}"/>
              </a:ext>
            </a:extLst>
          </p:cNvPr>
          <p:cNvSpPr>
            <a:spLocks noGrp="1"/>
          </p:cNvSpPr>
          <p:nvPr>
            <p:ph sz="half" idx="1"/>
          </p:nvPr>
        </p:nvSpPr>
        <p:spPr/>
        <p:txBody>
          <a:bodyPr>
            <a:normAutofit/>
          </a:bodyPr>
          <a:lstStyle/>
          <a:p>
            <a:r>
              <a:rPr lang="en-US" dirty="0"/>
              <a:t>Reduce. (Note 75/257/257 in Row 8.) (Note 357/37/257/257 in lower right block. Alternatively, last 6 and last 8 in lower right block.)</a:t>
            </a:r>
          </a:p>
        </p:txBody>
      </p:sp>
      <p:pic>
        <p:nvPicPr>
          <p:cNvPr id="4" name="Picture 3" descr="A grid of sudoku puzzle&#10;&#10;Description automatically generated">
            <a:extLst>
              <a:ext uri="{FF2B5EF4-FFF2-40B4-BE49-F238E27FC236}">
                <a16:creationId xmlns:a16="http://schemas.microsoft.com/office/drawing/2014/main" id="{6940CE63-DCC6-1033-AFD7-E9A659EA83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A17A48-A2B7-DACA-6094-91A367CCF4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2323BF-9FE5-3B7F-A689-5AC01BCF27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6AE4E-ACDC-7A3E-9E0F-A77F9F39D1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EBA843-9D5F-718C-7364-B998F682762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201963E-554B-303C-4A5C-F2E99725365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E1CDBF8-AF7A-0B60-7870-2028D8B637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661DE5-4214-9E6A-0242-B87F0B7D6C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2F1CCD6-BCE9-F485-6263-9D7021E0E7C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C160E36-8DAE-3E7E-4B8B-AAA2F611C2C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E5D1B22-1A61-E80B-71F2-F44248CF211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90A6924-AF1E-AECD-B2AE-5A0A51E089D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0D13AC9-4E01-B669-2E33-A32A83262D0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75B652F-649F-9571-6A42-D648D0A1B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3EFD1FB-7206-A8D5-E7C8-A1B26AF72C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65E293C-4CF0-3000-3EF0-DB0C576B913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7BBEFE-9A77-E093-DF73-31F8AE68DDF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6662014-EAB1-C88B-6E17-AA3F609716B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0D6B9AC-293D-E632-DA7E-B802102B6FE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E65600B-2DAC-4F6B-6B09-731ECE44092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9D41973-A088-0D0D-26E5-2C3425B8B21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D96BE0D-A2B8-BD47-0A9B-A7049E6B6A4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712428-1CED-C001-14F8-54D92B9B16C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13BFCD1-90A5-CD2D-362D-01125845FFF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A897726C-1978-6109-696E-2FF4732D5A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2EE217D-8C58-BAF9-D140-A823C61F7B9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E6CAEA9-C2FE-A5D9-116E-02E0A8CB7EB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F1D3F33-3543-F8DA-047E-04148FB4A43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95BB507-7633-8DA8-5436-24705F5573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6D424DD-DCB8-3F13-CE61-BDC29AD3FB8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7C21E66-5991-99EA-0739-F94690298D1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F73EB5F-9427-6FCA-7B75-F363F8D4DEF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3FFFEAD-C174-3943-D0AE-1C6AAF9FA76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0951031-373A-65CA-F5D3-CCF3DB1E2F7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7055619-FE5E-18F0-FAB1-9E814410A31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FBB8355-5BDC-457D-1A3D-0190D5B7410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8FE4447-0F95-8E46-2C71-DCF507BF71C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968A2F-B7E6-A05F-8400-6946C41AD18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736887-EC41-317A-F0A2-638D67F52EB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4A328DA-0F0E-D51A-D6F5-51A05518C48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085F11-D988-FDB7-2FFE-B834EDE1CD1F}"/>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A2D31C7-3272-7F7F-B914-BFB33408F98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CE7A6DD-2C43-499D-C5C7-E3AAB4C4DA8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B47984-854A-6FBD-D595-830E38D2721E}"/>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385557-84D3-A7F8-8F75-A67D0D4F8C1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9D587A95-6175-042B-863B-3D32588D584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F6AEF31-D206-6CF4-8134-D563562FCB8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A266F272-2CBC-6D48-AA83-31A8CF83398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2F280F7-9C67-0940-2E1E-62F0F8DFE1D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B2727A0-B86B-14A7-95E3-0F428CE03B5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C0A766F-8984-B693-74F3-E04E7BD82E2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F63966A-133C-5588-086F-97F92BA9FDF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15A095-68EA-2AF2-6C17-54DB578764A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67D976-7C91-7624-F8D6-35EECE88BCDA}"/>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E96C0F13-FD56-0E3E-BCA5-21D35111BA1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59A6F1A-AB25-F0AD-8420-F6E0DD742907}"/>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D6C72FED-F2A4-7BB0-AC39-1F0DCA157D8F}"/>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1D50F2E-BEF4-569E-2C94-1E8B83B40D83}"/>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0DF1075-55C3-6CB9-2A34-A5208962837E}"/>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91E2923-AC03-B2B2-DDE0-660E588B7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E3C4597-3212-0B8C-AD23-3F73545DF2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7BCED0-2912-65BA-A4BF-D6A80966A90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6F7F5B0-E57B-D315-8E0C-D5A5959C738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B6CA1AA-78E5-1D33-A831-DB95639E47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C977BD0C-E187-CB1B-C6F4-2B3820CBD3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4D1D565-F4D8-7BE4-613E-B6D6B7E38EDC}"/>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9B104DF-293F-4810-A7F7-133BBBC35261}"/>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27FF3CD-2C44-9069-999E-34CCF630081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73C0F80-DDBA-91F8-572E-4E087B446F2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E4ABFD34-4E35-DCD9-A1B0-4258395D0183}"/>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CE916F1-DC4B-D90A-5CAC-9848B965BCA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4A69CCDD-30FC-61A5-5FB8-E1AD0EE5EF06}"/>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1075DA21-619E-7F0D-520F-2470118C8397}"/>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2C2DE80-5F07-89DD-54A8-386D28F005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4F6C1EB8-41E6-5A81-7091-019B3D68E8E7}"/>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15D1F96D-44E1-435D-8091-1C522111C5B7}"/>
              </a:ext>
            </a:extLst>
          </p:cNvPr>
          <p:cNvSpPr txBox="1"/>
          <p:nvPr/>
        </p:nvSpPr>
        <p:spPr>
          <a:xfrm>
            <a:off x="4645378" y="4408541"/>
            <a:ext cx="570089" cy="230832"/>
          </a:xfrm>
          <a:prstGeom prst="rect">
            <a:avLst/>
          </a:prstGeom>
          <a:noFill/>
        </p:spPr>
        <p:txBody>
          <a:bodyPr wrap="square" rtlCol="0">
            <a:spAutoFit/>
          </a:bodyPr>
          <a:lstStyle/>
          <a:p>
            <a:pPr algn="ctr"/>
            <a:r>
              <a:rPr lang="en-US" sz="900" dirty="0"/>
              <a:t>68</a:t>
            </a:r>
          </a:p>
        </p:txBody>
      </p:sp>
      <p:sp>
        <p:nvSpPr>
          <p:cNvPr id="89" name="TextBox 88">
            <a:extLst>
              <a:ext uri="{FF2B5EF4-FFF2-40B4-BE49-F238E27FC236}">
                <a16:creationId xmlns:a16="http://schemas.microsoft.com/office/drawing/2014/main" id="{F2D98D06-E4CA-9162-E976-40AB2958090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7CA5C05-B9A3-A183-1EBB-726F691B96C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648615A-0241-F24D-AFB3-6D6D7116F0E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4" name="TextBox 93">
            <a:extLst>
              <a:ext uri="{FF2B5EF4-FFF2-40B4-BE49-F238E27FC236}">
                <a16:creationId xmlns:a16="http://schemas.microsoft.com/office/drawing/2014/main" id="{5E8723B7-B94F-9150-B1D3-EF41ED26DF0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3C04F20-5619-760C-4F92-FC2CDA425688}"/>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1410C36-D591-062C-E495-C000D140F5FF}"/>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40B48A-58AF-119A-4580-6E522EE9FE7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E73C548-CE96-4E3C-E929-06CC1E81C1E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028EAEA-52A7-F18E-3001-3FC8CF204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A55BBB5A-31A0-793D-2C67-38E9689F8893}"/>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5759C43D-635F-204F-88AE-A48A4DCE53D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689DA0B-5CBB-C0D9-BF56-25E67B4BB5C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8666D90-9283-2999-EF2F-23685A29F34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1E93E3B4-17CC-1C41-6131-6E5FF3C170D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18A1E374-375A-426E-AB15-94FE1F9943FE}"/>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80" name="TextBox 79">
            <a:extLst>
              <a:ext uri="{FF2B5EF4-FFF2-40B4-BE49-F238E27FC236}">
                <a16:creationId xmlns:a16="http://schemas.microsoft.com/office/drawing/2014/main" id="{E4BA3A57-F73B-8033-41C1-EF7E967336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066AD6AC-D033-D182-877F-6FBD0F38D2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915777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B575-FB66-3E19-719C-520ADB662F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E99497-8C4D-6680-7177-A39E3542E2EE}"/>
              </a:ext>
            </a:extLst>
          </p:cNvPr>
          <p:cNvSpPr>
            <a:spLocks noGrp="1"/>
          </p:cNvSpPr>
          <p:nvPr>
            <p:ph sz="half" idx="1"/>
          </p:nvPr>
        </p:nvSpPr>
        <p:spPr/>
        <p:txBody>
          <a:bodyPr>
            <a:normAutofit/>
          </a:bodyPr>
          <a:lstStyle/>
          <a:p>
            <a:r>
              <a:rPr lang="en-US" dirty="0"/>
              <a:t>Reduce. (Note: Last 8 in center block and Row 5.)</a:t>
            </a:r>
          </a:p>
        </p:txBody>
      </p:sp>
      <p:pic>
        <p:nvPicPr>
          <p:cNvPr id="4" name="Picture 3" descr="A grid of sudoku puzzle&#10;&#10;Description automatically generated">
            <a:extLst>
              <a:ext uri="{FF2B5EF4-FFF2-40B4-BE49-F238E27FC236}">
                <a16:creationId xmlns:a16="http://schemas.microsoft.com/office/drawing/2014/main" id="{2CAE73FA-119D-D341-755F-4D6546C1A6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57500E8-197E-D52B-61E7-743DA89FC6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D17BCCF-E008-ED0D-6530-C9AF68C27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0C670A-82B2-569C-E7B2-BEB5DC949C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2D266-0468-3E3A-1603-2F5B0D937D4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3B5A-F39E-EEDC-E486-32EF2221A9C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EF46E76-A16C-008D-ECA0-A68A7ED0290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42A2B0C-B593-5366-A14E-E90D5037C1C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95A912-5D9F-5917-7190-416CC08D532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37B8A39-CABE-9221-53AD-813933A0F63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130C969-7ADE-5774-0291-33C67758C02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83EDD20-C96E-24D2-28C2-C20F0A7A07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8F48B3A-2CE4-F82A-AE1E-8F5DF75EA6D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A0AD8CF-A74A-2D27-0170-CCDC52C0B38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AE2D166-89A4-D9C5-C0F4-9D20035CE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5AA6215-5F57-1F7F-32C7-C2EC903F175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0B69D88-C68D-B8C6-F639-DAD26897B01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963ADE-E428-1C23-0E66-C3C672D0B71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F6A647E-2D1A-A421-7CF3-107AE85AC48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1F9A7BE-FDFD-1279-E0F8-78E14DB08C3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5D28A79-1AC7-662B-55A8-7D1B06DA845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E1391D8-2068-F179-BF25-B29A9C113D6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85F1C4-1A4B-7A13-3A2A-41D155E1A37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446B03-D081-7937-9E78-D5EFBA59CF8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DBAA4C3-DAF7-2676-0E03-53C919002C6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B692D33-60B9-C170-2CC5-7AD1ED3DF92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5340A75-3DDA-1984-C9F1-B18B7AE7EAA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8D161F3-C437-4B72-29E7-065F0E5EAB1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56FCDB2-A96A-4E5D-343D-832C392E8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13BD532-AF2A-7140-06B5-D6BCA87677E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8BB5374-7503-2D06-75A0-92F42588325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B30E28-AF02-AAC7-E285-9DD7F9BCF78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4FA8C3D-0DDB-AA4B-3CC4-A7C07D47A78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51FD036-1B1C-D7DA-B819-5AD216BEE9D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C5AA05F-A4B9-765D-78D7-DF66A708CC1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0AB29561-DE35-0D94-30AE-B454DCD2E1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8CB1D1F-3F4B-83F5-AFFC-D6F39D861B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F69D5C5-3062-B171-AD38-B160E0C43AF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4BA96A8-9591-718F-8029-7CB7FC4BE5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D7618DA-64AD-9772-6260-65BA890FDB0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711E6E2-34E2-204C-4854-BC10B98D79A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FD4A156-29AD-7745-722A-24264463965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BBD9068-2F2E-6919-EF72-5073D4F5F72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FDCA3EB-742A-414F-421E-A7C9943502D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F393C09C-34F3-62F1-8220-372711794F51}"/>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96AE22D-3E42-4220-90B6-7996BD8DE73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0A772B6-4FD2-243A-E5DB-29CA1E7F2F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323C3F4-F35C-395E-8B77-9A440876F0D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3B41E57-4CB4-40C7-FBA3-BB072B0F7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6A4812A-511A-5B89-2E20-633BC46A6C3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AECE59B-DB48-5BBA-9C95-701044903A0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AB8BCBD-5775-467A-1233-BAD1A79A28B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08348858-BDA8-D641-384C-C4AA6BA4851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8271F54C-A5E7-0DBC-0E31-387C0633AD7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5A3A9B65-899F-230F-F8AC-837BC6808F7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8280913-50A5-A3EA-D86C-9D262053D64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881CF6-7F08-55EE-6AFD-62DC7C38145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806120B-BFBE-0EA1-9912-DB1FA5A9E11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9395DFA9-2191-AD47-42E0-4ABB326D07F4}"/>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2D03E14-172B-94D8-FC0B-22BF3E43E6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4648DF7-4E43-7B3A-9FD2-78F7ECEE259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9A15F50-0DC8-96EA-6AA0-14A861C8F5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404D165A-20B6-CD05-16B8-8EA1A9DF9C2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F23DB29A-2D46-EABE-E29B-3ED36771F0D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0CA3C442-2E2E-C38D-0524-68CE4F6D490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13401D5-4A0F-9725-3B1E-367757B1DEB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FEB626E-7A48-1F2D-19FE-93B667FA28E0}"/>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A511DC90-81F0-561B-A203-6CA24462CFD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BA27433-B3E0-3011-50E3-F0B85405BF5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E8E2868-89B3-0B11-37E5-370EA4ED5841}"/>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906CB079-D793-ADAD-7851-DC580EFF981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A8456527-3E2C-9223-C754-6F67A33CB5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43031BDB-4D38-5924-4BDE-0552A1F87395}"/>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694BB57-4FDD-C932-F937-3BDF853BEFD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628A29E6-AE2D-0205-B386-63C2CC3B46D2}"/>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C2E65708-90DD-9015-79F2-5EDDF45ED1A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AC2976B2-6D33-6E52-23DB-45A5E8CEB1C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7796473-85C4-6BBB-CC82-9C682A70EC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78F9ED24-0DA4-12FC-BB94-65F439F1D74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8D4F1E39-7895-2FEF-8DE1-F3BC12258CCB}"/>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7" name="TextBox 96">
            <a:extLst>
              <a:ext uri="{FF2B5EF4-FFF2-40B4-BE49-F238E27FC236}">
                <a16:creationId xmlns:a16="http://schemas.microsoft.com/office/drawing/2014/main" id="{F27BAE56-BE1F-FD95-7067-F09E1B5B439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478D3C9-2B27-B181-8B83-8238BAE7CED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99" name="TextBox 98">
            <a:extLst>
              <a:ext uri="{FF2B5EF4-FFF2-40B4-BE49-F238E27FC236}">
                <a16:creationId xmlns:a16="http://schemas.microsoft.com/office/drawing/2014/main" id="{4ED8063B-77CF-DAE9-7D38-E75153AA8CB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B0ADF26D-7FBB-DA8B-B7DC-49600D921B2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738AA9F6-36FD-0E47-BC9F-817A6210A7E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8EEE15B-0F8B-FDE8-FE2A-B10223E0895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2AC78E3-C4B6-7D83-324E-ECA9ADE29F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E647FC71-A0E4-1E98-5861-A81A5CBEF17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9B441B90-7F68-99AF-B28D-C0063D3158E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1376E21-2533-330A-BE1F-B050163563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DDCF0EC-57C9-1E3D-EB15-23AF5DFD821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7736BAC-D9B2-2ABC-4DF2-DE23CF0EFAA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D263952-86E1-7898-A75C-D12E3F57D2E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60580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66D7-DCC6-2784-AE67-E787D8DC4F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88EB7-99B0-130F-47DB-7260E765DDE6}"/>
              </a:ext>
            </a:extLst>
          </p:cNvPr>
          <p:cNvSpPr>
            <a:spLocks noGrp="1"/>
          </p:cNvSpPr>
          <p:nvPr>
            <p:ph sz="half" idx="1"/>
          </p:nvPr>
        </p:nvSpPr>
        <p:spPr/>
        <p:txBody>
          <a:bodyPr>
            <a:normAutofit/>
          </a:bodyPr>
          <a:lstStyle/>
          <a:p>
            <a:r>
              <a:rPr lang="en-US" dirty="0"/>
              <a:t>Reduce. (Note that in the bottom center block, the 3 is in Row 9.) (Note last possible 1 in center block.)</a:t>
            </a:r>
          </a:p>
        </p:txBody>
      </p:sp>
      <p:pic>
        <p:nvPicPr>
          <p:cNvPr id="4" name="Picture 3" descr="A grid of sudoku puzzle&#10;&#10;Description automatically generated">
            <a:extLst>
              <a:ext uri="{FF2B5EF4-FFF2-40B4-BE49-F238E27FC236}">
                <a16:creationId xmlns:a16="http://schemas.microsoft.com/office/drawing/2014/main" id="{C6503437-DF09-B5A7-1E66-0AFCFC9E4C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BC4491-6AFE-075A-5534-83CD93FA21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AFFFF6-D844-E38A-BE86-5ABA44E9980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3B9226-E25E-978E-6F17-0FFEB7FEEA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A6D73DE-F747-E69E-F885-8F17BE48987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C4A4107-E781-038C-D09C-CFA5152E14E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3B0F051-A6E4-A878-A8E8-F4C1E8376D5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8E161E5-EEB4-B033-542D-C7E6BC26E43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46EDB2B-73B7-2F2A-DF54-35CB162B4BA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76B00DA-6EF5-FDD9-01E1-9E791699EFF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8CFA4F0-4FFB-19C4-691B-E475A7BEB8D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25436E0-9705-FE72-3611-FF2E99C59F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38FEA82-BF21-CA3F-D0DE-322BCEFBA7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F6B98AB-44A9-6D40-D9A3-0F7A0335031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E3BDBD7-8CCA-DFFE-1A00-6ED51C1147F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F338058-0A5D-8FB6-46E1-5DA6991DD2C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4453801-BE79-8473-0F5E-51B187D5B4F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E3C3BB-5CB4-CDB4-F164-A3495A14994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FEB6D00-1C64-CAAA-E277-E3463A720DE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7EF408-6006-38BB-BC36-8D52CEB7B3F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19A4E55-D191-22AA-AD01-60092D40307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415E280-B9A9-5D12-B373-BF7DC65EB94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7BF80B5-E875-6EBC-0C24-D2488AEB9D8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64CD742-A6FD-A7DC-6A77-34DFD7A5AD2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742821A9-2216-935D-DDAD-D9E59E2A97A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409602B-8D9A-12BA-4018-6CAFA9D5F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005A203-5D45-C7E4-0E5C-C3C6280457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B34CA74-85EC-2F92-B1EB-40C34FBAA50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67DB56-1A0A-F48D-625D-94BBE141C0B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0F4C37-9250-EE3C-F56F-181EC84D03C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75C2E2D-887D-14EE-2A68-02934A70B0D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7115731-4284-78C7-9416-2B8837AFC0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F8FBF0D-A23E-8AD1-F366-B353F7EAD73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A28E123-60D9-CE04-6E9B-F861429CD0C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38B2BBF-886F-314E-061A-88ADC34F7A4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F1F6630A-8990-BD9D-B4E6-5346AE095D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9EEFC-1AC0-004F-FF92-011CE62650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48A8D1F-C02C-492E-5EE4-B0178F4E5B2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98C8F61-9452-1D6E-7A44-4C84952F548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F94C951-FFD0-91FD-0F0D-7CE15F40BAC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B76402-FACA-AF34-A51A-7162EA3FE9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24D5E67-5CB0-4191-D97D-83AAE0CE1C7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4803F67-3663-5979-4509-805DAA1594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714CFC-E7E6-B3AF-D581-D3AF7CAD7B73}"/>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D0187A7-AE52-F01D-FCA1-50969C737D0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6CE2E79-B851-1BAA-7216-84EAE198FEE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37C6DAB5-4FAD-D7AE-85DB-CE37923F8CF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73256B6-8758-38D3-5A5A-11A6A41DC7E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9D54738-A866-B8F2-F731-A0452DF2DB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99D01DA-6AB8-3908-CE19-A90E09C4B06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9E581FB-82B7-F834-1BE0-337DD6B3CF9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796847E-C790-9E96-FAED-403DB370A7A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510CF221-1A8E-BCFA-081D-462B48A1B0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F46C5D04-9E4D-AF59-BB5B-4A325D131408}"/>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A2536B58-A95A-7160-6E3C-4A2BA574D2E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273151A6-9BA8-8A4D-3BDD-42BF91152DD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DFAD46B-E76D-7756-6316-5F20F39EF486}"/>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48738528-2509-8598-572B-29D90341ACD0}"/>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359925AB-F522-6762-0316-44E9EAFF132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5330464C-E4AD-2E8A-FA4B-BE93B2F72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F2CC975-1B8E-DE34-137A-9E4E761192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6D5417-7052-BE11-7B96-946E38B2B6B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AA4146A-2917-15EF-191F-4256BE7F73F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F36273A-4893-FCAC-6BFF-D4AF0EC5E5C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32C309E-7737-FAD3-5057-5FE84F057D2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8052DF9B-9D97-42C0-E9A4-B6AF6D7F735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0C5FBCA1-DDD9-8C23-78F5-5916E74D99C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A7E62D97-0F2E-8C8E-C386-6AE55C88E522}"/>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05CC74A-7BEA-901D-6BF3-EA16D96AC1E3}"/>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4A0FA23D-E9C5-7E63-A35F-546B722A053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230367A8-665E-A0E5-E597-2CF8715F0D08}"/>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0FC16825-281C-0DB6-9355-DE852584469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45AB1E3A-03CF-FB26-F6F2-998BFB7BE6A5}"/>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93CEF553-8D0A-6C8E-1F9A-861698DED60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9" name="TextBox 98">
            <a:extLst>
              <a:ext uri="{FF2B5EF4-FFF2-40B4-BE49-F238E27FC236}">
                <a16:creationId xmlns:a16="http://schemas.microsoft.com/office/drawing/2014/main" id="{6D2DD53B-DB5F-3934-DCFB-2B403E8165F2}"/>
              </a:ext>
            </a:extLst>
          </p:cNvPr>
          <p:cNvSpPr txBox="1"/>
          <p:nvPr/>
        </p:nvSpPr>
        <p:spPr>
          <a:xfrm>
            <a:off x="3138310" y="2404765"/>
            <a:ext cx="570089" cy="230832"/>
          </a:xfrm>
          <a:prstGeom prst="rect">
            <a:avLst/>
          </a:prstGeom>
          <a:noFill/>
        </p:spPr>
        <p:txBody>
          <a:bodyPr wrap="square" rtlCol="0">
            <a:spAutoFit/>
          </a:bodyPr>
          <a:lstStyle/>
          <a:p>
            <a:pPr algn="ctr"/>
            <a:r>
              <a:rPr lang="en-US" sz="900" dirty="0"/>
              <a:t>16</a:t>
            </a:r>
          </a:p>
        </p:txBody>
      </p:sp>
      <p:sp>
        <p:nvSpPr>
          <p:cNvPr id="100" name="TextBox 99">
            <a:extLst>
              <a:ext uri="{FF2B5EF4-FFF2-40B4-BE49-F238E27FC236}">
                <a16:creationId xmlns:a16="http://schemas.microsoft.com/office/drawing/2014/main" id="{A6471B16-A12D-BA06-7286-47468EBBA0A5}"/>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8A082F5A-0710-2AF8-93C5-D046BFACCD2A}"/>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4AD1EA4C-2E1B-2FAC-F02D-A76E7A57CB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DFC84D1-345D-F945-EE1C-8CFDF0A4F2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070EA67-EFE9-BFFF-D2CB-E2E920E57F49}"/>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7BA049D2-EBCA-371F-DCC6-1BDE571801EB}"/>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BF5DF858-66C3-91B8-0B14-2C8F41D5D2D8}"/>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B98119E1-95F8-3E5A-C2A8-EC4BB7698F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0A6FF800-FB6D-E58F-95BC-2FC5C078A6B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18AF698-6724-A9F7-26C0-34A0932E27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BF69C64-4B17-7456-27ED-16DFA4CD430A}"/>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21D52D56-66D2-B4FA-970B-6A30429935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110" name="TextBox 109">
            <a:extLst>
              <a:ext uri="{FF2B5EF4-FFF2-40B4-BE49-F238E27FC236}">
                <a16:creationId xmlns:a16="http://schemas.microsoft.com/office/drawing/2014/main" id="{6F83D64A-BBD3-B7B6-5654-41D0E9AFE982}"/>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113" name="TextBox 112">
            <a:extLst>
              <a:ext uri="{FF2B5EF4-FFF2-40B4-BE49-F238E27FC236}">
                <a16:creationId xmlns:a16="http://schemas.microsoft.com/office/drawing/2014/main" id="{1003C731-5AD0-E8EF-F3BF-F5EA8B69E1B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114" name="TextBox 113">
            <a:extLst>
              <a:ext uri="{FF2B5EF4-FFF2-40B4-BE49-F238E27FC236}">
                <a16:creationId xmlns:a16="http://schemas.microsoft.com/office/drawing/2014/main" id="{449DC52F-58D0-AA7B-E43E-FC121FC5D32C}"/>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115" name="TextBox 114">
            <a:extLst>
              <a:ext uri="{FF2B5EF4-FFF2-40B4-BE49-F238E27FC236}">
                <a16:creationId xmlns:a16="http://schemas.microsoft.com/office/drawing/2014/main" id="{1880556F-3B3C-FBFA-DCE0-CDFD1B6FD01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116" name="TextBox 115">
            <a:extLst>
              <a:ext uri="{FF2B5EF4-FFF2-40B4-BE49-F238E27FC236}">
                <a16:creationId xmlns:a16="http://schemas.microsoft.com/office/drawing/2014/main" id="{8D40ACAE-1661-F489-073C-E4E7F4B6AF47}"/>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17" name="TextBox 116">
            <a:extLst>
              <a:ext uri="{FF2B5EF4-FFF2-40B4-BE49-F238E27FC236}">
                <a16:creationId xmlns:a16="http://schemas.microsoft.com/office/drawing/2014/main" id="{2240B168-7201-CDFC-5A52-3708896A97A5}"/>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392287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69D-A688-D21D-59F8-4E54B5788C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9F82B3-1836-CE9E-348A-9D884B6FB98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E0EE8D1-6506-AB6C-24CB-5190D6E097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09F3D5-788E-D30F-88F2-B423FDD4A8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02073C-99FC-C3A3-A3F1-A0070585E8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337807-19A1-4B20-CBD3-115518DD0D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EE5894-AC37-01A1-DE36-3B4679234F4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9CD8F7D-CF89-2DA8-7DB6-AED254EFDD9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E368D4-85B1-0C17-2870-BBC48C20E31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A42D8D-9A31-A3A6-09D9-BB496FC6CF5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FB102D8-F65A-D683-771E-1DCCEE72421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66D7FA5-BE3C-3CD4-4D7B-68C34EE65A1E}"/>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849C8AC-E0F9-C953-595A-B067349CDBD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67CDF3-256D-0782-947F-024F5BDDFC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A77914-8175-5990-5FBE-E2AD49A46B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B5C4A243-F401-7382-906D-6ABCFEF2D6E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10CD91C-3024-2E65-C854-96389C5D8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03FE681-E6BB-8704-96FA-5013CC352F4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C058D3A-1246-9C0E-81EF-5A151C5FFB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A961AF3-77F6-28E2-86BF-2024CFB9191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6EF0A15-B832-E42D-4F56-C9D91BBD616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6A36A3F-B0C1-FDC3-0B32-D6F521E7D9F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412A5E5-929B-9BC6-E88E-2CF5CA042CE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B9FBC49-3168-6A11-6A30-620AA2731A2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688C911-5DD3-B77D-5A75-B48244585F5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4FBFC29-9277-3A70-4363-9C6B7919C65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1D2C18D4-3D9A-B0C5-3F3C-9C60FE598BC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192EC4B-4627-27B7-A7D3-B8DF37C7592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F2E8E12-DBE3-BA38-F145-419927B3C37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46E5D2-9DB5-1D6B-A007-916769A2484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C211C37-379F-8CB8-DB49-4D53C6D11B4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5778F3D-F727-93F1-3B7B-464D63DF614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6D5DEB5-F1E3-9EF5-7C53-029CA3AD9D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C838E23-A202-34FB-B600-27D4D016726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A1E1ADC-E515-ECFD-04A2-639B77CAFAC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987F5BB-911E-1D06-4B86-401DD31590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BDA99FC-DCDF-D2CD-1116-5F428F34891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1322F05-6150-4E15-FAEA-6037C2D7C55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C50ADC-9AD4-C1D6-726B-61A0F677784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147BCF0-4013-4BA2-556B-E4A972240E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741166-E9C6-7506-2E3C-9F4E80B8B99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51B1D2D-8C28-69B6-89DE-240C740A548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456284-EBF5-D96A-E557-7751A1D58B1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4A980D-19B6-66B7-3CD5-EF03832733B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CFF0CAB-E684-19CD-BD1A-9BA5143F97E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5824E63-D4A5-2A92-A8AF-F6D0E4296458}"/>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DB3F615-35B1-1FBB-2A36-750FF339A69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31DD6F1-A11E-1718-B865-6C43D01BAD8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D149A895-6983-7639-8A50-D8477D9E36C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B1B593C1-BA2D-E383-B280-3CFBEEFBFAC8}"/>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A297185-FABA-F9BE-5993-7F91BB795A1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5A3AA1FA-44F8-702F-93F3-802217E7D42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01D110E-219C-A62D-6E26-B5B6FAD2D5A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96C07DA-0828-32FB-6516-9EB33F5F19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FD61AA0C-D798-DE0A-4491-E30F91DAD05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69154321-F9B6-94BB-5EC0-08E675F5CCF7}"/>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601D0D70-9E94-22F4-CEEC-D0D6D354984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AF17F6D-EB8E-D119-9A45-6F76781FD51F}"/>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264FA7D-18F6-3392-B996-97A47CC10F3D}"/>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893FFF70-BB12-9C4B-9AF3-664D84D9030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63C4601-38FD-7AB4-D713-B5A19FF8860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C8628EC6-5865-C315-7525-0A099D86E9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67BBF0A9-4FC7-B52B-F533-57AA16473B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9D2FB5-F6C5-CBD5-7A10-610B4A71E7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E970EA-5139-F74C-C7FD-8F9DE41CA44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671FB9-EB95-AEEA-644B-3F11900CD7C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94B7D1-1661-7720-5E5F-75C3E2DAEE2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C03DFDE5-05CA-1CBA-D822-69EC9CA20C77}"/>
              </a:ext>
            </a:extLst>
          </p:cNvPr>
          <p:cNvSpPr txBox="1"/>
          <p:nvPr/>
        </p:nvSpPr>
        <p:spPr>
          <a:xfrm>
            <a:off x="3640666" y="1402877"/>
            <a:ext cx="570089" cy="230832"/>
          </a:xfrm>
          <a:prstGeom prst="rect">
            <a:avLst/>
          </a:prstGeom>
          <a:noFill/>
        </p:spPr>
        <p:txBody>
          <a:bodyPr wrap="square" rtlCol="0">
            <a:spAutoFit/>
          </a:bodyPr>
          <a:lstStyle/>
          <a:p>
            <a:pPr algn="ctr"/>
            <a:r>
              <a:rPr lang="en-US" sz="900" dirty="0"/>
              <a:t>38</a:t>
            </a:r>
          </a:p>
        </p:txBody>
      </p:sp>
      <p:sp>
        <p:nvSpPr>
          <p:cNvPr id="85" name="TextBox 84">
            <a:extLst>
              <a:ext uri="{FF2B5EF4-FFF2-40B4-BE49-F238E27FC236}">
                <a16:creationId xmlns:a16="http://schemas.microsoft.com/office/drawing/2014/main" id="{E9A0FC54-2C88-2B78-7120-B3A447C961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829B5761-1A85-8834-0E92-49AA2B4EB05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E12F1EB2-5F32-ED2B-B81A-8BB37B6F242F}"/>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CB0AFE1-8F61-445A-47D7-50B58AAE9C74}"/>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7DF3509C-0F54-C6CE-D7B8-0B219185FF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CAA5A27-9CF4-AB96-BF5E-5D78A9228D5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FEDA3AE2-5639-F291-632D-9AD3D96FD4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2E10ACD-729A-DA49-8C13-20AEC5E210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02C05408-623A-08DF-280C-0B7E5CA3693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48E73F8-1A2D-88ED-5815-BC52C91E608F}"/>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FFDBDBD3-3C83-C066-B86D-2318154A63A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AD99DEC-56BC-996F-41B9-83953F88FD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5D84851-51BB-CAB7-68A2-3360DF6A8B87}"/>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B5532C4-6BC4-6495-E602-DAE1FBE9E3C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D613ED1-7E99-983B-965C-987660D7A1B9}"/>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26F9E3D9-149C-E0FF-DD43-FB561B08BBA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185E4F17-6410-E55C-2EAF-8983114D9F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69975794-823E-9212-7257-675DA39B75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85988FD6-83D7-FE8C-0445-BE031623E7F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4B673F9D-064F-9D90-724A-7EE22D72522F}"/>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8FB2236E-30A4-385E-AF07-E5FE13470D9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833FBF7-D81B-2A13-CA60-4B507C0341A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9CFEE80-5C8B-3666-E35D-D9B5A92116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6EF03ED1-66E3-FB44-0273-8E2705BAF321}"/>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E5C07C44-7205-2A4A-78F0-7F8A629EF52C}"/>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852A4DE8-89C3-6613-F668-C4E2BA7AD68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9FB23B5-EAF0-2CF9-9AA1-3E97A12604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57308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4C30-54AA-6CC2-D635-8A61437DAC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54C8A5-C521-2323-AB62-8302D14B382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0FB740-EC2F-554F-48E9-81F520CA71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1B46A40-E5BB-5013-30E6-3297CFF18C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C488C-8BB0-6773-7929-20602C9793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26B08B-5CCF-122D-F4C0-26D27FEB97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07659E-9E91-9AB8-23B7-114624FD4F0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FB7B04A-A28D-3877-A5C6-9012446CFF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BD10B0-84DC-2874-81EE-2FCEDE88547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7BE2FBF-0633-8C58-1302-84F2A194EFF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4DF399-C333-C297-DA03-9C8FDC049D4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87DD410-5B50-DE37-EB92-B7A03E7ADE1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E96E795-037F-E22D-310B-FA1B72C8E54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DDA7F2F-909E-17E2-A9C7-3182090C9A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60D74F-EBD9-69A4-7CAE-F312FD99952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5DB7EC8-04CF-2111-D27A-70A59288D0E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DAFBEF0-8810-699B-79FD-3C7825B8C3E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B254203-A64B-E54D-09BC-6F2F99B05C0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3CD766A-1AF4-C33B-DC07-3E8CEB8EA5E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83BB6-929F-6F6A-0EDB-C67B5C70085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E629167-A1C0-783E-0135-F3ABF863594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25BE45C-9ABA-3A7F-69DD-9A9FCAB042E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BFEB0DF-852B-7FFD-E3E6-5FB27EEF690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864CA57-62BC-D2A4-61C9-61789DDA07E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0707AA-92EF-627F-8C94-0EB46360EE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46F98BF-5F6D-D293-00C2-5A223A9D05A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D0A9BDFC-7F8B-C06A-6C98-4C9C939E563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E8DBE7C-3826-E2F3-B599-2A6F7B29BFD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0076D71-501D-8E85-3A4D-A6BC9271D45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4C03FB3-319F-967B-454A-89295262214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324E72-7803-347E-D290-5446F77FC45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7D638F4-B055-9F23-C1AC-2E43653462C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80BB48-3AB1-25F3-427C-ABD899C7E9C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C3915B9-0D8A-03BD-922C-B02B6DD86AB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B71382F-E20B-3A71-C5A2-9BD12738CB7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266146-C003-5FE5-1CD7-31C008C045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82CD532-DF36-9469-B095-90150E50478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0A1B2E5-FA65-503C-E307-57C2D56485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2924E44-0983-E117-1788-D521950179E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A2805B7-A7D5-6FE6-DFB3-98956D2B00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E6124F-9369-6FED-6D42-75BF39296A1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EBF95B6-A90E-ACE8-1C4A-D5EDBD6840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901583D-644D-7E84-2AFF-EA5BE3E08A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F914F3E-5F54-0210-AB79-3B41884DEB7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E3599DEE-5BE6-5539-5CA9-7831F8291B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4DB7B5D9-D735-D2DF-FEB0-01169867EC8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A59DAE4-E30E-BBCC-BCE8-E5102DDB305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D341F99-8DCC-3C60-F3D7-FEAD610F0C07}"/>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4284A479-1F81-2AA6-5847-340735EA813E}"/>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6C6B5BE2-0D78-7DED-459D-5B1178D0F2C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051CA1C6-7963-96AA-BA76-E1B6766F8E3A}"/>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F941EAF8-63E4-F002-EDFC-0C996592D664}"/>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A9515D85-6901-4FC3-CD38-5E747435832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5C5DEB-4B3B-AB4E-F04F-81E9464A272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6D86E5-4112-0594-342F-7EB43DDF21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EEC555-3AD8-4E1D-64D2-46A8D531DB1C}"/>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CA81A8B-1F57-D4CB-6B1A-06E37EDD14F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CE9550E-5978-5E24-EFF0-332C4D8A6D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82F2EC3-F539-5BA5-11BE-44FE9346E71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0193991B-760F-2A12-4D37-F6CAE7885085}"/>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739FEE1F-79E5-28D2-587A-080284D0E635}"/>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76FDABC1-B9C7-3DF4-DC27-CAF93B518EE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90AAF6DA-4848-3BB4-A743-4DF86722003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757AAA-AD4F-5297-C914-FBECE8C2A2B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27BE1CE-5F86-EEDE-9B06-F32B3E6B327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1755753-C578-DBD9-BD61-B7A18445E0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F42DC4B-952B-2EE8-475E-E4ACF7A1CDB4}"/>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21E8AAA-C256-6524-C187-F54A0A1BCE6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4EEA8D50-9123-D45C-B34E-7F6F84B4E90E}"/>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1" name="TextBox 90">
            <a:extLst>
              <a:ext uri="{FF2B5EF4-FFF2-40B4-BE49-F238E27FC236}">
                <a16:creationId xmlns:a16="http://schemas.microsoft.com/office/drawing/2014/main" id="{5BCFD6CF-38C4-B2E5-54F7-DD9711CF02E9}"/>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F4DBC3E1-FCEB-291D-7EBC-80A349E89E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9425737-1582-387A-366A-8AB29A830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18C3E5B-D55E-C7F4-EA44-D1A46154B864}"/>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4226D78-6D84-1E3E-EE18-0D0F1B4ED08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F4CC9C9-49AE-9398-6D65-259AA1075FF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269E075-EE50-087C-CDE7-0B824C3A22DE}"/>
              </a:ext>
            </a:extLst>
          </p:cNvPr>
          <p:cNvSpPr txBox="1"/>
          <p:nvPr/>
        </p:nvSpPr>
        <p:spPr>
          <a:xfrm>
            <a:off x="5147734" y="3907597"/>
            <a:ext cx="570089" cy="230832"/>
          </a:xfrm>
          <a:prstGeom prst="rect">
            <a:avLst/>
          </a:prstGeom>
          <a:noFill/>
        </p:spPr>
        <p:txBody>
          <a:bodyPr wrap="square" rtlCol="0">
            <a:spAutoFit/>
          </a:bodyPr>
          <a:lstStyle/>
          <a:p>
            <a:pPr algn="ctr"/>
            <a:r>
              <a:rPr lang="en-US" sz="900" dirty="0"/>
              <a:t>17</a:t>
            </a:r>
          </a:p>
        </p:txBody>
      </p:sp>
      <p:sp>
        <p:nvSpPr>
          <p:cNvPr id="55" name="TextBox 54">
            <a:extLst>
              <a:ext uri="{FF2B5EF4-FFF2-40B4-BE49-F238E27FC236}">
                <a16:creationId xmlns:a16="http://schemas.microsoft.com/office/drawing/2014/main" id="{8111A0BC-41A9-A84F-3446-41650909651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A0F304E-7199-5AA2-5072-5419D454FA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3D08EF68-34CE-23ED-F71F-E8A2C33D7E7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49301C84-F764-4E27-BC58-80D5771D3D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D96A1532-4454-F01B-3548-EE302912BC74}"/>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77B3518-1676-2967-0C4E-7A00D3CAE690}"/>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BDA3006B-8A62-CC0A-304E-EDB323D1DC4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C334C16C-2644-B1EE-2445-25BCE802926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096C6E8E-CB94-02F8-3F83-FC00770CF7E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E4A19959-517C-140A-787A-D68BA1E45E7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13104392-F992-F8B4-7CAC-17E8BD921A6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2B9D948A-D0E3-6B73-B53A-A7F77D4748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1494C875-DE98-1D4A-2752-F757B2DEFEEF}"/>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56E6EDC9-B528-2D57-4237-3222DA4E2C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93440A98-05BE-6217-429D-F830855EDB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B948047F-5198-6653-3FAA-BB441FAD86D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FEDF6D-924C-6FEB-EB21-5E31CE341E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6753673C-F45E-7E51-48E3-6A99ABE016B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908B9AB0-7B9C-6B9E-8C5F-891257BCC3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71276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E9E8A-CBD0-F392-6470-5AB614CAE53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6BDEB-1185-46B4-2C52-E059593F71B5}"/>
              </a:ext>
            </a:extLst>
          </p:cNvPr>
          <p:cNvSpPr>
            <a:spLocks noGrp="1"/>
          </p:cNvSpPr>
          <p:nvPr>
            <p:ph sz="half" idx="1"/>
          </p:nvPr>
        </p:nvSpPr>
        <p:spPr/>
        <p:txBody>
          <a:bodyPr>
            <a:normAutofit/>
          </a:bodyPr>
          <a:lstStyle/>
          <a:p>
            <a:r>
              <a:rPr lang="en-US" dirty="0"/>
              <a:t>Reduce. (Note last 2 in right center block.)</a:t>
            </a:r>
          </a:p>
        </p:txBody>
      </p:sp>
      <p:pic>
        <p:nvPicPr>
          <p:cNvPr id="4" name="Picture 3" descr="A grid of sudoku puzzle&#10;&#10;Description automatically generated">
            <a:extLst>
              <a:ext uri="{FF2B5EF4-FFF2-40B4-BE49-F238E27FC236}">
                <a16:creationId xmlns:a16="http://schemas.microsoft.com/office/drawing/2014/main" id="{F4C40C4A-570F-F92E-EC98-B2684CAB3A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A91C81-EF31-7648-8E0C-EC358FF9C3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A1A3D-63FA-0BB4-B5FE-2CF2EC2E76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92D310-24A9-79D7-AF1D-A4139E5826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BC2AAD-9CE1-C1FD-6AEB-A6E0071875F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B2141D2-3E4A-7C51-1D57-3EF285729DC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14AB4D-646E-9361-D7CB-592988EAD39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8EA3287-B3A9-D30C-0671-87E41EC63EE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FF9DEB0-AB6D-D93F-FA01-D11A124EAAE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193D66B-3CDB-1009-D6B0-00AFC639C98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2ADBCD4-2C73-BFF7-F140-21C69957DE7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DBB6D2E-E33E-1CED-B294-6CB984DE2C2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E34158A-EC28-0960-A0DD-C4E867DBB18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4280A57-FE6A-F85A-6B4F-BF4EBADF1B6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4758F-35BA-D353-6502-1DFB0C819C4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F6DAF1D-BE03-DA0C-34A7-AA80FABCF52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BCD5C04-83B8-8AC9-404F-D766D3D903A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F085122-F2CD-2377-958A-3B50A91AE5B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B7D8926-5144-F34F-9369-DA458E58305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A644155-7EB2-B995-D5AB-F161A1627D3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1C3B191-A418-CCBE-F993-1F864971AB3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47394B7-BE31-C0AA-00CD-9E7ED162761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F2C2C40-DF8C-4206-EE95-CF5E64F426C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01D9FD2-16FA-B07C-702B-318D379AF9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31FB66EC-FDF1-CF6E-2E14-435BEF722EF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CD1166D-4F7E-221F-80C3-CC82EB7AAAB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96D4A2D-46E8-58FD-3B4C-2C4BA03FC8E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39CFDF2-A22B-5464-8E20-9D49415C1DF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0DE4D1E-E5BA-DC8C-8B25-CF2A43C4889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4BE2C72-1D64-96B6-0CF0-980C2F958DF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73BF278-7BD4-4343-74D6-4AEAA66F409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F7FD9A4-3986-8377-8939-1955B0B873D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A8D1EE6-DCA9-10B4-DBA5-8B7C441F8FB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1842D9C-9BE3-1F6D-BFE7-B97D1411325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FB5E95D-E070-7CD7-EF96-0A7957F0799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514AD34-F9C3-7703-910A-B40567543F3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4E691-2F1C-AC62-5E4A-955E45DE58D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AEFBA44-395A-8419-E866-F7727F9E857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E828E8A-DD92-BB1D-04F5-3A79367BC2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7B6DB75-FDA8-962F-44DF-F6A0CE4BC9A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280AF95-3581-183F-CA2B-2E67E50A652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BE6D104-601E-F46B-1551-EFC2F6ECCD8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D061027-728B-1121-A999-5F0DC6E7213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B833600-03F3-96CB-DA16-58894D8E4EF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21575DC8-334D-5193-84C7-AF9B7DE4E3F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7E92845-BB22-581D-0724-57EA79B14828}"/>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3BFD6DFA-5B37-833A-613E-509E0F0A7915}"/>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7C2C51A8-34BB-6665-D0AF-C889CA4FD82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2D05B45B-B35E-C1FF-373C-A88996F2B6C1}"/>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D1334E2-89B0-658E-F61E-042EBFF2482D}"/>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FFBA63B1-1884-7EFA-B10C-15D94CF15E52}"/>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2B347885-1A32-5E9A-CD51-C8F112BB0354}"/>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32E7B821-1701-563E-83EA-EFE303088F62}"/>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27E73A0C-9B6F-2BA8-FB4D-09F2C8678E1F}"/>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EA18C61-2943-ACE8-4D2B-D829CF51D16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81AFE0E1-C1DA-FC38-3DE4-CDC7F49D0A5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A102B4E6-10C2-10B8-552D-B5626D39166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2260EF87-2668-0734-3A78-EBFDF5268527}"/>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82EB7183-884B-14C6-6AAC-F837D7666662}"/>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9BAA1E39-3BD9-D027-09F4-1C13D76789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7CE0F86-6A4D-9D61-9A71-7CDE8CD13E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78F78A-13E1-886F-EF5D-DB7A5D97926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C902E04-1A3C-8EF1-C100-D76EB8E3CDD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41AC12F-C089-AE61-740E-75A932FF7C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94BB0B89-D90C-F367-8654-42DFE3F0F70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13086496-3FD2-0FF4-2652-C8F8864C3845}"/>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C5F5954-3130-D965-9B47-039A27404DA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23BF5EF1-E5CF-35ED-815F-46CBEB1BE3C2}"/>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B4F10D51-BF8C-A689-2519-CF36D78CC44F}"/>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CBA361D-288C-C5AF-D4B7-0DCAF39CE56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417C570-B188-5A53-627A-0188892885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5E42CEBA-0FBD-D2F1-CCAE-747F94A888B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0C58801-B5A3-0F8C-41C3-DA30784EC9C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0B2A808-EB31-DEBC-59A0-30BBA5E5859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F04202B-368A-7369-07FE-7AF02835B4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6F5DCB67-0E55-66E1-7E7E-E65A5CE13B94}"/>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F997A16-BAF0-2003-4135-06E090C21415}"/>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10DE6C32-E1BE-898F-014F-1F287DFAFD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5F67ECE2-5D09-0E1F-6FC5-541EAF88E3E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3106B65C-5747-0C06-2AAE-99AA64DFE05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666159C0-AE3E-4DDE-7FBD-DD26563FF3D8}"/>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B8A83043-40CC-F445-BCB1-58E088F3442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95576E91-E2DC-4ABC-0C8E-EEFC4C46265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766441D-03F9-2B22-AB06-08CDBF9E6F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FEAD6854-0129-02F5-6028-77E54F31A60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89DD873B-E1FD-F43C-5FA6-1EDB2546EB13}"/>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C47115B-E0EE-F1E2-3A09-71293152FF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14F2B4F-66B1-7DD4-0568-A872413367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9EC6D6E-E7B7-2FB4-82F3-942E3C2B33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D3F854E-0B66-565A-C956-129CCAA4672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4F408DCE-4FCF-7307-2E42-82915942B4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EF0AAB90-CC37-4F80-5A73-F439561FBF3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61F4C1B6-6E38-9925-182C-1F6D0CE4FEAA}"/>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24132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B37C5-DD33-0A88-2FD5-701BA0247A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0D7893-FF45-2822-7A40-FA7118DA590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D144A92-9EA1-827D-2195-6D162B5997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9791CC-730A-FDAF-6263-798CF7C533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E8ECC-241F-55ED-4BDE-8CB0218BF4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D601D4-0B44-557F-BB43-22EBE10FCF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29C08C-1C40-09CB-67F6-D0A8EA09DE5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194D1-988D-7015-DC1C-0E4487B3DB6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781235CB-9377-0F62-0307-86627E60AD7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EF6413-538E-A077-556E-3A4AD6568EE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7B3654A-BF8F-282C-D7CA-C3458D9911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6674ADC-1714-B819-A539-D86B0A57D5A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EAB24D7-AF34-41E1-8929-C59ECD21C0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FC66626-36A8-5CBA-8215-F8830C65CB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69DF97F-789A-8B3A-2A8B-7F8CFA6D50B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8814007E-E0FE-6BE2-068B-0F73D9E44E4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E055920B-6205-D845-ABB7-DF7BC6F865E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24BA421-74A1-99F4-734E-DEA65D822FF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D28CF6-E9E5-D095-C100-A3FFCB46403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D8848AB-AED8-3D6F-F7B5-AD48D5F01AE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2D9EA72-BEB1-4E34-3D16-54FA1944EEC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73E6E34-FB58-FF67-6981-18000188E4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7CB550B-A5FB-81AD-65C4-B1370FB5E85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ED61A6C-6B8D-24DB-F3D3-8DE77EBD44F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DAFFF7-78C0-4C60-8174-14587550A8A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533DBB3-D857-CC0A-E7A2-1B9467EBDB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B87FE52D-0F4F-5A72-653D-6C1DE0349F5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5C47C0C-20BC-B0FE-5B5A-0C9382ABD4F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FA3DB3-A7D3-273A-02FC-A4363019C4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8A84A93-6589-92C0-3D02-D9A891A59A1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41C2D678-FB10-E49D-D00C-FD8439AFA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9C7D204-3C94-0157-BCB3-3558B9F4658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1E76067-AE07-7F49-3F4A-08F32FFE8BE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54EFEA6-0722-BB43-F603-7E17D1CDA8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6668535-8019-0082-DE75-EB972B36626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B24AF7CC-F114-7A20-F714-3B68B7C185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553C76-819B-E763-9BE5-39D6A1F1DF7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C4ED39-B36E-C721-2DEF-9365BB2CB99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E6FE2433-CB89-5552-D43E-2CC36D53873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1E76F45-7508-0162-A8B9-33BDE2EFE3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87B691-77C5-9338-591A-CC58FCB5621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AC6C0AC-7339-94D7-5690-5F7692042EE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7F674E4-17CF-2C3C-8309-891CEB6D388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33292AE7-6E70-EFE5-DA1B-BD1B2B661171}"/>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FD4488C7-3C17-75D1-BE3B-209A122E7E80}"/>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0132F626-EC47-D895-8ECF-387A62D43E83}"/>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324BEB6-3DB2-C6CB-39CA-BD1494F65C79}"/>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0E3A1C3-8745-3206-CE95-BF42140823A5}"/>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B19D6435-BA1D-1F0A-F912-C86A93D177D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70" name="TextBox 69">
            <a:extLst>
              <a:ext uri="{FF2B5EF4-FFF2-40B4-BE49-F238E27FC236}">
                <a16:creationId xmlns:a16="http://schemas.microsoft.com/office/drawing/2014/main" id="{CE715B05-EE1F-0C78-470E-42688B9CFA6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5" name="TextBox 74">
            <a:extLst>
              <a:ext uri="{FF2B5EF4-FFF2-40B4-BE49-F238E27FC236}">
                <a16:creationId xmlns:a16="http://schemas.microsoft.com/office/drawing/2014/main" id="{FBFCBD77-62EF-F363-D4F7-700D2DC2931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3ABBAC63-EDFB-8335-C21D-C6002686DC5E}"/>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0E0668AA-36CE-42FE-A5B6-DB76A6C6E53C}"/>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BBE36B73-248C-9F12-6ED2-7A66E37EF9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A76CBA13-43AD-F951-A10A-3E6F1A4D94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980116-3458-F411-8577-CB13F1FB28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BB6574-3EA1-E082-27E0-B509156FF22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3AA0A18-1705-20E8-15E7-50989FB408F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72EA8B1-B62D-BBB0-B1BC-B57ADE416AD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0E32574-194A-394B-20A9-6FCD442D21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A1782D9-1AFD-8F25-C4AB-C9B8639C99F0}"/>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D37BE2EC-300C-0E67-C4CE-9686AA6B8BC4}"/>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E895DAD6-272C-8E07-EEBF-0B613893F06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1069A42A-FE7C-9E9B-DB3D-3A8A2A5772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34F58AE-7AF6-AA9D-66AD-2EBD7B02F2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7A8391D-8F7F-38E2-5796-913C69FAA58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F3D735A-3D61-D6F5-D81A-63B74A1288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A85C782B-3937-E947-5CE2-6AE9CC9795C7}"/>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49E3760-989F-2DEB-CBC0-8A600CCDB9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1092A04-6313-70C4-FE39-A19053DC1088}"/>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EB511AD-D13C-0442-20D0-A5512C7FD05E}"/>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88C75160-86BE-02E6-F71B-0E8C3376CD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DD0CAF89-E52A-74AA-596D-4E652CB589AC}"/>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BFA5DF39-7778-4E82-4359-4736F2CD526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EBA2389C-F816-8D06-9552-2AB4CB86796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97092FFD-7391-26C2-5D25-448EF33517BD}"/>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0CEF61B4-FC75-F414-7BA5-69A55F75D95A}"/>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EABE2218-2471-B418-0F31-1DD3FFAD88F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C0567411-69CB-BE1C-C5A9-6F857C7FD0D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3D1DF97-9A1F-E193-8F3A-0CF3D03ACE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3523F67-CD1A-AFEF-45E9-C66D2472780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3FC2201C-BDD0-BCE4-19CA-8A8776B234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06EF40-3CB6-E467-C625-8E92123FCE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16A4F8-8DA5-2D92-3BCE-E1552E66C3C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CC3FA0BC-4938-2552-A6C0-AB0F097DFAB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66350878-F552-3646-12C1-629313E29301}"/>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743D28E-9BB8-A6B0-4179-856DA3401B47}"/>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1582079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9B6B4-E7B1-EAC2-C4C2-09F5CED6E7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7620F4-9C58-4101-4F7D-221AF2681B48}"/>
              </a:ext>
            </a:extLst>
          </p:cNvPr>
          <p:cNvSpPr>
            <a:spLocks noGrp="1"/>
          </p:cNvSpPr>
          <p:nvPr>
            <p:ph sz="half" idx="1"/>
          </p:nvPr>
        </p:nvSpPr>
        <p:spPr/>
        <p:txBody>
          <a:bodyPr>
            <a:normAutofit/>
          </a:bodyPr>
          <a:lstStyle/>
          <a:p>
            <a:r>
              <a:rPr lang="en-US" dirty="0"/>
              <a:t>Reduce. (From 357/37/57 triplets in center and lower right blocks.) (From 75/57 pair in Row 5.) (From 75/57 in Column 7.)</a:t>
            </a:r>
          </a:p>
        </p:txBody>
      </p:sp>
      <p:pic>
        <p:nvPicPr>
          <p:cNvPr id="4" name="Picture 3" descr="A grid of sudoku puzzle&#10;&#10;Description automatically generated">
            <a:extLst>
              <a:ext uri="{FF2B5EF4-FFF2-40B4-BE49-F238E27FC236}">
                <a16:creationId xmlns:a16="http://schemas.microsoft.com/office/drawing/2014/main" id="{75ED0C17-E3AD-D244-8CFB-D0F44E85CF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3337D4-B065-94FD-906C-B6DF1B3310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B1DF58-4053-CADD-E4A3-0EF54D4185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BA091A-9E90-8C60-13AE-71EE82B8AC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8B99B8-7476-E779-76C2-DD1B6AC8A9D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3AFE493-205D-AEF3-4C97-53715613745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83FFF52C-DCA8-3134-48BD-AE0E3B905A4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CA59B4D-2922-2B7C-3465-8142908A163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5A13486-6FB6-1671-5BAF-CE9CA796884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3F8022C-C4DF-198E-5156-A6CE6C6860A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91D79C5-4DA0-AAFC-A72C-57E3D93B265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959E21E-A023-F4B8-5C63-5ABD6003FE6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720DF1A-60D0-657A-4514-0BDF769F844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A13822B-5CA6-F04C-E4B9-5AD2FB162D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BEEF4A3-1FD4-5EDC-AD79-BBB599157E8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E35DD62-52B7-1AE9-919F-42657D3C0C1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A195EE7-92B3-C2A1-09CF-1AE7448FF93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E313061A-AF5F-EE7C-D395-862E8277FC5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6B9B5D4-264F-7483-CB6C-B29830EB4BB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6F11AF3-5244-E225-16AE-4C1F2E28540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F03EF1D-1655-0735-48CE-D51D10049EF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D79BAEFB-7872-1924-E7A5-02659D68C25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46DB5D8-5E5C-EAF4-2DD1-B90FA7EE024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AA0C550-16F2-5D4E-A316-34490BF907B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29C6E37E-B656-305E-7F94-8046B3C776E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D763785-AF26-A6BF-3F1C-075A398475F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64C46B38-AEE7-1CA2-3490-A8FCC4E6C1E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64DD803-1BF2-6FE9-5297-D784BA4563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730A5776-9074-9800-6029-113641DC8C5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A8F483-DBD2-1DB2-3538-DABA7246937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F9C638F5-EA1A-6F0F-6BE1-25F88BBBCB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B4B8A50-661A-70EC-B59C-AAA62DA5CD3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9BD2BF4-DFC0-CF0E-8990-9B8067D1464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BA6D31D-F5DB-D3EE-14E1-BAB58ACB97D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BC635E-90DD-1AE1-291E-1D9C17F7108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6BE933C5-434C-42C4-C88C-B10FFF94E43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298C0C3-3238-5D0E-E73A-0EAFCD7A944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A84E350E-BCE7-5D8C-D5EB-3309E06D1A2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411A8C-ECD3-64C4-EE4B-EA97743CBFE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015A1AA-B8E0-67CB-40CF-F49443FC30D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6D1F5C1-FD2A-210E-0CB5-CFF3CC437C0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BA6326D2-1949-BE17-3488-E7CF1FA4FBFB}"/>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901C93B4-D5E2-8FB0-8EE2-63341FA95436}"/>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E474984-ED1E-FF1A-13BB-1753B0A16F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0956CD1-470F-F4E6-2A47-343D0B913BA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085D56-3A5A-C7EA-B199-704021E3395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F055B9E-A07E-1C9C-BF74-89572CA141B2}"/>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E9818714-749F-D865-2932-B609A1993CA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C975471-0F45-B2AF-3767-F87F97CCD5A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6F11884D-27E8-E91F-513D-4F0D9C991B0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7A0442B2-534B-D793-5B65-DFA85F8496DE}"/>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101" name="TextBox 100">
            <a:extLst>
              <a:ext uri="{FF2B5EF4-FFF2-40B4-BE49-F238E27FC236}">
                <a16:creationId xmlns:a16="http://schemas.microsoft.com/office/drawing/2014/main" id="{2E485FA1-6C74-E830-4904-928A79C0868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FFAFCEAC-20C0-6CC4-6FB4-11372F80F6F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EB227F4-4589-1BF0-B998-B3D2AAD0B5E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EA4721E-208D-7121-9793-3D84DBE382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8BC7811-5DCC-9E0A-CCFB-184BD26D41D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BE25A56-8AB7-4A8D-C853-DA70A58169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79017DBE-4D83-E338-C120-5221554DDB11}"/>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3A4D988-6130-A26D-97C9-48464F2EEDD7}"/>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022321A9-606A-74F8-0C18-636A568415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C75FAEE8-EC00-584B-BF52-5BB45DC3E4C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9C527E44-2D66-73A0-7F09-B09D30DC644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ACC00F91-9A8A-478C-7A3C-4C6B5AACEBE2}"/>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70D747B5-EEA0-5281-6171-AB1A98F65A4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D6D8D121-8CDD-C6AD-311E-BAD4F680687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60DD8F0B-077D-6A81-229C-5D66962FC08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3E43E2D-EFEB-52EF-4181-17F2238B26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9A9650E5-9A07-7C22-FB65-79320E6B51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DAA9C93-2139-52E1-5F0A-F0FAB24EECE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965FFADD-21D0-D837-FB75-CB5437E18759}"/>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9B397B3-2A32-6EF3-B7A6-533170E440B7}"/>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2FE013C-779D-6B1F-7845-1FF1798646A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A6E1C74A-3662-1098-40EE-8401ADA09A0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702CFA37-C2AE-69AF-A62D-12291B65DAE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07E53D0-7FEC-CB16-3FB7-9C6839E063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D9867958-9D20-D003-AE78-6E0368C760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458D3FC7-1693-C6AB-0A5C-0952B63B95C6}"/>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97" name="TextBox 96">
            <a:extLst>
              <a:ext uri="{FF2B5EF4-FFF2-40B4-BE49-F238E27FC236}">
                <a16:creationId xmlns:a16="http://schemas.microsoft.com/office/drawing/2014/main" id="{578D3DCB-2283-CC24-16C3-CFCE8893D4F2}"/>
              </a:ext>
            </a:extLst>
          </p:cNvPr>
          <p:cNvSpPr txBox="1"/>
          <p:nvPr/>
        </p:nvSpPr>
        <p:spPr>
          <a:xfrm>
            <a:off x="6654802" y="2905709"/>
            <a:ext cx="570089" cy="230832"/>
          </a:xfrm>
          <a:prstGeom prst="rect">
            <a:avLst/>
          </a:prstGeom>
          <a:noFill/>
        </p:spPr>
        <p:txBody>
          <a:bodyPr wrap="square" rtlCol="0">
            <a:spAutoFit/>
          </a:bodyPr>
          <a:lstStyle/>
          <a:p>
            <a:pPr algn="ctr"/>
            <a:r>
              <a:rPr lang="en-US" sz="900" dirty="0"/>
              <a:t>37</a:t>
            </a:r>
          </a:p>
        </p:txBody>
      </p:sp>
      <p:sp>
        <p:nvSpPr>
          <p:cNvPr id="98" name="TextBox 97">
            <a:extLst>
              <a:ext uri="{FF2B5EF4-FFF2-40B4-BE49-F238E27FC236}">
                <a16:creationId xmlns:a16="http://schemas.microsoft.com/office/drawing/2014/main" id="{A8D55AF7-4BA3-7389-16FF-98323D09A8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277564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F9723-BE8F-38F7-A397-D9D6220DB0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A43971-7D3A-B28A-430C-31D6031C37B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3A3F2E6-3EAF-388F-AEBE-D3B6893558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717DE9-3B94-BC48-0080-1BC7F08989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67299C-FF7A-4D2B-14F4-36E9C3AF1B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504A49-06B3-614B-7B9F-94EDEBF21B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3B6C62-3A29-C42F-F878-5BD80F974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4219F73-072D-92C3-3408-0C0FAB75876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66A2FBE-60EF-89B1-36BB-A25EC791A1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A856C3D-3972-5225-8C25-78F00B48C49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44E4AF3-FD93-1E49-85F7-37C9F52F7A8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B6D1CCB-B3B4-535E-1CC6-02B4A32723C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63BE67D-1E83-6321-548B-11FB85157E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50A99A3-E918-EA67-2E31-6572F5B96DD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0631881-8FEF-351C-B602-852FD68EE47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B8D78F6-98FD-72DB-B162-625427B00FD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B4874D2-C441-12A7-D5F1-46FDB823BF7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CBC5993F-9ED2-0873-2B5D-C47D4EAD16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98B88E3-8A52-32E3-CFCC-33FA16054F2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0B44E868-F724-CC8F-E634-CF819895ED7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F7C5B75-6DCA-7D3C-416D-EBA6B92C844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72F9A085-6F74-7DF2-FD53-DEAECD89A05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DFCA6DB-57A3-68DB-EEBB-6B1CCBC5F8D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6F39EE2-12C5-24DC-259D-8B744C03BBE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43232AD8-EB24-6F36-7D12-F2FBD6367B1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B42ACD5-BEB7-AEAF-B610-2913264435B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EEB09BFF-869D-84F0-BEFD-D3928F365A8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511C6E20-F1E5-6953-9783-8ECFB42B6D9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804D5E9-F693-4EDB-8C39-3A6BEA42A45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CEEEFF-5FDF-14B9-F1B0-B8ECE8C877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D5AE1476-0C00-509E-8EE1-52FB4D9EFF1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8A0B91A-BE2B-9D92-6969-C431161A173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5EC83A6-1A3D-634A-89A4-663C05DE4EB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100B6CB-18EB-BAE3-8D05-2386D0390962}"/>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C62CDF5-DA12-5EA4-B95B-8AD41334C2F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1D1D643F-5A4E-9847-2679-6BAB81F3FEC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FCE9ABE-EA6D-AA01-EFA5-0EDD89AA810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147392-BF36-1A34-8B0A-8847A4D050B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01B81B9-D373-F84F-B573-A2662D3177A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B841B07D-1C75-2557-8E2F-8CD0550296B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7DFCBB2-7A8B-A559-4C09-3DA72498A88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ADCE517-B29B-44F6-D647-EFA4CE0E552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93D1392-3F39-E8F6-088B-554F7DA9A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576F770-39D7-5BDD-A745-1EFF8C1E5C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FC921B7A-EB00-227A-41B5-81D00946B4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B59F9F-D604-C764-65D5-6A92B1D2CE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CB88AF8-53F8-8D46-DE5B-2B2CD9DCD87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8808F99-2041-849C-7832-17B4F6480567}"/>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C192455-1503-9A28-BB86-B9980DD99C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101" name="TextBox 100">
            <a:extLst>
              <a:ext uri="{FF2B5EF4-FFF2-40B4-BE49-F238E27FC236}">
                <a16:creationId xmlns:a16="http://schemas.microsoft.com/office/drawing/2014/main" id="{3D7D8C9E-1427-2D4D-24B3-C551B382CC9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5A5E26C4-2109-5870-0CBB-4944FD7F145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1EB632F-52B1-EDB5-3A3E-683E6E4DF642}"/>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1FA720A5-088E-9D60-DC54-943BD842E6C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5DFDF601-D3DD-16D3-4D81-2729CC09FD5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CB77FB4B-78A1-874B-6CC6-62C2C665C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4E3194C-5A74-B8F7-36EC-0261AC983E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AC1919AC-1F4F-5BBB-432F-7CD1E5514A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ADA0414-6253-16BB-BC71-5028163D51E4}"/>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8CE0FEAC-55E0-EB00-052C-5127D4D7E7F1}"/>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2448D8A0-58F3-761D-CC26-51DB9AE6F03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3201EA71-2614-4416-8A3A-3EA3E9FDA54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1E018952-7AC6-F35B-3715-CA73C2832AAA}"/>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F835D97D-015F-A672-0CE3-65910103262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CD83E12A-FEC9-C11E-C956-C0FF24A0F1F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70963F9D-CE6C-8F10-5042-ED9885F9D02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3DC8BE5E-147E-CDB7-8707-7B2C462D0FF2}"/>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669F681-67D8-A2BF-0D52-EA6D77B3FA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0F40DFD5-6EAC-219A-41E4-1DF9A4E2DF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FD728D49-A566-5251-78DD-D8B13D54FD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781C8F9-6DD0-FF84-FC1B-C86B47A94EF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EB27F35F-7994-4271-FCE5-B8051DFABA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74464ED0-8048-970A-D6E2-A43BB2AB86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7A38926B-DCB0-4734-DF05-658E2E496A9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E6FADB6-0B0F-30B8-5417-9AFC66DF125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D115D77-48D6-7C17-462D-070BD91E5D3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9B3C387-B06A-6446-B8AC-DEF6C51A5D7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00" name="TextBox 99">
            <a:extLst>
              <a:ext uri="{FF2B5EF4-FFF2-40B4-BE49-F238E27FC236}">
                <a16:creationId xmlns:a16="http://schemas.microsoft.com/office/drawing/2014/main" id="{CBBE2900-23E5-4CEF-D138-62A429DF503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48477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ADDB-0A72-D6EE-8AFA-1A47CB5EB7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7242B-28FD-EDA7-C9E4-13C02B2412CA}"/>
              </a:ext>
            </a:extLst>
          </p:cNvPr>
          <p:cNvSpPr>
            <a:spLocks noGrp="1"/>
          </p:cNvSpPr>
          <p:nvPr>
            <p:ph sz="half" idx="1"/>
          </p:nvPr>
        </p:nvSpPr>
        <p:spPr/>
        <p:txBody>
          <a:bodyPr>
            <a:normAutofit/>
          </a:bodyPr>
          <a:lstStyle/>
          <a:p>
            <a:r>
              <a:rPr lang="en-US" dirty="0"/>
              <a:t>Finish.</a:t>
            </a:r>
          </a:p>
        </p:txBody>
      </p:sp>
      <p:pic>
        <p:nvPicPr>
          <p:cNvPr id="4" name="Picture 3" descr="A grid of sudoku puzzle&#10;&#10;Description automatically generated">
            <a:extLst>
              <a:ext uri="{FF2B5EF4-FFF2-40B4-BE49-F238E27FC236}">
                <a16:creationId xmlns:a16="http://schemas.microsoft.com/office/drawing/2014/main" id="{41A06591-0039-7387-EFC9-2C39706DE615}"/>
              </a:ext>
            </a:extLst>
          </p:cNvPr>
          <p:cNvPicPr>
            <a:picLocks noChangeAspect="1"/>
          </p:cNvPicPr>
          <p:nvPr/>
        </p:nvPicPr>
        <p:blipFill>
          <a:blip r:embed="rId3"/>
          <a:stretch>
            <a:fillRect/>
          </a:stretch>
        </p:blipFill>
        <p:spPr>
          <a:xfrm>
            <a:off x="4578350" y="2311400"/>
            <a:ext cx="0" cy="0"/>
          </a:xfrm>
          <a:prstGeom prst="rect">
            <a:avLst/>
          </a:prstGeom>
          <a:noFill/>
        </p:spPr>
      </p:pic>
      <p:pic>
        <p:nvPicPr>
          <p:cNvPr id="5" name="Picture 4" descr="A sudoku game with text&#10;&#10;Description automatically generated">
            <a:extLst>
              <a:ext uri="{FF2B5EF4-FFF2-40B4-BE49-F238E27FC236}">
                <a16:creationId xmlns:a16="http://schemas.microsoft.com/office/drawing/2014/main" id="{78458600-FBD7-EF7F-DFC4-F64C0F7A84ED}"/>
              </a:ext>
            </a:extLst>
          </p:cNvPr>
          <p:cNvPicPr>
            <a:picLocks noChangeAspect="1"/>
          </p:cNvPicPr>
          <p:nvPr/>
        </p:nvPicPr>
        <p:blipFill>
          <a:blip r:embed="rId4"/>
          <a:stretch>
            <a:fillRect/>
          </a:stretch>
        </p:blipFill>
        <p:spPr>
          <a:xfrm>
            <a:off x="4578350" y="2311400"/>
            <a:ext cx="0" cy="0"/>
          </a:xfrm>
          <a:prstGeom prst="rect">
            <a:avLst/>
          </a:prstGeom>
          <a:noFill/>
        </p:spPr>
      </p:pic>
      <p:pic>
        <p:nvPicPr>
          <p:cNvPr id="6" name="Picture 5" descr="A sudoku puzzle with text&#10;&#10;Description automatically generated">
            <a:extLst>
              <a:ext uri="{FF2B5EF4-FFF2-40B4-BE49-F238E27FC236}">
                <a16:creationId xmlns:a16="http://schemas.microsoft.com/office/drawing/2014/main" id="{86FDC4EF-16FE-8109-7692-469643189499}"/>
              </a:ext>
            </a:extLst>
          </p:cNvPr>
          <p:cNvPicPr>
            <a:picLocks noChangeAspect="1"/>
          </p:cNvPicPr>
          <p:nvPr/>
        </p:nvPicPr>
        <p:blipFill>
          <a:blip r:embed="rId5"/>
          <a:stretch>
            <a:fillRect/>
          </a:stretch>
        </p:blipFill>
        <p:spPr>
          <a:xfrm>
            <a:off x="4578350" y="2311400"/>
            <a:ext cx="0" cy="0"/>
          </a:xfrm>
          <a:prstGeom prst="rect">
            <a:avLst/>
          </a:prstGeom>
          <a:noFill/>
        </p:spPr>
      </p:pic>
      <p:pic>
        <p:nvPicPr>
          <p:cNvPr id="7" name="Picture 6" descr="A grid of squares with text&#10;&#10;AI-generated content may be incorrect.">
            <a:extLst>
              <a:ext uri="{FF2B5EF4-FFF2-40B4-BE49-F238E27FC236}">
                <a16:creationId xmlns:a16="http://schemas.microsoft.com/office/drawing/2014/main" id="{48A9962A-E8AF-0AA8-AF2E-99015EDEC9FC}"/>
              </a:ext>
            </a:extLst>
          </p:cNvPr>
          <p:cNvPicPr>
            <a:picLocks noChangeAspect="1"/>
          </p:cNvPicPr>
          <p:nvPr/>
        </p:nvPicPr>
        <p:blipFill>
          <a:blip r:embed="rId6"/>
          <a:stretch>
            <a:fillRect/>
          </a:stretch>
        </p:blipFill>
        <p:spPr>
          <a:xfrm>
            <a:off x="4584700" y="2311400"/>
            <a:ext cx="0" cy="0"/>
          </a:xfrm>
          <a:prstGeom prst="rect">
            <a:avLst/>
          </a:prstGeom>
          <a:noFill/>
        </p:spPr>
      </p:pic>
      <p:sp>
        <p:nvSpPr>
          <p:cNvPr id="3" name="TextBox 2">
            <a:extLst>
              <a:ext uri="{FF2B5EF4-FFF2-40B4-BE49-F238E27FC236}">
                <a16:creationId xmlns:a16="http://schemas.microsoft.com/office/drawing/2014/main" id="{20178163-9DD7-F3D4-0AC1-E823FD509D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B0606D-547E-BDE7-0F67-02381F3FE77F}"/>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CF1AD5B8-E7A4-7C38-9F60-FA8DAB621D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C788C46-BF6F-FD1E-89FE-6B9EEC1EE2D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69F5B5A-D990-A49B-8DC4-B9FDFE74E2CD}"/>
              </a:ext>
            </a:extLst>
          </p:cNvPr>
          <p:cNvSpPr txBox="1"/>
          <p:nvPr/>
        </p:nvSpPr>
        <p:spPr>
          <a:xfrm>
            <a:off x="6714071" y="721216"/>
            <a:ext cx="462845" cy="584775"/>
          </a:xfrm>
          <a:prstGeom prst="rect">
            <a:avLst/>
          </a:prstGeom>
          <a:no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7C99EE6-B894-A567-E4B2-96704799F0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36AB7C3-6EDE-6791-7F5E-F88CC642B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45D2E5AE-BEE2-0167-E563-13ADC3AF9A6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C8899C-9ECE-D37C-0D1A-2FE331D0E5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9964EF0-507B-B94F-6314-847E15C8C1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7F0C4CC-A1A6-A65B-BB33-1198D32C92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EEFCF72-80C4-842E-096C-7717DCBB468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0DD2F6B-D0BE-434A-8EC5-601D68C6E1C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4ECF599F-7492-8160-56C5-4258625B739C}"/>
              </a:ext>
            </a:extLst>
          </p:cNvPr>
          <p:cNvSpPr txBox="1"/>
          <p:nvPr/>
        </p:nvSpPr>
        <p:spPr>
          <a:xfrm>
            <a:off x="6214537"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B0B6A9-80DA-2E66-84CA-D1460BE50E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E86E1E05-C39B-63CA-360B-C843A0D672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3627AE-38E0-2710-7E21-B25038FB5C0C}"/>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0E223921-0D94-A5B5-DC44-0081CB27FAD7}"/>
              </a:ext>
            </a:extLst>
          </p:cNvPr>
          <p:cNvSpPr txBox="1"/>
          <p:nvPr/>
        </p:nvSpPr>
        <p:spPr>
          <a:xfrm>
            <a:off x="6714071" y="2734556"/>
            <a:ext cx="462845" cy="584775"/>
          </a:xfrm>
          <a:prstGeom prst="rect">
            <a:avLst/>
          </a:prstGeom>
          <a:no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155C093B-1DA2-0E8F-F0A8-716C34D8EDA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4B393C9-2311-48B8-7580-D38F1347860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B0FB33B-1793-C25F-E7A4-50237A2C86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5DA2049-9BBF-A915-A33A-4E4E65EE48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C5E13BA-C282-6827-7D2B-3900CFFA75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14CE5E2-8E46-8557-B841-8CA876E8B123}"/>
              </a:ext>
            </a:extLst>
          </p:cNvPr>
          <p:cNvSpPr txBox="1"/>
          <p:nvPr/>
        </p:nvSpPr>
        <p:spPr>
          <a:xfrm>
            <a:off x="3716867" y="374122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5FD0DB7-9A65-B238-9202-D00CDFDC488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7DB8BB-DC02-2EF2-83D0-4152F17D63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9B8C31-3895-3DE6-FD35-00531FF16B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D3A699E-3D7E-B0A0-5435-80D03C77D3C4}"/>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F4194AC-7008-38D8-6F39-4CFFE1F0AC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81C9E08-FA4F-11F5-3FCC-96CE8DCEDE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AB2039-1A7F-409C-3CE7-D386EA554C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68A0E1-8F91-3763-189E-F633D780C80D}"/>
              </a:ext>
            </a:extLst>
          </p:cNvPr>
          <p:cNvSpPr txBox="1"/>
          <p:nvPr/>
        </p:nvSpPr>
        <p:spPr>
          <a:xfrm>
            <a:off x="6214537"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3E54D1-F3EB-A24D-E6E8-2F1E2CC5AC10}"/>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CDED0FFE-57E0-7D3E-35E8-01B8C15BE71D}"/>
              </a:ext>
            </a:extLst>
          </p:cNvPr>
          <p:cNvSpPr txBox="1"/>
          <p:nvPr/>
        </p:nvSpPr>
        <p:spPr>
          <a:xfrm>
            <a:off x="7213604" y="424456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0CCDB0C-0423-83B2-5C4D-7325E695F8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31B7F3D-713D-5424-82D8-86E9C6528E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5170543-CDFB-20EC-D76E-10EBA7BC93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95A42F4-509E-13F1-89C4-F3A2B1C4EF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34E22851-5403-C50B-BEE3-05D6DDAD51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3CD653F-7D3F-6E9A-C2F2-5B320ADC4AE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6FB9BAC-819D-5AF5-A02E-AB24916865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515E52C4-5BDF-C51E-063E-61DABB1EB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03248C4B-3A94-DB6D-56B0-02E021DF906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3858BD1D-823F-53A1-41DA-6868FBC2A88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C481F1-BF3F-C482-984F-55BA757CDF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C335B6-3695-9751-1249-9770F27E756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C762826-4434-1947-7E1F-C175CA63A0B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2527FCB-F4DF-2E67-A3C5-4048972EE2F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213567E-2C85-14C3-67A9-11FF27A0737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F9D6F44-17F1-5EF4-C38C-A19D32A0AB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18EB3B0-2EAD-C723-C35B-9C29D20D0D74}"/>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1369184-6DA1-9B47-AB55-1219C2741A3B}"/>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9C0860A-6213-86CF-27B5-47F93CE40B0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0C852905-43EE-617E-26FC-511AE356C0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36205E71-D95E-EE59-866E-5AAEB743F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DFAB882-F543-472B-575A-65EB3BD6A6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C36154EF-D6E3-CE44-1FC4-A9846D50D3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D638146-1837-4012-95A6-00458A10CF8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442B6F3-34D0-2429-AA2C-8CC8E333A9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F14736E-844F-D711-48D0-8ABE6FFBDD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F04A7C9E-E451-6B84-43A2-8EF17800D47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B6C809C2-D186-C567-B8EE-C43937380B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E16547EE-C240-4C20-F817-6F71E783016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94B8251C-9999-BA96-A0A5-98C2CF6964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CA96DEC-2C76-437F-E130-B8C93A674A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2A97AF6-F0A8-B870-8F78-A21F00950B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93ABBB3-1475-B6BF-A5AD-CCD20438C2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4D1C66BB-1FE8-C949-69DE-AFB17AE119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20DA60E-10E1-4AB0-B678-BFB923B09C3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AE420A3-E6ED-D0C0-5FA1-F9613A429A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D98E6-BE24-525C-0276-ECB44647B9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59377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11217</TotalTime>
  <Words>3116</Words>
  <Application>Microsoft Macintosh PowerPoint</Application>
  <PresentationFormat>Widescreen</PresentationFormat>
  <Paragraphs>2557</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426</cp:revision>
  <cp:lastPrinted>2026-05-01T14:51:34Z</cp:lastPrinted>
  <dcterms:created xsi:type="dcterms:W3CDTF">2024-03-19T02:13:08Z</dcterms:created>
  <dcterms:modified xsi:type="dcterms:W3CDTF">2026-05-03T00:10:54Z</dcterms:modified>
</cp:coreProperties>
</file>