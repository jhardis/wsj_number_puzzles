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457" r:id="rId2"/>
    <p:sldId id="531" r:id="rId3"/>
    <p:sldId id="532" r:id="rId4"/>
    <p:sldId id="533" r:id="rId5"/>
    <p:sldId id="534" r:id="rId6"/>
    <p:sldId id="535" r:id="rId7"/>
    <p:sldId id="536" r:id="rId8"/>
    <p:sldId id="537" r:id="rId9"/>
    <p:sldId id="538" r:id="rId10"/>
    <p:sldId id="539" r:id="rId11"/>
    <p:sldId id="549" r:id="rId12"/>
    <p:sldId id="540" r:id="rId13"/>
    <p:sldId id="541" r:id="rId14"/>
    <p:sldId id="542" r:id="rId15"/>
    <p:sldId id="543" r:id="rId16"/>
    <p:sldId id="544" r:id="rId17"/>
    <p:sldId id="548" r:id="rId18"/>
    <p:sldId id="545" r:id="rId19"/>
    <p:sldId id="546" r:id="rId20"/>
    <p:sldId id="547" r:id="rId21"/>
    <p:sldId id="550" r:id="rId22"/>
    <p:sldId id="551" r:id="rId23"/>
    <p:sldId id="562" r:id="rId24"/>
    <p:sldId id="563" r:id="rId25"/>
    <p:sldId id="564" r:id="rId26"/>
    <p:sldId id="565" r:id="rId27"/>
    <p:sldId id="566" r:id="rId28"/>
    <p:sldId id="567" r:id="rId29"/>
    <p:sldId id="568" r:id="rId30"/>
    <p:sldId id="569" r:id="rId31"/>
    <p:sldId id="570" r:id="rId32"/>
    <p:sldId id="571" r:id="rId33"/>
    <p:sldId id="572" r:id="rId34"/>
    <p:sldId id="573" r:id="rId35"/>
    <p:sldId id="574" r:id="rId36"/>
    <p:sldId id="575" r:id="rId37"/>
    <p:sldId id="576" r:id="rId38"/>
    <p:sldId id="577" r:id="rId39"/>
    <p:sldId id="578" r:id="rId40"/>
    <p:sldId id="579" r:id="rId41"/>
    <p:sldId id="581" r:id="rId42"/>
    <p:sldId id="582" r:id="rId43"/>
    <p:sldId id="583" r:id="rId44"/>
    <p:sldId id="584" r:id="rId45"/>
    <p:sldId id="585" r:id="rId46"/>
    <p:sldId id="586" r:id="rId47"/>
    <p:sldId id="587" r:id="rId48"/>
    <p:sldId id="602" r:id="rId49"/>
    <p:sldId id="603" r:id="rId50"/>
    <p:sldId id="604" r:id="rId51"/>
    <p:sldId id="605" r:id="rId52"/>
    <p:sldId id="606" r:id="rId53"/>
    <p:sldId id="607" r:id="rId54"/>
    <p:sldId id="608" r:id="rId55"/>
    <p:sldId id="609" r:id="rId56"/>
    <p:sldId id="610" r:id="rId57"/>
    <p:sldId id="611" r:id="rId58"/>
    <p:sldId id="612" r:id="rId59"/>
    <p:sldId id="613" r:id="rId60"/>
    <p:sldId id="615" r:id="rId61"/>
    <p:sldId id="600" r:id="rId62"/>
    <p:sldId id="257" r:id="rId63"/>
    <p:sldId id="256"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190"/>
    <p:restoredTop sz="94643"/>
  </p:normalViewPr>
  <p:slideViewPr>
    <p:cSldViewPr snapToGrid="0">
      <p:cViewPr varScale="1">
        <p:scale>
          <a:sx n="155" d="100"/>
          <a:sy n="155" d="100"/>
        </p:scale>
        <p:origin x="101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4/30/26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9AD67-2B61-1644-9AED-AEA86189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96278-0BF8-14D5-2BDC-BBAEDAF1B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FFC88-9F6A-BA65-289E-9E8F92435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9C63ED-EB5B-93EE-923C-6F34BA7B69B9}"/>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078629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03832-4CD2-D0C4-A55D-D9D6005F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DBEABD-77BB-3E20-CFAF-6750AA965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7977-CFFD-DF6F-69D1-3435669FAB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305A-DB2F-F969-0859-07BC33CD4685}"/>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97653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5924F-4B10-FBC3-77E1-7EA87F6E6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D9732-B0E2-8245-F7A1-F3EA3D46E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F58C3-16B7-4858-B6C3-9C8FD76B00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3A635-4F03-E0A6-8B2C-3D033AD1CB5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741390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D968F-5668-2EEF-84B6-33B277040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73EFB-78EA-9B06-7773-A181C198F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A0E1F-23BE-2990-A701-185E7641B3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4A6905-DAD6-22A8-6D8E-2C5CD536C6C5}"/>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47558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996-E85C-854F-29F1-77D077413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9B278-F581-1908-0764-212C28BCD3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7FA7D-AAAE-8847-A214-0C6FBB5E74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C1E919-2F80-6CD4-B56C-23E19D197BB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906181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8DB54-FC7C-8A8B-F0F0-5C8293571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4914E-EF5B-AB5B-7F27-4F586A1C3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C15DF2-F11B-2EA7-6156-C5DF5813F8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505026-0414-53F2-D46F-0E15B968735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3926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4ADFD-6097-6913-8059-E8DADF466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1FD56B-A250-80B3-4F5D-61EE8488E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F989C-5053-6B51-9E62-585B928755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3F364E-F1FD-CA79-9858-5C2C445E966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2309026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B9AD-704C-F615-92B4-ED4B12E1C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5A1437-D5D2-38E7-7565-71EC24176A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3ECFE-E060-88B9-C9EB-EDE61C4F7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9DD0BF-9218-DB7F-5B61-201C7A1D1769}"/>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652294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067B-E8D7-D2A3-24CF-B03144A5C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88E39-00E4-BC7D-3A26-65E77387A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9B399-4049-176B-32BF-9825F74DFB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6F49BF-65EB-0580-C71A-827900AE1F4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413379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CF8A-5E89-6A16-C83C-0C2DF7983B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A2A34-A507-25D7-8EEC-51A87EC9E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4B0489-4FF2-D93F-F99E-E0A21C5D7D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71AC9E-D507-D2B2-770A-1987B496DA0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8360250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AA28-2EEC-69B8-3BAC-6F91EC3A9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2AD26-D319-0EF3-AB51-CF49B94283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D3B2A-D260-04FB-58E3-8A61E244E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81DF0B-134F-70FE-42E3-AF7B6A8D28E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615254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2F07D-BCA0-CEC3-6DC0-D5A192D36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C09BA-E1EF-3485-20BE-B18472D5DF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1DE9F1-221A-B709-E5A3-195A0B355C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9CC00-2E7E-6D17-B8AF-EA05E730C89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09999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5DFF-EA60-090C-78AC-E722A574A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6AED63-68ED-DE24-C719-0FE39CA86B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417B4-1DC6-FE76-155C-D7327BC10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78393B-98C1-73EA-5124-6F59C0487C41}"/>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8822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2C83-EF45-3540-DEEF-19CDE53314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0FAFFD-98F0-A02C-8AAF-5344491C24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9A8833-0A93-E90A-37A4-32370E5D8A1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5E1443-4BAC-AF86-3AA3-BF0F1EFB8E05}"/>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9054647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54B4-B6F2-6F46-9A1D-50EFF9348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46D8A4-967D-B2FD-C90F-9F451B1E2C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960C6-216C-16FE-E219-F3E39175C4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1BED32-0B31-1479-73D1-DB7C5678600F}"/>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5731446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E2777-E21A-283C-8AB4-9A42787397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DA464-22ED-77CB-ED0B-33AA1B9C32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1B55C-B461-0A16-B7BC-48316A6E70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D2EB91-6A4D-F79D-AA2C-C86E39185973}"/>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1209200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6595E-0951-5513-E902-957F4D36C5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8E40FF-163A-E84D-DB51-2BA37D990B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8FD72D-B546-D1C3-2AD5-8C7480E0EF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CF1651-24E5-169D-0172-714F47F2B9FE}"/>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549991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AD7FD-18CF-3C37-FCD8-248846A2B9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E0312D-98BC-CD8A-0F9A-0F1F6A1EA1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C9A7A3-A8AA-68E4-8BEC-342BF5602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9D1F54-6F34-CCC2-1924-54C3EEEB78E9}"/>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270654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8B23B-B99E-C2DB-AA79-D205C5267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05526-43BA-FBAE-8FAD-0C098752D6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42AEB8-74C2-99FF-0B16-1F3DE42F86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D9395D-7091-5646-68DA-E6EFF01A94D8}"/>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9260011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AE69A-21A9-57D4-6E85-466286F68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EFB1A2-0E86-FAEA-9B1F-D797520898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B8C048-382E-90FC-F5C5-43C03E271D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C730EA-B60B-C767-37B9-20671F84A22C}"/>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41015987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6A5F6-F1F7-4CD2-FC49-AC18254B8A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98FE33-B21A-0878-6FDD-055B99FE9C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D48016-4861-6B45-0233-E3D655D9A9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EBA236-32E8-D4CC-3296-4A8175B15BFB}"/>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7948237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3C1D0-17D3-89C2-8432-839C2F4EA7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A629B-98D6-0190-0F0E-F075D5A06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7C4A1D-E119-DF09-3697-19A7B1209E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B928BA-1DB7-E567-F77C-113ACFCFA5C7}"/>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9611144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EF90E-66C9-9834-0FDD-A05CADDD11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8EFEA0-C0BF-DE7F-8302-82A10FF9D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605097-BE06-9D9F-0DF6-307A51D1A5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7A5E79-4B0B-2587-3E6E-2E7A4B5E14EE}"/>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3964786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5A1C5-C440-73FE-21D9-FD670BB73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3B63A0-B804-DAE8-24FB-88F17428A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F9AFA2-0E50-FA10-5E6D-4E34F043C5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3F38D0-1B77-2511-50ED-DAB24BE3C50F}"/>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6724235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D6301-EFC1-10FB-1BA5-C1EE2075A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62766-46F5-2492-6510-A03ABB3399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4CAE17-FCCE-E3F1-820C-1B2AB41121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1707D0-A367-752A-5380-5DE7E2BF3C23}"/>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8327776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1CA1D-AAC1-EA75-D9A9-4658E0CD18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A2691C-A0B3-34E9-F432-2D7E3CA53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C409CC-9199-600C-5AE3-2727482114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EF270F-8D66-624B-7D31-0D4ED4876A71}"/>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323396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50764-3E06-9026-0AC8-3861284482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E5DE84-FA25-429B-50E8-6D232894B6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C70213-8442-0223-B0A2-7D8DC0BE4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8ABEE4-9515-C4E7-9ED4-ABE46A5DAFD7}"/>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4772083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E39FD-D285-B9A4-F8CC-0935AB0B3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7900F5-EC3D-DEEC-B1ED-9C73AD4CA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7B2899-D5D9-F6E1-BD39-C6B01AB890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6E4987-9C72-0638-2584-7354CAEE5BAE}"/>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9894183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FD366-2F63-DB29-0490-922D364A28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564534-03D2-0601-74F1-E4EA493BB2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F83F12-CD7A-C637-2712-4C299D874D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935A6-68C9-765D-2910-2CE4E8197A77}"/>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1635700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8B199-7662-0FB7-12C0-A330F4BBB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9622C-85BB-929D-5360-6DA36E2810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60792-0F9A-5805-BAC0-17C5237103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8EE70E-0244-B045-8F09-7C6F1939DA0A}"/>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7868187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FAE1B-9A0D-8EFD-B5B4-C9F737373A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11FF8B-1175-E3DD-1793-AD4472353E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60D63-2FCC-752C-40DD-2C8508BB27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CCE196-2344-A7B7-1C26-55D7DD84CB15}"/>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16465431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49C1F-B0DB-CF10-9CAE-F5FEB64045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95F76-57FD-23CE-8652-6E3230DC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F02C0-780B-1E13-352F-8375153E13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4E1D62-7B8E-D2A6-3C6B-7BCD18707F48}"/>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9644741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14A43-3CE1-ED76-0FA6-9ACE3D67B4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C53830-D421-443C-959D-637EB9B02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5470F-66B4-A576-AA3F-B47D5F1E16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F0594C-1797-8B0B-F81E-F445174104A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16125187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D11CA-E512-3FDA-8517-DF8B03B31F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595167-5658-8BA3-53E7-4DF03A8F3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B6C69-E2C8-A4CB-BB81-F0D36BFF6C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D0CE8F-EA4F-540C-2D3B-8838CDB4BD21}"/>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0359847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8A217-88D5-407B-C4A1-3B43389B12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3C82F9-00A4-71F4-CE47-70C8DEFFF8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6A1961-2752-F2E0-21D4-A30E345F50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8BB444-FE53-0A3E-B5EA-0EF35286681B}"/>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9377988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339A7-BE8B-3267-87E1-C023378D8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9BDB1C-B6AF-1168-9AB5-2590CDF89F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D3B17A-32E5-2A1B-AC76-7DF58CF6F8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8812F5-DC54-E067-6DE9-5A85A3B7D21A}"/>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236470893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949AD-76BE-390C-398C-44A190C84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8C502-2619-4FEB-2CF4-8EF0F8F971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6468B-1668-66F6-AC15-898FAEA538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5B1F8F-DF25-5C8D-96F1-0BFF289A0236}"/>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42105437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2F289-D7A4-E959-D87B-7BC5569D09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0CD4A-1293-97FB-7966-7159447D03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A81422-0F01-3067-9748-12CE21A731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58908A-2B42-BEA2-C46B-E90E29F85A69}"/>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115427089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C9F-79DC-6D8B-D6A7-8E56C8CE06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DA08EF-11D9-FB4E-8565-A04E22D06B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7EC7D-E7AA-160D-8B85-D3742AE469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5F9764-84EC-772C-181D-E19D3ADB34D3}"/>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1091513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5116D-9AF3-4B5A-DE20-D6EAB3F80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96DB2-C6B8-97AF-0F4D-A01B447ABB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C022E6-F62D-B135-B988-05F8600C61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2B89C0-78C1-A45C-AF31-FAF2F45695ED}"/>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2508920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33D01-3FC9-BF0D-FCD2-0ACE63425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1421E1-44D2-DE73-F5E5-B5F0B8A99C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76647-C22F-6F05-E09F-AA53CB039C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636BD6-FBDD-3EEA-A4EF-3865C2D8E591}"/>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1421280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62E90-BDF3-C7F1-D546-37394183C4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135C2D-243D-92A5-D872-641B101B18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8164BA-6FE2-C2D0-23A5-CB6FCF1FB3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4C1BF0-F698-B253-2BC9-96F8580243C2}"/>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31391345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DBA27-CDFE-76AE-6F71-F11673D549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2A5E0-5181-076B-88FE-628B0B20E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67CAF1-F392-E8CE-6CCD-82D5F9C8BE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16CD7E-5ED6-24FA-195A-DFE57A0C1691}"/>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966010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1BE55-3151-5565-077D-07BDCBE43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E55E54-3808-4E85-9043-A79AEF5D3C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FCECB-C776-53D7-6997-EE9A12858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5180C1-3B25-DA2A-D323-20B70BABAA68}"/>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391365029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65B48-48D8-398B-DD5D-812AC9964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9B5514-40B7-E85B-1B53-ABEEB18E63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AF1C0-6BC6-9728-8BFA-EFAF252B64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CEFFE3-A96B-4EF8-E0C5-464CF7E25992}"/>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40900630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2D81-357F-C035-400C-529B7960A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823F35-C662-CB2D-8722-7B84E222C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B0B42E-371F-27EB-C606-C6AA3F5C76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C16736-D1DB-D515-5EBA-A1575449FD95}"/>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2256256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877FD-8E73-5C94-13A6-3A97B5A3FB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D9D078-CB75-EC3F-70C7-D0C14705E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C72179-7097-92C6-B760-EB3D49D8B8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B2526F-5D37-9E87-533F-C0AE8F9A07AE}"/>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61384897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FF2A3-D581-D936-A64A-3F064AC4CF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103A8-5552-11B2-49B3-DBD26C4CDA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A1E125-2217-59EC-0156-A563387942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0144FC-A3FD-1F97-455E-93D0F1B2A6BC}"/>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8412589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15B1D-6BCA-5D2D-D888-DB8FDDF2E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831890-E51B-FA68-6562-D16FC312AA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A4C09-46AD-1939-F8D8-12DAFFE43D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BC737F-38E1-BBCF-BE9F-0BC75488BE65}"/>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9977245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3899-A5B1-7653-B871-4B8CD7D75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03275-7DFF-E4DF-6CE0-F8CB608AB9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54814-C5F3-AF59-4397-A8DF639A91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F33BC3-A3DC-0F95-D09B-8EA1A053C98B}"/>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9668162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5EB47-F77D-926F-4636-6C92E6AB97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09313-B5F3-B4DC-A88B-DB962FE142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29F741-407C-AA91-08E2-38211F9037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1D6014-FF5B-5A10-FD0C-25F2F83A7EB8}"/>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6699133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D4D7B-8B40-75BF-977A-D76200B8FA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69F12E-F33A-267D-1B76-D2567FFDD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E47A4-4FCF-C461-8419-0FA761E832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F609EE-877B-0DF6-4747-B5026480D1EA}"/>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16120683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6C1A7-A6F5-E632-055E-753CC33EAA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2E1BE-7281-ECFC-CC69-C923183CD0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7FBE41-A701-0F7F-3721-D6F3FB153C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3D4758-29FE-1C55-476E-7BF648974E95}"/>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33623777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2C92A-7FB4-C12D-AD6B-637287B447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FADE3-C7A7-D274-A48F-D7CABF9C6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174986-8694-E98C-BD7E-0019744312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5684A4-01A7-8D11-669A-FE9DF4FF708E}"/>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96997658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A1B59-7A0B-D351-6A77-93B0EB06A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B8E14-22AA-D1C4-F47B-F2D52766DC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F37D8-BF5E-847B-448E-4C20A2C0BE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6DF04F-CCF4-D76D-B528-6FE1FACADF62}"/>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41689302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57EDF-50DB-8C75-A9A7-7D8E9860A6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30B332-A474-4067-B9A7-664865BCCA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E08050-A53F-8630-E3A8-BF90E0F248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ABEE87-1E39-3691-2234-C40639648B4C}"/>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353036459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21732-800F-581F-4844-7E6840D69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A15A6-AE5F-05B9-FE9F-391A6CFD3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F6CCC6-452B-7CD7-3008-2D0F68C242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4FEE3A-B1C0-7871-3397-3A0783EFE8F5}"/>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42350457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E154F-3026-103B-F083-0BCFA333C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26017-4C27-8769-352F-4EA65E50CC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D5A3E5-CD20-CCA1-C3B5-041B46942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393BBD-1AB4-97D7-4372-4FA0D2B7B832}"/>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323327114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F75C8-8F63-B458-D73C-DB8AF34CA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06B7F-4446-BC80-EA80-EF74D8F77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6060B-7B96-0351-2795-92D24EC26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F111CB-0F1E-AD15-6D48-EEC474F70CF7}"/>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71549604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3ABFE4B9-5AC5-B69B-1C9A-01C7D8446854}"/>
              </a:ext>
            </a:extLst>
          </p:cNvPr>
          <p:cNvPicPr>
            <a:picLocks noChangeAspect="1"/>
          </p:cNvPicPr>
          <p:nvPr userDrawn="1"/>
        </p:nvPicPr>
        <p:blipFill>
          <a:blip r:embed="rId2"/>
          <a:stretch>
            <a:fillRect/>
          </a:stretch>
        </p:blipFill>
        <p:spPr>
          <a:xfrm>
            <a:off x="3164409" y="308057"/>
            <a:ext cx="4543376" cy="4989947"/>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4/30/26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4/30/26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16767-A905-B3D2-5B00-9936585E84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B70287-0863-A6E6-AB0F-1BFD6CFE0E1A}"/>
              </a:ext>
            </a:extLst>
          </p:cNvPr>
          <p:cNvSpPr>
            <a:spLocks noGrp="1"/>
          </p:cNvSpPr>
          <p:nvPr>
            <p:ph sz="half" idx="1"/>
          </p:nvPr>
        </p:nvSpPr>
        <p:spPr/>
        <p:txBody>
          <a:bodyPr/>
          <a:lstStyle/>
          <a:p>
            <a:r>
              <a:rPr lang="en-US" dirty="0"/>
              <a:t>There are 37 cells on the line. Color them so corresponding squares will be clear.</a:t>
            </a:r>
          </a:p>
        </p:txBody>
      </p:sp>
      <p:pic>
        <p:nvPicPr>
          <p:cNvPr id="4" name="Picture 3" descr="A grid of sudoku puzzle&#10;&#10;Description automatically generated">
            <a:extLst>
              <a:ext uri="{FF2B5EF4-FFF2-40B4-BE49-F238E27FC236}">
                <a16:creationId xmlns:a16="http://schemas.microsoft.com/office/drawing/2014/main" id="{0E26A264-4642-B993-89C4-74D441BDC4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96688F-94C5-7265-3650-BE121B3DA5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B6290-7CF9-B873-BD01-837EBF94D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D1E00B-7AAD-5621-8007-12012C2E75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F17131-8213-9F3E-B3C4-445F49782A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518820C5-276B-8AD4-DDBD-DA21879346A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F38567C-85AE-58A8-322F-144409BEB78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2F7CC0E-02BF-5042-1AEF-567225B95E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1A92DC-9D1F-83B2-9038-BB7A859BF36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B4A6CCFE-D2D2-FBEA-E60A-3162E3214E0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13" name="TextBox 12">
            <a:extLst>
              <a:ext uri="{FF2B5EF4-FFF2-40B4-BE49-F238E27FC236}">
                <a16:creationId xmlns:a16="http://schemas.microsoft.com/office/drawing/2014/main" id="{88053060-4A53-D19C-E476-8A6BA2CA0C1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48DEEDF-274F-A996-4AC5-6033F9D27B1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325B28E-66AD-17CD-7C50-2BA6B77E412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29A984A-7D79-7EEB-28A5-DC56D4638E5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AA96114-B7E7-E72F-2140-E5B8238D33A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1568E4F-DC60-3241-441A-E4DAD952CE9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AAF7117-E408-9C99-EDC2-C99E6D36A0B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9FA39F4-F858-7BEE-D8D0-7BC3F94C680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999B587-A857-7FFA-53E8-D21953FEBA8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CEB4D3D-E8E1-D56A-8F9B-532746663CB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2EC1AD0-5818-8A7A-9726-8B3CCBECF3A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7ACCAA4-7E2F-546B-5D49-2218DF68C7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69967E4-7670-212C-8268-AA0AB915B75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59947C9-622E-2257-4B7B-7D665D775B2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45BF72E-8ADF-751E-8135-3E26B8C921D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DC961AF-283E-D419-6641-2A244F0113A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E8BC374-47C6-5CCD-7E6D-348C04D44DB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4C844BA-D614-43D0-778C-7E7717F850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0AE6768-018E-C2F8-1D9D-1BA1E2B9C1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9F4448E-4983-9CD7-935D-80A1160D5ED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391AAD2-712F-3BF0-5800-C717F3F6139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FEB541C-1FF9-13CE-4CD1-C92ECA7879B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8720D477-A884-45AE-DA99-A295C01F9F2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4C51010-3D70-896E-BC1B-B1D4380F33F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7" name="TextBox 36">
            <a:extLst>
              <a:ext uri="{FF2B5EF4-FFF2-40B4-BE49-F238E27FC236}">
                <a16:creationId xmlns:a16="http://schemas.microsoft.com/office/drawing/2014/main" id="{603DE699-1027-E399-EF4D-749CEB74A40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BF01E4C-9133-653F-272B-8E7894CBB6E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F5012FF-2D91-D57F-B28B-D7915467563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CC7522-1A8B-38A8-48E2-955604A310B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2A5A5A9-8B2D-C40B-5442-A3E5D64B78F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B2F5084-F456-EB68-9D78-0015F6101C2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579BE4A0-4697-8E2B-B9EE-CF640090105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3519286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3202A-CA1B-66AD-37C0-31360E29C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083B5A-6096-7CB1-0C05-CE7DC4FF50B1}"/>
              </a:ext>
            </a:extLst>
          </p:cNvPr>
          <p:cNvSpPr>
            <a:spLocks noGrp="1"/>
          </p:cNvSpPr>
          <p:nvPr>
            <p:ph sz="half" idx="1"/>
          </p:nvPr>
        </p:nvSpPr>
        <p:spPr/>
        <p:txBody>
          <a:bodyPr/>
          <a:lstStyle/>
          <a:p>
            <a:r>
              <a:rPr lang="en-US" dirty="0"/>
              <a:t>Constraints on a cell also apply to its opposite pair.</a:t>
            </a:r>
          </a:p>
          <a:p>
            <a:r>
              <a:rPr lang="en-US" dirty="0"/>
              <a:t>The red cells on the ends of the line can’t be anything but 3.</a:t>
            </a:r>
          </a:p>
        </p:txBody>
      </p:sp>
      <p:pic>
        <p:nvPicPr>
          <p:cNvPr id="4" name="Picture 3" descr="A grid of sudoku puzzle&#10;&#10;Description automatically generated">
            <a:extLst>
              <a:ext uri="{FF2B5EF4-FFF2-40B4-BE49-F238E27FC236}">
                <a16:creationId xmlns:a16="http://schemas.microsoft.com/office/drawing/2014/main" id="{B0FF84D7-BECE-2E9F-D0E2-BECE29A63C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A8B4B4-9CB6-A823-1B01-A95F0CBD19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717A5F-08C4-5028-38CE-2328CA71B9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0F64EE-46C0-5BED-ED91-0F1E155BD5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F4DA92-0D8C-5173-CEC7-43B356D59D7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2EA01698-FC3E-744D-4014-D2C15116D10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2C32F23-662B-D8DD-48A3-ED5C2A1AE4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20A3E02-09CB-1BA9-D607-56E3A25F197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5CCC542-F10E-B254-95A4-7D7EC01C96B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C91CF03-E24C-9E3D-A18D-700FF825FB5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72C0774-3ED3-BDBE-4A8E-38D30EC637E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20C87CC-C34D-47F6-F1BE-BC2C071835F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2A344D8-817F-7339-83D8-F01A621FA79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60B691C-DCDA-FEF9-DE81-60D91DC6DF4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B6F2746-8C61-319E-361F-DFAB9B514A8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774F52D-FF50-9C1B-5AAB-C497CDFDA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97E3A8-6EAA-DFEE-1C58-D958E099EA2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E19BAE24-C929-DA39-43B3-F659B015CE8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89ECDAD-49F4-326E-1A75-324EEA96D73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A0EF55B-CE8E-0860-53C0-D939135CA27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E3317BF0-A8F7-0102-74C7-261F3350EE6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0E94BC6-6B39-BF69-4648-0BC027DB103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2334795-4103-D791-F0DC-103133C5EF0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490D1A1-CD16-8762-F00D-4F8C0B30F89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B9D9A48-87CD-21C9-1FE0-C39E63C3809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C601DE5-A163-4940-4056-4BF00CB51F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6E5907EB-BD87-AD3E-4B05-90FDAF74C6D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48D6AE2-63E9-0FAC-AED4-9E1A467935A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BD23623-0612-E86A-6F70-FB9667F1FFF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0A15AB0-9E06-2FF0-9CCA-6000DDE22C7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67E7E13-70BE-06B3-9EED-0D7FDD43C2C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BF2B6B9-B80B-CF3A-9E4D-350A36C708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BD0E29A-400E-9D15-217B-FCEC129B01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E46A29-495D-E164-27E3-C010351190B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9E90BBA-23AA-9F80-83C4-2F4B45A88A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CC3D1E6-1473-46BA-7E22-C0D793275B7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23FCA17-8F92-9801-56AA-8416A26C1D1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B1C6274-C135-CF8F-6597-732124E45A9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385DD54-2ED6-4B3E-71DD-6A671899930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752AF36-FAAA-5A2F-97BC-C2A50B57577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7A7F5F6-A34C-85BA-FFB0-3FB90876C5D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1097012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21B95-456B-73CD-7232-BC5D787CCD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BFF7D-C911-BB9E-CE19-B65E37EB29D7}"/>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F9CE6046-CB3C-4501-B819-887A669929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AFD98F-BE77-8E97-7328-5DED9A791E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147EA-C237-093B-A993-69FDEFBD7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D66A32-D7BA-75C4-3AC0-6578E6C12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4BE6F-BCE1-0985-2E0B-92839CA9483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BD9D52E-C556-504B-0ADA-EBCF5A3C92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1329B8F-3C36-5A8F-131D-298F339E41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9E289D51-6D0A-A92A-AB0B-0648474CFEE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B52EA30-27BE-54AB-9E9C-D7BE6AEF61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4628F4B-011A-123F-8F22-29EADC6CAEB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A35FBD-C127-6F46-0192-A64294A2667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BD1B45-65B2-9F0C-F861-E0296778EED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F592BE5-0D29-5C3A-9B50-30E4AF5E542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1DE8FD5-9A17-0AA3-ED7F-DD65798E3DB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23A6BE-7D13-C259-1DE7-30ADCAB1FE9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0713EF0-BD62-2F72-7E25-2DF17D0DDF1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0F5415E-9523-0A9D-73F3-9354F97F956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D1DEAF6-5CE9-8328-FDCE-5A9D97B7968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FBE5C4F-6737-2A49-79A7-DBB065A8B9F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FDFB38-9AC6-6375-D478-9F9355DCC6C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2B6F401-7566-C63A-9B33-8AE7D3FE4CC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9C133EC-ACB4-6702-1EB9-BBA0F726293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952FC61-4165-0FEC-D84F-6AFFF250742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045AA2A-28D9-B69E-470B-6C7F0575FCE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9D53733-2163-6A29-6402-B3BD8C73704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BB88099-0A37-0859-9505-FD4FD2781CC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635032B-8579-5D4B-65A0-CEF619D2D1A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529056-5C30-F420-F113-F88B098B7FA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2FB814C-3B3C-E0C7-38BC-7E84283FD5D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CEA4B86-7800-996C-85B3-B9ACE5D24D7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5BA6C3C-4132-F3D3-90E8-D2AF0A82DC2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07EF4C-81A8-DF47-CC92-469A277ADBD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0D44D48-85B8-9537-61B0-E6EEE77BF5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5507D20-72DD-C6D9-9577-6ADC8AE92E4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5F54244-988F-7DAD-CF07-495B14542AC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898738-AE89-9283-EDA8-FA0EDEA34CF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CBB84ED-A566-0FB8-8D12-B6423AEC051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5FF10F-45BE-58BB-D7E5-FF5564D7A2F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24E75E7-BA15-026D-AAF7-DAD4E7292A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41FE92E-1445-FA45-81CE-EF1ADD670A4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73527B9-35BF-4E58-AE8D-5D2FA50F3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680C5D1-F865-E938-F55B-AC2862F05C1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938F3E7-5891-572B-A361-251D58FC4E02}"/>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822985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794F4-3E4E-C332-1E4D-0E0AB053C5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AC9AFB-F7E8-B350-E099-64D669280F65}"/>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1CA8F495-26B3-75AC-8DC7-2A1D4434DA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D2BCDD-4148-40EA-177F-65A1E281BC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755D6-BC66-BEF9-42A9-9428865F07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B023CF-DD3E-3598-AF9A-9A16F0DC67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42A717-7825-369C-8DD0-1F3FA66473D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5B2B0D4-AFED-0755-F7F3-78B052D8B9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F581A16-DA6B-38F9-3337-C2183694B08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CB9175F4-BCAD-44A1-A0DD-F47C6AACE9F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A8E9975-911A-D4DD-0BC4-B4F0E1F642C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050B53CA-F830-33D7-EA16-329942E0C1E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DA37502-AEBB-C6B5-8F98-6FDD26319B0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DE96CD1-523E-0662-3480-7CD0814B9E5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ADC3C18-06ED-7C3E-BB4F-89D35DE262F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094E3D5-FD70-D08A-2436-5A89C3EC632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0A01F07-0E30-DD7A-6A7B-78A5C23DAA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CF873B6-85EA-9D70-52BE-5B7BBD2B011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258FEB8-CAD1-CF60-1034-1090A9B176A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38BA916-FF43-8CC0-6D61-C2C2F4394E0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401A87-27D3-A42A-B774-1A4B260AC32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80F2FF9-7B7F-B9AA-FC5D-64B36C67CD5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BAB4978B-5AE4-F6A6-40E7-A6E7A4B1596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C4E1C5-9540-4EE6-C00F-EF40FB9294C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8C68AD4-C343-F549-F599-A110B108C22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0B913EA-EC7F-7481-D6B2-915799B99C5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55EE047-FC13-FD81-AD42-5CDC82A7E25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845C4AF-09AE-76D7-8CAA-4D0C7D33042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C3BB588-9A02-53CB-DC1E-47E23E1E9A8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EA4A4BD1-B31B-896E-9643-02B1851F3E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D7ED17-D9DD-E36D-7B58-6640862A4C6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2C9CC3C-CB86-38F7-7CB3-2244D615D27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9E7C8F9-E1A1-7A9D-836B-42A432CBA25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8AA4F92-3153-70DB-DCC8-2D38EE88F4A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12B4A46-D42A-025F-2FF7-0FC843150C7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7CBF91D-F476-4EFC-6915-DED81FDD610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4AD911-6F9C-C046-DEC3-2C9FFBF0BB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A101EE2-E52E-665D-9407-27D0AA55A19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9DB5DD2-A88E-320E-A62C-B74E9D85256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AF12C9F-32E1-4CF6-806A-F5583DDCB4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8FFE86BD-C938-5840-18D1-FE37F72199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83DB33A8-843B-FE0B-1D3E-F9D110672F7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07D90AF-8D25-72CB-F7B0-7B16BE01561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3706DDB-FC2F-C191-F186-EBD331E1D1D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54A45A6-2EBE-D595-7500-249880FAF76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0DE52997-7A1E-2CBC-24F1-81ECA288E60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C81584D-E667-FCEE-EAB3-79F9395C07E3}"/>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3716735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8531D-A91E-D804-DBFC-9F36002006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2C4E36-79AD-C9AB-6802-44D4BE4A0F1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963C200-7828-8692-8BAF-93D3C41556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A4FDF6-C442-638E-F594-52EA7A6E09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4A0C83-A291-9396-2F03-C9D3887D14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ABE6DED-8C21-0964-350D-21403FDC1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CD22E-9630-E0E6-526F-A618F1F9D0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E498704-D8C3-A254-3E3C-44D9402339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5AE6C0B-5136-619C-BD41-EED6A3AC02D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C79AC8B-C66E-097E-DD8C-C906F2B5321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1BFE98E-725A-2878-BFE5-0C36120C4CB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914B55E-BBC7-E7F6-216B-57070486D90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9BEEDBE-5D2B-202D-9545-21610F45219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10F0383-0298-7C41-D7A0-5C8EE4DC9A3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53BA077-3BB1-19A9-14C8-B40980F6B17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B1182BE-1F4A-258E-B79A-17D5181B201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325BDF7-9FC4-3FAE-63C9-F3916F1962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D027E6-8E80-8FB1-BAA6-C61DC8F0711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56FEFEE-0FB4-2DD7-6410-2C7DFA6D247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BD24BFE-1E27-A957-58B0-4499C15E01D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5235146-6405-1B97-4415-814A51877E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A0D1DEA-E72C-0E0F-456A-B9556C20C41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91E8B22-322F-EE2D-F804-04796E2AA13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9F8292-B252-F437-6591-09D74C57D4E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D6A199E-44DF-2471-91B6-5DF142BEAE2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C68C904-19AE-2A2D-C5D9-A61C00C5C7C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EF9CF14-9014-EDA2-A944-B84FCD065A1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472CE37-74E0-238D-9A9E-5BB80C9F564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1780EC-4427-D945-5E2C-4A1F192C383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6B2BF7A-7F40-10C4-3D00-3A9F1794746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4E29467-BE6E-E6DD-D901-5A965BF208C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1203448-6E7F-F13D-B4CF-7BE1A02199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F2A5CF1-7FC4-645B-BBDC-1DD86453664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871B46B-3FC6-E862-2E40-21D62D0B4B3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010044B-105A-F3DF-57F1-7698C5ED701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EC053B6-E856-5C0E-5C6C-059BE8AAC4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CA14E7-0791-0F83-8112-63DEF9144E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10D4BEE-BF75-6860-B7F3-655F860CBD7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7C9BEF-BFEB-F7C0-13AE-0D069CC7901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D8718B2-CBD4-40CB-8A35-AA8E3645545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9A4E9D2-CF63-4EA9-F0A8-6383C70A776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EB1040C2-72DB-10F3-EA84-AB3D7390AF8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B3F8D8B-ACCF-71AD-5DB0-6B7C1F0F9FE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3E850A7-39A4-5CF5-EEE9-C169C0BF285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A722782-4BFC-6232-DF60-49CCFF9713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8CAD166-6E70-3E8B-6E75-F3C32F29FC87}"/>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E66968A5-52E4-2A0C-FD48-CE1887D07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75DD7EF-B405-1455-7053-726486DEC422}"/>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A8F5066A-B775-3027-61EC-B699777092E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1069276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56CD-5EE6-1B13-1C0F-A53EF0EC0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D92D4A-E895-3049-E5CB-2B775A632EB0}"/>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35728CF-BDEC-1D1C-0176-6BFD0EB41A6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261567-C753-5EBC-FFFA-55E39F4A5F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9B0AE-33EE-A657-21D3-6309C44FF9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42E814-861B-1E57-1D8D-041A209667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67C5BA-0A23-0BCD-2815-748A9B5AC2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1EDA5355-9552-1840-15F0-2A42869D1F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B94D4DA-E074-3F19-AC00-7490369AE68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397CA869-C9C4-E1DF-DED3-85116161916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8ECB0D7-31DA-481B-51B2-C00CBBCC76F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A2DC25E-CA62-1656-24CC-7FE5AF836C6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C4C17E-4056-60C0-8CF7-57DA64DC5C8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1A997-06C4-2EB1-B5BE-2223933E94F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E46F195-4522-D277-9F03-0AB3848217F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2B1FE73-B3CE-28E2-CEAE-5ED61CEE765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68FB6C4-5AD2-6839-1B20-99703E446B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DCB31CA-4173-D02E-485B-6E039E80837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D4BBBD6-D0EF-D68C-F73E-C193213A3F4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CE26D0-D71D-6E84-D1AB-380C64721C1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E80FDA3-DCDD-8618-3893-B5DC0E680D2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422D77B-AB92-ED81-6BF1-A354DA55443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D526631D-BCC8-4D1C-0E64-5D32EFFA834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2F4295C-5D33-6603-CF7E-16AFB02120E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1FBC4B-0FD6-5965-3AC7-9F2299354A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ECC5201-EF42-E041-29DD-31494499134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2F3C4C0-A81E-E8F3-07DE-71AD15FD1A7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90F9EC3-3A5F-E3C0-F6BA-3388DE310FD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E50B1F-4AE7-D02A-F736-01CE428EE4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6A8AC57-CC5B-E668-F6C2-416CEC341D1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4E16610-3446-CC9D-2F8E-DC937254A4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1E61E3B-3EC3-5DBB-12BC-B4A4CBBD88F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B6F08A5-51E5-FFBE-A0FE-3CDA4D023EE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3F1FF50-D38C-A0EE-0821-6EAEF9C1D09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CAC3D27-F9AB-9955-D463-247CCED25E0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2B2B822-D651-465A-F444-070490124DA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E53B823-5938-CB45-D7BA-7427444E8F6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2BA858F-4A71-45D1-6AA7-756F7C03511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EBD5519-334F-A058-7B75-7CB94A2F95F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636C6E8-6A95-A375-B361-0D8034C875B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105C115-454D-A851-AB08-FB4A2F5D7AE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22D07B1-F0EE-2821-1A16-AB9F2AD105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D98FC93-29B1-1170-E759-095A736C419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3096095-CE74-842B-BCE2-71A2128415F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5AAD18B-9438-F1EC-10F3-7A1DD3C5DB0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977FEC5-B851-B5E3-5AEC-75AD1D9AF0F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283B6AF-57A6-3893-1754-4A6541CD3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A34F773-B541-3577-922A-D6E235C7B6E9}"/>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19044D1-3F8C-78EF-87AA-74132253F59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90A4FB8B-364E-0876-BF0F-EDB588E0C7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965DFBAA-E33D-B601-44FF-9627A70208C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5422840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14F9E-D7D3-17BA-CE00-03004A06EE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3BFC35-BE5C-42E8-5FCE-0AE24A1D2C44}"/>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FA70A8EC-EF62-0429-47A2-403B45F31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CB16ED-F834-2A0A-BC17-C7D08B91E1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B89348-97F1-5464-3C42-5B1E9F79D67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1067FE-6875-E4F1-4527-9C2ED370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DC082A-79A3-ADBA-522F-DBA533D48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F7F9477-2E49-4537-FA7A-D17EFEED465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6E549C-0D84-F19A-838F-1773AEA1EA0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4F43687-0B43-CC39-36CE-CA17C9A7254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8892B45-E555-CA04-BD6A-E3B3196DB7A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C1CCE82-2DB2-2651-CD09-82D7FFCDC42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2DFA765-90F7-534D-B025-954A28D9E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0AD71-3330-643B-7F8D-758D7E209F6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E86924A-4B85-58B8-5E04-FA069EFEC5D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B8F25D0-0018-B5EC-F7AE-CF21C280D91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8ECE872-949C-12E2-05B6-B23890E86FA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A894B0D-0F53-0AA2-566D-9567A796AE7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A2B1861-B33A-A7E2-11A3-BB5F4E36DFD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3314E59-234F-58AF-D313-68B1331E3ED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C3F40E6-07C5-0385-78BD-7EEC242FEE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ED3D2E-5DA6-27B4-ACCA-8795F95709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C01C9B95-50F5-3CDE-9CC8-E1C260395B5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E3E0F82-A218-D7A2-84E1-1F42BC409F9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E92F64E-440B-90E8-9B95-6B143ABE1F6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98782E1-F9D0-7FDA-3AF3-2577AD29D7C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F8A7E2A-3A8A-8005-B205-6515F00C576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A0320D1-C22D-FDEA-3C0A-206933895FB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18E6BA1-7965-2D7A-76F7-120F970B77D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863C9C5-38C8-25B1-D1B2-35A365BCB46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5855604-60F5-07AF-1D99-FD11EA4B5C7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FB44A655-6769-147E-4A3F-04D219E8233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1D21546-757F-9C07-547D-A29A1A05B26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9734212-925A-BB9C-D3CE-1BEE1D7CB54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4529732-6DA9-50FB-E859-D10F51DB12A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DF74FF2-3D15-FAF7-FCEB-BCDB64879CF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70BF9FC-9ABE-EC4C-D79B-253DE2C548F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821104-0FF2-B327-AF41-7456D55A58A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B65365A-AAF8-1573-8B16-3ABD1B52C73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F092AC1-3E01-9C85-9BF1-236092358FA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2BBAAA5-4ED2-2100-F517-0BC05171B72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6455B22-094E-9FB0-FA99-606061995A8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A1CF43-8550-9669-CEDA-8A4DC284F93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AB29EDB-6DB4-379A-03A2-AAF417466A2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C1857427-B050-16CC-FEF6-68346EB3C64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52207C7-1769-D34C-6F9F-A5CA15C1DF36}"/>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FA356F2-BAC2-D967-BD1F-F8E13DDC0358}"/>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CCD5720-EB7A-D722-4F1B-2A6E40CB16C6}"/>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65DDB7E6-32FE-82B0-3CEC-138439783B06}"/>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0D4BD4C-86E6-6643-75ED-6BAFD569CB1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0CB7557C-2E41-AADE-ADBA-472C0EE21E6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480050A-0332-E967-272A-3359C047AC9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C38618C-74FE-28F1-F04E-E292E00F1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7220B0E4-9F80-1CD6-072F-9A96B5AB50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73064F09-7FBB-75B8-C62B-8BD5020D906A}"/>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15B4D7E3-CCDE-5B7A-3DF9-272617085F02}"/>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56716FD-5F5C-0BBB-4F23-2D3012A099F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Tree>
    <p:extLst>
      <p:ext uri="{BB962C8B-B14F-4D97-AF65-F5344CB8AC3E}">
        <p14:creationId xmlns:p14="http://schemas.microsoft.com/office/powerpoint/2010/main" val="1835172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DD9C-5F32-79F7-BED4-6D65781CD5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B0432D-CF94-6EFA-21CF-4705FC2DD5F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6C25307-4949-F193-3D1D-5401810B55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297E4F-33EC-07E6-188F-9535F81FC1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BFC703-0065-346A-9CE8-98E0AC6A77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E31F21-91AE-4463-2634-6531246BCE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50216B-0EA9-B156-F44B-62DF3043EEC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76E9233-033F-F70E-A8A5-E033034EC6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EA85210-DC2A-9A05-0190-47ABFA312E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992730A-3AF6-9098-140E-ACDC648947C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76E54BD-3991-429C-5675-77ECBC06B12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D518A08-43A0-12AF-1804-25DB8ED1F8D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78CA2BE-F9E7-FCAF-0D09-4568A35A0C5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6FA7A3D-BFEB-8554-49C2-06D7B8954C6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14C93FF-6EED-C0A3-C1AD-ADE6C670C70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4ACDB2F-BE32-D59B-60F2-534C3367D72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DF65AFC-B513-3026-5455-38FB5421B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D8B2FA1-FA7B-F87B-F0F9-E7BA3736957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C984CFE-F333-071C-2582-67E8B69DD9E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B84C34E-B42B-F6FF-C60E-844A64CF564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8A196E0-BCF6-2767-E753-C4DB5384E5B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D12D34A-BA18-BB30-A080-675CB5C80B3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9AB209D-8590-95FC-1164-2D97A6DE713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2D1F57-5764-DF3C-838E-E9868726CBC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B20EB89-D026-DBF4-BEF0-676D13D7DCA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EA298A-4AF5-DF2F-3F66-116EFADE5C4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253E005-6E63-A1D9-2380-EB782ED51C1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1221A68-5911-5B7D-7923-D4EF9414E0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FD38333-45BA-4F8D-4F30-9148D2E26D7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3CE93D9-7FB5-EDC9-7782-A3767128A0F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E827405-205C-8B49-DEF3-E2360413BDE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939B36E-A714-03B2-4C35-0B0370A1B2B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5811901-A494-205D-440A-77081C9E3D5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C254BE8-EA09-8EFD-2981-CE903A6F63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0995776-B330-8398-4540-EDC217AFE36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250C0F3-8663-42AE-F1F0-2A0E7ECD9AE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C30D577-3E93-F28B-1EB0-7FD1DC77A6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632EB46-B4D0-547D-B4A7-A65A2F847F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AA46100-8A2E-629A-2D07-B58C934652B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D6CA1E2-4630-CBED-F9B0-3EBCCEC7463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DE2B8B7-60AD-2D09-22DD-9D29E9B314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A63EEC51-2122-C575-8127-53AA1BA7C4C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5F132C7-CFBE-AC08-88FF-F9EB83CE5DD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F3F5AFD-81B3-3D28-E2D8-D78DECCCF15C}"/>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6631378-EDA2-011B-E36B-16A3766FECE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AD481E12-F17D-F1F5-8B48-D578A495DBA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4D507A3-9578-489A-32B0-05533028C33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A06280C9-6B9C-6DE1-7E10-6E851011263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9DC24107-1B0D-4498-A235-FC9470F6C1A4}"/>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C110B2D5-9CBF-3A7B-2EC2-BFB717E6652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E6FEB4D1-3614-FFCE-9BDD-B8ED08C1A67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01047B9-27EA-3A8C-F495-F167431B72F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85490C1-3740-E56A-F033-201991E9B1FD}"/>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EC8A572-55C6-12E6-7E3F-5FB4D23D672E}"/>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37CB6BCD-3E5E-ABE8-E68A-D0F02A21D554}"/>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7533A38-68F9-B4FA-B31A-A13CA58CDFA7}"/>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CCDB51C-5828-2C97-1833-8DA89ED0614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4D78B1C-8F0D-D6F0-B3CC-0B9B7EE4A1C7}"/>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420AE006-B00F-A77E-9876-E3E51D744F7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F026149A-B654-19AD-6F4A-EE49BC81C79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72D0373-B99C-F0E8-1922-BDD5DD767E4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E0C12D5-A8C2-282A-37CD-E71BBCFC8DD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3858CFFC-CD21-0EFC-D687-2D0F574102B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2403780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30D63-22F3-DF1F-E42C-4CCE1DB7676E}"/>
            </a:ext>
          </a:extLst>
        </p:cNvPr>
        <p:cNvGrpSpPr/>
        <p:nvPr/>
      </p:nvGrpSpPr>
      <p:grpSpPr>
        <a:xfrm>
          <a:off x="0" y="0"/>
          <a:ext cx="0" cy="0"/>
          <a:chOff x="0" y="0"/>
          <a:chExt cx="0" cy="0"/>
        </a:xfrm>
      </p:grpSpPr>
      <p:sp>
        <p:nvSpPr>
          <p:cNvPr id="77" name="TextBox 76">
            <a:extLst>
              <a:ext uri="{FF2B5EF4-FFF2-40B4-BE49-F238E27FC236}">
                <a16:creationId xmlns:a16="http://schemas.microsoft.com/office/drawing/2014/main" id="{FDB9A114-D09B-9ABB-B4E8-5BEF2ECB5D0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 name="Content Placeholder 1">
            <a:extLst>
              <a:ext uri="{FF2B5EF4-FFF2-40B4-BE49-F238E27FC236}">
                <a16:creationId xmlns:a16="http://schemas.microsoft.com/office/drawing/2014/main" id="{81315531-C16A-AC48-607E-55B3A4BAFF61}"/>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DC127E6B-5975-E59F-66D0-A4C844DEA0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A9A39E5-C63A-2E7E-5AB0-C00EE5974D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005D81-CA53-64A7-3CC0-F68155B55F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439AAB-F944-398A-0698-7B499DDC86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9C08EC-1AAF-D901-6AF4-99B4ED3ED7A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B219F19-1EC0-B097-C482-4E9CAFCE119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17C721A-ED21-4F1F-FC88-20B03B3FB59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1392B39-4111-AAD8-12F1-90D9D5419C1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5CABCC6-3FCA-2F05-3131-2EBEED5B4E0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3CE0EA7-1CC2-5353-4DFA-F5ECD73781E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2D16E60-5A8B-FA13-9DAB-EB9DC49A15C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6AC8B74-917A-6726-38FE-25626C521EB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4599121-2704-D808-2581-EE8EC570171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1A3554B-0661-F585-B53B-60FD1615336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4D60BCE2-A1F8-A547-1010-E7F28E518E3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34F736F-5B66-3B7C-D8E6-7195ECE2AE7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926837E-0D9B-B950-D4A9-42992F85362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E78A7CA-2266-59C5-1920-823F2CDC006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41D14AF-8B46-6B83-4495-1412FBDA768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3AB70C1-3349-12B0-80B2-F442404FE53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124F67F-FBB5-F431-BCE6-53AA4B86E07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B67DC74-CB7D-197C-22D6-34D601D1F8B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17C570D-B010-FCE1-B4D8-8F1F1261C07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ED674F0-27BF-E541-9FBB-ED1B1C5BB87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1773B56-6EE4-62EB-B326-4B9A69A03B6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825D12-9928-03CE-7F20-0B45EB6E69A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FDFCA52-E8A7-850F-CC16-19D964EF747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B86FE59-0316-311D-B1D5-4AA1B41AEB3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B78CA1D-B7FB-7C21-F6DA-404DBF7059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A1581D1-4653-AB4F-9608-D53F1C68EF3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626D54B-FCA7-C67B-0096-292DC4D391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FD48B85-80E2-244C-B8A2-09F0FD5DA90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A057195-1682-A8F0-71EB-BAA2022800A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A4B769-12BC-7E90-2C8E-76ECF7224DF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F5597BB-B685-49B8-7B67-01A7B7829BA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28C836B-F2DC-FB34-DFC5-1B92350B6A7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54D55F8-8BF1-CE58-894F-3C54482E1E7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B8321AC-03AF-6C29-449A-DC5E1DBA657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BB1E38F0-4CC0-49DD-5E34-62EB1F7479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31ED7A2-61A9-58B7-4770-184CDDA247C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C991264-A33A-1841-B188-33FD2591ECB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395BF90-90F8-FB01-C414-153015C2F78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38134AE1-1412-CE40-3FAE-B80154E3C6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A05859E-684E-7932-3065-BCC7D9ACBDB6}"/>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9CFB0B11-F3CF-7984-5023-F333BE0A2171}"/>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F6E1693-0028-DAB0-3EE8-BC8DBA1FECD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2231B519-FCE5-A06B-C8E1-8E0C77C0CA2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6B22C693-C640-201B-EFF0-163277E314D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D554D8-7D81-8EAE-65A0-3C72E4649F5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2560D82-8690-440D-EA4F-3F1B59F31B7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C838852-53D5-660D-E7DE-2EC0456143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AE08F3CF-B6A9-1665-1049-A4592AA5FB73}"/>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A9279294-0B54-29FE-D1C4-C7F91A284B8F}"/>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B2B0D62-03C4-DA91-7EFB-8C567DE5F2D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DC99DAB-C12C-7520-4A47-C98B55231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A27C4105-4491-0222-130B-0BDD9BF188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2348592C-CBB1-2A94-C8A9-2E83A339BE0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E65D8FF4-A736-AE76-2441-F18BFD6C44F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A1D7AEB-0F91-D63B-F94E-6F620025BF0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773F4EB3-21DA-45A0-A731-144A4D6C7F9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AA6D1A5-3E16-52CA-341C-F576FA8318A7}"/>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F4E457B4-C75E-F0FF-0504-B3410EA58BAC}"/>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A040A020-161C-D9B2-0CAC-74F4A91AC85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AE931B9-454B-A011-9201-D72E5F128DF0}"/>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708D05A5-3EA0-B4EF-0BA5-757DE0590CD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D732183-42EF-D5BE-F471-752016C5CAD9}"/>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Tree>
    <p:extLst>
      <p:ext uri="{BB962C8B-B14F-4D97-AF65-F5344CB8AC3E}">
        <p14:creationId xmlns:p14="http://schemas.microsoft.com/office/powerpoint/2010/main" val="4179624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2375-53B4-A7C7-BCC9-58E46DE250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34699A-B3D7-9CF3-6ACA-4EB0A26C9173}"/>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7189494C-52B0-8379-3DA5-F37FF7E396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0C0D3B-1821-DEB2-FBD0-2969F8A837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531148-F801-493E-CEA0-B03C25D373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4C271C-E8E4-A4A2-ECD7-228D93C9D5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15B0C9-D2F9-42C1-51EB-9DCAC08DE5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09BDC34-6A90-0C32-88AC-5F1FC799988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F3DB007-CA5F-D41B-1FBD-B8F93CACE56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5E0FAF9-583F-9C1C-0875-EB3CB13889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40FBA83-746B-F508-F469-49FAE3AAD91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18AECC9-EE2F-D5A7-E14F-93009333ECB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A0AD06-4448-61D1-1FFF-04B2A05C50D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D5F6631-73FE-EC68-B16D-5A5010C6247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483CE8A-B3B9-BF50-2F9B-CC39CDEE714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320B21D-74BF-AB9A-9F46-392DF4CF3F3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1A82D3F-5CF2-9B1A-C1FE-9A80220A4C3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A4F01A2-E45F-8D0B-6951-312B598715B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24C4A5-1505-82E7-8FE5-6021C2F927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6EB8C63-60C6-B63A-A2AE-896C5FCC7C9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C416D77-E4F8-3EFA-BD35-C9B51F1A07A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6DCA7A2-8384-BC14-F8FA-C52CD727569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3F5B1DA-D09F-9032-F055-BAC65F78752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9E112A6-75E0-F1C8-A9F6-170C77E860A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795E20A-73F4-E217-2718-31C39C2CADF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FD341AD-9928-227C-F8BD-083114FDAF5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C6E7E10-F122-EC3A-086B-83C6A97E4D2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D00295F-6F03-03A7-5A49-25F1D6382B7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8FDC321-D48E-5642-1375-A8450714473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077DBFC-EBBC-A2FE-A581-263033BFB15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FCA3081-8D92-D80E-F3FE-1470009563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695D717-81C1-E416-3812-B45F60A20E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156CAD-DB55-DD22-1A3A-BDDD2658C6E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56EDE98-42AF-1FFD-59B6-CE713FA6695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861ED53-BC2F-18D8-403A-D8AA9D7ED51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8DBBDD8-C53E-8C08-7115-6AC714F1A91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6B1242F-4778-F49B-9F1E-AF32C0AE1EF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9AF1FC-2B0A-8F21-11F6-8F260D06B23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31453E-08E4-5D89-5D8E-A7E678F81FA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7FEB55F3-E2B2-829A-6790-98675E56814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CF065DE-5C69-A8BB-E131-8160B516F8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ED1A4E9-3FAC-880E-69E9-0881691341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DB5150-34B7-5472-13D8-BE634652121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90D091-E893-ACC0-2956-179C102D4709}"/>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86F28AA-3A08-6504-ABE9-0DFCE11CCF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15A3D05-3F95-C72D-7CB7-84428ED75184}"/>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00CB968-6829-29B9-0369-A01CCAE88B9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9F95596-CE9C-90F8-32F7-0B743ECCDA3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F4E340C-FA15-706C-32C5-D6C165B3DA81}"/>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8DAF1DEB-EC0B-4C4A-C6C4-2B534FA737D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C741B7A9-6341-FA37-7055-28B6F9BF23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F7D976-F1F9-3C38-1E6E-7A5A7DE940B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9C04F883-5A81-74F6-EC3C-8AF58F87AED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6EF640AF-D058-85E0-6019-B4EFFF497FF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20BAFE8C-E305-8601-C43A-6ACC42081906}"/>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CBC2F40D-7F69-F379-BB7C-C0CBDF2BD034}"/>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242A1A5-596A-712A-7FE3-D3DBEE10E5E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C5EE909-DEB3-C3FB-7678-10EE75C166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EF0A97DE-CB66-2C05-D676-393F82EE669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710A0FC5-154B-08F1-55E7-FB35CD1576D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DE896E14-C8B5-4862-B6B5-49EA3AC2B1D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BF7BF08-EC36-2936-0E54-C1C86F7C8E3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8794D2-2857-F8BE-EE36-A929FDCC818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DA5F0CF-B6D3-8EF9-38B8-25C7E2B19D2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1248B7C-3BFD-7247-5097-96786647C4A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0D998359-8589-1717-4282-D2A54EACD77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E3AC68F0-30C3-1FBD-1E4D-F1B0E45872DE}"/>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0562536-F4D0-320A-C372-4FD6A7D9776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FE87B993-1509-996B-6B96-4D158455B26B}"/>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2AAE78AC-BE92-3DF2-857E-5B7CA63CC6C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A8D4EFC-6705-4039-46C5-3CBC6DC8087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4334BD1-E931-098B-4AE4-E3A75C6081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BDD8793-4D96-F0A9-48A5-BD9E5E9DFB4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88E8FE0-8FCE-0E6C-0E9A-E40D6B43AF8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F997CD5-EDDA-BAD8-BAE9-6707BEBA94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Tree>
    <p:extLst>
      <p:ext uri="{BB962C8B-B14F-4D97-AF65-F5344CB8AC3E}">
        <p14:creationId xmlns:p14="http://schemas.microsoft.com/office/powerpoint/2010/main" val="1480554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D1BA-AD75-9467-8675-6CB0076AB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CCB710-788D-3C8A-BBE8-E7C0FC7C2DFF}"/>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251EA110-2763-28C9-3213-4BF29552B3B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3FE7A5-DE6E-2B08-770D-239A0FE02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48E5FF-E39E-E767-A09D-6224F75564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C1192-2A71-3A09-9638-00977C0F18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649DE0-D951-DCC9-27FB-6914588B35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8FD73012-E370-4106-E11A-A1F25624DE3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05E150F-3075-9AE6-B16C-C1335E87CD7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4D9A21AD-A869-88AA-B0AA-270D6F1AF2D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F34687F-6284-A9AB-C739-BC5C3C06191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8BA98DE-9DD4-3891-D110-5753763EB9C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4EAE4B1-8E58-B54E-FCD1-C69EA082BBC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93DBA72-CAF2-9543-8AC9-61D6E5BCE75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8251A06-D88A-6C6E-B32B-209DCDC5EE7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DBAE5C-5BDC-0792-7017-6263AF72ED8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F922EE5-2F5B-DBDA-F499-BE1C69AB0E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40528A8-FA1D-229F-3A5F-805E9A8DBA1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7B9C7C0-9F35-352F-344C-1CA9AEF81D9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6038186-7F42-A7B9-17C9-58DC8242966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0131E9-9E74-5259-DFC2-1984391AEA0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0257C3E-A8DB-92E2-EDB3-A6F6C59A1F2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66393A2-61FD-D997-DE3B-596C03C2D2F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4F09AC5-487F-D65E-A6F1-B5B9CEE067E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7DE3B7-6E0E-4DE0-9AC7-669475C0C94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9E949B-92C9-00BB-5C7B-5F2DA5867E6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B9E2A6F-5BFB-DCB6-1181-D4989830D9A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B81CA39-49B0-A155-CB2B-FE7EF405CCC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29E13FF-1D3F-EA2B-2C05-1E5D9211444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070B22-545F-FBF4-8CA9-02FFE77466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C01F484-99E5-173D-D74C-04E72452BA7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4CAD602-FBA5-6E2D-A322-E1725202004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9194B5-D0D0-49FC-BD91-C50A19259FE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586AC5-6C24-6EF7-08CB-19BA36C6A4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57546962-F41D-C6EA-D7AC-8F5F9C1DB2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BD7437-1487-A353-697F-1FD6CB40652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8B98F1-A220-7EC9-3BA7-3DAC115DD3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37A3443-1005-A03D-06D9-57600A6618D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65849AA-B8A6-27E6-D883-05535AA33C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0602C07-B111-8B42-68DC-140D8F58B08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827A273-9806-A6E2-1B2E-6E743E8DEDF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D721751-88A2-7930-11AB-B48C37C084D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419EC90-EC2F-CFFB-9199-20271636E33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F8DFFCA-5394-D247-2A0E-4D839E7C267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62478C-962D-53DD-CB98-2A5185960F6D}"/>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6CC39C6-B314-4981-434C-E3FED920B440}"/>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F108DEC-42D6-F770-B163-0092F69782DE}"/>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0F31C504-B229-89AA-72F6-3679F68F3C84}"/>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FAD1C67F-97B6-3913-F6B8-9EB05E01AC7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4BF599C9-3C7F-B232-3210-8250DC6EA39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3A023489-9D5F-E3DC-1CD6-DA38981BAB3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912F9A9-00E7-7CB1-0016-A59C15B4BA3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A95281D6-92A1-B93A-2FE8-054E86992BCA}"/>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0E9688A-7CDE-90C2-6D8E-3124E7AFD7F4}"/>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DD394952-94A8-E839-7295-A7CC72B77C10}"/>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51BED333-18F7-2B9E-986D-0E2BB97F56F3}"/>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87DA7C1-33D9-7045-FB63-70B230CE10A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5B030CC-5499-2FD5-6C4C-6E225C643E0B}"/>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D122B9-8D83-3143-9638-DE5F073F21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A20DBE6-D715-25D9-7EAE-83F83E2A11D9}"/>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39851AC6-0C7B-976D-46FF-A864A8104558}"/>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DDCD0774-90BD-FE20-AE91-E8A3C59344B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94446737-FFAC-35C4-4C97-1DC85B2A250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E4957E89-E99E-5D8C-5B95-3FEC769D4100}"/>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8224A971-9560-EED8-56FE-FF7D2FA73C8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750016CA-B3B9-FD76-579C-D1E872FE436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CDFA766C-D172-B821-E981-1D3AB5415A38}"/>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08D30916-4F16-3487-52E0-3BAEF776098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4A23408E-549A-8C78-07A1-7886E751E267}"/>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0B9A0017-94A2-5D21-79B0-1B31AEDCE4A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74250DE-75A4-BE2D-D288-526AB99EE4B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8E8319EA-BB39-06ED-0B84-0A88B96CC39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894C376-631F-6FCC-60E7-B067C040E8D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41A83FD-0707-DBC1-40FC-DF734B9D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E506C3A8-6862-915E-5AF4-B55E914C5A9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BDEC5E2-059F-84BB-14A7-60A87291987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EE559CC3-AA49-EFD9-8FD6-9E0B764FEDD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CF12B63-FADA-134D-2716-2B375B51A8B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5582357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20D7-9844-2617-0263-2BD43878D0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9DC77C-630F-1838-E3DD-96BA95863C59}"/>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F9D0C278-47C5-F7FC-BF2A-7157803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0E1E38-2AF1-A7D9-08BF-911D98874B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8A68C0-C07A-8DE0-5875-20EBF702F3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64E64-B83F-BBA8-7360-988FD35486B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AF6296-292E-F31C-7CCB-3B6E93E43B2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7A32450A-AAB7-58B8-8B09-4FAEFE13B04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8BF25D1-2F87-CEB1-CAD9-3DDEAFF5030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9A45D72-005E-36DF-36A5-F6AACD3641B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1B18DF3-D751-FAA3-1EA7-4746F50EE5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B5EB31E-DC48-DAC8-F987-5AD3724BE15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516F188-965D-29B2-9E13-62F471756DD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447FC1E-7AA9-3E66-1B6F-33274A491CB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605D74C-FABE-94AE-BB0C-16F89C307F0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9EA2E0-C10E-9909-5A67-095D1EF5BE9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862102-3F4F-7515-1012-BDD9A3C5D2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2335594-A57E-067B-D395-D7E3FBC6652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A17F295-0A1F-C39A-688C-7207BB132D4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82CE7AD-3A70-4531-CEE1-B356A06E498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EE9A7036-971B-295A-AF7E-16AE6CD9EAB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617A279-585D-0A4E-A56D-0A27B206AD5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DF149D0-A681-BFE2-DCB5-1F112249D39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343519-EF95-7C3B-2F9B-77295862D03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8B2A3B-4831-C8F6-D060-CDABA6110D4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4901FCA-5EBD-B50C-2EFA-F08BBEC1129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3E1723B-9335-A2CD-B40F-17B35A8D56A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2B9895A-600D-D75C-7BA5-440BF6D9064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EB85088-02BB-CE24-CD34-EDCFB5EB14D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F64CDB1-A641-51B9-7517-641E7904A4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C4C0E6-3C45-74A5-9491-6EEE7B133F1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B4014CD-4709-9004-05A3-E62D3F10A55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35D6634-571E-E4F3-3B04-AF499A99F2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0E90A12-3AFD-C5F0-64DF-646ED5CE57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3C76F009-D430-9490-D5B9-CEDA16520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DFE5F56-53DC-CFF1-C6AD-8D092510F81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7802C2-B715-3CC9-257F-35B0808DE8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C1A51B9-9826-6159-55DD-0DE1F6660E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5699D24-E16D-6027-9319-E3ACE8F1480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3FE2752-B1DB-677E-BDCD-4ED8AE59B49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2C76DB5-328F-6C4C-5A48-DBEC49DA0B6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05666B4-3480-8962-DD42-F1C1893F2D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0C33061-41EF-56D2-A114-B19847CA521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886B6C-0A3F-518A-0DB4-378F4C4E3687}"/>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E2F9EA7-617B-1654-8D36-251E48C4E39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FDDB440D-0468-860F-D915-EB713D4242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46EC4AEB-F1BF-E631-2FBF-5ACF50F38042}"/>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4402CF0-328A-CD1D-6CC9-75392AE8B503}"/>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6ECB379-A69C-8CC7-D840-D7811509A4A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39E46ED8-F09C-29A8-466F-60CB65EFD61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AF678512-2DDC-15D1-01D4-E7F91D2B4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02DCDD3-C8F9-7F04-FBDE-576F6EE5DE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F08CBD7B-466B-A091-3D1A-56BDC5BC689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FA5EC7D4-260C-9985-CC5F-B68C460232E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952C4BF5-2D03-A814-B3E9-0E1275692685}"/>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5C81966-9B16-1A3F-9BE1-67E5A71E86DB}"/>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9565D1-CD30-CF87-B14B-208925682B4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4E58A7B-843C-0332-7E1E-FBD89930A50D}"/>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120E176-7B13-3E45-D9DA-14FAC77C4B0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EB12EECD-B92A-37EC-B052-5165D0EB4C7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EF439DE-FF32-6D09-EF97-13B503E1628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E668B36-FFC6-2F3A-8BF1-43AD8086601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F37061EA-370D-EE43-002C-E0BF4F153DB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B85412BC-BFB0-AD41-1FC5-0D37F67DA659}"/>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E0FD8E2-0635-3D71-500C-1C224B3C2E3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8E47E0B5-0B74-6E5F-E5BF-6A42C9C8BFF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C66C2F6-9165-E25A-3F6B-7DCBFDC2E14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E937E1B-BF66-72F2-E5A6-EA22360AF4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9B11E7B-345C-0213-2D16-EE092E83395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040115E-48A0-CE1A-374A-B0463C98D29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A522FAED-0E28-BD9D-FD0A-216296A0A83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A0AC0A87-7FD2-B180-5A26-773CE11F4C3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8AB0019-5469-0EF3-C23D-09BCA61C764E}"/>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3F30074B-6B97-1F64-9727-DE4E8C3742F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2C67D76-6666-3081-2490-D08B634EB1E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F930019-0634-81CF-BC26-AEF7920771F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7E7F4E3-8138-A9A5-5A82-9AAB27E43A4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4FB6CF7D-0BAA-255B-4A97-E4A19752DDC8}"/>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1FFD88B-02AF-4DA9-0C7A-573E07E3E90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81655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83560-1A2E-B0E6-193A-FF96F27029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858ECF-AF3E-693D-38E6-87F7ECCAB25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A48E09-3429-2AEF-9F50-8633EC322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59808FD-3C5F-FE10-0282-E6AB610CC0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7179CF-C46A-97F9-04FD-3C8861032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990EEB-A7A6-A8B1-6F27-6D2AB6F239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236FB5-460F-C28A-5C55-9B2381D90D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845E244-3B0E-75D4-445B-7633F7BEDB7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5C0F8E8-B3B1-3B4C-863C-AA1D8EC812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CDB13C0-1D9F-3890-B239-D83907D0EF8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B457085-01BD-61AA-6B7B-0C188D40EF4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2E0E636-B267-8219-6D58-C40F0265F14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0E75A0-5DF1-31BF-4B7B-0947D1650B1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6C0F030-D107-44C8-6BBD-F5C3F26BF98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96F67F6-4087-713E-6E89-45E16AA94E8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322C503-F042-E8CD-CA8F-691C21602A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DD9A470-D7C1-93F1-4684-26EC5B3191B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45BEABF-93E5-DDA9-BB81-0F765E66354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B670E0B-520D-CC6E-7A22-7C8B6E89804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35C0FDF-4A37-E50C-403A-06B49102499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77C0C99-813E-E768-C63D-D7DB5E4B77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933EDBE-8A41-03B6-A2DD-6368901705A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F5A2418-4060-6371-C181-C7D567A4962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113253-9513-32B9-02BB-63503A75C83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B88B26E-F6B4-C507-CCEA-2B67AA26C34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5447B14-C397-F6A4-3C59-CCEAB0D520B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8A560E1-79CE-E8AC-8396-1A7DD3FA321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5C5B91E-DA53-3214-0C77-325A4C5FB06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3B45BA0-E35B-EBC9-7251-98B31698466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5643571-43E3-84DA-86AB-549DBC228D0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7136F24-6148-8458-5C73-0A620F3CB96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F04A175-FC62-F9FA-5FEE-367A52BE00C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A3751CE-CE73-6F46-1B38-7C0EE6F9F9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AB6B5AA-90F3-AA5C-3E5F-AA90BE375F2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DDF8CE3-14DF-2BAF-86E7-CC5BAFF2B0A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F94CF00-A474-0329-12C6-34536863B4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74031AE-7EE5-4B06-1956-6A5A8BD1AD2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A5543A6-CE19-D2EA-3AA7-FD9110CDFD4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440D509-8ADD-191A-4EC8-BF83468B948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E9278F-BED6-695E-912F-F7B8985ED93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441B1299-4DBB-5B29-09C7-4AF9E78A5CB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FB87535-AF3D-F6FE-3103-C919997689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A7135A0-1954-6EF3-EA85-BE6579CD82A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FA4FA00-21FB-2852-715A-AED8C3153165}"/>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F20D6E1-928D-73E1-6318-D440BE9D1F4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2E22D588-5ACD-E6CB-4BFC-229EDBF4E21A}"/>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2F99C4C-757F-2EFA-79EF-A245150994D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326BE1B9-67E6-E196-B40A-E48C88EB5490}"/>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DDF8F27-123E-E106-71DE-83FECDD249F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E9E3501-AD82-55AC-1FCF-B36AA150BB2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DA2B5A2-C6D3-49FA-D58E-D5119D2EF1E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0A6923D-3FA9-3920-30B0-C2D21C8A42B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6821B213-05CC-47C8-5B0C-CE40470AB7D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9D5B9394-156F-4E0E-FA58-F6992C0E1744}"/>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A961AD5A-2934-7B98-1FA7-F5C71C7CCA2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07B08569-2C51-FE08-7318-32A554D657B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5853C3-F27B-35D5-CA75-9CF6FC6FEB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72DAEB6-C2C4-C8EF-36E4-CAA153D23FF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FB56A725-3CF3-5258-C1E0-284421E25C6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DFB0D54-18C2-1EF6-14DD-D4994FC33D82}"/>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C345C871-84B9-5A04-512C-0C47AD7F718D}"/>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E8F3301-65CB-E849-0E4E-A23B86BB54D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1FD6F69-19ED-8F50-1739-9EFE8AC2DDA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5A7FFAB-5B03-C7A8-8E5D-39B12732CAF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39E4289-A066-EB2F-DC0E-A6B79E9D577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B2A52071-134F-7788-AA99-13BAA98DE81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1CC3F256-793E-A752-98D5-3E2044EEF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9700DBBD-A6D8-5794-9198-DD65C8E7075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C6904CF0-FB18-1D6B-0BD5-22DBA5C9EF21}"/>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1B88D3AA-9466-6469-6D29-8C669B5C481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5B5D9377-F912-1B2B-714A-EBD6409C4D6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F42B20D-A1A9-A258-566F-BB9F0EABAFF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35766A2-3860-A6E4-6097-4E359FCD304F}"/>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189E878-F7D9-1DB1-4E1B-2E012A72D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BE7011E-4A0B-D281-8E43-3B1053BE5C5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6AD551-A1CA-8532-DC8F-120B831AD57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48BFB566-5940-D7BD-127C-BC8C84A863B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2E1F75D-EA06-8031-6A08-48F79DF1E53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FDFA5C7-CBB2-3D5B-0E10-83CC45861A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2479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C0C08-C930-797A-129B-3287324881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F3BD90-DDB2-03C8-74E1-E903CACD043E}"/>
              </a:ext>
            </a:extLst>
          </p:cNvPr>
          <p:cNvSpPr>
            <a:spLocks noGrp="1"/>
          </p:cNvSpPr>
          <p:nvPr>
            <p:ph sz="half" idx="1"/>
          </p:nvPr>
        </p:nvSpPr>
        <p:spPr/>
        <p:txBody>
          <a:bodyPr/>
          <a:lstStyle/>
          <a:p>
            <a:r>
              <a:rPr lang="en-US" dirty="0"/>
              <a:t>Initialize Column 9.</a:t>
            </a:r>
          </a:p>
        </p:txBody>
      </p:sp>
      <p:pic>
        <p:nvPicPr>
          <p:cNvPr id="4" name="Picture 3" descr="A grid of sudoku puzzle&#10;&#10;Description automatically generated">
            <a:extLst>
              <a:ext uri="{FF2B5EF4-FFF2-40B4-BE49-F238E27FC236}">
                <a16:creationId xmlns:a16="http://schemas.microsoft.com/office/drawing/2014/main" id="{66047FBC-B46A-6384-7870-9120689FF5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9BBDE2F-5685-D1CD-F19F-468A8325D3B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4BECBF-24A9-E911-56B5-683F72A10E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73B213-83BD-0E02-642C-4E69A2BF202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2E2F8E-23EA-0FFD-03D2-2C1090B21B6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29554561-C983-E3B7-DA7F-E17147776A2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1085731-1488-4B9C-7D1D-119EBEA43F7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8D7ACA4-AAEC-AF20-3EE8-62B669A4776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9051DEE-3777-8DBA-BFD0-108B444D2C5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DE9C86EC-B0F5-73B3-4F56-497308AAFB0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B1B7D7F0-E53C-740D-2154-6628031E200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DED9315-B3D3-A625-8F9F-A47DB639CB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B7FDAD9-43E5-1B66-DC42-D8DE53A7496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B0CF838-DC0B-C799-F045-D289EB86E66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8EF47469-4023-4399-BBA2-223E0A8E8BD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3EDD134-CB9C-F5B1-AC54-1323762A302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11370A8-4498-BA61-9755-42AA2CE0B4B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B7A7EC5-808D-12CC-E593-D8523C71E50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23A0A23-CEFE-3575-1A4E-90A4BC9D64C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0DD2DA-D537-C805-2F6A-0C25EAD0529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E27BA1D-F3A3-040F-30AD-0AE488D3A6A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FAAB709-8BB7-698E-B139-63523905D7E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320D4EA-DA4B-BA4D-BEF5-E58B216D317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B226B6B-D647-AD3B-7522-53BCEAC444A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7484FC13-4FE9-0AF2-7AC6-302FEAF5828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DB65186-A771-C2D4-3A38-73E48FDE5D0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42A1BB5-D890-A4F8-8C24-317698BC8A9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E347541-8E26-8C58-4703-CC50BCDE18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5F4B8D12-ABF1-7154-6669-54F054294AA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4675927-DB30-368C-D145-E34F3099C10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5F1FB9-2FFF-8A8F-E260-257F2E3AD7A4}"/>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046F7D4-B097-0D7F-9DE6-C6685E9611F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3970001-4F07-50B3-AB5A-5AAF25FB1C8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9404A3E-3079-246E-2AEA-1F326436FC3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22433EF-F85E-5627-9921-8BAAF4F74EE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92158D6-3710-4BD8-EE0A-6D868340077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91931BE-68E0-0466-5AAF-EB666A1C7C1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B31D421-F0B7-721A-B99E-C4C5DCD71CC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3988214-7AE0-3DDA-0A9C-6FFE5B28801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F2CBEA98-778C-ED26-E5A2-613396ADD5E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46A087E-9908-F66C-A4DB-1CA470F389F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D195D5F-76BF-59EA-A79D-73AD7C1CFEBC}"/>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188DDCA-CBC8-464A-8211-D974C441C4A9}"/>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FDF7DD3F-711D-A028-1314-8902ECF0EE23}"/>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E8025FC-61E6-DE3C-8345-E7ACFD513A36}"/>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89A53BA-779F-E433-3D0C-D3B537B25171}"/>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8A1FB3B8-C9A6-D18D-E7C8-5418F9AB012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71A421F8-6484-28FB-E3BC-14636642589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C6CC1F5D-28CE-F593-3DA4-9F87DB5028E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FC4F322C-94D3-B444-D637-B58D8BF2ED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1DF38367-77F9-8959-1B66-C9620512DFA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C8F0483-374B-4BE0-7FAC-46362C00B884}"/>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936484DD-9015-B5DC-AD0E-AC3FA3AA29BF}"/>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B6BD47B3-57A3-CAE4-7D44-D6F766802A3F}"/>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C6C0489-BB15-9A81-23AC-67B164B1B07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DAC4781E-21F9-DA07-2DC5-2BEDC939F091}"/>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8DE454C-67AF-A4EC-2D0C-C18D27435D4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BE841B5D-C7ED-DDBB-8149-54E8DE127F4C}"/>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D5E82CF4-984D-D36F-ADDA-DBD2EA93FB8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B0DEED6-FAD1-AF49-3C48-721747F70DE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AD66125-F824-6626-A673-3A7E23C93953}"/>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0F87357E-72C2-0828-3B56-ACFB1AAAB6D4}"/>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19842810-35C6-9882-270D-B255ED5778FA}"/>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2AB0BFB2-3A8D-4676-F077-5DB7CC7F6E9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2264CE41-AC17-4E2A-1B80-99C30FFEA611}"/>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7F82C5FD-08FA-411E-FD23-AFEE636CB25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1A8B19A-9383-4085-CF91-F93920CF313D}"/>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9A7D777F-19C9-2463-8265-612499039C8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1FF93947-5508-94F2-E40C-C92E2602048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67A5F213-1A47-ED28-16A7-3F3A7B5DE938}"/>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CFAE4AC-F48A-F137-7E71-F96A7CFD0D9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30039F80-1BCD-D1EE-DB3A-1E8C5EB7CD2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17EF38E2-346E-31A4-5006-11BED2D68AF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F283E94-F530-E8DF-F986-AE960FD4AD2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B5672171-4EB6-6A73-BE7C-FBC298D5C11D}"/>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0D75D61-B3C1-D375-D241-68AF47A37D1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213DE2E-1DA1-42EB-53F7-27A47E96E75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76513177-03A8-3FE5-7346-089A549875EA}"/>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084BF564-19C1-0252-2BE8-C79D77B6C239}"/>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145679</a:t>
            </a:r>
          </a:p>
        </p:txBody>
      </p:sp>
    </p:spTree>
    <p:extLst>
      <p:ext uri="{BB962C8B-B14F-4D97-AF65-F5344CB8AC3E}">
        <p14:creationId xmlns:p14="http://schemas.microsoft.com/office/powerpoint/2010/main" val="8495431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66E0D-17BC-E231-4620-8701F3F17A4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C0B21-B029-D27C-CAC0-CA4A9AA0BE99}"/>
              </a:ext>
            </a:extLst>
          </p:cNvPr>
          <p:cNvSpPr>
            <a:spLocks noGrp="1"/>
          </p:cNvSpPr>
          <p:nvPr>
            <p:ph sz="half" idx="1"/>
          </p:nvPr>
        </p:nvSpPr>
        <p:spPr/>
        <p:txBody>
          <a:bodyPr/>
          <a:lstStyle/>
          <a:p>
            <a:r>
              <a:rPr lang="en-US" dirty="0"/>
              <a:t>Reduce, noting 457/4567/457/46 quartet.</a:t>
            </a:r>
          </a:p>
        </p:txBody>
      </p:sp>
      <p:pic>
        <p:nvPicPr>
          <p:cNvPr id="4" name="Picture 3" descr="A grid of sudoku puzzle&#10;&#10;Description automatically generated">
            <a:extLst>
              <a:ext uri="{FF2B5EF4-FFF2-40B4-BE49-F238E27FC236}">
                <a16:creationId xmlns:a16="http://schemas.microsoft.com/office/drawing/2014/main" id="{4C969A4D-CCDA-0157-40F5-A34C7694E1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7CC853D-F96D-DFFC-A112-1475F0C4A36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F4119D-B51B-C111-2E38-2F127ABCF25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BC3A9C9-FCA8-20FD-C80D-859805D8015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8FDD784-FDA3-5FF3-E460-9C0EE614E0B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424B14F-F6EC-6361-6105-E4C798DB84A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8E00942-C464-371E-9589-59CB36DBCC7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54DAD278-518A-A809-0BB8-DA6A521FFA4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9D3EC66-92DB-F05B-B0A7-96148022ACC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91DEC38-8394-5BFB-0DCE-CF463C74612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889A977-EA98-0474-0239-67FBF465616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05CFC5A-62C2-DBED-5133-C9690F970C6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8DAAD91-F0EF-66FA-9B50-4D6FCF12DCD7}"/>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9F4A2C9-1961-C73D-4D46-54E432A5001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FB4FC80-A24A-0DD0-CE38-0B009D7D480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BD46FC2-1930-2F96-366B-25477F08905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82DA821-59B1-6CC2-FF0C-407E6D94708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F09DBC0-07A1-1FD3-48B8-BE53F319AE1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0E6ABF1-0617-02FC-63F4-7DD01876AD8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C76521E-41D7-DA5D-26E9-AE64DECD576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DB909CED-6189-C705-75FB-FB6A79DD82F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B81EB34-21B2-9A7D-953D-49763E577BD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3F23A3C-D2D1-AD29-306F-458F17F1E89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EA3D2DD-8A17-ED6D-D4EC-2A128FE56BF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B6654A82-8CBA-E3D4-9684-56EDCD3BE96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364B78D-86ED-0547-FCD8-FC85DDF8264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7217304-BC97-7FC0-B841-0FD05099A73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F1779C6-3AD2-44FA-9B96-6B2F335AF96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3434E1-1784-B820-CB25-1D27589FF9D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B4179B5-2804-44A1-F653-58D043A8D3E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5A1023F-3A36-667D-7BAC-7CC8D4949C8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9F7612C-3066-A36C-959E-CA8CF4314C8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51C0FE0E-60C0-2ACE-01D1-236FD4DA4E5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DCBE66F-75FA-B817-9539-43E669E64BE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2D9F154-1740-CCBB-36CD-374620AAF62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C51C649-1355-1E77-9174-5E471D815EA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CB77D0F-DF25-1C55-EA26-DC4DDC48457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01D89B1-97CA-86ED-043E-4C3DE6693B4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D82BCAC7-A466-0763-9E6A-6DC877678B2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1924FC4-7B7B-01E2-EBF8-D596C507A90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05691E24-D97D-EEF1-5868-F10EF670ACE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A257964-8554-C075-EAD2-4F8B4F23B3F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02E9576-CD55-D0B6-C1AC-85F441E5E30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DC577F20-2E04-B28E-22D0-F28EB7F253FA}"/>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E2BFB25-AC8E-11BB-8C3D-9D71693880E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0734133-B731-875E-0883-BF7862F38ACA}"/>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C9FED500-AF0F-0C75-7F2B-6FCA159D4EA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B5CBE7FE-0136-4971-FE6F-97D2AF7941C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3941899-FC45-E749-C7C0-043FA62C07F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86B4E59-3C73-BA6B-87EA-18CE921E320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0AD20298-E990-E62D-2949-C7D78C089707}"/>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E179494A-F5C7-668D-E660-6624AFAA5E83}"/>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CC258487-2020-612B-4323-12B2D9BEE7CD}"/>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39907010-B774-35E1-8283-31AEAAE8246D}"/>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C73C6618-0272-A864-8B69-4B03B2D4642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4905918A-9C22-3C4C-629B-135D2C61F2B0}"/>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A9A5776-B557-E106-3EA5-7B93F970E2A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A4FE1B97-4D30-1382-FEA3-97DEE6835F2D}"/>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8A9905C4-3D3C-E015-250B-92D4E8FDCBC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FED36DDF-4E06-A43C-F1AC-AA9CEC76686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ED33EEEE-BA57-0EF7-AA2D-897A4B5C2C3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8928CA9D-6713-6D9A-3719-F1BC6FA1B6D3}"/>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DF9695CA-E890-2683-0847-47CC56747EF3}"/>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63FCFC87-E3E5-F851-648E-3518FA20D24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30B0FE3C-8DAA-84E4-FCF9-F6E0F2FC25C5}"/>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F531D0CD-7399-F1C3-1690-39053FC7C9A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5B9159AD-EB98-7331-5316-B807B06046C2}"/>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99AD13C4-A7ED-0E9C-8547-58D911640FD8}"/>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78E7235C-758A-30BB-28FF-EF76BD436C1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EBD21FC-2827-4DC9-D689-D5FAA2E2A70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63E662F-0BCD-C09B-044F-9E7C98228306}"/>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E98797C-ECCC-49C1-40D8-94BBBA0D14A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3C5CA785-C1E0-8E1B-B433-87A4FBE38A3A}"/>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F9C27FC-92AB-9411-A026-C1FD97E934E6}"/>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B734354-1944-6DFB-7408-69E18BC793F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2A056BB9-8843-5133-E65D-8A9BC792C4C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26049F0-8D64-E662-8B4E-04135BE0E7E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BD92898-CD3C-D20E-D0E2-5CAFE109EA64}"/>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C83764A2-E490-EF69-AB6B-6FCA60E914E4}"/>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Tree>
    <p:extLst>
      <p:ext uri="{BB962C8B-B14F-4D97-AF65-F5344CB8AC3E}">
        <p14:creationId xmlns:p14="http://schemas.microsoft.com/office/powerpoint/2010/main" val="2774334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586BE-3DBA-85FD-C13F-722623A4A7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7DCB7C-63F7-8E9E-BFB9-44790501D59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E0B1FE-033A-E294-7F82-F0E464964F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179BD2A-6A98-9A3E-6AA0-48F8F808547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B588E81-7C96-783A-0AFF-27D9659214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EA14A93-D6E8-94BB-78AF-B3FA79F762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70963C2-8649-573A-3370-0546AA3B35A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16A17B4F-446A-44D3-0BAB-CD6C219E7DC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4540460-50DD-552C-5633-9EB442102A1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EF52CC4-6200-C38C-EA52-D111294FCC0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68A6C8-6D71-406D-1347-DD3E0E67A42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65C70952-94F8-5086-14AB-88FE973E00B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1D9A262-F7AE-098D-8F8C-BFC1252049A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9696CA2-332E-0C47-E135-914875FFC65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255ABF60-09D3-26EC-C3DE-AC5FDC087F1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D0A1C16-9749-F339-0AB5-707D2F67CF9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B84ABC3-74CE-73BE-1C66-6E82FAE2169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93145AB-651D-4581-16F7-27D16A1415B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0482851-289F-77FC-0603-77157EA051D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9F7AF9A-9C4C-9BD6-A02C-9CBED6104FC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A68AC7A-7639-7E04-D171-E995D4B679A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37225B9-4BE7-B078-3B39-E2CE45483DA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30495BD5-79A3-155C-0B9D-9194F80178C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B3C93E7-2A18-64AB-64B4-7D07D9823AB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0E0C8E-41CF-90B5-41F1-DFBF10D23BA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4B34D04-D567-92A5-2C2B-CC891E32C57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65E8415-2D88-F231-45DA-EC390E86364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3AB5AC5-80E6-3294-B7A8-A35984CE792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7C0A5E8-787F-35B0-CEE5-7D0B100369D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75CA439-3858-F566-83C2-3DAAA183593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CB14C12-DC7B-9EF9-016C-99F7A0A6728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D3D7A72-F7AF-5212-E081-83D02BAAFEE5}"/>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3971019-7332-E4D3-583D-FF7A43EC886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0DA24CD-4B03-AF81-EC89-7073CAE40A4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F412804C-9E33-48CA-2A70-A2C4E305561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A85205E-7799-305E-A78B-E138FE92E4C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809ECAC-E5D1-D8DD-9DB4-25365A2F216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6754BA6-2DED-DD8F-D164-A84717602BE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E594A61-495A-79EB-1CB9-EA696341165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4A66D726-6770-6118-228E-F3979122485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74295DB-7017-D321-FDBF-229BCB71DED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92DB5D3E-C8F3-7648-D096-7C507F7D14C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92D910F4-5C9E-72A9-6253-262F2E5B613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E3709DD-E245-E437-8C2B-014E3C7FD9B5}"/>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D524D59D-74AB-B060-035D-2484290D4A99}"/>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0892C7FD-93B6-199A-BCC2-E2ACCC71B32D}"/>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26AFBA0-F80B-4D50-A85F-3D1F36E025D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B4B0653F-1158-BD2E-8807-D85188FAAA5F}"/>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A82A8D5-8CF9-06D2-8944-5D008728D07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05CDCE47-4B2E-D175-006F-3EB89A21C4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B8753D0A-9ED7-897E-C5D9-53BB2C4E8B0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5F223CEF-CA6A-2FA3-323F-50440A946A6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5E2F725-60B8-248D-5422-9408C5199999}"/>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E43B16AF-69E0-F784-A7F3-1992D3638E21}"/>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B79570AC-0527-5673-4732-C21584520086}"/>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1EE51E42-BB37-ADD7-8582-494CED0830D1}"/>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F0AE0CD2-81CD-C24C-6FE0-66194ECFAF4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814E74FF-133C-6D5B-307D-84A0052D5FEA}"/>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C79AC4FA-A1BE-B699-76C6-4F58BB8FF77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2E3B6E7E-EA06-27BB-8048-93439F90CC7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28A64332-744D-24BE-6BAF-FEFD01BE4F84}"/>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26A68A88-1BFB-BD81-C7D8-E8909D8FC05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1CF6629-0290-495B-817B-FE68F05299D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FD1B827F-A9E7-7386-2991-CC5E861F9E9F}"/>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FFB35E10-D970-5002-4744-E13A04962A4E}"/>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13E012D5-EED3-84DD-333C-58512B653DA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B22A9FBE-7867-14D1-FCD4-71CFA635FF91}"/>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5747F52E-B0EB-50BB-5185-FB9E1018B6E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7B8F3CA0-755A-6F14-5B0B-D08997FBDFDF}"/>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B82DC134-DB54-9187-E37D-3C36696A754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BB1A7DAE-09AB-6ADB-9B59-B103721146C6}"/>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D65DF3C4-7A4F-ECDE-EADD-AA20727E89C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F04BC24-AB89-EF5F-C943-AB35008AAB2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41D0D249-973B-E1D2-770F-C8F7B96999E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E5D3BCA9-71F6-0263-E9AC-92C299BA8426}"/>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E9281BF-A509-8748-8CAA-1B7765CEBA66}"/>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F5306D52-6F72-5DB0-3F72-E2F05D6FD5A6}"/>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14FD2455-59C7-073C-3BF2-1F5168564418}"/>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76396A48-9F08-4114-0BF9-5957A05E69D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66BC8D9-F088-2349-280D-7E8AF1DEAA1E}"/>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DE26FBA3-008A-AD3F-B499-745BADAE73DC}"/>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Tree>
    <p:extLst>
      <p:ext uri="{BB962C8B-B14F-4D97-AF65-F5344CB8AC3E}">
        <p14:creationId xmlns:p14="http://schemas.microsoft.com/office/powerpoint/2010/main" val="761945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3688C-559E-3A39-AF50-94EF84A435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BBADAA-2495-7210-DF79-CC51BD734F3F}"/>
              </a:ext>
            </a:extLst>
          </p:cNvPr>
          <p:cNvSpPr>
            <a:spLocks noGrp="1"/>
          </p:cNvSpPr>
          <p:nvPr>
            <p:ph sz="half" idx="1"/>
          </p:nvPr>
        </p:nvSpPr>
        <p:spPr/>
        <p:txBody>
          <a:bodyPr/>
          <a:lstStyle/>
          <a:p>
            <a:r>
              <a:rPr lang="en-US" dirty="0"/>
              <a:t>Initialize Column 3.</a:t>
            </a:r>
          </a:p>
        </p:txBody>
      </p:sp>
      <p:pic>
        <p:nvPicPr>
          <p:cNvPr id="4" name="Picture 3" descr="A grid of sudoku puzzle&#10;&#10;Description automatically generated">
            <a:extLst>
              <a:ext uri="{FF2B5EF4-FFF2-40B4-BE49-F238E27FC236}">
                <a16:creationId xmlns:a16="http://schemas.microsoft.com/office/drawing/2014/main" id="{BA325AF3-3F0D-D0F7-FAD7-FC34DB2830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F7CAA8C-389E-C829-6711-D3044B9D959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B040E17-ED96-0F9B-2931-FCFE8B4D2D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904BE2-EA7D-96B0-ABFA-3CD1D76D2B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EBBFABB-F949-D8F5-A2E9-30EE2CEE8C7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B2E3D03-4BE6-F8A3-6B03-D37EB69437A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23ADB96-4145-94AE-611F-091DDF96754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01CE1CD1-93E6-E21B-2BCE-9390CD7DBB1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A77059-CE7A-B86B-8148-7E84C90EC17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7276CFA-BF36-5DE2-1601-748BD88D05A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0424963-B9D6-0202-EC91-1BF9C3AF3A1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5FB23CF-93BA-000A-BC14-B1685227504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EA536D2-120E-7D8B-2CDB-7C16B800C4F7}"/>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C442107E-C30E-19EC-482C-D82C78E5739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0F2682F-D925-F280-DB09-B9CFCBF45A3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E81A4FD-9AE8-A758-5B7A-B981C62D2DCB}"/>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EBB67113-A05A-82D7-4888-68C875AC80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68B8455-C49E-3B7C-E8EE-C4BBDA81B55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BC1A7F93-CEEC-18A4-FAE6-DC02E62037F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D26A8A2-7E34-A2B6-314F-DB6C52D3925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3D867DBA-3B5B-A4EC-4F8E-08C7B20F1D5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A4BF902-B1E9-5E97-9569-6CAB60DEBC7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154C0DB-51F2-B31E-F507-0686E5FD7C7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7D75899-9B73-E7CC-E5E7-404BF11DE37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79809EB-6D0C-BC14-1DE3-914072CD7A9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77164FA-2822-2155-B650-3592B1F1402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AB51BC0-E963-69C1-860B-9FC1EBDB750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CCE54F1-C82A-8E47-0456-B995D60D34D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F955195-3F64-2E40-A229-AA9EFCC3413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F5D4EEA-582C-FE6A-ED95-BCF6A0B62B5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3D23D81-0EDE-7094-D4C0-9BB392DB564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9843800-1AA4-FE5E-F499-FEA6BE30691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CCE5259-A94D-75FB-CD3C-5D70913A37A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97A87A6-1711-150E-9715-7EBE338CD14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A2C0637-EC1A-D3ED-2BF2-545C928C5E2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EAC5F2C-45E7-F3FD-EB44-EA2B8B437D6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F133037-47A2-B3F6-325F-671D659A6E3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42D4576-2977-7B6D-53B5-AF0023F85B1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F9EEDA23-CE27-F20F-723D-26C2341FCEF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3085250-CF47-908E-2F81-030382BD2DA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4FE07319-0340-A170-7C46-D38F00D49DD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CEFAC1B-3B8E-03B4-15CE-E8266FD9BE9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A568CC3-0B9B-F37B-CE50-0B131AFB51D6}"/>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6760A7B-0E4E-A8CD-5E3B-9D4A764C79F9}"/>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48A99980-1A4C-D5C0-6E04-184347EB631A}"/>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F1883CB4-DCAA-488D-4050-9DA899D10957}"/>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7427CBA8-6D08-FCAD-5E66-DF24F809638B}"/>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6B500577-4E96-CDE9-BA07-8BA6EB8DA83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ABF9B3E-3E5B-CB91-FE8C-31EB78BE706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10C9BD9-E259-6097-EC9C-5A2F7C680F2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5EDB5F1-2A06-3024-6071-DBCEC6F6F91A}"/>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7F29845-70A0-2376-104A-AC97CA2215FD}"/>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61949F51-EA47-36E1-1366-B1E69A50552E}"/>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B9865AF5-1557-B5C8-7839-634D3D16B2A0}"/>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223A4354-90F1-FC2E-013A-5413DEA137C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593529C5-22BA-E2C5-A3B4-3BDF2497C615}"/>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1A27DC1E-B842-A3B7-EFF8-A586ED99D9B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9A04ACDB-BB29-940D-8EB6-8AB4D91AD7A6}"/>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824E658F-5874-365F-3D05-CFBCAD142E8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C8C72A7-F01A-6101-7811-8D232A69551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C48DE0CD-6C85-F9B5-5F27-8426AA36835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C5013653-D6F8-F0EA-3ED2-C85A29B24025}"/>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42131481-7797-506E-1C70-F8771ADFC083}"/>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FE0CBF89-AED5-2C95-8731-7F7788F63C9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2B8DFC00-1C31-D369-384E-229587D3FB3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CE448994-3116-619C-39DC-40A0F864F87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D3D1C775-8D4F-7660-6D83-4A177FB5BF6D}"/>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0535BA33-8C2C-94F0-861A-429916C4145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69ED004C-38DF-DB95-D30F-1AF1AB29008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73068A59-8386-2EE1-5032-7F48517C9A4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E423551-6F96-5FAB-B19B-C562747B518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2D28AC90-08E6-2C18-C364-DD4470EB155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0ABB2F79-4557-ACE0-1FFE-98C7866B62B1}"/>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A88D05A-109C-41A8-6804-B4E1A4847CC2}"/>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6B551C2E-BE9C-4614-E4AA-D366244D0E3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430ED814-784E-E634-34A2-F21D7487E17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5AEDDD7D-6568-EF77-CAEC-CD2EF9BFE56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1ACC381-B31A-29CD-8A36-193319C9E6CF}"/>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94FB3AB7-7BA1-0CBA-3F04-136144B740D1}"/>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6F1C5DA7-86E1-4855-3418-1BE6FB965468}"/>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1CE10AC3-C378-29D3-F27A-B33B4A385018}"/>
              </a:ext>
            </a:extLst>
          </p:cNvPr>
          <p:cNvSpPr txBox="1"/>
          <p:nvPr/>
        </p:nvSpPr>
        <p:spPr>
          <a:xfrm>
            <a:off x="4143022" y="3907597"/>
            <a:ext cx="570089" cy="230832"/>
          </a:xfrm>
          <a:prstGeom prst="rect">
            <a:avLst/>
          </a:prstGeom>
          <a:noFill/>
        </p:spPr>
        <p:txBody>
          <a:bodyPr wrap="square" rtlCol="0">
            <a:spAutoFit/>
          </a:bodyPr>
          <a:lstStyle/>
          <a:p>
            <a:pPr algn="ctr"/>
            <a:r>
              <a:rPr lang="en-US" sz="900" dirty="0"/>
              <a:t>24578</a:t>
            </a:r>
          </a:p>
        </p:txBody>
      </p:sp>
    </p:spTree>
    <p:extLst>
      <p:ext uri="{BB962C8B-B14F-4D97-AF65-F5344CB8AC3E}">
        <p14:creationId xmlns:p14="http://schemas.microsoft.com/office/powerpoint/2010/main" val="27876781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3E91C-9FB3-7334-E1E8-764BDF79AE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9011F1-4BD0-0E04-0CE0-02C9F2EA6F7D}"/>
              </a:ext>
            </a:extLst>
          </p:cNvPr>
          <p:cNvSpPr>
            <a:spLocks noGrp="1"/>
          </p:cNvSpPr>
          <p:nvPr>
            <p:ph sz="half" idx="1"/>
          </p:nvPr>
        </p:nvSpPr>
        <p:spPr/>
        <p:txBody>
          <a:bodyPr/>
          <a:lstStyle/>
          <a:p>
            <a:r>
              <a:rPr lang="en-US" dirty="0"/>
              <a:t>Initialize Row 1.</a:t>
            </a:r>
          </a:p>
        </p:txBody>
      </p:sp>
      <p:pic>
        <p:nvPicPr>
          <p:cNvPr id="4" name="Picture 3" descr="A grid of sudoku puzzle&#10;&#10;Description automatically generated">
            <a:extLst>
              <a:ext uri="{FF2B5EF4-FFF2-40B4-BE49-F238E27FC236}">
                <a16:creationId xmlns:a16="http://schemas.microsoft.com/office/drawing/2014/main" id="{73784439-0E46-7E21-3830-1021B297E55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7CFB6D-CAFD-DF47-FF5C-79DAB42141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68FB7B9-114A-D5F0-7399-A5CA4CCE6A8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AA6F13-1C74-EB13-627F-4413F25FDB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AF950E8-2D1C-2FFE-383D-0412A53CE07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18B6041-FA74-7F47-95A2-1652E3ED29C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AF726DD-E49B-E9A9-92A2-15AC9AC9A1F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5D0EC83-1B30-BB7E-9D63-E2F569389F7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9FDAD51-7FD4-F80A-5762-593DD6617F0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6365110F-0CD9-454A-B990-774613BFA9B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3B805B8-0B0C-905F-0544-64C1AF298B5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2BE238F-6A75-85D4-60E5-46105BB1C3E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AFF54E06-4D8D-07F5-9B00-017ECF930BE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85FEC72-4C83-1FD9-D9B0-940B31F7E18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53ED5953-E7EC-F913-70E1-A308EEDB8EC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338D0C8-7124-4DBD-B918-546107C2C85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088B24FE-2CA1-8CA8-5595-38439ABCDA1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52403BC-B30E-8C86-6455-8B19E6F9C57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4DAA67D9-8F33-8EAA-4408-1CD24AB8727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607D616-FC1D-3BF5-387C-14D85BEE328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7CF0BDF-E337-562D-429B-4DC3CE3A99B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A6E3677-48B0-38D0-23A1-B27D60D4FDC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E85D39E-73BF-511D-F1B2-191AD96D265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8D2C97F-584E-AEF4-1664-384C14290BA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41734C9-B3F7-18B6-CC3D-B6BC8B7A5E1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6278AB8-E184-D7A7-E6A3-2FB0917D6D5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66772F9-3276-DBBF-E846-E1C2A668D86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E4794BC-6BAE-FD67-A0C9-50993E29DE6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BD9BC0BB-07A4-679E-FE6A-C1499073F1E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DFBDDFFA-0321-6261-8685-462185A98EB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A06FE6D-1FD6-872A-A535-48E539A2DEE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3A98916-08DE-985A-09AC-4EFB2E5B300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A38DB91F-A1F9-3209-BCCC-7C42D0444E8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D47F456-949D-F459-9934-9C7FF11BC07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3E0EF18-E8F8-C749-86CC-F8BBEA82625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CFFFC0-2852-8D27-11D8-2E729DC5877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2D79515-D251-B854-A1E1-FDD61B1B0D5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9DF65DE-8932-EE61-AC0D-90AB83E7335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E18A755-12AB-0B53-1657-18B79A44187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7C5D6A5-67F5-D22E-0CB9-C364BBB9631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E4424A8-6426-58E5-FA9A-A5A6938CEDB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EC342CD-0BCB-88E8-2660-B6649DFAB2EA}"/>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EE0B4F6-0E1B-5752-283A-7F0863EEE697}"/>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88E551B-A709-04CA-E9E4-3D3C9DD08820}"/>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75080EAD-2525-4EB1-AAF3-F070D23E839E}"/>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57D2E8B5-9B66-BDAC-7415-5161234D0E5C}"/>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901AFC60-8458-4C23-E777-DF2FA37144C5}"/>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8A8FAE8-BA66-8D62-68E6-35EFD053BB9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98B076D-2535-CD56-0363-D67C99A925A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9FC8AF-9CA4-536D-7EFF-1AA2A030680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80BED216-3A94-6C27-2806-EFBB4CF6B9E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991AFEF-1E75-1CF5-0628-5E2166C2BABA}"/>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A795EAB3-3DF6-C40A-1539-A8FAD6D8ACC6}"/>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4EA97E29-C022-E226-81D7-BDF0D3FB2D33}"/>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0271753-0273-572E-DF33-8215BCF89C4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5B4DE04-197B-D9F6-EC4D-7DA5B456E6B3}"/>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101E57E9-204A-6768-5AA2-A14D1972071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91AC1D4A-DCB1-FC4E-014B-30795164092E}"/>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0CA7A95F-617E-E4BC-85CB-3D699DF34BA5}"/>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2958B01F-BE80-8AEE-35CE-60BCB27A1F0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B0992BE-2298-4F60-58FE-A27C3C1E7CFF}"/>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343D151A-A88C-3911-44A2-1776378C9C62}"/>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C3AD5CFA-98CB-52EC-BB87-C8108F86ED3D}"/>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A117DEE4-460E-50F1-D339-0AEE2B8DF5F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12BA1A3-5475-3BEF-29DE-721B06F319A0}"/>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9F6D9CC7-17DE-C66F-EC2D-853310F7D85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AA5024F2-CA04-61E5-333D-1E4EC8A12B31}"/>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B648E8F2-47DA-4DF2-D694-FD5E116939ED}"/>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61907C65-F473-6BEB-D965-38A2404B568C}"/>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95C8D3D8-934B-2B61-E14A-FFFA4802FA65}"/>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A3C33FF-BD6F-E0CC-08DE-E11FB655430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29C89A8F-34D9-11B7-78A7-5175A6A7717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02C1F6BB-1D58-0105-EF67-0F1F2BA505A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E1CA908-8476-4586-5777-8059D31877D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1DFE722-D007-9223-2456-2EF008E3617F}"/>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363A466F-8ACF-DACE-0A2B-9242774CF5E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1296D1D0-9CC6-D009-2884-553076A9D65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05E2E856-C13E-E3C3-D502-2FF16EBB5864}"/>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2815BA88-B0A9-2A21-852C-D9CA54EB3278}"/>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C64802C4-A4DE-E512-6553-5F14DA954F7D}"/>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1304FAA8-BAE5-31FE-E9B5-9ED92C3F6A2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24578</a:t>
            </a:r>
          </a:p>
        </p:txBody>
      </p:sp>
      <p:sp>
        <p:nvSpPr>
          <p:cNvPr id="84" name="TextBox 83">
            <a:extLst>
              <a:ext uri="{FF2B5EF4-FFF2-40B4-BE49-F238E27FC236}">
                <a16:creationId xmlns:a16="http://schemas.microsoft.com/office/drawing/2014/main" id="{35058CB1-61C1-11BC-B610-6DE4F494EE70}"/>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2AC067D7-47E9-C9A6-0AA6-C703E8946EEA}"/>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E0976069-EEF0-23AD-99EF-E84F79C33655}"/>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21B982CA-4DFC-90B3-B71F-A2809C7A10D0}"/>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Tree>
    <p:extLst>
      <p:ext uri="{BB962C8B-B14F-4D97-AF65-F5344CB8AC3E}">
        <p14:creationId xmlns:p14="http://schemas.microsoft.com/office/powerpoint/2010/main" val="402040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44FD9-F149-5D98-9D1E-09354C2B67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69B63F-58D2-0D5E-EB1A-FA02B727362B}"/>
              </a:ext>
            </a:extLst>
          </p:cNvPr>
          <p:cNvSpPr>
            <a:spLocks noGrp="1"/>
          </p:cNvSpPr>
          <p:nvPr>
            <p:ph sz="half" idx="1"/>
          </p:nvPr>
        </p:nvSpPr>
        <p:spPr/>
        <p:txBody>
          <a:bodyPr/>
          <a:lstStyle/>
          <a:p>
            <a:r>
              <a:rPr lang="en-US" dirty="0"/>
              <a:t>Initialize upper center block.</a:t>
            </a:r>
          </a:p>
        </p:txBody>
      </p:sp>
      <p:pic>
        <p:nvPicPr>
          <p:cNvPr id="4" name="Picture 3" descr="A grid of sudoku puzzle&#10;&#10;Description automatically generated">
            <a:extLst>
              <a:ext uri="{FF2B5EF4-FFF2-40B4-BE49-F238E27FC236}">
                <a16:creationId xmlns:a16="http://schemas.microsoft.com/office/drawing/2014/main" id="{A533B195-3538-3CD8-2B37-2C8051756A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1F999C-D472-81D3-AE09-F818E778205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59CDB9-0A62-8977-41C5-B2379B44EE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E14F6A1-3DEA-F4FC-689F-418BA9B90D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4E2FA35-1F88-6184-29DE-3EA234B07CD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812BCABF-8F74-4630-F53A-E76D6601CF2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75B31F6-2283-73A7-8EBC-60B24AE54E7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9C6C4A9-FF67-CEE6-EFA7-689C9495ABE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3F066DD-EBC0-CC34-B29B-84AA74672F7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3C6B8ACD-E414-3487-9265-D8DC3426201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C94136D-E074-1B6D-0E69-1622B5E6EEB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74B2CC2-7FF3-8D48-5F91-87103EBF82F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C417D8F-86F3-32A3-5572-46AEB0DF820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839C961-5D1D-3401-9D95-2AAD6521481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4E1E5E4-4328-3440-E661-D8C67E2F805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D66F770-3EE5-079C-DADB-D5A9A96A6F0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DFA9BDD-B5AF-8EDA-B298-664998F0BFB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165E5B2-3C92-ADFF-D9FF-6733BBA7332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E95B9C6-B844-1A1D-EF09-1797C7E03B1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ABD0262-DE6C-54C4-EA95-A7A473D9050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7F713DD4-5D68-2786-3462-0C6CA28B2B2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E7E46D4-2F77-5973-7D07-39588878317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0385B88-AEBD-C0DE-E4E5-2EF36E5D4E6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87D1410-A80A-A7C7-7BC1-FA2F87C2590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B4AED82-F3D9-15BD-F2A0-C0EFA6B3540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6DD814C-DC1A-E7C4-5FCE-E8029B19B36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93FE20A-9F8B-029B-F903-58C396D9DAC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7AC3A53-4DE7-BA99-E00C-A592F36243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13A58FDF-1583-4E0C-4BA3-3DC812ED8B7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D862CBBD-F87B-1220-536D-3D17BE395A2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2953A8E-D6D8-2795-61ED-2D53044B1A1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78F91A8-A274-DC8B-9260-9DEAFAFEBC5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E8C74F4-774F-5EB4-D453-7C1C5E8D108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410C289-50F1-5F17-3505-23A9D0B40BE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6BB4449-18B0-C2D9-9D31-F72BAF4FD71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E32B4ED-8181-DF82-12A5-95D360C8595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BECBF1-72D3-3669-8611-DF268864DE2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44F01CBC-063F-F995-D23B-1DFD9934754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A0B92A3D-D4A2-E919-13A5-9890A42E7AA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7530E18-3218-F31A-D61C-05E3000C46D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342E260-CBDF-88AA-A55E-1AC5806C532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CC264A1-BB7C-9485-ECA7-8D6D750B20F4}"/>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09C60EB-72A3-7F35-ECB4-36CBA48A2B3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A641D64-DCD3-8D88-7B99-9DC3A0DE4219}"/>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5CF7BE9-FD5E-B449-E9D0-0E7DBAE32787}"/>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17BAE3EC-43E6-5E43-B925-6C8F3408E0D4}"/>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B76952E-B5EF-B5CC-93FC-4BADB570A79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27C326F-5B5B-9E59-8D50-2DBA97291E8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3FBB0073-9C72-0834-F2F6-87DEBD33970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525E7A3-2B04-6389-0869-700FD8B995E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68C54D6E-E2BE-CF7B-AC16-EB5E314345A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984727B5-954C-270E-FAF1-F5EF9B351A4C}"/>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72B3553B-34D3-6C66-BCB3-EF892899FC7C}"/>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C638DF2D-7ED2-29AB-D201-9EC2DFB85671}"/>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E1FEF46-3C7C-824D-DC9D-CF9780E2735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2A0D8551-57CC-24B9-1332-63D873AE8CD1}"/>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DF9A62DB-3FF7-1BB7-3448-E2EA7F4B6F0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D545140-DD63-4D90-F21A-90EAD35F2ED3}"/>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E4BFD487-98E0-17FA-90C7-63DFCDAF138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F9846B0-61AD-18F0-C75A-08C19E1D9C2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93340D40-5688-058C-83F5-0292A1186678}"/>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9DEC0E61-46CF-2D7A-CBBD-0C324308BBA8}"/>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15BB55E4-17D3-AA80-7660-2415EB1E5116}"/>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E76E3CF7-8DD6-3624-A26C-52FB9DA6EF1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0156C8C5-B2EB-6611-5E09-ECC1DB0A72B1}"/>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1F775E55-9D05-98A3-50B8-49ED62ADD431}"/>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4F51422B-8014-440D-9A3E-C61D1513063C}"/>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5AAD9379-D31B-3CA8-EABA-9DA0B540840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1AE27E0A-C06D-C1C8-1FCD-CB46689437C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D0F9B130-27BF-8346-8841-195D9CCD801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F51ECA1-B278-473F-A234-3A9440FAD70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E5099D70-9F28-B22E-83B1-15079AD51D8D}"/>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485E8E79-9202-9EC0-621F-43AB8B14089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83EF2C0B-7421-FD95-881D-4AC76576347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EBC82D8-3C43-716D-FD05-E355BEFEC2A2}"/>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400BB98-0289-B929-9AA7-1B736E62E3D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411614B-4EDB-587F-F25C-B136D651D2A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F134666E-D47F-9BAB-3318-721B164E3D13}"/>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BEBAA5EE-27A0-6C90-F16B-42AD0CE528B0}"/>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9B87B117-9BC5-1E12-8E11-41994F4294DF}"/>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4B5782E4-B0CD-CDED-1026-A5B241DF616D}"/>
              </a:ext>
            </a:extLst>
          </p:cNvPr>
          <p:cNvSpPr txBox="1"/>
          <p:nvPr/>
        </p:nvSpPr>
        <p:spPr>
          <a:xfrm>
            <a:off x="4143022" y="3907597"/>
            <a:ext cx="570089" cy="230832"/>
          </a:xfrm>
          <a:prstGeom prst="rect">
            <a:avLst/>
          </a:prstGeom>
          <a:noFill/>
        </p:spPr>
        <p:txBody>
          <a:bodyPr wrap="square" rtlCol="0">
            <a:spAutoFit/>
          </a:bodyPr>
          <a:lstStyle/>
          <a:p>
            <a:pPr algn="ctr"/>
            <a:r>
              <a:rPr lang="en-US" sz="900" dirty="0"/>
              <a:t>24578</a:t>
            </a:r>
          </a:p>
        </p:txBody>
      </p:sp>
      <p:sp>
        <p:nvSpPr>
          <p:cNvPr id="84" name="TextBox 83">
            <a:extLst>
              <a:ext uri="{FF2B5EF4-FFF2-40B4-BE49-F238E27FC236}">
                <a16:creationId xmlns:a16="http://schemas.microsoft.com/office/drawing/2014/main" id="{9F488685-9701-42BA-47AB-5583EE4C7945}"/>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84A94851-C804-107C-D667-C90B2123E63F}"/>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04465DB6-F75A-989B-A49A-19E0F6F30C90}"/>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3735A4EF-E239-3D48-CC47-99B4F6E43DD6}"/>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
        <p:nvSpPr>
          <p:cNvPr id="88" name="TextBox 87">
            <a:extLst>
              <a:ext uri="{FF2B5EF4-FFF2-40B4-BE49-F238E27FC236}">
                <a16:creationId xmlns:a16="http://schemas.microsoft.com/office/drawing/2014/main" id="{FAC580C8-8DC0-71E0-17CA-B80091D204F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962E748F-80D5-6554-4A9B-AD68DE7EFDDE}"/>
              </a:ext>
            </a:extLst>
          </p:cNvPr>
          <p:cNvSpPr txBox="1"/>
          <p:nvPr/>
        </p:nvSpPr>
        <p:spPr>
          <a:xfrm>
            <a:off x="5650090" y="1402877"/>
            <a:ext cx="570089" cy="230832"/>
          </a:xfrm>
          <a:prstGeom prst="rect">
            <a:avLst/>
          </a:prstGeom>
          <a:noFill/>
        </p:spPr>
        <p:txBody>
          <a:bodyPr wrap="square" rtlCol="0">
            <a:spAutoFit/>
          </a:bodyPr>
          <a:lstStyle/>
          <a:p>
            <a:pPr algn="ctr"/>
            <a:r>
              <a:rPr lang="en-US" sz="900" dirty="0"/>
              <a:t>234689</a:t>
            </a:r>
          </a:p>
        </p:txBody>
      </p:sp>
      <p:sp>
        <p:nvSpPr>
          <p:cNvPr id="90" name="TextBox 89">
            <a:extLst>
              <a:ext uri="{FF2B5EF4-FFF2-40B4-BE49-F238E27FC236}">
                <a16:creationId xmlns:a16="http://schemas.microsoft.com/office/drawing/2014/main" id="{9A8730C9-E238-C1EA-8E65-645E5CFC139F}"/>
              </a:ext>
            </a:extLst>
          </p:cNvPr>
          <p:cNvSpPr txBox="1"/>
          <p:nvPr/>
        </p:nvSpPr>
        <p:spPr>
          <a:xfrm>
            <a:off x="4645378" y="1903821"/>
            <a:ext cx="570089" cy="230832"/>
          </a:xfrm>
          <a:prstGeom prst="rect">
            <a:avLst/>
          </a:prstGeom>
          <a:noFill/>
        </p:spPr>
        <p:txBody>
          <a:bodyPr wrap="square" rtlCol="0">
            <a:spAutoFit/>
          </a:bodyPr>
          <a:lstStyle/>
          <a:p>
            <a:pPr algn="ctr"/>
            <a:r>
              <a:rPr lang="en-US" sz="900" dirty="0"/>
              <a:t>13468</a:t>
            </a:r>
          </a:p>
        </p:txBody>
      </p:sp>
      <p:sp>
        <p:nvSpPr>
          <p:cNvPr id="91" name="TextBox 90">
            <a:extLst>
              <a:ext uri="{FF2B5EF4-FFF2-40B4-BE49-F238E27FC236}">
                <a16:creationId xmlns:a16="http://schemas.microsoft.com/office/drawing/2014/main" id="{9FD26DC8-8294-7487-2DF8-A9570C263DA8}"/>
              </a:ext>
            </a:extLst>
          </p:cNvPr>
          <p:cNvSpPr txBox="1"/>
          <p:nvPr/>
        </p:nvSpPr>
        <p:spPr>
          <a:xfrm>
            <a:off x="5650090" y="1903821"/>
            <a:ext cx="570089" cy="230832"/>
          </a:xfrm>
          <a:prstGeom prst="rect">
            <a:avLst/>
          </a:prstGeom>
          <a:noFill/>
        </p:spPr>
        <p:txBody>
          <a:bodyPr wrap="square" rtlCol="0">
            <a:spAutoFit/>
          </a:bodyPr>
          <a:lstStyle/>
          <a:p>
            <a:pPr algn="ctr"/>
            <a:r>
              <a:rPr lang="en-US" sz="900" dirty="0"/>
              <a:t>134689</a:t>
            </a:r>
          </a:p>
        </p:txBody>
      </p:sp>
    </p:spTree>
    <p:extLst>
      <p:ext uri="{BB962C8B-B14F-4D97-AF65-F5344CB8AC3E}">
        <p14:creationId xmlns:p14="http://schemas.microsoft.com/office/powerpoint/2010/main" val="3829830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00C8-0688-4061-E50E-4543D7775E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46BADA9-09B1-94D6-D654-6CA091DF9A0B}"/>
              </a:ext>
            </a:extLst>
          </p:cNvPr>
          <p:cNvSpPr>
            <a:spLocks noGrp="1"/>
          </p:cNvSpPr>
          <p:nvPr>
            <p:ph sz="half" idx="1"/>
          </p:nvPr>
        </p:nvSpPr>
        <p:spPr/>
        <p:txBody>
          <a:bodyPr/>
          <a:lstStyle/>
          <a:p>
            <a:r>
              <a:rPr lang="en-US" dirty="0"/>
              <a:t>Initialize right center block.</a:t>
            </a:r>
          </a:p>
        </p:txBody>
      </p:sp>
      <p:pic>
        <p:nvPicPr>
          <p:cNvPr id="4" name="Picture 3" descr="A grid of sudoku puzzle&#10;&#10;Description automatically generated">
            <a:extLst>
              <a:ext uri="{FF2B5EF4-FFF2-40B4-BE49-F238E27FC236}">
                <a16:creationId xmlns:a16="http://schemas.microsoft.com/office/drawing/2014/main" id="{92ED6F1A-3D71-5336-4E97-F1F287FB55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498FE7C-9D59-579A-0F8F-9FB13544E3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BD7B8F-37A1-424F-5946-B61D7FB0324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F51361-70D9-E172-F3BC-369AC6C5E1A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B0DA938-7336-0D93-7F4A-1037F24DACD2}"/>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EDA53F16-20A1-4937-01C0-C720CF05EE2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13F6DFA-CAD6-05D1-F391-AC875DD4B6E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E374A6A-1694-1718-FF6F-C90ED42E37C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53D8EDD-4D45-D38F-A007-DE21B370F2F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74615568-2195-1059-8EE4-278B3A86186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82E6DE0-2041-4EE0-BF45-0BFA90F4854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DEA3AF9-2E08-8723-7A0D-7A7392208DB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F578008-7616-C523-45E5-F5ECD79CB31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4C2350C-AA71-F75D-1FAC-081D816885E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9C4CC11-5049-AFF8-E236-6E696FB41A0E}"/>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EFB9BAA-E480-5280-9174-DB00A29A1C8B}"/>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38085B6-6610-D0B0-F4C4-259ED623CD4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E052F1E-B36B-F036-51BF-D6301D82E5E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FAA703E-0728-FB2A-AB61-5F33DF379A8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222EA6B-9093-ECF3-E75A-F2737E67869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A93A008E-9A27-021F-89D3-50288A21F66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B6D39DA-2426-B3A6-B631-33F5342BCD7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D894E36-5CB6-F044-C564-E2C9B1C6A2B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35C9983-7A75-C21D-D603-5172B0CC098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961816B-7E5E-7847-BB1A-58B70309379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0E89E70-F45A-8C57-CC05-DDACE8C8C70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88C8D2B-1985-64C7-6FE9-83034B4ACAF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2A95980-9000-4997-A9E4-E44BA2D4B2E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84AFA02-CB0A-04F2-B935-2F5D13650541}"/>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8462070B-61CA-E46A-AC8A-31E3D6819EE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8AAE39D-29A2-F1DB-CB6F-A58EA3D953C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A95B29C-BF04-59B7-73A1-96878D81D18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74D2C9D-53C7-8164-673C-38E534CD0FD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DBA723A-32F8-9284-6D2A-C039455057A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0573752-34AE-EC72-A967-4E527FE01EA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465D85C-2A5A-45F7-E6B5-04BD6825B32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9CB5456-DB51-4646-8F58-E7578574ECF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7BD89E8-880E-0F10-E2A0-65831CD74DA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5286F036-E4CA-45A5-7204-268C37B07CA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39C8B12-45A3-3665-50AA-BCA2A97F75E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BCF5389-B108-3EE7-1161-F6A290A44FD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952F067-335D-AF05-AE9E-788A493F761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75840FB-68A8-53CE-ECB2-2EB621B58139}"/>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D1F466A-6CAD-F75E-9AE1-30BC374EE7CD}"/>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7E85CA08-DD0B-2ECB-F2A6-D59FA857CB6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17E5A760-DA3A-5C01-E821-C4850776991D}"/>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302AE551-31C1-8AD8-D41D-CB7B00E1A48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2721AD19-9692-C6B5-45BB-CFFBA285E70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A873484C-1D66-453A-9378-DF8366C4159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E2F05A5-BCD1-9030-33F2-1A1343E67EE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21317B38-C72D-C308-5F25-619D609F4BDE}"/>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6D8F0ACF-8BB7-EC1E-C436-0CA329865E32}"/>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E1F85363-647F-B224-E5C4-60D9B7DE9C5F}"/>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F7267D8C-1CA1-EB5F-ECEF-186F0BD4DFF0}"/>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0AB0035-AFDE-0AE9-C17A-58BA09E0921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59D4A272-F559-1E2B-62F6-F4BF7127E0A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BDDD1466-76D8-F3A8-DCA8-C06ACB9CBEE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A332C838-A3F6-D2C1-DE99-1E0E5ACB1D6B}"/>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9E2C9EE7-51A7-6ACB-1990-56F15BF8A774}"/>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6134484D-688D-5EAB-5BB6-3C304BDB4D3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BD2B3D88-91E4-7D5D-2906-B61A607A8D6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A5D461FF-0FB3-A2E4-7F79-7B8AAA345ACB}"/>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923623AA-3B04-9596-8099-824A06016FB5}"/>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44281EB7-8920-5AEB-2981-9954355DEFD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47E6F49-8CCE-67A0-C30C-9D3DFC30FFD5}"/>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81D64D2-09E1-4E12-541E-61D4C0606DA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7E27C10D-5DE0-94ED-6149-4F3E7DBC233E}"/>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8D8D1831-B1E7-A211-EA4D-DF13B33BA7E6}"/>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457C8A01-8167-2458-2774-1F45EAAFE82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2443581B-B733-DF37-575F-38554EA218F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F0BA4E0-8A82-096D-44D3-17B5CD17117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36D024E5-5D59-EFFF-93BA-8593BC22C12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D1EB9FDF-D1BC-8E50-87A0-D476D2DE4ED9}"/>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203971BD-CA2C-CDD8-32F6-A9EB26FF72B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D15FA422-F3DE-E269-87E4-638B3B6FE92D}"/>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DD3CA088-1452-D5D5-E386-6D0A50690DC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B1023D18-2289-7FC6-A067-65079ACE23FD}"/>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2317A40-5713-F53D-E966-9957EF2C71EA}"/>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0D5ED2DC-5769-83FF-5629-DDC3FC9285DC}"/>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E8E0C1EE-F6D9-94F1-1893-EF3A1AEA46EC}"/>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00CD25A6-524E-2B92-1EE6-E945FC6919E9}"/>
              </a:ext>
            </a:extLst>
          </p:cNvPr>
          <p:cNvSpPr txBox="1"/>
          <p:nvPr/>
        </p:nvSpPr>
        <p:spPr>
          <a:xfrm>
            <a:off x="4143022" y="3907597"/>
            <a:ext cx="570089" cy="230832"/>
          </a:xfrm>
          <a:prstGeom prst="rect">
            <a:avLst/>
          </a:prstGeom>
          <a:noFill/>
        </p:spPr>
        <p:txBody>
          <a:bodyPr wrap="square" rtlCol="0">
            <a:spAutoFit/>
          </a:bodyPr>
          <a:lstStyle/>
          <a:p>
            <a:pPr algn="ctr"/>
            <a:r>
              <a:rPr lang="en-US" sz="900" dirty="0"/>
              <a:t>24578</a:t>
            </a:r>
          </a:p>
        </p:txBody>
      </p:sp>
      <p:sp>
        <p:nvSpPr>
          <p:cNvPr id="84" name="TextBox 83">
            <a:extLst>
              <a:ext uri="{FF2B5EF4-FFF2-40B4-BE49-F238E27FC236}">
                <a16:creationId xmlns:a16="http://schemas.microsoft.com/office/drawing/2014/main" id="{DFDF818B-25EA-F7A4-5A2F-860998820C3D}"/>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FAFC36BC-925F-153D-85A2-983543D9D49A}"/>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047DD4BE-0F47-2632-51FB-FAAE35E3A9DD}"/>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95CDBF28-DB8F-5144-B3AF-58819EBB719F}"/>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
        <p:nvSpPr>
          <p:cNvPr id="88" name="TextBox 87">
            <a:extLst>
              <a:ext uri="{FF2B5EF4-FFF2-40B4-BE49-F238E27FC236}">
                <a16:creationId xmlns:a16="http://schemas.microsoft.com/office/drawing/2014/main" id="{D7EF675D-E434-63BD-4209-48F5E35506B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4F085967-AF40-45C6-432C-9F91612DC13F}"/>
              </a:ext>
            </a:extLst>
          </p:cNvPr>
          <p:cNvSpPr txBox="1"/>
          <p:nvPr/>
        </p:nvSpPr>
        <p:spPr>
          <a:xfrm>
            <a:off x="5650090" y="1402877"/>
            <a:ext cx="570089" cy="230832"/>
          </a:xfrm>
          <a:prstGeom prst="rect">
            <a:avLst/>
          </a:prstGeom>
          <a:noFill/>
        </p:spPr>
        <p:txBody>
          <a:bodyPr wrap="square" rtlCol="0">
            <a:spAutoFit/>
          </a:bodyPr>
          <a:lstStyle/>
          <a:p>
            <a:pPr algn="ctr"/>
            <a:r>
              <a:rPr lang="en-US" sz="900" dirty="0"/>
              <a:t>234689</a:t>
            </a:r>
          </a:p>
        </p:txBody>
      </p:sp>
      <p:sp>
        <p:nvSpPr>
          <p:cNvPr id="90" name="TextBox 89">
            <a:extLst>
              <a:ext uri="{FF2B5EF4-FFF2-40B4-BE49-F238E27FC236}">
                <a16:creationId xmlns:a16="http://schemas.microsoft.com/office/drawing/2014/main" id="{E29199C4-CCB2-15C8-14FC-921B0F60D9F7}"/>
              </a:ext>
            </a:extLst>
          </p:cNvPr>
          <p:cNvSpPr txBox="1"/>
          <p:nvPr/>
        </p:nvSpPr>
        <p:spPr>
          <a:xfrm>
            <a:off x="4645378" y="1903821"/>
            <a:ext cx="570089" cy="230832"/>
          </a:xfrm>
          <a:prstGeom prst="rect">
            <a:avLst/>
          </a:prstGeom>
          <a:noFill/>
        </p:spPr>
        <p:txBody>
          <a:bodyPr wrap="square" rtlCol="0">
            <a:spAutoFit/>
          </a:bodyPr>
          <a:lstStyle/>
          <a:p>
            <a:pPr algn="ctr"/>
            <a:r>
              <a:rPr lang="en-US" sz="900" dirty="0"/>
              <a:t>13468</a:t>
            </a:r>
          </a:p>
        </p:txBody>
      </p:sp>
      <p:sp>
        <p:nvSpPr>
          <p:cNvPr id="91" name="TextBox 90">
            <a:extLst>
              <a:ext uri="{FF2B5EF4-FFF2-40B4-BE49-F238E27FC236}">
                <a16:creationId xmlns:a16="http://schemas.microsoft.com/office/drawing/2014/main" id="{5843D563-9D5A-9862-F506-084A568E47B4}"/>
              </a:ext>
            </a:extLst>
          </p:cNvPr>
          <p:cNvSpPr txBox="1"/>
          <p:nvPr/>
        </p:nvSpPr>
        <p:spPr>
          <a:xfrm>
            <a:off x="5650090" y="1903821"/>
            <a:ext cx="570089" cy="230832"/>
          </a:xfrm>
          <a:prstGeom prst="rect">
            <a:avLst/>
          </a:prstGeom>
          <a:noFill/>
        </p:spPr>
        <p:txBody>
          <a:bodyPr wrap="square" rtlCol="0">
            <a:spAutoFit/>
          </a:bodyPr>
          <a:lstStyle/>
          <a:p>
            <a:pPr algn="ctr"/>
            <a:r>
              <a:rPr lang="en-US" sz="900" dirty="0"/>
              <a:t>134689</a:t>
            </a:r>
          </a:p>
        </p:txBody>
      </p:sp>
      <p:sp>
        <p:nvSpPr>
          <p:cNvPr id="92" name="TextBox 91">
            <a:extLst>
              <a:ext uri="{FF2B5EF4-FFF2-40B4-BE49-F238E27FC236}">
                <a16:creationId xmlns:a16="http://schemas.microsoft.com/office/drawing/2014/main" id="{4DE81DF3-A10C-6E1E-33B3-9FB6634320C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234567</a:t>
            </a:r>
          </a:p>
        </p:txBody>
      </p:sp>
    </p:spTree>
    <p:extLst>
      <p:ext uri="{BB962C8B-B14F-4D97-AF65-F5344CB8AC3E}">
        <p14:creationId xmlns:p14="http://schemas.microsoft.com/office/powerpoint/2010/main" val="30097595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69728-3896-E625-DEA3-E0BAC7CE763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6B3B15-6370-A5C7-1BFF-5E26E00B965E}"/>
              </a:ext>
            </a:extLst>
          </p:cNvPr>
          <p:cNvSpPr>
            <a:spLocks noGrp="1"/>
          </p:cNvSpPr>
          <p:nvPr>
            <p:ph sz="half" idx="1"/>
          </p:nvPr>
        </p:nvSpPr>
        <p:spPr/>
        <p:txBody>
          <a:bodyPr/>
          <a:lstStyle/>
          <a:p>
            <a:r>
              <a:rPr lang="en-US" dirty="0"/>
              <a:t>Initialize other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28C84800-D93F-4042-B03C-9BAC9BC643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58892C-1A40-64F6-EC66-4036EAFBB56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1B9542D-EEDB-886C-FD02-97FA430DB8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89CB88-DDB6-087A-08F3-2AB7566C48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436593E-015A-8FAD-82B5-097A390EE83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830224F-B964-729F-328F-C9882B4634E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D9A513F0-ADF6-5A9D-968A-0479E7E316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37FFA11-3255-7072-7C63-F786B89D9CE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9A73B1B-6B2D-D763-EB19-274BBA34782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732DAB7D-7DCE-D298-4BE5-F573E4DF4E1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7E0310B-551F-5E4A-8CA0-867B8D3CE70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4D51E67-C1D7-F0C5-0EC0-50133A15E53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CF46DAB-34CE-A0E2-A17A-88548AA49DB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AF177F7-1C17-67E3-6CDC-BA64F13FC5C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7D6C30D-023B-E7FA-DF0D-FDFEB2AACB4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0D0B53F-74A2-4794-0B69-84E9B985120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E331F25C-B853-D792-C400-41DD42472DB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C2A1AE5-22FF-8731-859E-E3F3407A34D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D17C071-A395-2BF8-4059-840E6645C36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D6C12A5-B4F0-BDAD-49A9-4E2F561FB61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6408CCF7-4CFB-F07B-D7FB-4F003F85134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0E7618D-D041-9786-9E9C-90EEC31F29A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822A801-7CAB-6F29-0E3A-86B32CF2047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7838568-6FFA-F5D2-0031-192E1466F1F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7ECBF8A-E8EB-0245-E4D9-6CC6CF0E80B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6B95337-5106-54B4-533A-5562B623328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1730DE8-F2FA-FFBC-88B6-50BABA8C66B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4AC870A-64D7-9EAD-E49D-B40F9969CCC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1C6D018-3B0E-E3C8-5BC7-E52F618667C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B87D263-D835-918A-08A4-FBE0570C1A0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553D87C-B349-45F3-559C-6DF915E9CF2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4BB542B-9024-3C5A-0683-BFE93613EE4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F3CCF24-B4EC-3392-6A55-DC4845F96AB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47ABD56-2EDC-8EF2-4886-861AF4AD087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2C008AB-14F4-1E88-D3E6-4BBD27FEE3A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BAF7D7A-F4A4-3EA5-2799-9D2B610BE16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D614139-6AB8-AF11-C788-39051C029B5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B3BE9B4-CDB6-5D4D-7984-DA2349DAEC9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6BE88BE-9F37-A978-2B43-80F3268DD15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9CDE170-044B-5055-DCE2-5DFCC3123A0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0E9E353-AB3F-1F62-1D79-4D7B5599C0C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E9F7AD8-C7B3-B3E3-7AEC-6938B100F7C9}"/>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4AED7D1-FFB0-3937-592F-1018FE88FC0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EA6E078-34D1-5C46-71CD-90B3879FAAB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17AC5E1A-2909-220C-ECFB-BD07B3AA12F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B69139B1-2F0D-3687-699F-65440FD2B708}"/>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C0057FDD-7B7C-884D-6304-58FD4D42EEC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CC202860-1C8C-58F5-0F1C-FE4C6E961AF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F9FFCC5-641F-961E-EAD4-1A2A7F5F5A5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EB85C07-3AEB-3E7F-1721-73AD3D3434D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0770B0C8-DEA4-DE2D-EB1A-FAD6E88755FC}"/>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525BADFE-5010-59EA-6C1E-772282B6E71E}"/>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786E93BA-FE77-7BBF-7C41-DCA6FF8C035B}"/>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1D050A88-DABE-0B23-5B22-98C08186A5D7}"/>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33E4290-5D51-0AE0-9756-0FAFD316EA8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916B390F-7D48-93F1-6922-C72211F0CBAF}"/>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E3DD705F-EAD5-17C1-1170-6DDD349CEC5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51D1DE4-9B55-7F97-33B6-27105F3F1D22}"/>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2E7FD9C9-C7DA-9F7C-B8FA-B15FDCA3EB5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E6584511-15DB-7FE1-9BFD-2D3C3667603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6E9E0F-4C5B-FB6F-CCB6-A1DCA04950A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8BCC89E-BE08-8AB0-DD81-1A78E406BDFC}"/>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E319750F-4180-D19A-284C-3D47B40055D8}"/>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20088D6C-D393-549F-4D2F-98855D509F7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70A0F8C5-AD6F-844C-C39E-89ED3E2578F7}"/>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529CE70D-D530-A352-9848-836FDA59B1E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91165120-2637-1108-BD54-0FCDDB70B4DA}"/>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93D08CA7-311C-DA61-69C0-54CBFC2B9B7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FD8EF5AC-1EA3-DDA0-EACC-C019AEC11E7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AD95F35E-D182-16A7-B0C6-8D292943431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719C6AE-9822-42E0-EDC1-9288E5DB523D}"/>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B1A38CE4-D0D1-EF4F-2C77-EBACEDB1756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A695B782-9078-72CF-7764-C9678316B26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6331D5B-988B-35B3-F523-C272AB82F12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1E95430-15A0-33DA-FAA9-F931F80DDE31}"/>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75EE64FE-1B5A-CCC0-9598-0D93F219297B}"/>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E09AC25-A0C7-CC05-59B7-D16F1EFAF6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EF3EDCF-4391-2CCA-32F6-DFAD2950287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8E2E2FB8-FDC8-1F21-E3A8-1D34E0D9A6DE}"/>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86E96B5A-2311-0D47-C8F3-1C09E445D8CE}"/>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D62C359D-5556-9C3E-3C34-FA83A93BC86F}"/>
              </a:ext>
            </a:extLst>
          </p:cNvPr>
          <p:cNvSpPr txBox="1"/>
          <p:nvPr/>
        </p:nvSpPr>
        <p:spPr>
          <a:xfrm>
            <a:off x="4143022" y="3907597"/>
            <a:ext cx="570089" cy="230832"/>
          </a:xfrm>
          <a:prstGeom prst="rect">
            <a:avLst/>
          </a:prstGeom>
          <a:noFill/>
        </p:spPr>
        <p:txBody>
          <a:bodyPr wrap="square" rtlCol="0">
            <a:spAutoFit/>
          </a:bodyPr>
          <a:lstStyle/>
          <a:p>
            <a:pPr algn="ctr"/>
            <a:r>
              <a:rPr lang="en-US" sz="900" dirty="0"/>
              <a:t>24578</a:t>
            </a:r>
          </a:p>
        </p:txBody>
      </p:sp>
      <p:sp>
        <p:nvSpPr>
          <p:cNvPr id="84" name="TextBox 83">
            <a:extLst>
              <a:ext uri="{FF2B5EF4-FFF2-40B4-BE49-F238E27FC236}">
                <a16:creationId xmlns:a16="http://schemas.microsoft.com/office/drawing/2014/main" id="{C013497E-AD93-E454-809F-A3DFC142441C}"/>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F7A27EE3-6BF9-A91A-E5AB-CC0B097DA062}"/>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034070E5-5462-5D97-E734-25851B7BECFE}"/>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41A4C3BF-4500-4513-2371-9B362220F224}"/>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
        <p:nvSpPr>
          <p:cNvPr id="88" name="TextBox 87">
            <a:extLst>
              <a:ext uri="{FF2B5EF4-FFF2-40B4-BE49-F238E27FC236}">
                <a16:creationId xmlns:a16="http://schemas.microsoft.com/office/drawing/2014/main" id="{FFBCD1B0-B83D-123D-60DB-5AF70EB4EC50}"/>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D2FBE695-66C8-07AE-D2D0-0AAD357EDB0C}"/>
              </a:ext>
            </a:extLst>
          </p:cNvPr>
          <p:cNvSpPr txBox="1"/>
          <p:nvPr/>
        </p:nvSpPr>
        <p:spPr>
          <a:xfrm>
            <a:off x="5650090" y="1402877"/>
            <a:ext cx="570089" cy="230832"/>
          </a:xfrm>
          <a:prstGeom prst="rect">
            <a:avLst/>
          </a:prstGeom>
          <a:noFill/>
        </p:spPr>
        <p:txBody>
          <a:bodyPr wrap="square" rtlCol="0">
            <a:spAutoFit/>
          </a:bodyPr>
          <a:lstStyle/>
          <a:p>
            <a:pPr algn="ctr"/>
            <a:r>
              <a:rPr lang="en-US" sz="900" dirty="0"/>
              <a:t>234689</a:t>
            </a:r>
          </a:p>
        </p:txBody>
      </p:sp>
      <p:sp>
        <p:nvSpPr>
          <p:cNvPr id="90" name="TextBox 89">
            <a:extLst>
              <a:ext uri="{FF2B5EF4-FFF2-40B4-BE49-F238E27FC236}">
                <a16:creationId xmlns:a16="http://schemas.microsoft.com/office/drawing/2014/main" id="{EF998146-B069-76A4-8962-B05EA5A4B94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13468</a:t>
            </a:r>
          </a:p>
        </p:txBody>
      </p:sp>
      <p:sp>
        <p:nvSpPr>
          <p:cNvPr id="91" name="TextBox 90">
            <a:extLst>
              <a:ext uri="{FF2B5EF4-FFF2-40B4-BE49-F238E27FC236}">
                <a16:creationId xmlns:a16="http://schemas.microsoft.com/office/drawing/2014/main" id="{8640E1C2-220C-C88B-3714-F2ABF6B8577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134689</a:t>
            </a:r>
          </a:p>
        </p:txBody>
      </p:sp>
      <p:sp>
        <p:nvSpPr>
          <p:cNvPr id="92" name="TextBox 91">
            <a:extLst>
              <a:ext uri="{FF2B5EF4-FFF2-40B4-BE49-F238E27FC236}">
                <a16:creationId xmlns:a16="http://schemas.microsoft.com/office/drawing/2014/main" id="{272BD545-8A76-E554-FD7B-36BFBA265243}"/>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234567</a:t>
            </a:r>
          </a:p>
        </p:txBody>
      </p:sp>
      <p:sp>
        <p:nvSpPr>
          <p:cNvPr id="93" name="TextBox 92">
            <a:extLst>
              <a:ext uri="{FF2B5EF4-FFF2-40B4-BE49-F238E27FC236}">
                <a16:creationId xmlns:a16="http://schemas.microsoft.com/office/drawing/2014/main" id="{9AA01CDA-AC9B-EB26-003E-BC454990ACF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94" name="TextBox 93">
            <a:extLst>
              <a:ext uri="{FF2B5EF4-FFF2-40B4-BE49-F238E27FC236}">
                <a16:creationId xmlns:a16="http://schemas.microsoft.com/office/drawing/2014/main" id="{CAD3E0FC-EB07-6036-17C6-A764973DF96C}"/>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F734E02C-3455-A597-2151-F48A56B6B8C5}"/>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A9B78D6C-3C45-D3FF-3A2C-9E9C037653F8}"/>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7FCB2A8A-D2DD-A49D-89C7-0456A69522D5}"/>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8" name="TextBox 97">
            <a:extLst>
              <a:ext uri="{FF2B5EF4-FFF2-40B4-BE49-F238E27FC236}">
                <a16:creationId xmlns:a16="http://schemas.microsoft.com/office/drawing/2014/main" id="{B82991DE-9049-5F10-F914-773A882ABB8A}"/>
              </a:ext>
            </a:extLst>
          </p:cNvPr>
          <p:cNvSpPr txBox="1"/>
          <p:nvPr/>
        </p:nvSpPr>
        <p:spPr>
          <a:xfrm>
            <a:off x="3640666" y="1903821"/>
            <a:ext cx="570089" cy="230832"/>
          </a:xfrm>
          <a:prstGeom prst="rect">
            <a:avLst/>
          </a:prstGeom>
          <a:noFill/>
        </p:spPr>
        <p:txBody>
          <a:bodyPr wrap="square" rtlCol="0">
            <a:spAutoFit/>
          </a:bodyPr>
          <a:lstStyle/>
          <a:p>
            <a:pPr algn="ctr"/>
            <a:r>
              <a:rPr lang="en-US" sz="900" dirty="0"/>
              <a:t>345789</a:t>
            </a:r>
          </a:p>
        </p:txBody>
      </p:sp>
      <p:sp>
        <p:nvSpPr>
          <p:cNvPr id="99" name="TextBox 98">
            <a:extLst>
              <a:ext uri="{FF2B5EF4-FFF2-40B4-BE49-F238E27FC236}">
                <a16:creationId xmlns:a16="http://schemas.microsoft.com/office/drawing/2014/main" id="{298AA935-1DF8-9977-85A8-09B0558C7185}"/>
              </a:ext>
            </a:extLst>
          </p:cNvPr>
          <p:cNvSpPr txBox="1"/>
          <p:nvPr/>
        </p:nvSpPr>
        <p:spPr>
          <a:xfrm>
            <a:off x="3138310" y="1903821"/>
            <a:ext cx="570089" cy="230832"/>
          </a:xfrm>
          <a:prstGeom prst="rect">
            <a:avLst/>
          </a:prstGeom>
          <a:noFill/>
        </p:spPr>
        <p:txBody>
          <a:bodyPr wrap="square" rtlCol="0">
            <a:spAutoFit/>
          </a:bodyPr>
          <a:lstStyle/>
          <a:p>
            <a:pPr algn="ctr"/>
            <a:r>
              <a:rPr lang="en-US" sz="900" dirty="0"/>
              <a:t>345789</a:t>
            </a:r>
          </a:p>
        </p:txBody>
      </p:sp>
    </p:spTree>
    <p:extLst>
      <p:ext uri="{BB962C8B-B14F-4D97-AF65-F5344CB8AC3E}">
        <p14:creationId xmlns:p14="http://schemas.microsoft.com/office/powerpoint/2010/main" val="420562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BE78A-193F-AABF-8AF1-44DEBDB36BA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BF1951B-871B-8817-9B21-B80E1E4430EF}"/>
              </a:ext>
            </a:extLst>
          </p:cNvPr>
          <p:cNvSpPr>
            <a:spLocks noGrp="1"/>
          </p:cNvSpPr>
          <p:nvPr>
            <p:ph sz="half" idx="1"/>
          </p:nvPr>
        </p:nvSpPr>
        <p:spPr/>
        <p:txBody>
          <a:bodyPr>
            <a:normAutofit lnSpcReduction="10000"/>
          </a:bodyPr>
          <a:lstStyle/>
          <a:p>
            <a:r>
              <a:rPr lang="en-US" dirty="0"/>
              <a:t>Focus on the light green 46 cells. They cannot be 6. The upper right and lower left blocks contain analogous colored cells. The bottom 46, if 6, would veto the two blue cells. The upper 46, if 6, would veto the dark green, yellow, and orange cells. There would be no place remaining for a 6 in the upper right block.</a:t>
            </a:r>
          </a:p>
        </p:txBody>
      </p:sp>
      <p:pic>
        <p:nvPicPr>
          <p:cNvPr id="4" name="Picture 3" descr="A grid of sudoku puzzle&#10;&#10;Description automatically generated">
            <a:extLst>
              <a:ext uri="{FF2B5EF4-FFF2-40B4-BE49-F238E27FC236}">
                <a16:creationId xmlns:a16="http://schemas.microsoft.com/office/drawing/2014/main" id="{8C15A58E-EC62-2AD4-0562-35AF19496B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C7B74E-E658-AC45-B006-1FC4923239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2A05BAC-288C-C7F8-6A9E-83E536A00A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404E3BD-8D5B-E07B-7224-F72A931A062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1511CC-4EDA-F5F9-92DC-E4AB69C1B7E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BD294C5-067B-C4FB-F014-6F2E3FF50EB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D79C173-8E86-D54E-DE23-930F7C79970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E5DFABE-E1F6-1574-F7BB-A2495F0D167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84DF9B1-A194-460B-77EB-319083E8901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BF1759C4-7BEC-F61E-79B2-C8BAA317E6F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36A9897-8981-C13B-DEE4-187C9C105AA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223336C-EE1B-9977-42E0-43FEDF0DB8E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B7AEC73-0498-90DD-B617-A745E19CAF8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08F713A1-956F-79DB-28B4-9086D8635A5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E9438B8-657E-B544-4BF5-915B23912AC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A2CB1B0-FBD4-C8CA-0034-6CE8D9F910F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411C452-BC6F-5714-CE34-3CE17A70011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2454CA0-FB5F-940E-2FBA-A94D1485245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D574FB3-1639-855D-B2F8-DC78066293B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B039CEF-A806-227F-CBA1-0EADC899194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3AC5745B-275F-D6AC-F430-4CBD08E25F7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561DBC3-19EA-1BAA-B327-599015346EE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F12175-9E4E-BC6D-FE77-4DA2D0F6BF5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3F61489-E60E-F097-16D4-9DECAD7B9E1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BD7655E6-D26A-FA2E-E18C-392A349F1C3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C58B79C-AA2D-C03C-DCE9-E8A0620DBEF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815BFA7-671C-CDCB-4FAD-585F6F45592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AA1368E-45FB-460C-7D4C-19F8C7BF747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47C058B-5066-69E8-4DD3-96F39CF7E85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0DBC8CA-4FDF-88A5-27D3-915F39285F5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DFDC7E8-703B-FAEF-1405-5BD3F09DB16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3878033-C994-01A7-7D6F-B61AED575DA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C73B2E3A-4AE9-D2E8-D3FD-49689234886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A915E8F-9129-474B-9948-0593C8AF794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4BEDC68-0590-8FE9-629D-F3B2077A486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408C5BA-018B-BDDA-FDC2-54704A422CC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619B543-9352-72D6-9237-CE959739BA1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AE374B6-4242-1889-A7CF-1F237FD5066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F0E31E2-4B7A-150A-80BE-F32DE5861E4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807A4D9C-6A2E-4906-6BF5-EF9DF236EFED}"/>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26ABE5C-D03A-C0AB-7EE2-F38CACABAA9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AA97EFBA-D5E9-A1E0-68AF-886D3778EB8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208EDD0-AD2A-EF63-FD70-A687BBD2B14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A1A18924-C4C8-A2E0-1F4D-A6402C41AB38}"/>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937E40E-70DA-2277-670E-91A916B1E4E4}"/>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C03DB87-3BBD-9610-EF34-96FA821C1B32}"/>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0748716-4BE0-7C1E-C8FC-949D6E640694}"/>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E9B2D48-847A-EA05-8D3F-8B8B3CB07D4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7DFB9F82-A297-2B44-FBAE-AE79B68F7D9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56F508B8-561E-D51E-0241-24B1647FD8D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277F23B0-C8EA-1566-2AEF-A3C818FE138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FB9FCDD5-E670-D36B-75C1-A1F1D5B3DDC6}"/>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C7B06C9F-B371-7663-629A-B98F6441F29E}"/>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ED9C46DE-A42F-C6D0-1250-6DDE4886E414}"/>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D3455AB-FBC5-976B-68A5-3C145DF4E55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55BAB26-011D-5B2F-3E97-A4560601F7B6}"/>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D2248CB8-F47E-3030-A8DA-30422CD3224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90090436-DA44-03B0-C075-431C214EA540}"/>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B4E42194-34A3-5A75-7AAD-E0C0FA4C2CC4}"/>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95D2980-9D4C-94EC-29E4-91E9A3AF68B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EB452B33-A90C-151B-6D9D-6D8351BF717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5" name="TextBox 64">
            <a:extLst>
              <a:ext uri="{FF2B5EF4-FFF2-40B4-BE49-F238E27FC236}">
                <a16:creationId xmlns:a16="http://schemas.microsoft.com/office/drawing/2014/main" id="{14418E41-ED0B-9676-F67B-BB34D84F41E3}"/>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4536F0A1-1854-9AEA-FD46-C7F510EE4B10}"/>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662D2C49-008D-62C3-421A-F1A6EE5787A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63F954BA-000F-CCE2-FD5B-8BB7661ACC5C}"/>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C3A614BC-0F55-8E85-7E78-7FF7FD2C5E9A}"/>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624EA934-3402-02FF-757C-180E9C48D414}"/>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59298752-5477-3ED1-6F39-FFD759EE44C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CF79171-21CA-ADA2-5243-249E2936CD8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F9747EB7-1F10-045B-5FBD-7E9BEDFE832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A730918B-ED91-52D9-0037-D86F9B4E0B5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18C633-2FAB-26DC-F717-C8C6C09E9C5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E4A2C487-9451-8D69-CF60-C8C555A77726}"/>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FC9C39F4-E03E-BBAE-9458-B604F9FFEF90}"/>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48FA445-7FDC-A192-F9A8-9F4EF67D349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071458F6-2D03-DB52-33FB-D48EB257C8F1}"/>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a:t>
            </a:r>
          </a:p>
        </p:txBody>
      </p:sp>
      <p:sp>
        <p:nvSpPr>
          <p:cNvPr id="81" name="TextBox 80">
            <a:extLst>
              <a:ext uri="{FF2B5EF4-FFF2-40B4-BE49-F238E27FC236}">
                <a16:creationId xmlns:a16="http://schemas.microsoft.com/office/drawing/2014/main" id="{7BC3AB0F-1A3D-E1CE-3855-5FC88A585991}"/>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E9B772CC-72A9-D966-17E7-6AD5628DD8C5}"/>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F2115CE9-B6EA-BDAC-66D4-CB29FCC77A7A}"/>
              </a:ext>
            </a:extLst>
          </p:cNvPr>
          <p:cNvSpPr txBox="1"/>
          <p:nvPr/>
        </p:nvSpPr>
        <p:spPr>
          <a:xfrm>
            <a:off x="4143022" y="3907597"/>
            <a:ext cx="570089" cy="230832"/>
          </a:xfrm>
          <a:prstGeom prst="rect">
            <a:avLst/>
          </a:prstGeom>
          <a:noFill/>
        </p:spPr>
        <p:txBody>
          <a:bodyPr wrap="square" rtlCol="0">
            <a:spAutoFit/>
          </a:bodyPr>
          <a:lstStyle/>
          <a:p>
            <a:pPr algn="ctr"/>
            <a:r>
              <a:rPr lang="en-US" sz="900" dirty="0"/>
              <a:t>24578</a:t>
            </a:r>
          </a:p>
        </p:txBody>
      </p:sp>
      <p:sp>
        <p:nvSpPr>
          <p:cNvPr id="84" name="TextBox 83">
            <a:extLst>
              <a:ext uri="{FF2B5EF4-FFF2-40B4-BE49-F238E27FC236}">
                <a16:creationId xmlns:a16="http://schemas.microsoft.com/office/drawing/2014/main" id="{BACEBBCC-2A7F-9A98-D9D9-73F5F6E76E04}"/>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D84F0204-6DF4-1FF2-F4EE-6462DCFE200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48CFDAD9-EAE4-D5F5-1AA8-93FE7CE70CC6}"/>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A6308E2F-339D-7DEF-B9CD-420A9E1D568D}"/>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
        <p:nvSpPr>
          <p:cNvPr id="88" name="TextBox 87">
            <a:extLst>
              <a:ext uri="{FF2B5EF4-FFF2-40B4-BE49-F238E27FC236}">
                <a16:creationId xmlns:a16="http://schemas.microsoft.com/office/drawing/2014/main" id="{E327EF41-7C24-450E-6832-602A13742F5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9E454515-D3AA-BDC5-5EB3-AB71F6ECC34E}"/>
              </a:ext>
            </a:extLst>
          </p:cNvPr>
          <p:cNvSpPr txBox="1"/>
          <p:nvPr/>
        </p:nvSpPr>
        <p:spPr>
          <a:xfrm>
            <a:off x="5650090" y="1402877"/>
            <a:ext cx="570089" cy="230832"/>
          </a:xfrm>
          <a:prstGeom prst="rect">
            <a:avLst/>
          </a:prstGeom>
          <a:noFill/>
        </p:spPr>
        <p:txBody>
          <a:bodyPr wrap="square" rtlCol="0">
            <a:spAutoFit/>
          </a:bodyPr>
          <a:lstStyle/>
          <a:p>
            <a:pPr algn="ctr"/>
            <a:r>
              <a:rPr lang="en-US" sz="900" dirty="0"/>
              <a:t>234689</a:t>
            </a:r>
          </a:p>
        </p:txBody>
      </p:sp>
      <p:sp>
        <p:nvSpPr>
          <p:cNvPr id="90" name="TextBox 89">
            <a:extLst>
              <a:ext uri="{FF2B5EF4-FFF2-40B4-BE49-F238E27FC236}">
                <a16:creationId xmlns:a16="http://schemas.microsoft.com/office/drawing/2014/main" id="{3B96DC45-94FE-AB3D-47F7-8307C900C3F3}"/>
              </a:ext>
            </a:extLst>
          </p:cNvPr>
          <p:cNvSpPr txBox="1"/>
          <p:nvPr/>
        </p:nvSpPr>
        <p:spPr>
          <a:xfrm>
            <a:off x="4645378" y="1903821"/>
            <a:ext cx="570089" cy="230832"/>
          </a:xfrm>
          <a:prstGeom prst="rect">
            <a:avLst/>
          </a:prstGeom>
          <a:noFill/>
        </p:spPr>
        <p:txBody>
          <a:bodyPr wrap="square" rtlCol="0">
            <a:spAutoFit/>
          </a:bodyPr>
          <a:lstStyle/>
          <a:p>
            <a:pPr algn="ctr"/>
            <a:r>
              <a:rPr lang="en-US" sz="900" dirty="0"/>
              <a:t>13468</a:t>
            </a:r>
          </a:p>
        </p:txBody>
      </p:sp>
      <p:sp>
        <p:nvSpPr>
          <p:cNvPr id="91" name="TextBox 90">
            <a:extLst>
              <a:ext uri="{FF2B5EF4-FFF2-40B4-BE49-F238E27FC236}">
                <a16:creationId xmlns:a16="http://schemas.microsoft.com/office/drawing/2014/main" id="{3C7519B0-8A56-B242-99CF-6BD70CD18E77}"/>
              </a:ext>
            </a:extLst>
          </p:cNvPr>
          <p:cNvSpPr txBox="1"/>
          <p:nvPr/>
        </p:nvSpPr>
        <p:spPr>
          <a:xfrm>
            <a:off x="5650090" y="1903821"/>
            <a:ext cx="570089" cy="230832"/>
          </a:xfrm>
          <a:prstGeom prst="rect">
            <a:avLst/>
          </a:prstGeom>
          <a:noFill/>
        </p:spPr>
        <p:txBody>
          <a:bodyPr wrap="square" rtlCol="0">
            <a:spAutoFit/>
          </a:bodyPr>
          <a:lstStyle/>
          <a:p>
            <a:pPr algn="ctr"/>
            <a:r>
              <a:rPr lang="en-US" sz="900" dirty="0"/>
              <a:t>134689</a:t>
            </a:r>
          </a:p>
        </p:txBody>
      </p:sp>
      <p:sp>
        <p:nvSpPr>
          <p:cNvPr id="92" name="TextBox 91">
            <a:extLst>
              <a:ext uri="{FF2B5EF4-FFF2-40B4-BE49-F238E27FC236}">
                <a16:creationId xmlns:a16="http://schemas.microsoft.com/office/drawing/2014/main" id="{43B9AF57-202F-A81D-52BA-9A7523D13DE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234567</a:t>
            </a:r>
          </a:p>
        </p:txBody>
      </p:sp>
      <p:sp>
        <p:nvSpPr>
          <p:cNvPr id="93" name="TextBox 92">
            <a:extLst>
              <a:ext uri="{FF2B5EF4-FFF2-40B4-BE49-F238E27FC236}">
                <a16:creationId xmlns:a16="http://schemas.microsoft.com/office/drawing/2014/main" id="{36F3FDCA-F23C-F79E-3771-6BB4CC8C17C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94" name="TextBox 93">
            <a:extLst>
              <a:ext uri="{FF2B5EF4-FFF2-40B4-BE49-F238E27FC236}">
                <a16:creationId xmlns:a16="http://schemas.microsoft.com/office/drawing/2014/main" id="{C32B5DE0-8925-E572-1C4B-D2D5462FD40C}"/>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F3567803-260E-A5EC-A2B6-A34296AFE6D6}"/>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2BB6FDA8-6769-5E57-139E-ABEAE5251103}"/>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2C031CE2-826D-6764-0C15-E9F807789D7E}"/>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8" name="TextBox 97">
            <a:extLst>
              <a:ext uri="{FF2B5EF4-FFF2-40B4-BE49-F238E27FC236}">
                <a16:creationId xmlns:a16="http://schemas.microsoft.com/office/drawing/2014/main" id="{F860BB81-7021-D167-16D5-ED9A8E4D7C49}"/>
              </a:ext>
            </a:extLst>
          </p:cNvPr>
          <p:cNvSpPr txBox="1"/>
          <p:nvPr/>
        </p:nvSpPr>
        <p:spPr>
          <a:xfrm>
            <a:off x="3640666" y="1903821"/>
            <a:ext cx="570089" cy="230832"/>
          </a:xfrm>
          <a:prstGeom prst="rect">
            <a:avLst/>
          </a:prstGeom>
          <a:noFill/>
        </p:spPr>
        <p:txBody>
          <a:bodyPr wrap="square" rtlCol="0">
            <a:spAutoFit/>
          </a:bodyPr>
          <a:lstStyle/>
          <a:p>
            <a:pPr algn="ctr"/>
            <a:r>
              <a:rPr lang="en-US" sz="900" dirty="0"/>
              <a:t>345789</a:t>
            </a:r>
          </a:p>
        </p:txBody>
      </p:sp>
      <p:sp>
        <p:nvSpPr>
          <p:cNvPr id="99" name="TextBox 98">
            <a:extLst>
              <a:ext uri="{FF2B5EF4-FFF2-40B4-BE49-F238E27FC236}">
                <a16:creationId xmlns:a16="http://schemas.microsoft.com/office/drawing/2014/main" id="{4D685D85-34F6-F374-3C05-924AA391858B}"/>
              </a:ext>
            </a:extLst>
          </p:cNvPr>
          <p:cNvSpPr txBox="1"/>
          <p:nvPr/>
        </p:nvSpPr>
        <p:spPr>
          <a:xfrm>
            <a:off x="3138310" y="1903821"/>
            <a:ext cx="570089" cy="230832"/>
          </a:xfrm>
          <a:prstGeom prst="rect">
            <a:avLst/>
          </a:prstGeom>
          <a:noFill/>
        </p:spPr>
        <p:txBody>
          <a:bodyPr wrap="square" rtlCol="0">
            <a:spAutoFit/>
          </a:bodyPr>
          <a:lstStyle/>
          <a:p>
            <a:pPr algn="ctr"/>
            <a:r>
              <a:rPr lang="en-US" sz="900" dirty="0"/>
              <a:t>345789</a:t>
            </a:r>
          </a:p>
        </p:txBody>
      </p:sp>
    </p:spTree>
    <p:extLst>
      <p:ext uri="{BB962C8B-B14F-4D97-AF65-F5344CB8AC3E}">
        <p14:creationId xmlns:p14="http://schemas.microsoft.com/office/powerpoint/2010/main" val="17398589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BE026-985B-B555-641F-01FA545EBA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1812838-5686-53B7-AACE-3F8FE99A1BD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DEA9720-DDF0-3298-223C-E09C9FDF0B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DE41FE-7CDC-A105-9640-D3881016B2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FE38FA-B96E-9F1F-C245-EFC9A77A408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56210E-7AFC-F139-ADF0-527D1ECB01E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BA7F75-96F6-080E-6ED5-DCF0838EFA4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DF012AC-12A8-B4BB-5B83-4A68D36FC21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E97E080-7413-4D1F-4BAA-4E0F957C5E7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2F0AFAE-634E-2B3B-E723-46A0F7205F6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0F4E70A-2BFA-5670-CB01-3E2B7CF48A9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1912AA4D-920C-4C0C-C286-1225800EC39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BD6902B6-635F-09C8-B6D8-D6A3282D4F0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950C1FB-37B0-7178-90DA-52A87ADC215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F64AD6F-B745-A31B-E7D4-0B392086726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A28BA02-CA97-DEDA-71BE-283BB14F35F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2747A0A-E21A-B803-2B47-11562EF5A0A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C43740D-A12D-46FB-9360-6DC59E4BF61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07E5EE83-9B9A-3619-6B41-0782A73B5FC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5DE8719-DC7F-94E7-0395-CBA26B4138B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EA64A857-3937-21ED-BA0F-68C73489940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1934E34-6469-1017-C01F-963024BA6F6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050DAA4-4BDD-ED22-00CF-38BBE465F56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7465850-D3B4-F49A-DC8D-C8161743465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469752D-0E2D-A3EE-BB0F-AC510E3F364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EA48052-AAD6-4AC6-4BC6-EECDDAE76CA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9E727AE-93F9-49F7-1F4F-FE5E681611C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5E422E1-02D9-BFA6-B031-E02B2C983D0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F8CFBE2-8056-1442-C840-427BA510280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9647F5B-7159-F87D-F1EB-E661668956F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5E0A9B4-3E13-3962-8738-280516B0951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4ED811B-5CA0-E38B-0E37-26D257E627C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D2E12B6-F594-C517-B059-47365272465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942A826-F567-11C3-C89E-CE6A674E8B9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D74C05F-9740-85D8-428E-9AA6307B5C4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A684A45-E8AA-9113-DD96-3CD90BDC55C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802E449-3F1D-1254-19C8-5D85EEA2E72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3A56F99-8BD3-FE29-3519-B38DEF82E7E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C7BD554-B91A-B746-1CE4-63158EADB79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955F236-0699-9F7B-A178-5D2EFCC1848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488922EE-5358-CC0C-11D8-0EF77447D45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9BA3E2E1-1A1F-F6DE-5C9A-96E66006732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57AE1F1E-240F-DA53-FA19-B63981CE2F4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FD4233E9-76CD-9B4D-3660-FF97C6EF6B0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AA91F78-F7C9-F427-847A-276FEA65CD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30DB61E7-39E2-168D-8CB0-9CB2FBDB197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8FE4FE0-CFD4-20B4-5409-6B5EE5346469}"/>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32C6C734-83ED-A346-6121-B2A7ADAA876D}"/>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F925A83-CC8B-C6CD-E715-00E071C2C29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73CFC0D1-57BA-94A0-B945-FB44DE6E8CE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7816A44A-A4A7-9557-2366-D813105C117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98034A-D395-C5C8-030B-FB90397E4D8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10171151-D47C-E269-12ED-A862B985C30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B77C90B-1DE3-80BB-04B4-39D37A6A27B1}"/>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43684C2-377A-40C3-2DF8-642F101FF3A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892974C9-4A6E-D58A-8A35-DC4CDC03442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73CCED10-D7F8-7013-4C96-8F3791655A3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2600BDF-18C5-7C36-0728-5DFBD06E4038}"/>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13EEE36-9E82-5042-1E3E-BA0B469562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CEF46FF-3366-5A58-4E39-DC249BC05596}"/>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BD62BDD9-2BD5-18D4-4661-9604F4662725}"/>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65427A45-958B-305F-5151-D90B2EEEEA4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027237B9-6B28-3ED4-E600-DC16417DE72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F4E285AA-A13C-B1EF-E967-C8E0976DC21D}"/>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6EF87798-CAFF-1169-359D-027B8A0320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6333D4B-1C8B-9456-CD28-6D9B58F826C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79BF1D9F-3731-1DB7-00FF-F52D7F5CBFE5}"/>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ACA1E5AC-E261-C087-C794-E49F9FBF224A}"/>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4EA2288-80D9-71E0-4ACC-FDB01758BA6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D512CC67-D4A5-C25D-E05F-2EEF8B3CAC4B}"/>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03D58D0-AC42-1C64-E92A-C8E186C6B9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BE973BFD-5E9E-490B-D323-F290EF50302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537BFD0-7B5D-F0BE-E607-816103977E1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C51A90F-F4D3-9043-A118-F125CC9946B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E05396D-9602-AC16-187E-4E5CFCA4C69F}"/>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65E4DBD3-56F1-00E1-1DE0-10973D9FBEA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F8CB2F-27AE-B31D-E997-874703C8F84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7A533DA0-1BC3-E33B-03A1-76EA66ABFBF8}"/>
              </a:ext>
            </a:extLst>
          </p:cNvPr>
          <p:cNvSpPr txBox="1"/>
          <p:nvPr/>
        </p:nvSpPr>
        <p:spPr>
          <a:xfrm>
            <a:off x="7157158" y="2905709"/>
            <a:ext cx="570089" cy="230832"/>
          </a:xfrm>
          <a:prstGeom prst="rect">
            <a:avLst/>
          </a:prstGeom>
          <a:noFill/>
        </p:spPr>
        <p:txBody>
          <a:bodyPr wrap="square" rtlCol="0">
            <a:spAutoFit/>
          </a:bodyPr>
          <a:lstStyle/>
          <a:p>
            <a:pPr algn="ctr"/>
            <a:r>
              <a:rPr lang="en-US" sz="900" dirty="0"/>
              <a:t>567</a:t>
            </a:r>
          </a:p>
        </p:txBody>
      </p:sp>
      <p:sp>
        <p:nvSpPr>
          <p:cNvPr id="81" name="TextBox 80">
            <a:extLst>
              <a:ext uri="{FF2B5EF4-FFF2-40B4-BE49-F238E27FC236}">
                <a16:creationId xmlns:a16="http://schemas.microsoft.com/office/drawing/2014/main" id="{A81093AD-2FD8-CC98-6AB1-4C548C642BAB}"/>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58EB0A08-B543-E771-D5E4-49C2DC7A037C}"/>
              </a:ext>
            </a:extLst>
          </p:cNvPr>
          <p:cNvSpPr txBox="1"/>
          <p:nvPr/>
        </p:nvSpPr>
        <p:spPr>
          <a:xfrm>
            <a:off x="4143022" y="3406653"/>
            <a:ext cx="570089" cy="230832"/>
          </a:xfrm>
          <a:prstGeom prst="rect">
            <a:avLst/>
          </a:prstGeom>
          <a:noFill/>
        </p:spPr>
        <p:txBody>
          <a:bodyPr wrap="square" rtlCol="0">
            <a:spAutoFit/>
          </a:bodyPr>
          <a:lstStyle/>
          <a:p>
            <a:pPr algn="ctr"/>
            <a:r>
              <a:rPr lang="en-US" sz="900" dirty="0"/>
              <a:t>24578</a:t>
            </a:r>
          </a:p>
        </p:txBody>
      </p:sp>
      <p:sp>
        <p:nvSpPr>
          <p:cNvPr id="83" name="TextBox 82">
            <a:extLst>
              <a:ext uri="{FF2B5EF4-FFF2-40B4-BE49-F238E27FC236}">
                <a16:creationId xmlns:a16="http://schemas.microsoft.com/office/drawing/2014/main" id="{2477A936-22B6-889D-47B0-8BA204B3DDED}"/>
              </a:ext>
            </a:extLst>
          </p:cNvPr>
          <p:cNvSpPr txBox="1"/>
          <p:nvPr/>
        </p:nvSpPr>
        <p:spPr>
          <a:xfrm>
            <a:off x="4143022" y="3907597"/>
            <a:ext cx="570089" cy="230832"/>
          </a:xfrm>
          <a:prstGeom prst="rect">
            <a:avLst/>
          </a:prstGeom>
          <a:noFill/>
        </p:spPr>
        <p:txBody>
          <a:bodyPr wrap="square" rtlCol="0">
            <a:spAutoFit/>
          </a:bodyPr>
          <a:lstStyle/>
          <a:p>
            <a:pPr algn="ctr"/>
            <a:r>
              <a:rPr lang="en-US" sz="900" dirty="0"/>
              <a:t>2578</a:t>
            </a:r>
          </a:p>
        </p:txBody>
      </p:sp>
      <p:sp>
        <p:nvSpPr>
          <p:cNvPr id="84" name="TextBox 83">
            <a:extLst>
              <a:ext uri="{FF2B5EF4-FFF2-40B4-BE49-F238E27FC236}">
                <a16:creationId xmlns:a16="http://schemas.microsoft.com/office/drawing/2014/main" id="{2DFF6CFB-3C78-B516-A1FA-67270AAEEAAD}"/>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392586DB-BD89-3933-1C94-AEACA2A89488}"/>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D8388DE6-95C1-B850-1F04-D69D45A10C06}"/>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59ADAB6F-C183-573E-56EA-56FD22D1A685}"/>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
        <p:nvSpPr>
          <p:cNvPr id="88" name="TextBox 87">
            <a:extLst>
              <a:ext uri="{FF2B5EF4-FFF2-40B4-BE49-F238E27FC236}">
                <a16:creationId xmlns:a16="http://schemas.microsoft.com/office/drawing/2014/main" id="{B9CA83B1-26B0-3258-AFD8-43A047DF3E13}"/>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0D7EB2A7-9C96-1174-FE0A-1DF747EB2973}"/>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4035786D-BC33-6410-8CBF-955733A78C4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3DCD4A30-F9D8-D168-B0C1-96C4BC290A5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10BF3D81-6940-EB4A-087F-479F3C1CB91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234567</a:t>
            </a:r>
          </a:p>
        </p:txBody>
      </p:sp>
      <p:sp>
        <p:nvSpPr>
          <p:cNvPr id="93" name="TextBox 92">
            <a:extLst>
              <a:ext uri="{FF2B5EF4-FFF2-40B4-BE49-F238E27FC236}">
                <a16:creationId xmlns:a16="http://schemas.microsoft.com/office/drawing/2014/main" id="{069DD343-E2D3-4156-073A-55A9A364439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4" name="TextBox 93">
            <a:extLst>
              <a:ext uri="{FF2B5EF4-FFF2-40B4-BE49-F238E27FC236}">
                <a16:creationId xmlns:a16="http://schemas.microsoft.com/office/drawing/2014/main" id="{23E36700-3296-C233-C264-F1366461A7D6}"/>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439B5CFA-DD42-784E-2374-99894314ED2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C3F899D1-6704-1015-D8AB-18F34B56DAB5}"/>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F57D49F3-0B52-0AD6-5015-13E1FF0E4DA8}"/>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8" name="TextBox 97">
            <a:extLst>
              <a:ext uri="{FF2B5EF4-FFF2-40B4-BE49-F238E27FC236}">
                <a16:creationId xmlns:a16="http://schemas.microsoft.com/office/drawing/2014/main" id="{FCF5FCA7-51E8-0A41-D230-BF0AE1282B7D}"/>
              </a:ext>
            </a:extLst>
          </p:cNvPr>
          <p:cNvSpPr txBox="1"/>
          <p:nvPr/>
        </p:nvSpPr>
        <p:spPr>
          <a:xfrm>
            <a:off x="3640666" y="1903821"/>
            <a:ext cx="570089" cy="230832"/>
          </a:xfrm>
          <a:prstGeom prst="rect">
            <a:avLst/>
          </a:prstGeom>
          <a:noFill/>
        </p:spPr>
        <p:txBody>
          <a:bodyPr wrap="square" rtlCol="0">
            <a:spAutoFit/>
          </a:bodyPr>
          <a:lstStyle/>
          <a:p>
            <a:pPr algn="ctr"/>
            <a:r>
              <a:rPr lang="en-US" sz="900" dirty="0"/>
              <a:t>345789</a:t>
            </a:r>
          </a:p>
        </p:txBody>
      </p:sp>
      <p:sp>
        <p:nvSpPr>
          <p:cNvPr id="99" name="TextBox 98">
            <a:extLst>
              <a:ext uri="{FF2B5EF4-FFF2-40B4-BE49-F238E27FC236}">
                <a16:creationId xmlns:a16="http://schemas.microsoft.com/office/drawing/2014/main" id="{8A84CB78-2AA0-0A06-1033-C39AEEA1F7AE}"/>
              </a:ext>
            </a:extLst>
          </p:cNvPr>
          <p:cNvSpPr txBox="1"/>
          <p:nvPr/>
        </p:nvSpPr>
        <p:spPr>
          <a:xfrm>
            <a:off x="3138310" y="1903821"/>
            <a:ext cx="570089" cy="230832"/>
          </a:xfrm>
          <a:prstGeom prst="rect">
            <a:avLst/>
          </a:prstGeom>
          <a:noFill/>
        </p:spPr>
        <p:txBody>
          <a:bodyPr wrap="square" rtlCol="0">
            <a:spAutoFit/>
          </a:bodyPr>
          <a:lstStyle/>
          <a:p>
            <a:pPr algn="ctr"/>
            <a:r>
              <a:rPr lang="en-US" sz="900" dirty="0"/>
              <a:t>345789</a:t>
            </a:r>
          </a:p>
        </p:txBody>
      </p:sp>
    </p:spTree>
    <p:extLst>
      <p:ext uri="{BB962C8B-B14F-4D97-AF65-F5344CB8AC3E}">
        <p14:creationId xmlns:p14="http://schemas.microsoft.com/office/powerpoint/2010/main" val="1159684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B0DC7-DDFB-0234-2B65-7662EC9148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683812-9949-58BC-B7C7-7EA603A2A6A1}"/>
              </a:ext>
            </a:extLst>
          </p:cNvPr>
          <p:cNvSpPr>
            <a:spLocks noGrp="1"/>
          </p:cNvSpPr>
          <p:nvPr>
            <p:ph sz="half" idx="1"/>
          </p:nvPr>
        </p:nvSpPr>
        <p:spPr/>
        <p:txBody>
          <a:bodyPr>
            <a:normAutofit/>
          </a:bodyPr>
          <a:lstStyle/>
          <a:p>
            <a:r>
              <a:rPr lang="en-US" dirty="0"/>
              <a:t>Reduce. (Note last possible 4 in lower left block.) (Note that in the upper right block, the blue cells can’t be 5 or 7, as that would kill both possibilities of the 75/57 pair.)</a:t>
            </a:r>
          </a:p>
        </p:txBody>
      </p:sp>
      <p:pic>
        <p:nvPicPr>
          <p:cNvPr id="4" name="Picture 3" descr="A grid of sudoku puzzle&#10;&#10;Description automatically generated">
            <a:extLst>
              <a:ext uri="{FF2B5EF4-FFF2-40B4-BE49-F238E27FC236}">
                <a16:creationId xmlns:a16="http://schemas.microsoft.com/office/drawing/2014/main" id="{3490541D-27A3-5FBB-05D9-B45B088577B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9245B3-1C8D-E5F7-2243-5F96AA3D15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ABB3E9-560D-BD4A-F54F-2C527EABEF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43B986-7A70-180D-EC7F-84FE22A2E9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C676EC-953E-8D31-666C-07DEDAE84F9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28E6BBF-9602-817B-35A6-2B932EFA34C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1BCA1FE-9BB1-E256-1549-17A95A3DBD1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BC98DAA-9BCA-0831-222C-CAE2362AC26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4182339-A40E-0F60-08A9-88A12B83B4F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A4E972B-C118-90BE-5FA2-F0AEE930631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1D1436E-E3E7-CA09-5BA5-D6532B12D01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8F64020-3435-5988-15AA-1548C09BF65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EB7AF78E-C919-3AC9-2593-A7DC4838ED67}"/>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1A7B874D-2893-00D4-225D-6EC07DA660E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C365061-FE22-8383-420B-F453B389908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286DD9D-CBB0-3870-D65A-DAEDBE63C72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39E2721F-1EDA-1318-3980-9012BC7E4C8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7BF5B8E-F693-0B58-5A2F-BA683920FD6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F758B210-219F-2BCA-8545-FA156A47759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2EC380E-363F-EDAD-C264-7B2A074EFF2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4064CBCE-56F0-7DC9-C6FC-243430BCC48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398E58D-290E-0172-1DA9-2F0B22BF65F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A1E9CD4-A2B0-9A86-3B56-1F6E8C9902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A97309B-18D8-2C01-CB70-4BB17023724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68C7CF0-D4DF-3BC7-5A35-554345375F9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7E08F60-FF61-F13B-302C-4962534D005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1042545-B7EA-D233-1FD4-617E9FFE6E6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0D9EC5D-0CC9-65D0-47FF-64D4E19C92CE}"/>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CEA334A-FED1-9589-37C4-BE9223B4A8C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D90283F-394D-F5D6-4ABB-91E6E3357DD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EC5A471-B3B1-7D6C-4BBF-AB8411FDA6B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AB63CEA-FFBD-6F2C-5074-2DDEED92DA82}"/>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B40F4D0-D27C-0DA8-E54E-3308C27BC25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C3C5818-E293-BC5B-26C7-9F89214A46F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B0B93BF-4B13-3C3E-C31D-019AD9A23EE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1EDAAA9-1F19-864C-3541-CC57FDDE8F9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51D776-9517-8EBB-68A9-C3E416CEFA9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40399CE9-33D2-54C6-7B0B-22913F0EBE3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E84A4E1-CA7C-1B5B-942A-B73D2E46636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D506D01-346F-7175-CF31-15C24DA3AFE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89C6476-27A4-D413-76E9-778C0028DBB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F858EE5-D49B-92BC-9660-86AE9DFFAED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115A89D-53E2-AECC-3327-02C0A9500F9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6FA8F340-8087-8BAB-7538-10C17B4E4631}"/>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BDA0429C-A433-6EE4-1809-4B0697DA6053}"/>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1B46EB9-3285-ECAB-B8A5-F3FEBA18A9E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819EE31-7348-834F-D77C-4E2968CAA5E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193BE43C-169D-5C0D-3871-7DBFD6FFC75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A431DE7F-79B4-45AC-ABF3-302EFCB8885A}"/>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8807285C-8DED-2791-6EA5-7B3E7372F86E}"/>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9FB28F46-27C5-422E-6FBF-A86DF8BF840C}"/>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AE00D505-B16E-6FE4-B31A-A7BEA7AA492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9C72DC27-A4B7-3782-6F8F-F7F579DBA3B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7DF7EE93-83DF-9F99-FBB1-E4901841080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379BC52-EDF1-8D2D-01F2-10FCD627D40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B4E853F8-CAE4-1506-6612-CFF3FC5B8AEA}"/>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28A171A0-D44E-7EBE-D968-256250338B43}"/>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3AB7BC8-7D5F-3120-09D7-91B2FC31C7A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0F7AEE84-B5C9-1938-A948-A6287EC40C1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45318EE8-F404-0609-E7BB-22878F656860}"/>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F275DA74-1949-B628-B771-970F4713FE1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E8EF249-3113-A6BB-46BB-AA6360B7A30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DE2EE795-6E02-3302-69F8-B29042A54447}"/>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200E494E-511C-8593-EBF7-0C3174F4A2E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B4CA1260-3988-1B1E-3EED-4062865A39DE}"/>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8F52B2C1-1BEA-6B45-B414-E71CFA70E0E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81A67053-85AA-DD6F-63FC-1D565FFE44B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74FDA951-FB9C-E9C9-DF48-34B5E2CFEF3A}"/>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FBF78951-04D1-3B85-C565-6094DD22FF3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B960F19-1331-605F-B5D6-03A420F6A4B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B0CF86C-824C-9DE3-1419-DB9685ADB4D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178B6CA-DEC0-4C3D-2C04-5D95DE52D866}"/>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2581FF3-00B0-B4E5-CEF2-717A3779A1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D4706CF5-D808-EA7D-3422-A1906CFD1C28}"/>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49147A32-6B9C-E47F-4548-8BA363F4E0EB}"/>
              </a:ext>
            </a:extLst>
          </p:cNvPr>
          <p:cNvSpPr txBox="1"/>
          <p:nvPr/>
        </p:nvSpPr>
        <p:spPr>
          <a:xfrm>
            <a:off x="4143022" y="3406653"/>
            <a:ext cx="570089" cy="230832"/>
          </a:xfrm>
          <a:prstGeom prst="rect">
            <a:avLst/>
          </a:prstGeom>
          <a:noFill/>
        </p:spPr>
        <p:txBody>
          <a:bodyPr wrap="square" rtlCol="0">
            <a:spAutoFit/>
          </a:bodyPr>
          <a:lstStyle/>
          <a:p>
            <a:pPr algn="ctr"/>
            <a:r>
              <a:rPr lang="en-US" sz="900" dirty="0"/>
              <a:t>248</a:t>
            </a:r>
          </a:p>
        </p:txBody>
      </p:sp>
      <p:sp>
        <p:nvSpPr>
          <p:cNvPr id="83" name="TextBox 82">
            <a:extLst>
              <a:ext uri="{FF2B5EF4-FFF2-40B4-BE49-F238E27FC236}">
                <a16:creationId xmlns:a16="http://schemas.microsoft.com/office/drawing/2014/main" id="{703329D7-1025-26F5-F0AF-A8BDBE30365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FFC51FB0-DA12-BB95-8796-A7FEC1107D53}"/>
              </a:ext>
            </a:extLst>
          </p:cNvPr>
          <p:cNvSpPr txBox="1"/>
          <p:nvPr/>
        </p:nvSpPr>
        <p:spPr>
          <a:xfrm>
            <a:off x="3640666" y="901933"/>
            <a:ext cx="570089" cy="230832"/>
          </a:xfrm>
          <a:prstGeom prst="rect">
            <a:avLst/>
          </a:prstGeom>
          <a:noFill/>
        </p:spPr>
        <p:txBody>
          <a:bodyPr wrap="square" rtlCol="0">
            <a:spAutoFit/>
          </a:bodyPr>
          <a:lstStyle/>
          <a:p>
            <a:pPr algn="ctr"/>
            <a:r>
              <a:rPr lang="en-US" sz="900" dirty="0"/>
              <a:t>2489</a:t>
            </a:r>
          </a:p>
        </p:txBody>
      </p:sp>
      <p:sp>
        <p:nvSpPr>
          <p:cNvPr id="85" name="TextBox 84">
            <a:extLst>
              <a:ext uri="{FF2B5EF4-FFF2-40B4-BE49-F238E27FC236}">
                <a16:creationId xmlns:a16="http://schemas.microsoft.com/office/drawing/2014/main" id="{69B75DA6-4EDC-F1AE-D194-E33E8F702ACC}"/>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E05DCE45-827A-1EC4-518A-FDBE43E7C650}"/>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7" name="TextBox 86">
            <a:extLst>
              <a:ext uri="{FF2B5EF4-FFF2-40B4-BE49-F238E27FC236}">
                <a16:creationId xmlns:a16="http://schemas.microsoft.com/office/drawing/2014/main" id="{1D24B3E2-7077-6618-CD68-B4B4D0E7FB1E}"/>
              </a:ext>
            </a:extLst>
          </p:cNvPr>
          <p:cNvSpPr txBox="1"/>
          <p:nvPr/>
        </p:nvSpPr>
        <p:spPr>
          <a:xfrm>
            <a:off x="3138310" y="901933"/>
            <a:ext cx="570089" cy="230832"/>
          </a:xfrm>
          <a:prstGeom prst="rect">
            <a:avLst/>
          </a:prstGeom>
          <a:noFill/>
        </p:spPr>
        <p:txBody>
          <a:bodyPr wrap="square" rtlCol="0">
            <a:spAutoFit/>
          </a:bodyPr>
          <a:lstStyle/>
          <a:p>
            <a:pPr algn="ctr"/>
            <a:r>
              <a:rPr lang="en-US" sz="900" dirty="0"/>
              <a:t>2489</a:t>
            </a:r>
          </a:p>
        </p:txBody>
      </p:sp>
      <p:sp>
        <p:nvSpPr>
          <p:cNvPr id="88" name="TextBox 87">
            <a:extLst>
              <a:ext uri="{FF2B5EF4-FFF2-40B4-BE49-F238E27FC236}">
                <a16:creationId xmlns:a16="http://schemas.microsoft.com/office/drawing/2014/main" id="{843DE2F5-4A7A-9D28-6387-125764F8FE4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3C53AE40-6CBD-D0CE-8C51-FD3592C509D5}"/>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4E0CCA22-9FFD-EAB7-FDD4-9A4C0A916590}"/>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C7038297-B3C5-50F1-B277-721DA36EA80A}"/>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26687623-2EC8-B69A-7B40-53FB3A93877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234567</a:t>
            </a:r>
          </a:p>
        </p:txBody>
      </p:sp>
      <p:sp>
        <p:nvSpPr>
          <p:cNvPr id="93" name="TextBox 92">
            <a:extLst>
              <a:ext uri="{FF2B5EF4-FFF2-40B4-BE49-F238E27FC236}">
                <a16:creationId xmlns:a16="http://schemas.microsoft.com/office/drawing/2014/main" id="{EBC332F3-9D60-1C05-3BFD-DE912A7D4AD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4" name="TextBox 93">
            <a:extLst>
              <a:ext uri="{FF2B5EF4-FFF2-40B4-BE49-F238E27FC236}">
                <a16:creationId xmlns:a16="http://schemas.microsoft.com/office/drawing/2014/main" id="{799CAC02-FB66-C350-B303-F831DB145810}"/>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7E871C10-72DA-768F-22D6-71A0DBC15D6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23C7B122-5A4A-CFB6-1128-08B8909155B2}"/>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7D058279-FD8E-2983-32B3-DD3233FD6E8F}"/>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8" name="TextBox 97">
            <a:extLst>
              <a:ext uri="{FF2B5EF4-FFF2-40B4-BE49-F238E27FC236}">
                <a16:creationId xmlns:a16="http://schemas.microsoft.com/office/drawing/2014/main" id="{DCC2115D-0C46-F062-5EB8-9AC77ECA250A}"/>
              </a:ext>
            </a:extLst>
          </p:cNvPr>
          <p:cNvSpPr txBox="1"/>
          <p:nvPr/>
        </p:nvSpPr>
        <p:spPr>
          <a:xfrm>
            <a:off x="3640666" y="1903821"/>
            <a:ext cx="570089" cy="230832"/>
          </a:xfrm>
          <a:prstGeom prst="rect">
            <a:avLst/>
          </a:prstGeom>
          <a:noFill/>
        </p:spPr>
        <p:txBody>
          <a:bodyPr wrap="square" rtlCol="0">
            <a:spAutoFit/>
          </a:bodyPr>
          <a:lstStyle/>
          <a:p>
            <a:pPr algn="ctr"/>
            <a:r>
              <a:rPr lang="en-US" sz="900" dirty="0"/>
              <a:t>345789</a:t>
            </a:r>
          </a:p>
        </p:txBody>
      </p:sp>
      <p:sp>
        <p:nvSpPr>
          <p:cNvPr id="99" name="TextBox 98">
            <a:extLst>
              <a:ext uri="{FF2B5EF4-FFF2-40B4-BE49-F238E27FC236}">
                <a16:creationId xmlns:a16="http://schemas.microsoft.com/office/drawing/2014/main" id="{EDB15C0B-A296-45D0-91FC-C72547DCED42}"/>
              </a:ext>
            </a:extLst>
          </p:cNvPr>
          <p:cNvSpPr txBox="1"/>
          <p:nvPr/>
        </p:nvSpPr>
        <p:spPr>
          <a:xfrm>
            <a:off x="3138310" y="1903821"/>
            <a:ext cx="570089" cy="230832"/>
          </a:xfrm>
          <a:prstGeom prst="rect">
            <a:avLst/>
          </a:prstGeom>
          <a:noFill/>
        </p:spPr>
        <p:txBody>
          <a:bodyPr wrap="square" rtlCol="0">
            <a:spAutoFit/>
          </a:bodyPr>
          <a:lstStyle/>
          <a:p>
            <a:pPr algn="ctr"/>
            <a:r>
              <a:rPr lang="en-US" sz="900" dirty="0"/>
              <a:t>345789</a:t>
            </a:r>
          </a:p>
        </p:txBody>
      </p:sp>
      <p:sp>
        <p:nvSpPr>
          <p:cNvPr id="64" name="TextBox 63">
            <a:extLst>
              <a:ext uri="{FF2B5EF4-FFF2-40B4-BE49-F238E27FC236}">
                <a16:creationId xmlns:a16="http://schemas.microsoft.com/office/drawing/2014/main" id="{E2CF7349-00AA-025E-D487-C344180B384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9932194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BD15E-93F6-E0BE-786D-D2398BE21C3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9E08CD-5ED1-52DA-8171-31B277E38D7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38741F2-1F55-CE17-051D-5EF29CE488B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FCDA34-B87D-AF71-F751-ADE354A144D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ABD8020-4543-06C7-3D40-6C8BCA286D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B2D691-62B3-4E72-295D-43A2466D0D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E966685-23BA-FDCB-EE11-5281810394B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751400F-8B7B-6859-1D68-2C2046824BB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C944B50-7F7C-571B-FB94-C0A86F16FCB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56CADFD-CF4C-0D8A-8D09-C9D95B32B2F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1124057-535C-DD13-2ACC-8FD1544E5E4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F97D279-60DB-A76A-5746-6F4F8254593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D8030CB-6981-2FD2-DFE0-0A840B666E1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707B18E-ECA3-6C54-4069-E6CE003A218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C825377-22D2-CEF1-A69A-F05E2652709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374D726-C1ED-13F9-58F6-53AB763E62A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ADF0BE2-E180-D713-4DC5-081A5260A3D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A46AE34-D9F4-B1AE-DCA9-A9E1DFE0F4B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38DC1F62-77A6-0553-66AC-5191A525012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74FADF7-AE21-9D79-FC04-CCE89422C31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C2A5FBA-C945-4E17-42E6-460F86CD830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4F71A14-086F-2C5A-DCE7-A63F6434454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7F25870C-D6C8-A3F6-4650-B3E0E8E497A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63D208A-BB75-189E-A996-D761DD4CC54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C59BD46-9E0C-A14E-C494-6F3A9065B72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E4A3B4C-DB5E-0841-35D0-133941A797F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2355C88-B95E-BBBB-A9EA-F37FE7B639D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02C4757-4E40-897C-31DE-7545DE9D291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0428AEE-6B39-0F8F-B535-3235DFF54D1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C32ECAF-00DB-6FE5-C3CC-2ED0B86EC0C7}"/>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013073E-6E5A-EDB1-B9D2-20267535021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491E6AC-4FE9-284D-B311-9E28D77D132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68BEFF7-7F44-39AB-CDD7-49A433F6A0E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DCF28F6-73EF-E0D7-A85E-744BB1D9FFF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5427FBBD-FCA7-E8AF-3ACB-C938615A843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A27A517-5631-EDF2-D028-12096992B89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5596105-4D1F-4C75-E65C-901E3E92C09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B6C14BB-A5CA-79C5-1647-1E2DE58392E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0705D03-D9B6-D3E6-304C-F309A8AF660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59846426-C115-03E7-793E-9AA5DA3F7BC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F40AE8F-535B-97B6-8E32-7AA03541549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D2632FB-D3AA-7B49-C3C1-7A472F3E567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8B6E64C-2A7F-2424-D57A-CB8E4C8DD31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C3CD951-6415-BA07-AE2C-DE0BFDF40F69}"/>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FF1F60A-1129-7ED1-B39E-5342776D12A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37426527-64B7-542E-1C7A-B317AE821201}"/>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EBB0CFD6-AA74-1409-B262-7E1F1A9BE9B1}"/>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004095C-9362-C887-13F5-74E188263C4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8092468-5682-90EF-EF4B-0A8FC59EEA8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727A36E-65C1-9B6B-F052-F5D4F5D0524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226D0666-8749-C653-13D2-770562401E8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7A278B40-7829-7174-11EA-3F62AAE95851}"/>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59007906-BAEE-F8EA-8304-899749037006}"/>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039D9429-9809-4C7B-7B9E-EF11F3C50BD1}"/>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962A234F-88D7-31A7-F206-1113758A9FF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737FC2E-0A4F-9432-89EA-C61B141ED13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77618D7-B714-0FF7-4DFA-54222208954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0" name="TextBox 59">
            <a:extLst>
              <a:ext uri="{FF2B5EF4-FFF2-40B4-BE49-F238E27FC236}">
                <a16:creationId xmlns:a16="http://schemas.microsoft.com/office/drawing/2014/main" id="{F5EE2C85-2223-565C-FFC2-2B7B9E8D71D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D93C439B-FA84-C9C0-6032-3038DB7AA044}"/>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F9E10CC6-4387-D061-572B-3D139E5D684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31C3080-179A-0FAE-5BF2-E62CCF838DD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0475A075-9370-2783-6818-C346E8751E26}"/>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D26816A0-6F3E-281C-39AF-A058C90B4E2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443A068-B39A-B90B-0C2B-345B34CD4B8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AEF47F37-8D20-8FBE-DE2F-B98C118E566D}"/>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5E182302-B9C3-E45D-C1E5-ED3281EAEEBA}"/>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2BBC31A-8D01-C56E-DB94-E62B6D4BEB2C}"/>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C7EEC761-3BBE-FA16-CA69-DF18AEF3F76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EE7940B-049D-1317-EA06-48105E44225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99845C75-F088-5CDC-C7A5-03C7A947C63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90DE623-9615-2888-6302-74DDBDB39989}"/>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8238D51-E036-865E-E5DF-C3694E27117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5428C72-57D5-A59E-22A3-9C0468C4B0D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FA2055D6-0B52-0E7A-3181-84B4C1238F8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18008EA-DB44-8A3B-9C4B-B7B9410EE3B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7873B6C3-49DE-0889-AE74-38ADEE369F03}"/>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1407EA85-46A7-6150-F2E4-2B5A558810ED}"/>
              </a:ext>
            </a:extLst>
          </p:cNvPr>
          <p:cNvSpPr txBox="1"/>
          <p:nvPr/>
        </p:nvSpPr>
        <p:spPr>
          <a:xfrm>
            <a:off x="4143022" y="3406653"/>
            <a:ext cx="570089" cy="230832"/>
          </a:xfrm>
          <a:prstGeom prst="rect">
            <a:avLst/>
          </a:prstGeom>
          <a:noFill/>
        </p:spPr>
        <p:txBody>
          <a:bodyPr wrap="square" rtlCol="0">
            <a:spAutoFit/>
          </a:bodyPr>
          <a:lstStyle/>
          <a:p>
            <a:pPr algn="ctr"/>
            <a:r>
              <a:rPr lang="en-US" sz="900" dirty="0"/>
              <a:t>248</a:t>
            </a:r>
          </a:p>
        </p:txBody>
      </p:sp>
      <p:sp>
        <p:nvSpPr>
          <p:cNvPr id="83" name="TextBox 82">
            <a:extLst>
              <a:ext uri="{FF2B5EF4-FFF2-40B4-BE49-F238E27FC236}">
                <a16:creationId xmlns:a16="http://schemas.microsoft.com/office/drawing/2014/main" id="{77E86629-7758-913E-FC90-73CBB4064B9F}"/>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9D6B66FA-2160-09C0-23FD-59A67D1AD0F5}"/>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2D10EA48-D237-125D-82D2-B84215562B7F}"/>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BAFDF8F8-9AD5-229A-2745-04DF82EED28E}"/>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1CFDE4BC-74C0-F6E4-07B1-416CC41ED24B}"/>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9985FB89-99CD-0CD8-063B-AB197EA1C4D2}"/>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1C2DCC3B-659E-7276-BEEC-A6C8C0BE8D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0170C2B2-3D86-D1BA-6DD3-CDE3F9AA3BE7}"/>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64255002-CC8A-053C-9175-E1B6F7E623BB}"/>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5B43C9B7-EC0A-622D-041B-05E73974ACB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23457</a:t>
            </a:r>
          </a:p>
        </p:txBody>
      </p:sp>
      <p:sp>
        <p:nvSpPr>
          <p:cNvPr id="93" name="TextBox 92">
            <a:extLst>
              <a:ext uri="{FF2B5EF4-FFF2-40B4-BE49-F238E27FC236}">
                <a16:creationId xmlns:a16="http://schemas.microsoft.com/office/drawing/2014/main" id="{76A75988-F1AB-0955-7AD9-A1F89A75342D}"/>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4" name="TextBox 93">
            <a:extLst>
              <a:ext uri="{FF2B5EF4-FFF2-40B4-BE49-F238E27FC236}">
                <a16:creationId xmlns:a16="http://schemas.microsoft.com/office/drawing/2014/main" id="{05A73E51-4C52-62A4-8D14-091B180CCF6B}"/>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F8DCBD73-8C01-73C8-3034-8A5BE4DE1C45}"/>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ACCDFC8E-92EC-2718-086B-869331C5913B}"/>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EB1132FB-D96D-18D0-AB40-6ADB230A37AD}"/>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8" name="TextBox 97">
            <a:extLst>
              <a:ext uri="{FF2B5EF4-FFF2-40B4-BE49-F238E27FC236}">
                <a16:creationId xmlns:a16="http://schemas.microsoft.com/office/drawing/2014/main" id="{9CCDE250-7FC0-50E2-F7B5-ED01B508A4FE}"/>
              </a:ext>
            </a:extLst>
          </p:cNvPr>
          <p:cNvSpPr txBox="1"/>
          <p:nvPr/>
        </p:nvSpPr>
        <p:spPr>
          <a:xfrm>
            <a:off x="3640666" y="1903821"/>
            <a:ext cx="570089" cy="230832"/>
          </a:xfrm>
          <a:prstGeom prst="rect">
            <a:avLst/>
          </a:prstGeom>
          <a:noFill/>
        </p:spPr>
        <p:txBody>
          <a:bodyPr wrap="square" rtlCol="0">
            <a:spAutoFit/>
          </a:bodyPr>
          <a:lstStyle/>
          <a:p>
            <a:pPr algn="ctr"/>
            <a:r>
              <a:rPr lang="en-US" sz="900" dirty="0"/>
              <a:t>345789</a:t>
            </a:r>
          </a:p>
        </p:txBody>
      </p:sp>
      <p:sp>
        <p:nvSpPr>
          <p:cNvPr id="99" name="TextBox 98">
            <a:extLst>
              <a:ext uri="{FF2B5EF4-FFF2-40B4-BE49-F238E27FC236}">
                <a16:creationId xmlns:a16="http://schemas.microsoft.com/office/drawing/2014/main" id="{1ECF901D-2A03-6C8F-764B-87AC544C9117}"/>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690847DA-00C4-7208-7585-EDFF87B44011}"/>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955627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EEAD0-F026-83F1-D047-F45A22D875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4E84E5-7F37-591F-3943-59D2C15A3E37}"/>
              </a:ext>
            </a:extLst>
          </p:cNvPr>
          <p:cNvSpPr>
            <a:spLocks noGrp="1"/>
          </p:cNvSpPr>
          <p:nvPr>
            <p:ph sz="half" idx="1"/>
          </p:nvPr>
        </p:nvSpPr>
        <p:spPr/>
        <p:txBody>
          <a:bodyPr>
            <a:normAutofit/>
          </a:bodyPr>
          <a:lstStyle/>
          <a:p>
            <a:r>
              <a:rPr lang="en-US" dirty="0"/>
              <a:t>Last possible 4 in upper left block.</a:t>
            </a:r>
          </a:p>
        </p:txBody>
      </p:sp>
      <p:pic>
        <p:nvPicPr>
          <p:cNvPr id="4" name="Picture 3" descr="A grid of sudoku puzzle&#10;&#10;Description automatically generated">
            <a:extLst>
              <a:ext uri="{FF2B5EF4-FFF2-40B4-BE49-F238E27FC236}">
                <a16:creationId xmlns:a16="http://schemas.microsoft.com/office/drawing/2014/main" id="{79118392-12B7-58E7-6654-62BED5F8F52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0CF7F66-976B-D1AA-EC4B-8E988A8DA5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AA5DA4-66D2-85AC-7DDA-2A3DA7A8123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CF6204-A4A8-3825-E94D-10FA8B1CBE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4C0A957-9B61-4809-D3D6-433EEE6DA11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3DE5874-E3B5-585C-CF6C-72845B83E14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DEFEBE8-4121-0736-19AE-3AAACBAE250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2BB22BD-ACD5-C8A5-1159-7689CD4B182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96FE7E9-B139-E4CA-ED75-02E999AD9F9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E00A033-D375-9462-9FDD-90343ED26FE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0CDC195-7E9F-127E-BD8B-E927E4A40BE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3F5F1ED-B3D9-7BB5-D8A3-0DACEDA23B5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31BD5E8-0C5A-AD42-4BD1-939105999EE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F6E0522-53FF-88F6-BE67-1ECC55EC7DD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71E6B64-47F9-3C99-C717-9A2A6A34FC4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1078912-0AE2-E128-D919-E85C88B9C65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302F9543-3079-497C-40E2-13FF902273D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2E6DDC3-947D-D3EE-739E-8F14E0AE291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23677F85-077B-76F3-81F7-02A96AC3484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A6CE0D4-E459-3B67-AFAA-FE094CF9C31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B36FCAD6-DB76-7A63-4DD3-5E82122F4F39}"/>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B9D06EF-8DBB-E27A-7CA7-1061D0A6DA9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BDADDA1-DCF8-1559-3F4C-6CEC888FD50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726414D-E318-BE28-3C80-206C7584488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A97AE33-881E-7E29-2782-536D49522BB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28283B2-BC68-127A-0DDA-4EE3E434087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0D56584-472E-BE1E-BC8D-2334E871634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7447F91-D090-39E1-8447-D55EB3BF742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AA62AB4-36E3-368C-69C9-133E73A9E8F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C5FB6CF-22ED-4185-AE5E-09527C5FF42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DBB37DF-3FCA-7BDE-026C-C5E0F54A3AC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667C3FA-4095-ED4C-00E2-7DF843599A1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11E32C0-97AE-B7B9-4F0E-F504E6E5E5C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2646D72-6255-BD82-ADD9-B7B30C5E92C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E3D0D57-FBF2-5F25-3B4E-893DCFB85408}"/>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BD6A755C-AA2B-7786-9045-E018D65E57A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C147918-02A8-DB59-3A7C-E06F13AB6E9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99890CC-79C3-F010-8628-B51927D3C5C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56A9F7C0-9B71-0830-2219-54DA46E1B92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FE89D12-34C9-8844-FD77-D31E07FC7FC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9D05285D-219F-C6FB-6C5B-6E49A4A7E28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2B78C09-25BE-2E14-189F-D91EDFC34705}"/>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C5FEA72-5C69-01AB-C1D0-F3528E3CC2D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297F769D-0E27-5A19-6A86-21C1626A5070}"/>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0486D99-D7A7-FD87-2897-328624A65D12}"/>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6C7BD6F-567A-39AC-20CE-B222867BF5F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19A3B10A-0EA1-0315-BD4C-9F07795127C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8E0E5EF-1392-A4C1-21BB-C913D657F3E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FAC479A9-A6C2-0AE2-6953-BC59594A5A05}"/>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C90A781C-86DA-30AE-996D-08EDF6ACA942}"/>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1AB5A6F3-3544-CD5A-B79E-F715ABAF7D3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48EDBF24-995E-0513-A945-B41C6141FD1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F1C6B6E3-473C-F045-981D-D004366D2A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61411D44-98B7-F6CC-5345-B9D17BEB038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4FF81F1-3DAE-973B-DA5C-F1D86E51E22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0" name="TextBox 59">
            <a:extLst>
              <a:ext uri="{FF2B5EF4-FFF2-40B4-BE49-F238E27FC236}">
                <a16:creationId xmlns:a16="http://schemas.microsoft.com/office/drawing/2014/main" id="{BF8C8DE4-EE92-EA80-4FB5-E3A64D23860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AD7C5385-3D19-4996-8B85-89E564639292}"/>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CAAE8D1-8253-5ABD-9E67-17174D62B31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8BE667E-4A6E-F06E-844D-E256F760895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864C1A22-300B-0033-57DF-B1A8FAE948F6}"/>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6B31E9C3-8F63-8AB8-B884-A257399CDF0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19C5023B-DAC2-029C-3242-DEA9EF9285C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F853231-98CD-27EC-5CE7-3B5D0DACF8F0}"/>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94F40069-B204-E5C0-E2AD-AAFE9DD2C906}"/>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F94A697-8E1C-3802-B998-8F2A9661815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4C246598-E7DE-22E4-DB52-DC060601E88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28D747D-77E7-036D-6B95-8BB7CBD3F7E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22E2336-A773-9691-76A3-628DD39EC24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51266D8-F67F-24F9-B3EF-4A1CA3C4CE0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21F2C1E-645F-2879-737A-16FD6768A4B0}"/>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0FBC828-309D-2C3A-FA7B-C924ABF2CD4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8362ECA4-3AAE-7F4B-6D1B-1F2F2CE919C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FDB0AFA-5E9E-6BC5-5C47-A88668AE1BE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549ACB70-2605-5CE6-1AE7-8FC42C069630}"/>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18340B06-103D-1930-9398-35E9E5357A44}"/>
              </a:ext>
            </a:extLst>
          </p:cNvPr>
          <p:cNvSpPr txBox="1"/>
          <p:nvPr/>
        </p:nvSpPr>
        <p:spPr>
          <a:xfrm>
            <a:off x="4143022" y="3406653"/>
            <a:ext cx="570089" cy="230832"/>
          </a:xfrm>
          <a:prstGeom prst="rect">
            <a:avLst/>
          </a:prstGeom>
          <a:noFill/>
        </p:spPr>
        <p:txBody>
          <a:bodyPr wrap="square" rtlCol="0">
            <a:spAutoFit/>
          </a:bodyPr>
          <a:lstStyle/>
          <a:p>
            <a:pPr algn="ctr"/>
            <a:r>
              <a:rPr lang="en-US" sz="900" dirty="0"/>
              <a:t>248</a:t>
            </a:r>
          </a:p>
        </p:txBody>
      </p:sp>
      <p:sp>
        <p:nvSpPr>
          <p:cNvPr id="83" name="TextBox 82">
            <a:extLst>
              <a:ext uri="{FF2B5EF4-FFF2-40B4-BE49-F238E27FC236}">
                <a16:creationId xmlns:a16="http://schemas.microsoft.com/office/drawing/2014/main" id="{231DC443-E96B-88EE-096C-AB279C7EB6D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B05B4BCA-5763-A44D-5542-9FF476F94933}"/>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4A39F04B-0970-B9F5-FE3A-5CBA45BDBCB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6133B6F9-B1C3-715A-34FD-BA638CDDD351}"/>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AC32ECA2-05B4-5ABF-4FE8-DAE8DC43C63A}"/>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6C2DEB97-DBB4-50A5-B9A9-DF4CAAB357E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DDD9A193-0369-069C-D147-F273CE5DDC76}"/>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F21AADB4-06EA-43CA-8083-73A1CEB7FAD1}"/>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CF8068EB-0AA1-EB55-007D-3DD4831EDF0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56BDC83D-3FFE-1B6E-BF9E-3AC8CE406B0F}"/>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23457</a:t>
            </a:r>
          </a:p>
        </p:txBody>
      </p:sp>
      <p:sp>
        <p:nvSpPr>
          <p:cNvPr id="93" name="TextBox 92">
            <a:extLst>
              <a:ext uri="{FF2B5EF4-FFF2-40B4-BE49-F238E27FC236}">
                <a16:creationId xmlns:a16="http://schemas.microsoft.com/office/drawing/2014/main" id="{BD5AC932-E13A-8F1B-913E-DB08CAC7022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4" name="TextBox 93">
            <a:extLst>
              <a:ext uri="{FF2B5EF4-FFF2-40B4-BE49-F238E27FC236}">
                <a16:creationId xmlns:a16="http://schemas.microsoft.com/office/drawing/2014/main" id="{40376782-83F2-D40A-7088-8386913D0DF0}"/>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E19A3096-8C23-B98E-69A9-9C6A26DC159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ECF858F1-1079-9FBD-A69D-DC817A1626EB}"/>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9BC1D96C-BBA3-882D-B736-CB3B658384F1}"/>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AA2523C8-7FBD-2A5D-835F-8C84292DB76E}"/>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6F3EA4A1-117B-E2E1-9E5A-1FB8EA1F79D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92174738-850A-F44C-4172-6F1DEB7D09D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4498663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98B4B-17FB-1692-62F5-03559D845AE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3E3601-EB1D-3C29-41A5-6E5C5DA4879B}"/>
              </a:ext>
            </a:extLst>
          </p:cNvPr>
          <p:cNvSpPr>
            <a:spLocks noGrp="1"/>
          </p:cNvSpPr>
          <p:nvPr>
            <p:ph sz="half" idx="1"/>
          </p:nvPr>
        </p:nvSpPr>
        <p:spPr/>
        <p:txBody>
          <a:bodyPr>
            <a:normAutofit/>
          </a:bodyPr>
          <a:lstStyle/>
          <a:p>
            <a:r>
              <a:rPr lang="en-US" dirty="0"/>
              <a:t>Last possible 4 in Row 4.</a:t>
            </a:r>
          </a:p>
        </p:txBody>
      </p:sp>
      <p:pic>
        <p:nvPicPr>
          <p:cNvPr id="4" name="Picture 3" descr="A grid of sudoku puzzle&#10;&#10;Description automatically generated">
            <a:extLst>
              <a:ext uri="{FF2B5EF4-FFF2-40B4-BE49-F238E27FC236}">
                <a16:creationId xmlns:a16="http://schemas.microsoft.com/office/drawing/2014/main" id="{0460FCE8-CC0E-E58F-6C43-2278DAEDAC1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6826923-97C7-3643-FE77-DE7EE4B01EA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54A81B-EFA5-2B02-6028-C7A19E885C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09E068-F5CF-115B-F7E2-0A7B2E323C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4532D0-8009-2632-3A26-8CF4DB29B5D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B102A8F-600B-2D3F-D13D-68A399A4C7D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91C2073-D4C0-4470-50B3-256C2687947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EF570AC-B418-40BF-3F50-31ADB0B3C0C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B96AC13-6AD1-C11C-983D-0B40E888B9D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C5F040F-38EA-0BA8-DBD2-42774911105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7ADF791-912F-D64D-A888-20243427CDF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1A1484B-66D9-C688-8CED-0BF445228CB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8C2444B-53F7-3E4A-DD58-2CE8BC344CD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6CE0B14-D542-49A3-88DA-A119B60727D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9248B06-BC18-568E-5A1E-678D90F14BE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0D2128B-02BE-F176-7FF9-0BD565598B2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2EC4CF6-45DA-08D6-A2D9-F187879C423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5AF39E9-4F64-F823-1886-11891A2B50B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2DC7A17-F6AE-D1A7-886F-D15C707FD04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E9075C8-A570-6EE0-C16A-B5E2BA194D2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76EF751-B008-93C7-4D02-71319D55145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AC3C15D-266A-C74D-0834-89CDFB59788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1A02DA3-8067-FB53-09D8-7B79E7F3F15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5A14106-5AFB-3CE7-3BBF-3CA2CC6979E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C827323-5EF8-640F-D810-609E6AA64B6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3C94CC1-2780-2698-0A0F-979CFECA623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107C546-00C3-62EB-7CD6-C6DA2DEDD36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8A12E75-0DCC-C35D-84EF-A7A9D632141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58758C18-82BD-8274-1603-5EDF1390272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F755A5B2-C739-7377-BEC9-582AA81CA4B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A5FD652-9D47-57C4-F639-80FB461AD73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A37560E-D305-D91D-4D66-F20FD71119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1C8FC7BB-0EF8-E521-A448-8284394C0DC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F177957-EC61-7F1B-A899-BB9C81C3ACF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37B5F04-E82B-70D9-419E-2A86DF618A2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1D179B7-CD83-915C-AA70-FAC767C4C21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B501FF5-2941-B4C1-2AF7-ED12BBFE097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7E5BFB6-3E3E-858B-D1FA-9C611F33F9E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E27EDD5A-E89F-CF55-4291-8959FA240F8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0ED99D6-D5C7-5F13-FFDC-62DEA62BCCC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DA63B6A-099F-C202-A555-D48A7808089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2C53700-47D4-4FDD-D7AB-C60BE804778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661225E-8EE7-510A-3D34-0816ED42DBE8}"/>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25A11AC2-2B4B-25CB-2D87-E8F268025CB8}"/>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7739C3F4-2E10-FE07-CC89-78CB5D4BE55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8B4F7DD-C47D-30E7-83AA-3B7E2B74D3F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B4C2C67A-191C-8A57-82FD-ADD4967C575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35848E5-016C-A39B-B002-5482E2DE52F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24F74B47-92A5-E01D-EBBE-8A5FB65B3011}"/>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0DC619D4-CDE2-603F-675F-AA5C825EBAE6}"/>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D0FEC8F-3593-D55F-81D7-A590436F046F}"/>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3B9EFAE-D29F-7A5C-372C-E210F92E07C1}"/>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70C3A52E-CAE3-09DB-8636-92708AA92DF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88B66A0D-6E25-B6C3-C36F-77305696CE1A}"/>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4F951C6-62F0-F73E-F210-0DF7D249541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5808F3B-7DFF-F388-E7DC-459425C96EA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421D24CA-A7CB-C15A-50FB-A1B6A09F5C9E}"/>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B270EE49-1173-A892-FF06-EF80837EF83F}"/>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F07E60DA-C9EF-F33B-0FC6-A900035ADAF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21FB6C1-E5A0-3A8C-F95C-8642ED215CA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2168218B-A83E-41B4-AB94-0ECE02A9481E}"/>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A5110476-815B-9EC1-4430-D3954C7B3B4D}"/>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2217EB2C-C103-E912-5E6B-ECE9793C8CF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B4D67AED-B1FF-16A3-B52A-2F6D7E7F0AD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8502679-302C-4737-46DE-7036DB83BA5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AFCEB71F-029A-9428-9771-6A6DDDC2C46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9963D21-06C2-B5D8-8630-9333116BB1C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F2989F2-BDD1-12BE-78E8-FE12F9707D5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4B28A55-245D-5C1C-8D32-9620441F6063}"/>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C8CFAB5-BC9B-3D7D-456A-04134291E5B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99529D6-DD50-71D7-FEE2-55E3811F2AE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D9EC20D8-E093-AFF3-600C-9016523C315E}"/>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CEA10DC1-3E84-A323-58EC-AE9CB75E44FF}"/>
              </a:ext>
            </a:extLst>
          </p:cNvPr>
          <p:cNvSpPr txBox="1"/>
          <p:nvPr/>
        </p:nvSpPr>
        <p:spPr>
          <a:xfrm>
            <a:off x="4143022" y="3406653"/>
            <a:ext cx="570089" cy="230832"/>
          </a:xfrm>
          <a:prstGeom prst="rect">
            <a:avLst/>
          </a:prstGeom>
          <a:noFill/>
        </p:spPr>
        <p:txBody>
          <a:bodyPr wrap="square" rtlCol="0">
            <a:spAutoFit/>
          </a:bodyPr>
          <a:lstStyle/>
          <a:p>
            <a:pPr algn="ctr"/>
            <a:r>
              <a:rPr lang="en-US" sz="900" dirty="0"/>
              <a:t>248</a:t>
            </a:r>
          </a:p>
        </p:txBody>
      </p:sp>
      <p:sp>
        <p:nvSpPr>
          <p:cNvPr id="83" name="TextBox 82">
            <a:extLst>
              <a:ext uri="{FF2B5EF4-FFF2-40B4-BE49-F238E27FC236}">
                <a16:creationId xmlns:a16="http://schemas.microsoft.com/office/drawing/2014/main" id="{E44ADB67-E646-D0DA-ADE1-BEDA6232D6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1FD2E4ED-8014-CD31-C618-04D9FF268B6A}"/>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A37FBB3F-67C6-0779-C059-7344361E4DFC}"/>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99D849B1-E571-279C-CC99-D754817F7972}"/>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2C46F1FF-A1BA-70D3-B30B-240390BD7C24}"/>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46CD7520-9DDE-E983-4FED-464E1FAD8708}"/>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13BC5775-4703-B1F5-669B-6B73A4B60EAC}"/>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97D2796B-A567-C363-98D4-B4F4C866FB5E}"/>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6AFA36CC-CA63-2165-9376-AE63DDC82F4F}"/>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F476CA7D-5F10-5ED1-F410-3F9CB82E8326}"/>
              </a:ext>
            </a:extLst>
          </p:cNvPr>
          <p:cNvSpPr txBox="1"/>
          <p:nvPr/>
        </p:nvSpPr>
        <p:spPr>
          <a:xfrm>
            <a:off x="6152446" y="2905709"/>
            <a:ext cx="570089" cy="230832"/>
          </a:xfrm>
          <a:prstGeom prst="rect">
            <a:avLst/>
          </a:prstGeom>
          <a:noFill/>
        </p:spPr>
        <p:txBody>
          <a:bodyPr wrap="square" rtlCol="0">
            <a:spAutoFit/>
          </a:bodyPr>
          <a:lstStyle/>
          <a:p>
            <a:pPr algn="ctr"/>
            <a:r>
              <a:rPr lang="en-US" sz="900" dirty="0"/>
              <a:t>23457</a:t>
            </a:r>
          </a:p>
        </p:txBody>
      </p:sp>
      <p:sp>
        <p:nvSpPr>
          <p:cNvPr id="93" name="TextBox 92">
            <a:extLst>
              <a:ext uri="{FF2B5EF4-FFF2-40B4-BE49-F238E27FC236}">
                <a16:creationId xmlns:a16="http://schemas.microsoft.com/office/drawing/2014/main" id="{22A8FCE7-59FB-A50F-AEAC-A2C9679025C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4" name="TextBox 93">
            <a:extLst>
              <a:ext uri="{FF2B5EF4-FFF2-40B4-BE49-F238E27FC236}">
                <a16:creationId xmlns:a16="http://schemas.microsoft.com/office/drawing/2014/main" id="{5C20E0F8-5C36-BCB2-C1AA-F6D0E8BDF50E}"/>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60A2E371-6F61-30D4-43BE-0AD72DCDF1E6}"/>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1681F263-6100-026F-F638-89A4849DB6E3}"/>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C0EFBF05-C1B1-19E1-D079-06E211199342}"/>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2B706BC0-13EB-D633-8992-F71B7A679765}"/>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D25B754A-269E-D70D-1DA6-979F5C1AAD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57BD6CBF-542D-BA86-3591-6334DAEDB9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0048179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78C3-669C-DEDB-ADB9-A13A4455FC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04C5AC-91A1-2CAC-6630-14DE78A8443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EBF4699-DA31-9448-30F9-D4F72DCB90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6694B5-DE02-E2E7-483F-DB4514C76B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AD20ADE-168D-9E29-92CE-943EF7C2CB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ABDCBB-14D6-45E7-82F8-F34D4B3E0C5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29A575-D107-CDFD-7107-BCA9CB27D2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58290E8-34AE-3914-0FF5-623A5600B0F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AC88464-2CCC-9DE0-D02B-A06CC2ACD0A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6BEEFE1-9B87-FB67-8542-0BA4E23860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4231ACA-F697-7785-4C41-8CDB0C56B2E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A048F7E-2797-0D72-713A-ECB90D17333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1606BD8-A845-E6E9-BC16-396AEF31199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136C3A7-893D-0E7F-54C9-A2DD79179B7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CA2CCB1-2759-F651-B543-29CB9CE4795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2526ECC-2B2B-7488-9945-E08C9C5486D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6039D19-6D2D-173E-B013-72D93984B68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450C17A-D77C-21AC-58DE-64CBEE2AEE7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EA1F23C8-9A49-6B01-A361-41985BD70BC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E951C141-0AD3-1705-0D5D-60EAF558205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B6D3376-8B97-11C0-ED33-E7BF0943FAA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BAC77D2A-F838-9073-1A2A-49DC736F7C0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0233259-B44B-9032-64E9-C31586AAF6D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E61B1D99-8E80-BDF8-E13D-55A36671D93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1D6E290-3A51-7DE8-A5B2-996D691F075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C728DA9-B1DB-90EF-E532-140B7E07066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CABED10-6B36-AA8E-53D6-295E08509F4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DBA7764-FAAC-EF57-7509-5C380581F36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DA52391-706F-F465-7C22-10C8F3FC9CC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2009287-52DA-3282-3549-A0319DE2CFE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09D5435-1A5E-AB3F-3F87-04831D22FFC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2E5294F-C2C9-2FD1-A0B6-B8523FA55EB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68F9EDD-1467-E70C-E5B8-F050427AD44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3033F34-D7A2-9D6D-F5ED-432B63E4AAF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13438BB-D9E8-300D-80E7-56AFB1698C5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46F7514-F000-EA9F-AEBA-7E43757B18D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B26CE6EA-C3C0-E183-9CF3-77860783C06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666F02D-A23A-BEAC-866A-54DA0EA4829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B4B623D-3686-B3EA-EF57-88B10B6B73A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F488714-3E8D-A207-E191-8F58787F6F7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AE962B5-9367-6899-150C-24A1503525B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DBC0973-D8BB-8E7A-3D02-67F66FE4F3F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205E2B1-7723-71AD-B397-A9FCFA3E2EF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A58CB795-9AE7-8303-0F92-14FF48D4BA6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0BDB00B-458A-85DA-732F-B182EC3AEF5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85F1E9E5-9825-2698-D8F5-47D2C40D43B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3A3AFEC-92A6-4EC2-C7B5-17FC9C4C76E3}"/>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D1A741CF-A93A-A527-6DE7-5C2C6837013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2175C408-46E1-2A85-E904-758B47D77B0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90E3B098-1D01-294F-0DA8-8CD822147AB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C2A046E-A52A-A3E8-C425-515FC41EBDD6}"/>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63D0C993-D26F-589D-B18B-6984628BEEBD}"/>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57C0250-D928-C679-3383-F1A8372B1667}"/>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78B16D12-9B00-42AA-6516-5EEA4E321AE1}"/>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89C1E839-4DD9-D8A2-8FDC-192262396BF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35A4CE4-9B9F-9983-D8AF-092C71271C8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0FB2FA0A-BE72-0180-BD6C-6C185F5EE51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125D0B8-C41D-71DF-661B-5D03248CD2F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7BD55E2D-8E18-E2D2-7683-6B0242D3FAB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50A5D250-3152-4F61-C65A-65C5FA84FDF4}"/>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49D3C50A-2015-969E-FD68-B3C1DF7458C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1753965C-2161-933E-05D1-F1F3411484B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B2E73C9B-BE8D-913D-B653-C640622BAF21}"/>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084AD80A-7BB5-5340-8CD0-7FF393AE93A8}"/>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27E70E0E-A1F6-03EC-F3EB-D85FF6C85406}"/>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54E28381-2A14-F02F-475E-A31B3EEFF00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297CC537-4275-F5C5-754C-5E36CAAEFA4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2A49D723-5409-A1A1-B992-4EE3AF39F74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84B1CC21-1F1C-2986-72C6-065ABEAA41C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FA20F82-58C1-4CF0-9CFF-6DBA86AB320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C32287D-F95A-C02E-F20F-638EA32C2CDA}"/>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8ED65F0-BC6E-9B37-1609-0B623079FDE0}"/>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02577A2-C23A-8CE9-04AD-1BA23F705FB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A327CAC8-4BB0-CD4A-E2F9-EB66FC5E2A6C}"/>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57E4723C-D535-C46E-7810-D79C576FEB5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7028355B-EC66-625F-278C-3222957A819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3906517C-F22E-47D6-3BC6-E86B3D9FD969}"/>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7A2E4320-CCD2-315D-77B5-0D4EDFC8CDAE}"/>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974C6E41-E1AE-B3E0-D238-8D9C466F226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21D28832-E0E6-99C2-2B05-B44316324974}"/>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6029D06B-63D7-0946-1951-6844C7F1DD1F}"/>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865416A8-5EF6-F76F-5220-C661DF94FD3D}"/>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9A3AB4AF-F3C5-EEC4-2195-5CBE9E992C6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885D72AA-DC91-E167-68B6-E6B61E785CC2}"/>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12886645-6621-70BD-2DD1-ADF44855F8D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D4444DEA-CE47-9817-0C52-3B72A4E8E88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4" name="TextBox 93">
            <a:extLst>
              <a:ext uri="{FF2B5EF4-FFF2-40B4-BE49-F238E27FC236}">
                <a16:creationId xmlns:a16="http://schemas.microsoft.com/office/drawing/2014/main" id="{83642DEE-0657-AEF1-E6DD-C8BD362171F0}"/>
              </a:ext>
            </a:extLst>
          </p:cNvPr>
          <p:cNvSpPr txBox="1"/>
          <p:nvPr/>
        </p:nvSpPr>
        <p:spPr>
          <a:xfrm>
            <a:off x="5650090" y="3406653"/>
            <a:ext cx="570089" cy="230832"/>
          </a:xfrm>
          <a:prstGeom prst="rect">
            <a:avLst/>
          </a:prstGeom>
          <a:noFill/>
        </p:spPr>
        <p:txBody>
          <a:bodyPr wrap="square" rtlCol="0">
            <a:spAutoFit/>
          </a:bodyPr>
          <a:lstStyle/>
          <a:p>
            <a:pPr algn="ctr"/>
            <a:r>
              <a:rPr lang="en-US" sz="900" dirty="0"/>
              <a:t>234678</a:t>
            </a:r>
          </a:p>
        </p:txBody>
      </p:sp>
      <p:sp>
        <p:nvSpPr>
          <p:cNvPr id="95" name="TextBox 94">
            <a:extLst>
              <a:ext uri="{FF2B5EF4-FFF2-40B4-BE49-F238E27FC236}">
                <a16:creationId xmlns:a16="http://schemas.microsoft.com/office/drawing/2014/main" id="{E7C39526-8DF2-11B5-5EF9-E50FCA3D662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3A822F50-88A4-9C03-4294-2ADCA3A4BB5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526C338C-7909-C44A-0337-B0539A74DB4B}"/>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C119403B-138B-2B26-D5CE-509870CE4B25}"/>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41FF1061-F2EA-2627-2088-E4021D9480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315A1B73-69AD-CF9E-CA54-C2F9DD1323A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6514056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FE892-6ED0-4ED2-C90A-B9F00AA91B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A85878-6B4B-E16D-C32B-A068CF34A7E1}"/>
              </a:ext>
            </a:extLst>
          </p:cNvPr>
          <p:cNvSpPr>
            <a:spLocks noGrp="1"/>
          </p:cNvSpPr>
          <p:nvPr>
            <p:ph sz="half" idx="1"/>
          </p:nvPr>
        </p:nvSpPr>
        <p:spPr/>
        <p:txBody>
          <a:bodyPr>
            <a:normAutofit/>
          </a:bodyPr>
          <a:lstStyle/>
          <a:p>
            <a:r>
              <a:rPr lang="en-US" dirty="0"/>
              <a:t>Last possible 4 in center block. (All 4’s in puzzle accounted for.)</a:t>
            </a:r>
          </a:p>
        </p:txBody>
      </p:sp>
      <p:pic>
        <p:nvPicPr>
          <p:cNvPr id="4" name="Picture 3" descr="A grid of sudoku puzzle&#10;&#10;Description automatically generated">
            <a:extLst>
              <a:ext uri="{FF2B5EF4-FFF2-40B4-BE49-F238E27FC236}">
                <a16:creationId xmlns:a16="http://schemas.microsoft.com/office/drawing/2014/main" id="{F2410784-45BF-8D29-2F4B-00102F3391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7778B5-9042-7364-DDEA-02BAFE89A1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A0B2F4-0559-90B7-6739-A57D6A3D8A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EB8A58C-AA78-5003-9B86-BF87248A9B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8B575B-3AEE-DD3F-800F-2AB543CFB68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C2921CA-59D2-A85B-5026-75F197C7C50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DFB858BA-4F37-B79D-DF88-CC4A081D69E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39266B32-E71C-4E4C-25B1-5B1380B26DB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9B93196-A35D-7360-99F2-B9FCC99DDBB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35F9C6F-B19E-0E7A-4DF6-D86304095D1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6E17531-8A3F-BB45-E4B4-B0BC095E412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C9DF048C-B9F6-92D5-40DE-386C6DA60EC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EBFC18A-E69C-9542-C133-C12DA2DAD9C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05A12E2C-D855-6DBA-CBC1-CFC5B956D10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BE72F4B-3CE2-2E63-2594-F17954923D7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7A27D9C-D411-4333-FA80-CB9CA70424E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1DBD419-E01C-08BB-690C-5F60BEA3967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9967257-1CB9-4CC4-09FA-284AA423EBA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74359B6-87C5-7FB9-1B95-7B6629BA33A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4C6067D-0C02-F1F2-F479-2AB62BFF1FC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BD151EF-79F9-80D3-71AA-3E3107EE317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D551E08-1A92-BDFA-2968-AFC12BBBD0A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E3203D1-20D1-BFC8-F052-99C73AA04E4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8BEBF36-2ECC-D626-2C56-71934AB970D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B3831FF3-5938-ED2B-C6F1-AC3B9FF7606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343F8C7-D839-BE08-188D-492621FAFC2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D74B389-3E50-AAD9-52B1-74B37D24F09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E2224D6-C6CD-E388-1449-5EFC075A3AB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D45DD5D-AF8B-C407-4935-E0DA3F5693D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D520E28-4099-0E5C-4FF3-31A2A66BC81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1888DF8-72B3-60AD-9070-EF6E8762505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8163BC1-0AC3-BEB2-CAC2-7185BB599D2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3984344-07AD-BB49-2CCB-427C5DA9B4C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C7DA443-775D-E6D9-4969-55C24CF937B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27CED04-D658-E9C5-53F2-FE79B291B9C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3436AAC-4B24-A101-D2D4-C20F6CE96B6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4AFDE4D-5C47-7E1F-6C60-5CD0F7E992D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5984CE6-7765-E5A5-A000-86D575756E3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FC60AD5-806E-0F3A-5BB1-9805F9554F4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E954A15-D3E7-D239-2F8A-DA34C25C722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CF24AEEE-7917-62F1-DF66-F7FD3287DA4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246D1B0-E550-E97E-89F8-7BCD4EF4221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35B3484-58D1-B9F0-E9A4-FE3280315DC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A7DEB305-8730-1C24-D44E-143EB57A134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9737C4D2-CFF0-2DAD-3BCD-EAFC9AABA57B}"/>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4FFA98C-44CA-86D1-C9EB-0161D018796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20C25FFE-CE7E-72A5-5DB5-C482D4803F7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195FB0AB-04C4-0609-672A-A20F17D8D82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8581C07F-7C29-27F4-6143-248B19F72152}"/>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82ED76F1-72CA-61D4-A0F3-B4A617E753F2}"/>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A4CF247-4F14-7CEF-3A5C-95C7B989E82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08D80311-DAAF-05E3-5255-78E3E36E15DC}"/>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5BB97481-7409-0EF9-0764-44C715C2B03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3ABF59F-D4D0-A4D8-0C67-4D3D2D00331A}"/>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F2A8F7D-DAAC-C005-9E8D-4D421AD5FE5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9208875-A42C-92D3-3AAB-82EC8667DF8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E0B28818-EE57-E3A0-3074-997336301BF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92126C31-F1D8-EEC1-473A-921E7183A341}"/>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B2F8C8DC-15CC-F9B6-B54C-80C30803FF2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AD00202-9B16-E2C9-8C60-ED592260D0C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9A003535-3508-50C6-8931-BB66E4052376}"/>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211ACAC7-BD99-49C5-DBBB-B2F2E31E69F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E3E32AA-8FED-4E6A-7E00-DD0580544A8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DAAA9D90-7ADE-C34F-9388-F7B428662DB5}"/>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05CDE28-6FEE-5BEF-BC98-7D10FD52ED1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3C407F35-9605-7648-2E1B-E9F264B6CCA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320E5377-2F41-4140-23DA-EB44A0B9ADE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0E598325-EF8C-29A7-D528-41A3F279460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9653E9B-D86C-FE3C-13F2-EBE939582F8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1049C2B-D716-1227-4F48-5E6B3376B51B}"/>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AD76BD7-3AA9-6557-802B-80539442363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BC7D90F-13F0-547D-C060-0C9503025919}"/>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25D71EE6-1607-604F-CBBD-064901BC38C2}"/>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DC5D9538-FFEB-FE7A-60EB-DFBC6D17B67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D5C246AC-0704-4EFC-F5EC-2985B2855503}"/>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944FC68E-C684-18F0-EE0B-D6778DB1361F}"/>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70DEED76-D975-E147-942E-377B05CFBAE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46978847-F11E-5543-B600-DD45B975DE82}"/>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30771C4B-94A2-CE47-7256-07E961EA887F}"/>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CF30C897-10FB-C7D1-906C-114A39BD196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4B3AA56E-A2A8-4FB7-B822-FD1694748EAD}"/>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D46B146A-2058-5504-8E05-8CD65A2C191B}"/>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A16F226A-11BB-D8A9-C45A-CFC3793D1329}"/>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62960C86-4EE8-CB91-7816-1F5678D09D9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42CA4519-2550-818F-E977-A5D1C6237D0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0C685433-3875-A83C-C1EE-FE7B3EC9B723}"/>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B57FE35C-18D9-5098-EB06-E35B43EF4DE3}"/>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1619310C-0306-49E5-E2FB-28F65AAC6A43}"/>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D5772BEF-0316-993E-777F-5AA41374861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158622F8-CF2A-0E51-74DE-A36789F2099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834B83D-1B84-9D08-DC98-F213E65FEA7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06698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300C2-FA4B-2EC1-BA57-8C0075311D0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CDF55B-FCED-A941-1849-41480D8D607A}"/>
              </a:ext>
            </a:extLst>
          </p:cNvPr>
          <p:cNvSpPr>
            <a:spLocks noGrp="1"/>
          </p:cNvSpPr>
          <p:nvPr>
            <p:ph sz="half" idx="1"/>
          </p:nvPr>
        </p:nvSpPr>
        <p:spPr/>
        <p:txBody>
          <a:bodyPr>
            <a:normAutofit/>
          </a:bodyPr>
          <a:lstStyle/>
          <a:p>
            <a:r>
              <a:rPr lang="en-US" dirty="0"/>
              <a:t>The upper right and lower left blocks have seven cells in common (the colored ones). The white cells must be the same two numbers: 2 and 1 or 8.</a:t>
            </a:r>
          </a:p>
        </p:txBody>
      </p:sp>
      <p:pic>
        <p:nvPicPr>
          <p:cNvPr id="4" name="Picture 3" descr="A grid of sudoku puzzle&#10;&#10;Description automatically generated">
            <a:extLst>
              <a:ext uri="{FF2B5EF4-FFF2-40B4-BE49-F238E27FC236}">
                <a16:creationId xmlns:a16="http://schemas.microsoft.com/office/drawing/2014/main" id="{6A7A7395-590E-D0BD-CE38-EE39134712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8BEDC8-FF7B-C3C3-68D7-0529991500F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2C59E7-AB6F-807F-492E-02BCD5E0DA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D29CBF-2AC6-EFEA-C585-10952666EF0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3027C8-E680-E1F4-98DB-4A303D787AF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E623985-064C-E653-77F1-6B973327FCC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BAC5838-F854-D07A-19C9-D7C0ECB9755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AEA412B-C908-32C3-F74B-EC279879A23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6789D37-037C-1A90-0A3B-274E06F8A5B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6783791-D838-5897-99A6-E4570195CD9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8836649-759C-3885-49A4-85974D4311C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996836D-9D13-5EBC-7BC9-A62AE293C74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DBAD491A-FD23-F66E-DC80-34C98F601E8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B02F1D8-4344-72C3-F988-5DE96B552AB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90D417E-E004-3A32-F7B8-F926D92424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8CF51FC-689A-62A7-C438-83D940DCA2D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C0BE283-365F-CDE6-C8B3-4FC587D9575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35D0807-EA5C-248D-A3FB-B2856FD2798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5FC7388-69B9-1DEA-CA5C-D030501B102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101821B-2976-AEF4-CE16-6F472531474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147260C-9D86-A541-9A52-FFEFADA5149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EA7C109-AA71-A50C-F02F-784692E1B43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773BBB0-4A22-7C13-C087-7B3C69ADA03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0ACC736-B9BA-F5D7-C98A-C88F239DB63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7DCADCA-4DBD-EDFE-6261-87E3377E5CD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07B4169-AA22-EC48-F0F4-4772229F9D5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628BE1A-82E0-104D-8025-6B02FD69614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6B1A1F0-BBDC-C7E8-FD6E-95EA07DE7C1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8DFCA4B-3098-905C-A353-026ECC31DAA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0987B744-AE65-78CD-7D4E-248D607DCCE5}"/>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9C24D65-C63D-17E5-CBF6-F02C392F83C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9F90462-DEB9-5B38-99E9-2EC7BC8FDA7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5526A38-DCBC-8CF1-8E12-CDE9D2458DB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22943E5-49B2-3B9A-6FAA-80A714EE57D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30D589C-6C9B-6586-4BE4-D38EE2613B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87C8B1A-9AE5-66D8-8129-C476B3A70E4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351E5CB-8455-0AA7-1DE7-23EA92C350C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7C6F423-49E7-645A-896C-2512C214F53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AAE31F7-A49F-7B81-BBC3-BA8A8077A0B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B02922F-025B-BB0E-2492-DA44A276F57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494DA21F-812E-FB52-9EFF-41B0C20EA18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F465137E-5521-213D-2E7E-E3C07D22A5F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56011EF4-3CFA-9D70-E04D-2C389D2DFC04}"/>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144C47F2-515C-EAA6-ED54-6081CB036764}"/>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8B09E687-AD2D-AB06-961B-EAD84777896E}"/>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AA6EB6B-4EB1-A370-F703-BEF2A575281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A3ECAAC-4FAA-41E3-73FA-D40BC612F3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A758B53A-DC6D-4C68-EF3E-A7DA162E33C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D7BCFAB9-740B-2623-41E7-E8A7318CBB2D}"/>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732A186B-D1B9-09DC-79EA-E95762612BB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CD68BF48-F080-02B6-06DD-4D5C5ACCB541}"/>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1B475889-49F0-63AC-C8AE-73FA482AEA52}"/>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C770884D-AD58-CCB0-9581-DD587E075DF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9B53C03-34AD-26C2-CCFB-FA4AAD7CFBB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58FEF86-DF38-EA05-1A7C-145F8C16040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CA43555-781E-C125-B1FC-7D9DEE9B325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94C03916-DBFC-9CE4-808C-DC1F9F11A87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2021D231-D7A1-352C-115A-C6023C893AB8}"/>
              </a:ext>
            </a:extLst>
          </p:cNvPr>
          <p:cNvSpPr txBox="1"/>
          <p:nvPr/>
        </p:nvSpPr>
        <p:spPr>
          <a:xfrm>
            <a:off x="5147734" y="1903821"/>
            <a:ext cx="570089" cy="230832"/>
          </a:xfrm>
          <a:prstGeom prst="rect">
            <a:avLst/>
          </a:prstGeom>
          <a:noFill/>
        </p:spPr>
        <p:txBody>
          <a:bodyPr wrap="square" rtlCol="0">
            <a:spAutoFit/>
          </a:bodyPr>
          <a:lstStyle/>
          <a:p>
            <a:pPr algn="ctr"/>
            <a:r>
              <a:rPr lang="en-US" sz="900" dirty="0"/>
              <a:t>19</a:t>
            </a:r>
          </a:p>
        </p:txBody>
      </p:sp>
      <p:sp>
        <p:nvSpPr>
          <p:cNvPr id="66" name="TextBox 65">
            <a:extLst>
              <a:ext uri="{FF2B5EF4-FFF2-40B4-BE49-F238E27FC236}">
                <a16:creationId xmlns:a16="http://schemas.microsoft.com/office/drawing/2014/main" id="{FEE4F14C-DD4A-96F9-93EE-8737AC31C08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13B9D91-BBF1-2F6E-1C75-3F83E20CC2D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318DF057-824C-22DF-1DF0-01F57B554CB3}"/>
              </a:ext>
            </a:extLst>
          </p:cNvPr>
          <p:cNvSpPr txBox="1"/>
          <p:nvPr/>
        </p:nvSpPr>
        <p:spPr>
          <a:xfrm>
            <a:off x="7157158" y="4527809"/>
            <a:ext cx="570089" cy="230832"/>
          </a:xfrm>
          <a:prstGeom prst="rect">
            <a:avLst/>
          </a:prstGeom>
          <a:noFill/>
        </p:spPr>
        <p:txBody>
          <a:bodyPr wrap="square" rtlCol="0">
            <a:spAutoFit/>
          </a:bodyPr>
          <a:lstStyle/>
          <a:p>
            <a:pPr algn="ctr"/>
            <a:r>
              <a:rPr lang="en-US" sz="900" dirty="0"/>
              <a:t>19</a:t>
            </a:r>
          </a:p>
        </p:txBody>
      </p:sp>
      <p:sp>
        <p:nvSpPr>
          <p:cNvPr id="70" name="TextBox 69">
            <a:extLst>
              <a:ext uri="{FF2B5EF4-FFF2-40B4-BE49-F238E27FC236}">
                <a16:creationId xmlns:a16="http://schemas.microsoft.com/office/drawing/2014/main" id="{A2EF2BA5-C6D8-3DDA-0300-3BC50C8D83A5}"/>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45F67C2-9E17-863E-A63D-CA87DC1431EC}"/>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DA86BC2-3B37-7416-1B00-82591379B8B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25D1B194-B39C-5329-98FB-80B62AFDC9ED}"/>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7C4D559-A4E4-DA4F-A24E-26C97959A33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9374114F-8A97-C6F5-16C5-D8E7611E73B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A1D5B2E-581E-EDDA-6462-24DB19F532B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E8719E3-8A21-C3DE-91A6-B4A1FD5874CD}"/>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507EAE9-31C7-6FFC-E813-7438CE09217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78CF484-138D-1832-C69C-F1B83F04749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82483CC2-1922-ABC5-21EE-8EDA86E5FD42}"/>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78A28684-F79A-E55D-E325-2DA5C90258CE}"/>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F8573736-57FF-4977-7526-F9848771C3B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CB270C4C-ED05-439B-9511-07448F4E566E}"/>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A9739706-DECF-E327-DF03-1C03868A5D46}"/>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3B4BE330-81FC-A532-AB6E-94159F6EEE20}"/>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FB94DF04-9F91-C7C9-562C-0B4A698E9CE4}"/>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928CE6BD-6407-7E84-B621-9D20FA74C660}"/>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B254EB1C-45E8-E3F2-AEE6-5B64AC365934}"/>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B636400A-ABFA-14B4-36CC-E56B0141D19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EF533538-4080-B220-1E62-D11FA04A657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AF243C80-4073-169E-4C0F-AA09E7C5ABF2}"/>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444E9455-A9F1-654F-835A-99D18B20725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665DD8D1-6DBB-62CC-501A-3719E1001A4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C0AFE207-8CC0-3986-CD60-11A259189D66}"/>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52131E39-65E3-98C0-D487-125C57EDD920}"/>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20C6FDE4-CDC4-E469-4F88-E253B2742691}"/>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1B4F599A-A02D-BC4D-FCF1-60CDB2FC19F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E5160E1-099D-0271-651B-6A41A9CA16D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FEF90E-E65A-BA0B-80F4-4A8FA04EA0A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3F6E1C5A-98E1-5720-4A1E-E6BB2B0960B2}"/>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41067655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43E7A-0BE2-4214-6D6E-E066CA1D7F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AFD391-43F6-0A90-74B0-9E94E9A203F7}"/>
              </a:ext>
            </a:extLst>
          </p:cNvPr>
          <p:cNvSpPr>
            <a:spLocks noGrp="1"/>
          </p:cNvSpPr>
          <p:nvPr>
            <p:ph sz="half" idx="1"/>
          </p:nvPr>
        </p:nvSpPr>
        <p:spPr/>
        <p:txBody>
          <a:bodyPr>
            <a:normAutofit/>
          </a:bodyPr>
          <a:lstStyle/>
          <a:p>
            <a:r>
              <a:rPr lang="en-US" dirty="0"/>
              <a:t>Last possible position for 9 in Row 8.</a:t>
            </a:r>
          </a:p>
        </p:txBody>
      </p:sp>
      <p:pic>
        <p:nvPicPr>
          <p:cNvPr id="4" name="Picture 3" descr="A grid of sudoku puzzle&#10;&#10;Description automatically generated">
            <a:extLst>
              <a:ext uri="{FF2B5EF4-FFF2-40B4-BE49-F238E27FC236}">
                <a16:creationId xmlns:a16="http://schemas.microsoft.com/office/drawing/2014/main" id="{241122F5-FFC0-423A-F966-678CD59467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C67BC98-901C-6EEE-5B43-051851A847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2104C56-0478-1A0F-2B26-6E82F5EB69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5E69C49-26F5-1B00-6340-DFF15197968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CA21E5-E60F-B2DB-28DB-2B4DFE10B9F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5990C36-C748-739E-59C9-CF1175E8ECF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A1CCD6F-0E00-2CAD-40B1-A00C1E80A8B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271F6AE-7F43-5ED6-8ED4-3620967E594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9233B35-FFFE-0C82-8BC0-C5AC6C9768E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2EC762C-7D2A-F532-F77C-1563F3424C4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CA6664B-AF57-B893-F1A8-AC45D9F06D9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1B8F2C1-01E6-2509-E4B5-F056F679AC6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CB962AC-3D07-83BB-1671-B0061EFD5E2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24322AE-3555-E9D9-DE17-9930B5F5EFC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224EC28-C1D0-A299-95F0-C295D0B2FCE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27A5588-CFE4-79CB-3623-9A7CC251C37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6868ED-6E11-0872-0227-B22BDF9813C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6A77E80-6FDD-3723-B706-6EEB835DACE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D38AA72-2865-7C5F-5DB1-F1B1D92F8B2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0FB5CAA-B207-C780-ACC5-473F6631F3C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F9ED69D-4A37-1FC3-DD88-37EAAFEE46E9}"/>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44794B1-6631-DA34-62B2-B850E4D6992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5B0A5E-ADE9-EC04-9CE9-A99E0607E9E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4ABA615-3A63-496E-BA7F-180E755F150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68610EF-B964-4C90-A8FB-F496C84CCD3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EFFD757-08EE-EFDA-9535-1C50EB776C6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28DA8D9-A9B6-92FD-D509-1F48FF9FED7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99AF05CF-16A8-4762-B1BE-1A71EDFE4CA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5F36F24-0864-9516-FDED-798989FE13B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97B8CBE-6D1A-F4E5-00A9-BCADA10100F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89E1DC-7638-2153-64BA-655A2DF5E23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0BC03BC-06FE-C832-57A6-147E9496D53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628A4E5-5ED8-EA0C-A1DF-39000EC9DDA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43A4A23-5549-4289-4773-91FDBABACB9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E294EFA-9A05-4FE5-7298-F021A3AFDEB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0DF7EAB-204E-FA0E-17CB-ABF4453A425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6425021F-2C24-91D0-BEDD-0EE2646FE3D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F971BB2-785E-D028-A2CF-4FF2797FD82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B07BD8A-C7EA-E0B4-5BE5-F57C9BDF6FB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2157E4C-E989-A418-F5B5-977CF513337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FEC1B70-AFF4-A75B-4C0C-6D57D35F84C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A6D90822-8F4D-CB11-3CC2-F8F3F628ECA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3718E94-F660-3451-1839-8A10312989B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56F36B3A-B005-838A-AC36-7C495B0F1CFD}"/>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3B8F251-5A24-E91C-67AA-19457EB8887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D8AC285D-7C6A-B03B-E3AC-B4A44398C0B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4F07410-B49C-BBA1-09E5-2C652F588B9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2A8CC9D-8E93-352D-7972-4C2BCC77D50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B0227B56-44B0-0352-772A-FCE48242790E}"/>
              </a:ext>
            </a:extLst>
          </p:cNvPr>
          <p:cNvSpPr txBox="1"/>
          <p:nvPr/>
        </p:nvSpPr>
        <p:spPr>
          <a:xfrm>
            <a:off x="3640666" y="4026865"/>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921D33D3-0866-91E4-A47A-751D37BA9849}"/>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ADA96EBB-5053-A70E-7BBC-53E70F7C926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CCBCF838-A1C4-1D22-BCA8-8B8F7607B8DD}"/>
              </a:ext>
            </a:extLst>
          </p:cNvPr>
          <p:cNvSpPr txBox="1"/>
          <p:nvPr/>
        </p:nvSpPr>
        <p:spPr>
          <a:xfrm>
            <a:off x="6654802" y="1784553"/>
            <a:ext cx="570089" cy="230832"/>
          </a:xfrm>
          <a:prstGeom prst="rect">
            <a:avLst/>
          </a:prstGeom>
          <a:noFill/>
        </p:spPr>
        <p:txBody>
          <a:bodyPr wrap="square" rtlCol="0">
            <a:spAutoFit/>
          </a:bodyPr>
          <a:lstStyle/>
          <a:p>
            <a:pPr algn="ctr"/>
            <a:r>
              <a:rPr lang="en-US" sz="900" dirty="0"/>
              <a:t>689</a:t>
            </a:r>
          </a:p>
        </p:txBody>
      </p:sp>
      <p:sp>
        <p:nvSpPr>
          <p:cNvPr id="57" name="TextBox 56">
            <a:extLst>
              <a:ext uri="{FF2B5EF4-FFF2-40B4-BE49-F238E27FC236}">
                <a16:creationId xmlns:a16="http://schemas.microsoft.com/office/drawing/2014/main" id="{931B3010-92D1-83FE-2273-A2B726C7367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3B36031-E124-E065-B40B-FDC431D6F8A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FDD01AB-EA0B-C00C-F88F-E187147E244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5547B087-51F4-84CB-71E6-DBA8FDDB6D0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95AAC4FA-D79B-701F-B2F0-E64EB4709B8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7038E3E-6AF7-DC12-EE8E-99218F16C99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0F4077F-6457-F9D6-2865-109FCECC884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7950AC4C-C962-98E0-ED80-4D4064B0953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A2873565-8514-72F7-3E34-B88E1896509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7B319753-5F60-0A1F-9CF0-671BFC77B41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E01C58B-2D48-9759-00E9-82E41B2BFFE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6067D786-937B-4E6F-7A51-01A38B6D4D00}"/>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CD2F827C-43C3-5F73-524A-A82E5BE504B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AB38EF5-A413-3DDF-3C99-592DC4BC7E22}"/>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0AF92416-65D3-EB90-BAC2-74FC4E55019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BB043591-F9E5-D1EE-EEC4-68AF576B824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836FF8C-650B-2964-1782-9E91B4005E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7045822-46AD-DBD1-ECC9-758F48E70F8B}"/>
              </a:ext>
            </a:extLst>
          </p:cNvPr>
          <p:cNvSpPr txBox="1"/>
          <p:nvPr/>
        </p:nvSpPr>
        <p:spPr>
          <a:xfrm>
            <a:off x="7157158" y="4909484"/>
            <a:ext cx="570089" cy="230832"/>
          </a:xfrm>
          <a:prstGeom prst="rect">
            <a:avLst/>
          </a:prstGeom>
          <a:noFill/>
        </p:spPr>
        <p:txBody>
          <a:bodyPr wrap="square" rtlCol="0">
            <a:spAutoFit/>
          </a:bodyPr>
          <a:lstStyle/>
          <a:p>
            <a:pPr algn="ctr"/>
            <a:r>
              <a:rPr lang="en-US" sz="900" dirty="0"/>
              <a:t>91</a:t>
            </a:r>
          </a:p>
        </p:txBody>
      </p:sp>
      <p:sp>
        <p:nvSpPr>
          <p:cNvPr id="82" name="TextBox 81">
            <a:extLst>
              <a:ext uri="{FF2B5EF4-FFF2-40B4-BE49-F238E27FC236}">
                <a16:creationId xmlns:a16="http://schemas.microsoft.com/office/drawing/2014/main" id="{365A6868-8B4F-77E1-79EC-6F713C24DF28}"/>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123F3EE6-8788-B4D2-1B14-6F740CA0C22C}"/>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2C615632-0229-AA99-8B86-096AA3D5A1EB}"/>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B0410F96-B49E-37B3-A9B3-3912B7C1EE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1289</a:t>
            </a:r>
          </a:p>
        </p:txBody>
      </p:sp>
      <p:sp>
        <p:nvSpPr>
          <p:cNvPr id="86" name="TextBox 85">
            <a:extLst>
              <a:ext uri="{FF2B5EF4-FFF2-40B4-BE49-F238E27FC236}">
                <a16:creationId xmlns:a16="http://schemas.microsoft.com/office/drawing/2014/main" id="{243CF52F-6E79-4D9B-A3FB-B273F43E8BC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049DF74B-963B-3280-0A3E-621A4EE00CA1}"/>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39B3956B-392F-049C-5B4A-8D4A5415C60A}"/>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23689</a:t>
            </a:r>
          </a:p>
        </p:txBody>
      </p:sp>
      <p:sp>
        <p:nvSpPr>
          <p:cNvPr id="89" name="TextBox 88">
            <a:extLst>
              <a:ext uri="{FF2B5EF4-FFF2-40B4-BE49-F238E27FC236}">
                <a16:creationId xmlns:a16="http://schemas.microsoft.com/office/drawing/2014/main" id="{DCFACA0D-B6EB-0ED4-DEE8-641DD72BC807}"/>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23689</a:t>
            </a:r>
          </a:p>
        </p:txBody>
      </p:sp>
      <p:sp>
        <p:nvSpPr>
          <p:cNvPr id="90" name="TextBox 89">
            <a:extLst>
              <a:ext uri="{FF2B5EF4-FFF2-40B4-BE49-F238E27FC236}">
                <a16:creationId xmlns:a16="http://schemas.microsoft.com/office/drawing/2014/main" id="{A50A523C-AD8F-3805-73A2-B202515FCA01}"/>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8243759C-817D-7EBF-80C4-72A8C4157327}"/>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13689</a:t>
            </a:r>
          </a:p>
        </p:txBody>
      </p:sp>
      <p:sp>
        <p:nvSpPr>
          <p:cNvPr id="92" name="TextBox 91">
            <a:extLst>
              <a:ext uri="{FF2B5EF4-FFF2-40B4-BE49-F238E27FC236}">
                <a16:creationId xmlns:a16="http://schemas.microsoft.com/office/drawing/2014/main" id="{5E36F9B6-4688-0097-BDAF-3F601E5FD6B6}"/>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88C93378-54C7-493F-A0A5-A043B269DA5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1CB5FCC0-8AFF-73ED-D1CC-03D7EA71147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8D7F9888-8F90-E38B-D47A-BDA01D55D83C}"/>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7594E78F-F26D-D466-C68B-9AD0F1666D28}"/>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0AEA2062-E4CE-EF46-5AC6-1F6C73C4F0B1}"/>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35789</a:t>
            </a:r>
          </a:p>
        </p:txBody>
      </p:sp>
      <p:sp>
        <p:nvSpPr>
          <p:cNvPr id="64" name="TextBox 63">
            <a:extLst>
              <a:ext uri="{FF2B5EF4-FFF2-40B4-BE49-F238E27FC236}">
                <a16:creationId xmlns:a16="http://schemas.microsoft.com/office/drawing/2014/main" id="{2A13486F-D59E-8BE6-F576-E69E9CE0492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C47A3948-526D-C6DA-9E04-4864825159F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A49C45F-D1F5-F283-E472-A02453CD9DA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F502605D-CAE3-F056-5695-C8B672FA38A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24332655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DF2D-AB23-0AE5-39E8-B9A7593E8C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8641B23-A3AE-E282-F726-4FD6568AD56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28C5B8-81C6-4C16-C47E-E6188A983E3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0E83F7-2CFE-ED83-AF74-07BCF938C19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250ED8-5BB3-FC67-E9CB-4713374520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E95B72-4590-F7DA-CD62-26F4E86A9E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FDF5F9-90D6-A610-ECFF-CE36A1F1C87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74FBF64-84A0-33BD-AC0B-BC046A91DCB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7721F64-6A63-BAEC-4B4F-603EB5154FA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FA2D910-DA39-786D-CE17-CD8DF4E86AD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799AC74-FFF7-B196-21F9-15404939B75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FA1CDFD-F513-9612-15BE-6D08395781B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699B301-0FEF-3488-015E-A6B7306FDED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C0E1F1D-756D-5FF9-8E35-90542A6472F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C4A7502-88D2-CCF5-FC9C-EE179E29054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469E94B-1DAA-3519-9D57-6B772EE8DA4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40CFAD8-D5A8-324F-2343-2550792E71B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7DC4F95-3803-1958-4198-158982568DB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EB2B496-C5FF-94EC-CF4D-E7260E5A6ED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E801528-D521-2114-1E51-C5051ADE5E0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5A36D85-5E65-B33F-D4CF-4BAEDF28264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6337B38-575F-4EF8-4E6B-996DFB14BEE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9A85305-416F-3C82-0D75-BD84C22B4F5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D3607A8-2AA1-9CF4-7574-6730E4F69A3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8ED63C1-022C-BCBF-4731-7457CBD14DE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84E01A8-EF89-FE18-DEBE-7E50DED55CC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7FC3EEE-092D-1107-3483-1799FA88ABB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0220A1-D01C-A2EB-3D65-F96CC232BAD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9EF34D2-6A99-2480-1CD0-651012F729F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6E9E285-1F2D-4305-7177-FE794093DAF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1A382CD0-4639-4C77-573F-4BE51038920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773C497-ABF5-91A3-152E-7C21C126DD5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9145B79-BD3D-1056-703B-13F3723C823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31E2C19-77F6-DA46-F884-6C7E150ECE3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768E6C9-BD8C-19CC-B5E8-DA5081B32BE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F2CE3DA-5422-AE3D-31E1-71E729672FF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51812F7-7284-AB03-1532-4E8D3E65D718}"/>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F9270DB-95B3-7D36-1868-6A1BDC1511D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C8DCCBF-B9B4-B3C1-9B21-509CC35CE2A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67E6B59-60A9-95A0-B628-05B9C525F91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B151659-01F9-B850-A65E-AD1B1AC26C1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91055BB5-B658-66AA-0C5C-79999192B3C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761BD4A-4DFC-1D99-49A0-BCD51E20DA7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8B93DFE-4A4D-4CB2-6E32-DF3673F5AA79}"/>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5243757-CD89-3858-1E55-01771A07547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EA4A2248-CD4C-AFED-2DE4-138732146C4E}"/>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DE418BBA-64E6-5D90-9D45-003740954408}"/>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66FC5213-5E61-F414-E13F-9F62F7317D2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CBC15A81-3B8C-A38E-73BA-CA659A77FB7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E33F7DF-D002-0211-8FDD-80346E9F7FC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0667D90E-C9BE-DA01-A02B-3F3CF195AC3F}"/>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A1D88FD7-65D8-E513-4C31-C7E92C6B3CF2}"/>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1FB8DD84-1D7F-8BDB-A7C9-6F8BAC77FABF}"/>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4D441D3A-0845-C094-B010-D5ADFD87CD54}"/>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8078579F-3B74-AA20-5A31-8C38D778478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1D21DF34-4C22-3D4D-33B8-CC882C2C771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276F9707-3784-8109-9855-719DBAE514F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2BABF57-D9BD-19A3-7603-60D0C4288364}"/>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BF167EB1-9B98-FD6B-30DA-FAFAE9277BD9}"/>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761ADE8-8F52-BA6A-AA30-3AE55A3324F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0991BC4C-045E-7C39-0516-C331A618FDE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D1F42784-CC14-A121-0237-83859B4CEC4E}"/>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AFDA2D62-5393-F666-2A66-58B66B560756}"/>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C591715F-D37B-5ED1-DCB3-9AD7E5EAC3B4}"/>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15F2A11-4F67-F7E6-3DCF-DB44F81955C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87C076C4-D905-2794-95C1-AE6796E59616}"/>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3BA1F589-B9DB-AC28-A8C3-C39AED11581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885237F-6578-0706-15FB-6F367D62FFB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04B0760B-8417-A398-ED68-36E05C0D0D5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68804B01-CD8C-C2C7-7C0C-01CE7FA2AED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AECDABB-0A05-518D-C771-49DF53FE09A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2CFDB73-BEC1-E8FF-A22C-1D9D3D1967CB}"/>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DAA27D50-38D6-F7B8-75AB-0C6BF787600E}"/>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CE62DF99-7A23-7592-0EF9-56B58B3D3685}"/>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60778BF8-AD92-4CAC-5D58-D8813DAC4F4F}"/>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E490D5BD-0C1D-5157-6A3D-8F03B607D6F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10A8D193-FB23-67D5-2286-6AF2C4CE8F17}"/>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199E38E3-AB0B-DDFF-9034-6B54ECA34A76}"/>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89" name="TextBox 88">
            <a:extLst>
              <a:ext uri="{FF2B5EF4-FFF2-40B4-BE49-F238E27FC236}">
                <a16:creationId xmlns:a16="http://schemas.microsoft.com/office/drawing/2014/main" id="{F0332C5D-D821-10B6-8D63-CB0C102D293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90" name="TextBox 89">
            <a:extLst>
              <a:ext uri="{FF2B5EF4-FFF2-40B4-BE49-F238E27FC236}">
                <a16:creationId xmlns:a16="http://schemas.microsoft.com/office/drawing/2014/main" id="{DF6F4DFE-8480-212A-4C1B-C18215D961A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18FF8E67-611C-B725-28D4-F631FA02E1F8}"/>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21D746FD-339A-588E-2542-2EF16977603D}"/>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367438D1-C632-C9FD-C83D-781D1A9ED9E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43AA793F-C0B8-85A4-96F9-5F9454D6EC6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510A8010-9B17-0844-84DE-FE4388C38AFD}"/>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D58A78BD-41A3-293F-0A15-7A91365B7430}"/>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123568</a:t>
            </a:r>
          </a:p>
        </p:txBody>
      </p:sp>
      <p:sp>
        <p:nvSpPr>
          <p:cNvPr id="99" name="TextBox 98">
            <a:extLst>
              <a:ext uri="{FF2B5EF4-FFF2-40B4-BE49-F238E27FC236}">
                <a16:creationId xmlns:a16="http://schemas.microsoft.com/office/drawing/2014/main" id="{1C55792F-CB1F-C506-7420-9D166FC75A86}"/>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a:t>
            </a:r>
          </a:p>
        </p:txBody>
      </p:sp>
      <p:sp>
        <p:nvSpPr>
          <p:cNvPr id="64" name="TextBox 63">
            <a:extLst>
              <a:ext uri="{FF2B5EF4-FFF2-40B4-BE49-F238E27FC236}">
                <a16:creationId xmlns:a16="http://schemas.microsoft.com/office/drawing/2014/main" id="{4148C22F-687F-516E-F11D-577CB6AB6A6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0E25EC97-7557-5432-6C75-89EC6E441DD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D235C97-33A0-1FA8-F8DC-D4CEE907157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EC21E958-02FB-5733-8739-7944BF58E5B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E13C15E8-F491-63DE-1DCF-32854DAC7B21}"/>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5195475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521F4-34B6-47EE-BEBF-CF1ABD5E2F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91B4D2-70A8-6F1A-7073-2E9AA3F9E779}"/>
              </a:ext>
            </a:extLst>
          </p:cNvPr>
          <p:cNvSpPr>
            <a:spLocks noGrp="1"/>
          </p:cNvSpPr>
          <p:nvPr>
            <p:ph sz="half" idx="1"/>
          </p:nvPr>
        </p:nvSpPr>
        <p:spPr/>
        <p:txBody>
          <a:bodyPr>
            <a:normAutofit/>
          </a:bodyPr>
          <a:lstStyle/>
          <a:p>
            <a:r>
              <a:rPr lang="en-US" dirty="0"/>
              <a:t>Reduce. (Note 18/168/68/2 combos in the corner blocks.) (Note 1368/1368/168/68 in Row 3.)</a:t>
            </a:r>
          </a:p>
        </p:txBody>
      </p:sp>
      <p:pic>
        <p:nvPicPr>
          <p:cNvPr id="4" name="Picture 3" descr="A grid of sudoku puzzle&#10;&#10;Description automatically generated">
            <a:extLst>
              <a:ext uri="{FF2B5EF4-FFF2-40B4-BE49-F238E27FC236}">
                <a16:creationId xmlns:a16="http://schemas.microsoft.com/office/drawing/2014/main" id="{D6BBD354-E0EC-2925-442E-B2C05393A82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63E38E1-2728-9F94-D23D-7D172127784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76A56EA-D6BE-01E7-73DD-CCDD6064A5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14B3EC-E85A-CC34-1C9F-F06DBCE3335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850B88F-A656-DF44-FC5D-C73DF6F0BA3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C489DD0-EB10-5B39-19C0-FB6D623E7C3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EB2A442-F9C1-DC3C-24C7-374570A6B11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32D52DE-4807-A3C0-0391-D68A8B14859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5DCF262-ECD8-190D-79B1-D4EC580B246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2620B2F-DCC9-ABBB-F84A-5625F3A8DAC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ABF1D9F-B9ED-F0A7-6C68-9EDE2909CA5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2549A39-AC36-1133-65C3-26C5DC7E72C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A54BD8B-B627-230C-B249-7BB036CB9A9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4CB78BB-561C-25B7-CF89-42B2FEBEEC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8C00E8D-E442-05B0-84DF-FC50BB484ABE}"/>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122CCEE-5A43-B4FE-265A-CD5F0DE6849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00B5DAE8-402E-64DF-2136-A881DC84964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5E8DBB5-488A-257E-8B1E-5E6E1008CA8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B5F7843-E057-3782-312A-A9E52120029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FD443F0-487D-B3D7-EB9E-FE44999755C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B49282F-5968-B404-D32A-A68966B1836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AA3133C-23CA-03BB-2A54-2321713832B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4F56273-2320-A3A3-5DF4-2C3109CCBB5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FCB3D30-1DA0-D850-8311-91F9951D1C8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2FDA459-7713-5E3D-2BC3-6012E709CEB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1A1E2E1-A694-7065-A63D-D7BBB1C7102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AFE1D54-9924-2CC5-8E34-A2D3D349467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E62E335-C7A3-4AE0-C539-B49A6A4037B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BBA4949-812C-8FA5-7361-E00043D6389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28FDA94-AAC7-0797-E195-E19026AE4A4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BFC92A7-F3F5-125C-4827-F1F7928356C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34F9423-9F28-91DE-97A0-3276960E0FC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CF215D6-68B2-F229-268D-0B8D5C17155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26C1449-7025-6714-4D33-F49E8AF3B31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52BD9F0-05C7-047E-87A0-55BE40D9E0C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78F3CFE-D4C4-1D08-BFC8-3296443817E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33133E9-A7A0-466D-742A-61E5375253B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BE93BAB-11FC-02B2-38C1-8B833BAEB53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EF7635A-3BF0-ABDA-7AF5-330A504D727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58F7ED7-5754-05EF-47B3-245FA5717C7D}"/>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A4C287F-659A-D026-36C6-352C813E223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BDDB09AC-712F-8D0D-2CED-8C57BD4F5A4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DF33C88-6AF4-2819-31D3-F3B1286B2D04}"/>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BB707E4-4EF4-0AF7-40DF-3426B17097B4}"/>
              </a:ext>
            </a:extLst>
          </p:cNvPr>
          <p:cNvSpPr txBox="1"/>
          <p:nvPr/>
        </p:nvSpPr>
        <p:spPr>
          <a:xfrm>
            <a:off x="6654802" y="1522145"/>
            <a:ext cx="570089" cy="230832"/>
          </a:xfrm>
          <a:prstGeom prst="rect">
            <a:avLst/>
          </a:prstGeom>
          <a:noFill/>
        </p:spPr>
        <p:txBody>
          <a:bodyPr wrap="square" rtlCol="0">
            <a:spAutoFit/>
          </a:bodyPr>
          <a:lstStyle/>
          <a:p>
            <a:pPr algn="ctr"/>
            <a:r>
              <a:rPr lang="en-US" sz="900" dirty="0"/>
              <a:t>579</a:t>
            </a:r>
          </a:p>
        </p:txBody>
      </p:sp>
      <p:sp>
        <p:nvSpPr>
          <p:cNvPr id="47" name="TextBox 46">
            <a:extLst>
              <a:ext uri="{FF2B5EF4-FFF2-40B4-BE49-F238E27FC236}">
                <a16:creationId xmlns:a16="http://schemas.microsoft.com/office/drawing/2014/main" id="{F6E628A9-1E38-6561-F902-F8D957672DE0}"/>
              </a:ext>
            </a:extLst>
          </p:cNvPr>
          <p:cNvSpPr txBox="1"/>
          <p:nvPr/>
        </p:nvSpPr>
        <p:spPr>
          <a:xfrm>
            <a:off x="3640666" y="5028752"/>
            <a:ext cx="570089" cy="230832"/>
          </a:xfrm>
          <a:prstGeom prst="rect">
            <a:avLst/>
          </a:prstGeom>
          <a:noFill/>
        </p:spPr>
        <p:txBody>
          <a:bodyPr wrap="square" rtlCol="0">
            <a:spAutoFit/>
          </a:bodyPr>
          <a:lstStyle/>
          <a:p>
            <a:pPr algn="ctr"/>
            <a:r>
              <a:rPr lang="en-US" sz="900" dirty="0"/>
              <a:t>579</a:t>
            </a:r>
          </a:p>
        </p:txBody>
      </p:sp>
      <p:sp>
        <p:nvSpPr>
          <p:cNvPr id="50" name="TextBox 49">
            <a:extLst>
              <a:ext uri="{FF2B5EF4-FFF2-40B4-BE49-F238E27FC236}">
                <a16:creationId xmlns:a16="http://schemas.microsoft.com/office/drawing/2014/main" id="{BEE1D7A9-D1CF-11A2-B289-1A3CB855323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8FC4ED34-7569-FB9A-52D9-F2F6CBCFAA7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D7757FA0-2D52-7F28-B430-CD1D09E04C3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F18481BC-46E3-A0C6-C8F1-73358EF3498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B408377E-AA04-C759-1724-FF24EAC57615}"/>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321A40A-692A-D6AA-A5CD-8F4AE838C9F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055937F1-E66A-29B0-DC9C-6AC960A1911F}"/>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9418ECEA-580F-A799-7A93-21F60BC8AF9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4404DB0-8A28-8321-77CB-04D40282459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24DB1A3E-DB80-549D-01C6-4698DB10BA6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D369FF8A-2670-44EF-DC71-1F01CF28E5C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7038BB7F-1C87-8B62-FB0B-5031F34A871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3A4211C-28DD-3910-0FB9-06D718BB6F43}"/>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8FDBC9DA-B56A-1E70-B2C9-CB19CB5560A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E383F5DE-9D6A-5E42-0F75-B4BC9D98B7D9}"/>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B2373FE-6D71-8B45-DCF6-68D6BA48EA4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860B0399-C26D-5CF4-AC40-773800B7C444}"/>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3EE536A-0663-E4E4-9DA0-B6538AE965A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EE04FC73-3E4E-C303-C4DB-1C63B037C65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621D4A-7CA8-3356-369D-C600862E858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49FE896-3CCC-2509-D149-36E341CFE55B}"/>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E4A03E1-EDDE-ECFC-3CF5-0075F22AA511}"/>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877C947-8B52-2BF1-BE16-093528B675B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79EB2E5-862D-C59C-337C-CD8655247A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7C78E5FF-9724-5DA0-7106-56D01A1523EE}"/>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78242B75-C605-9732-0E95-557891ECD96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DD2A85D9-DA17-CE21-ADB5-7BD6F9B2116A}"/>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D6DCCA74-BDBB-87DF-2728-548C84BE4CD2}"/>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A2EFDA38-7C5A-AC37-A4EF-A8D9C22BE967}"/>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8E7297C5-87F1-9664-482C-A7C5237CF414}"/>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00809319-7C60-E8F8-81E2-F6DED2C0ECFD}"/>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89" name="TextBox 88">
            <a:extLst>
              <a:ext uri="{FF2B5EF4-FFF2-40B4-BE49-F238E27FC236}">
                <a16:creationId xmlns:a16="http://schemas.microsoft.com/office/drawing/2014/main" id="{1F4E1CFA-B8A7-198E-12D4-550CEEB205AC}"/>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90" name="TextBox 89">
            <a:extLst>
              <a:ext uri="{FF2B5EF4-FFF2-40B4-BE49-F238E27FC236}">
                <a16:creationId xmlns:a16="http://schemas.microsoft.com/office/drawing/2014/main" id="{47D0E337-CF25-B584-1F4D-F624DF37182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89A36002-1DE9-2D0A-E7EA-1F9ACA32394A}"/>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DBA1B713-E269-F811-DEA7-B4C05BD8E6A9}"/>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EC4B70DF-F7C9-087D-AE6A-879D37188BC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FCC62AAB-3534-4EF9-8920-8DE7BF243B4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77441806-EECE-FF56-0B98-6655253298F2}"/>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5BBFDD11-0DF3-9556-A9A3-5889317544C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E45E39BF-7EFC-598D-58F9-2F3979D999B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89281813-7E00-FB57-EF9B-16FBD4D07CF2}"/>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3D7A938F-02A7-303F-4853-7B1A317B89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3F78361-AD5B-46AC-9E5C-45578A3612D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1BB4D778-EA67-E1E9-8730-B85707720A4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34AB4872-F270-3927-2B50-348D057AB2B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6169115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2CA1D-5F64-FC1F-6E9B-89DC1D5DD73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8F05D0-E3AD-93D3-BC14-9FB48444CB4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6168670-8953-3290-1E68-677AE96196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C63D83-4759-721F-6C95-34211679FF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8BDC45-5F8F-D596-DFEF-C9EF6F4A62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2D6BB4-1447-FAAE-AAA9-7A56D62A06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E6C5FF2-F74B-8B80-58B9-2DC5D17A040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B903263-DB6D-288A-299F-88B6B4807DB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BD7BBD6-277A-C6B6-C7B1-A3A6D13754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B164321-5E98-3460-D404-0FF4234837C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21E80D2-B562-6A41-FC39-2A38311DD57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8EDBDDE-0534-9037-EA0F-5A5550FD072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470F09B-9392-041D-EDE2-E7E8E7F4A1D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61C13EE-2BE4-AE59-CBAE-2E2106ECA24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05E08D-C047-343B-465F-88B64987D43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601C397C-818A-E2DC-0FFE-7C6E5A07129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FFA8797-4C2B-E456-14E5-C79AEB92508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486F3B9-B338-A522-27ED-DE1638FF322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B12D59-6DDA-31EF-3848-BBB79B444CB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F63FED9-8546-B455-7DC3-6D731058B42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36B1747-9843-B7EA-2A6D-8D4C0A802A5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8D56A1C-71B0-6310-917C-3AED6319B25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6F048EC-4537-2473-4D9C-05C64CEBBAF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24277B4-80FA-03BF-AFB3-75CB98AE000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C1454C0-992B-E000-6E40-57F563E641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08BF090-904B-CA25-EC11-9605193C29F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A408FA0-63E7-80E2-53D1-9F275D35CCB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5DBF64E-5933-3743-C2D7-7D3CA5C3BDF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38C36F5-AB79-44A1-912F-34EAD0DCE82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BE7D763-258E-70F8-D71D-AB873123246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9C5F2E4-1626-6B0B-3227-456730DF0E3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15E2F22-D829-931F-BC4E-9E07EE696F3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1AA4D7A-15C3-CCCF-D688-50D5459E0EE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12BD53F-714A-69B2-096E-CC0633D44AD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0A02DBA-DC7F-4637-E3CB-BDFE88390F3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681FABE2-53AC-A9AE-1497-D53CCC1B72B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A8E24AC-0009-8AAB-126D-E232C7F0061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BCA7A0A-6425-4C96-259D-79E96E47408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43AECF1-255F-D521-D72E-D13AE4F69CF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9F948E2-4F88-55BD-9A74-FDBA2B74148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91FBA7F-94A3-4CC2-2659-3D05E341576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1AB86E93-D8E2-940D-6D8D-1F2A89CE37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EB7C76A-708A-DDC2-BE56-2E81504F4F1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34BACAE-A2E9-CAAC-868B-E1D30348B0E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2AB6BE6-4905-94D0-08B6-82B1A9AA5C78}"/>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7B900BB8-3C36-1F33-292B-ACC35F6AF2CF}"/>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E91151D-E537-D5A5-877A-814C6AD0A779}"/>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CA56C6C-D3B4-5D6F-4763-EAC1BEA7521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C6FF4CCD-A95C-DED9-1D84-ECBB156AA46A}"/>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58DB75A3-DB84-C352-3609-E5CAFD898EA9}"/>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8F34F8E3-CF18-2707-9210-8E8966291C0F}"/>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A2128E97-A24F-1E57-4BC6-A58F789B0D04}"/>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C093DBE7-0064-22F4-9DA0-716AB9A60C1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C54328A-D7A1-EB9E-94ED-291B064EA29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92F243C-4EEB-0A0F-165F-43F22B17AE4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B241234-AA55-DE1E-9256-822A89A975E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E0BF563-F62E-775D-B204-66D236088B1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E46D48E-8543-F8A2-F136-3C7999BF9D7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2CE65F8-FD6E-89AF-827D-9BAB51691A6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F10DBEE-64C1-33CE-83B9-C333D1C322CE}"/>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235A8BBD-256A-F61D-60A5-ED9AA08FA99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2C3F34F-EF6A-79B3-8CAE-C591F6C91518}"/>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8B35CFA-C56C-3B2B-A54F-A2172FE3BD9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5023E545-1E47-1AE3-2952-D90AAF92464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006EC5DE-0626-72A8-043A-408B0F3B1E3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C458A47-EB3F-59F9-122D-94E437F0B30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6435B4C3-4360-494A-C2EA-5F0D2300712B}"/>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DC94C571-9A0E-63C5-8F28-8A22EDA2D40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16F5397-4FE7-179F-2990-CFA43DB75E3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DE096BBD-E11A-44A9-8008-4FD917E191F3}"/>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EE8A44E3-F6CA-338B-CC6E-95469F1F96C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9C2C50F6-18ED-BC56-643D-222C1D87F36F}"/>
              </a:ext>
            </a:extLst>
          </p:cNvPr>
          <p:cNvSpPr txBox="1"/>
          <p:nvPr/>
        </p:nvSpPr>
        <p:spPr>
          <a:xfrm>
            <a:off x="3640666" y="901933"/>
            <a:ext cx="570089" cy="230832"/>
          </a:xfrm>
          <a:prstGeom prst="rect">
            <a:avLst/>
          </a:prstGeom>
          <a:noFill/>
        </p:spPr>
        <p:txBody>
          <a:bodyPr wrap="square" rtlCol="0">
            <a:spAutoFit/>
          </a:bodyPr>
          <a:lstStyle/>
          <a:p>
            <a:pPr algn="ctr"/>
            <a:r>
              <a:rPr lang="en-US" sz="900" dirty="0"/>
              <a:t>289</a:t>
            </a:r>
          </a:p>
        </p:txBody>
      </p:sp>
      <p:sp>
        <p:nvSpPr>
          <p:cNvPr id="85" name="TextBox 84">
            <a:extLst>
              <a:ext uri="{FF2B5EF4-FFF2-40B4-BE49-F238E27FC236}">
                <a16:creationId xmlns:a16="http://schemas.microsoft.com/office/drawing/2014/main" id="{DA266F29-CBC8-5023-CDA8-47E2C046C529}"/>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A4A3F25B-4B63-FD5A-4B02-F47D6D28971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7" name="TextBox 86">
            <a:extLst>
              <a:ext uri="{FF2B5EF4-FFF2-40B4-BE49-F238E27FC236}">
                <a16:creationId xmlns:a16="http://schemas.microsoft.com/office/drawing/2014/main" id="{F3C9A76E-8E0E-263C-C170-0805136057C5}"/>
              </a:ext>
            </a:extLst>
          </p:cNvPr>
          <p:cNvSpPr txBox="1"/>
          <p:nvPr/>
        </p:nvSpPr>
        <p:spPr>
          <a:xfrm>
            <a:off x="3138310" y="901933"/>
            <a:ext cx="570089" cy="230832"/>
          </a:xfrm>
          <a:prstGeom prst="rect">
            <a:avLst/>
          </a:prstGeom>
          <a:noFill/>
        </p:spPr>
        <p:txBody>
          <a:bodyPr wrap="square" rtlCol="0">
            <a:spAutoFit/>
          </a:bodyPr>
          <a:lstStyle/>
          <a:p>
            <a:pPr algn="ctr"/>
            <a:r>
              <a:rPr lang="en-US" sz="900" dirty="0"/>
              <a:t>289</a:t>
            </a:r>
          </a:p>
        </p:txBody>
      </p:sp>
      <p:sp>
        <p:nvSpPr>
          <p:cNvPr id="88" name="TextBox 87">
            <a:extLst>
              <a:ext uri="{FF2B5EF4-FFF2-40B4-BE49-F238E27FC236}">
                <a16:creationId xmlns:a16="http://schemas.microsoft.com/office/drawing/2014/main" id="{AA5C6F4A-FEEB-776F-01FC-4403894D2F9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89" name="TextBox 88">
            <a:extLst>
              <a:ext uri="{FF2B5EF4-FFF2-40B4-BE49-F238E27FC236}">
                <a16:creationId xmlns:a16="http://schemas.microsoft.com/office/drawing/2014/main" id="{6B19FE7A-37D3-82F5-6A3C-1976268C08D4}"/>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90" name="TextBox 89">
            <a:extLst>
              <a:ext uri="{FF2B5EF4-FFF2-40B4-BE49-F238E27FC236}">
                <a16:creationId xmlns:a16="http://schemas.microsoft.com/office/drawing/2014/main" id="{DA539928-3E0A-405C-AF45-AEAEC5C3F07E}"/>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473CC968-A03F-B69E-6694-935217C8465F}"/>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6C5E5BE2-B7E0-F895-E7D6-5CF5AFF315BF}"/>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5F55EA88-77A2-22DB-9537-1127BDD6D14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207865EA-30E7-ADF5-32B0-4556C791DEF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5DA360E2-80CD-0659-1D20-FA4BF176DE75}"/>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0F5C8DF9-2855-4840-4180-AA96CD64E01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D02F5147-129B-FA10-A35F-BC0C892B8503}"/>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3147CDE0-862F-4AD8-1083-E51AC43E60C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1E05523A-7D4C-1BB1-BE76-CAF26E7FA65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27B140E-4842-D53D-A812-A6D31EC8D5A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5BEDFBCE-975B-4DF0-B932-025202383DC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7C2359C0-99C3-06AD-C439-457D75AA80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5905969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9B630-C393-BFFB-1F1D-D6E1C10185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816717-1A40-7DBF-EC5D-38A8F741D0CA}"/>
              </a:ext>
            </a:extLst>
          </p:cNvPr>
          <p:cNvSpPr>
            <a:spLocks noGrp="1"/>
          </p:cNvSpPr>
          <p:nvPr>
            <p:ph sz="half" idx="1"/>
          </p:nvPr>
        </p:nvSpPr>
        <p:spPr/>
        <p:txBody>
          <a:bodyPr>
            <a:normAutofit/>
          </a:bodyPr>
          <a:lstStyle/>
          <a:p>
            <a:r>
              <a:rPr lang="en-US" dirty="0"/>
              <a:t>Reduce. (Last possible 9’s in upper left and lower center blocks. All 9’s in the puzzle are accounted for.)</a:t>
            </a:r>
          </a:p>
        </p:txBody>
      </p:sp>
      <p:pic>
        <p:nvPicPr>
          <p:cNvPr id="4" name="Picture 3" descr="A grid of sudoku puzzle&#10;&#10;Description automatically generated">
            <a:extLst>
              <a:ext uri="{FF2B5EF4-FFF2-40B4-BE49-F238E27FC236}">
                <a16:creationId xmlns:a16="http://schemas.microsoft.com/office/drawing/2014/main" id="{F1619545-82AB-6665-8200-A7D0ECBC65A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600A316-0DC8-E19F-0843-6AFB8887136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5B4C6B-6B77-188A-12FC-FF981C726FB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68CF94-4E91-FFBC-C929-AE6DC56C6DD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8862C1B-5D79-9C38-9A69-6ACB9A82DFD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75BF6F0-2458-3C1F-BE1C-6A2B3170AEA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E4D019C-E2CF-F63D-2084-388E93E5C20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88AB08C-2945-749A-1A43-2217D10CF39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0F98C71-DEE1-0BC5-7705-C0E4FC96850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E070AF9-DE8E-F28B-D231-BD889FF2458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E02E540-89F3-C5D8-0BF9-517903B6A46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3A9C8A1-FC76-E44F-7C4F-4743ADDD790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7A8510A-4920-7509-C639-EDB3C887065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32FCD48-4B73-3220-F305-64E87824774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7FF47F3-B371-4932-389E-D126692C5CB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D91B748-D8C1-35A7-CA22-A1A5E21692E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4485DE2-6583-8636-1781-BBD34FCF58B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90660DF-9937-6811-A2FB-3CCA0516405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A6EB8AF-B1F3-003D-073D-0B58F377511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C5B4602-24AA-B41E-81AF-8797638D142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6A87DD8-D16F-3734-027C-2F4EB0F07AA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17B86EC-BB67-41FB-8367-950D53EEEAB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7709995-AB68-F245-05AA-6BCBBC11189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B590C8-4ABF-0C41-BF5C-1D571F3EA00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B141BB0-EF2F-BC40-7467-2FBFBA11B4F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CDDECC2-78B2-333F-9D5B-459F6FF9DAE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1048B43-3BE6-D07B-65F7-A1E382BDBB1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6F5FB45-E844-AFD6-C3D6-D18D09F9BDD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9BF468D-993B-5F56-1237-930C7CD29A8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CD1F7F2-F311-1AE6-49BD-AE83360EFDC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B03E8A2-87CD-1A5A-221B-E423CE7ADAF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63B16AD-E61F-6786-2CEF-3CC4D620DDC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B4B3B44-2045-B875-0498-8362A1C3D69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A086A7F-48B0-B81D-D38D-90A273D5FCE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9DBF8FE-1034-B067-05AC-5A07BBEBE228}"/>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A595DF4-C191-924E-45DC-22D74B17266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0C8868B-DCCD-5BFA-49FC-94EEF376B54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2BCF48F-D934-31D3-8E66-8566800C84B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400792E-BEA6-6BDE-7C4B-810D4882428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9D199C4B-368E-1929-7B23-25D412B8A91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2B0E65B-7089-F211-DC14-6C4F47A4634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86213EF-B651-ADAF-F0A6-D250930D907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09DA01B-8D09-9F26-0FC4-2103940C3A4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85C33506-8527-FC58-FF81-52AE57B5F49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9F4EBA4A-3E3F-0256-DCBB-9AE8F0314173}"/>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ABC9F945-6B7A-F6A1-B996-568044D6C2F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B912FDB6-C95A-028A-B33A-A2B79DF9E197}"/>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152EB11C-127F-5E5A-103E-5A459921D42E}"/>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9C98D653-96AC-58A7-02BD-CC5501BD1994}"/>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E366207E-97A4-0487-6539-3D632F35C258}"/>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BDA5EEDA-BD93-192E-6C00-55D8576F01B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2B71366-171E-AE9B-CE3F-BD6932D94EF3}"/>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C42C843-FB92-28B7-F615-3A73FCE6CFB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80BA6DA-928B-8C82-0EE0-A200BC7FFCF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93BAC15-D425-995C-613E-493A3EF463D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938F1A13-87EB-DF44-CB8E-FBC109CD568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DC9363F6-318C-BC3C-E464-A663A0B6A51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356C1455-ED3A-8B56-D360-768DC5A5EDE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812945B-A557-E3D5-AEC4-08D25804D176}"/>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31032A75-58F8-74A6-22A2-064BE2F20AD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5D35F40-70E7-CAAF-076A-CEEE4CAF872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6C943273-F78F-2C1F-D06C-AA8B42E47B0D}"/>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FB5C5BC-D056-50A3-59C0-D8494C2D374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F7E3B59-E493-564C-5C76-3C1D9F884E1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97BDC22B-D4E6-68E9-7302-EA1264E05CA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14439BD4-A377-2F32-7061-464104BA125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CEA2F22C-499A-27E5-4694-66FDC88606FC}"/>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B41B26E4-C1CA-EFC3-601F-60782E04BF9B}"/>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FD61C816-E200-9F62-494B-A48568440BE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ABE38C05-3030-5D9A-0C71-E5D19B2C417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A912893C-FA57-E885-B33F-E8A853A361D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9CBE6211-2A99-9B35-74D7-DF789A2388D7}"/>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89" name="TextBox 88">
            <a:extLst>
              <a:ext uri="{FF2B5EF4-FFF2-40B4-BE49-F238E27FC236}">
                <a16:creationId xmlns:a16="http://schemas.microsoft.com/office/drawing/2014/main" id="{531AEEE4-0D2D-EDEE-810A-80771B0E5C66}"/>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90" name="TextBox 89">
            <a:extLst>
              <a:ext uri="{FF2B5EF4-FFF2-40B4-BE49-F238E27FC236}">
                <a16:creationId xmlns:a16="http://schemas.microsoft.com/office/drawing/2014/main" id="{9C501C7A-0F94-5F22-BA9A-EC8C2AA57B5B}"/>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EC081DAE-7311-D837-35CD-4A17111FBDC6}"/>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AF173EAA-5C43-4D14-8CB3-D9F7E9DF273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87C7D470-2C91-54B6-3696-CB968DDBC54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EA7C0A80-844A-178C-1599-BD7456442EA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86689029-CBBF-7DF4-CF1B-BED656A3519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89520920-A043-799D-5BD0-FD4CDF331D1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A43FD5F5-9DD2-4E7D-6F1A-AF0F9448A7F4}"/>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FA7CBE18-AD12-D3DA-63B2-E9A57B992F2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477B0BDD-BEFE-D5B3-A86C-88FAB6FF650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114E4B6-DDB9-35F0-5996-012148A9888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ABC5906D-2F5F-ACBD-4000-CB3B167C220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0B8BA92F-67B7-3ED6-C7C6-D2DD778083F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AE82C9A9-3154-CEDF-7F48-95C043AF74F8}"/>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5376989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D059A-964A-FEEC-4448-C50C759569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F71BAE-FBDD-3C26-238B-E89064CF2499}"/>
              </a:ext>
            </a:extLst>
          </p:cNvPr>
          <p:cNvSpPr>
            <a:spLocks noGrp="1"/>
          </p:cNvSpPr>
          <p:nvPr>
            <p:ph sz="half" idx="1"/>
          </p:nvPr>
        </p:nvSpPr>
        <p:spPr/>
        <p:txBody>
          <a:bodyPr>
            <a:normAutofit/>
          </a:bodyPr>
          <a:lstStyle/>
          <a:p>
            <a:r>
              <a:rPr lang="en-US" dirty="0"/>
              <a:t>Complete upper left block.</a:t>
            </a:r>
          </a:p>
          <a:p>
            <a:r>
              <a:rPr lang="en-US" dirty="0"/>
              <a:t>Then, in upper left block, the 3 is in Row 2.</a:t>
            </a:r>
          </a:p>
        </p:txBody>
      </p:sp>
      <p:pic>
        <p:nvPicPr>
          <p:cNvPr id="4" name="Picture 3" descr="A grid of sudoku puzzle&#10;&#10;Description automatically generated">
            <a:extLst>
              <a:ext uri="{FF2B5EF4-FFF2-40B4-BE49-F238E27FC236}">
                <a16:creationId xmlns:a16="http://schemas.microsoft.com/office/drawing/2014/main" id="{8C825F0E-24BA-04FA-3A9B-142F0DAB1C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FC1A45-95BC-B492-CED9-81C7E8F953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C0510A5-7CBF-3AAA-B227-D84C6E1C1FD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B2F31A-8C6A-194C-3E64-61873341BC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0E0F37E-62E5-C04E-1E0A-CB3C37DF74FD}"/>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EFD0AB3-D9DC-0B8A-F923-609CAB9E066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E4941F3-A01B-7973-8209-450398DE64C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F47E82E-589F-4C68-C927-200CEB01EE9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5F51FD5-5001-5018-3311-DC717267C9C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516E433-3BCB-3BF0-A649-43B99B9B869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07C027F-1B39-7825-0AB1-DFFA069C21D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6857642-35DA-44E1-216C-91238AB25CD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A27D10A-99B2-6852-AAA5-5E6C5378A2E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907C50F-CF2A-1397-E878-877E8B0D58F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2B788DB-20FB-DE44-3987-6C953959991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49FD385-156B-69D8-0553-DB7231C91CFB}"/>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DB873D1-BB8A-7DB3-69C4-83A888AE9F0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16D17B3-432C-EEFA-7056-20399C6823C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03D5719-6C6F-42B2-D6A6-FF8233C2E6A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615A22-0076-8488-901D-91CAD687CB2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E320361-C33D-04A1-4CCE-D71D369FAFA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325069E-2ADE-9DE8-7DE0-0584AA38FA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076B411-36C1-0899-7352-3E69D0ECD53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47433B4-9D80-8063-985C-723C521B4A7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15A66D8-1847-6E11-951B-6175142967F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0D8078E-278B-4E8C-BC56-54A404D1AE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EC6D755-FDF1-D608-B3F1-8EF053F6D8A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CD7511A-E4AC-7DA9-C262-DE5CF0A9107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611CCBC-B6F0-FE82-43B2-E5E16D18593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FFE7A81-16F0-EDF7-3B10-593801A30F4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7D345E8-E86A-514D-E053-2AE3297A89B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082C510-FBCF-5F92-335D-9F6E06C7180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FEC982A-8497-AFA5-8A29-4A2D4B6BBAF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92A4613-D146-158B-E43D-9FD866AC2FF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F895356-AB76-A28E-B49D-268080C47E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E8D05F5-B904-96E5-35F9-676252C0F10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15BE10F-F750-A251-282C-F391AFD2D8B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C127DDB-33AF-AF4E-AAD2-571331B7A8A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4C10C2E-76FC-402E-755D-B321B426D99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EA9CDCB8-E1F6-DE51-A47E-54C09DD7E8D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7781979-B02E-9A97-A0C6-0A3CD4A8AA0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1B375C4-F555-4E47-5548-DF9FB43BFC7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C811AB9-70C2-3CAB-1A0D-E9317FA9DD7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1B6B9F9-5240-4C2C-D0CE-D198BD0C17B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63FCA4A0-2B05-97ED-5E2E-0F3266999C9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9F8177A-8CCC-868C-23C5-EE9A4D5AA43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EB68B9C5-4FCE-32EA-6791-06508958B045}"/>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A534B715-3D10-EF96-CB50-9B0820FB3BA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E962F83A-CC7B-628B-2583-543EA488E42A}"/>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88697D38-AF26-18F7-D0C3-7D16C49EBDE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BE519160-A31B-251D-786E-44F1650D7E3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5B7F299E-920D-1D83-BC35-AC4E42BEE16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A8069BC-169E-200D-E89B-432C5BAE693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F5E09020-FBA9-7DD8-C2CC-9FE8CD0B883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980C246-F090-3809-FACE-FA84CFEB2B6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F3B6F661-00CE-758B-B9A0-6C25ECEA372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F12D8F8-764D-979F-2F5D-35907160BA21}"/>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4A74B8CD-1989-EBCA-3DAC-5330EF2F680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910994B-A7AF-A950-3860-E290754B1C5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D4FFE03F-9585-BDBB-BB6A-E6A9D8F1882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A0FA4DD-CB63-7C40-FBDF-67B22E43F2A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316F41F-0920-28AC-AFD3-72C51BD96F4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D16EEC15-EF91-03CF-9A32-4A0AD6E48DA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E4E7913-EA0B-6C0E-5212-35CFADC05DB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ED4CA34B-47C9-64DF-CE72-6EB77DFA648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A747228-5FCD-B5A1-9E6A-63AE563EDFEA}"/>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2735927A-ED08-2272-564B-938C2DFE1CB4}"/>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6281BCC7-23A3-9F9C-4BE3-A7FD0CC73E5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40BFD210-A7FB-BA0E-DAAF-D0A6978741A8}"/>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DA84C54D-5093-DC31-8C85-C20C6617F5B9}"/>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DEC6201E-2522-C32D-D587-529A0C947327}"/>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F15B6C07-DA14-91AB-0116-000BA9911D07}"/>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10C8227F-F400-AA12-B952-76E3756405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77453C95-1A77-8F48-5B75-3C30DE25A66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C128EBD1-3A27-A620-61E5-B580123740C0}"/>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558F1D54-CBD7-05C7-4238-CC5AA492BC15}"/>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9042BBE9-207D-9AE0-FEDA-FD2C7DC607A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B82861AF-9BC3-24D7-A8D3-09260F49C4C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6788D14C-2D26-5CD0-2CFE-9631D9215946}"/>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98B0FF18-BD17-3839-DB45-3E410F5E949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0A985502-88C6-467D-7516-06833D05639D}"/>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29625B88-DB60-A0DB-5280-504E7E4CE3C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2611C313-A61A-1F94-3AA0-FB14F76770E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5E53B57-9E30-6F99-EE10-113B0AFEE54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FA77CD27-6A44-F89F-1AFE-DBE79D6D8CA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290BE454-7B36-5C09-2FB6-F72014621D8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11A3C8DD-A644-D393-041C-F9ED2BB07BC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AA32E02-25F4-54C8-2F85-E00F2602F0C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6FBC3737-38EC-B88C-6F67-9DE030209B6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Tree>
    <p:extLst>
      <p:ext uri="{BB962C8B-B14F-4D97-AF65-F5344CB8AC3E}">
        <p14:creationId xmlns:p14="http://schemas.microsoft.com/office/powerpoint/2010/main" val="7795935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19C84-D234-A573-D39D-0E8B6FD34A1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39D1A3-BE5F-FBCC-79A5-25238B69C15B}"/>
              </a:ext>
            </a:extLst>
          </p:cNvPr>
          <p:cNvSpPr>
            <a:spLocks noGrp="1"/>
          </p:cNvSpPr>
          <p:nvPr>
            <p:ph sz="half" idx="1"/>
          </p:nvPr>
        </p:nvSpPr>
        <p:spPr/>
        <p:txBody>
          <a:bodyPr>
            <a:normAutofit/>
          </a:bodyPr>
          <a:lstStyle/>
          <a:p>
            <a:r>
              <a:rPr lang="en-US" dirty="0"/>
              <a:t>Complete Column 1.</a:t>
            </a:r>
          </a:p>
          <a:p>
            <a:r>
              <a:rPr lang="en-US" dirty="0"/>
              <a:t>Then, complete Row 5.</a:t>
            </a:r>
          </a:p>
        </p:txBody>
      </p:sp>
      <p:pic>
        <p:nvPicPr>
          <p:cNvPr id="4" name="Picture 3" descr="A grid of sudoku puzzle&#10;&#10;Description automatically generated">
            <a:extLst>
              <a:ext uri="{FF2B5EF4-FFF2-40B4-BE49-F238E27FC236}">
                <a16:creationId xmlns:a16="http://schemas.microsoft.com/office/drawing/2014/main" id="{93AAE78B-D49B-31F0-56E3-B736B72924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41054E-E442-933C-EF42-7D3D57D2A4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D50B3D-7FF3-4F2C-F89D-335C7DDB94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62C634-1EAA-2170-DA74-032DCFCA961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63AA8A-B660-BB80-BAAC-990B217363F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0BC0C5C-8903-C7E8-9FAB-B88AFED2580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6B4C1B5-D936-0565-E9D6-D52EB5CD39F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B450622-F0FC-FF1D-4FCA-7F2251BD0B5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C09A018-0919-6ACC-1F13-DD582AE3B1B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F01E40F-361A-3628-6B66-662A1931E36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CCF0EE7-B424-EE5B-5478-8523FE75456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E090D02-9C40-3B7C-0CD1-2F798B7B10B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28BD813-A088-11E9-3708-A51204862D0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FA28193-86A9-9AD5-15D5-03917EC821F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E2263FE-F2EB-9D66-38BC-61D6630E365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BD49B7F-222C-9B8C-8BAB-1EA7FC30FEC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2039035-24C2-63C0-FE8E-8075C7013C8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776A9C6-857A-BBC1-A738-B9F12DA3495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50E9C81-0A3B-07FB-32C8-49D85412082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512AB80-6A24-C87A-0E4C-5886618AC16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8F41F82-89B2-47CD-EC59-5058509E048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1AFB3BD-24C2-1A76-7A01-2F9CAC34B5E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E398462-F7E0-A429-F39D-C05B82C6C3A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825D718-EEF0-0E31-91F9-9D9F82FF950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2911F73-5C72-A7C9-44DD-8D7D2037D69E}"/>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4B12B30-D0B9-03A1-3D04-59EFA819193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AAD62B3-6DEF-1F16-A7EF-D3C11454BE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4AF32B-BA16-9F79-2ED9-ABEC5EEE299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AF3BB39-8F2B-CDEA-83B6-85D4081C524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B0D392E-B8AB-D43D-F503-8D41D32E1AB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6B9C3B8-BD41-B1A2-6583-1D35138EEC5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E691941-183B-C9E8-29FD-C7860091720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C2EE57D-6E3F-87BD-8B66-7B1DE0866F2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586084E-1E75-8BED-B9D6-4AB6244A359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733BB5-B5DA-61B1-EA2F-8CA35489D83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CEAAD57-C3DC-97FD-3614-C2BCCF9378D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FB736EE-345D-D3F4-3088-AAD880D3121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0A00E93-110B-B2A2-A241-C21DFD89359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779AF5F-C789-7AA1-1762-48BE4169908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7F60F7A-F42B-A81A-DFF5-547D68613C4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BF1CDA8-0018-C8B1-8A54-B6137E6A27C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87F7757-733F-0996-0749-321C753402B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AE52242-68C2-F5B3-6AA9-FF805B55AC1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1B7AAFB-BC2C-828A-5B5C-70350DD67E14}"/>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E9F2548-F91F-F31E-2AA6-994AB024FAC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99912507-2011-7882-9180-1CE7DB12834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20C7751C-7CFB-6F08-14A1-502D648D0E42}"/>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C721537D-C399-CA27-88CD-E80A1B2B68D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2259D8A-7150-AF9C-C9C1-D4348F62DE95}"/>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37C6FA09-B64F-DFC8-3A44-B374926A49FE}"/>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6EC9AFAF-B109-6AC5-2B78-4409F4E9372E}"/>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DA885A1B-8E88-60AC-D849-FDCE72246AD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37469AC-A269-4A41-40D0-36E5E8A4643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B6BE530-C0E4-5BEB-DDAF-263E86D6B66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EA6DAD10-7FB0-1B2D-D0C6-F80395D9519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C8C408EE-FE27-7C99-47B0-D19D190C6D3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0DDE8E3C-BCA7-FB7E-42B8-A15846A908C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8C58CAC-8122-516E-ECA4-A3008768AB5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28EE6BB-5D33-0F73-6CF7-E81D740D404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3E13C192-08AD-988D-5D46-9C639FC3222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42D0E29-D1FB-B54D-876F-407364A45F4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F21C0097-9A5E-204C-C148-7645A642064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86A02BD2-5024-CD75-5481-277A2066C17A}"/>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818F1A7-0CE3-51E9-C37A-31161C103CE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E4E3561B-F4B4-08ED-0F36-9E905087D956}"/>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6EDA725-D846-13C1-5F43-C7EAA5A0872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86115780-3C1E-CB62-77B3-3F828BEEE34F}"/>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FB60CE83-344A-4F78-BB80-A7592F937AF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777CD184-F8D9-A4C2-8057-8A2CE7A18E5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3DE72551-083C-02CA-47AC-691D3F751F00}"/>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7CFDD187-4B0F-3D02-4373-8A65DCBCC5EF}"/>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F2E9D532-6F0D-933E-F22C-2CCC49A2ECAB}"/>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2559C536-41C7-64DF-4CA4-AF3B665F6283}"/>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D8383C72-FAE6-7D84-6F03-F01F80E83B5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C754671C-17B9-1DEC-E6DF-E07143F5E22C}"/>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0D1F70D2-2E10-31A5-3DA5-CDE1A4F66CE7}"/>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324EEE6D-7FB3-7287-A45A-D56F3115591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0F06174B-513B-F19C-8005-970ED5F3946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0B90A6E6-C739-237C-ABC0-C5CFA55D96AC}"/>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693E2C41-1A2D-EEB9-BA7A-5D812FB483D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6D21783D-43C0-CDA4-5DDF-8EEC9918914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EBAD84EF-0C28-2FEF-DBD8-3E8C3E2EF3C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50331E87-AAA7-0504-45F2-5688B7C8E4E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8EB51C0-42CB-F599-62E4-26FF916884A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8C362706-3E83-3D82-68FD-67D1E68766A6}"/>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3B96CB45-FCD0-E023-E3CD-1220C8F9D3F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1F463626-4EB5-C2F2-B62B-367784938AF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D1C8801-7A07-164A-9C68-026B28A5533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30B17EA8-EBBE-728F-13FA-50FE90D07507}"/>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00E90E5F-558C-3899-C2FE-362935AA4FA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BC50B2B7-BCBF-CDFC-4220-86027EB3847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77" name="TextBox 76">
            <a:extLst>
              <a:ext uri="{FF2B5EF4-FFF2-40B4-BE49-F238E27FC236}">
                <a16:creationId xmlns:a16="http://schemas.microsoft.com/office/drawing/2014/main" id="{8C16F12F-2170-DFF2-83B2-640427C2AB5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10C1621A-D6DE-9289-476D-C51FAFB4050B}"/>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D029502E-6319-FFB7-9E0E-1BBA57663AEC}"/>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Tree>
    <p:extLst>
      <p:ext uri="{BB962C8B-B14F-4D97-AF65-F5344CB8AC3E}">
        <p14:creationId xmlns:p14="http://schemas.microsoft.com/office/powerpoint/2010/main" val="2733804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82FF3-7AB9-7135-573D-BC8ED35C73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89A5DF-4BCF-8277-1E3F-844E8FEE49FA}"/>
              </a:ext>
            </a:extLst>
          </p:cNvPr>
          <p:cNvSpPr>
            <a:spLocks noGrp="1"/>
          </p:cNvSpPr>
          <p:nvPr>
            <p:ph sz="half" idx="1"/>
          </p:nvPr>
        </p:nvSpPr>
        <p:spPr/>
        <p:txBody>
          <a:bodyPr>
            <a:normAutofit/>
          </a:bodyPr>
          <a:lstStyle/>
          <a:p>
            <a:r>
              <a:rPr lang="en-US" dirty="0"/>
              <a:t>Complete Row 9.</a:t>
            </a:r>
          </a:p>
        </p:txBody>
      </p:sp>
      <p:pic>
        <p:nvPicPr>
          <p:cNvPr id="4" name="Picture 3" descr="A grid of sudoku puzzle&#10;&#10;Description automatically generated">
            <a:extLst>
              <a:ext uri="{FF2B5EF4-FFF2-40B4-BE49-F238E27FC236}">
                <a16:creationId xmlns:a16="http://schemas.microsoft.com/office/drawing/2014/main" id="{95BD9EB1-E458-BC01-88E2-C12898DB96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036AAB-9DAA-122D-4968-38C0BF0B90C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90FA05-AAF7-BECA-DF80-E3813F2E26B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7EFE466-B6BE-8074-E033-888E3EAC21E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47A841-F464-F6E9-9715-B099856C621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2482531-2ACE-D070-F9A5-55C72D3095B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880D99B-21D2-E095-3366-169E87ED22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A22F59C-8AF6-95F0-5357-21D06916E60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EAAB571-F6FA-98B4-CA8E-B81BE145E4C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9C34FDC-AF1C-F94C-32BE-56B9164731D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41BDD8D-4CFC-A388-8C42-2577631F42B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904E1CA-3A1A-A508-6CF3-39DC237AF77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D1C593E1-EF87-C8B4-9C1A-377C26386B4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9430DBA-D608-BE39-9BE8-CD53AF70340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CE06A7F-E5D8-EE7A-2C30-9FAB0E1EBCD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778E31F-D060-4BCB-F5F2-A768F55289A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D191F52-E6CE-4F54-87F7-B6162F7428B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A4759F7-8A14-2D86-8882-1B1C7CF740F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57C6213-831C-4EF3-B9E8-86BF6A6D926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0DE17CB-D0AD-BAD3-A620-D8D1A764A45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1517E15-3CD8-BC1A-E153-D11B3674512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252729F-0564-AE16-9A4B-5D12B01D302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4D16C28-0CA3-02EA-434C-3922BF17B77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950F44B-121E-3399-A81A-655B5BB9B3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60C4467-8AB2-C8A3-2FA8-53764555049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8BB98F-32BC-E3E0-3CCE-F87DD6DD201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FEB8F0E-E088-1476-9DE6-8A2EB6A2B56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DF954A6-8442-0E91-B64B-F0B2C11FEF7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361E568-C9F5-E918-CA3B-2BD3F054A04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720B8C6-18AC-2BC8-0A72-7A06E625E6B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73B2DC0-920B-A289-18B9-B93D646E14E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5287286-6285-157B-6796-E687569907C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520EAB0B-3B60-73F2-670D-FE8F6865587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13395D8-CCD0-D9C5-4D81-D22EC078DC6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692D20F-6A83-EE35-3C28-667B189B80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ECA138B-60EB-C7AA-5D8D-AA68AFCCAF9A}"/>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6BBC381-A846-0285-04FF-A3A56E27AEB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B5B8888-B21C-D0CE-2CC3-2FE212F7AEB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A181607-8C3B-B1BD-FD6A-1D7944918EA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D12F59B-9E52-AB90-4445-1A45F3F2ABB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692636C-340A-6777-AFFF-BC08584BD99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5DCEB9B-CCC8-8349-59E6-2615D69C494D}"/>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19496F8-1830-5EE3-D2E7-F113293C6A6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0E5CE739-8FAD-30E6-AC14-60D94A393158}"/>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7F068706-378D-1583-A786-C822DED819E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689C1B7-0447-AEC7-70E0-F27350DFFC4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45912CD8-1F13-89B9-3DBC-46C6D6255F80}"/>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1D0CC08F-9389-26EC-5AA5-179F91AB3183}"/>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15F6A6AE-2EB9-B7E4-0EC8-FBE659565EB9}"/>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76F8F209-54B0-C966-B072-896FC643182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8237CD9A-0016-6654-D5ED-9D118DCF53B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2A92780-6DC4-20CF-EE6B-9CE5A49F799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A86373B-909E-E247-8274-7B6209D845BF}"/>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7F5229C2-0D9C-2885-E9CF-1AAEF8F3D4D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92D8493-67F1-502D-75AD-240FA9E158A2}"/>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3366276-32BB-56FF-1AC9-A27E1F37DF4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0F750E5-5BE1-3FFB-02C9-E48ED9EE5A7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ED064610-8176-2646-CF3C-EA8EAB9BD56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11882D0F-154E-175A-6428-FF937E5B505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C1EC11A3-C639-8CF4-2255-D6CD6274E99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D57B103-011D-6F1E-8043-239967C3F87D}"/>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2AB0598F-4670-ED4C-1190-1BCFC3DAE7C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F7B53AB8-8721-B046-828D-A732BEAB9BC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CFD92AF-3613-0EA7-92E7-120690E554A6}"/>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E6102E0-2721-6AC5-C9D2-3F9756D5979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7663A8D-E864-CDA5-4C0A-9B2E41B38D4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4AECE6BE-E94A-E7DD-071F-5ADD69390C16}"/>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C82147B2-3A52-35A1-86B1-81EE6D7FFAB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A94723BB-AA8E-566A-F4E0-FEC8E76DD6F1}"/>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AF1096B0-A3DF-81C8-72C1-171A6B87B548}"/>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14250B25-4B9C-570F-36FA-5883497B4CFE}"/>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4C2B701D-2DD4-DF56-6CBE-F4F2B263723A}"/>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C6F333A5-4AA5-BB4C-D4E9-E83CFD8F6385}"/>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DFF1472E-9D27-F69B-59F8-7D6927C03117}"/>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106EACAC-6FEC-6996-200B-93C494C152AD}"/>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C4E50411-D457-6A27-D717-F92EB3F98B4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47FE52F8-CAC7-7784-3D68-73525BC6C49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1124C4E5-AE84-CBA5-5805-04541805DBD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B9814377-5D57-1275-2C0F-3D99D67544B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B93D7650-656C-A8B8-97E0-49D47931D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BC29B25E-4342-B408-BB2F-B883F8725E5D}"/>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18676A6B-7D47-16D9-83E8-941C8124D7B7}"/>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F0E2E7DC-02DF-DB89-6DFC-A4AED8DAB6D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771BAC-B559-F47C-E657-62C47F7B24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B2299113-6DE7-DC1E-8301-3F1D4F29B3F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58EE7EEA-6359-5827-AECA-A1A25A871D3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9CCAB760-CB91-D5BE-3839-E737F13A2CD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C5C5C412-55FE-667B-6698-C604B8ED897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C8430512-BF1E-B8F9-1195-0D5BAFED1F3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A918A6B0-074D-659C-1CE3-9EA73F6DA03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14A502D0-D25C-D868-9E12-BA37CFC434F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77" name="TextBox 76">
            <a:extLst>
              <a:ext uri="{FF2B5EF4-FFF2-40B4-BE49-F238E27FC236}">
                <a16:creationId xmlns:a16="http://schemas.microsoft.com/office/drawing/2014/main" id="{0C3016FE-12F2-56ED-8D58-26E8C4A7B27F}"/>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354DFE91-F9EE-752B-7031-1283C2BA8ED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C1F0953A-B9D7-1D41-AD32-5DE86C4D4E2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7" name="TextBox 86">
            <a:extLst>
              <a:ext uri="{FF2B5EF4-FFF2-40B4-BE49-F238E27FC236}">
                <a16:creationId xmlns:a16="http://schemas.microsoft.com/office/drawing/2014/main" id="{794D1F9A-D4DE-7716-0973-91812D16ACED}"/>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B76C1EED-1ECC-6A1A-787A-BC9CCAAC71F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5AF25DA2-F39D-91D2-70A8-A99C4DFC4B8E}"/>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100" name="TextBox 99">
            <a:extLst>
              <a:ext uri="{FF2B5EF4-FFF2-40B4-BE49-F238E27FC236}">
                <a16:creationId xmlns:a16="http://schemas.microsoft.com/office/drawing/2014/main" id="{E2A9B2D6-6ED4-D5EC-CD1E-C46DC0ACB52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8231155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C39E8-0BF8-C457-87F2-C2F42DC045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D0CA542-C824-CBED-0C1F-76A45021E8D0}"/>
              </a:ext>
            </a:extLst>
          </p:cNvPr>
          <p:cNvSpPr>
            <a:spLocks noGrp="1"/>
          </p:cNvSpPr>
          <p:nvPr>
            <p:ph sz="half" idx="1"/>
          </p:nvPr>
        </p:nvSpPr>
        <p:spPr/>
        <p:txBody>
          <a:bodyPr>
            <a:normAutofit/>
          </a:bodyPr>
          <a:lstStyle/>
          <a:p>
            <a:r>
              <a:rPr lang="en-US" dirty="0"/>
              <a:t>There are two possible placements of 8 in Column 3. Each hits one of the orange cells, but its effect would be on both.</a:t>
            </a:r>
          </a:p>
        </p:txBody>
      </p:sp>
      <p:pic>
        <p:nvPicPr>
          <p:cNvPr id="4" name="Picture 3" descr="A grid of sudoku puzzle&#10;&#10;Description automatically generated">
            <a:extLst>
              <a:ext uri="{FF2B5EF4-FFF2-40B4-BE49-F238E27FC236}">
                <a16:creationId xmlns:a16="http://schemas.microsoft.com/office/drawing/2014/main" id="{E0A8CCDE-3E90-FC05-BD42-2EE2CE923F1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84B2E1-E22E-DBEB-AC97-DEF09618B3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803957-6E77-3A27-AD32-15CACA2A0A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927E69-6578-307D-5148-1A6DC117CC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044FBEE-7DF8-5221-7588-F9DBF0B6744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E87146F-D852-0466-C4BB-7C12BD089BC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B363FE9-3A10-3691-BF4E-3DF7A8CFA50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1DD26D2-BAF1-82B4-EBD9-DACBDD07CD7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B1A502C-9387-35CA-8026-98B46BC8B7D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1816A74-2195-6034-7D10-E2841031D01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6BD1EAC-D0A7-F3EA-5BBE-C653ED55A45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07C113C-281D-31C3-07DD-B8EBFA941A9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632796E-C4B0-3B62-DDD9-C6433F5AC2F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0053DFA-A39C-CC3B-5165-52A5E06AF1C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4B86DFF-477F-7924-173D-CDB7AC98437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DC1549C-F1C0-ADCA-CC69-85C10AABD97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4B09450-2605-5C32-0F1B-066A6B3F952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F1EB02B-5AAE-1312-B47F-681BFC367E2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3E4A8F3-CF17-EC2F-2702-9F5DA37B9F9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0AED1DB-FB5E-E5AE-C8A6-44C773EC2EB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08BBE55-0143-56C0-3643-FC255F5BD01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EC41DB9-E0A3-4C6B-B0FD-2D4E09EAB34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1CBA67D-0E09-0304-48E2-157A727CED2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1CD5CEB-D7CD-9245-B277-C8DA3785936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7D28303-101A-D8FE-26E7-5FEE53A6882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41B2E9D-E589-AD97-75FB-412E51165EB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43E359D-2299-8123-BED5-E948E16ED4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EA7EB795-515E-87BC-5632-D946E88BDF3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2C8F6B1-FAFD-7CA7-A7BE-0D44E3ECEC6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B7014A9-CFF1-6DA5-997F-B6ECD1FBC73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2337595F-3497-EBC5-8B59-F0D91A318C1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6260D22-1352-03B9-7325-5ABE2DA69F6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0B4E88A-A933-7020-D594-E9A772B7A8A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31BB5A0-35D2-038C-0237-9D146EF4ABF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1BE19CC-B30B-4C3C-B57E-A4E63518875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7234AB8-FF01-6CDF-E3FA-8F943BD95A7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7BAB4C5-0CB1-65E0-C183-A6D229C302B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238FA46-E362-70AE-8A07-5FC91FD4E0E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87A0C3A-BBD1-D001-3E1D-5CB028B75EB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1C9AC509-5E01-BF45-E36B-AC070AE62CFD}"/>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3501B87-1941-B69D-EBD8-BDB08FCA2A9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1ABE812-C7A8-8F75-54EF-7037C3A25EA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D159D2A-D2B8-65CB-F197-24D9BB94F14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76DF85D5-DC00-4D93-EE84-05C85F3BAB0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2BDEB7AE-7A9E-57C1-16B2-038968E4C5B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511161B0-C9EA-5DBE-203D-BA3F5067882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36F44E7A-D2BA-C552-831B-A8D7B90F4807}"/>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E9A51AD3-35AF-8DAA-6D01-84902E1A1883}"/>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EE864055-7D6C-D41B-1B81-B02C92B9592A}"/>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159DD3EC-6765-0E83-C621-7E82FB4B98A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12C061AD-57FF-AFFD-D97B-945037B60E9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1472910C-45B0-0D50-A7C7-5CC507D7FCF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6F1E301-3933-B0F3-36F3-3444CD251BE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48FF30B-6888-27EA-710B-D2D0FC4D9F5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0995BD2C-86EC-FD17-ECCD-04AB70BE88A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AE471F0F-B9A2-28CB-0625-C3941353BFB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574BA61-9EBF-6727-8AF3-CB262E9D15A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0A64CE27-C431-174C-DDE0-784D658DC22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18E04848-D335-17A2-4C8F-D814ECC17DDE}"/>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FBA810B9-62A2-459F-5355-7FC994CD124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62785C8-E830-C91B-9263-AB038B60E8BD}"/>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A546EAF8-8D27-C823-4E56-991ECADB749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AB02129-7EE4-6171-0149-99560CA7BD46}"/>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4EF097F-E356-6C50-D268-6542CF96CE9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a:t>
            </a:r>
          </a:p>
        </p:txBody>
      </p:sp>
      <p:sp>
        <p:nvSpPr>
          <p:cNvPr id="78" name="TextBox 77">
            <a:extLst>
              <a:ext uri="{FF2B5EF4-FFF2-40B4-BE49-F238E27FC236}">
                <a16:creationId xmlns:a16="http://schemas.microsoft.com/office/drawing/2014/main" id="{1E094412-F00E-C5FB-4500-6E3D6549553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a:t>
            </a:r>
          </a:p>
        </p:txBody>
      </p:sp>
      <p:sp>
        <p:nvSpPr>
          <p:cNvPr id="79" name="TextBox 78">
            <a:extLst>
              <a:ext uri="{FF2B5EF4-FFF2-40B4-BE49-F238E27FC236}">
                <a16:creationId xmlns:a16="http://schemas.microsoft.com/office/drawing/2014/main" id="{36803074-957F-0104-141A-7AA813B59AF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DE75A2BC-C7B1-D4F6-8FE9-6310DBFDB3F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A31E9D35-0221-B965-C309-BBEC25472C8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F409A3A2-A7A9-3478-F862-A63C8760433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C42D180F-7365-44CD-F920-116746D0AB5F}"/>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28D0E032-EDF4-569C-FFB6-7C2C548213A8}"/>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29F7A52A-3005-4E21-4AFE-596BB6E096EB}"/>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D06820BB-902D-44F9-5D29-E0180C209B6F}"/>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8EC885B3-15C2-4995-273D-DF48C442BB19}"/>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91" name="TextBox 90">
            <a:extLst>
              <a:ext uri="{FF2B5EF4-FFF2-40B4-BE49-F238E27FC236}">
                <a16:creationId xmlns:a16="http://schemas.microsoft.com/office/drawing/2014/main" id="{F50CD9A6-7E6C-F2D3-35B5-A9D69F9F939C}"/>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92" name="TextBox 91">
            <a:extLst>
              <a:ext uri="{FF2B5EF4-FFF2-40B4-BE49-F238E27FC236}">
                <a16:creationId xmlns:a16="http://schemas.microsoft.com/office/drawing/2014/main" id="{1B8CC6E0-76F7-81C8-796C-3A6C0E89274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C4DBA295-F7BE-AB49-4042-070088431B7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D93B0282-6F0C-CC46-EBE8-5DB390FEE75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96" name="TextBox 95">
            <a:extLst>
              <a:ext uri="{FF2B5EF4-FFF2-40B4-BE49-F238E27FC236}">
                <a16:creationId xmlns:a16="http://schemas.microsoft.com/office/drawing/2014/main" id="{C1C7E354-01AB-70FB-2A18-AE542BD05DC9}"/>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9B2C83BA-CAC0-26B0-F3A7-9359226A271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0A505249-426D-3F54-043F-A5CFE1FEA1D0}"/>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3156B12D-F75D-683C-E834-CDC23326E21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3427D252-521B-5C41-4323-45DAE8F512A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C3C5EC7-B22D-9E04-77A0-14191290F56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454EB658-14E5-AFF4-67A4-B55DAB395A1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8A25E772-98DA-00E9-1E9A-6C12CFD1C06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B71BBE42-3782-9F48-771D-EBB76C1CED5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511092A-56FE-3388-5B7C-D77B77C26DB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20C8E6B7-60BB-196C-7489-C8636DC9694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C1B11413-B510-7758-891A-40563EE0DF6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ACC6D41F-3494-0B6C-FF73-E4D3917241F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77" name="TextBox 76">
            <a:extLst>
              <a:ext uri="{FF2B5EF4-FFF2-40B4-BE49-F238E27FC236}">
                <a16:creationId xmlns:a16="http://schemas.microsoft.com/office/drawing/2014/main" id="{56B1ADFA-408D-45C1-CCA8-A560501EB7AB}"/>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F27C633E-CFBE-2905-3EDC-2A381489DAD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EECCBBB2-396E-EF86-B21F-E37789710D0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7" name="TextBox 86">
            <a:extLst>
              <a:ext uri="{FF2B5EF4-FFF2-40B4-BE49-F238E27FC236}">
                <a16:creationId xmlns:a16="http://schemas.microsoft.com/office/drawing/2014/main" id="{13937A3A-4653-9105-0E2D-2969891E56DA}"/>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9E93B086-69D6-C28A-7233-B7340E4AAEF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4B977385-3EFA-A886-4663-1009D66F0968}"/>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100" name="TextBox 99">
            <a:extLst>
              <a:ext uri="{FF2B5EF4-FFF2-40B4-BE49-F238E27FC236}">
                <a16:creationId xmlns:a16="http://schemas.microsoft.com/office/drawing/2014/main" id="{138E828E-80CC-547A-C411-9748EADB69A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30752101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4248D-E647-1E63-4377-CF99D1E2F8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2B70EA-2CDF-9009-9C52-2CF6B6806892}"/>
              </a:ext>
            </a:extLst>
          </p:cNvPr>
          <p:cNvSpPr>
            <a:spLocks noGrp="1"/>
          </p:cNvSpPr>
          <p:nvPr>
            <p:ph sz="half" idx="1"/>
          </p:nvPr>
        </p:nvSpPr>
        <p:spPr/>
        <p:txBody>
          <a:bodyPr>
            <a:normAutofit/>
          </a:bodyPr>
          <a:lstStyle/>
          <a:p>
            <a:r>
              <a:rPr lang="en-US" dirty="0"/>
              <a:t>In the upper right block, the 6 is in Row 3.</a:t>
            </a:r>
          </a:p>
          <a:p>
            <a:r>
              <a:rPr lang="en-US" dirty="0"/>
              <a:t>Then, in the lower left block, the 6 is in Row 7.</a:t>
            </a:r>
          </a:p>
        </p:txBody>
      </p:sp>
      <p:pic>
        <p:nvPicPr>
          <p:cNvPr id="4" name="Picture 3" descr="A grid of sudoku puzzle&#10;&#10;Description automatically generated">
            <a:extLst>
              <a:ext uri="{FF2B5EF4-FFF2-40B4-BE49-F238E27FC236}">
                <a16:creationId xmlns:a16="http://schemas.microsoft.com/office/drawing/2014/main" id="{BA4D38AD-08BC-6BF9-112D-700318D0D35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38F796B-3DF2-2582-C369-F8AFA6B1C4D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DEFDF6-8EE2-7A99-079F-E7061080B3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E98F17-C1D6-AF57-D538-05F91A848D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3E0FA3-A28D-359E-AE39-F5E5D8B9569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B9B742-F188-10D5-A6C7-B6D9BC1F17D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5A38207-A003-0D03-9E83-57C0272A190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B0B0E5D-C72C-F4F0-0AEE-004CE56B3FC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CD545B5-3B72-CBB1-A81A-5989195F410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D63B996-6ABB-2ADA-6EB3-D953DCEA827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B917E966-1C65-D51B-58D5-CE248080195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C38B21B-825A-8057-7C0C-1578B4D126B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6C83FA4-3102-B213-3CD5-1DC4670DE95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589CAD2-F2EB-9FFD-33CD-5DBA2C20E25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4FB0B110-A11B-8A25-CA39-11C4E7489C6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F2CE7E4-CD2F-930C-92B3-EF3DDA946FA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D1D9420-9EB8-0E23-61EC-3BFF64F910EA}"/>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78F8F0D-C4FA-CA63-EFE6-4148D4107A4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7D6E0C0-DB53-3ADA-2890-9AA8A370D0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53300066-9194-D099-D556-9C86D8495C1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7646A7B-3CB1-3097-8764-C540F5CAFCB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B396BB2-F338-C357-B487-1A57190C9AA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DF1E81A-B50E-98EA-AE59-EB05C0D1EE8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F4A2AE4-97F3-3EF8-5241-97DC813D6E4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BEBF7F4-A4E3-45CA-FB04-7956B9BBFC2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47F28B1-94D8-8D67-440D-459144FE3C3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7E05021-373F-E9C4-B1E2-2EB6D73C42FD}"/>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3CCD3C2-44D4-9598-7F26-58ED7A9B04F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0AA7257-0F9E-8EF9-9FCA-42E771ACED2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616F9CB-20A3-49D7-7627-CA12BDCE8AE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875A7C5-1A86-28F7-5FF1-1E2367F5793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BDF460C-D91C-3181-64B9-E888D1D0D16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8D8A57A-DC0E-1C7D-1B65-688B38A0ED8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9B549AC-80F5-E1E9-37F4-09354A7A918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7C73AF2-510C-748C-5641-2B8E93CCE91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1638688-0F99-5AE5-9ADC-825DD9ABBA3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6D2932E-9B1C-9441-26A0-FFB3608BAD1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425FC69-8980-159E-A870-AF9D7E37B1A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B9006C2-652C-114D-647A-33200A3CB48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BA0DC4E2-E666-53C9-0DF2-21C23351AEF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7467581-494C-7A97-8405-3DA6D42003A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6A676C5-3155-C673-9944-517C2B8C446D}"/>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269A7B4-5144-CE70-61FF-EEB9EB2F47E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F546B9E-33E2-A894-CD31-94CE99BE8DA8}"/>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8A87C35D-DA5D-B630-CF99-B353E8D6DE3A}"/>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D3F19AF-CF20-F8BF-24FA-DB13F404D9D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854A88E9-B0B7-349A-E897-137CE371A368}"/>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D9F6C1DB-E0C3-0DD4-A76D-95F27EEB5DDE}"/>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2E86E80-C128-9E67-A7C8-D7FECAEFDB92}"/>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F01794BE-97E6-90C4-A100-3D1CEB9FE670}"/>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18C4BAA7-45EE-73EF-11D6-6C45E811210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A144998A-97DB-DF9E-38BB-17483135049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AB94AA1-0C49-19F9-C1E6-3FECE877E23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8125E50-CD98-6B93-5BA8-436687FC0AD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F07C5570-0755-2179-48CD-EDA7E7E50D9E}"/>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9115516-8B4A-65E6-58D0-18B92FE0C649}"/>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8E6F1E4E-2573-55C5-4ACB-626E7271498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0DA39D67-1901-A9EE-8E76-8184EAB6E8E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DDC381AC-4D6A-BEB3-891D-27EDFAE0434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31A8718-774F-ECCF-5182-1463A9685CE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B730D54-50D7-311A-B6DB-BE4DB082422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FF13D9A7-FD36-83B0-A10E-BAB9C480EC5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9B431DE3-0F6F-512F-699D-D445994CA3B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2EA09D9-3815-CB0C-032E-AE03AC3FBF3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a:t>
            </a:r>
          </a:p>
        </p:txBody>
      </p:sp>
      <p:sp>
        <p:nvSpPr>
          <p:cNvPr id="78" name="TextBox 77">
            <a:extLst>
              <a:ext uri="{FF2B5EF4-FFF2-40B4-BE49-F238E27FC236}">
                <a16:creationId xmlns:a16="http://schemas.microsoft.com/office/drawing/2014/main" id="{14AC2F1C-221D-5E1F-4F6C-F27DC9E9990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a:t>
            </a:r>
          </a:p>
        </p:txBody>
      </p:sp>
      <p:sp>
        <p:nvSpPr>
          <p:cNvPr id="79" name="TextBox 78">
            <a:extLst>
              <a:ext uri="{FF2B5EF4-FFF2-40B4-BE49-F238E27FC236}">
                <a16:creationId xmlns:a16="http://schemas.microsoft.com/office/drawing/2014/main" id="{0373E69D-3D9F-C0FB-4DCC-8F2EC271B8E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6B8E8EF7-3B6B-43AB-AE2B-5EC0AE2653B8}"/>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12E92661-849E-FF3E-EEC1-008E5AFF381E}"/>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7A81738A-4815-B7CA-408E-68EF828B8A40}"/>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C32BF707-3E0C-F1A7-0DD9-AA8A8475BF56}"/>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95B9FFFC-CCA7-9B6F-4408-E123A9E15171}"/>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982AF98B-4BBB-E9C4-53A3-6BB45BABB1DB}"/>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2C0DAB30-11AA-8E61-8391-A654E0CBDEE9}"/>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27BC50B2-AE80-B6FD-688F-62789CA98E2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91" name="TextBox 90">
            <a:extLst>
              <a:ext uri="{FF2B5EF4-FFF2-40B4-BE49-F238E27FC236}">
                <a16:creationId xmlns:a16="http://schemas.microsoft.com/office/drawing/2014/main" id="{C8ECBC30-924B-46A9-41B5-99224B0CF250}"/>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92" name="TextBox 91">
            <a:extLst>
              <a:ext uri="{FF2B5EF4-FFF2-40B4-BE49-F238E27FC236}">
                <a16:creationId xmlns:a16="http://schemas.microsoft.com/office/drawing/2014/main" id="{D35E6C2C-0AC4-6C06-92CB-8A244CB34DD1}"/>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DE6F99B8-B35C-743B-358E-270B8251154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0BF3ADC0-E50B-8C1F-1ADC-83E1ED9C99C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96" name="TextBox 95">
            <a:extLst>
              <a:ext uri="{FF2B5EF4-FFF2-40B4-BE49-F238E27FC236}">
                <a16:creationId xmlns:a16="http://schemas.microsoft.com/office/drawing/2014/main" id="{88753DE7-1927-EFCF-0886-CC825A8A0E49}"/>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F64FB9D5-6E3D-48FB-8AEE-448876C814F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ED9ABCE2-9A65-A503-CC44-40F6E3FA48FC}"/>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8CEC7DFD-8FD0-ACFA-4E9D-C65CDBCB38D1}"/>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6A31DF6B-5A5C-9387-A55C-A2D76E25D4E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A7C2B06-652C-8CA5-6A9E-B02D5B2DD98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C3F60DD7-C282-1B04-586D-C70E3EF6DE0F}"/>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B6FCD345-5176-5E5E-BFAD-C24BC1AFA76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8B87E503-CC1F-FB4E-9D13-B855C88D757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A5DBC1ED-DC1D-CF96-02B6-960D136E86C4}"/>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72C7900F-8B6F-6846-A6E8-9E0B320ED49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4418E9DC-07A4-9992-0BB4-2DF51446445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45D2C191-758A-2642-10A5-355D3A8F6E8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77" name="TextBox 76">
            <a:extLst>
              <a:ext uri="{FF2B5EF4-FFF2-40B4-BE49-F238E27FC236}">
                <a16:creationId xmlns:a16="http://schemas.microsoft.com/office/drawing/2014/main" id="{17C6895F-E032-9F40-8CAF-483546B3E25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2F759CF4-3F90-91E6-57F1-4D430813946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4598BBBC-727D-72E5-E9C9-1FE5F0E4597D}"/>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7" name="TextBox 86">
            <a:extLst>
              <a:ext uri="{FF2B5EF4-FFF2-40B4-BE49-F238E27FC236}">
                <a16:creationId xmlns:a16="http://schemas.microsoft.com/office/drawing/2014/main" id="{D74AC728-0D8C-1801-DE6F-0A772FAB27D1}"/>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9FFA1223-C770-2018-B701-838EEB18EF1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37D2C722-28D6-3FE6-12FA-AB9A61083F98}"/>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100" name="TextBox 99">
            <a:extLst>
              <a:ext uri="{FF2B5EF4-FFF2-40B4-BE49-F238E27FC236}">
                <a16:creationId xmlns:a16="http://schemas.microsoft.com/office/drawing/2014/main" id="{7686884C-00B2-0A30-2017-40E0E4C4C8D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101" name="TextBox 100">
            <a:extLst>
              <a:ext uri="{FF2B5EF4-FFF2-40B4-BE49-F238E27FC236}">
                <a16:creationId xmlns:a16="http://schemas.microsoft.com/office/drawing/2014/main" id="{7F6C24A8-6786-FAB5-D234-41B73CCDB958}"/>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123578</a:t>
            </a:r>
          </a:p>
        </p:txBody>
      </p:sp>
    </p:spTree>
    <p:extLst>
      <p:ext uri="{BB962C8B-B14F-4D97-AF65-F5344CB8AC3E}">
        <p14:creationId xmlns:p14="http://schemas.microsoft.com/office/powerpoint/2010/main" val="27174102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51DAB-89BB-63E7-C57A-65D1981181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E24192E-B568-0B35-C62B-6D8AA1290FA6}"/>
              </a:ext>
            </a:extLst>
          </p:cNvPr>
          <p:cNvSpPr>
            <a:spLocks noGrp="1"/>
          </p:cNvSpPr>
          <p:nvPr>
            <p:ph sz="half" idx="1"/>
          </p:nvPr>
        </p:nvSpPr>
        <p:spPr/>
        <p:txBody>
          <a:bodyPr>
            <a:normAutofit/>
          </a:bodyPr>
          <a:lstStyle/>
          <a:p>
            <a:r>
              <a:rPr lang="en-US" dirty="0"/>
              <a:t>In the right center block, the purple and orange cells cannot be a 57 pair because that would interfere with the 75 cell. So, in the left center block, they can’t be a 57 pair either. This white cell must be either 5 or 7.</a:t>
            </a:r>
          </a:p>
        </p:txBody>
      </p:sp>
      <p:pic>
        <p:nvPicPr>
          <p:cNvPr id="4" name="Picture 3" descr="A grid of sudoku puzzle&#10;&#10;Description automatically generated">
            <a:extLst>
              <a:ext uri="{FF2B5EF4-FFF2-40B4-BE49-F238E27FC236}">
                <a16:creationId xmlns:a16="http://schemas.microsoft.com/office/drawing/2014/main" id="{D27484FC-EDB1-CDB8-90E7-29199C08FC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F8FFA7E-A335-F05C-059B-29224D4595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CDECB9-E5A8-2E3C-1EA1-FB06C0C3B2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EB5133-64CD-54D9-7D0F-4A517A298D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F343CB-BC70-76F8-4917-B24E6D65CB7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4A52CA2-6F85-8723-E504-ED34BCE5A41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17BA900-929A-E0FE-DDD5-27DBD138873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F96C8AA-2950-7823-DDEA-0B93DAAC2E8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AE07B65-069F-3398-D2A0-1B5355A8B88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26FB4EE-915C-85ED-B613-DD885C5032B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BC579642-022E-6459-0C53-7B8C8787C0A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AA00CBB-3265-4C40-C352-604D6E996D9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E210641-A0D5-2374-75AE-CAE37802B30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029990B-1C86-01D3-7C7B-681BD7D84EC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485E24F-C4A3-72C4-5D02-BF10BB75008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4809F3A2-9B7F-9630-9B86-19F70E4D402B}"/>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3BD396D-8292-653B-EF02-B59063BADA8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98BFD01-BC9C-0DA0-A6BC-3E1DEDCEF5B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B35FEE1-AF31-7E3C-33FC-D84030C8F9C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40DB3A7-6A8B-5DF3-A25F-D870048B234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095FBD9-2B97-3700-5E8F-CAC1FB575D8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0FDDF70-2161-76B4-BA87-A715B43C28D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4706FFE-151C-E7B7-B5CB-6C1E17EB176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09B5792-9203-85D1-0EC3-1C19DE53643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5D707D5-8258-7476-F4F7-75CF306CDE8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3ED026C-9E4A-2616-D7CB-8B685D14C62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CAEFC83-7913-DADD-6FC3-BDE7E955FF8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C723A0C-98FC-248E-97A8-96F7F6435BB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C8B7B60-1B8E-B2C2-5AD1-E524D2D096C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6406E71-40B8-5F73-C143-3DBC0DBF544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88F2CBE-79CF-7F39-FBB4-142E584B705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99D17E6-C3CC-19FF-236F-7D63114C91A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12FB7361-A9F2-F82A-3349-816093D3D4D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E70976F-950B-3FBE-6FF3-673A91A79B7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BCA8CF-E93A-B7B8-75A5-5B56486382B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CC4830B-D561-6B77-B588-5D1A1D2FA5D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2E27D53-8319-1D26-C204-56B02F99C45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4086BEA-5FF6-D90F-5A11-DF1E3ECEA42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8F3284D-9EB4-5478-8C4E-014ACF2E547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70AD19C-BD3D-B3C9-52A1-586C41BC35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67963C2-FB20-6F42-6EE1-15D1586EA05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174D47D-50AC-528A-3631-E36CBA1DD4A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20376FE-E624-2327-C0C9-1D36C9A9C75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C4DE40D-3D27-DC0F-0E78-FEBD81113013}"/>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CC45C495-E4E2-7E89-2D15-BB39629C5B2C}"/>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0F5E02C-AF98-372E-5EAC-FC81B9F2F76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D97FD57A-4990-97EC-9DBD-30C3425D6EC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86AD6106-1EB8-7A12-627E-9E9F480E9D3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C196765B-13F8-7397-EDBC-DC974A0E949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DEB7DA06-0B3C-AE7E-034B-B58A7CA4FDE1}"/>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1AB9092B-113A-2944-5DF0-AAFBC4DB53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8CB26E26-5AC1-3049-7A36-BDD188E5A63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D23961A-79F2-C483-F6AE-DEB8651C6CA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E3776C3-960A-3853-75C8-B991551EF2A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1930001-BF6F-572B-240E-2999123D110E}"/>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9089E287-8EC0-F11F-3BF5-7220313C45C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4A4E385-9435-7D84-3751-D10AA64BA8D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B8F70C2C-1C4A-FF5D-F9A2-F473D38E00B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5D17084D-CB11-4948-166B-56B5BFC43B6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057001A6-CBEE-A5E6-5EA3-627C849E7715}"/>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F796325C-F9EC-F6B4-8FCC-7FA606D00746}"/>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E11F3F3-7136-D07A-9D2E-A5C63512EC90}"/>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798ABD31-D406-E389-0A57-CAC2E3C1798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4D90788-D53A-9B25-C764-B12AF1CB7C77}"/>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a:t>
            </a:r>
          </a:p>
        </p:txBody>
      </p:sp>
      <p:sp>
        <p:nvSpPr>
          <p:cNvPr id="78" name="TextBox 77">
            <a:extLst>
              <a:ext uri="{FF2B5EF4-FFF2-40B4-BE49-F238E27FC236}">
                <a16:creationId xmlns:a16="http://schemas.microsoft.com/office/drawing/2014/main" id="{6652E1A1-4E2B-915E-A96F-D08EECFF9CD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a:t>
            </a:r>
          </a:p>
        </p:txBody>
      </p:sp>
      <p:sp>
        <p:nvSpPr>
          <p:cNvPr id="79" name="TextBox 78">
            <a:extLst>
              <a:ext uri="{FF2B5EF4-FFF2-40B4-BE49-F238E27FC236}">
                <a16:creationId xmlns:a16="http://schemas.microsoft.com/office/drawing/2014/main" id="{84F63307-73CA-EA33-A907-9FCB170339B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22C3D50-2028-7918-F3FE-8B65626650C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A2D331EF-C009-9D1B-1077-78B73D85D0C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D6D11345-F04A-FE1F-9A44-6443C2025891}"/>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D0C38280-A16D-F002-D1A1-A33D3FC6924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C4472D39-F716-0E56-0F30-EFE29E1C1841}"/>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F78D4038-1AFC-34E8-8F2E-11AAB5E9EE01}"/>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1764172A-7666-0C3B-0CC3-34426F590BB6}"/>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142D93E9-355F-C490-5376-AF10DFB4BCE0}"/>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91" name="TextBox 90">
            <a:extLst>
              <a:ext uri="{FF2B5EF4-FFF2-40B4-BE49-F238E27FC236}">
                <a16:creationId xmlns:a16="http://schemas.microsoft.com/office/drawing/2014/main" id="{E284D6E9-E6D1-7CEC-1AAA-72F47E8E2A7C}"/>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92" name="TextBox 91">
            <a:extLst>
              <a:ext uri="{FF2B5EF4-FFF2-40B4-BE49-F238E27FC236}">
                <a16:creationId xmlns:a16="http://schemas.microsoft.com/office/drawing/2014/main" id="{AB4030D4-DB73-F4E4-3ECD-ED809806B3B2}"/>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133CCB73-4CA8-10DD-66F5-AE07E1F7DCA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4D667ED3-4B31-6E92-B50A-B3B3BC17D5B9}"/>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96" name="TextBox 95">
            <a:extLst>
              <a:ext uri="{FF2B5EF4-FFF2-40B4-BE49-F238E27FC236}">
                <a16:creationId xmlns:a16="http://schemas.microsoft.com/office/drawing/2014/main" id="{B2A09C9E-8D92-D419-7D9A-A3E05B24823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31B22B1C-37A7-1BD6-3BFF-9969085EC525}"/>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A6676358-EF81-07CF-417F-22CA7DE5295D}"/>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4B6FABFE-633A-AFC2-3576-FAA8861E2C5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E60915B7-AE19-B9EB-5B08-733F8A83D82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EC7FF22-D0AC-9537-2552-8708D2FEA6D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0" name="TextBox 59">
            <a:extLst>
              <a:ext uri="{FF2B5EF4-FFF2-40B4-BE49-F238E27FC236}">
                <a16:creationId xmlns:a16="http://schemas.microsoft.com/office/drawing/2014/main" id="{A84F236B-9A37-E552-E86A-503E77727E5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61" name="TextBox 60">
            <a:extLst>
              <a:ext uri="{FF2B5EF4-FFF2-40B4-BE49-F238E27FC236}">
                <a16:creationId xmlns:a16="http://schemas.microsoft.com/office/drawing/2014/main" id="{1CBF0076-8B5E-82A2-7366-5617C251F76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6458FA12-996E-10E0-E7F0-B2E9B8714AAE}"/>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3B58B600-5A8C-6E80-E0FB-F3D3644575B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ACDF3F41-6F51-BF8B-A572-97FD908DE59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97C67D4A-C239-B5F9-0339-D8643B0E19D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C4AE9B6B-4104-7202-996F-1AB512F4DCF0}"/>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999EC3F0-86BA-E79C-6073-493AE6997F3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9651B071-97F0-E871-B959-7A87B6617A8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689D599E-B1A2-85AB-73CA-C585A760DE0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7" name="TextBox 86">
            <a:extLst>
              <a:ext uri="{FF2B5EF4-FFF2-40B4-BE49-F238E27FC236}">
                <a16:creationId xmlns:a16="http://schemas.microsoft.com/office/drawing/2014/main" id="{40D0C717-7675-0230-4D7D-C48BB800F62A}"/>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F30742B8-FB51-E79F-3BCF-CC6D6D800B7D}"/>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1CBC6618-89BC-16AF-48DE-B69C1E8963FE}"/>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100" name="TextBox 99">
            <a:extLst>
              <a:ext uri="{FF2B5EF4-FFF2-40B4-BE49-F238E27FC236}">
                <a16:creationId xmlns:a16="http://schemas.microsoft.com/office/drawing/2014/main" id="{458CC788-F40C-F60C-4606-FC1574729A0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101" name="TextBox 100">
            <a:extLst>
              <a:ext uri="{FF2B5EF4-FFF2-40B4-BE49-F238E27FC236}">
                <a16:creationId xmlns:a16="http://schemas.microsoft.com/office/drawing/2014/main" id="{B2288CC6-6996-39F7-2681-46CC3E59CBC9}"/>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123578</a:t>
            </a:r>
          </a:p>
        </p:txBody>
      </p:sp>
    </p:spTree>
    <p:extLst>
      <p:ext uri="{BB962C8B-B14F-4D97-AF65-F5344CB8AC3E}">
        <p14:creationId xmlns:p14="http://schemas.microsoft.com/office/powerpoint/2010/main" val="19452508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20D77-B4FE-F76B-88D4-F5C98E4C45D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AA7CE9-FA6E-A7FE-73C0-5C5B446762F5}"/>
              </a:ext>
            </a:extLst>
          </p:cNvPr>
          <p:cNvSpPr>
            <a:spLocks noGrp="1"/>
          </p:cNvSpPr>
          <p:nvPr>
            <p:ph sz="half" idx="1"/>
          </p:nvPr>
        </p:nvSpPr>
        <p:spPr/>
        <p:txBody>
          <a:bodyPr>
            <a:normAutofit/>
          </a:bodyPr>
          <a:lstStyle/>
          <a:p>
            <a:r>
              <a:rPr lang="en-US" dirty="0"/>
              <a:t>Last possible 6 and last possible 1 in Column 2.</a:t>
            </a:r>
          </a:p>
        </p:txBody>
      </p:sp>
      <p:pic>
        <p:nvPicPr>
          <p:cNvPr id="4" name="Picture 3" descr="A grid of sudoku puzzle&#10;&#10;Description automatically generated">
            <a:extLst>
              <a:ext uri="{FF2B5EF4-FFF2-40B4-BE49-F238E27FC236}">
                <a16:creationId xmlns:a16="http://schemas.microsoft.com/office/drawing/2014/main" id="{38E389C4-0A17-D026-8DB2-491F5E52CB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C1232F-9782-ABDC-A763-7A8158FE2F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1C87657-16C1-6957-2BD5-7A4E6C51C5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55DFD04-F39C-8FF3-6D26-74EE8D35E6B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62C2AE-CCFA-06B3-38F2-8CA4BAEC9EE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3E0A8B2-6AFC-6B7B-7D55-87C5C4C6A0D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76EE1A5-9FD5-DB66-0804-73BACB0038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E5C5455-941F-2FE7-7252-251809C4813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3206426-E9D9-8469-6DBB-9844B03E324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DA7D6B3-E03B-E77C-D6BC-CE36961433F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BA8DEB40-F238-44B5-3946-CF289687B58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B4FA17A-7D54-A9C4-36F9-5F4DCF1E569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4CE81C5-E54A-8225-11E6-7DC7DAA770C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E219F57-9920-D856-0B1B-EE1F0F93A18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8BD3EA9-74B8-096F-FA1A-FE43AF4A0DF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58C09F2-B58A-99CB-FC8F-1E9C6265E5D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6520663-2A1B-0385-3C3B-D08D34C2C1A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43C8DF9-20F3-E061-A60D-52E53983052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F846E66-8D88-A6B4-D690-A7383CB87EA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A662C13-954E-677C-F61F-35E93C3E828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51DC1C8-575D-834A-041F-6BBE1136CB8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A3D14EF-11B7-4A4D-071E-784724DE2DF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D473F02-FA97-D629-EC30-CB950F61085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10C26CE-54C0-F4A5-456A-04A46246D39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180002C-8DA5-CE54-5C74-A86900DDF40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15F9C7D-6D9A-7B82-CE2B-D0DC1A65040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B728B6-06CF-56A9-32FC-010120F5BBD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9787EFF-8EBB-1AAC-F916-71CBC35B87A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BE21B42-AF33-6744-AD60-54A09C17E24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18C6D7-0461-063B-2DED-EB6BEA7431B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A2886C1-FB6B-257A-2A8D-66626A2A7AD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A6DC50C-68B3-0EDC-8F6C-AA21D9AC4C6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1BCF80B-BB2C-54D9-3721-B09126B17E8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921802C-045D-6F82-FA98-27131D8419E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1877053-BB2E-C5F5-FA94-22EBB92DA48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D8B4A4-4FDD-4FAA-6ADF-EF793C0A5CA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178722F-FC3C-D3AB-4D7A-E7384A4AF13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319BBC7-A08C-5BCF-77D7-F9DB84D3C37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71E38B2-75D2-2BDD-2175-86A6668E294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27D1A055-51AE-9E35-5948-E028CB2F4B1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107D772-DF38-71EC-8974-AA83CCF7113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8329E27-BE92-DC9A-7744-9EFC44D8F15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626B9B1-5FA8-DB77-CC72-4C672086BCB4}"/>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485CA223-E67E-D2DE-B79D-217CF900401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375E516A-D690-91F6-ED3A-FF4720E9F541}"/>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A98B106A-707C-0FDA-1307-579A8D81EDE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4" name="TextBox 53">
            <a:extLst>
              <a:ext uri="{FF2B5EF4-FFF2-40B4-BE49-F238E27FC236}">
                <a16:creationId xmlns:a16="http://schemas.microsoft.com/office/drawing/2014/main" id="{F19B89C0-CDDD-0B07-774A-C79D2BE82BB6}"/>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26FF992-CD1B-0F37-06F2-203296602792}"/>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7" name="TextBox 56">
            <a:extLst>
              <a:ext uri="{FF2B5EF4-FFF2-40B4-BE49-F238E27FC236}">
                <a16:creationId xmlns:a16="http://schemas.microsoft.com/office/drawing/2014/main" id="{69E03D5A-56F4-52D3-6E1E-9692C7C5983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0B06287E-CD85-584D-1DBD-791F9745903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8A4C9CC-1AB6-15A4-5336-DA99F7DE7B2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70C5BA23-3B00-F499-411B-AEB3E9743D1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57AEF12-79D0-03C6-B8AC-064FB8C2129B}"/>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A0806A2C-10E9-0361-6C4D-2653F18CDB3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2DA5AC4-E8A6-881B-CDE8-DC8F1D89BC0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1C773D1-5C5C-2988-881C-C3CBAEF7E169}"/>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D83FCD7F-1911-458F-C4FF-07B4582F31C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0D836D14-E21C-5D6B-A457-75C0FF33DC9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DD07079-7AFD-71ED-B66E-7E2F9C70BE5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8820691-667C-03DA-B253-DA365919AD30}"/>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6EE9CA08-59EF-8949-F5F8-632B234E31E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499E4C0-1280-7904-AECE-8D542654E82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a:t>
            </a:r>
          </a:p>
        </p:txBody>
      </p:sp>
      <p:sp>
        <p:nvSpPr>
          <p:cNvPr id="78" name="TextBox 77">
            <a:extLst>
              <a:ext uri="{FF2B5EF4-FFF2-40B4-BE49-F238E27FC236}">
                <a16:creationId xmlns:a16="http://schemas.microsoft.com/office/drawing/2014/main" id="{C3A8C287-578E-2AD1-8ECC-D57D8A8747A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a:t>
            </a:r>
          </a:p>
        </p:txBody>
      </p:sp>
      <p:sp>
        <p:nvSpPr>
          <p:cNvPr id="79" name="TextBox 78">
            <a:extLst>
              <a:ext uri="{FF2B5EF4-FFF2-40B4-BE49-F238E27FC236}">
                <a16:creationId xmlns:a16="http://schemas.microsoft.com/office/drawing/2014/main" id="{23E99A31-F574-0A8D-5744-964C9E0FF43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A9033E5-EC99-B223-90C4-DAD5F2301740}"/>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3" name="TextBox 82">
            <a:extLst>
              <a:ext uri="{FF2B5EF4-FFF2-40B4-BE49-F238E27FC236}">
                <a16:creationId xmlns:a16="http://schemas.microsoft.com/office/drawing/2014/main" id="{F4CC4CA7-C68A-FEBE-0397-935115D908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4" name="TextBox 83">
            <a:extLst>
              <a:ext uri="{FF2B5EF4-FFF2-40B4-BE49-F238E27FC236}">
                <a16:creationId xmlns:a16="http://schemas.microsoft.com/office/drawing/2014/main" id="{4A37C2B9-CFFC-663C-125F-809EB18D2E9C}"/>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BC2C51FF-FBCF-3CB0-0C56-CB4285F842F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6" name="TextBox 85">
            <a:extLst>
              <a:ext uri="{FF2B5EF4-FFF2-40B4-BE49-F238E27FC236}">
                <a16:creationId xmlns:a16="http://schemas.microsoft.com/office/drawing/2014/main" id="{9299DF2A-F241-3745-E406-FD821F44FA6F}"/>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8" name="TextBox 87">
            <a:extLst>
              <a:ext uri="{FF2B5EF4-FFF2-40B4-BE49-F238E27FC236}">
                <a16:creationId xmlns:a16="http://schemas.microsoft.com/office/drawing/2014/main" id="{BEED6133-2176-DB13-285F-4979328FB0BC}"/>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098782F2-68EF-50FA-A22E-800EA067B114}"/>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9EA482EB-2B8D-2625-6BAC-4ED8A1B8C771}"/>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91" name="TextBox 90">
            <a:extLst>
              <a:ext uri="{FF2B5EF4-FFF2-40B4-BE49-F238E27FC236}">
                <a16:creationId xmlns:a16="http://schemas.microsoft.com/office/drawing/2014/main" id="{CD4A0D44-28B2-6381-DCD1-C1685423B218}"/>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92" name="TextBox 91">
            <a:extLst>
              <a:ext uri="{FF2B5EF4-FFF2-40B4-BE49-F238E27FC236}">
                <a16:creationId xmlns:a16="http://schemas.microsoft.com/office/drawing/2014/main" id="{6A025770-136B-B666-E28D-E365F75A157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3199EA2B-BDB8-E801-74B8-3174A012F38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36ECDF02-EE3F-9BC0-D120-D7CA0A01FD0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96" name="TextBox 95">
            <a:extLst>
              <a:ext uri="{FF2B5EF4-FFF2-40B4-BE49-F238E27FC236}">
                <a16:creationId xmlns:a16="http://schemas.microsoft.com/office/drawing/2014/main" id="{A6622BE1-78B6-676C-4488-32A6D76CB426}"/>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FAEF988A-EF47-8DEF-6182-7953974FB77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D7AFD560-FC92-3C14-DEFF-1FBB4582D8F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09BBDCF8-A4E6-D153-CFA8-16AFB3656CEB}"/>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7B9FF56-7F2B-FEB4-AECE-834740F301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1DB385-4DC4-F310-1E35-3980FD9E90C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999E9EC4-8AB5-1039-83C3-7D36F0B28B61}"/>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4D60959-09F3-CB08-A2BF-A690C54543B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F8FC927-6969-505E-6111-A94E120249F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8DD4CAC7-2E2A-9BBE-4D0F-43BCFCEC16A2}"/>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C5227413-9672-3C34-E0A9-830B46C49DF1}"/>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2B522BC-8583-7DC8-B252-E3D88E22777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7670D386-A1EC-3691-2BD9-97A884014BB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8BCF662D-99B7-0E42-4E86-4CCC77D5B24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209D5878-7049-6B84-815B-23F7761D714C}"/>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7" name="TextBox 86">
            <a:extLst>
              <a:ext uri="{FF2B5EF4-FFF2-40B4-BE49-F238E27FC236}">
                <a16:creationId xmlns:a16="http://schemas.microsoft.com/office/drawing/2014/main" id="{1C17D206-A11B-CA2B-3E54-46F374AEC7B6}"/>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3DFFC91E-37E1-7BF7-005B-C13E2596D3C6}"/>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52362F23-1CAC-A392-E717-8371799AAFE9}"/>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100" name="TextBox 99">
            <a:extLst>
              <a:ext uri="{FF2B5EF4-FFF2-40B4-BE49-F238E27FC236}">
                <a16:creationId xmlns:a16="http://schemas.microsoft.com/office/drawing/2014/main" id="{41C779BA-16DB-B1C6-CAC9-E34619EAA96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101" name="TextBox 100">
            <a:extLst>
              <a:ext uri="{FF2B5EF4-FFF2-40B4-BE49-F238E27FC236}">
                <a16:creationId xmlns:a16="http://schemas.microsoft.com/office/drawing/2014/main" id="{57C2B8B1-A2B5-712F-27D4-74DAC95F66B8}"/>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123578</a:t>
            </a:r>
          </a:p>
        </p:txBody>
      </p:sp>
      <p:sp>
        <p:nvSpPr>
          <p:cNvPr id="102" name="TextBox 101">
            <a:extLst>
              <a:ext uri="{FF2B5EF4-FFF2-40B4-BE49-F238E27FC236}">
                <a16:creationId xmlns:a16="http://schemas.microsoft.com/office/drawing/2014/main" id="{22F9D205-5B9A-911B-90EE-A40B647BE431}"/>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5126417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3FF86-D1EB-DA52-F1B6-29EA3F33A8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D6C116-46B9-E2F6-0457-E987BB55B51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47F2675-C96B-15CD-F0CE-CF642467B21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CDCB089-A288-FA7D-38D8-89C97DE3AD6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AB7528C-AD0B-0398-13B7-4627951FE3C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62C47B-68E8-E6B8-4ABD-C9412C50AE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B7F31F-FEE6-8E3D-C65E-03540C77D7B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3BAAFFC-DA66-AEFE-18ED-B9CD068AD1A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4148D6A-C7AE-CB02-13F6-D98FA505089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4943A0E-DA81-943B-950B-ED84B465306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658C3BC-3ABE-C114-2B50-7A0FC21E589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E3A8D61-7202-B476-01C3-D2381CC92A1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109CC70-AC35-30AC-0252-56B7B3E7C00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493F8A2-45CE-8356-3B34-22AD7F01D58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C37B1D8-6B83-4F7C-FD5C-BB101C2FA32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0F69004-DCFA-E3CE-4647-D938B8FDB90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E0BB202E-49BC-B533-32B8-BE2DC948493E}"/>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9C56972-EE4E-2FB3-EDDB-1AACD373A86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8CECAA8-03FF-2B0A-E74D-6C8663DF5FC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D86A1E8-3C0A-5E83-4AEB-127D9FE23B5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1A586F5-06C7-4ECB-9E02-C7F93A34AD6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3794770-8C31-26D5-7DD9-C16ECA414E8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1EBB82E-3903-E31B-E8E7-7A058C937F6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592A2F7-5EAB-DF76-5D23-1CF0ACB576E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ED6EE79-15AE-5EA9-F754-1045E5B9601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AA728CE-1C7B-138B-97E7-4D33443C8C5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E943AB7-2FE0-5C77-FC45-C0A604D9341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9BD76B8-D7FD-6B6E-6C07-05976A43AAB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908CEB6-87E9-8FFD-5862-FED1514D1B6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EDF8B62-5368-44FB-DF26-FBFAA0E97C4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067EC2BF-29F9-C72C-6BBE-A856E7F27D1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6236403-FB35-AB6F-84E7-BCDB5F91AFB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139F7BB-1E31-EAC2-1930-27D5A58859C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AD1A224-B3FD-0A93-DA31-9E5E61DDAE9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415D349-A456-7098-397E-EB7C5FB9CCB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1565813-0012-51F6-98AE-2426B9E79F7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D0C884-77D7-09B0-BC9A-13C0EEFD573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D21C2FB-1415-DC87-8D6F-260CD8CD3FE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DD74D50-AC0D-0E32-75E0-77634B3F111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66C4996-0EB5-8202-D175-52D7B194746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41AFD5C-C8BB-1D2C-BA43-05D25D87B07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9D1521DC-2BF2-1980-32EF-1C8C510D4DC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61C5B0C-F867-ACA1-F535-48F87D7CAAD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AD0317C-ED6F-D6CF-FBCC-2948575F189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03C7C9B-6C2D-CA93-0124-2589688495A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7B19F7D-FCB9-6207-438E-DFEF13A4F1A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0B332C49-DE3D-235F-40B8-5916CF96D1DA}"/>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81909B0-C8F3-E79A-449E-5C31120AD77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BEE6107-A501-ECB7-7B1B-31AACFD5A9A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CB5CCAB-B6F0-E910-9FB9-E70BB51F217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818EF86-5ABB-E5AA-1844-F2F994661AC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1DC4F53E-D97B-C187-71F9-D3E9A6EC519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FAB02F9A-B224-EC32-AF32-7AC2D88E509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51C80A9-2534-C96F-135D-978C4006E1C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7F99FD47-30EF-D972-AE4F-C2FC35FFC10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10537AD-A1F0-253D-A546-0A98870BC14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FAC33336-B019-DBE4-840A-E0300DEF6D7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FF1EB2A4-0B3E-C025-BB47-3F2EAC33DDD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2FE2C01-ABB9-646E-C8C6-FFF1EB2B4E3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13536FA-0A84-6621-2C03-D89F457BC1F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915ADD04-398A-CA98-4FBB-BF9472377A01}"/>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8624682-F231-50CA-A4EE-1CD212D08CE0}"/>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a:t>
            </a:r>
          </a:p>
        </p:txBody>
      </p:sp>
      <p:sp>
        <p:nvSpPr>
          <p:cNvPr id="78" name="TextBox 77">
            <a:extLst>
              <a:ext uri="{FF2B5EF4-FFF2-40B4-BE49-F238E27FC236}">
                <a16:creationId xmlns:a16="http://schemas.microsoft.com/office/drawing/2014/main" id="{6E260B07-BADF-F824-0FB4-2760BB5AEFE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a:t>
            </a:r>
          </a:p>
        </p:txBody>
      </p:sp>
      <p:sp>
        <p:nvSpPr>
          <p:cNvPr id="79" name="TextBox 78">
            <a:extLst>
              <a:ext uri="{FF2B5EF4-FFF2-40B4-BE49-F238E27FC236}">
                <a16:creationId xmlns:a16="http://schemas.microsoft.com/office/drawing/2014/main" id="{A7B7A5A7-EDB8-A29F-0BF8-63B4EDE6E91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B32AD63F-9FA9-A9EB-29F1-CD96EDA394CC}"/>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5EA246D2-61A0-128D-17BA-BE47E3B90A7D}"/>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13FF5C2E-3ACC-72B2-2F89-BC1EE9B22658}"/>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88" name="TextBox 87">
            <a:extLst>
              <a:ext uri="{FF2B5EF4-FFF2-40B4-BE49-F238E27FC236}">
                <a16:creationId xmlns:a16="http://schemas.microsoft.com/office/drawing/2014/main" id="{A67C3592-4D24-2DB3-FAE4-08E0BB21467C}"/>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9482FB3B-B949-2DCB-C6CA-D4255943092B}"/>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E31F98DE-274F-0EAB-D480-F0C4D879A40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91" name="TextBox 90">
            <a:extLst>
              <a:ext uri="{FF2B5EF4-FFF2-40B4-BE49-F238E27FC236}">
                <a16:creationId xmlns:a16="http://schemas.microsoft.com/office/drawing/2014/main" id="{9EC2BC13-8757-850D-617A-A3C83A8256E6}"/>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92" name="TextBox 91">
            <a:extLst>
              <a:ext uri="{FF2B5EF4-FFF2-40B4-BE49-F238E27FC236}">
                <a16:creationId xmlns:a16="http://schemas.microsoft.com/office/drawing/2014/main" id="{6D44421B-E3FD-7DEC-AC09-B91E0F158102}"/>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49F84F64-4C35-A3B7-17D9-E00DEE4A752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8DAD021F-0FA2-1E1F-6386-4F4EAAE023D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96" name="TextBox 95">
            <a:extLst>
              <a:ext uri="{FF2B5EF4-FFF2-40B4-BE49-F238E27FC236}">
                <a16:creationId xmlns:a16="http://schemas.microsoft.com/office/drawing/2014/main" id="{F942DB77-38D2-E0FE-7FEA-9DF34ADF378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97" name="TextBox 96">
            <a:extLst>
              <a:ext uri="{FF2B5EF4-FFF2-40B4-BE49-F238E27FC236}">
                <a16:creationId xmlns:a16="http://schemas.microsoft.com/office/drawing/2014/main" id="{170583A9-0553-689B-3139-7EDCC8844A4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5140B609-4AE8-1DF1-DFA7-36F9696DD1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B98FA742-E06D-DAC8-58E2-1A69F5444337}"/>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287D7395-AC92-42C3-399C-B875FA9C0A9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C3E1E04-0D97-DE63-E033-1652AA56938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7D95B5D9-1526-B95B-912D-C0E34C07C2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6595098-08B2-D100-0115-FF6ABD8A909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3B077D9-F5DC-2813-49C9-37F4AF9E393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87C21D80-0758-C6DD-06E2-64B429E9FED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56AADAC5-F03D-B25C-6695-C9826978E86E}"/>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949F5C52-5BED-94A7-353B-EA42ECE5C62D}"/>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B90E35FB-4716-C446-DB58-89ACAC360242}"/>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331DA9FE-D987-E1B5-D2DC-952D0DB433B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81" name="TextBox 80">
            <a:extLst>
              <a:ext uri="{FF2B5EF4-FFF2-40B4-BE49-F238E27FC236}">
                <a16:creationId xmlns:a16="http://schemas.microsoft.com/office/drawing/2014/main" id="{6D572F9C-DA9B-ABA1-F740-11C87652D7F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7" name="TextBox 86">
            <a:extLst>
              <a:ext uri="{FF2B5EF4-FFF2-40B4-BE49-F238E27FC236}">
                <a16:creationId xmlns:a16="http://schemas.microsoft.com/office/drawing/2014/main" id="{3736823D-A85B-AE96-D480-0B13634AE950}"/>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9F0A0371-D21E-2D6F-7701-2562304F4A00}"/>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D1CA16D4-3D52-D643-C761-E031E5B8685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100" name="TextBox 99">
            <a:extLst>
              <a:ext uri="{FF2B5EF4-FFF2-40B4-BE49-F238E27FC236}">
                <a16:creationId xmlns:a16="http://schemas.microsoft.com/office/drawing/2014/main" id="{0048180B-8067-8610-C2BF-2A66C3E72E0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101" name="TextBox 100">
            <a:extLst>
              <a:ext uri="{FF2B5EF4-FFF2-40B4-BE49-F238E27FC236}">
                <a16:creationId xmlns:a16="http://schemas.microsoft.com/office/drawing/2014/main" id="{F3195DC6-6E73-1572-6B75-69C42CB3BFB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123578</a:t>
            </a:r>
          </a:p>
        </p:txBody>
      </p:sp>
      <p:sp>
        <p:nvSpPr>
          <p:cNvPr id="102" name="TextBox 101">
            <a:extLst>
              <a:ext uri="{FF2B5EF4-FFF2-40B4-BE49-F238E27FC236}">
                <a16:creationId xmlns:a16="http://schemas.microsoft.com/office/drawing/2014/main" id="{CCBBC21A-B60A-D337-33F5-A1A55FA0312C}"/>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0275F0A-D840-909D-F1BF-1F86562EA58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7C061136-C1D6-E25B-7D49-7AF16D36DA00}"/>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7844433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A8EF4-2D3A-A20A-78AC-9D1865F1B6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350300-48C5-4F81-931E-8DFA2729A52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F0666AE-D72B-B90A-B929-63F1B2A293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ECA296E-0A6E-4F42-706E-7235686E51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AF9A23-354E-C103-4D98-8DE0133F1B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7F7A43-8B42-90D8-6CE3-B2AD4B0524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DEAA22-76A2-0957-B7D4-0B9095F1472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C5B856B-5A1A-656C-3DA3-E7EEAC021F1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6D5EBF3-23C4-A4A6-3EA2-A4290937ACE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0FABE05-777D-A43A-51AF-3F3BD70F0C9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42CA8D5-FA64-9B82-45A4-7963DDA4817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CA64E6E-F1E5-E5C2-FB34-49A87CAF0D2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2CB479C-5036-12AA-9B18-C0058CA505D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D9B2121-9954-C253-2425-4FBE5B54C50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311B517-FBAE-9290-B685-F598CA41DFA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72EE0FB-644B-4331-C835-053CAB110B1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D074A88-E689-309C-150D-153EA9C9F6D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6E29CD4-FF7C-00CE-6340-5E0239E9688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EDCBDDA-8B4F-E417-2F93-FC91D8D5E36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6E59227-70D7-A355-6BAA-2AF33D4085D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579A3A3-56FB-4AFB-BED5-2388EFD0E4E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5EC68C5-3613-C149-0980-E80C0DE5A2D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A97EB49-D738-DC6B-56C4-43EFF09329F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5588F36-7B1E-83B2-3983-62BEABF3C01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DA8FB22-AFB2-9C5C-2940-244AF53A9BA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130820C-A645-DDAC-B3AA-34D0EAB145A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B50D0F0F-15ED-318C-90AF-077F29D1F8E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E04461B-312E-0F16-8B88-85FF8F9208E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3D32325-A7FC-6D5F-BBE8-1ABE43877CC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5CAE2EC-7C2A-44CE-F94B-E5338D0F8887}"/>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8C945FC2-2F14-DDEE-B69A-71CA43CFA1C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2623D9F-1AC6-E884-E493-89ECF4BEA64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4AFCFED-5B34-AD2E-97B5-861AEEDF23F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A7E96A5-47E6-744F-B1E0-7F99CA7A5DA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B016962-A7D3-9F2C-3F61-E71540677A3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20C228F-AF39-66E5-95FC-4975B2E9074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DF19EC8-CCAD-D6B2-3D3E-0E355C4148F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F6568ED-C50C-98C4-AE2A-E9117BD8ACA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DEA34D2-3692-047B-D06D-4EBFD4B4CB4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6EFE947-CF9A-1544-7980-6CB2F7DB800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C7D309C-3236-EBA1-7B05-927B9A70D17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B05C520-4168-F25F-85C4-7D54EEE8077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4DE0B9F-763C-0028-1D56-93F3087EAAA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13B3EC-ECC6-D476-BB02-2CC406C73C9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E4198133-058C-AF2B-7FCF-4EF6B0B47AE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CD12044-BA74-2AC3-07E7-1FED0E77603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60AEE46-A922-7307-2038-C0D6082E0D27}"/>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9DA743A-2282-7173-3B8E-EAE5DD47F1C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279530A-9FA3-5C03-57AF-2D8D3C09CBD1}"/>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BF41E52-FD03-E6AD-167B-528634FDAE9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2761584-3569-FB28-90FC-9F0D20F6B60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7AD7F69-0924-2F58-BCFB-FAEEF6030AF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B2D39AC7-6D3A-232C-7D29-7274900ABAA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32F85FD1-5F7C-4509-CBB9-A1BFE5E9BE69}"/>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6062D6A8-F7C5-D112-5DD2-0815B10FDE3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CF6ACCA0-753D-8A29-E7E3-3CCBA377A3EE}"/>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990A5579-0C89-FB99-5335-BBF22A130C2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95424F56-70DC-8AA3-F511-2AFF84303F0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F25AAE19-B703-F0BF-7FED-5C9A0DB83FA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1EDE82A-0CD0-79E7-391B-02366A963BD8}"/>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BE0DEEF9-FB3E-E32F-42F9-6A0C8735E37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A276A08-51B4-0429-1D1F-4AD7C74C1E9D}"/>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AAFB3616-09F8-32BC-4B18-9C384A7D0FE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CAC36FFF-370B-81F7-278B-1505F2EBA96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6F558A0-C74B-3E13-41AB-936149E68D50}"/>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F3F9EC7F-AE7B-2E36-07CC-A2809BD6018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5FA59A46-BC8F-E37A-ADFA-0A3FA4962E38}"/>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DB1ACCAE-FDF5-D6F7-33B6-90A747299AA4}"/>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DE6A9C7C-98FE-7B7D-0B90-CBE4B91D72E2}"/>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8EA93ED4-3A32-92C0-8B85-A9956D3415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C63F5F31-2D7F-1AB9-C3AA-C31E98EA42A8}"/>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4941C1DE-82BB-BC28-2ACD-584F274AC7A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2FAF116D-8A19-86CF-6D99-65082C1DC8B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94E53A46-AF86-B831-5E57-DA13CD876A2E}"/>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96" name="TextBox 95">
            <a:extLst>
              <a:ext uri="{FF2B5EF4-FFF2-40B4-BE49-F238E27FC236}">
                <a16:creationId xmlns:a16="http://schemas.microsoft.com/office/drawing/2014/main" id="{4DD7E246-9A9A-623E-2214-98BE5628B6CC}"/>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97" name="TextBox 96">
            <a:extLst>
              <a:ext uri="{FF2B5EF4-FFF2-40B4-BE49-F238E27FC236}">
                <a16:creationId xmlns:a16="http://schemas.microsoft.com/office/drawing/2014/main" id="{907F52DA-AFD0-1627-F3E7-126F131D3CB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4B1225B6-6CA7-15E4-FC2C-BD4304DEA84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3D081481-4EDC-E5FA-80A1-F09B33216710}"/>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EA7C5BB8-1BE4-9D9F-4905-C7AF71D9A12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41B253D-A2AE-81A6-9C85-6F1585DB9D0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8E58D296-53D8-BC7C-1FFF-6E22EED2C76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3C15C25-C5AA-DDFE-5C82-F290C7BFF46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9310B10-9A2F-40E3-6792-0B2E40A4365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E94AABBE-8FBA-7501-7B6B-7B523BA1265B}"/>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241F9915-634B-D34D-DE9D-03AFF25705C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C2FE2700-C393-854F-011B-240DDFB959D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77D503DD-F256-559C-807E-58974D308932}"/>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48BF5B5B-AA90-849F-143B-EEB9929F7A1C}"/>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7C96C46F-08B7-AEDF-CA0A-324AD355664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68520BE2-EE1D-F162-4523-37F4F192857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A6134A30-40BC-79F2-8D9B-2AE8D4E25920}"/>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8" name="TextBox 97">
            <a:extLst>
              <a:ext uri="{FF2B5EF4-FFF2-40B4-BE49-F238E27FC236}">
                <a16:creationId xmlns:a16="http://schemas.microsoft.com/office/drawing/2014/main" id="{478144CC-AD1D-130E-056B-6E35502FABCF}"/>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100" name="TextBox 99">
            <a:extLst>
              <a:ext uri="{FF2B5EF4-FFF2-40B4-BE49-F238E27FC236}">
                <a16:creationId xmlns:a16="http://schemas.microsoft.com/office/drawing/2014/main" id="{DE67AF17-E90D-8A8E-119E-63A13B0B1CE1}"/>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101" name="TextBox 100">
            <a:extLst>
              <a:ext uri="{FF2B5EF4-FFF2-40B4-BE49-F238E27FC236}">
                <a16:creationId xmlns:a16="http://schemas.microsoft.com/office/drawing/2014/main" id="{4DDCD558-0858-0990-2F78-F5975A53E35D}"/>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102" name="TextBox 101">
            <a:extLst>
              <a:ext uri="{FF2B5EF4-FFF2-40B4-BE49-F238E27FC236}">
                <a16:creationId xmlns:a16="http://schemas.microsoft.com/office/drawing/2014/main" id="{E050FEE8-CE7E-7C4C-ED5C-8764994EBEBA}"/>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6ACC81B-3813-0B13-14BA-7F53418755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86B2405-306A-DD63-66B8-58D5966EB8D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899305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2D708-054B-027E-221D-30D752CA41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2B068D-2C5F-6853-EFB5-5C308B48D762}"/>
              </a:ext>
            </a:extLst>
          </p:cNvPr>
          <p:cNvSpPr>
            <a:spLocks noGrp="1"/>
          </p:cNvSpPr>
          <p:nvPr>
            <p:ph sz="half" idx="1"/>
          </p:nvPr>
        </p:nvSpPr>
        <p:spPr/>
        <p:txBody>
          <a:bodyPr>
            <a:normAutofit/>
          </a:bodyPr>
          <a:lstStyle/>
          <a:p>
            <a:r>
              <a:rPr lang="en-US" dirty="0"/>
              <a:t>Last possible 8 in lower right block.</a:t>
            </a:r>
          </a:p>
          <a:p>
            <a:r>
              <a:rPr lang="en-US" dirty="0"/>
              <a:t>Then, last possible 6 in lower right block.</a:t>
            </a:r>
          </a:p>
        </p:txBody>
      </p:sp>
      <p:pic>
        <p:nvPicPr>
          <p:cNvPr id="4" name="Picture 3" descr="A grid of sudoku puzzle&#10;&#10;Description automatically generated">
            <a:extLst>
              <a:ext uri="{FF2B5EF4-FFF2-40B4-BE49-F238E27FC236}">
                <a16:creationId xmlns:a16="http://schemas.microsoft.com/office/drawing/2014/main" id="{15C6D761-3BF2-371C-B6A5-4A76E669669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6BF64-48FD-5BD7-02ED-57FF3D2AC0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95B3A2-B052-B504-5F7B-9C0B372E284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5A5B13-B7AB-EFCF-CCF5-576FC0CA358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C60695-8987-2390-4C4C-E0A996B67C4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1B701BB-0CD3-8DC5-89CB-80A3D89FADC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EFD5527-E051-9D83-21BC-5FC8FA28260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081CE44-0894-388C-20BD-62DACE53CCA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BA164E1-48F2-FE08-F01F-11FF1353447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7484CEB-2FC1-DD88-EA19-3B95BCB732E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1CE268F-BC80-A72A-6840-7F163FDEA86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7B16E77-52C9-073D-811E-DCCB994E674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35E79A3-ECB7-C0C3-8E61-A6215F637E8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A7F794BC-16C2-3139-C769-8D19FA67A0D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2DED219-6293-8B81-51E8-C1679F31D8F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9A7EC32-EE21-5A88-E721-8524A345A9A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3ACAE8C-5172-FB88-5E16-133D0A21694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2C71777-3EF1-9E0C-FB01-6D6B1CBAEC1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651834E-DDEA-02B7-B683-F12E5A39E9D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AEF744-E06D-0E13-75AD-7391B7C533B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C4B4925-F493-947C-48B4-0D7A5D0529B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699AED4-22DC-CFE9-F2B8-0D2B433EB0B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698709B-C25C-F15F-AC61-884A196204F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69D5CEC-97A5-D006-0F24-2BF7F224F90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AA07677-1C47-5544-96DA-A0FD5E0E1E7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724DCF0-1D09-F6E3-C666-D2BD1F1FED2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E83E3D1-F256-8292-BF47-FA37DFC9854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5C3AEDE-F878-ED9F-80A6-D9A65A0FCBB8}"/>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0F9E4820-10AC-EACF-D8DB-BDB56AB9ED91}"/>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10416FD-23D8-981D-D59C-E2924170172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6206588-0223-84C4-7EFC-59EA9C2E317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29B79BF-1B72-C2A0-6E49-86524859AA9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1849BE79-857F-4A0E-5247-D6261B91A5E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402F3ED-3185-59AA-A8B1-1DCC2D4453F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DC14781-4993-43FD-46AF-028947AC4BD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B65939C-1B13-9950-7165-4E3A3EDDF44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07E5222-B89D-C677-B5EB-3ACA7F8E5C3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3918A99-D494-E7BC-93D6-2D8CAC8F618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915F22D-1727-830C-567F-D903B977305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BF39810-F8C2-8790-ACD8-54ABD71B96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C7B4716-2190-E214-0288-56501820935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F5ACAE2-5C85-1E72-DF6D-60737C31316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5A75E1B-8F62-1B9C-A346-225A5B51D0EB}"/>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F0FD971-8CD1-9FC2-EF83-1D38C66AC8C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6B446FA-3C87-D4FA-F4B2-7846FAF9C82E}"/>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C71FCFF-E301-4D58-3F26-B83D2884F2E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65D25C2C-D430-D127-BA79-EE062994AB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E06E8EE3-C289-C2FA-3ACA-C6D7F8B8735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1B3E083-E7C1-C064-9F54-8D5FC9B9F7F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123983EA-9039-FFBD-721E-6D2F15DFC82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0F73AF99-C3F5-37FB-3240-73FAFF46C94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A785EA32-D8B8-5791-45BC-01846963121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D4689F4-C308-DDCE-257F-A9A2CE23768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5ADDD79C-8F18-9D39-7552-016859957B04}"/>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D769DEA2-A897-030B-A91F-D212995164E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C0555114-7C61-A07F-0260-76C00D412B0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5AB6A88-8946-1B17-2925-EE0E1D12473F}"/>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05728023-5D74-A067-1907-980B17D938D5}"/>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ED822A28-15A8-255D-D095-798A026ECE8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22C95866-C6A9-7B74-14C7-B88D89BBC07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C8AD22F0-6B65-AF53-6BC2-D89FF619BDE0}"/>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193C06E-E326-5A8D-C887-701CD6EC7B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E6978DE0-45E1-FEBE-1F1E-7003B31E3AC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9C2E0B22-C096-5BCB-AF63-0F29742B5218}"/>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DC4DF203-DBB3-CAF5-BF91-3312801CD245}"/>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9B839410-1BE9-A70C-8B43-0577AB2C461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2CB31073-988A-0FA1-0FE7-DF8D5423F3E9}"/>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DEF8479C-461A-1E8D-F205-BF89C1CE8C50}"/>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05AE5BE1-F457-B86E-1E5A-CC70A8E0D366}"/>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907B64B9-23FD-FDE3-56EF-6FCE7E82FB1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29ABF8B8-06E5-F052-64D7-515CA8011F3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25E61BC1-E992-0F99-03FC-D98F31F1F768}"/>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96" name="TextBox 95">
            <a:extLst>
              <a:ext uri="{FF2B5EF4-FFF2-40B4-BE49-F238E27FC236}">
                <a16:creationId xmlns:a16="http://schemas.microsoft.com/office/drawing/2014/main" id="{9D7AC611-50F9-C755-E4A9-62658C1CCFC2}"/>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97" name="TextBox 96">
            <a:extLst>
              <a:ext uri="{FF2B5EF4-FFF2-40B4-BE49-F238E27FC236}">
                <a16:creationId xmlns:a16="http://schemas.microsoft.com/office/drawing/2014/main" id="{79E42C61-C2F6-1E4A-55AC-2CF4B0F1271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9" name="TextBox 98">
            <a:extLst>
              <a:ext uri="{FF2B5EF4-FFF2-40B4-BE49-F238E27FC236}">
                <a16:creationId xmlns:a16="http://schemas.microsoft.com/office/drawing/2014/main" id="{76E74786-8955-2DF4-1B46-2332181C34D4}"/>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C356A2D3-0DE1-1C9C-A393-25CF7AA8F84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50B5243A-F76F-D816-6DAA-F9851361BC2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9973E4B-973B-9641-EA19-53C15B25E20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2358AF8E-0406-84D5-99A7-F1D1816C60C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B3ECB3E2-1AF9-919A-C39F-1B2D4EAF22B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20907C35-C9AC-12F8-2A47-7F1B31845DC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6F0369B4-C603-08E8-09F6-1CE8F9F71F92}"/>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6D07C316-99B1-289A-AEF2-6069451DAF0D}"/>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2B9C60E7-BC1F-DA57-B27D-D33841376E88}"/>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F0CB20A5-C19C-B7BC-1C35-5DF5AFDAEDD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B66CA0B5-2736-EBD9-21F4-11720BA658B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098500F7-A009-7F5A-779E-340C6F8A230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BA7D5C78-68F1-C9CE-4AF6-8783341D53D6}"/>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8E40BEB7-AB31-EB89-ACA4-EF28B9B5BD9C}"/>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101" name="TextBox 100">
            <a:extLst>
              <a:ext uri="{FF2B5EF4-FFF2-40B4-BE49-F238E27FC236}">
                <a16:creationId xmlns:a16="http://schemas.microsoft.com/office/drawing/2014/main" id="{1FFAE32C-15AF-03D3-6530-F94C532F1422}"/>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102" name="TextBox 101">
            <a:extLst>
              <a:ext uri="{FF2B5EF4-FFF2-40B4-BE49-F238E27FC236}">
                <a16:creationId xmlns:a16="http://schemas.microsoft.com/office/drawing/2014/main" id="{BA34147C-2263-6D1A-F9A0-B210F97649E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6F24B968-F64D-070D-753F-5B7A1665569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C7BE1F2-665F-E710-25AB-AFABA9EE0C6D}"/>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1D6D449E-16D8-E5AD-D6DC-ADAA7B11B07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94B16731-91F1-602C-FE9E-A9A4E9A5B88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5847240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3A5CA-49B6-91E6-6E8B-CB569D3B6E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33C1D8-DC5D-1C8C-3E4B-6F7647F7FC4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CB16969-5DE3-19DA-FE74-44A8F892F5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43ED2E-7AB2-479A-5143-460259E1AE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F1C9AB-5847-40DB-17FF-A6FF7A992B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B86B145-BC56-04F5-AE15-311C3A67D3D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7EF33AA-0103-8DB3-2057-B16BD83DC8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BD94F82-AB9E-BA55-2E85-4BC5781494C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97484AA-5B42-FCD2-C7F2-9A3A5761856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2DD66ED-C9FF-1DA5-888D-F703B419803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641D7B6-250A-0319-B255-E14B7D4F309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B9BCEEA-01BE-EAEF-AF70-F74A0A2FC1A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C5C55C5-E2DC-EDF7-09A2-42250060CC0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F9E6ACA-1B95-3163-B9A5-DECA6882EEC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DB60472-02C4-88D3-EE98-A419B4A849E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EC599A8-63EA-45ED-B6EB-C25EF745B45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8DD8410-B887-45BB-ACFD-AA3A62D1037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77EBECF-58F0-E40B-656A-D905E955D59B}"/>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F578070-09FC-19E7-A6CE-933D2580E29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D37E9B-5652-CFCE-AEBE-BFB18BE2D46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3CA3E258-D696-5665-3DB1-C388A4F35F9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F9B50D9-A542-453C-E367-39DF0FFCA76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5F5B3F1-47B2-3263-ACC8-FC99DC9EFBC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CECDA95-A804-0B74-CFCE-7122647A287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4162112-B0D9-8014-2EF8-73F97C0BD01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2BB7F52-4E15-145B-1D4F-19DB9797339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0FC0730-048D-7479-5044-46F5611E954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E8F37D5-5C45-F2A0-E790-3C8D5F0DB25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E6B33F0-5932-1EE7-C5DF-6DAB63FEA9B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AEBB9C1-4C9C-1022-0F94-52E66A08094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F553C25-9195-ED6F-7E16-1B1753E49E3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DFB2F60-E75A-4548-0852-D764E6920C6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4057B5-E664-1898-E32A-E00B2D79B2A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FAF746A-ECB7-312E-38DB-33A4D7B51C8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560B2F6-545B-A129-2C32-5EA513C735F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0236F57-F3D9-B9AE-3083-D34CE59F5F9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20CE586-3307-A3D4-3878-FE83A4ED353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1F6ED35-DC33-EB44-B994-65F035F6D90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942E975-79C1-9AB7-B41B-98BA694FD6E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4FF6929-4CC5-EBC4-912E-A2D803A6072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932C129-685D-ABD8-22BD-3FE77D07CEC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6D5C062-3914-6173-F760-98A1E9D5E53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6CA36B9-0629-EB84-1F96-9050CF77225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322FBAA-AE47-3BD1-6959-ADE642A9539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3B147655-3EF0-1252-EB6F-C9CA6CA3A27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3484442-2B73-8413-C165-87EE26DFA27E}"/>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A57A11F5-2152-1F7B-88CE-2C7816A6FEA3}"/>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95FB206-BA02-4BCC-B0CD-79E40209D1D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63ABC40E-BBA0-0FCE-8C7C-6A5F43698DA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09D8835-102B-9DD4-C21A-0D9311B3BE8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925B747-3EDA-CDEB-EB49-BB9F1A265AA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0F948091-7CB1-A4DD-89B7-692D35F6216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2148B48-BD94-E293-4C52-F8841C4C14C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54D41B8-9D64-33E3-F6E2-7267BE8207E0}"/>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4B54F05C-5C6B-9B06-D342-D404673844B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46B748B8-3CF8-5B1E-A7B0-5260467C5704}"/>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4C5712DD-ECCA-270E-F92D-8A6B967D9F0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2B6CDF73-7785-E2C4-7D0E-1ECB3A6724E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F55F8DA5-B4F2-8E51-C2B7-E9DA54EC3FB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1A271B7D-5132-B778-276B-DBBF52D6E67C}"/>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5AD89CAB-3A2D-57DB-424B-C3D93D26AAE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5BEF43A-F569-9A08-415B-D0981E60C10E}"/>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FCD88D47-2C49-350F-8DF0-5DD14E40D3ED}"/>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A7737619-EF36-E3C9-56E1-DEDFBC8588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A2FFAFA4-C7C7-837D-C2D2-9790B6AF0D4D}"/>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5A0E634C-7B39-9AD6-4997-83045A0D39A9}"/>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644F4F30-E671-F233-32F9-9E563D46A3AD}"/>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73CA4547-C460-A55B-3AE3-BD8F9EC355CA}"/>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56635854-B07D-4F8E-DED3-6260990198F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49B63F5B-4F20-F3D0-1CB4-55262BEF7D8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CA0F25E9-1550-E3FB-E156-FCAEC523C3DA}"/>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4AB98BC4-C05F-B69D-B946-A3338749065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A66B5C8C-5D53-B8C4-59FE-953E7BA0406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96062B26-A8A7-D126-2ADF-6DF59754DA9A}"/>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96" name="TextBox 95">
            <a:extLst>
              <a:ext uri="{FF2B5EF4-FFF2-40B4-BE49-F238E27FC236}">
                <a16:creationId xmlns:a16="http://schemas.microsoft.com/office/drawing/2014/main" id="{4A0208EE-6310-879D-8A33-413FA110B5CD}"/>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97" name="TextBox 96">
            <a:extLst>
              <a:ext uri="{FF2B5EF4-FFF2-40B4-BE49-F238E27FC236}">
                <a16:creationId xmlns:a16="http://schemas.microsoft.com/office/drawing/2014/main" id="{7681B42E-7A90-5CA8-ACA6-876ABBE3341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9" name="TextBox 98">
            <a:extLst>
              <a:ext uri="{FF2B5EF4-FFF2-40B4-BE49-F238E27FC236}">
                <a16:creationId xmlns:a16="http://schemas.microsoft.com/office/drawing/2014/main" id="{EEE507D0-6820-D643-9FDB-01714FA1ED85}"/>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7F56DCE4-FF60-1AB4-6BFC-DDC7FA11AD3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AB2FBE8A-EFCD-1745-70BE-35A5E8D9ACF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AC0F63C-38BD-8161-53C8-EAD9E1C27D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3FF3B39F-B63E-A51E-780F-0D4E7C6F97A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EE6BEFAB-136D-2502-3E17-C12036098F8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D80FFF0-AE11-8C1E-2EF6-51BAC61B550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C234A790-809E-E95A-DEB5-D795DC9B5EF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06216AEF-96AB-D7AA-2AF2-873155CECEB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35B296F-6B52-20F5-0217-4C3489C758F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D6BB5BA4-59F7-AC5C-A289-DB5A63559CF8}"/>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28D24195-27E5-BB06-6E77-9AFCD9A78CC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1ED26004-71AE-3E31-C91B-764CE807D3E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765F5D1F-17FF-8B0F-1062-C917DC2FA9E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4" name="TextBox 93">
            <a:extLst>
              <a:ext uri="{FF2B5EF4-FFF2-40B4-BE49-F238E27FC236}">
                <a16:creationId xmlns:a16="http://schemas.microsoft.com/office/drawing/2014/main" id="{B772F843-F400-EC47-44B6-6C65A50D144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1" name="TextBox 100">
            <a:extLst>
              <a:ext uri="{FF2B5EF4-FFF2-40B4-BE49-F238E27FC236}">
                <a16:creationId xmlns:a16="http://schemas.microsoft.com/office/drawing/2014/main" id="{6B54D094-71F4-03FD-CD5D-BD433F1A4AA8}"/>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102" name="TextBox 101">
            <a:extLst>
              <a:ext uri="{FF2B5EF4-FFF2-40B4-BE49-F238E27FC236}">
                <a16:creationId xmlns:a16="http://schemas.microsoft.com/office/drawing/2014/main" id="{A8C84F4A-2755-3E80-3FCF-F0A85956688C}"/>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C94263E-328B-DE4B-5AEB-C56AEC81B85B}"/>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F96FF0B-23C7-EB5D-C51F-061C9062DA19}"/>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7A7BBC1-B9C7-B03B-46D5-58BF81F40DA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9F1CE80-F1BC-30F9-B9D8-9830F5033457}"/>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1571495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7C0B5-4140-7F26-D0CE-A45A761C69C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0EDE98-D67B-4E57-B8D1-2941502D13E6}"/>
              </a:ext>
            </a:extLst>
          </p:cNvPr>
          <p:cNvSpPr>
            <a:spLocks noGrp="1"/>
          </p:cNvSpPr>
          <p:nvPr>
            <p:ph sz="half" idx="1"/>
          </p:nvPr>
        </p:nvSpPr>
        <p:spPr/>
        <p:txBody>
          <a:bodyPr>
            <a:normAutofit/>
          </a:bodyPr>
          <a:lstStyle/>
          <a:p>
            <a:r>
              <a:rPr lang="en-US" dirty="0"/>
              <a:t>Last possible 1 in Column 5.</a:t>
            </a:r>
          </a:p>
        </p:txBody>
      </p:sp>
      <p:pic>
        <p:nvPicPr>
          <p:cNvPr id="4" name="Picture 3" descr="A grid of sudoku puzzle&#10;&#10;Description automatically generated">
            <a:extLst>
              <a:ext uri="{FF2B5EF4-FFF2-40B4-BE49-F238E27FC236}">
                <a16:creationId xmlns:a16="http://schemas.microsoft.com/office/drawing/2014/main" id="{246328A6-4A5F-C3DC-7E75-7720B9265CC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A88C65-5691-CF70-93FF-A75E010F21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9182E4-0E1B-A37C-CD9E-531376D9A3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9160FC-5133-8B3F-510B-E2D04F2315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2FDF46-D9A1-A0E0-3B12-49DCD5365E4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18D71AB-E6B7-C3E5-25C9-19C0D4F84F7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C08B8A3-554E-DD8D-AD4C-1258E84A8F2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7D7C862-9645-F803-34D8-21FC1524655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76CED2B-AB6E-D472-857E-AAABF69FEF9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F9CC601-A3F2-BB8A-E5EF-758A7991B4F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E66470C-0DAB-BAAA-3A2C-29FC28BEC7F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F669B96-A69F-ECFB-9C75-FA17C60929D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3A3649B5-1274-E8B3-4AA9-06B62014130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7B73549-9CA3-2AF1-1F65-7125ABE6973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54172AE-CD70-B509-9037-C4DC3A760C7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7F15858-4568-B04D-C217-A296ECDA7E2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9477911-1C37-4564-F978-B7D54B63927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2AC6407-2A00-E14D-5FEA-0EA29997F8F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F5BC853-B374-732E-F525-FE4327F5762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55F7691-90D9-0EC4-FDC5-99FFEF9DA16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69190C3-EE18-1150-0A58-30DBC3DCDDE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DA00580-4D23-4180-A865-567F6F34218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C9A467CA-A448-8160-164D-26743A6AF1E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3FD8596-6E0A-78CF-CC9C-14C4E4386D9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2631259-8DFD-4FAD-2E69-77A79FBC9E6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B048C5A-5877-7142-F54B-5A53E04A66F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47F78F2-9D69-EF5D-46A1-D0A124E5DCE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0A01C18E-09AC-DD71-83FC-DE020A35B45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602106E-C59F-0609-EEA9-D53F067A0F61}"/>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5E625B2-5A6F-2059-D75A-D334BF98903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AF61B9A-D271-5B0A-D8F3-2F35BFA42BF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F1AB4FA-74E6-5487-66F2-33547CE3A93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4915C45-FCAF-B1B5-28CC-AC956C7C502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57B1A83-A1A2-F145-DF2C-AC39137AEE1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59D7504-1818-4742-F131-9B5BD3BBF32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D519322-3F6F-5F3D-9CB2-8847ACDB830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E4BC8CC-3C59-505C-200B-6F2AA7606F5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D139B7E-CAFB-385E-27B5-7EBB5E38F6C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92BF023-8AF2-4F64-E5ED-94E58848DD6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BCC77C58-0222-85C1-6CCC-C2F3FA43250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6AE55BA-68F5-9A7C-21C2-A5B19C0D94F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22986AB-5A00-FA1C-43BC-C6CF0DA97F3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0D40790-3C90-BED5-5D56-F0FDC95A2CA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55E5815C-5A12-F755-7141-C4D58F718F7B}"/>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656A71A-50C4-83E9-AAF3-E61B3D7312E7}"/>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3CCA55E-87B5-EE00-4F21-9D4A66BB95B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3FB0BB97-9DC4-51A5-81E4-BAE2F31C2A6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D344DE0-7991-1372-9A38-42A4E71ADD1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8D70E8D-8BA5-DD46-808C-EC151B69FE8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B7D260A-CDDD-7955-4829-34AAAD89CEE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314B396-E633-EF11-0EA6-E7F608C7A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AA12C0BB-64A0-DA7F-8762-5BB2BB66D0D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CF310067-EB0D-B27B-9843-1E32B6C9A08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6476A9D5-8750-A0FA-BB9F-B28357091DF9}"/>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F953CA14-86DB-9A8D-020E-8F1797B5A0A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F83D1298-6671-84B6-3542-B86AE622000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A364CF6-FF5F-EA5A-A569-7014FBD9D2E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71936F6-B856-05F6-8361-07431780B6B1}"/>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575662D8-6C9A-EFE8-1C97-CBF67AC0C2C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0E968E06-EE6A-6191-44FD-6535FB29C332}"/>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E2D24E1B-9414-4248-DDE5-B6F179EFE9C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55A61249-4DFB-C53E-4BB6-EE33D63CC4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BED1C27D-FDFD-1402-1224-BB4C2E69C18E}"/>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90F12F26-2319-7410-4746-A330E78E3614}"/>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B620556D-1FB7-5073-2317-BDB1EDBF0C43}"/>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B9A5E6D4-699D-FAD4-6BCC-DC4695775C6B}"/>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2B36094B-DE6E-2B2F-CAF3-C4506ABB0E94}"/>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2C90CAF2-27DC-C630-A9C9-1884839FFC56}"/>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57A9B382-0913-1123-E3CC-A0CAF2682155}"/>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89A758D1-C476-4C36-89EF-3E415C5283E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E73D57C3-8823-A82C-C4F6-94A5EE3DB02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424199A3-2F89-6DFF-1CC3-9BED94EDF4C3}"/>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96" name="TextBox 95">
            <a:extLst>
              <a:ext uri="{FF2B5EF4-FFF2-40B4-BE49-F238E27FC236}">
                <a16:creationId xmlns:a16="http://schemas.microsoft.com/office/drawing/2014/main" id="{6464C75D-9A5F-D904-E82F-D4ED1E86BA95}"/>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97" name="TextBox 96">
            <a:extLst>
              <a:ext uri="{FF2B5EF4-FFF2-40B4-BE49-F238E27FC236}">
                <a16:creationId xmlns:a16="http://schemas.microsoft.com/office/drawing/2014/main" id="{85994329-2F55-86FC-8D3E-D758C1647B2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9" name="TextBox 98">
            <a:extLst>
              <a:ext uri="{FF2B5EF4-FFF2-40B4-BE49-F238E27FC236}">
                <a16:creationId xmlns:a16="http://schemas.microsoft.com/office/drawing/2014/main" id="{415F1246-BA60-2C9D-D484-5E071C87BA86}"/>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E313FC7C-91DE-E101-DAD1-1B50B06EFB7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A9FFC519-BB0F-1C81-D486-23F1DACC2A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9CEFF2F-8739-1033-96AD-7C228CE3A85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A3C02FF-1E55-B26A-1BA0-5A48F5AC43F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96CEDD64-0FEF-BA6B-E37C-B19FD21048F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C949CC3-C19A-EE4C-A71F-8455D79CB320}"/>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1A3D24EE-513C-2FE7-7850-9490200DD4B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988FBA04-24C6-AC75-F7CD-2F0D1596306E}"/>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6655EB6D-0BD5-649C-9F60-C0624DAE5BC3}"/>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C082C153-639A-DC5C-9D14-150BB4AB255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6B6AB824-08CB-FBB0-6C95-5AD0AF27A3D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2B035E67-B190-EE79-05F5-F5C1BAC9313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5A2A2AED-38CD-1890-1F4B-7520F131AF5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4" name="TextBox 93">
            <a:extLst>
              <a:ext uri="{FF2B5EF4-FFF2-40B4-BE49-F238E27FC236}">
                <a16:creationId xmlns:a16="http://schemas.microsoft.com/office/drawing/2014/main" id="{87E28328-97DE-B15F-199C-FAE6A64453C2}"/>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A0D0EF90-7DEE-D76D-3C4A-9F771C405136}"/>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C40F6A0-F6BD-C06D-797D-C1AFDC349BF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A63CCD5-9DFE-C59C-7663-90037D0932C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A8A7DD5-B317-252A-8106-F25F9B9FE55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5CF4911-AE35-FB1C-ABFD-0685461F34D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2D8EBCAA-C90E-86AC-F5D2-86D14F4D0FA7}"/>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4265345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6EFA3-F1C8-2CF5-2DF5-F6172C7490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CB0D83E-9B43-1560-8629-F05F0B15A86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B44E24-7D0C-6495-243C-AD4020CFE8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4A92F0-5B76-5A61-3D83-5F0147AEC5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8D6168-3ABF-4D0A-2685-106BE326BA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2F76AE7-8215-D7CB-C5B9-7EAEAE85AF1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718B54-90CA-9E6B-8E5B-94DBF45DD4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E5A6EC9-36A8-3CCC-07D4-2AD2D2ECBFD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B216D78-609D-A05F-45EF-5C64B151B1E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548C34B-896A-EE3F-372A-D889D45C673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65D58AE-0B3B-BA29-5CBF-701D087D304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1CABF07-8215-9FE7-2A6C-FAF5FD9F036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40EF706-707A-60E7-FBD2-F212EF0B9B8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CA76CC52-91EF-CCF1-65F1-FB6440D6D89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AD73C9F-EB5A-939A-44A7-89F51B0F6357}"/>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18824452-37A3-3334-7901-9245E8561AB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FFB065B-2990-43F1-44A3-6A0931ADD42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034C584-1321-1D1D-7366-7F66518AFE9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9E22338-9B36-A51F-AFAF-0AEA07B9982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FEDFDF8-7FFD-B4C2-E6B1-0DE6CED92DB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34ED03FB-68C7-3E1D-B5AB-56DA26A5D34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25C9F51-5B85-9ACA-BF07-AB12205A830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873912C-84CB-D16D-6A37-66BFE2D4D01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81739952-D9FB-3FB7-D2CA-CFD2B749191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4C1E2BF-BF71-084E-AACE-20BED76470D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B9B3585-E1DE-6A15-4CA0-D67A5E2C2A5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6EFE74F-B48C-B0D0-8004-49218987451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646897-FF18-96F0-2019-068645D625A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8F781ED-D752-CC32-4DDF-CCF5E90B835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431548EC-D77A-457D-268D-5316E8D0326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9D456CB-2B8C-BEC4-BBD4-553BDC3E107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AEB9643-405E-D98D-4BBD-5AA9166E5F65}"/>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D32044F-4632-BF93-FC27-8D3E9E3526B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B8ACBE-1FDF-EDF8-D085-D4C3600280C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54E6564-3C47-A181-D1D6-883A0319AC7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8FD179E-2BE7-B3F1-0C72-79882A20DB5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B991E2CE-626D-41D5-FAAC-5ABCE404350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B17A863-07F1-50E7-A139-02FC461BF18A}"/>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1FC7164-1314-B967-3A3B-90BB63A2FC9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24C1622-D8BD-2270-B4C5-0ACE4F5C8E9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B32AC35-1585-95D4-710E-0400748F321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4699E2D-773A-3498-FE4E-46438402047D}"/>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B8A9227-1BEE-691A-975A-52E824E4B54D}"/>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36A6E17-9779-67AE-80A8-5B20E99D4115}"/>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19DF442-42A8-11ED-05BC-40F852C6525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7D75894-1406-5BF9-E4F2-F4EB7282B9CB}"/>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98202C17-BF0B-34AB-BC3A-496D725670F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4DA254B9-8C9D-C75A-E240-7ABC601C98F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0F6CFAD6-8978-7E0B-47A6-48693DD254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78F2E48-9725-A341-A58C-7D58A79B7923}"/>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667629F-5204-7484-CE85-191EF56D300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9D414BE-8DDF-35EF-BF47-47C8CED6314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C6C09C27-3683-10F0-2862-1CD96847249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650F8CB-B650-BF55-597D-502A3D1F9C6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8B9610BA-6583-0D4C-0162-B94CC8D9AEE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ABEB1930-E32C-4291-2207-6A7A7BF14ADE}"/>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4DC95E8F-F165-BA6B-57EC-14759CC8841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46565380-6E16-0BFE-D655-C6B1CD96324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520BFD6-7103-7B71-5862-23507129720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5E4E1A5-32BE-86E1-7EDD-3E16BBDE6634}"/>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F83FE2ED-1478-E4B5-55DC-A219C1BB7C2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2F55538-5015-41E7-4E41-CE7D4479014C}"/>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762C0323-32E9-B5FD-E7CA-884FA89689D0}"/>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EAF81E8-7CB4-87EF-5996-015F920EF50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C17CC680-A366-39C8-77FA-DA4F173FA9C5}"/>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542D7D65-5B51-8EA7-B765-07EA037A6243}"/>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BA712A12-AA3A-66BB-9FB7-86201A995424}"/>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392348E2-CA8D-D669-BAAC-0404AC0BBB9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675CDB2B-229F-5556-0403-AC6CA51640C8}"/>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8361F163-5A8B-4834-7CAB-284931618660}"/>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0B138631-5238-DFD2-BF4E-FC648533D9CC}"/>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9F6A7C36-A9F8-1B66-9209-9830E9DADA73}"/>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43609281-437E-5E94-34A9-5BD24CDD0B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5" name="TextBox 94">
            <a:extLst>
              <a:ext uri="{FF2B5EF4-FFF2-40B4-BE49-F238E27FC236}">
                <a16:creationId xmlns:a16="http://schemas.microsoft.com/office/drawing/2014/main" id="{2C60EBB6-C31B-8FE0-49AE-042FD156E490}"/>
              </a:ext>
            </a:extLst>
          </p:cNvPr>
          <p:cNvSpPr txBox="1"/>
          <p:nvPr/>
        </p:nvSpPr>
        <p:spPr>
          <a:xfrm>
            <a:off x="4645378" y="3907597"/>
            <a:ext cx="570089" cy="230832"/>
          </a:xfrm>
          <a:prstGeom prst="rect">
            <a:avLst/>
          </a:prstGeom>
          <a:noFill/>
        </p:spPr>
        <p:txBody>
          <a:bodyPr wrap="square" rtlCol="0">
            <a:spAutoFit/>
          </a:bodyPr>
          <a:lstStyle/>
          <a:p>
            <a:pPr algn="ctr"/>
            <a:r>
              <a:rPr lang="en-US" sz="900" dirty="0"/>
              <a:t>35</a:t>
            </a:r>
          </a:p>
        </p:txBody>
      </p:sp>
      <p:sp>
        <p:nvSpPr>
          <p:cNvPr id="96" name="TextBox 95">
            <a:extLst>
              <a:ext uri="{FF2B5EF4-FFF2-40B4-BE49-F238E27FC236}">
                <a16:creationId xmlns:a16="http://schemas.microsoft.com/office/drawing/2014/main" id="{7D165B5A-EFF8-D915-4014-CD51EC9BD0CB}"/>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97" name="TextBox 96">
            <a:extLst>
              <a:ext uri="{FF2B5EF4-FFF2-40B4-BE49-F238E27FC236}">
                <a16:creationId xmlns:a16="http://schemas.microsoft.com/office/drawing/2014/main" id="{499D7463-87EB-1F25-722F-E97756210B55}"/>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9" name="TextBox 98">
            <a:extLst>
              <a:ext uri="{FF2B5EF4-FFF2-40B4-BE49-F238E27FC236}">
                <a16:creationId xmlns:a16="http://schemas.microsoft.com/office/drawing/2014/main" id="{170D2D45-4490-78F7-4057-959194B97B29}"/>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9A4B9168-24E7-C6C9-D3F7-BBD7D7F6F0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58E0337D-6936-D479-2FB0-8A130E68F92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2D6EF33-281B-16E3-A70D-CE4273E6B93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EF9EA97-C8D5-1EA6-F267-DDA30C0F828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A73FEE2-870B-C948-3F5E-AC0579C4717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54E7689F-CD5E-14A8-4C46-C6DFDCEBFC2B}"/>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4BBF033E-9B99-0DB1-D8D8-DDE4DCDC3A3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5533A95C-B031-F79A-E362-B62A076ADC8E}"/>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B44B2C73-E21A-7A47-5926-1411F4264223}"/>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06FFF46A-9EE0-F23C-E479-7453BAA74EB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5F60FF34-F7F8-1974-1279-1FD7210F188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B7304B68-E67E-2B45-B6F6-0C51F253BA4E}"/>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511BE4BC-7750-8974-44D3-964A84F0F05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4" name="TextBox 93">
            <a:extLst>
              <a:ext uri="{FF2B5EF4-FFF2-40B4-BE49-F238E27FC236}">
                <a16:creationId xmlns:a16="http://schemas.microsoft.com/office/drawing/2014/main" id="{FF11941F-2B54-6F3F-BEC9-998FE5BD33AD}"/>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E9639C77-2319-50CE-186D-925650BCEA1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C1EB7559-E2EF-AFDC-56CA-2C5A0359A2E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B83A7DE-27B3-3732-3AF7-E0F4869C5AC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5CDC7BB4-7FD7-3098-84E3-A495AECF80F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2751064-A88F-A94E-31ED-B6B89B604C5A}"/>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68A3C9AF-D019-2C4E-1AD9-F7144533B269}"/>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5113457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59087-1021-86B0-06A9-219983C4B2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AD4D503-5466-EA00-4E40-3532B38AF9D6}"/>
              </a:ext>
            </a:extLst>
          </p:cNvPr>
          <p:cNvSpPr>
            <a:spLocks noGrp="1"/>
          </p:cNvSpPr>
          <p:nvPr>
            <p:ph sz="half" idx="1"/>
          </p:nvPr>
        </p:nvSpPr>
        <p:spPr/>
        <p:txBody>
          <a:bodyPr>
            <a:normAutofit/>
          </a:bodyPr>
          <a:lstStyle/>
          <a:p>
            <a:r>
              <a:rPr lang="en-US" dirty="0"/>
              <a:t>In lower center block, 2 and 3 are in Row 9.</a:t>
            </a:r>
          </a:p>
        </p:txBody>
      </p:sp>
      <p:pic>
        <p:nvPicPr>
          <p:cNvPr id="4" name="Picture 3" descr="A grid of sudoku puzzle&#10;&#10;Description automatically generated">
            <a:extLst>
              <a:ext uri="{FF2B5EF4-FFF2-40B4-BE49-F238E27FC236}">
                <a16:creationId xmlns:a16="http://schemas.microsoft.com/office/drawing/2014/main" id="{B1287382-B889-ADAF-C2B2-6E49049878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798AE9-753D-23C8-927E-2D68548A5A0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7A9D60-9106-7E7B-A47F-2177A5589E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D4CCF0-D3F1-FF9B-ED1E-37AD3EE0F2D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1B4E65-A8F9-4988-18ED-6BA1CBB382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9ED3306-CA98-1D47-F9FB-06DB92B9198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D71A27C-F2F9-B540-FB15-D39D72E84BD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987F503-D87A-96AA-5C12-BE82F1FC8CC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5D048B7-4176-AF3A-8105-53C863C0969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CA2B5D2-75AD-E18A-5B3D-65712292494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C73DD81-5C4C-F510-E189-04321FBA552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DC3A773-7910-E1BA-7864-E6EE36B21CA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0BB6D25-DE56-AD0F-2F73-BEDA0667D09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BD81E34-9D12-E2EA-92FB-8C6396148AB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17C2173-BA35-A90D-CA75-6BA15C5CC58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462E61C5-ECD3-BBE5-D9FE-648F1B69BBD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3E6335C-C385-09BE-EAAA-86835D70055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A67F63B-A38E-67BB-6AF0-C5DFF2E0B76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8CEB5F68-DBB9-4521-7335-951187A306F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50432838-318A-86B8-5C4B-A8A8983EDA4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16C4DC9-BF3B-4F1C-B2CC-5235C030B9E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B4BFF69-4C0B-15E5-E3AB-06029A24D4A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C201816-B164-C3DF-DEAF-005073C4043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91F08BF-2427-4ABC-89A4-F4C688C9741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7697C5C7-9D99-A035-0E4D-0DF1DFB81EA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5EDB98A-CC91-86F8-6F09-8BFA3D0E007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889D377-A563-0B4C-8A2B-82315D5FDE8B}"/>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AF05FBE-EC5A-9C1D-D16D-6AC59B2D169E}"/>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2626DDE-DD32-188D-04E5-702AB0B0B28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33BF371-C354-21B0-D740-DF43174AA8C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602ED52-2681-646E-8716-27E4317C0FA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91932AC-CC3D-FDF6-10A4-7958BB84840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1FE976D-5B8C-0F7D-13C3-2F1FD841F1A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5275E32-7252-8A16-68CE-A0B8D10BCE6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0BD6387-9196-A3E5-53E4-528E7320F8C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05FCF07-0F62-5223-00DF-B1096E795C9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E0D7C20-FCCD-FFD6-9079-C070135E20E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8A32105-B6B9-902B-C71E-06B06948376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274BC5E-BDC9-F7EE-A31D-1BCA6CF1605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BD20B2BC-D8BA-ADD5-328C-9B6A490DE05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5A2110A-3717-7C76-3187-19611B3C45A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3FDA9CB-8B33-4479-D484-F3B166DC704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158F3DD-DC64-A7C7-0753-0171DBBD9E3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4CB7CFA6-5145-2F3D-3C3C-389C39980B4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79874DBA-612C-A89F-AA94-036CE03CA11A}"/>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FD4F7B3-C763-EAF1-CAFE-2EA3B727FFD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D4C7607D-4A70-EB95-5999-ECE75F3CF26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A0B86A2-A962-69EC-D78B-EA5B9C42074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BF929BA-565B-694F-A117-1E2D2E47692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E79C78F-B650-7908-1E97-970C3FEBA8D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090BFB54-1F10-225D-E339-BDF944603B2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3C8F04F-E55E-6584-563A-2017426B928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75F89E9F-8FEF-D447-753D-83144A7C238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8991D42A-F2FC-B8FD-0AC1-FF312BB88DB0}"/>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C69647A7-CB6A-E379-F2BE-409919E8D1FC}"/>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6F92C0C0-6A06-5017-3FB8-E6274520DC7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0EAD217-4CC2-292D-0515-98C1401C2C2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469D4014-626D-9D0F-F699-B25E09D9AE6C}"/>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3F9137A8-2E74-7F95-3757-4A283CAA026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E02E24A-86E0-92E1-353D-E41627FCB11E}"/>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0C84A2EC-A7A4-4248-61BD-BA64417C3F91}"/>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F55C22E3-4231-CA16-10EE-581B41ACF44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DFBEE086-685D-5082-D344-81A09CAD651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F6512E92-075A-8CEE-4B73-5695F45FCEDE}"/>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ACA9AA38-DAA5-8115-B7A6-313A6E1F9622}"/>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08141660-9DF6-3BD9-65DE-A4032EF1295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8C58EFB5-FA1A-5539-B815-DB0D09F01C8F}"/>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43280F06-7836-5A58-BD23-3174E114110B}"/>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2DC9952E-A6A6-D575-428A-AD9324CF7D32}"/>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D20B4542-0B14-21A4-6CAD-310B67E1B84A}"/>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10FC56EF-ED9D-9CB3-1E9E-A7F5134BBA2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6" name="TextBox 95">
            <a:extLst>
              <a:ext uri="{FF2B5EF4-FFF2-40B4-BE49-F238E27FC236}">
                <a16:creationId xmlns:a16="http://schemas.microsoft.com/office/drawing/2014/main" id="{04CBF9B3-8446-E395-34DC-F3500FF5970D}"/>
              </a:ext>
            </a:extLst>
          </p:cNvPr>
          <p:cNvSpPr txBox="1"/>
          <p:nvPr/>
        </p:nvSpPr>
        <p:spPr>
          <a:xfrm>
            <a:off x="4645378" y="4408541"/>
            <a:ext cx="570089" cy="230832"/>
          </a:xfrm>
          <a:prstGeom prst="rect">
            <a:avLst/>
          </a:prstGeom>
          <a:noFill/>
        </p:spPr>
        <p:txBody>
          <a:bodyPr wrap="square" rtlCol="0">
            <a:spAutoFit/>
          </a:bodyPr>
          <a:lstStyle/>
          <a:p>
            <a:pPr algn="ctr"/>
            <a:r>
              <a:rPr lang="en-US" sz="900" dirty="0"/>
              <a:t>568</a:t>
            </a:r>
          </a:p>
        </p:txBody>
      </p:sp>
      <p:sp>
        <p:nvSpPr>
          <p:cNvPr id="97" name="TextBox 96">
            <a:extLst>
              <a:ext uri="{FF2B5EF4-FFF2-40B4-BE49-F238E27FC236}">
                <a16:creationId xmlns:a16="http://schemas.microsoft.com/office/drawing/2014/main" id="{2FC4E219-428A-A2AE-6BB1-3F6FD2DAB2A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9" name="TextBox 98">
            <a:extLst>
              <a:ext uri="{FF2B5EF4-FFF2-40B4-BE49-F238E27FC236}">
                <a16:creationId xmlns:a16="http://schemas.microsoft.com/office/drawing/2014/main" id="{A4552A68-84DA-2C60-7364-B17669501009}"/>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F8F0BE28-97EB-8C50-2065-B46D198A83C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F999607F-A931-18F1-E030-D0CE96F21C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2161DE6-9C99-521C-ADD1-298E494E8B4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764D7E9-0A62-6EDA-184D-597A2CF8EE3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3D873E1-01F3-8C43-5015-16EB3E7E8D8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49CD6E1-8035-26DA-1C7D-BEF0FB4DDBAE}"/>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72212923-28FB-9EA5-6C99-072B3D7C2234}"/>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158EF2D5-F3FD-0EE2-14F6-65B297089A81}"/>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CA806190-920C-69D5-3DB3-EC5461CD4E43}"/>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67062705-390E-68F3-D521-9CE72576CCC7}"/>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8214E2BF-0EBD-ED91-2E5A-48D323232E4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50B39CF6-BA47-0AC8-A566-AB0BA3965F9C}"/>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A7502949-0BCC-0BE5-DFC3-034D84F17949}"/>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4" name="TextBox 93">
            <a:extLst>
              <a:ext uri="{FF2B5EF4-FFF2-40B4-BE49-F238E27FC236}">
                <a16:creationId xmlns:a16="http://schemas.microsoft.com/office/drawing/2014/main" id="{CB2C6C13-B086-E6C7-25CE-A8CDE965610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0748F794-213C-F805-F1A7-D7BF1DDECFBD}"/>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F0D9BBBA-704B-41FA-80FF-FF629C23DAFE}"/>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E15AD97-2C7D-91A0-22CD-FDE5701BB63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794B60D-E861-C6CC-1D8B-E15C99A3C005}"/>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2B6A4D2-DDC7-3EBC-67B2-29E614FE012A}"/>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E84B553F-69F8-6208-99C0-1789C217CA90}"/>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589068C0-EEEB-211F-1008-A1032A9F76AD}"/>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235646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C9ED7-C180-E874-114F-157AE799A7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A66194-96B8-1C94-E78A-EFB06589DD0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808FA0-78A8-48DF-7A8B-FBABDA1FE0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808EF-F076-B420-1489-CD70967642B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39CD2DF-D51C-B00D-7969-6B5CFA1A04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8F4747-F35D-551D-0A86-2C4125A6C2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185C2D3-D908-B04F-3BAE-16C57E85880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49B5AE8-0CE0-C4C2-79C6-ED348C9D9A4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F0D9A8D-4049-193F-DE05-C8D9BE6BB14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00E1281-EC43-4449-C65D-AD4CAC3D958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DC18EC1-E6F7-6C4A-2A3E-FB0F5DB28CB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5D8DE8F-8FFD-BEBE-EAB0-130EF604C1A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28AE7D3-C12C-3032-DDE7-336593E06CB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27D8C97-E2A1-5C58-2D09-48F94CB6444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D810C61C-061D-4916-33A1-0F0458B5E1E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DC684651-EA6B-5245-5DB8-660A5385D8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DAD820DF-8290-872F-9891-B6048DA400F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997DC46-A816-866F-52A9-47F8F7D0412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8FFE052-BD50-5A3E-4C27-1AC98C1BF7D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15EA3B3-407A-195D-85D3-290A40C4E74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52A1CF3-C16A-20D2-1205-3034675C506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6005B97-B6C3-224D-1685-3F6E665061B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A0A792F-2393-618D-6B6D-6B7FC3EBB1B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0E0CB35-6F68-09CC-BFEB-6DC954050B6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97003F3-3C9D-3623-2ABD-E85439C0657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B2726CC-8AE4-F6A6-50DF-BF22A494E9A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B52BE257-3615-8C8F-4A5A-FD5A5BF494B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9BE14A8-2232-F35B-51BD-DFCD10EEEA1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974DF29-568F-F048-365C-316E5795827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EF2611B-8B14-F485-3A44-1A9AF9F8D27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225771E6-EBF7-1B8C-A756-0C7BA941746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1307E11-B0C9-7A4A-D53E-9A93122AA55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5F2AD57-0EAD-4145-C96E-8D08B3F43A6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538BFB9-D97C-4574-1FEA-AA95C4C62F1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F0A57E0-DD77-3038-B80D-F6DD050E80A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557AEEC-49C2-BB8C-677D-7DE35FE3EA2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7725DE4-CF38-B694-D5DC-932823BA6A1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01A7420-F568-6EA4-04E4-60092D63AF8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EC7C5159-F6DF-0639-17E1-BD1AA370ABF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9D6FDBC-C6B9-5B74-5384-89A2F84BFB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FFB5CAF-E893-DDC0-F0DA-5504D11C03B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EBAFAEE-06B8-AE0A-60F3-5750DC11A1A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8810F01-0188-FD2F-9C13-1A8FAC073B0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BFF20444-F999-4E2F-338B-2AC5B1900322}"/>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3465E67-D5E8-3ED1-14F8-F55121F53A0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0CED3B1B-7C64-194F-78FE-CA841FDD44BD}"/>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DBA0528-137F-CF36-E0BA-A605F7A2A547}"/>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1555F2E-8265-3408-25E5-A3920F36DEC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94F26D6D-CB8D-F731-CB8B-B638B01641F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ECA81216-42D3-37E4-2A86-C469D37F094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DA6258E-826A-7A80-4094-C9CDB6C684E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8990D65-2DE6-6171-8438-8F687B37F3B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06EBA41-B9A0-9914-6987-89E14B94E84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9DFF6E23-3967-799F-7045-69F56DD008A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935B9DF1-3C50-4AF5-3122-FCCB2A21DBD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5788A6D9-BC11-7BC9-0BBA-00E73D3BBA31}"/>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62CCD8A8-0C27-700F-94BE-2ABEF9483F8F}"/>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9EEDFE24-4CFE-6806-4F88-A09C16978A4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83874D45-5DA6-BC28-35A9-39AD224E5C5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C2606DCC-9361-5672-7E4A-0DD550855F9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B4CA3A90-8E52-4D94-E587-FC9917D393F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B1ECBDDE-10B1-E62D-E346-714FAF61A0DE}"/>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3F7EACE3-7457-2C31-3F19-D328AEDBE1A9}"/>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6C262AFB-1813-A8F8-F465-19334936EFE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0C760F4E-0873-EC76-F126-F97DD5A90B75}"/>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196DD6EA-51FD-1D1E-AEFB-81E98A312008}"/>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6A3A3351-F073-362F-FE14-C8177F59D233}"/>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40532DB7-7F69-E7D2-B98E-0F571BBB8AA3}"/>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DFB42D28-0D91-9E10-6D1D-83A11B1661E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84D879BF-C76A-1FFA-14C3-C60BAB7BB30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030DE3F3-13B7-9198-3B69-AAB628749E49}"/>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5A387D11-CDAA-9D93-8D1C-D212A98F54B6}"/>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09F41E27-A64B-4236-C44B-E9EEC44B5E9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96" name="TextBox 95">
            <a:extLst>
              <a:ext uri="{FF2B5EF4-FFF2-40B4-BE49-F238E27FC236}">
                <a16:creationId xmlns:a16="http://schemas.microsoft.com/office/drawing/2014/main" id="{FB08CA1F-7B92-F430-D4EE-E6E7571364E3}"/>
              </a:ext>
            </a:extLst>
          </p:cNvPr>
          <p:cNvSpPr txBox="1"/>
          <p:nvPr/>
        </p:nvSpPr>
        <p:spPr>
          <a:xfrm>
            <a:off x="4645378" y="4408541"/>
            <a:ext cx="570089" cy="230832"/>
          </a:xfrm>
          <a:prstGeom prst="rect">
            <a:avLst/>
          </a:prstGeom>
          <a:noFill/>
        </p:spPr>
        <p:txBody>
          <a:bodyPr wrap="square" rtlCol="0">
            <a:spAutoFit/>
          </a:bodyPr>
          <a:lstStyle/>
          <a:p>
            <a:pPr algn="ctr"/>
            <a:r>
              <a:rPr lang="en-US" sz="900" dirty="0"/>
              <a:t>86</a:t>
            </a:r>
          </a:p>
        </p:txBody>
      </p:sp>
      <p:sp>
        <p:nvSpPr>
          <p:cNvPr id="97" name="TextBox 96">
            <a:extLst>
              <a:ext uri="{FF2B5EF4-FFF2-40B4-BE49-F238E27FC236}">
                <a16:creationId xmlns:a16="http://schemas.microsoft.com/office/drawing/2014/main" id="{09C01B1D-2FA4-7DB3-9B64-AE5713D33E6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99" name="TextBox 98">
            <a:extLst>
              <a:ext uri="{FF2B5EF4-FFF2-40B4-BE49-F238E27FC236}">
                <a16:creationId xmlns:a16="http://schemas.microsoft.com/office/drawing/2014/main" id="{09615D5C-1FD9-5B1B-85F4-41B865D01CC1}"/>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DD6F7A42-1722-0DCB-1804-448C33A3CA20}"/>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BF9F72EA-C238-458A-9D20-94889556C5F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E53EF44-36DC-DE3E-61E1-D7F7E5294BF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0341863-D4D4-2C66-E1D2-FD575EFDE1B5}"/>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9AC50124-54C1-5ABC-B43F-D773D8BFFEAE}"/>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1E68AB5-66F3-A791-F092-01828950875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BFD6A3A3-465E-7E7F-A59E-4AEC9A3D7FA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E0D3FC2D-390A-74F5-F0BF-3ECC288B6BB3}"/>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224CE14B-8B9C-FC5B-16D9-82C35AE461D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A6F80488-D74C-FF7D-469C-D0E9C390DD9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80" name="TextBox 79">
            <a:extLst>
              <a:ext uri="{FF2B5EF4-FFF2-40B4-BE49-F238E27FC236}">
                <a16:creationId xmlns:a16="http://schemas.microsoft.com/office/drawing/2014/main" id="{A67BDFF1-406E-2B06-115F-FAD92A132EA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2A76A4F0-F16F-4F1D-AC08-86CE72E48BF9}"/>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EFDA04F9-F0FB-FEF3-69D0-92B30A81492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D464DB54-757E-4CDA-78A3-193039C4EB6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A1523BC0-AA73-08B4-11F1-AC22A31BDB6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C65226FD-7CCA-79D2-9B1E-8FA26738CEEB}"/>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D9C0AD9-0205-A44A-A07F-A1E06476537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D1EAE038-740F-FE71-A9F9-DA145088037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73E3FFF-0496-8FF4-5875-ED58E5547926}"/>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83F9228B-55C3-F6AC-1EEF-36990BB9D38C}"/>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C7A834AD-F141-4810-4405-09D6C7986A4D}"/>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2994384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2FFB-2370-5B5A-F787-92A330F861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325963-7D64-76ED-B880-2ED428A3BDF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C25B0EE-37A8-F5D5-C3E5-4347ABF21D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425CC0-5619-9590-AF74-832F38BC44C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BFA8ACF-63F2-E1E7-CE7A-D0F07CB06F0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95A7A1-3AA7-EFF2-FDDD-F1EF19D334A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44AF5B-82FA-1F8E-01E4-4934E7EF7A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117BA11-673B-9D5E-3626-21EB076C269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B11F39B-AA52-1A34-4BD8-CB1F844C848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E6CF2A7-59E5-E4C1-B7E4-382DE3A74C7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10E795E-4037-9DA3-B539-60777142F6E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1B52A5A-2119-2DF8-B1BD-3C0858990AE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3B5DF91-7FDB-4B86-2834-5E5124562F9B}"/>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0DBEC6C-5B90-4EC3-7BFD-13689BB3E19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9B3BAD5-E95D-5D8C-64F5-BB1835B763B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2D5A83E-0090-6FD4-279D-D7708B8CA84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E271E690-906C-1490-7C18-A6B94936CF9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1E80A03-853A-E260-A1D3-24B8D0AB47E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0CD339C-26A8-D009-0E25-35AF40B81CEA}"/>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1CB2F05-AF18-1BC9-F421-CB81718AB5D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38593BEC-5420-5973-7326-B9BCA304E3B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62EB940-1D26-0331-4D0F-A17C19A4FF8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C983211-AFAC-AD49-F836-25C39CB3F2C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21A1DB1-E74F-AE3E-7AF2-1405729A76C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6144B86-D5BB-346A-8213-0E5B4A777ED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AF1EF24-CD22-E5D5-4B14-851884C88F4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3F7ED50-5864-520B-27A6-8E9E30D81DC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89485F7-A7AB-3A19-FF68-3852919D3E0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A322B68-8DF4-2E15-8A4A-C6B9C811749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91E79789-EE0E-0789-5185-DEED1146927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09008EBB-ADBD-8844-51F1-AF8C65FFF66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2709192-D59B-7DA3-2FAD-07107089B06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654E55C-2754-87E5-5730-EFB40BF23A2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E4300B4-AC68-1E85-888F-238AC8AF35A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49729EA-8C10-5D87-A564-8CD206B2A7A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97EC719-7C10-638F-37AA-CA3B3EB8A53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9CB0982-AC9E-933F-0012-85B4461EF19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48B36B1-4C9D-BFAD-8D19-084AFED8E07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69FFB15-0EC4-17FC-F26D-F731106254D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7140023-0C9E-E1B2-97D5-2A584F5AE47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CF843B8-B06D-7D15-6543-8CBB332A2C6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C1D3D16-68D2-6419-8888-C7D422B62B0D}"/>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161BEF1-B038-5F88-4798-CBC17A6BAC8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6D37D89-3E44-B6BC-7F65-C5E8F52DE16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863B51F-4E10-0F14-C9E7-24FBB804D92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25C5FB43-756E-5AB2-BD92-268F8A3B4B6D}"/>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454435FB-2240-82A0-0760-378C3A683AB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D479871-8742-6CB9-9C0B-0188EDF3253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62C28476-EFF5-FC2F-F68F-63AEDEA57DD1}"/>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6EE752EC-24A5-346C-9E3D-E15C29E0352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72AF487-8EA7-F677-59E9-ED90DADB55D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49103CDC-8A16-680E-587A-DEF6D6EC885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D27A324B-4B58-A2CB-2A76-9F169412708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93540494-9127-6DE7-1B31-854A52E08B8C}"/>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17D7057C-F4B8-4587-67A6-2FB6AFD29DD9}"/>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81324581-7EDC-545F-FA8D-CF074B5035DC}"/>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2F06ABFE-7A56-B769-9918-E0E9D8755EA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2" name="TextBox 71">
            <a:extLst>
              <a:ext uri="{FF2B5EF4-FFF2-40B4-BE49-F238E27FC236}">
                <a16:creationId xmlns:a16="http://schemas.microsoft.com/office/drawing/2014/main" id="{B3D429F9-8E55-122D-E353-0F278523B2F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C513AF4-FC0A-B51D-3FDF-9301D7332464}"/>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11EDBF1D-5864-FE8C-92C4-E8F1EFFA4817}"/>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F0124E21-1537-BCB3-0ED5-D2CDBBEFA8E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F58BB8D-2E0E-2E06-0362-C64FE801519A}"/>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BEDDD5FC-4E85-3EC4-C6CF-5A130E7C36C5}"/>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6D82B51A-8AB8-18CA-946A-83E3877CFB2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B4A34009-5689-C366-97FD-7DEBD67767DF}"/>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4" name="TextBox 83">
            <a:extLst>
              <a:ext uri="{FF2B5EF4-FFF2-40B4-BE49-F238E27FC236}">
                <a16:creationId xmlns:a16="http://schemas.microsoft.com/office/drawing/2014/main" id="{5BA25F26-5C85-BC48-67F1-4A5460DD90C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85" name="TextBox 84">
            <a:extLst>
              <a:ext uri="{FF2B5EF4-FFF2-40B4-BE49-F238E27FC236}">
                <a16:creationId xmlns:a16="http://schemas.microsoft.com/office/drawing/2014/main" id="{4B83E495-7A57-0AFF-9109-A70F5A5179D0}"/>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2278FF7E-C74A-CAE9-9321-19DBE75F296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89" name="TextBox 88">
            <a:extLst>
              <a:ext uri="{FF2B5EF4-FFF2-40B4-BE49-F238E27FC236}">
                <a16:creationId xmlns:a16="http://schemas.microsoft.com/office/drawing/2014/main" id="{723147AF-0FA6-6C7C-38C8-5AE45026190F}"/>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68EF1393-6200-EA66-0A3F-96F724863ABE}"/>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3905F893-2E53-B775-4CA1-8E611B101F79}"/>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AB795037-D7E7-AF4F-85E5-9E05AAE0D0D1}"/>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5CEDF2D8-62F8-14BD-3846-1D204E1B1F5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96" name="TextBox 95">
            <a:extLst>
              <a:ext uri="{FF2B5EF4-FFF2-40B4-BE49-F238E27FC236}">
                <a16:creationId xmlns:a16="http://schemas.microsoft.com/office/drawing/2014/main" id="{54F7F56C-A3BB-6C21-134F-AA66EB2BABA0}"/>
              </a:ext>
            </a:extLst>
          </p:cNvPr>
          <p:cNvSpPr txBox="1"/>
          <p:nvPr/>
        </p:nvSpPr>
        <p:spPr>
          <a:xfrm>
            <a:off x="4645378" y="4408541"/>
            <a:ext cx="570089" cy="230832"/>
          </a:xfrm>
          <a:prstGeom prst="rect">
            <a:avLst/>
          </a:prstGeom>
          <a:noFill/>
        </p:spPr>
        <p:txBody>
          <a:bodyPr wrap="square" rtlCol="0">
            <a:spAutoFit/>
          </a:bodyPr>
          <a:lstStyle/>
          <a:p>
            <a:pPr algn="ctr"/>
            <a:r>
              <a:rPr lang="en-US" sz="900" dirty="0"/>
              <a:t>86</a:t>
            </a:r>
          </a:p>
        </p:txBody>
      </p:sp>
      <p:sp>
        <p:nvSpPr>
          <p:cNvPr id="97" name="TextBox 96">
            <a:extLst>
              <a:ext uri="{FF2B5EF4-FFF2-40B4-BE49-F238E27FC236}">
                <a16:creationId xmlns:a16="http://schemas.microsoft.com/office/drawing/2014/main" id="{DC5B67A0-46D5-5AFF-CCF2-C17D6F367B7D}"/>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99" name="TextBox 98">
            <a:extLst>
              <a:ext uri="{FF2B5EF4-FFF2-40B4-BE49-F238E27FC236}">
                <a16:creationId xmlns:a16="http://schemas.microsoft.com/office/drawing/2014/main" id="{6F299760-7A2C-9F28-59B1-496DC83EE0A3}"/>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3EFA5AEA-8374-801C-5A19-6126892C3DF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3FDC1C4F-1466-D07E-FEBA-4F377F6F1E6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0F857CE-9590-C61B-CB7E-6B52C6585B3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027D54D0-0F6E-D9EC-C0DD-E47C819EB9E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BE2AE74B-0D53-BEBE-B0BC-5B177B23EB7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295E0C76-B4AA-B2B9-FD9B-D605976A8AC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3C6F15E5-1873-A627-FA31-0C59D74558E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046A5C35-2D80-AD09-9A7D-CD7AE02A0D1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6CC9EDFE-08E5-E17B-9709-906D1ABA76F4}"/>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08C12C31-0ED2-023C-386A-995BE2C1554E}"/>
              </a:ext>
            </a:extLst>
          </p:cNvPr>
          <p:cNvSpPr txBox="1"/>
          <p:nvPr/>
        </p:nvSpPr>
        <p:spPr>
          <a:xfrm>
            <a:off x="5650090" y="2905709"/>
            <a:ext cx="570089" cy="230832"/>
          </a:xfrm>
          <a:prstGeom prst="rect">
            <a:avLst/>
          </a:prstGeom>
          <a:noFill/>
        </p:spPr>
        <p:txBody>
          <a:bodyPr wrap="square" rtlCol="0">
            <a:spAutoFit/>
          </a:bodyPr>
          <a:lstStyle/>
          <a:p>
            <a:pPr algn="ctr"/>
            <a:r>
              <a:rPr lang="en-US" sz="900" dirty="0"/>
              <a:t>128</a:t>
            </a:r>
          </a:p>
        </p:txBody>
      </p:sp>
      <p:sp>
        <p:nvSpPr>
          <p:cNvPr id="80" name="TextBox 79">
            <a:extLst>
              <a:ext uri="{FF2B5EF4-FFF2-40B4-BE49-F238E27FC236}">
                <a16:creationId xmlns:a16="http://schemas.microsoft.com/office/drawing/2014/main" id="{4E62E078-6BC0-0DAE-712B-201E9006F83B}"/>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FBF61CB0-26D1-6899-0433-2E621E195937}"/>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ECE089FB-290E-A715-BA92-91CA978C39F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A3B7BF4C-DC5B-63C7-16C9-B8561B5E27C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39DA7BBA-D3C6-CDE1-1959-923CFA8FD7B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CDAB238B-E25B-AB48-8054-078245A7AE2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4CA99F42-890B-B53B-1A32-593B7B7FA77B}"/>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8346C849-115B-5978-88B0-ED8792BBAF1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6EA58FC-8C98-67B7-94A7-3D660337DAF6}"/>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FEA5254B-7366-C38C-DDDF-0BCA098AA767}"/>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FDF774AB-1818-3DC3-D1D7-2884D1541EF1}"/>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2832394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21BA3-C3C6-9481-5F6C-FD5076F3BB4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204363-B2C3-289C-02B4-C0BB41870A2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102629F-E16B-E578-0A83-F1E3CF91BE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C74118-7ACB-A589-9D15-411AA5CAEB8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956ADE2-C467-E76C-32D1-36910ED64D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055C474-F5A2-C30F-B519-16D53DB852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C824902-E211-FFA8-7681-E036A56D66E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ECC7AFE-8320-504D-E0DE-C86C206B434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B398E52A-3BA0-D09D-A824-F9EBED81992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3E0FA66-ADAF-AB5A-1804-0373A530C76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D4A5717F-2C7C-9A04-8AD0-57F68C73098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A2461CB-1FFB-A134-6941-AE610E131A8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9CFEEE1-7DE9-A3BE-FCA2-182DB388E8B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3C8CB2D-3A82-686B-C7C6-21E12022B5C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D4DF5F5-0928-2186-256D-C583845C953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DFC4FA9-20C6-270D-626B-8C0C3E6A76E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6232E12-9FD1-4D29-5EAB-3B856FEA0CC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489C1429-19A2-C113-4E7A-409ED58DFCF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698B897-9944-E5EC-FC73-2AF5D39A8A5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48749BE-225A-37FB-5683-B08A7D5861C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A70CA71-5E4C-FED0-373C-1F4AE500249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07C5F3B-E4D8-DC8A-5929-AE672DC308C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F151429-DBA9-694F-2026-9B3A1F8DD65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D7B2BBD-C51F-D7D5-FB20-53AB101A26E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C53EF6A-8E15-DC16-969B-6F1156A0AC3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440547E-C527-D993-6932-45255AF2786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01E240E-6DC7-FA4F-2C4C-8DA30D2A3A1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6824491-BE6A-BB15-73AA-DD107C304F1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5CA119C-C015-1356-06B8-6C5D47248DB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DEAAEEC-3B39-0782-A773-9BA4ECAA0B5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CB30B84-33A6-30CD-850D-A4CE99A3AAD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F5B1464-CD23-6C78-A96D-AFAE864EC6B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F01B6CF-1244-A7C2-8B1B-33CF65FD86F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5B42E74-12B2-A66A-20FD-C27FE2D200D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B443DBC-F8E7-F361-9BFE-02A56BB286E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B6AC771E-3064-EBD3-C474-E3E201BD605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FA69296-BE1C-601F-A76A-FE5031E65E0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6CB3C70-8F53-C576-CEF3-A63902F735B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2686F45-7FA6-080E-DA75-2856049E816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A9CCE9E-48A4-2091-3F1F-C3E5E74518C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E0EC6D2-DEC8-0CBB-3D82-BA5BA6702C1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27EA5DD-CBDB-D209-78BC-0004F98A931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6A23180-D6A4-7F7A-409A-448F015B9F6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4655A138-AE0D-C7F6-5AD6-EB61342C39D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CF6922BE-C966-DF39-4161-9CEFAF273CC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D8DB50B-0EB9-54E4-EB28-9D2F06D6728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AB3E374-A18E-B88D-BAF8-97E6362119F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92472B1-533B-B274-E6C5-BCA606C88B9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0AD7B205-1C25-55DC-15A3-A588D03A671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A92FB2E-3EFA-1F65-3DFF-ABB6DCAB5AB7}"/>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2418DD35-8E25-1F9A-36D4-B707B05CC7E3}"/>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E8C3D7A6-527E-7CC3-B2C4-D2CC0E0D8CD6}"/>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62C031C5-A91E-B9D5-A300-408063C089E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2" name="TextBox 71">
            <a:extLst>
              <a:ext uri="{FF2B5EF4-FFF2-40B4-BE49-F238E27FC236}">
                <a16:creationId xmlns:a16="http://schemas.microsoft.com/office/drawing/2014/main" id="{9765B93B-E397-287F-0B21-657AA102F6F6}"/>
              </a:ext>
            </a:extLst>
          </p:cNvPr>
          <p:cNvSpPr txBox="1"/>
          <p:nvPr/>
        </p:nvSpPr>
        <p:spPr>
          <a:xfrm>
            <a:off x="4645378" y="3525921"/>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133C3B7E-DE94-C40C-0541-1B3DCEDC782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9E573B76-C38B-CA35-D930-886E75784AF7}"/>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F0A6AEBE-602C-8784-18BF-5E823563285E}"/>
              </a:ext>
            </a:extLst>
          </p:cNvPr>
          <p:cNvSpPr txBox="1"/>
          <p:nvPr/>
        </p:nvSpPr>
        <p:spPr>
          <a:xfrm>
            <a:off x="5650090" y="4527809"/>
            <a:ext cx="570089" cy="230832"/>
          </a:xfrm>
          <a:prstGeom prst="rect">
            <a:avLst/>
          </a:prstGeom>
          <a:noFill/>
        </p:spPr>
        <p:txBody>
          <a:bodyPr wrap="square" rtlCol="0">
            <a:spAutoFit/>
          </a:bodyPr>
          <a:lstStyle/>
          <a:p>
            <a:pPr algn="ctr"/>
            <a:r>
              <a:rPr lang="en-US" sz="900" dirty="0"/>
              <a:t>68</a:t>
            </a:r>
          </a:p>
        </p:txBody>
      </p:sp>
      <p:sp>
        <p:nvSpPr>
          <p:cNvPr id="73" name="TextBox 72">
            <a:extLst>
              <a:ext uri="{FF2B5EF4-FFF2-40B4-BE49-F238E27FC236}">
                <a16:creationId xmlns:a16="http://schemas.microsoft.com/office/drawing/2014/main" id="{6D454FD4-286B-C043-8A26-4336CD27D884}"/>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9CADD91A-9664-E1A7-6AA8-1A340084379F}"/>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9C2754CF-F725-C0F3-DB41-EE46A5A42A7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2792F23F-EBF2-B632-6CC0-6B7AD9E7AEB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8" name="TextBox 87">
            <a:extLst>
              <a:ext uri="{FF2B5EF4-FFF2-40B4-BE49-F238E27FC236}">
                <a16:creationId xmlns:a16="http://schemas.microsoft.com/office/drawing/2014/main" id="{7AA0CB5F-4EFE-B30F-252E-6457A3B4B1A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89" name="TextBox 88">
            <a:extLst>
              <a:ext uri="{FF2B5EF4-FFF2-40B4-BE49-F238E27FC236}">
                <a16:creationId xmlns:a16="http://schemas.microsoft.com/office/drawing/2014/main" id="{E27D13C6-40A7-94B3-728C-F9675217FBAF}"/>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90" name="TextBox 89">
            <a:extLst>
              <a:ext uri="{FF2B5EF4-FFF2-40B4-BE49-F238E27FC236}">
                <a16:creationId xmlns:a16="http://schemas.microsoft.com/office/drawing/2014/main" id="{F52F9EFD-7912-8991-1A44-3DB35829FFD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3D9D7F32-C21A-4B98-7B5F-15C032445A98}"/>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02B42099-8EF2-08EB-7B00-0F2AC22CA37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3" name="TextBox 92">
            <a:extLst>
              <a:ext uri="{FF2B5EF4-FFF2-40B4-BE49-F238E27FC236}">
                <a16:creationId xmlns:a16="http://schemas.microsoft.com/office/drawing/2014/main" id="{60F979F1-DBFD-4E63-551C-8EF87F69D281}"/>
              </a:ext>
            </a:extLst>
          </p:cNvPr>
          <p:cNvSpPr txBox="1"/>
          <p:nvPr/>
        </p:nvSpPr>
        <p:spPr>
          <a:xfrm>
            <a:off x="4645378" y="2404765"/>
            <a:ext cx="570089" cy="230832"/>
          </a:xfrm>
          <a:prstGeom prst="rect">
            <a:avLst/>
          </a:prstGeom>
          <a:noFill/>
        </p:spPr>
        <p:txBody>
          <a:bodyPr wrap="square" rtlCol="0">
            <a:spAutoFit/>
          </a:bodyPr>
          <a:lstStyle/>
          <a:p>
            <a:pPr algn="ctr"/>
            <a:r>
              <a:rPr lang="en-US" sz="900" dirty="0"/>
              <a:t>16</a:t>
            </a:r>
          </a:p>
        </p:txBody>
      </p:sp>
      <p:sp>
        <p:nvSpPr>
          <p:cNvPr id="96" name="TextBox 95">
            <a:extLst>
              <a:ext uri="{FF2B5EF4-FFF2-40B4-BE49-F238E27FC236}">
                <a16:creationId xmlns:a16="http://schemas.microsoft.com/office/drawing/2014/main" id="{B5F0291F-1A4D-F55D-4EB8-A9D612F6F8AE}"/>
              </a:ext>
            </a:extLst>
          </p:cNvPr>
          <p:cNvSpPr txBox="1"/>
          <p:nvPr/>
        </p:nvSpPr>
        <p:spPr>
          <a:xfrm>
            <a:off x="4645378" y="4408541"/>
            <a:ext cx="570089" cy="230832"/>
          </a:xfrm>
          <a:prstGeom prst="rect">
            <a:avLst/>
          </a:prstGeom>
          <a:noFill/>
        </p:spPr>
        <p:txBody>
          <a:bodyPr wrap="square" rtlCol="0">
            <a:spAutoFit/>
          </a:bodyPr>
          <a:lstStyle/>
          <a:p>
            <a:pPr algn="ctr"/>
            <a:r>
              <a:rPr lang="en-US" sz="900" dirty="0"/>
              <a:t>86</a:t>
            </a:r>
          </a:p>
        </p:txBody>
      </p:sp>
      <p:sp>
        <p:nvSpPr>
          <p:cNvPr id="97" name="TextBox 96">
            <a:extLst>
              <a:ext uri="{FF2B5EF4-FFF2-40B4-BE49-F238E27FC236}">
                <a16:creationId xmlns:a16="http://schemas.microsoft.com/office/drawing/2014/main" id="{2BCC0535-7097-A8C8-B97C-31EC9C076D2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99" name="TextBox 98">
            <a:extLst>
              <a:ext uri="{FF2B5EF4-FFF2-40B4-BE49-F238E27FC236}">
                <a16:creationId xmlns:a16="http://schemas.microsoft.com/office/drawing/2014/main" id="{79034931-0538-C117-8AAA-32AEBCD8BE66}"/>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64" name="TextBox 63">
            <a:extLst>
              <a:ext uri="{FF2B5EF4-FFF2-40B4-BE49-F238E27FC236}">
                <a16:creationId xmlns:a16="http://schemas.microsoft.com/office/drawing/2014/main" id="{C2D397BE-EA1E-A6CE-2ADD-8B18F65B4C0C}"/>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19275C2A-9C1A-B9D3-4302-AE4025CFF56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8448352-2FC9-9F06-9C13-50122427B14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8BE83D0E-5930-41A0-8608-245F9988AC6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013B59B-9EC7-1A80-7BA0-0859C68BC238}"/>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A62CE13-6E0E-7B35-51BD-16D31AE88D4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5" name="TextBox 64">
            <a:extLst>
              <a:ext uri="{FF2B5EF4-FFF2-40B4-BE49-F238E27FC236}">
                <a16:creationId xmlns:a16="http://schemas.microsoft.com/office/drawing/2014/main" id="{81BE1EFB-DF99-5080-E1DD-4A3CCCA24CA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8A33E52B-E5D5-A153-5005-22ABE5A3B27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5BEB7E41-7CD9-E49F-FE7F-E11C647A5F4F}"/>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4C0B14F2-C79D-55C3-0746-031F52F7A6DB}"/>
              </a:ext>
            </a:extLst>
          </p:cNvPr>
          <p:cNvSpPr txBox="1"/>
          <p:nvPr/>
        </p:nvSpPr>
        <p:spPr>
          <a:xfrm>
            <a:off x="5650090" y="2905709"/>
            <a:ext cx="570089" cy="230832"/>
          </a:xfrm>
          <a:prstGeom prst="rect">
            <a:avLst/>
          </a:prstGeom>
          <a:noFill/>
        </p:spPr>
        <p:txBody>
          <a:bodyPr wrap="square" rtlCol="0">
            <a:spAutoFit/>
          </a:bodyPr>
          <a:lstStyle/>
          <a:p>
            <a:pPr algn="ctr"/>
            <a:r>
              <a:rPr lang="en-US" sz="900" dirty="0"/>
              <a:t>81</a:t>
            </a:r>
          </a:p>
        </p:txBody>
      </p:sp>
      <p:sp>
        <p:nvSpPr>
          <p:cNvPr id="80" name="TextBox 79">
            <a:extLst>
              <a:ext uri="{FF2B5EF4-FFF2-40B4-BE49-F238E27FC236}">
                <a16:creationId xmlns:a16="http://schemas.microsoft.com/office/drawing/2014/main" id="{2FE22598-998D-E9BF-EF6D-59C92B898EC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BCFDC529-C74A-F52F-78D7-83742873C29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1948A1A1-F9FF-9555-8037-4970D470041A}"/>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4" name="TextBox 93">
            <a:extLst>
              <a:ext uri="{FF2B5EF4-FFF2-40B4-BE49-F238E27FC236}">
                <a16:creationId xmlns:a16="http://schemas.microsoft.com/office/drawing/2014/main" id="{3A00F6AC-2E6E-8A19-257D-AF35559712B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D9CE6275-4CFF-5A87-9BD8-DAA3AF1C88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2C62082-FCC8-D7BE-3A22-1441CD70159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FE01F6F-D6BD-6AB8-2F12-B4DB0499F15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814F08E1-C2BA-CF28-E5E9-5AA6521F3FB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6FEBF5A-3C84-B6D8-12E1-4EB23572568F}"/>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958D1A75-CB99-0D25-2441-477ECC320B08}"/>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309B0D12-3535-5317-F467-00E984C53C96}"/>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22C48377-080F-6979-9DDA-C9823F14D448}"/>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E0BBAFD4-7845-07CD-2A67-51761C4E1ABE}"/>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3361252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27C52-AF4F-80CA-F544-F15031D909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6A6219-B7DD-0B7A-E999-CF8EF32B18F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4A59184-9EE0-148B-BAA4-5F093AE2C8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3E8B564-A229-E585-7212-7CCEFDBA1C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A829AB-7A30-BE05-2833-723B2D262A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19D5497-6027-42A5-CA35-F8FEE32254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F84E7A8-D893-B187-6639-50A581FBAFC2}"/>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37DD588-9557-FFC0-DE72-5883931099B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EFC0C59-755A-ADE4-CF6B-90D8D14586C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2162631-2682-69CB-BBB4-D273F332D8D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17490229-B752-8F79-F1A7-8DA2ACF8D8D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1910506-4603-FA8A-7B1C-237AF76E99A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6B5AC53-29C2-A1C5-AC8D-FE245F494E2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097BBB8-E3EA-BD57-08B2-C59D8F5A71E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E168233-5893-50A2-CA66-673D501D1CD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BB73D76F-3141-E073-5D9C-83092F0EE23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BB5DBC5-7D27-06B2-342A-3F96A56A3A4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435022E7-BB15-65D2-600D-111080CFC86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8C55BBE-6F98-8A08-E5E0-C4DB8398556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2869DE6-6302-B659-F129-4B8E5BE10B0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48BD79B-B94B-A2B8-C4CA-647B12F245D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24E6518-211E-214C-908A-34255BF1C76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86B0FFA-7DD0-BD1C-6613-08D42E8B5919}"/>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9A63029-72EB-CF9A-E6C4-AF732101864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6B8F83B-270A-2855-4A3A-4A85881C33D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F4E7313-6A91-0FB9-553D-2A8B80473A1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6CF48E8-A27D-2744-8A45-412B3363205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4E16FDA-DAC4-1F4A-1D65-A8727000183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899C8E44-CDD7-1ECC-2F5D-A2AAC171438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00B856D-89C5-E434-F485-1355D39DA0E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C5B3846-1389-3F38-92E6-9470564BB3C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1B5F787-269C-37D6-7443-1B2329EB914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A0CEBDC-CB76-2478-F177-2FA01C589F4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2851DC-7018-4D89-1618-F9C9D911E31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9A1CAA2-CA82-164E-FC97-19903A19498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E94AE260-0ACD-86A2-C4F0-D755855297D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77BDA6F-23C4-8503-EA9D-23921653853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0145CA9-F2D2-1994-0726-AE6A6278DC3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A20EC8B-4A3D-956F-9403-A88903EDF87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94F688B-9431-CC5C-A010-1F1CD804B31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3B689E4-285D-8EA2-57AA-3952ABEEDAA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B38A0907-C200-0CBD-4330-4582080FC12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1DEE057-BFB1-CD04-152C-2D5DB80011B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4035A6F5-BB0E-E1A6-B1D7-0A0B3D6BDD9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C77A81A8-21CF-C6DC-7F66-89D0B8090952}"/>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9" name="TextBox 58">
            <a:extLst>
              <a:ext uri="{FF2B5EF4-FFF2-40B4-BE49-F238E27FC236}">
                <a16:creationId xmlns:a16="http://schemas.microsoft.com/office/drawing/2014/main" id="{9F5B65E7-EB13-86D7-00A0-47E5B094259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AED2731-946F-BE8B-2393-8C555368135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6" name="TextBox 65">
            <a:extLst>
              <a:ext uri="{FF2B5EF4-FFF2-40B4-BE49-F238E27FC236}">
                <a16:creationId xmlns:a16="http://schemas.microsoft.com/office/drawing/2014/main" id="{9C394498-CA69-EC57-F0CC-B4C82EDE6F78}"/>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D2AAA5DB-0950-6157-4B05-06B6553B4A75}"/>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FEA1EE73-316D-79E7-0156-5B9DFC8A93D9}"/>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B218BD09-4904-DF0F-F475-C5526B442F2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2" name="TextBox 71">
            <a:extLst>
              <a:ext uri="{FF2B5EF4-FFF2-40B4-BE49-F238E27FC236}">
                <a16:creationId xmlns:a16="http://schemas.microsoft.com/office/drawing/2014/main" id="{FA854025-DD60-99F0-6480-81A03D7A928E}"/>
              </a:ext>
            </a:extLst>
          </p:cNvPr>
          <p:cNvSpPr txBox="1"/>
          <p:nvPr/>
        </p:nvSpPr>
        <p:spPr>
          <a:xfrm>
            <a:off x="4645378" y="3525921"/>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F609EBD0-DBE4-0E26-2D54-7B39857FFE2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C9D8AF82-304A-2945-A5E2-16E94495E034}"/>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2CCB1227-2E42-9BFA-1B57-1F4357C81960}"/>
              </a:ext>
            </a:extLst>
          </p:cNvPr>
          <p:cNvSpPr txBox="1"/>
          <p:nvPr/>
        </p:nvSpPr>
        <p:spPr>
          <a:xfrm>
            <a:off x="5650090" y="4527809"/>
            <a:ext cx="570089" cy="230832"/>
          </a:xfrm>
          <a:prstGeom prst="rect">
            <a:avLst/>
          </a:prstGeom>
          <a:noFill/>
        </p:spPr>
        <p:txBody>
          <a:bodyPr wrap="square" rtlCol="0">
            <a:spAutoFit/>
          </a:bodyPr>
          <a:lstStyle/>
          <a:p>
            <a:pPr algn="ctr"/>
            <a:r>
              <a:rPr lang="en-US" sz="900" dirty="0"/>
              <a:t>68</a:t>
            </a:r>
          </a:p>
        </p:txBody>
      </p:sp>
      <p:sp>
        <p:nvSpPr>
          <p:cNvPr id="73" name="TextBox 72">
            <a:extLst>
              <a:ext uri="{FF2B5EF4-FFF2-40B4-BE49-F238E27FC236}">
                <a16:creationId xmlns:a16="http://schemas.microsoft.com/office/drawing/2014/main" id="{0B28B75B-7F60-A47C-1F51-414B30C0A9DE}"/>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88E65270-EB62-1349-EBF7-8567BC892232}"/>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B1E38F2D-43E7-CC1F-017F-3A0623EB0B3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C2D354C-C82D-3F43-C68A-2D5FF2062FE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9" name="TextBox 88">
            <a:extLst>
              <a:ext uri="{FF2B5EF4-FFF2-40B4-BE49-F238E27FC236}">
                <a16:creationId xmlns:a16="http://schemas.microsoft.com/office/drawing/2014/main" id="{6644FAF8-3896-F546-9758-CC5E1EF750EB}"/>
              </a:ext>
            </a:extLst>
          </p:cNvPr>
          <p:cNvSpPr txBox="1"/>
          <p:nvPr/>
        </p:nvSpPr>
        <p:spPr>
          <a:xfrm>
            <a:off x="5650090" y="1402877"/>
            <a:ext cx="570089" cy="230832"/>
          </a:xfrm>
          <a:prstGeom prst="rect">
            <a:avLst/>
          </a:prstGeom>
          <a:noFill/>
        </p:spPr>
        <p:txBody>
          <a:bodyPr wrap="square" rtlCol="0">
            <a:spAutoFit/>
          </a:bodyPr>
          <a:lstStyle/>
          <a:p>
            <a:pPr algn="ctr"/>
            <a:r>
              <a:rPr lang="en-US" sz="900" dirty="0"/>
              <a:t>26</a:t>
            </a:r>
          </a:p>
        </p:txBody>
      </p:sp>
      <p:sp>
        <p:nvSpPr>
          <p:cNvPr id="90" name="TextBox 89">
            <a:extLst>
              <a:ext uri="{FF2B5EF4-FFF2-40B4-BE49-F238E27FC236}">
                <a16:creationId xmlns:a16="http://schemas.microsoft.com/office/drawing/2014/main" id="{1D9976BC-3F22-0C0F-33EB-88A0FD7B48D3}"/>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91" name="TextBox 90">
            <a:extLst>
              <a:ext uri="{FF2B5EF4-FFF2-40B4-BE49-F238E27FC236}">
                <a16:creationId xmlns:a16="http://schemas.microsoft.com/office/drawing/2014/main" id="{697A5B87-531A-B7EF-042C-2667979DF87E}"/>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92" name="TextBox 91">
            <a:extLst>
              <a:ext uri="{FF2B5EF4-FFF2-40B4-BE49-F238E27FC236}">
                <a16:creationId xmlns:a16="http://schemas.microsoft.com/office/drawing/2014/main" id="{9B7D37FB-070F-3032-89AD-24E7ED74EAB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6" name="TextBox 95">
            <a:extLst>
              <a:ext uri="{FF2B5EF4-FFF2-40B4-BE49-F238E27FC236}">
                <a16:creationId xmlns:a16="http://schemas.microsoft.com/office/drawing/2014/main" id="{1DE7DC32-4DA9-CE72-F9DA-85418F883443}"/>
              </a:ext>
            </a:extLst>
          </p:cNvPr>
          <p:cNvSpPr txBox="1"/>
          <p:nvPr/>
        </p:nvSpPr>
        <p:spPr>
          <a:xfrm>
            <a:off x="4645378" y="4408541"/>
            <a:ext cx="570089" cy="230832"/>
          </a:xfrm>
          <a:prstGeom prst="rect">
            <a:avLst/>
          </a:prstGeom>
          <a:noFill/>
        </p:spPr>
        <p:txBody>
          <a:bodyPr wrap="square" rtlCol="0">
            <a:spAutoFit/>
          </a:bodyPr>
          <a:lstStyle/>
          <a:p>
            <a:pPr algn="ctr"/>
            <a:r>
              <a:rPr lang="en-US" sz="900" dirty="0"/>
              <a:t>86</a:t>
            </a:r>
          </a:p>
        </p:txBody>
      </p:sp>
      <p:sp>
        <p:nvSpPr>
          <p:cNvPr id="97" name="TextBox 96">
            <a:extLst>
              <a:ext uri="{FF2B5EF4-FFF2-40B4-BE49-F238E27FC236}">
                <a16:creationId xmlns:a16="http://schemas.microsoft.com/office/drawing/2014/main" id="{CA4DDB23-1F42-1325-5BD1-3F86833C77F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64" name="TextBox 63">
            <a:extLst>
              <a:ext uri="{FF2B5EF4-FFF2-40B4-BE49-F238E27FC236}">
                <a16:creationId xmlns:a16="http://schemas.microsoft.com/office/drawing/2014/main" id="{3D121834-D98D-85A1-7B38-F69A65242BF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31C1FC1B-4897-2474-6875-9A5F03B8114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B262172-7243-BA12-6C83-9BBD1206C34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7E72FA7C-754A-28D4-38F0-49DD442F2B1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7DE33A78-6A0B-4BAD-BBFA-37A0121F50A2}"/>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B181AED-E2E7-8860-D025-0ADC7C687BC9}"/>
              </a:ext>
            </a:extLst>
          </p:cNvPr>
          <p:cNvSpPr txBox="1"/>
          <p:nvPr/>
        </p:nvSpPr>
        <p:spPr>
          <a:xfrm>
            <a:off x="3640666" y="1402877"/>
            <a:ext cx="570089" cy="230832"/>
          </a:xfrm>
          <a:prstGeom prst="rect">
            <a:avLst/>
          </a:prstGeom>
          <a:noFill/>
        </p:spPr>
        <p:txBody>
          <a:bodyPr wrap="square" rtlCol="0">
            <a:spAutoFit/>
          </a:bodyPr>
          <a:lstStyle/>
          <a:p>
            <a:pPr algn="ctr"/>
            <a:r>
              <a:rPr lang="en-US" sz="900" dirty="0"/>
              <a:t>83</a:t>
            </a:r>
          </a:p>
        </p:txBody>
      </p:sp>
      <p:sp>
        <p:nvSpPr>
          <p:cNvPr id="67" name="TextBox 66">
            <a:extLst>
              <a:ext uri="{FF2B5EF4-FFF2-40B4-BE49-F238E27FC236}">
                <a16:creationId xmlns:a16="http://schemas.microsoft.com/office/drawing/2014/main" id="{A9E30E26-8460-5AC0-50E8-0E6A251B8FAC}"/>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C1D46208-C560-6608-8D7F-7106BF3D0B17}"/>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77" name="TextBox 76">
            <a:extLst>
              <a:ext uri="{FF2B5EF4-FFF2-40B4-BE49-F238E27FC236}">
                <a16:creationId xmlns:a16="http://schemas.microsoft.com/office/drawing/2014/main" id="{33BFD2C3-B10B-E3BE-E0E0-FB16E1A33320}"/>
              </a:ext>
            </a:extLst>
          </p:cNvPr>
          <p:cNvSpPr txBox="1"/>
          <p:nvPr/>
        </p:nvSpPr>
        <p:spPr>
          <a:xfrm>
            <a:off x="5650090" y="2905709"/>
            <a:ext cx="570089" cy="230832"/>
          </a:xfrm>
          <a:prstGeom prst="rect">
            <a:avLst/>
          </a:prstGeom>
          <a:noFill/>
        </p:spPr>
        <p:txBody>
          <a:bodyPr wrap="square" rtlCol="0">
            <a:spAutoFit/>
          </a:bodyPr>
          <a:lstStyle/>
          <a:p>
            <a:pPr algn="ctr"/>
            <a:r>
              <a:rPr lang="en-US" sz="900" dirty="0"/>
              <a:t>81</a:t>
            </a:r>
          </a:p>
        </p:txBody>
      </p:sp>
      <p:sp>
        <p:nvSpPr>
          <p:cNvPr id="80" name="TextBox 79">
            <a:extLst>
              <a:ext uri="{FF2B5EF4-FFF2-40B4-BE49-F238E27FC236}">
                <a16:creationId xmlns:a16="http://schemas.microsoft.com/office/drawing/2014/main" id="{73A1EF2F-36A7-9D6E-741F-06140E4481F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623EE26C-DFD3-CA46-2CBD-C6C9494C385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7" name="TextBox 86">
            <a:extLst>
              <a:ext uri="{FF2B5EF4-FFF2-40B4-BE49-F238E27FC236}">
                <a16:creationId xmlns:a16="http://schemas.microsoft.com/office/drawing/2014/main" id="{57A8BE3D-D85D-63BB-8D96-B92FDB705EF4}"/>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4" name="TextBox 93">
            <a:extLst>
              <a:ext uri="{FF2B5EF4-FFF2-40B4-BE49-F238E27FC236}">
                <a16:creationId xmlns:a16="http://schemas.microsoft.com/office/drawing/2014/main" id="{FAD4A772-809D-F34E-000A-9AE745B83398}"/>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0C536B2B-C648-E552-5308-4CFB862984B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297F303-9F72-7FC4-4799-EA0F8DC3383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4E7B25FB-EC97-1F41-86B6-BDA781CBD4E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2FE42BE9-0ED0-695A-52C6-63E7333C2CB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0F0EDBD-2EF3-9E9F-7EB2-6238E747F7AD}"/>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69987DFB-FC0D-AD89-FA09-E7B79B0033F6}"/>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3B98C297-049E-436C-5980-537563E90C54}"/>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64B0AA1D-30FE-86D4-00C6-2E0CB8806DE8}"/>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90204F29-242D-BF16-A4C7-66A4459ACDD7}"/>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01193BEB-6F1D-A114-E202-5D07AE161294}"/>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DB785137-F4FE-6E8D-87EF-8AB17930DDB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66F66CF8-B934-575A-8B9D-602348ABBEFC}"/>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067EDF32-636F-A0B9-2C31-C4A354545DF0}"/>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3258838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4FDF-2AEB-F4A0-191D-F41ED4CEBBD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9B8FA9F-6661-03BE-5FCC-06E3A105A39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F4215A8-CA55-643D-BD87-232F9BDB5F3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39786F-721F-C00C-CA7B-2424FD165B7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0B8761-135D-D080-3AB3-792FFB091B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9F21D40-D149-4E42-823F-55B8FEAB815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85690B7-21FF-2058-9DB5-F9AD73A8FE1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A07D4D9-9E5C-2C82-8628-827FE5D760B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73F69457-003D-E5F2-F684-7D12E6B2D21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E4A847F-F545-057B-6007-E9BC324DED5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9A8F48C-22E4-E175-AA36-2DA4E037D24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4D68517-B77D-0A51-C68F-78158FB80F1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E0EB31C-7F17-0FEC-FE36-29FFFE7829E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20B79932-DF29-F2CE-6CA2-9A7B83ABC89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6B22150-6801-0768-3F75-664D4AA112C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1D62A2B0-B7FC-C838-CA43-2E7A93096C2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C3677F9-C77E-A74D-EC87-51B39976C31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9BFAB0E-B6BC-C492-865F-573D07EA365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DB44225-0690-84BC-5909-B34DF1F83ED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4D488B5-DEBC-9577-36BF-F607CA30CB3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E8E1DBC-8EC5-0089-8ACE-38CB8F8F313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43136A9-4204-ECE8-45B1-BFE223EB20B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43E6DEF-9B3D-4714-56C9-DDBC387EFA5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8375561-6D4E-4ED1-01C6-5DA5913226B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C82720F-9796-4967-C9CF-3DD84F64A33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423CDF4-CA4D-D8D4-2E51-9EBC0F8DEDF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2B53202-BB9F-2C3D-3516-5AB20DE1E94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4983A338-3499-2E29-60F0-D61E29BEF89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A5187996-99B1-CF64-E039-11602412DDA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4EFD1C7-33E7-2F09-3CE4-2A284F37B19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842C68CB-B226-E691-32DF-539456A4EA3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B0B723F-006B-3FEC-20AE-DC96DB0DECF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3358BB5E-9047-2337-9A57-B82DA1A7401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3449312-BAAC-D185-7C28-E1D2D60684D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79574EE-ED77-F94A-2185-265ECBF3330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6B00E959-AF47-882C-8DB3-33EDC6A2CAF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2B3518-237B-450C-F783-2CECBD27ED98}"/>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C6AFFAA-5FCC-111E-48A0-968E4A84118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8E65E9A-8168-C725-CFBD-8A8D0426134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526AA66-6A9D-443D-6B11-E33047B796E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55F9369-251D-B13D-C00F-0A75E0B20DF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954DCC3B-7DEF-DBBD-FBA8-0C6FAB2D6FE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1C807F4-881A-D308-1D61-C856D82CA55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73539476-3CCE-6BE7-9BC4-06D2D0B7191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a:t>
            </a:r>
          </a:p>
        </p:txBody>
      </p:sp>
      <p:sp>
        <p:nvSpPr>
          <p:cNvPr id="57" name="TextBox 56">
            <a:extLst>
              <a:ext uri="{FF2B5EF4-FFF2-40B4-BE49-F238E27FC236}">
                <a16:creationId xmlns:a16="http://schemas.microsoft.com/office/drawing/2014/main" id="{133A4740-7E7C-8F65-7DBC-87744683912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a:t>
            </a:r>
          </a:p>
        </p:txBody>
      </p:sp>
      <p:sp>
        <p:nvSpPr>
          <p:cNvPr id="59" name="TextBox 58">
            <a:extLst>
              <a:ext uri="{FF2B5EF4-FFF2-40B4-BE49-F238E27FC236}">
                <a16:creationId xmlns:a16="http://schemas.microsoft.com/office/drawing/2014/main" id="{6919BFE9-4B1C-EAB3-B3F4-7CA75C972AC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a:t>
            </a:r>
          </a:p>
        </p:txBody>
      </p:sp>
      <p:sp>
        <p:nvSpPr>
          <p:cNvPr id="62" name="TextBox 61">
            <a:extLst>
              <a:ext uri="{FF2B5EF4-FFF2-40B4-BE49-F238E27FC236}">
                <a16:creationId xmlns:a16="http://schemas.microsoft.com/office/drawing/2014/main" id="{3F16CDD4-087E-1225-1919-64F27402721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a:t>
            </a:r>
          </a:p>
        </p:txBody>
      </p:sp>
      <p:sp>
        <p:nvSpPr>
          <p:cNvPr id="66" name="TextBox 65">
            <a:extLst>
              <a:ext uri="{FF2B5EF4-FFF2-40B4-BE49-F238E27FC236}">
                <a16:creationId xmlns:a16="http://schemas.microsoft.com/office/drawing/2014/main" id="{0906B4A5-44B9-E96A-2D0F-86A4A6E5537E}"/>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F615B046-43C0-EDF6-998C-2BB8EEA684F3}"/>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5F3B1179-DFD2-A34E-DD7E-C4DF7132F47D}"/>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CDBBDE16-DBD4-8A10-57FC-3FD4359DE4B3}"/>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2" name="TextBox 71">
            <a:extLst>
              <a:ext uri="{FF2B5EF4-FFF2-40B4-BE49-F238E27FC236}">
                <a16:creationId xmlns:a16="http://schemas.microsoft.com/office/drawing/2014/main" id="{63B1D902-2976-C621-50CA-0817E3317F9B}"/>
              </a:ext>
            </a:extLst>
          </p:cNvPr>
          <p:cNvSpPr txBox="1"/>
          <p:nvPr/>
        </p:nvSpPr>
        <p:spPr>
          <a:xfrm>
            <a:off x="4645378" y="3525921"/>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92540FB5-A20B-57AA-C1B0-C170FD88869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DA269CE1-288F-E507-C0F6-99E7D56CF4E1}"/>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064C4C2F-6B61-401F-C502-5FA986CD2C31}"/>
              </a:ext>
            </a:extLst>
          </p:cNvPr>
          <p:cNvSpPr txBox="1"/>
          <p:nvPr/>
        </p:nvSpPr>
        <p:spPr>
          <a:xfrm>
            <a:off x="5650090" y="4527809"/>
            <a:ext cx="570089" cy="230832"/>
          </a:xfrm>
          <a:prstGeom prst="rect">
            <a:avLst/>
          </a:prstGeom>
          <a:noFill/>
        </p:spPr>
        <p:txBody>
          <a:bodyPr wrap="square" rtlCol="0">
            <a:spAutoFit/>
          </a:bodyPr>
          <a:lstStyle/>
          <a:p>
            <a:pPr algn="ctr"/>
            <a:r>
              <a:rPr lang="en-US" sz="900" dirty="0"/>
              <a:t>68</a:t>
            </a:r>
          </a:p>
        </p:txBody>
      </p:sp>
      <p:sp>
        <p:nvSpPr>
          <p:cNvPr id="79" name="TextBox 78">
            <a:extLst>
              <a:ext uri="{FF2B5EF4-FFF2-40B4-BE49-F238E27FC236}">
                <a16:creationId xmlns:a16="http://schemas.microsoft.com/office/drawing/2014/main" id="{CE05F62B-00CA-87C7-1DC3-11CE865908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2" name="TextBox 81">
            <a:extLst>
              <a:ext uri="{FF2B5EF4-FFF2-40B4-BE49-F238E27FC236}">
                <a16:creationId xmlns:a16="http://schemas.microsoft.com/office/drawing/2014/main" id="{3B10648C-E9D1-833E-3200-E75AC09B65DE}"/>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92" name="TextBox 91">
            <a:extLst>
              <a:ext uri="{FF2B5EF4-FFF2-40B4-BE49-F238E27FC236}">
                <a16:creationId xmlns:a16="http://schemas.microsoft.com/office/drawing/2014/main" id="{DEB0B3FF-078E-9B60-D825-B155F06085C9}"/>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a:t>
            </a:r>
          </a:p>
        </p:txBody>
      </p:sp>
      <p:sp>
        <p:nvSpPr>
          <p:cNvPr id="96" name="TextBox 95">
            <a:extLst>
              <a:ext uri="{FF2B5EF4-FFF2-40B4-BE49-F238E27FC236}">
                <a16:creationId xmlns:a16="http://schemas.microsoft.com/office/drawing/2014/main" id="{5911795A-EA17-CC19-0ACC-397CA1B77BCA}"/>
              </a:ext>
            </a:extLst>
          </p:cNvPr>
          <p:cNvSpPr txBox="1"/>
          <p:nvPr/>
        </p:nvSpPr>
        <p:spPr>
          <a:xfrm>
            <a:off x="4645378" y="4408541"/>
            <a:ext cx="570089" cy="230832"/>
          </a:xfrm>
          <a:prstGeom prst="rect">
            <a:avLst/>
          </a:prstGeom>
          <a:noFill/>
        </p:spPr>
        <p:txBody>
          <a:bodyPr wrap="square" rtlCol="0">
            <a:spAutoFit/>
          </a:bodyPr>
          <a:lstStyle/>
          <a:p>
            <a:pPr algn="ctr"/>
            <a:r>
              <a:rPr lang="en-US" sz="900" dirty="0"/>
              <a:t>86</a:t>
            </a:r>
          </a:p>
        </p:txBody>
      </p:sp>
      <p:sp>
        <p:nvSpPr>
          <p:cNvPr id="97" name="TextBox 96">
            <a:extLst>
              <a:ext uri="{FF2B5EF4-FFF2-40B4-BE49-F238E27FC236}">
                <a16:creationId xmlns:a16="http://schemas.microsoft.com/office/drawing/2014/main" id="{A69D07FF-5608-4481-58BD-45D586512BC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64" name="TextBox 63">
            <a:extLst>
              <a:ext uri="{FF2B5EF4-FFF2-40B4-BE49-F238E27FC236}">
                <a16:creationId xmlns:a16="http://schemas.microsoft.com/office/drawing/2014/main" id="{2C505995-A444-46D2-6004-E5D3966F180B}"/>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3DC7FFD4-3625-4366-5875-3E85A12C7E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D9B26A4-BBC7-D3B7-18CA-66ACD7774A7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995F230F-889D-BFF1-2375-DFBC2D15868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25865BD5-D084-6E30-4CF5-3DEF11ADC513}"/>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619356D2-A17A-7421-AAC0-FE01203FB1BF}"/>
              </a:ext>
            </a:extLst>
          </p:cNvPr>
          <p:cNvSpPr txBox="1"/>
          <p:nvPr/>
        </p:nvSpPr>
        <p:spPr>
          <a:xfrm>
            <a:off x="3138310" y="2404765"/>
            <a:ext cx="570089" cy="230832"/>
          </a:xfrm>
          <a:prstGeom prst="rect">
            <a:avLst/>
          </a:prstGeom>
          <a:noFill/>
        </p:spPr>
        <p:txBody>
          <a:bodyPr wrap="square" rtlCol="0">
            <a:spAutoFit/>
          </a:bodyPr>
          <a:lstStyle/>
          <a:p>
            <a:pPr algn="ctr"/>
            <a:r>
              <a:rPr lang="en-US" sz="900" dirty="0"/>
              <a:t>62</a:t>
            </a:r>
          </a:p>
        </p:txBody>
      </p:sp>
      <p:sp>
        <p:nvSpPr>
          <p:cNvPr id="69" name="TextBox 68">
            <a:extLst>
              <a:ext uri="{FF2B5EF4-FFF2-40B4-BE49-F238E27FC236}">
                <a16:creationId xmlns:a16="http://schemas.microsoft.com/office/drawing/2014/main" id="{CF7CA6F9-D32E-0209-13D9-779D41330B15}"/>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80" name="TextBox 79">
            <a:extLst>
              <a:ext uri="{FF2B5EF4-FFF2-40B4-BE49-F238E27FC236}">
                <a16:creationId xmlns:a16="http://schemas.microsoft.com/office/drawing/2014/main" id="{CBD3FDF0-9C1A-BC7E-47E9-3ADD0339F82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81" name="TextBox 80">
            <a:extLst>
              <a:ext uri="{FF2B5EF4-FFF2-40B4-BE49-F238E27FC236}">
                <a16:creationId xmlns:a16="http://schemas.microsoft.com/office/drawing/2014/main" id="{45A76CDC-E72C-E44D-FB0F-8C6A0F618730}"/>
              </a:ext>
            </a:extLst>
          </p:cNvPr>
          <p:cNvSpPr txBox="1"/>
          <p:nvPr/>
        </p:nvSpPr>
        <p:spPr>
          <a:xfrm>
            <a:off x="3138310" y="3406653"/>
            <a:ext cx="570089" cy="230832"/>
          </a:xfrm>
          <a:prstGeom prst="rect">
            <a:avLst/>
          </a:prstGeom>
          <a:noFill/>
        </p:spPr>
        <p:txBody>
          <a:bodyPr wrap="square" rtlCol="0">
            <a:spAutoFit/>
          </a:bodyPr>
          <a:lstStyle/>
          <a:p>
            <a:pPr algn="ctr"/>
            <a:r>
              <a:rPr lang="en-US" sz="900" dirty="0"/>
              <a:t>26</a:t>
            </a:r>
          </a:p>
        </p:txBody>
      </p:sp>
      <p:sp>
        <p:nvSpPr>
          <p:cNvPr id="87" name="TextBox 86">
            <a:extLst>
              <a:ext uri="{FF2B5EF4-FFF2-40B4-BE49-F238E27FC236}">
                <a16:creationId xmlns:a16="http://schemas.microsoft.com/office/drawing/2014/main" id="{72922E23-BC94-99E4-C1FB-458E66D20621}"/>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4" name="TextBox 93">
            <a:extLst>
              <a:ext uri="{FF2B5EF4-FFF2-40B4-BE49-F238E27FC236}">
                <a16:creationId xmlns:a16="http://schemas.microsoft.com/office/drawing/2014/main" id="{8BE8E98A-FEC1-5193-3D3A-AEE9C9A0D8F2}"/>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102" name="TextBox 101">
            <a:extLst>
              <a:ext uri="{FF2B5EF4-FFF2-40B4-BE49-F238E27FC236}">
                <a16:creationId xmlns:a16="http://schemas.microsoft.com/office/drawing/2014/main" id="{D43227E0-2AAF-6C99-0BF6-82F6A2A8CDBA}"/>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22F09D44-0E6F-2C2B-2480-2D7FBB1C61B7}"/>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7E81F5AD-3239-CB44-E493-0C0F892C1A58}"/>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DA998A94-FCFF-11B6-FCBA-9359C3DA9B6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31F7D9A-3AB5-EC4C-7622-E469CA9C6EAA}"/>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FB7F97F0-52D2-F77C-C6E7-84E09849910D}"/>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178868A7-BFD0-52D6-BFF9-D4117A1366E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CF08CEC4-E397-2AFE-58E2-ECCFB849DA2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A2ADA503-B3C8-8561-5FCA-EC57B24F78E4}"/>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F193F587-5C18-17C7-E4D8-565171D2ED5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4AAAE19C-5CDD-EBCB-28B3-1C1C830BB8E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13A3BB7A-1DF9-F273-2ED7-C9F5808D4D7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8671B20A-40A2-333A-3DA7-997A4BFC97F9}"/>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44687000-D849-05AF-7C30-D90B2D8433BF}"/>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562504E4-2DF4-2791-CD96-13942F3C31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9B27C402-EE61-3007-56DD-190A2F076C4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DE3BBA38-B494-6C95-040E-F9B640EDABD9}"/>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0651A44A-27D6-9DC2-68DF-FF8101DAFC16}"/>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029928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F32A0-1F30-63BB-9D84-018A3A30C6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332480-AB28-AE19-5D12-4A8070EA6B2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1F6D0F-5CF7-4B76-FD52-F3AC9A3989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17B3CDA-25CA-E0C5-8ECE-30AF206AB8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E77D1CE-3AFD-CE56-0238-06C70C11D5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6B6AF9-3A6B-C5E3-A218-2B62A03E84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C152DD-FCE5-C9A8-00BF-346BB1C66BB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03E6FF6-8F1A-31C8-BBA7-D330D83E023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01776DB-8EF5-42CA-1548-C5946544839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732B0B0-A99E-ED00-7229-C69B076DCD8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A875051E-9822-C90D-D067-B03C2677726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629402C-DB12-81EA-1969-2320880B64FE}"/>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3E0EE09-6708-CB1E-78F3-109E411ACC3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151A1CA9-2CF9-09E0-277C-54C34827BB1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4110C36-63BC-AE66-E677-EE228DE1BF9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B0F7009C-187F-F286-7E2B-22194C6DC7B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7871D3F-6E41-BE8E-2313-0DE9DC8F8DD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7863E74-337F-C29F-34FD-6575EF0AEE0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7030485-F00E-A0A7-1DBC-90D0311AD89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D7C40700-47A6-043E-FFF2-A2F11E9EE46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8516392-64A0-A11F-197D-D879C3F8A07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5D794A97-8864-F0E1-641C-4D805205A51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F02F783-B46B-14DA-C431-2D92E876873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FEEBA51-3F62-F4E7-0E66-52AEFD47F91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7E1D2C5-D83E-52CE-1B2F-DB413F5D499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B95D175-F0D2-3D4C-3F00-D48D4AD4ED2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B18130BF-540B-49F3-B9DC-BC6CC3D45A3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D958CA04-9C28-3CC3-F853-5F9B6B98F85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61E49D4-3391-A4AA-8C82-516E9E651DA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4F9626F-51D2-592C-85A9-EF2AE0C52D4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19A9D75-970E-79AC-E491-CF0A0E8F91E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36A5EBB-79F5-4DB4-F178-2E077069553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573D8D00-4A52-C5CD-D6F4-87CC0322730E}"/>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CF1349B-45F2-7D8A-6FF1-4E4E2E84AE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4F7E470-6FC7-A204-E018-8DF1C535176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8070BD22-5C96-34A3-961E-3AE5343F082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B4A298C9-3446-0C84-55DB-3B310495CC2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9577B34-4DCB-E746-650C-42B807BECD5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0FFD355-29CA-947A-989E-53F0E2CE704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3E6682E-A387-0A1A-0D83-5B7748C16FE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82E3B0B-8F93-4C39-CF6E-7A305B8F265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2A949718-AB1E-9695-52FE-375587F927F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E268F0D-8B00-12C8-F2BB-6612D75EAAB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2AC00207-950C-D9BD-526A-E6ED01717BD7}"/>
              </a:ext>
            </a:extLst>
          </p:cNvPr>
          <p:cNvSpPr txBox="1"/>
          <p:nvPr/>
        </p:nvSpPr>
        <p:spPr>
          <a:xfrm>
            <a:off x="3640666" y="3406653"/>
            <a:ext cx="570089" cy="230832"/>
          </a:xfrm>
          <a:prstGeom prst="rect">
            <a:avLst/>
          </a:prstGeom>
          <a:noFill/>
        </p:spPr>
        <p:txBody>
          <a:bodyPr wrap="square" rtlCol="0">
            <a:spAutoFit/>
          </a:bodyPr>
          <a:lstStyle/>
          <a:p>
            <a:pPr algn="ctr"/>
            <a:r>
              <a:rPr lang="en-US" sz="900" dirty="0"/>
              <a:t>35</a:t>
            </a:r>
          </a:p>
        </p:txBody>
      </p:sp>
      <p:sp>
        <p:nvSpPr>
          <p:cNvPr id="57" name="TextBox 56">
            <a:extLst>
              <a:ext uri="{FF2B5EF4-FFF2-40B4-BE49-F238E27FC236}">
                <a16:creationId xmlns:a16="http://schemas.microsoft.com/office/drawing/2014/main" id="{5693BBEA-63E9-C5C3-D29B-44510CD2AB6C}"/>
              </a:ext>
            </a:extLst>
          </p:cNvPr>
          <p:cNvSpPr txBox="1"/>
          <p:nvPr/>
        </p:nvSpPr>
        <p:spPr>
          <a:xfrm>
            <a:off x="6654802" y="2524033"/>
            <a:ext cx="570089" cy="230832"/>
          </a:xfrm>
          <a:prstGeom prst="rect">
            <a:avLst/>
          </a:prstGeom>
          <a:noFill/>
        </p:spPr>
        <p:txBody>
          <a:bodyPr wrap="square" rtlCol="0">
            <a:spAutoFit/>
          </a:bodyPr>
          <a:lstStyle/>
          <a:p>
            <a:pPr algn="ctr"/>
            <a:r>
              <a:rPr lang="en-US" sz="900" dirty="0"/>
              <a:t>35</a:t>
            </a:r>
          </a:p>
        </p:txBody>
      </p:sp>
      <p:sp>
        <p:nvSpPr>
          <p:cNvPr id="59" name="TextBox 58">
            <a:extLst>
              <a:ext uri="{FF2B5EF4-FFF2-40B4-BE49-F238E27FC236}">
                <a16:creationId xmlns:a16="http://schemas.microsoft.com/office/drawing/2014/main" id="{F20B9C9E-6431-5CDD-5E6A-B6C2CE894F9B}"/>
              </a:ext>
            </a:extLst>
          </p:cNvPr>
          <p:cNvSpPr txBox="1"/>
          <p:nvPr/>
        </p:nvSpPr>
        <p:spPr>
          <a:xfrm>
            <a:off x="3640666" y="2404765"/>
            <a:ext cx="570089" cy="230832"/>
          </a:xfrm>
          <a:prstGeom prst="rect">
            <a:avLst/>
          </a:prstGeom>
          <a:noFill/>
        </p:spPr>
        <p:txBody>
          <a:bodyPr wrap="square" rtlCol="0">
            <a:spAutoFit/>
          </a:bodyPr>
          <a:lstStyle/>
          <a:p>
            <a:pPr algn="ctr"/>
            <a:r>
              <a:rPr lang="en-US" sz="900" dirty="0"/>
              <a:t>35</a:t>
            </a:r>
          </a:p>
        </p:txBody>
      </p:sp>
      <p:sp>
        <p:nvSpPr>
          <p:cNvPr id="62" name="TextBox 61">
            <a:extLst>
              <a:ext uri="{FF2B5EF4-FFF2-40B4-BE49-F238E27FC236}">
                <a16:creationId xmlns:a16="http://schemas.microsoft.com/office/drawing/2014/main" id="{28328440-9767-35ED-5DE6-0D158DBD696C}"/>
              </a:ext>
            </a:extLst>
          </p:cNvPr>
          <p:cNvSpPr txBox="1"/>
          <p:nvPr/>
        </p:nvSpPr>
        <p:spPr>
          <a:xfrm>
            <a:off x="6654802" y="2905709"/>
            <a:ext cx="570089" cy="230832"/>
          </a:xfrm>
          <a:prstGeom prst="rect">
            <a:avLst/>
          </a:prstGeom>
          <a:noFill/>
        </p:spPr>
        <p:txBody>
          <a:bodyPr wrap="square" rtlCol="0">
            <a:spAutoFit/>
          </a:bodyPr>
          <a:lstStyle/>
          <a:p>
            <a:pPr algn="ctr"/>
            <a:r>
              <a:rPr lang="en-US" sz="900" dirty="0"/>
              <a:t>35</a:t>
            </a:r>
          </a:p>
        </p:txBody>
      </p:sp>
      <p:sp>
        <p:nvSpPr>
          <p:cNvPr id="66" name="TextBox 65">
            <a:extLst>
              <a:ext uri="{FF2B5EF4-FFF2-40B4-BE49-F238E27FC236}">
                <a16:creationId xmlns:a16="http://schemas.microsoft.com/office/drawing/2014/main" id="{4CBE1300-C257-9E5F-AF1F-630F1505A15F}"/>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A95C4BCB-8FE3-6B8D-3F6B-1D8E33EDDD53}"/>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1" name="TextBox 70">
            <a:extLst>
              <a:ext uri="{FF2B5EF4-FFF2-40B4-BE49-F238E27FC236}">
                <a16:creationId xmlns:a16="http://schemas.microsoft.com/office/drawing/2014/main" id="{29D08B51-BDFF-3CA3-4C24-C694B888674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5266028C-5AB0-6E95-6430-93F413F608A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9" name="TextBox 78">
            <a:extLst>
              <a:ext uri="{FF2B5EF4-FFF2-40B4-BE49-F238E27FC236}">
                <a16:creationId xmlns:a16="http://schemas.microsoft.com/office/drawing/2014/main" id="{238845F7-B45E-B616-A1BE-E80E927D717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B47DE815-121B-86F0-D39E-288A8C3EFA8E}"/>
              </a:ext>
            </a:extLst>
          </p:cNvPr>
          <p:cNvSpPr txBox="1"/>
          <p:nvPr/>
        </p:nvSpPr>
        <p:spPr>
          <a:xfrm>
            <a:off x="6152446" y="2905709"/>
            <a:ext cx="570089" cy="230832"/>
          </a:xfrm>
          <a:prstGeom prst="rect">
            <a:avLst/>
          </a:prstGeom>
          <a:noFill/>
        </p:spPr>
        <p:txBody>
          <a:bodyPr wrap="square" rtlCol="0">
            <a:spAutoFit/>
          </a:bodyPr>
          <a:lstStyle/>
          <a:p>
            <a:pPr algn="ctr"/>
            <a:r>
              <a:rPr lang="en-US" sz="900" dirty="0"/>
              <a:t>52</a:t>
            </a:r>
          </a:p>
        </p:txBody>
      </p:sp>
      <p:sp>
        <p:nvSpPr>
          <p:cNvPr id="64" name="TextBox 63">
            <a:extLst>
              <a:ext uri="{FF2B5EF4-FFF2-40B4-BE49-F238E27FC236}">
                <a16:creationId xmlns:a16="http://schemas.microsoft.com/office/drawing/2014/main" id="{65CB4108-87B5-6692-2253-E8D06E73ECC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192DDC4C-8C46-DC79-F36B-AF220E6FA42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900C255-7D2B-E074-E13C-38A6CCBCE8F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87D50558-AE7E-6566-295C-3FE5FE6C2D8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27F4C3C-D11C-AAF4-25D4-588AF188D7DF}"/>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67" name="TextBox 66">
            <a:extLst>
              <a:ext uri="{FF2B5EF4-FFF2-40B4-BE49-F238E27FC236}">
                <a16:creationId xmlns:a16="http://schemas.microsoft.com/office/drawing/2014/main" id="{100948C2-CA35-957D-95C1-6FC174AB4A7A}"/>
              </a:ext>
            </a:extLst>
          </p:cNvPr>
          <p:cNvSpPr txBox="1"/>
          <p:nvPr/>
        </p:nvSpPr>
        <p:spPr>
          <a:xfrm>
            <a:off x="3138310" y="2404765"/>
            <a:ext cx="570089" cy="230832"/>
          </a:xfrm>
          <a:prstGeom prst="rect">
            <a:avLst/>
          </a:prstGeom>
          <a:noFill/>
        </p:spPr>
        <p:txBody>
          <a:bodyPr wrap="square" rtlCol="0">
            <a:spAutoFit/>
          </a:bodyPr>
          <a:lstStyle/>
          <a:p>
            <a:pPr algn="ctr"/>
            <a:r>
              <a:rPr lang="en-US" sz="900" dirty="0"/>
              <a:t>62</a:t>
            </a:r>
          </a:p>
        </p:txBody>
      </p:sp>
      <p:sp>
        <p:nvSpPr>
          <p:cNvPr id="81" name="TextBox 80">
            <a:extLst>
              <a:ext uri="{FF2B5EF4-FFF2-40B4-BE49-F238E27FC236}">
                <a16:creationId xmlns:a16="http://schemas.microsoft.com/office/drawing/2014/main" id="{6CFB0962-18E8-7FCA-6988-7D67ECEAB66D}"/>
              </a:ext>
            </a:extLst>
          </p:cNvPr>
          <p:cNvSpPr txBox="1"/>
          <p:nvPr/>
        </p:nvSpPr>
        <p:spPr>
          <a:xfrm>
            <a:off x="3138310" y="3406653"/>
            <a:ext cx="570089" cy="230832"/>
          </a:xfrm>
          <a:prstGeom prst="rect">
            <a:avLst/>
          </a:prstGeom>
          <a:noFill/>
        </p:spPr>
        <p:txBody>
          <a:bodyPr wrap="square" rtlCol="0">
            <a:spAutoFit/>
          </a:bodyPr>
          <a:lstStyle/>
          <a:p>
            <a:pPr algn="ctr"/>
            <a:r>
              <a:rPr lang="en-US" sz="900" dirty="0"/>
              <a:t>26</a:t>
            </a:r>
          </a:p>
        </p:txBody>
      </p:sp>
      <p:sp>
        <p:nvSpPr>
          <p:cNvPr id="94" name="TextBox 93">
            <a:extLst>
              <a:ext uri="{FF2B5EF4-FFF2-40B4-BE49-F238E27FC236}">
                <a16:creationId xmlns:a16="http://schemas.microsoft.com/office/drawing/2014/main" id="{2D9EDE99-BDBB-525D-3BC4-A98404532C7B}"/>
              </a:ext>
            </a:extLst>
          </p:cNvPr>
          <p:cNvSpPr txBox="1"/>
          <p:nvPr/>
        </p:nvSpPr>
        <p:spPr>
          <a:xfrm>
            <a:off x="5650090" y="4909484"/>
            <a:ext cx="570089" cy="230832"/>
          </a:xfrm>
          <a:prstGeom prst="rect">
            <a:avLst/>
          </a:prstGeom>
          <a:noFill/>
        </p:spPr>
        <p:txBody>
          <a:bodyPr wrap="square" rtlCol="0">
            <a:spAutoFit/>
          </a:bodyPr>
          <a:lstStyle/>
          <a:p>
            <a:pPr algn="ctr"/>
            <a:r>
              <a:rPr lang="en-US" sz="900" dirty="0"/>
              <a:t>37</a:t>
            </a:r>
          </a:p>
        </p:txBody>
      </p:sp>
      <p:sp>
        <p:nvSpPr>
          <p:cNvPr id="102" name="TextBox 101">
            <a:extLst>
              <a:ext uri="{FF2B5EF4-FFF2-40B4-BE49-F238E27FC236}">
                <a16:creationId xmlns:a16="http://schemas.microsoft.com/office/drawing/2014/main" id="{284AC805-5C64-6124-245C-361ECC47BC8C}"/>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AF17C3A-7604-7BAF-E2C2-4E907EC984D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26FC7EDC-70B4-A944-88B7-56C0A24EA843}"/>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3ACD1DC8-EE97-4C81-3BA5-FF74E2F6ED9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3B71099-09A3-B3D0-BBB2-501AF21A8183}"/>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CAF398D9-030E-A470-7ABC-B6814DF802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1445290F-AEB5-2379-349C-D29546F233DF}"/>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CD1D3C33-8B12-54C6-1B89-EC1835ABB78F}"/>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4AEFE00F-52AE-1250-284D-7E20F0D56DCF}"/>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B522AA01-154E-76EB-6F62-52F69E27D431}"/>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1E9F7EEA-CF51-4D71-40A7-60F896E6B1C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9F5124A0-C3B5-1104-4183-BFB317300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15C9A166-0675-295B-1D89-95673A5071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32654389-E67A-D24D-D4D9-761048F7631F}"/>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F2EA8A0B-79A6-0D09-1520-158C1C9CCB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90BC5CC6-B832-BF45-9CFA-1DDBE5E60B95}"/>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1A6C4F96-C5D6-4B9B-1BD8-21E1885F5147}"/>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26F63D35-5B52-89CE-DAFE-3F4E61A02989}"/>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52C01A68-193C-43F5-2B19-2561B61F7A9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F4A23FC7-54E2-45E5-A4E5-8D6D3323DFB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01" name="TextBox 100">
            <a:extLst>
              <a:ext uri="{FF2B5EF4-FFF2-40B4-BE49-F238E27FC236}">
                <a16:creationId xmlns:a16="http://schemas.microsoft.com/office/drawing/2014/main" id="{FCFAEB75-8B16-1F6B-11BA-9993EA0DE21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3" name="TextBox 102">
            <a:extLst>
              <a:ext uri="{FF2B5EF4-FFF2-40B4-BE49-F238E27FC236}">
                <a16:creationId xmlns:a16="http://schemas.microsoft.com/office/drawing/2014/main" id="{EDC105EF-D81B-A640-8040-999FDF26AA6B}"/>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104" name="TextBox 103">
            <a:extLst>
              <a:ext uri="{FF2B5EF4-FFF2-40B4-BE49-F238E27FC236}">
                <a16:creationId xmlns:a16="http://schemas.microsoft.com/office/drawing/2014/main" id="{859045AD-59DD-B053-D178-197284B18B0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105" name="TextBox 104">
            <a:extLst>
              <a:ext uri="{FF2B5EF4-FFF2-40B4-BE49-F238E27FC236}">
                <a16:creationId xmlns:a16="http://schemas.microsoft.com/office/drawing/2014/main" id="{3C889C31-81C7-B01B-9DF0-3EB02EC813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5491032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704FD-7C7F-2D73-2B2A-AA9F131975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93C816-94F7-34B4-FA7C-33F1B78FA32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8FFDD20-6F6F-98CD-31D8-F848603492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B1E747A-6E27-3679-4B34-977C603220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FAF704-24A8-8BE5-C659-BB72DC99E0F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C17C3E-413C-221F-EA37-6F12D4713F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5D73297-2226-5F6D-B395-972E960FA60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79C890E-DEDE-2517-5ED8-AD249BB9588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EE841E87-078F-50FF-B69E-B548AB0BC10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4D1C319-B2B3-59C3-19B0-41A284C4C1A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700B0F8D-3853-26FF-6B4F-4E73B83F1D1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11111F2-236E-26ED-73B5-BFD289F803C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EC45706-357B-2564-B800-E2651B3FC34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1E38AE4-EC70-837B-4A3A-8092BFEEC81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2D17044-8705-944D-D4B8-C81C816C674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3A637AB-2945-6F32-C859-1CF99BE9BF6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83391C1-EA1A-D265-F059-4897E19261A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3FF656D9-303C-FC0F-B842-2A22C32C9AF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705664-5D65-B95F-4652-C0BF81E5CDC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C32DF52B-1125-7E35-EB5B-CDDFEDECF49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7196524-22D6-C238-740C-73AEE239956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B77AACF4-BF74-82A7-F59D-223224077FC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1930D86-A9E3-DA4D-0675-6AF9E15413D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2EB0DB1-8809-EABD-FED4-1117B147745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E5907EBE-1257-E805-7843-BB4EE97A3EC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231E74E-91F6-2933-ED20-E168A6C4541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16BA5C57-E3A4-3DF4-EE5B-5E127810D8A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908AB9A1-137E-77EB-81CC-2523531866C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FC956F1F-90CD-1A97-A623-B0F5B81F169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00832387-F53B-6F4C-B979-D6D30B53FEE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940DD35-DBF9-FC1F-1581-55AF7436B3A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FFF7140-05B7-B9F2-F069-505781D4B93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0937B7A2-857D-2E2C-9B98-E35451D5CE8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0F54B73-40EC-C694-6665-162C66C3136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101A84CD-0EBC-49C5-82F7-9E70E407DA4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3150362B-13CC-35DC-D91A-B4C69455052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D63C5C8-D8C1-5BE6-3319-611DA68CFAF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17977658-28CD-3F71-385E-DC23AB69895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2AB9DF6-AE44-C7FA-1AC5-109EE5D100D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ECBEE49-4685-0DF2-4B3D-49CB1F9A5EB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247920A-DFF3-7468-B5B3-D68D04EA281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FBD13F9-68C5-72CF-732A-E78C5FA33A4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F6C8BA5-19AD-45BA-6B74-390ADC02BC6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51576697-9EF1-A8DF-E814-6BCC61B0FFDF}"/>
              </a:ext>
            </a:extLst>
          </p:cNvPr>
          <p:cNvSpPr txBox="1"/>
          <p:nvPr/>
        </p:nvSpPr>
        <p:spPr>
          <a:xfrm>
            <a:off x="3640666" y="3406653"/>
            <a:ext cx="570089" cy="230832"/>
          </a:xfrm>
          <a:prstGeom prst="rect">
            <a:avLst/>
          </a:prstGeom>
          <a:noFill/>
        </p:spPr>
        <p:txBody>
          <a:bodyPr wrap="square" rtlCol="0">
            <a:spAutoFit/>
          </a:bodyPr>
          <a:lstStyle/>
          <a:p>
            <a:pPr algn="ctr"/>
            <a:r>
              <a:rPr lang="en-US" sz="900" dirty="0"/>
              <a:t>35</a:t>
            </a:r>
          </a:p>
        </p:txBody>
      </p:sp>
      <p:sp>
        <p:nvSpPr>
          <p:cNvPr id="57" name="TextBox 56">
            <a:extLst>
              <a:ext uri="{FF2B5EF4-FFF2-40B4-BE49-F238E27FC236}">
                <a16:creationId xmlns:a16="http://schemas.microsoft.com/office/drawing/2014/main" id="{96E8B010-9952-75CC-3229-8B070D2809B5}"/>
              </a:ext>
            </a:extLst>
          </p:cNvPr>
          <p:cNvSpPr txBox="1"/>
          <p:nvPr/>
        </p:nvSpPr>
        <p:spPr>
          <a:xfrm>
            <a:off x="6654802" y="2524033"/>
            <a:ext cx="570089" cy="230832"/>
          </a:xfrm>
          <a:prstGeom prst="rect">
            <a:avLst/>
          </a:prstGeom>
          <a:noFill/>
        </p:spPr>
        <p:txBody>
          <a:bodyPr wrap="square" rtlCol="0">
            <a:spAutoFit/>
          </a:bodyPr>
          <a:lstStyle/>
          <a:p>
            <a:pPr algn="ctr"/>
            <a:r>
              <a:rPr lang="en-US" sz="900" dirty="0"/>
              <a:t>35</a:t>
            </a:r>
          </a:p>
        </p:txBody>
      </p:sp>
      <p:sp>
        <p:nvSpPr>
          <p:cNvPr id="66" name="TextBox 65">
            <a:extLst>
              <a:ext uri="{FF2B5EF4-FFF2-40B4-BE49-F238E27FC236}">
                <a16:creationId xmlns:a16="http://schemas.microsoft.com/office/drawing/2014/main" id="{BADCF453-D3C9-921F-9444-7143E99F26DA}"/>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299B8D47-A47D-32D4-1C74-63C53823D7AA}"/>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1" name="TextBox 70">
            <a:extLst>
              <a:ext uri="{FF2B5EF4-FFF2-40B4-BE49-F238E27FC236}">
                <a16:creationId xmlns:a16="http://schemas.microsoft.com/office/drawing/2014/main" id="{9261A7CE-58E3-D6BE-5427-6B6181696E2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53362CF1-1305-FAC1-B898-AB61FCC4E417}"/>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9" name="TextBox 78">
            <a:extLst>
              <a:ext uri="{FF2B5EF4-FFF2-40B4-BE49-F238E27FC236}">
                <a16:creationId xmlns:a16="http://schemas.microsoft.com/office/drawing/2014/main" id="{E12D1301-5BED-0856-6259-89479DE5897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ADA7EA2D-581A-00B1-A054-3848119B900E}"/>
              </a:ext>
            </a:extLst>
          </p:cNvPr>
          <p:cNvSpPr txBox="1"/>
          <p:nvPr/>
        </p:nvSpPr>
        <p:spPr>
          <a:xfrm>
            <a:off x="6152446" y="2905709"/>
            <a:ext cx="570089" cy="230832"/>
          </a:xfrm>
          <a:prstGeom prst="rect">
            <a:avLst/>
          </a:prstGeom>
          <a:noFill/>
        </p:spPr>
        <p:txBody>
          <a:bodyPr wrap="square" rtlCol="0">
            <a:spAutoFit/>
          </a:bodyPr>
          <a:lstStyle/>
          <a:p>
            <a:pPr algn="ctr"/>
            <a:r>
              <a:rPr lang="en-US" sz="900" dirty="0"/>
              <a:t>52</a:t>
            </a:r>
          </a:p>
        </p:txBody>
      </p:sp>
      <p:sp>
        <p:nvSpPr>
          <p:cNvPr id="64" name="TextBox 63">
            <a:extLst>
              <a:ext uri="{FF2B5EF4-FFF2-40B4-BE49-F238E27FC236}">
                <a16:creationId xmlns:a16="http://schemas.microsoft.com/office/drawing/2014/main" id="{1D89EF70-51E6-8933-50E9-7D8C3D1D419B}"/>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0AD539EA-321E-B2EE-89BD-9A5E2107587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44F27E8-9D0F-BDA2-9123-F95C1A89264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95302FE1-0C56-361B-9A87-75F2E2F4986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51C39A6B-A4BE-FEC8-6B10-4EE825881B7E}"/>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FD30A649-B284-DA5B-A41E-224270DD9824}"/>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5845C37-54A4-6F09-39A3-AA03D8B83BFD}"/>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86242F2-301B-CDC6-732E-D17D0DEB5E60}"/>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5170DBC6-A04E-A7F6-20DB-84039343A5E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ED700DB-4450-D266-42D8-9AF56A5B0EE9}"/>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C11ADF4D-5879-0FF4-4594-BF63CC6B79ED}"/>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39F3661-AA46-CF80-9F74-996FA7FEB435}"/>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8AA91E8C-3FEB-CDDA-1EBB-0A274B1891A9}"/>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CC33C1BD-B5C7-D298-194B-37FAC9A158A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AD9A7376-506B-A9C2-5B2A-8A5D91AD6C6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D7F9FA52-6D4D-3CDA-07A1-19C9779499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573A8ED4-D5B3-587C-43F3-9B80BD196290}"/>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7E023FFE-1E4C-7E18-1D34-E6D28D8C05CB}"/>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4E766748-3B0C-47DB-D884-AD2D75490D03}"/>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B79809BA-8E35-1199-457A-F54AAA2E9B2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8C39DA54-8C34-CD43-3311-5B12FDC40492}"/>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5455753B-49C9-C4F4-898F-1ACDA7CFCABF}"/>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2B2D655B-10D8-A7EB-9E27-0DD2F1FACF43}"/>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7D330F3C-AEA6-DA9E-5771-B7919AD1FD9D}"/>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896D5B67-760A-19F3-7251-BAB02D1065B3}"/>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A385FBF-F3C8-5D6C-89BB-ABCC27AD9B6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7239C79D-5004-6098-AC4B-67A1623B894F}"/>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48E9E816-33E2-F7C3-088D-BA2CCF6D9324}"/>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4D67EC9-A81B-4836-FD35-CFF872199D1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75" name="TextBox 74">
            <a:extLst>
              <a:ext uri="{FF2B5EF4-FFF2-40B4-BE49-F238E27FC236}">
                <a16:creationId xmlns:a16="http://schemas.microsoft.com/office/drawing/2014/main" id="{A2A6D29D-8ED9-E803-E5D6-6D039BB5718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A229F143-5429-831B-1C3B-79C94D4A5B2D}"/>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77" name="TextBox 76">
            <a:extLst>
              <a:ext uri="{FF2B5EF4-FFF2-40B4-BE49-F238E27FC236}">
                <a16:creationId xmlns:a16="http://schemas.microsoft.com/office/drawing/2014/main" id="{D38BE631-399C-FACA-DA5E-2B595FED37B1}"/>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5201786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01215-2F79-3E37-557A-6EF15D76942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FDE01B1-9D14-1BAA-4917-38C84936BA9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B79F2D3-1F9C-BB2B-38DB-9CBC415D811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17A8188-4EA9-ED1E-F576-58E00407BE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49E1DF-FC86-C0B0-DB58-C1728AEE0B3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F0A64AC-1870-C65D-7A04-212FE2374B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A67ADD-E255-FAA7-DA70-86EBAD82D822}"/>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C8448AE-FC84-CCE7-EBE4-F978E15005B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5A0F8389-C137-2703-7DE9-CD6F1E9077E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88D20C2-CA37-3CE9-2C85-7AC788C26E7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F286918E-920C-17A7-C674-DCC50487CB9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7560F11-ED23-9AED-5C9D-B7F7F87D907E}"/>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779B5A8-DEE9-DB47-7C90-4F7171A54E4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E2361112-4E83-26D8-AF46-0A07A22F1B5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6F2D6C0-FE7F-7896-6B85-7E2A55D8C7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0ABF894-7EAE-B553-600A-DF85FE206DC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ABD6E62-D0AD-7FF2-41F2-0D99F27AEAB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F34F330F-5F30-D3B9-80A8-3F0620CBEDD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8386EA-296D-7F11-4CD8-CECA9C2B45B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32E11581-2CA6-A169-5698-A437E4463C7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5DC5097-4947-10FE-C845-062AD25EE69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6A1C8926-6D48-1837-1EC2-CB71A13A917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E999797-D588-B73E-6E42-6C02B74C081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922050F-D70F-1F83-D973-1CC9B5C8E50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3767D4EA-FC7F-3C72-8DD0-DB366627EE8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3FE90B61-0CB4-6A51-5942-4B6F6EE7EBE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02402632-D3E0-D31E-E612-F28BE2432C8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9628A463-05B6-9F6E-9C3A-CB6E717B850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793E7E43-A8EC-F978-65FC-605EAF1F746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473070AA-9C1A-8B06-91B6-8372C769F67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BC28F83-9C7B-8D9D-C164-7C479BC41BC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9649959-40DB-5CF1-8AB3-E40009B04FF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AADE09A5-6D73-BA55-C35E-D5B6A9D5FA54}"/>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060EAB1-8599-0F0D-C0FE-EABD6D63D0F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CCC8D75A-5EB1-8C3F-359E-58291240921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03B36CF7-B66E-0C18-A550-AD01DE6D95A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5D75E57-74C9-BACD-6FFD-DBEA9440D16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B3F3E50F-74DB-AE21-0320-AF172199EAA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7158BCA-F26F-EE03-A419-B6F40E0FC46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C3CA8CB-3829-EA72-60BA-90FD56088E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1114A58-140A-CB21-4C98-8893CAD1B8D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7C1E7F4-27D6-25F9-AC5A-05E5CE63A5D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C1C29E6-3A5E-E9F1-348E-7E3BD7B4E96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DF94BF7C-5168-31F6-8331-D40A13F4CB49}"/>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05C5EBD2-843E-A0C7-B85A-7D00B890538E}"/>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1" name="TextBox 70">
            <a:extLst>
              <a:ext uri="{FF2B5EF4-FFF2-40B4-BE49-F238E27FC236}">
                <a16:creationId xmlns:a16="http://schemas.microsoft.com/office/drawing/2014/main" id="{278009C6-B88F-7D6D-3430-EAF29599E5D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AA4A0890-B1CB-D50E-0971-C2DB230A002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9" name="TextBox 78">
            <a:extLst>
              <a:ext uri="{FF2B5EF4-FFF2-40B4-BE49-F238E27FC236}">
                <a16:creationId xmlns:a16="http://schemas.microsoft.com/office/drawing/2014/main" id="{8CE8F8A5-F3D0-DF4B-5A4F-9DD822D1172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F34C6B8F-0144-6D49-0930-B66A81510C99}"/>
              </a:ext>
            </a:extLst>
          </p:cNvPr>
          <p:cNvSpPr txBox="1"/>
          <p:nvPr/>
        </p:nvSpPr>
        <p:spPr>
          <a:xfrm>
            <a:off x="6152446" y="2905709"/>
            <a:ext cx="570089" cy="230832"/>
          </a:xfrm>
          <a:prstGeom prst="rect">
            <a:avLst/>
          </a:prstGeom>
          <a:noFill/>
        </p:spPr>
        <p:txBody>
          <a:bodyPr wrap="square" rtlCol="0">
            <a:spAutoFit/>
          </a:bodyPr>
          <a:lstStyle/>
          <a:p>
            <a:pPr algn="ctr"/>
            <a:r>
              <a:rPr lang="en-US" sz="900" dirty="0"/>
              <a:t>52</a:t>
            </a:r>
          </a:p>
        </p:txBody>
      </p:sp>
      <p:sp>
        <p:nvSpPr>
          <p:cNvPr id="64" name="TextBox 63">
            <a:extLst>
              <a:ext uri="{FF2B5EF4-FFF2-40B4-BE49-F238E27FC236}">
                <a16:creationId xmlns:a16="http://schemas.microsoft.com/office/drawing/2014/main" id="{ECF83562-C416-09D6-EF2E-6B034B9B6F5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1F5C2204-1613-68ED-C745-69E7B4A253D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304AF1A-46D1-2782-157B-B4175FC9A5F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C5D9A322-4925-DAFE-A02C-A9B92DF97C25}"/>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3EC14A31-9207-C2EC-57CD-416C8EE8ECD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03B4C496-A519-2BEB-CDA4-89777BF2440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0C064C5-6CA6-5ABD-1AA9-89247522599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F7B81D1-110B-E85D-CDD0-07C99BDCEE43}"/>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96083608-1FCD-7DBA-5C0D-3A90BC34E5CF}"/>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FF5B27F-E5C5-20D3-7BFE-C6CE5546B388}"/>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DEF69719-BFCF-5503-536F-82528DE83ABF}"/>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F998907D-FA60-B50B-294F-D73947B0C2D9}"/>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77327C3F-4962-A09B-35C5-5F349446E133}"/>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8F837D36-6D21-E299-2D70-28AD2DADA1E1}"/>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89C60FF0-EE3F-A088-BF24-D15BD50AEB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2E821F91-0BFD-7B32-13F6-F15613D198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527CEB22-4C6F-CB68-8A8F-140153F19143}"/>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564AB4A4-32C4-B5F1-8BC4-A225A8A30A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A2BDF65D-8BD6-AE86-4918-6FEE859A4B2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3D4CCC4B-99B8-C038-42E1-6D44467D1F81}"/>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F13C0B6A-4E02-AA49-2B8C-5DA5C458E946}"/>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E4CEBA4-0D52-4F66-62D2-132197549C73}"/>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317E65C3-6747-C8D7-6915-1BDA9299B36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07882B53-713E-A306-AAD6-076AF63A8D2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AD34AF17-5DB1-9892-D6CC-C5234068A09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E7D83A89-C780-7F46-53F8-66654411087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9294F51C-BFCF-50D5-257D-22CAA3583E3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805AD6B0-FE35-A3CC-20EF-E7917CB07D39}"/>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F3440750-E0B2-D5E7-33ED-B6B33E41B3E8}"/>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5D184698-59F4-EA10-C97F-EE6A18B98662}"/>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D3824790-2025-2A3C-5814-DC038D030A40}"/>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4BC691B-A88B-886A-AC3E-25BD45C6E1F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621224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13A09-CF1B-15C1-7894-0B8940D1CD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695FA9-456F-E64C-FBD5-399EFEE56B3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6124D9E-9675-2890-2882-EA80E2617B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7A42618-C049-75CB-E7EF-B870A2A1DE9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0C55DF-2609-7F7D-3631-B73FEE15E1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C17BB63-196C-4AF5-4FD8-0BE612F177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0B4098-3580-8501-3BA5-119CA504DF1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D9DF29F-2260-655D-0604-7356F02F219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688F824-351D-C5B2-7F4E-95DEBF3629D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8BF8E64-2E76-C7AE-7821-609DD9E7486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D4356AC7-EF86-3257-A7B0-7141B2A032B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6C93056-E3B2-0BB4-D6E2-D6DFD5ABF46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920AD91-D1CF-08FF-57E0-3D74E2E9EA2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F37BD42E-77A4-7CD5-365F-72D26D70FC6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F9AB2E3-8B4F-A82E-967B-F1C6692F563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1E2DBE17-410C-5805-5626-0C70A526FB0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FCE0709D-B8AE-39AD-85E1-9422C84FA8E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C682FC2B-76DA-4C24-6795-083C98ED29D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604765DF-A36A-6A3B-F225-792F85EA862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350013CD-A256-6883-6873-E72F6F1FA8F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984EDF9-8D44-6898-A90A-906D45A632C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B7934794-C8F5-150A-9EA3-F5272B9EA0F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0D7C178-A971-768D-7E5D-FEC788D7099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E2759843-DA12-CACF-F8D8-09D44459525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A03CB047-ADC0-7F53-CCCB-800296C7ACA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8BD3571-54F4-7CF6-B2B5-91203A9DFF5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FF449A47-855A-D89E-1B7E-C50910AF3C0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EE036EE0-3BA5-A9BD-3D32-34A5CB8ABFE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3E570B92-EA3C-7717-222C-B6DA11EDF2B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10D3E9E3-E000-4F1B-23F9-DCA78BEC9B0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A6494BF-97B5-9E60-6AFB-5A65F676F08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E84BD1-C02F-197E-A757-6276041381D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3E86A407-1C8E-8959-44CB-11A60FB4478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A416256-B4F2-5DD7-0C50-5DE0251E5D2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1C9489-956A-FE2B-434D-3447FBECCC4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69C19DF-D466-D994-84D0-F64BE267085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4979FD9-E683-3813-0EC0-45B62C660FD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6E1836EE-5962-A634-9105-F3745CB9571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719F654E-01E2-BCC5-22CF-EC5E09A5039C}"/>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CC4B15B-5B64-21F5-0F35-0478FDD1E07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11B552-E200-6992-4FCD-5B4A329ED84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5B1E849-2239-F527-1222-69AD8DCA4FBD}"/>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502F9544-25AE-5DC4-73D9-7A935207FC5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F4BCC125-F4A7-2948-34F1-A5D0BD8ED2E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4" name="TextBox 63">
            <a:extLst>
              <a:ext uri="{FF2B5EF4-FFF2-40B4-BE49-F238E27FC236}">
                <a16:creationId xmlns:a16="http://schemas.microsoft.com/office/drawing/2014/main" id="{04298039-F504-2C85-0B4C-50B1E8B2F5F0}"/>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9A9D810C-E0DF-C722-BDAE-C4BD51BB596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5F1651F-59A4-A8B3-61E0-97602AAF239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77BCBBA1-9855-A66C-BFCF-E5AB1B8008D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71F34523-D2AA-68E4-AFD6-EA0169741301}"/>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DC0074F0-59AD-F41B-95A5-1BB637DE3DA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731C909-336C-2E1F-72B7-2032B988276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564F907-D0CB-F662-040D-B4DC5D942A7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70204C7-C843-44F4-3F9A-F81A78D92C3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B7148FB-56D4-00DE-8DB0-40663333C74B}"/>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E0D3FA38-A81E-629D-DDA9-6B1EED74A6D3}"/>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4189A396-163A-7545-C0ED-AADD5E0B6A46}"/>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5E0DCE50-9B7B-74D4-2446-3B09442EBDA5}"/>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1064A7AF-6165-5A27-BF9A-CBE898BD0FB0}"/>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49DB36F0-ED38-9B37-F3D0-F2A9DF9747AA}"/>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16C901B9-FD24-8700-75FF-88C9280B8C5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BF5D3310-C5EC-7395-DEDB-95B123FA11CC}"/>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397CA5F9-1FE1-3272-73CA-A0E74C2FF69A}"/>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8A61BEA9-6545-CD54-A0EB-84E7F0D19BB3}"/>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48160790-918B-57D6-2521-BF4595F0DC8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83DB8D3C-0A32-6063-F8F9-005C02D4F16F}"/>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C67B185-73B5-14F4-F8B1-012EBD38C8DC}"/>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3776AE00-107A-B214-792A-6D9215E5250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D44066BA-49AD-75CD-2549-5B1EDAB3F2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A77A70DA-33B3-6AA0-6B7A-92BD6213C4E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5BD9ED09-43C0-9331-8DD4-A8A24FEB5C16}"/>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DA516854-E377-AE65-174B-0273ED3933B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76AB29F0-7094-0FA9-0347-62DFF63D4CD3}"/>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ECDEAE8F-A506-5AC1-B2E8-26573FBAEDAB}"/>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821CDEF0-C080-BCC0-84E2-9E96CDFA2AC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6547A4F-722B-EBCD-78B0-E520927E4C5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A4A108E-D53C-8CEE-D18A-469C8D189372}"/>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9129B045-4389-73F7-8582-1BB0A8EE16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6937320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ADDB-0A72-D6EE-8AFA-1A47CB5EB7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7242B-28FD-EDA7-C9E4-13C02B2412CA}"/>
              </a:ext>
            </a:extLst>
          </p:cNvPr>
          <p:cNvSpPr>
            <a:spLocks noGrp="1"/>
          </p:cNvSpPr>
          <p:nvPr>
            <p:ph sz="half" idx="1"/>
          </p:nvPr>
        </p:nvSpPr>
        <p:spPr/>
        <p:txBody>
          <a:bodyPr>
            <a:normAutofit/>
          </a:bodyPr>
          <a:lstStyle/>
          <a:p>
            <a:r>
              <a:rPr lang="en-US" dirty="0"/>
              <a:t>Finish.</a:t>
            </a:r>
          </a:p>
        </p:txBody>
      </p:sp>
      <p:pic>
        <p:nvPicPr>
          <p:cNvPr id="4" name="Picture 3" descr="A grid of sudoku puzzle&#10;&#10;Description automatically generated">
            <a:extLst>
              <a:ext uri="{FF2B5EF4-FFF2-40B4-BE49-F238E27FC236}">
                <a16:creationId xmlns:a16="http://schemas.microsoft.com/office/drawing/2014/main" id="{41A06591-0039-7387-EFC9-2C39706DE615}"/>
              </a:ext>
            </a:extLst>
          </p:cNvPr>
          <p:cNvPicPr>
            <a:picLocks noChangeAspect="1"/>
          </p:cNvPicPr>
          <p:nvPr/>
        </p:nvPicPr>
        <p:blipFill>
          <a:blip r:embed="rId3"/>
          <a:stretch>
            <a:fillRect/>
          </a:stretch>
        </p:blipFill>
        <p:spPr>
          <a:xfrm>
            <a:off x="4578350" y="2311400"/>
            <a:ext cx="0" cy="0"/>
          </a:xfrm>
          <a:prstGeom prst="rect">
            <a:avLst/>
          </a:prstGeom>
          <a:noFill/>
        </p:spPr>
      </p:pic>
      <p:pic>
        <p:nvPicPr>
          <p:cNvPr id="5" name="Picture 4" descr="A sudoku game with text&#10;&#10;Description automatically generated">
            <a:extLst>
              <a:ext uri="{FF2B5EF4-FFF2-40B4-BE49-F238E27FC236}">
                <a16:creationId xmlns:a16="http://schemas.microsoft.com/office/drawing/2014/main" id="{78458600-FBD7-EF7F-DFC4-F64C0F7A84ED}"/>
              </a:ext>
            </a:extLst>
          </p:cNvPr>
          <p:cNvPicPr>
            <a:picLocks noChangeAspect="1"/>
          </p:cNvPicPr>
          <p:nvPr/>
        </p:nvPicPr>
        <p:blipFill>
          <a:blip r:embed="rId4"/>
          <a:stretch>
            <a:fillRect/>
          </a:stretch>
        </p:blipFill>
        <p:spPr>
          <a:xfrm>
            <a:off x="4578350" y="2311400"/>
            <a:ext cx="0" cy="0"/>
          </a:xfrm>
          <a:prstGeom prst="rect">
            <a:avLst/>
          </a:prstGeom>
          <a:noFill/>
        </p:spPr>
      </p:pic>
      <p:pic>
        <p:nvPicPr>
          <p:cNvPr id="6" name="Picture 5" descr="A sudoku puzzle with text&#10;&#10;Description automatically generated">
            <a:extLst>
              <a:ext uri="{FF2B5EF4-FFF2-40B4-BE49-F238E27FC236}">
                <a16:creationId xmlns:a16="http://schemas.microsoft.com/office/drawing/2014/main" id="{86FDC4EF-16FE-8109-7692-469643189499}"/>
              </a:ext>
            </a:extLst>
          </p:cNvPr>
          <p:cNvPicPr>
            <a:picLocks noChangeAspect="1"/>
          </p:cNvPicPr>
          <p:nvPr/>
        </p:nvPicPr>
        <p:blipFill>
          <a:blip r:embed="rId5"/>
          <a:stretch>
            <a:fillRect/>
          </a:stretch>
        </p:blipFill>
        <p:spPr>
          <a:xfrm>
            <a:off x="4578350" y="2311400"/>
            <a:ext cx="0" cy="0"/>
          </a:xfrm>
          <a:prstGeom prst="rect">
            <a:avLst/>
          </a:prstGeom>
          <a:noFill/>
        </p:spPr>
      </p:pic>
      <p:pic>
        <p:nvPicPr>
          <p:cNvPr id="7" name="Picture 6" descr="A grid of squares with text&#10;&#10;AI-generated content may be incorrect.">
            <a:extLst>
              <a:ext uri="{FF2B5EF4-FFF2-40B4-BE49-F238E27FC236}">
                <a16:creationId xmlns:a16="http://schemas.microsoft.com/office/drawing/2014/main" id="{48A9962A-E8AF-0AA8-AF2E-99015EDEC9FC}"/>
              </a:ext>
            </a:extLst>
          </p:cNvPr>
          <p:cNvPicPr>
            <a:picLocks noChangeAspect="1"/>
          </p:cNvPicPr>
          <p:nvPr/>
        </p:nvPicPr>
        <p:blipFill>
          <a:blip r:embed="rId6"/>
          <a:stretch>
            <a:fillRect/>
          </a:stretch>
        </p:blipFill>
        <p:spPr>
          <a:xfrm>
            <a:off x="4584700" y="2311400"/>
            <a:ext cx="0" cy="0"/>
          </a:xfrm>
          <a:prstGeom prst="rect">
            <a:avLst/>
          </a:prstGeom>
          <a:noFill/>
        </p:spPr>
      </p:pic>
      <p:sp>
        <p:nvSpPr>
          <p:cNvPr id="3" name="TextBox 2">
            <a:extLst>
              <a:ext uri="{FF2B5EF4-FFF2-40B4-BE49-F238E27FC236}">
                <a16:creationId xmlns:a16="http://schemas.microsoft.com/office/drawing/2014/main" id="{20178163-9DD7-F3D4-0AC1-E823FD509D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2B0606D-547E-BDE7-0F67-02381F3FE77F}"/>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CF1AD5B8-E7A4-7C38-9F60-FA8DAB621D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C788C46-BF6F-FD1E-89FE-6B9EEC1EE2D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69F5B5A-D990-A49B-8DC4-B9FDFE74E2CD}"/>
              </a:ext>
            </a:extLst>
          </p:cNvPr>
          <p:cNvSpPr txBox="1"/>
          <p:nvPr/>
        </p:nvSpPr>
        <p:spPr>
          <a:xfrm>
            <a:off x="6714071" y="721216"/>
            <a:ext cx="462845" cy="584775"/>
          </a:xfrm>
          <a:prstGeom prst="rect">
            <a:avLst/>
          </a:prstGeom>
          <a:no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7C99EE6-B894-A567-E4B2-96704799F0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36AB7C3-6EDE-6791-7F5E-F88CC642B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45D2E5AE-BEE2-0167-E563-13ADC3AF9A6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0C8899C-9ECE-D37C-0D1A-2FE331D0E52E}"/>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9964EF0-507B-B94F-6314-847E15C8C1E3}"/>
              </a:ext>
            </a:extLst>
          </p:cNvPr>
          <p:cNvSpPr txBox="1"/>
          <p:nvPr/>
        </p:nvSpPr>
        <p:spPr>
          <a:xfrm>
            <a:off x="6714071" y="172788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7F0C4CC-A1A6-A65B-BB33-1198D32C923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9EEFCF72-80C4-842E-096C-7717DCBB468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0DD2F6B-D0BE-434A-8EC5-601D68C6E1C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4ECF599F-7492-8160-56C5-4258625B739C}"/>
              </a:ext>
            </a:extLst>
          </p:cNvPr>
          <p:cNvSpPr txBox="1"/>
          <p:nvPr/>
        </p:nvSpPr>
        <p:spPr>
          <a:xfrm>
            <a:off x="6214537"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1B0B6A9-80DA-2E66-84CA-D1460BE50E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E86E1E05-C39B-63CA-360B-C843A0D672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33627AE-38E0-2710-7E21-B25038FB5C0C}"/>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0E223921-0D94-A5B5-DC44-0081CB27FAD7}"/>
              </a:ext>
            </a:extLst>
          </p:cNvPr>
          <p:cNvSpPr txBox="1"/>
          <p:nvPr/>
        </p:nvSpPr>
        <p:spPr>
          <a:xfrm>
            <a:off x="6714071" y="2734556"/>
            <a:ext cx="462845" cy="584775"/>
          </a:xfrm>
          <a:prstGeom prst="rect">
            <a:avLst/>
          </a:prstGeom>
          <a:no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155C093B-1DA2-0E8F-F0A8-716C34D8EDA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4B393C9-2311-48B8-7580-D38F1347860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B0FB33B-1793-C25F-E7A4-50237A2C86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5DA2049-9BBF-A915-A33A-4E4E65EE48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C5E13BA-C282-6827-7D2B-3900CFFA75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14CE5E2-8E46-8557-B841-8CA876E8B123}"/>
              </a:ext>
            </a:extLst>
          </p:cNvPr>
          <p:cNvSpPr txBox="1"/>
          <p:nvPr/>
        </p:nvSpPr>
        <p:spPr>
          <a:xfrm>
            <a:off x="3716867" y="374122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5FD0DB7-9A65-B238-9202-D00CDFDC488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7DB8BB-DC02-2EF2-83D0-4152F17D63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59B8C31-3895-3DE6-FD35-00531FF16B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D3A699E-3D7E-B0A0-5435-80D03C77D3C4}"/>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F4194AC-7008-38D8-6F39-4CFFE1F0AC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81C9E08-FA4F-11F5-3FCC-96CE8DCEDE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AB2039-1A7F-409C-3CE7-D386EA554C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868A0E1-8F91-3763-189E-F633D780C80D}"/>
              </a:ext>
            </a:extLst>
          </p:cNvPr>
          <p:cNvSpPr txBox="1"/>
          <p:nvPr/>
        </p:nvSpPr>
        <p:spPr>
          <a:xfrm>
            <a:off x="6214537"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23E54D1-F3EB-A24D-E6E8-2F1E2CC5AC10}"/>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CDED0FFE-57E0-7D3E-35E8-01B8C15BE71D}"/>
              </a:ext>
            </a:extLst>
          </p:cNvPr>
          <p:cNvSpPr txBox="1"/>
          <p:nvPr/>
        </p:nvSpPr>
        <p:spPr>
          <a:xfrm>
            <a:off x="7213604" y="424456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0CCDB0C-0423-83B2-5C4D-7325E695F8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31B7F3D-713D-5424-82D8-86E9C6528E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5170543-CDFB-20EC-D76E-10EBA7BC93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95A42F4-509E-13F1-89C4-F3A2B1C4EF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4" name="TextBox 63">
            <a:extLst>
              <a:ext uri="{FF2B5EF4-FFF2-40B4-BE49-F238E27FC236}">
                <a16:creationId xmlns:a16="http://schemas.microsoft.com/office/drawing/2014/main" id="{34E22851-5403-C50B-BEE3-05D6DDAD51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3CD653F-7D3F-6E9A-C2F2-5B320ADC4AE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6FB9BAC-819D-5AF5-A02E-AB24916865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515E52C4-5BDF-C51E-063E-61DABB1EB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03248C4B-3A94-DB6D-56B0-02E021DF906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3858BD1D-823F-53A1-41DA-6868FBC2A88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5C481F1-BF3F-C482-984F-55BA757CDF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8C335B6-3695-9751-1249-9770F27E756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C762826-4434-1947-7E1F-C175CA63A0B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2527FCB-F4DF-2E67-A3C5-4048972EE2F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213567E-2C85-14C3-67A9-11FF27A0737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F9D6F44-17F1-5EF4-C38C-A19D32A0AB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718EB3B0-2EAD-C723-C35B-9C29D20D0D74}"/>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81369184-6DA1-9B47-AB55-1219C2741A3B}"/>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9C0860A-6213-86CF-27B5-47F93CE40B0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0C852905-43EE-617E-26FC-511AE356C00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36205E71-D95E-EE59-866E-5AAEB743F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CDFAB882-F543-472B-575A-65EB3BD6A6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C36154EF-D6E3-CE44-1FC4-A9846D50D3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FD638146-1837-4012-95A6-00458A10CF8B}"/>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442B6F3-34D0-2429-AA2C-8CC8E333A9F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F14736E-844F-D711-48D0-8ABE6FFBDD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F04A7C9E-E451-6B84-43A2-8EF17800D47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B6C809C2-D186-C567-B8EE-C43937380B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E16547EE-C240-4C20-F817-6F71E783016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94B8251C-9999-BA96-A0A5-98C2CF6964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CA96DEC-2C76-437F-E130-B8C93A674A0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2A97AF6-F0A8-B870-8F78-A21F00950B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93ABBB3-1475-B6BF-A5AD-CCD20438C2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4D1C66BB-1FE8-C949-69DE-AFB17AE119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20DA60E-10E1-4AB0-B678-BFB923B09C3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AE420A3-E6ED-D0C0-5FA1-F9613A429A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D98E6-BE24-525C-0276-ECB44647B9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593779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lumMod val="65000"/>
          </a:schemeClr>
        </a:solidFill>
        <a:effectLst/>
      </p:bgPr>
    </p:bg>
    <p:spTree>
      <p:nvGrpSpPr>
        <p:cNvPr id="1" name="">
          <a:extLst>
            <a:ext uri="{FF2B5EF4-FFF2-40B4-BE49-F238E27FC236}">
              <a16:creationId xmlns:a16="http://schemas.microsoft.com/office/drawing/2014/main" id="{00AF016C-FB35-6E98-F7C6-80B84BEFC89F}"/>
            </a:ext>
          </a:extLst>
        </p:cNvPr>
        <p:cNvGrpSpPr/>
        <p:nvPr/>
      </p:nvGrpSpPr>
      <p:grpSpPr>
        <a:xfrm>
          <a:off x="0" y="0"/>
          <a:ext cx="0" cy="0"/>
          <a:chOff x="0" y="0"/>
          <a:chExt cx="0" cy="0"/>
        </a:xfrm>
      </p:grpSpPr>
    </p:spTree>
    <p:extLst>
      <p:ext uri="{BB962C8B-B14F-4D97-AF65-F5344CB8AC3E}">
        <p14:creationId xmlns:p14="http://schemas.microsoft.com/office/powerpoint/2010/main" val="29245454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3D7EA2-9D0B-0F8A-5F8D-FAC88757C8CE}"/>
              </a:ext>
            </a:extLst>
          </p:cNvPr>
          <p:cNvSpPr>
            <a:spLocks noGrp="1"/>
          </p:cNvSpPr>
          <p:nvPr>
            <p:ph sz="half" idx="1"/>
          </p:nvPr>
        </p:nvSpPr>
        <p:spPr/>
        <p:txBody>
          <a:bodyPr/>
          <a:lstStyle/>
          <a:p>
            <a:endParaRPr lang="en-US"/>
          </a:p>
        </p:txBody>
      </p:sp>
      <p:sp>
        <p:nvSpPr>
          <p:cNvPr id="3" name="TextBox 2">
            <a:extLst>
              <a:ext uri="{FF2B5EF4-FFF2-40B4-BE49-F238E27FC236}">
                <a16:creationId xmlns:a16="http://schemas.microsoft.com/office/drawing/2014/main" id="{5545F530-01C0-8F2D-2647-E7CDD2A7F8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 name="TextBox 3">
            <a:extLst>
              <a:ext uri="{FF2B5EF4-FFF2-40B4-BE49-F238E27FC236}">
                <a16:creationId xmlns:a16="http://schemas.microsoft.com/office/drawing/2014/main" id="{B2E0DB11-79AF-5889-2ACA-5ED711A72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 name="TextBox 4">
            <a:extLst>
              <a:ext uri="{FF2B5EF4-FFF2-40B4-BE49-F238E27FC236}">
                <a16:creationId xmlns:a16="http://schemas.microsoft.com/office/drawing/2014/main" id="{A9A6A9F2-023B-EE13-2AB7-67189BD912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 name="TextBox 5">
            <a:extLst>
              <a:ext uri="{FF2B5EF4-FFF2-40B4-BE49-F238E27FC236}">
                <a16:creationId xmlns:a16="http://schemas.microsoft.com/office/drawing/2014/main" id="{AB924E1A-E8BF-0C4E-2CD5-C07B794BAC6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7" name="TextBox 6">
            <a:extLst>
              <a:ext uri="{FF2B5EF4-FFF2-40B4-BE49-F238E27FC236}">
                <a16:creationId xmlns:a16="http://schemas.microsoft.com/office/drawing/2014/main" id="{59586AF8-3B01-7D52-5D31-2C4E546D11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ADD7D98-7B6F-F7EB-1963-2DD7292344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05A51F9-18BC-9695-9691-38716A5CEBD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71C0538-23C4-F643-E005-AF0FBFAC7C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75B7721-00C4-F6F9-D2E5-1C1A1FFC7E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00E145A9-AC46-07E4-A6C0-59ED454080C8}"/>
              </a:ext>
            </a:extLst>
          </p:cNvPr>
          <p:cNvSpPr txBox="1"/>
          <p:nvPr/>
        </p:nvSpPr>
        <p:spPr>
          <a:xfrm>
            <a:off x="3217333"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2318098D-D15B-BB4F-20F9-FE49F18B4E08}"/>
              </a:ext>
            </a:extLst>
          </p:cNvPr>
          <p:cNvSpPr txBox="1"/>
          <p:nvPr/>
        </p:nvSpPr>
        <p:spPr>
          <a:xfrm>
            <a:off x="3716867"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39E079-7972-8424-05C9-E3BF920EA93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16C0B9F-0EF4-3087-4A92-A46D40330C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28C3F92-9238-221D-AD0E-EFD5BAD062F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871BBF3-4EDB-428B-FEEE-11FDD9F7FEF3}"/>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00D9B5B-E54C-776D-E032-6C06B9A86232}"/>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EC6D261-0273-A3EC-962D-0CC15FBBB45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6077096-8A83-D387-D695-B38D3EE3C67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D0FA921-C9B8-9A3E-E302-4E73F4C285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395E837A-EF8C-912D-CF33-DC322ACCDF7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6842E1-E53F-5E12-03DC-DD938863A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3ED3893-D236-1B53-BCB2-4356F7CB21C3}"/>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4B6E1EE3-2AB9-1EE8-ABF2-45939F23CB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4C636C3-F4C1-7206-C902-91DA657474B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8077B04-F90B-A0CC-9ACD-FC227BF4E8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C642D92D-0411-86FD-FD42-E076D9EE110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8374C64D-7C1A-926D-1DC1-6A6414FD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4" name="TextBox 33">
            <a:extLst>
              <a:ext uri="{FF2B5EF4-FFF2-40B4-BE49-F238E27FC236}">
                <a16:creationId xmlns:a16="http://schemas.microsoft.com/office/drawing/2014/main" id="{5245EE08-A98D-01FA-2171-AC26286AAE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7750C40-5D09-BF2D-F68E-81566136605A}"/>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6BEA972C-0DA0-4103-57DF-7C9A7F9B06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37" name="TextBox 36">
            <a:extLst>
              <a:ext uri="{FF2B5EF4-FFF2-40B4-BE49-F238E27FC236}">
                <a16:creationId xmlns:a16="http://schemas.microsoft.com/office/drawing/2014/main" id="{19CA2BF3-7C64-8FFC-493A-CD5FA0474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09DC838-6EA7-2D9B-C352-B2C84D16ED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651584D-1439-EC66-CB5E-C86A2E97F4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DA50FB8-CE35-4761-A6B0-BE16819394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B505374-5116-C2E6-9C18-87B5537E1B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D198AF0-1895-C0DD-EC92-CDAB9B0904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92803FD-DA48-9709-45DB-33484C41E7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C21C0C67-CA29-B06E-396E-7A36969B8E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FD75AC8-9E2D-D9CA-F432-E1EF596926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EBB1DFA-2C92-38A8-8D03-7A08226FBE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6F83141-CD08-5B31-4F44-5DE0A22A0E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BD09B68-5DCD-1930-6026-8DEC57FB55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72594FE-277C-5973-94EE-AA3BE44A34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833383-2619-8AE1-E22E-EFFB76B969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599D6A1-CC8E-6CC2-B3F7-4326B2300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72900A5E-6D76-587C-2DFD-92EFA48157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7E234C15-D43D-7905-5E6D-8AB06EB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BB2701EA-E576-BD64-46C7-6B254099F3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3741FDD4-FA46-9AC6-95A6-FDFC78139B7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04F08D5B-239E-1FF0-4FCC-7AC6DEF18DF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C510B19-3198-6775-4DB8-2969F74BB93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C63EBB7-8DEA-A035-671B-095EFE94FB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07A408D1-2795-2A51-8BEF-F3518493AC5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1A778707-033E-7FA2-42DF-480BFEF412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B2B1692B-0E77-4376-C7FF-6BEDD63BF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053752-9030-C29D-9833-883262A5168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E37147F7-AE3B-012E-53BB-889E5E744C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AD2CEC6-2C4F-D2FE-6FE4-CFE4011CB0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68" name="TextBox 67">
            <a:extLst>
              <a:ext uri="{FF2B5EF4-FFF2-40B4-BE49-F238E27FC236}">
                <a16:creationId xmlns:a16="http://schemas.microsoft.com/office/drawing/2014/main" id="{080537B0-8323-1A64-DF09-39FB32AAC4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68D6592A-F37B-D23D-AD44-F04E1DAAF64C}"/>
              </a:ext>
            </a:extLst>
          </p:cNvPr>
          <p:cNvSpPr txBox="1"/>
          <p:nvPr/>
        </p:nvSpPr>
        <p:spPr>
          <a:xfrm>
            <a:off x="571500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2C1DE1F-157A-4870-A897-AD5741D3D0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2B2FA07-D551-8692-E1B6-CE27DBF0E8CD}"/>
              </a:ext>
            </a:extLst>
          </p:cNvPr>
          <p:cNvSpPr txBox="1"/>
          <p:nvPr/>
        </p:nvSpPr>
        <p:spPr>
          <a:xfrm>
            <a:off x="6714071" y="374122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DBF17E8-18BD-C042-E6F2-603E8EE78A32}"/>
              </a:ext>
            </a:extLst>
          </p:cNvPr>
          <p:cNvSpPr txBox="1"/>
          <p:nvPr/>
        </p:nvSpPr>
        <p:spPr>
          <a:xfrm>
            <a:off x="7213604" y="374122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9053E0A-1A09-D426-1081-D848E9FE37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BFA6531-FBE6-5D53-5C12-5684C04762A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53DA081-0DE0-137F-7136-8DADDE0F2CA8}"/>
              </a:ext>
            </a:extLst>
          </p:cNvPr>
          <p:cNvSpPr txBox="1"/>
          <p:nvPr/>
        </p:nvSpPr>
        <p:spPr>
          <a:xfrm>
            <a:off x="4216401" y="424456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5367410F-ADD1-8006-218E-1093B4ED303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271A5C86-5ECE-083E-5505-4004ED2BCC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9" name="TextBox 78">
            <a:extLst>
              <a:ext uri="{FF2B5EF4-FFF2-40B4-BE49-F238E27FC236}">
                <a16:creationId xmlns:a16="http://schemas.microsoft.com/office/drawing/2014/main" id="{9C34CEAD-D4FB-A94A-B119-4E470D0323A1}"/>
              </a:ext>
            </a:extLst>
          </p:cNvPr>
          <p:cNvSpPr txBox="1"/>
          <p:nvPr/>
        </p:nvSpPr>
        <p:spPr>
          <a:xfrm>
            <a:off x="5715003" y="424456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18432DD-6D87-FFE3-332E-6C529044D6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34B78B-C7C1-C652-6232-B07315E13A39}"/>
              </a:ext>
            </a:extLst>
          </p:cNvPr>
          <p:cNvSpPr txBox="1"/>
          <p:nvPr/>
        </p:nvSpPr>
        <p:spPr>
          <a:xfrm>
            <a:off x="6714071" y="424456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AAA7508F-BC5C-BD63-FE35-CF0C611C8C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7441B13-F709-9820-92EB-A0AEF4B46C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6CD92CE-63A8-D4B6-DDCC-0CA41368B0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5AF486AD-8C07-4391-8BC5-1CF73DB284CE}"/>
              </a:ext>
            </a:extLst>
          </p:cNvPr>
          <p:cNvSpPr txBox="1"/>
          <p:nvPr/>
        </p:nvSpPr>
        <p:spPr>
          <a:xfrm>
            <a:off x="4216401" y="4747898"/>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E0D8D130-CB07-06CB-9DF3-77ABEFBEB7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342847E-040E-264F-0ED3-75738365A16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ADD8AEEE-6363-1C8A-6CDF-CD7FCF7D5F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90" name="TextBox 89">
            <a:extLst>
              <a:ext uri="{FF2B5EF4-FFF2-40B4-BE49-F238E27FC236}">
                <a16:creationId xmlns:a16="http://schemas.microsoft.com/office/drawing/2014/main" id="{DFA86441-FB97-7C14-B21D-EFB4F3D80E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91" name="TextBox 90">
            <a:extLst>
              <a:ext uri="{FF2B5EF4-FFF2-40B4-BE49-F238E27FC236}">
                <a16:creationId xmlns:a16="http://schemas.microsoft.com/office/drawing/2014/main" id="{0375B3B4-6CBC-7F70-1236-9F1B5FE11D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67CBCBB2-88D7-BCE3-7916-11F0F236BF4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64193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454D7-CEE4-838B-D109-D776E2EA1CEE}"/>
              </a:ext>
            </a:extLst>
          </p:cNvPr>
          <p:cNvSpPr>
            <a:spLocks noGrp="1"/>
          </p:cNvSpPr>
          <p:nvPr>
            <p:ph sz="half" idx="1"/>
          </p:nvPr>
        </p:nvSpPr>
        <p:spPr/>
        <p:txBody>
          <a:bodyPr/>
          <a:lstStyle/>
          <a:p>
            <a:endParaRPr lang="en-US"/>
          </a:p>
        </p:txBody>
      </p:sp>
      <p:sp>
        <p:nvSpPr>
          <p:cNvPr id="84" name="TextBox 83">
            <a:extLst>
              <a:ext uri="{FF2B5EF4-FFF2-40B4-BE49-F238E27FC236}">
                <a16:creationId xmlns:a16="http://schemas.microsoft.com/office/drawing/2014/main" id="{FF60C56B-03A8-4A01-C370-4161AC79EB3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123456</a:t>
            </a:r>
          </a:p>
        </p:txBody>
      </p:sp>
      <p:sp>
        <p:nvSpPr>
          <p:cNvPr id="85" name="TextBox 84">
            <a:extLst>
              <a:ext uri="{FF2B5EF4-FFF2-40B4-BE49-F238E27FC236}">
                <a16:creationId xmlns:a16="http://schemas.microsoft.com/office/drawing/2014/main" id="{BF9BFDB4-9AD7-FA30-A0F2-18859BAA297D}"/>
              </a:ext>
            </a:extLst>
          </p:cNvPr>
          <p:cNvSpPr txBox="1"/>
          <p:nvPr/>
        </p:nvSpPr>
        <p:spPr>
          <a:xfrm>
            <a:off x="4143022" y="901933"/>
            <a:ext cx="570089" cy="230832"/>
          </a:xfrm>
          <a:prstGeom prst="rect">
            <a:avLst/>
          </a:prstGeom>
          <a:noFill/>
        </p:spPr>
        <p:txBody>
          <a:bodyPr wrap="square" rtlCol="0">
            <a:spAutoFit/>
          </a:bodyPr>
          <a:lstStyle/>
          <a:p>
            <a:pPr algn="ctr"/>
            <a:r>
              <a:rPr lang="en-US" sz="900" dirty="0"/>
              <a:t>123456</a:t>
            </a:r>
          </a:p>
        </p:txBody>
      </p:sp>
      <p:sp>
        <p:nvSpPr>
          <p:cNvPr id="86" name="TextBox 85">
            <a:extLst>
              <a:ext uri="{FF2B5EF4-FFF2-40B4-BE49-F238E27FC236}">
                <a16:creationId xmlns:a16="http://schemas.microsoft.com/office/drawing/2014/main" id="{1640DD29-1195-EF1F-8B16-EF9A84420D3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123456</a:t>
            </a:r>
          </a:p>
        </p:txBody>
      </p:sp>
      <p:sp>
        <p:nvSpPr>
          <p:cNvPr id="87" name="TextBox 86">
            <a:extLst>
              <a:ext uri="{FF2B5EF4-FFF2-40B4-BE49-F238E27FC236}">
                <a16:creationId xmlns:a16="http://schemas.microsoft.com/office/drawing/2014/main" id="{3E2A5CBA-3D0B-3A96-9C98-B514696923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123456</a:t>
            </a:r>
          </a:p>
        </p:txBody>
      </p:sp>
      <p:sp>
        <p:nvSpPr>
          <p:cNvPr id="88" name="TextBox 87">
            <a:extLst>
              <a:ext uri="{FF2B5EF4-FFF2-40B4-BE49-F238E27FC236}">
                <a16:creationId xmlns:a16="http://schemas.microsoft.com/office/drawing/2014/main" id="{A1FC491A-E2DD-10AD-68CE-6D3EEEB4EF94}"/>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89" name="TextBox 88">
            <a:extLst>
              <a:ext uri="{FF2B5EF4-FFF2-40B4-BE49-F238E27FC236}">
                <a16:creationId xmlns:a16="http://schemas.microsoft.com/office/drawing/2014/main" id="{80609A37-C41C-8535-9A55-84CA0EE83E45}"/>
              </a:ext>
            </a:extLst>
          </p:cNvPr>
          <p:cNvSpPr txBox="1"/>
          <p:nvPr/>
        </p:nvSpPr>
        <p:spPr>
          <a:xfrm>
            <a:off x="6152446" y="901933"/>
            <a:ext cx="570089" cy="230832"/>
          </a:xfrm>
          <a:prstGeom prst="rect">
            <a:avLst/>
          </a:prstGeom>
          <a:noFill/>
        </p:spPr>
        <p:txBody>
          <a:bodyPr wrap="square" rtlCol="0">
            <a:spAutoFit/>
          </a:bodyPr>
          <a:lstStyle/>
          <a:p>
            <a:pPr algn="ctr"/>
            <a:r>
              <a:rPr lang="en-US" sz="900" dirty="0"/>
              <a:t>123456</a:t>
            </a:r>
          </a:p>
        </p:txBody>
      </p:sp>
      <p:sp>
        <p:nvSpPr>
          <p:cNvPr id="90" name="TextBox 89">
            <a:extLst>
              <a:ext uri="{FF2B5EF4-FFF2-40B4-BE49-F238E27FC236}">
                <a16:creationId xmlns:a16="http://schemas.microsoft.com/office/drawing/2014/main" id="{A5A078A7-AA12-A695-6E1C-F4ADCC0563A3}"/>
              </a:ext>
            </a:extLst>
          </p:cNvPr>
          <p:cNvSpPr txBox="1"/>
          <p:nvPr/>
        </p:nvSpPr>
        <p:spPr>
          <a:xfrm>
            <a:off x="6654802" y="901933"/>
            <a:ext cx="570089" cy="230832"/>
          </a:xfrm>
          <a:prstGeom prst="rect">
            <a:avLst/>
          </a:prstGeom>
          <a:noFill/>
        </p:spPr>
        <p:txBody>
          <a:bodyPr wrap="square" rtlCol="0">
            <a:spAutoFit/>
          </a:bodyPr>
          <a:lstStyle/>
          <a:p>
            <a:pPr algn="ctr"/>
            <a:r>
              <a:rPr lang="en-US" sz="900" dirty="0"/>
              <a:t>123456</a:t>
            </a:r>
          </a:p>
        </p:txBody>
      </p:sp>
      <p:sp>
        <p:nvSpPr>
          <p:cNvPr id="91" name="TextBox 90">
            <a:extLst>
              <a:ext uri="{FF2B5EF4-FFF2-40B4-BE49-F238E27FC236}">
                <a16:creationId xmlns:a16="http://schemas.microsoft.com/office/drawing/2014/main" id="{4E91BCC9-7513-6620-4D5A-3AF70159AADC}"/>
              </a:ext>
            </a:extLst>
          </p:cNvPr>
          <p:cNvSpPr txBox="1"/>
          <p:nvPr/>
        </p:nvSpPr>
        <p:spPr>
          <a:xfrm>
            <a:off x="7157158" y="901933"/>
            <a:ext cx="570089" cy="230832"/>
          </a:xfrm>
          <a:prstGeom prst="rect">
            <a:avLst/>
          </a:prstGeom>
          <a:noFill/>
        </p:spPr>
        <p:txBody>
          <a:bodyPr wrap="square" rtlCol="0">
            <a:spAutoFit/>
          </a:bodyPr>
          <a:lstStyle/>
          <a:p>
            <a:pPr algn="ctr"/>
            <a:r>
              <a:rPr lang="en-US" sz="900" dirty="0"/>
              <a:t>123456</a:t>
            </a:r>
          </a:p>
        </p:txBody>
      </p:sp>
      <p:sp>
        <p:nvSpPr>
          <p:cNvPr id="92" name="TextBox 91">
            <a:extLst>
              <a:ext uri="{FF2B5EF4-FFF2-40B4-BE49-F238E27FC236}">
                <a16:creationId xmlns:a16="http://schemas.microsoft.com/office/drawing/2014/main" id="{5E04531A-D14B-3018-AA2E-66D8F2ECA7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95" name="TextBox 94">
            <a:extLst>
              <a:ext uri="{FF2B5EF4-FFF2-40B4-BE49-F238E27FC236}">
                <a16:creationId xmlns:a16="http://schemas.microsoft.com/office/drawing/2014/main" id="{8A3750D2-4D6A-C174-AB75-74C97E3EEC1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123456</a:t>
            </a:r>
          </a:p>
        </p:txBody>
      </p:sp>
      <p:sp>
        <p:nvSpPr>
          <p:cNvPr id="96" name="TextBox 95">
            <a:extLst>
              <a:ext uri="{FF2B5EF4-FFF2-40B4-BE49-F238E27FC236}">
                <a16:creationId xmlns:a16="http://schemas.microsoft.com/office/drawing/2014/main" id="{BD3B98C3-B2F4-A745-E9FE-7302EBAADA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123456</a:t>
            </a:r>
          </a:p>
        </p:txBody>
      </p:sp>
      <p:sp>
        <p:nvSpPr>
          <p:cNvPr id="97" name="TextBox 96">
            <a:extLst>
              <a:ext uri="{FF2B5EF4-FFF2-40B4-BE49-F238E27FC236}">
                <a16:creationId xmlns:a16="http://schemas.microsoft.com/office/drawing/2014/main" id="{53D9B785-7EEC-3C3E-D9D3-00ADFA3FA1B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123456</a:t>
            </a:r>
          </a:p>
        </p:txBody>
      </p:sp>
      <p:sp>
        <p:nvSpPr>
          <p:cNvPr id="98" name="TextBox 97">
            <a:extLst>
              <a:ext uri="{FF2B5EF4-FFF2-40B4-BE49-F238E27FC236}">
                <a16:creationId xmlns:a16="http://schemas.microsoft.com/office/drawing/2014/main" id="{2FB47043-5E04-FAB4-05BF-0CC87CA5EDF9}"/>
              </a:ext>
            </a:extLst>
          </p:cNvPr>
          <p:cNvSpPr txBox="1"/>
          <p:nvPr/>
        </p:nvSpPr>
        <p:spPr>
          <a:xfrm>
            <a:off x="5147734" y="1402877"/>
            <a:ext cx="570089" cy="230832"/>
          </a:xfrm>
          <a:prstGeom prst="rect">
            <a:avLst/>
          </a:prstGeom>
          <a:noFill/>
        </p:spPr>
        <p:txBody>
          <a:bodyPr wrap="square" rtlCol="0">
            <a:spAutoFit/>
          </a:bodyPr>
          <a:lstStyle/>
          <a:p>
            <a:pPr algn="ctr"/>
            <a:r>
              <a:rPr lang="en-US" sz="900" dirty="0"/>
              <a:t>123456</a:t>
            </a:r>
          </a:p>
        </p:txBody>
      </p:sp>
      <p:sp>
        <p:nvSpPr>
          <p:cNvPr id="99" name="TextBox 98">
            <a:extLst>
              <a:ext uri="{FF2B5EF4-FFF2-40B4-BE49-F238E27FC236}">
                <a16:creationId xmlns:a16="http://schemas.microsoft.com/office/drawing/2014/main" id="{1938E445-20DD-4F66-5EA3-45A33BAAC00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100" name="TextBox 99">
            <a:extLst>
              <a:ext uri="{FF2B5EF4-FFF2-40B4-BE49-F238E27FC236}">
                <a16:creationId xmlns:a16="http://schemas.microsoft.com/office/drawing/2014/main" id="{E6226C55-846A-2224-F06C-4C411BC8143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123456</a:t>
            </a:r>
          </a:p>
        </p:txBody>
      </p:sp>
      <p:sp>
        <p:nvSpPr>
          <p:cNvPr id="101" name="TextBox 100">
            <a:extLst>
              <a:ext uri="{FF2B5EF4-FFF2-40B4-BE49-F238E27FC236}">
                <a16:creationId xmlns:a16="http://schemas.microsoft.com/office/drawing/2014/main" id="{4AAA4F56-A9E2-9990-B932-EE4C5C4BB33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123456</a:t>
            </a:r>
          </a:p>
        </p:txBody>
      </p:sp>
      <p:sp>
        <p:nvSpPr>
          <p:cNvPr id="102" name="TextBox 101">
            <a:extLst>
              <a:ext uri="{FF2B5EF4-FFF2-40B4-BE49-F238E27FC236}">
                <a16:creationId xmlns:a16="http://schemas.microsoft.com/office/drawing/2014/main" id="{DDA1384E-A2DB-85D7-DAF7-C45E7EA0BC93}"/>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103" name="TextBox 102">
            <a:extLst>
              <a:ext uri="{FF2B5EF4-FFF2-40B4-BE49-F238E27FC236}">
                <a16:creationId xmlns:a16="http://schemas.microsoft.com/office/drawing/2014/main" id="{8A36C789-DA72-4617-34D7-CC915BF2F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123456</a:t>
            </a:r>
          </a:p>
        </p:txBody>
      </p:sp>
      <p:sp>
        <p:nvSpPr>
          <p:cNvPr id="105" name="TextBox 104">
            <a:extLst>
              <a:ext uri="{FF2B5EF4-FFF2-40B4-BE49-F238E27FC236}">
                <a16:creationId xmlns:a16="http://schemas.microsoft.com/office/drawing/2014/main" id="{F20473C0-11CD-45EB-4B77-C4D593C934E5}"/>
              </a:ext>
            </a:extLst>
          </p:cNvPr>
          <p:cNvSpPr txBox="1"/>
          <p:nvPr/>
        </p:nvSpPr>
        <p:spPr>
          <a:xfrm>
            <a:off x="3640666" y="1903821"/>
            <a:ext cx="570089" cy="230832"/>
          </a:xfrm>
          <a:prstGeom prst="rect">
            <a:avLst/>
          </a:prstGeom>
          <a:noFill/>
        </p:spPr>
        <p:txBody>
          <a:bodyPr wrap="square" rtlCol="0">
            <a:spAutoFit/>
          </a:bodyPr>
          <a:lstStyle/>
          <a:p>
            <a:pPr algn="ctr"/>
            <a:r>
              <a:rPr lang="en-US" sz="900" dirty="0"/>
              <a:t>123456</a:t>
            </a:r>
          </a:p>
        </p:txBody>
      </p:sp>
      <p:sp>
        <p:nvSpPr>
          <p:cNvPr id="106" name="TextBox 105">
            <a:extLst>
              <a:ext uri="{FF2B5EF4-FFF2-40B4-BE49-F238E27FC236}">
                <a16:creationId xmlns:a16="http://schemas.microsoft.com/office/drawing/2014/main" id="{B59BC938-D3FB-69C9-58B2-FBFF7673D1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123456</a:t>
            </a:r>
          </a:p>
        </p:txBody>
      </p:sp>
      <p:sp>
        <p:nvSpPr>
          <p:cNvPr id="107" name="TextBox 106">
            <a:extLst>
              <a:ext uri="{FF2B5EF4-FFF2-40B4-BE49-F238E27FC236}">
                <a16:creationId xmlns:a16="http://schemas.microsoft.com/office/drawing/2014/main" id="{33281FCE-CA0D-882E-1770-68B5DDD627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108" name="TextBox 107">
            <a:extLst>
              <a:ext uri="{FF2B5EF4-FFF2-40B4-BE49-F238E27FC236}">
                <a16:creationId xmlns:a16="http://schemas.microsoft.com/office/drawing/2014/main" id="{54D09948-1B45-CE41-35EA-332C0AB89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123456</a:t>
            </a:r>
          </a:p>
        </p:txBody>
      </p:sp>
      <p:sp>
        <p:nvSpPr>
          <p:cNvPr id="109" name="TextBox 108">
            <a:extLst>
              <a:ext uri="{FF2B5EF4-FFF2-40B4-BE49-F238E27FC236}">
                <a16:creationId xmlns:a16="http://schemas.microsoft.com/office/drawing/2014/main" id="{EABA7E41-188E-7074-BD6B-4A804753155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110" name="TextBox 109">
            <a:extLst>
              <a:ext uri="{FF2B5EF4-FFF2-40B4-BE49-F238E27FC236}">
                <a16:creationId xmlns:a16="http://schemas.microsoft.com/office/drawing/2014/main" id="{72621310-1D87-C359-D210-913EB69A2EE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123456</a:t>
            </a:r>
          </a:p>
        </p:txBody>
      </p:sp>
      <p:sp>
        <p:nvSpPr>
          <p:cNvPr id="111" name="TextBox 110">
            <a:extLst>
              <a:ext uri="{FF2B5EF4-FFF2-40B4-BE49-F238E27FC236}">
                <a16:creationId xmlns:a16="http://schemas.microsoft.com/office/drawing/2014/main" id="{83098FE2-EA54-5D61-2C32-CBE3755DCF0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123456</a:t>
            </a:r>
          </a:p>
        </p:txBody>
      </p:sp>
      <p:sp>
        <p:nvSpPr>
          <p:cNvPr id="112" name="TextBox 111">
            <a:extLst>
              <a:ext uri="{FF2B5EF4-FFF2-40B4-BE49-F238E27FC236}">
                <a16:creationId xmlns:a16="http://schemas.microsoft.com/office/drawing/2014/main" id="{E14006A6-26D4-D65B-E5E2-AE741EE5E6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113" name="TextBox 112">
            <a:extLst>
              <a:ext uri="{FF2B5EF4-FFF2-40B4-BE49-F238E27FC236}">
                <a16:creationId xmlns:a16="http://schemas.microsoft.com/office/drawing/2014/main" id="{6D6ACA82-4B0E-6FF8-BE11-0CF8C041C6B1}"/>
              </a:ext>
            </a:extLst>
          </p:cNvPr>
          <p:cNvSpPr txBox="1"/>
          <p:nvPr/>
        </p:nvSpPr>
        <p:spPr>
          <a:xfrm>
            <a:off x="3138310" y="1903821"/>
            <a:ext cx="570089" cy="230832"/>
          </a:xfrm>
          <a:prstGeom prst="rect">
            <a:avLst/>
          </a:prstGeom>
          <a:noFill/>
        </p:spPr>
        <p:txBody>
          <a:bodyPr wrap="square" rtlCol="0">
            <a:spAutoFit/>
          </a:bodyPr>
          <a:lstStyle/>
          <a:p>
            <a:pPr algn="ctr"/>
            <a:r>
              <a:rPr lang="en-US" sz="900" dirty="0"/>
              <a:t>123456</a:t>
            </a:r>
          </a:p>
        </p:txBody>
      </p:sp>
      <p:sp>
        <p:nvSpPr>
          <p:cNvPr id="115" name="TextBox 114">
            <a:extLst>
              <a:ext uri="{FF2B5EF4-FFF2-40B4-BE49-F238E27FC236}">
                <a16:creationId xmlns:a16="http://schemas.microsoft.com/office/drawing/2014/main" id="{F98BE1F8-A8A1-B970-06DB-7B5C6C9890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123456</a:t>
            </a:r>
          </a:p>
        </p:txBody>
      </p:sp>
      <p:sp>
        <p:nvSpPr>
          <p:cNvPr id="116" name="TextBox 115">
            <a:extLst>
              <a:ext uri="{FF2B5EF4-FFF2-40B4-BE49-F238E27FC236}">
                <a16:creationId xmlns:a16="http://schemas.microsoft.com/office/drawing/2014/main" id="{C086882C-989E-3F24-421F-95B5067DE38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123456</a:t>
            </a:r>
          </a:p>
        </p:txBody>
      </p:sp>
      <p:sp>
        <p:nvSpPr>
          <p:cNvPr id="117" name="TextBox 116">
            <a:extLst>
              <a:ext uri="{FF2B5EF4-FFF2-40B4-BE49-F238E27FC236}">
                <a16:creationId xmlns:a16="http://schemas.microsoft.com/office/drawing/2014/main" id="{C49099AA-E57F-1DF2-3785-1A001BB1C70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118" name="TextBox 117">
            <a:extLst>
              <a:ext uri="{FF2B5EF4-FFF2-40B4-BE49-F238E27FC236}">
                <a16:creationId xmlns:a16="http://schemas.microsoft.com/office/drawing/2014/main" id="{CC6495DA-918C-4230-9D51-E747935110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123456</a:t>
            </a:r>
          </a:p>
        </p:txBody>
      </p:sp>
      <p:sp>
        <p:nvSpPr>
          <p:cNvPr id="119" name="TextBox 118">
            <a:extLst>
              <a:ext uri="{FF2B5EF4-FFF2-40B4-BE49-F238E27FC236}">
                <a16:creationId xmlns:a16="http://schemas.microsoft.com/office/drawing/2014/main" id="{A7E7D0D1-94B5-DEDF-0E2F-C3DD265463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120" name="TextBox 119">
            <a:extLst>
              <a:ext uri="{FF2B5EF4-FFF2-40B4-BE49-F238E27FC236}">
                <a16:creationId xmlns:a16="http://schemas.microsoft.com/office/drawing/2014/main" id="{F7324CDE-A25D-D9AB-9F51-93CD86EE0759}"/>
              </a:ext>
            </a:extLst>
          </p:cNvPr>
          <p:cNvSpPr txBox="1"/>
          <p:nvPr/>
        </p:nvSpPr>
        <p:spPr>
          <a:xfrm>
            <a:off x="6152446" y="2404765"/>
            <a:ext cx="570089" cy="230832"/>
          </a:xfrm>
          <a:prstGeom prst="rect">
            <a:avLst/>
          </a:prstGeom>
          <a:noFill/>
        </p:spPr>
        <p:txBody>
          <a:bodyPr wrap="square" rtlCol="0">
            <a:spAutoFit/>
          </a:bodyPr>
          <a:lstStyle/>
          <a:p>
            <a:pPr algn="ctr"/>
            <a:r>
              <a:rPr lang="en-US" sz="900" dirty="0"/>
              <a:t>123456</a:t>
            </a:r>
          </a:p>
        </p:txBody>
      </p:sp>
      <p:sp>
        <p:nvSpPr>
          <p:cNvPr id="121" name="TextBox 120">
            <a:extLst>
              <a:ext uri="{FF2B5EF4-FFF2-40B4-BE49-F238E27FC236}">
                <a16:creationId xmlns:a16="http://schemas.microsoft.com/office/drawing/2014/main" id="{26B144A0-6A62-2178-F93B-F1E912D7E91A}"/>
              </a:ext>
            </a:extLst>
          </p:cNvPr>
          <p:cNvSpPr txBox="1"/>
          <p:nvPr/>
        </p:nvSpPr>
        <p:spPr>
          <a:xfrm>
            <a:off x="6654802" y="2404765"/>
            <a:ext cx="570089" cy="230832"/>
          </a:xfrm>
          <a:prstGeom prst="rect">
            <a:avLst/>
          </a:prstGeom>
          <a:noFill/>
        </p:spPr>
        <p:txBody>
          <a:bodyPr wrap="square" rtlCol="0">
            <a:spAutoFit/>
          </a:bodyPr>
          <a:lstStyle/>
          <a:p>
            <a:pPr algn="ctr"/>
            <a:r>
              <a:rPr lang="en-US" sz="900" dirty="0"/>
              <a:t>123456</a:t>
            </a:r>
          </a:p>
        </p:txBody>
      </p:sp>
      <p:sp>
        <p:nvSpPr>
          <p:cNvPr id="122" name="TextBox 121">
            <a:extLst>
              <a:ext uri="{FF2B5EF4-FFF2-40B4-BE49-F238E27FC236}">
                <a16:creationId xmlns:a16="http://schemas.microsoft.com/office/drawing/2014/main" id="{81C64677-8826-3E39-7AF4-21CB0CCF5788}"/>
              </a:ext>
            </a:extLst>
          </p:cNvPr>
          <p:cNvSpPr txBox="1"/>
          <p:nvPr/>
        </p:nvSpPr>
        <p:spPr>
          <a:xfrm>
            <a:off x="7157158" y="2404765"/>
            <a:ext cx="570089" cy="230832"/>
          </a:xfrm>
          <a:prstGeom prst="rect">
            <a:avLst/>
          </a:prstGeom>
          <a:noFill/>
        </p:spPr>
        <p:txBody>
          <a:bodyPr wrap="square" rtlCol="0">
            <a:spAutoFit/>
          </a:bodyPr>
          <a:lstStyle/>
          <a:p>
            <a:pPr algn="ctr"/>
            <a:r>
              <a:rPr lang="en-US" sz="900" dirty="0"/>
              <a:t>123456</a:t>
            </a:r>
          </a:p>
        </p:txBody>
      </p:sp>
      <p:sp>
        <p:nvSpPr>
          <p:cNvPr id="123" name="TextBox 122">
            <a:extLst>
              <a:ext uri="{FF2B5EF4-FFF2-40B4-BE49-F238E27FC236}">
                <a16:creationId xmlns:a16="http://schemas.microsoft.com/office/drawing/2014/main" id="{4588FC59-0908-97A5-21AB-5F6F09BAE72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123456</a:t>
            </a:r>
          </a:p>
        </p:txBody>
      </p:sp>
      <p:sp>
        <p:nvSpPr>
          <p:cNvPr id="125" name="TextBox 124">
            <a:extLst>
              <a:ext uri="{FF2B5EF4-FFF2-40B4-BE49-F238E27FC236}">
                <a16:creationId xmlns:a16="http://schemas.microsoft.com/office/drawing/2014/main" id="{586C48C3-3F20-4B17-FA41-C4741506D5B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123456</a:t>
            </a:r>
          </a:p>
        </p:txBody>
      </p:sp>
      <p:sp>
        <p:nvSpPr>
          <p:cNvPr id="126" name="TextBox 125">
            <a:extLst>
              <a:ext uri="{FF2B5EF4-FFF2-40B4-BE49-F238E27FC236}">
                <a16:creationId xmlns:a16="http://schemas.microsoft.com/office/drawing/2014/main" id="{936E54B7-6F97-FEF2-F03B-7AAAC01D3E2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123456</a:t>
            </a:r>
          </a:p>
        </p:txBody>
      </p:sp>
      <p:sp>
        <p:nvSpPr>
          <p:cNvPr id="127" name="TextBox 126">
            <a:extLst>
              <a:ext uri="{FF2B5EF4-FFF2-40B4-BE49-F238E27FC236}">
                <a16:creationId xmlns:a16="http://schemas.microsoft.com/office/drawing/2014/main" id="{E7C25FD9-9D4C-557E-C6E5-AE3416E50F8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123456</a:t>
            </a:r>
          </a:p>
        </p:txBody>
      </p:sp>
      <p:sp>
        <p:nvSpPr>
          <p:cNvPr id="128" name="TextBox 127">
            <a:extLst>
              <a:ext uri="{FF2B5EF4-FFF2-40B4-BE49-F238E27FC236}">
                <a16:creationId xmlns:a16="http://schemas.microsoft.com/office/drawing/2014/main" id="{64BDD1AE-DB4B-3CA5-431D-DA60E23D2FD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123456</a:t>
            </a:r>
          </a:p>
        </p:txBody>
      </p:sp>
      <p:sp>
        <p:nvSpPr>
          <p:cNvPr id="129" name="TextBox 128">
            <a:extLst>
              <a:ext uri="{FF2B5EF4-FFF2-40B4-BE49-F238E27FC236}">
                <a16:creationId xmlns:a16="http://schemas.microsoft.com/office/drawing/2014/main" id="{106A23A5-E07D-6AD3-A25E-E208CD6EA38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123456</a:t>
            </a:r>
          </a:p>
        </p:txBody>
      </p:sp>
      <p:sp>
        <p:nvSpPr>
          <p:cNvPr id="130" name="TextBox 129">
            <a:extLst>
              <a:ext uri="{FF2B5EF4-FFF2-40B4-BE49-F238E27FC236}">
                <a16:creationId xmlns:a16="http://schemas.microsoft.com/office/drawing/2014/main" id="{62D20885-59F5-D5EF-192A-38A4DDB2A2F6}"/>
              </a:ext>
            </a:extLst>
          </p:cNvPr>
          <p:cNvSpPr txBox="1"/>
          <p:nvPr/>
        </p:nvSpPr>
        <p:spPr>
          <a:xfrm>
            <a:off x="6152446" y="2905709"/>
            <a:ext cx="570089" cy="230832"/>
          </a:xfrm>
          <a:prstGeom prst="rect">
            <a:avLst/>
          </a:prstGeom>
          <a:noFill/>
        </p:spPr>
        <p:txBody>
          <a:bodyPr wrap="square" rtlCol="0">
            <a:spAutoFit/>
          </a:bodyPr>
          <a:lstStyle/>
          <a:p>
            <a:pPr algn="ctr"/>
            <a:r>
              <a:rPr lang="en-US" sz="900" dirty="0"/>
              <a:t>123456</a:t>
            </a:r>
          </a:p>
        </p:txBody>
      </p:sp>
      <p:sp>
        <p:nvSpPr>
          <p:cNvPr id="131" name="TextBox 130">
            <a:extLst>
              <a:ext uri="{FF2B5EF4-FFF2-40B4-BE49-F238E27FC236}">
                <a16:creationId xmlns:a16="http://schemas.microsoft.com/office/drawing/2014/main" id="{0E2FA26F-0294-745E-AC34-3565C142AA52}"/>
              </a:ext>
            </a:extLst>
          </p:cNvPr>
          <p:cNvSpPr txBox="1"/>
          <p:nvPr/>
        </p:nvSpPr>
        <p:spPr>
          <a:xfrm>
            <a:off x="6654802" y="2905709"/>
            <a:ext cx="570089" cy="230832"/>
          </a:xfrm>
          <a:prstGeom prst="rect">
            <a:avLst/>
          </a:prstGeom>
          <a:noFill/>
        </p:spPr>
        <p:txBody>
          <a:bodyPr wrap="square" rtlCol="0">
            <a:spAutoFit/>
          </a:bodyPr>
          <a:lstStyle/>
          <a:p>
            <a:pPr algn="ctr"/>
            <a:r>
              <a:rPr lang="en-US" sz="900" dirty="0"/>
              <a:t>123456</a:t>
            </a:r>
          </a:p>
        </p:txBody>
      </p:sp>
      <p:sp>
        <p:nvSpPr>
          <p:cNvPr id="132" name="TextBox 131">
            <a:extLst>
              <a:ext uri="{FF2B5EF4-FFF2-40B4-BE49-F238E27FC236}">
                <a16:creationId xmlns:a16="http://schemas.microsoft.com/office/drawing/2014/main" id="{3B15544F-BE52-A2FE-4074-37906CE3AEBE}"/>
              </a:ext>
            </a:extLst>
          </p:cNvPr>
          <p:cNvSpPr txBox="1"/>
          <p:nvPr/>
        </p:nvSpPr>
        <p:spPr>
          <a:xfrm>
            <a:off x="7157158" y="2905709"/>
            <a:ext cx="570089" cy="230832"/>
          </a:xfrm>
          <a:prstGeom prst="rect">
            <a:avLst/>
          </a:prstGeom>
          <a:noFill/>
        </p:spPr>
        <p:txBody>
          <a:bodyPr wrap="square" rtlCol="0">
            <a:spAutoFit/>
          </a:bodyPr>
          <a:lstStyle/>
          <a:p>
            <a:pPr algn="ctr"/>
            <a:r>
              <a:rPr lang="en-US" sz="900" dirty="0"/>
              <a:t>123456</a:t>
            </a:r>
          </a:p>
        </p:txBody>
      </p:sp>
      <p:sp>
        <p:nvSpPr>
          <p:cNvPr id="133" name="TextBox 132">
            <a:extLst>
              <a:ext uri="{FF2B5EF4-FFF2-40B4-BE49-F238E27FC236}">
                <a16:creationId xmlns:a16="http://schemas.microsoft.com/office/drawing/2014/main" id="{80FDCC57-DE1D-E76B-839F-85D9E51752F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123456</a:t>
            </a:r>
          </a:p>
        </p:txBody>
      </p:sp>
      <p:sp>
        <p:nvSpPr>
          <p:cNvPr id="135" name="TextBox 134">
            <a:extLst>
              <a:ext uri="{FF2B5EF4-FFF2-40B4-BE49-F238E27FC236}">
                <a16:creationId xmlns:a16="http://schemas.microsoft.com/office/drawing/2014/main" id="{47E407FD-7F9A-2A98-FC1F-6A88834BE97A}"/>
              </a:ext>
            </a:extLst>
          </p:cNvPr>
          <p:cNvSpPr txBox="1"/>
          <p:nvPr/>
        </p:nvSpPr>
        <p:spPr>
          <a:xfrm>
            <a:off x="3640666" y="3406653"/>
            <a:ext cx="570089" cy="230832"/>
          </a:xfrm>
          <a:prstGeom prst="rect">
            <a:avLst/>
          </a:prstGeom>
          <a:noFill/>
        </p:spPr>
        <p:txBody>
          <a:bodyPr wrap="square" rtlCol="0">
            <a:spAutoFit/>
          </a:bodyPr>
          <a:lstStyle/>
          <a:p>
            <a:pPr algn="ctr"/>
            <a:r>
              <a:rPr lang="en-US" sz="900" dirty="0"/>
              <a:t>123456</a:t>
            </a:r>
          </a:p>
        </p:txBody>
      </p:sp>
      <p:sp>
        <p:nvSpPr>
          <p:cNvPr id="136" name="TextBox 135">
            <a:extLst>
              <a:ext uri="{FF2B5EF4-FFF2-40B4-BE49-F238E27FC236}">
                <a16:creationId xmlns:a16="http://schemas.microsoft.com/office/drawing/2014/main" id="{F2B603FB-9593-8853-522A-B1FD932C7C5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123456</a:t>
            </a:r>
          </a:p>
        </p:txBody>
      </p:sp>
      <p:sp>
        <p:nvSpPr>
          <p:cNvPr id="137" name="TextBox 136">
            <a:extLst>
              <a:ext uri="{FF2B5EF4-FFF2-40B4-BE49-F238E27FC236}">
                <a16:creationId xmlns:a16="http://schemas.microsoft.com/office/drawing/2014/main" id="{99173C26-DABF-28BB-EBE2-D16BF5CA43E7}"/>
              </a:ext>
            </a:extLst>
          </p:cNvPr>
          <p:cNvSpPr txBox="1"/>
          <p:nvPr/>
        </p:nvSpPr>
        <p:spPr>
          <a:xfrm>
            <a:off x="4645378" y="3406653"/>
            <a:ext cx="570089" cy="230832"/>
          </a:xfrm>
          <a:prstGeom prst="rect">
            <a:avLst/>
          </a:prstGeom>
          <a:noFill/>
        </p:spPr>
        <p:txBody>
          <a:bodyPr wrap="square" rtlCol="0">
            <a:spAutoFit/>
          </a:bodyPr>
          <a:lstStyle/>
          <a:p>
            <a:pPr algn="ctr"/>
            <a:r>
              <a:rPr lang="en-US" sz="900" dirty="0"/>
              <a:t>123456</a:t>
            </a:r>
          </a:p>
        </p:txBody>
      </p:sp>
      <p:sp>
        <p:nvSpPr>
          <p:cNvPr id="138" name="TextBox 137">
            <a:extLst>
              <a:ext uri="{FF2B5EF4-FFF2-40B4-BE49-F238E27FC236}">
                <a16:creationId xmlns:a16="http://schemas.microsoft.com/office/drawing/2014/main" id="{B75A6AEB-6650-CFA4-9CEA-2023F1ADBC5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123456</a:t>
            </a:r>
          </a:p>
        </p:txBody>
      </p:sp>
      <p:sp>
        <p:nvSpPr>
          <p:cNvPr id="139" name="TextBox 138">
            <a:extLst>
              <a:ext uri="{FF2B5EF4-FFF2-40B4-BE49-F238E27FC236}">
                <a16:creationId xmlns:a16="http://schemas.microsoft.com/office/drawing/2014/main" id="{E6574ACB-29E9-A27A-5747-5085F358A12E}"/>
              </a:ext>
            </a:extLst>
          </p:cNvPr>
          <p:cNvSpPr txBox="1"/>
          <p:nvPr/>
        </p:nvSpPr>
        <p:spPr>
          <a:xfrm>
            <a:off x="5650090" y="3406653"/>
            <a:ext cx="570089" cy="230832"/>
          </a:xfrm>
          <a:prstGeom prst="rect">
            <a:avLst/>
          </a:prstGeom>
          <a:noFill/>
        </p:spPr>
        <p:txBody>
          <a:bodyPr wrap="square" rtlCol="0">
            <a:spAutoFit/>
          </a:bodyPr>
          <a:lstStyle/>
          <a:p>
            <a:pPr algn="ctr"/>
            <a:r>
              <a:rPr lang="en-US" sz="900" dirty="0"/>
              <a:t>123456</a:t>
            </a:r>
          </a:p>
        </p:txBody>
      </p:sp>
      <p:sp>
        <p:nvSpPr>
          <p:cNvPr id="140" name="TextBox 139">
            <a:extLst>
              <a:ext uri="{FF2B5EF4-FFF2-40B4-BE49-F238E27FC236}">
                <a16:creationId xmlns:a16="http://schemas.microsoft.com/office/drawing/2014/main" id="{E4C414D4-8A91-C39B-9BA6-73BB7F2CBE6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123456</a:t>
            </a:r>
          </a:p>
        </p:txBody>
      </p:sp>
      <p:sp>
        <p:nvSpPr>
          <p:cNvPr id="141" name="TextBox 140">
            <a:extLst>
              <a:ext uri="{FF2B5EF4-FFF2-40B4-BE49-F238E27FC236}">
                <a16:creationId xmlns:a16="http://schemas.microsoft.com/office/drawing/2014/main" id="{5704EC94-AE00-8414-53CA-BCBBEF23DD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123456</a:t>
            </a:r>
          </a:p>
        </p:txBody>
      </p:sp>
      <p:sp>
        <p:nvSpPr>
          <p:cNvPr id="142" name="TextBox 141">
            <a:extLst>
              <a:ext uri="{FF2B5EF4-FFF2-40B4-BE49-F238E27FC236}">
                <a16:creationId xmlns:a16="http://schemas.microsoft.com/office/drawing/2014/main" id="{ECA0350D-563D-6630-7304-097E019173D7}"/>
              </a:ext>
            </a:extLst>
          </p:cNvPr>
          <p:cNvSpPr txBox="1"/>
          <p:nvPr/>
        </p:nvSpPr>
        <p:spPr>
          <a:xfrm>
            <a:off x="7157158" y="3406653"/>
            <a:ext cx="570089" cy="230832"/>
          </a:xfrm>
          <a:prstGeom prst="rect">
            <a:avLst/>
          </a:prstGeom>
          <a:noFill/>
        </p:spPr>
        <p:txBody>
          <a:bodyPr wrap="square" rtlCol="0">
            <a:spAutoFit/>
          </a:bodyPr>
          <a:lstStyle/>
          <a:p>
            <a:pPr algn="ctr"/>
            <a:r>
              <a:rPr lang="en-US" sz="900" dirty="0"/>
              <a:t>123456</a:t>
            </a:r>
          </a:p>
        </p:txBody>
      </p:sp>
      <p:sp>
        <p:nvSpPr>
          <p:cNvPr id="143" name="TextBox 142">
            <a:extLst>
              <a:ext uri="{FF2B5EF4-FFF2-40B4-BE49-F238E27FC236}">
                <a16:creationId xmlns:a16="http://schemas.microsoft.com/office/drawing/2014/main" id="{37336222-6EA2-349F-6352-AD6A1D55883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123456</a:t>
            </a:r>
          </a:p>
        </p:txBody>
      </p:sp>
      <p:sp>
        <p:nvSpPr>
          <p:cNvPr id="145" name="TextBox 144">
            <a:extLst>
              <a:ext uri="{FF2B5EF4-FFF2-40B4-BE49-F238E27FC236}">
                <a16:creationId xmlns:a16="http://schemas.microsoft.com/office/drawing/2014/main" id="{9829D046-E18D-DB3D-78CE-D4D546B417E7}"/>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123456</a:t>
            </a:r>
          </a:p>
        </p:txBody>
      </p:sp>
      <p:sp>
        <p:nvSpPr>
          <p:cNvPr id="146" name="TextBox 145">
            <a:extLst>
              <a:ext uri="{FF2B5EF4-FFF2-40B4-BE49-F238E27FC236}">
                <a16:creationId xmlns:a16="http://schemas.microsoft.com/office/drawing/2014/main" id="{0190BB7A-527D-5AC8-9CAD-4789CA2E5515}"/>
              </a:ext>
            </a:extLst>
          </p:cNvPr>
          <p:cNvSpPr txBox="1"/>
          <p:nvPr/>
        </p:nvSpPr>
        <p:spPr>
          <a:xfrm>
            <a:off x="4143022" y="3907597"/>
            <a:ext cx="570089" cy="230832"/>
          </a:xfrm>
          <a:prstGeom prst="rect">
            <a:avLst/>
          </a:prstGeom>
          <a:noFill/>
        </p:spPr>
        <p:txBody>
          <a:bodyPr wrap="square" rtlCol="0">
            <a:spAutoFit/>
          </a:bodyPr>
          <a:lstStyle/>
          <a:p>
            <a:pPr algn="ctr"/>
            <a:r>
              <a:rPr lang="en-US" sz="900" dirty="0"/>
              <a:t>123456</a:t>
            </a:r>
          </a:p>
        </p:txBody>
      </p:sp>
      <p:sp>
        <p:nvSpPr>
          <p:cNvPr id="147" name="TextBox 146">
            <a:extLst>
              <a:ext uri="{FF2B5EF4-FFF2-40B4-BE49-F238E27FC236}">
                <a16:creationId xmlns:a16="http://schemas.microsoft.com/office/drawing/2014/main" id="{0B4627CC-56EB-967A-C511-2FBE82171B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123456</a:t>
            </a:r>
          </a:p>
        </p:txBody>
      </p:sp>
      <p:sp>
        <p:nvSpPr>
          <p:cNvPr id="148" name="TextBox 147">
            <a:extLst>
              <a:ext uri="{FF2B5EF4-FFF2-40B4-BE49-F238E27FC236}">
                <a16:creationId xmlns:a16="http://schemas.microsoft.com/office/drawing/2014/main" id="{2F178DE4-AF7E-3303-A825-0C6D7E36391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123456</a:t>
            </a:r>
          </a:p>
        </p:txBody>
      </p:sp>
      <p:sp>
        <p:nvSpPr>
          <p:cNvPr id="149" name="TextBox 148">
            <a:extLst>
              <a:ext uri="{FF2B5EF4-FFF2-40B4-BE49-F238E27FC236}">
                <a16:creationId xmlns:a16="http://schemas.microsoft.com/office/drawing/2014/main" id="{F010D4D1-FB85-E67C-79E4-FE89CFF4AD63}"/>
              </a:ext>
            </a:extLst>
          </p:cNvPr>
          <p:cNvSpPr txBox="1"/>
          <p:nvPr/>
        </p:nvSpPr>
        <p:spPr>
          <a:xfrm>
            <a:off x="5650090" y="3907597"/>
            <a:ext cx="570089" cy="230832"/>
          </a:xfrm>
          <a:prstGeom prst="rect">
            <a:avLst/>
          </a:prstGeom>
          <a:noFill/>
        </p:spPr>
        <p:txBody>
          <a:bodyPr wrap="square" rtlCol="0">
            <a:spAutoFit/>
          </a:bodyPr>
          <a:lstStyle/>
          <a:p>
            <a:pPr algn="ctr"/>
            <a:r>
              <a:rPr lang="en-US" sz="900" dirty="0"/>
              <a:t>123456</a:t>
            </a:r>
          </a:p>
        </p:txBody>
      </p:sp>
      <p:sp>
        <p:nvSpPr>
          <p:cNvPr id="150" name="TextBox 149">
            <a:extLst>
              <a:ext uri="{FF2B5EF4-FFF2-40B4-BE49-F238E27FC236}">
                <a16:creationId xmlns:a16="http://schemas.microsoft.com/office/drawing/2014/main" id="{714B53DC-0572-2585-B837-63D13EA41433}"/>
              </a:ext>
            </a:extLst>
          </p:cNvPr>
          <p:cNvSpPr txBox="1"/>
          <p:nvPr/>
        </p:nvSpPr>
        <p:spPr>
          <a:xfrm>
            <a:off x="6152446" y="3907597"/>
            <a:ext cx="570089" cy="230832"/>
          </a:xfrm>
          <a:prstGeom prst="rect">
            <a:avLst/>
          </a:prstGeom>
          <a:noFill/>
        </p:spPr>
        <p:txBody>
          <a:bodyPr wrap="square" rtlCol="0">
            <a:spAutoFit/>
          </a:bodyPr>
          <a:lstStyle/>
          <a:p>
            <a:pPr algn="ctr"/>
            <a:r>
              <a:rPr lang="en-US" sz="900" dirty="0"/>
              <a:t>123456</a:t>
            </a:r>
          </a:p>
        </p:txBody>
      </p:sp>
      <p:sp>
        <p:nvSpPr>
          <p:cNvPr id="151" name="TextBox 150">
            <a:extLst>
              <a:ext uri="{FF2B5EF4-FFF2-40B4-BE49-F238E27FC236}">
                <a16:creationId xmlns:a16="http://schemas.microsoft.com/office/drawing/2014/main" id="{ACC99F2D-20FD-91BB-AFCF-1BDAA2C7CAC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123456</a:t>
            </a:r>
          </a:p>
        </p:txBody>
      </p:sp>
      <p:sp>
        <p:nvSpPr>
          <p:cNvPr id="152" name="TextBox 151">
            <a:extLst>
              <a:ext uri="{FF2B5EF4-FFF2-40B4-BE49-F238E27FC236}">
                <a16:creationId xmlns:a16="http://schemas.microsoft.com/office/drawing/2014/main" id="{A681B4FA-13DF-E7EA-AEDD-539F1C5A686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123456</a:t>
            </a:r>
          </a:p>
        </p:txBody>
      </p:sp>
      <p:sp>
        <p:nvSpPr>
          <p:cNvPr id="153" name="TextBox 152">
            <a:extLst>
              <a:ext uri="{FF2B5EF4-FFF2-40B4-BE49-F238E27FC236}">
                <a16:creationId xmlns:a16="http://schemas.microsoft.com/office/drawing/2014/main" id="{8F4E1726-459B-BA4F-257C-46D897E29F4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155" name="TextBox 154">
            <a:extLst>
              <a:ext uri="{FF2B5EF4-FFF2-40B4-BE49-F238E27FC236}">
                <a16:creationId xmlns:a16="http://schemas.microsoft.com/office/drawing/2014/main" id="{98CFC7CE-FA28-1A2E-31D2-BBAEDC468CC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123456</a:t>
            </a:r>
          </a:p>
        </p:txBody>
      </p:sp>
      <p:sp>
        <p:nvSpPr>
          <p:cNvPr id="156" name="TextBox 155">
            <a:extLst>
              <a:ext uri="{FF2B5EF4-FFF2-40B4-BE49-F238E27FC236}">
                <a16:creationId xmlns:a16="http://schemas.microsoft.com/office/drawing/2014/main" id="{E476A475-2835-A999-0397-DC5453A255A4}"/>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123456</a:t>
            </a:r>
          </a:p>
        </p:txBody>
      </p:sp>
      <p:sp>
        <p:nvSpPr>
          <p:cNvPr id="157" name="TextBox 156">
            <a:extLst>
              <a:ext uri="{FF2B5EF4-FFF2-40B4-BE49-F238E27FC236}">
                <a16:creationId xmlns:a16="http://schemas.microsoft.com/office/drawing/2014/main" id="{11DFBA62-EDF5-5E66-D6C2-CEFB9B6EB6F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123456</a:t>
            </a:r>
          </a:p>
        </p:txBody>
      </p:sp>
      <p:sp>
        <p:nvSpPr>
          <p:cNvPr id="158" name="TextBox 157">
            <a:extLst>
              <a:ext uri="{FF2B5EF4-FFF2-40B4-BE49-F238E27FC236}">
                <a16:creationId xmlns:a16="http://schemas.microsoft.com/office/drawing/2014/main" id="{1CDAE45F-FE33-B2CA-5F56-FB8074081DF5}"/>
              </a:ext>
            </a:extLst>
          </p:cNvPr>
          <p:cNvSpPr txBox="1"/>
          <p:nvPr/>
        </p:nvSpPr>
        <p:spPr>
          <a:xfrm>
            <a:off x="5147734" y="4408541"/>
            <a:ext cx="570089" cy="230832"/>
          </a:xfrm>
          <a:prstGeom prst="rect">
            <a:avLst/>
          </a:prstGeom>
          <a:noFill/>
        </p:spPr>
        <p:txBody>
          <a:bodyPr wrap="square" rtlCol="0">
            <a:spAutoFit/>
          </a:bodyPr>
          <a:lstStyle/>
          <a:p>
            <a:pPr algn="ctr"/>
            <a:r>
              <a:rPr lang="en-US" sz="900" dirty="0"/>
              <a:t>123456</a:t>
            </a:r>
          </a:p>
        </p:txBody>
      </p:sp>
      <p:sp>
        <p:nvSpPr>
          <p:cNvPr id="159" name="TextBox 158">
            <a:extLst>
              <a:ext uri="{FF2B5EF4-FFF2-40B4-BE49-F238E27FC236}">
                <a16:creationId xmlns:a16="http://schemas.microsoft.com/office/drawing/2014/main" id="{347E677D-6A96-11F9-1CC6-6869D0DB1900}"/>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123456</a:t>
            </a:r>
          </a:p>
        </p:txBody>
      </p:sp>
      <p:sp>
        <p:nvSpPr>
          <p:cNvPr id="160" name="TextBox 159">
            <a:extLst>
              <a:ext uri="{FF2B5EF4-FFF2-40B4-BE49-F238E27FC236}">
                <a16:creationId xmlns:a16="http://schemas.microsoft.com/office/drawing/2014/main" id="{07B0AC8A-C41D-56EC-5EF0-754BBB160E72}"/>
              </a:ext>
            </a:extLst>
          </p:cNvPr>
          <p:cNvSpPr txBox="1"/>
          <p:nvPr/>
        </p:nvSpPr>
        <p:spPr>
          <a:xfrm>
            <a:off x="6152446" y="4408541"/>
            <a:ext cx="570089" cy="230832"/>
          </a:xfrm>
          <a:prstGeom prst="rect">
            <a:avLst/>
          </a:prstGeom>
          <a:noFill/>
        </p:spPr>
        <p:txBody>
          <a:bodyPr wrap="square" rtlCol="0">
            <a:spAutoFit/>
          </a:bodyPr>
          <a:lstStyle/>
          <a:p>
            <a:pPr algn="ctr"/>
            <a:r>
              <a:rPr lang="en-US" sz="900" dirty="0"/>
              <a:t>123456</a:t>
            </a:r>
          </a:p>
        </p:txBody>
      </p:sp>
      <p:sp>
        <p:nvSpPr>
          <p:cNvPr id="161" name="TextBox 160">
            <a:extLst>
              <a:ext uri="{FF2B5EF4-FFF2-40B4-BE49-F238E27FC236}">
                <a16:creationId xmlns:a16="http://schemas.microsoft.com/office/drawing/2014/main" id="{90BEB1FD-B867-9020-CDAC-CA4518233490}"/>
              </a:ext>
            </a:extLst>
          </p:cNvPr>
          <p:cNvSpPr txBox="1"/>
          <p:nvPr/>
        </p:nvSpPr>
        <p:spPr>
          <a:xfrm>
            <a:off x="6654802" y="4408541"/>
            <a:ext cx="570089" cy="230832"/>
          </a:xfrm>
          <a:prstGeom prst="rect">
            <a:avLst/>
          </a:prstGeom>
          <a:noFill/>
        </p:spPr>
        <p:txBody>
          <a:bodyPr wrap="square" rtlCol="0">
            <a:spAutoFit/>
          </a:bodyPr>
          <a:lstStyle/>
          <a:p>
            <a:pPr algn="ctr"/>
            <a:r>
              <a:rPr lang="en-US" sz="900" dirty="0"/>
              <a:t>123456</a:t>
            </a:r>
          </a:p>
        </p:txBody>
      </p:sp>
      <p:sp>
        <p:nvSpPr>
          <p:cNvPr id="162" name="TextBox 161">
            <a:extLst>
              <a:ext uri="{FF2B5EF4-FFF2-40B4-BE49-F238E27FC236}">
                <a16:creationId xmlns:a16="http://schemas.microsoft.com/office/drawing/2014/main" id="{4FDCDC74-3BE5-350D-3561-28BD95A47BF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123456</a:t>
            </a:r>
          </a:p>
        </p:txBody>
      </p:sp>
      <p:sp>
        <p:nvSpPr>
          <p:cNvPr id="163" name="TextBox 162">
            <a:extLst>
              <a:ext uri="{FF2B5EF4-FFF2-40B4-BE49-F238E27FC236}">
                <a16:creationId xmlns:a16="http://schemas.microsoft.com/office/drawing/2014/main" id="{1F11623A-5281-10E1-02C5-67D61644E2E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123456</a:t>
            </a:r>
          </a:p>
        </p:txBody>
      </p:sp>
      <p:sp>
        <p:nvSpPr>
          <p:cNvPr id="165" name="TextBox 164">
            <a:extLst>
              <a:ext uri="{FF2B5EF4-FFF2-40B4-BE49-F238E27FC236}">
                <a16:creationId xmlns:a16="http://schemas.microsoft.com/office/drawing/2014/main" id="{2682B44B-DA2F-482D-8445-E24A812F6CA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123456</a:t>
            </a:r>
          </a:p>
        </p:txBody>
      </p:sp>
      <p:sp>
        <p:nvSpPr>
          <p:cNvPr id="166" name="TextBox 165">
            <a:extLst>
              <a:ext uri="{FF2B5EF4-FFF2-40B4-BE49-F238E27FC236}">
                <a16:creationId xmlns:a16="http://schemas.microsoft.com/office/drawing/2014/main" id="{A8894DEB-CF9E-546B-EB23-999174D037FB}"/>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123456</a:t>
            </a:r>
          </a:p>
        </p:txBody>
      </p:sp>
      <p:sp>
        <p:nvSpPr>
          <p:cNvPr id="167" name="TextBox 166">
            <a:extLst>
              <a:ext uri="{FF2B5EF4-FFF2-40B4-BE49-F238E27FC236}">
                <a16:creationId xmlns:a16="http://schemas.microsoft.com/office/drawing/2014/main" id="{9256DDD0-CB71-FF08-1010-15DEE7B70F24}"/>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123456</a:t>
            </a:r>
          </a:p>
        </p:txBody>
      </p:sp>
      <p:sp>
        <p:nvSpPr>
          <p:cNvPr id="168" name="TextBox 167">
            <a:extLst>
              <a:ext uri="{FF2B5EF4-FFF2-40B4-BE49-F238E27FC236}">
                <a16:creationId xmlns:a16="http://schemas.microsoft.com/office/drawing/2014/main" id="{424EA77B-D2FD-45E3-204C-60FB3D79A46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123456</a:t>
            </a:r>
          </a:p>
        </p:txBody>
      </p:sp>
      <p:sp>
        <p:nvSpPr>
          <p:cNvPr id="169" name="TextBox 168">
            <a:extLst>
              <a:ext uri="{FF2B5EF4-FFF2-40B4-BE49-F238E27FC236}">
                <a16:creationId xmlns:a16="http://schemas.microsoft.com/office/drawing/2014/main" id="{1E16BB3C-AC1E-82D8-06AE-1D6C2284F52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123456</a:t>
            </a:r>
          </a:p>
        </p:txBody>
      </p:sp>
      <p:sp>
        <p:nvSpPr>
          <p:cNvPr id="170" name="TextBox 169">
            <a:extLst>
              <a:ext uri="{FF2B5EF4-FFF2-40B4-BE49-F238E27FC236}">
                <a16:creationId xmlns:a16="http://schemas.microsoft.com/office/drawing/2014/main" id="{C5623CD4-A44B-2A55-FCF5-2A5B925F2A89}"/>
              </a:ext>
            </a:extLst>
          </p:cNvPr>
          <p:cNvSpPr txBox="1"/>
          <p:nvPr/>
        </p:nvSpPr>
        <p:spPr>
          <a:xfrm>
            <a:off x="6152446" y="4909484"/>
            <a:ext cx="570089" cy="230832"/>
          </a:xfrm>
          <a:prstGeom prst="rect">
            <a:avLst/>
          </a:prstGeom>
          <a:noFill/>
        </p:spPr>
        <p:txBody>
          <a:bodyPr wrap="square" rtlCol="0">
            <a:spAutoFit/>
          </a:bodyPr>
          <a:lstStyle/>
          <a:p>
            <a:pPr algn="ctr"/>
            <a:r>
              <a:rPr lang="en-US" sz="900" dirty="0"/>
              <a:t>123456</a:t>
            </a:r>
          </a:p>
        </p:txBody>
      </p:sp>
      <p:sp>
        <p:nvSpPr>
          <p:cNvPr id="171" name="TextBox 170">
            <a:extLst>
              <a:ext uri="{FF2B5EF4-FFF2-40B4-BE49-F238E27FC236}">
                <a16:creationId xmlns:a16="http://schemas.microsoft.com/office/drawing/2014/main" id="{1D89E19F-9755-F643-1830-EB37CAECB7C9}"/>
              </a:ext>
            </a:extLst>
          </p:cNvPr>
          <p:cNvSpPr txBox="1"/>
          <p:nvPr/>
        </p:nvSpPr>
        <p:spPr>
          <a:xfrm>
            <a:off x="6654802" y="4909484"/>
            <a:ext cx="570089" cy="230832"/>
          </a:xfrm>
          <a:prstGeom prst="rect">
            <a:avLst/>
          </a:prstGeom>
          <a:noFill/>
        </p:spPr>
        <p:txBody>
          <a:bodyPr wrap="square" rtlCol="0">
            <a:spAutoFit/>
          </a:bodyPr>
          <a:lstStyle/>
          <a:p>
            <a:pPr algn="ctr"/>
            <a:r>
              <a:rPr lang="en-US" sz="900" dirty="0"/>
              <a:t>123456</a:t>
            </a:r>
          </a:p>
        </p:txBody>
      </p:sp>
      <p:sp>
        <p:nvSpPr>
          <p:cNvPr id="172" name="TextBox 171">
            <a:extLst>
              <a:ext uri="{FF2B5EF4-FFF2-40B4-BE49-F238E27FC236}">
                <a16:creationId xmlns:a16="http://schemas.microsoft.com/office/drawing/2014/main" id="{14D70CDE-B490-E358-E7D2-A1A45E2D2908}"/>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123456</a:t>
            </a:r>
          </a:p>
        </p:txBody>
      </p:sp>
      <p:sp>
        <p:nvSpPr>
          <p:cNvPr id="173" name="TextBox 172">
            <a:extLst>
              <a:ext uri="{FF2B5EF4-FFF2-40B4-BE49-F238E27FC236}">
                <a16:creationId xmlns:a16="http://schemas.microsoft.com/office/drawing/2014/main" id="{335508B5-6B0F-5193-AF19-4B3C12FA697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25986332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10843</TotalTime>
  <Words>3902</Words>
  <Application>Microsoft Macintosh PowerPoint</Application>
  <PresentationFormat>Widescreen</PresentationFormat>
  <Paragraphs>3402</Paragraphs>
  <Slides>63</Slides>
  <Notes>60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63</vt:i4>
      </vt:variant>
    </vt:vector>
  </HeadingPairs>
  <TitlesOfParts>
    <vt:vector size="6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411</cp:revision>
  <cp:lastPrinted>2026-05-01T14:51:34Z</cp:lastPrinted>
  <dcterms:created xsi:type="dcterms:W3CDTF">2024-03-19T02:13:08Z</dcterms:created>
  <dcterms:modified xsi:type="dcterms:W3CDTF">2026-05-01T17:41:51Z</dcterms:modified>
</cp:coreProperties>
</file>