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65"/>
  </p:notesMasterIdLst>
  <p:sldIdLst>
    <p:sldId id="457" r:id="rId2"/>
    <p:sldId id="531" r:id="rId3"/>
    <p:sldId id="532" r:id="rId4"/>
    <p:sldId id="533" r:id="rId5"/>
    <p:sldId id="534" r:id="rId6"/>
    <p:sldId id="535" r:id="rId7"/>
    <p:sldId id="536" r:id="rId8"/>
    <p:sldId id="537" r:id="rId9"/>
    <p:sldId id="538" r:id="rId10"/>
    <p:sldId id="539" r:id="rId11"/>
    <p:sldId id="549" r:id="rId12"/>
    <p:sldId id="540" r:id="rId13"/>
    <p:sldId id="541" r:id="rId14"/>
    <p:sldId id="542" r:id="rId15"/>
    <p:sldId id="617" r:id="rId16"/>
    <p:sldId id="618" r:id="rId17"/>
    <p:sldId id="619" r:id="rId18"/>
    <p:sldId id="620" r:id="rId19"/>
    <p:sldId id="629" r:id="rId20"/>
    <p:sldId id="621" r:id="rId21"/>
    <p:sldId id="622" r:id="rId22"/>
    <p:sldId id="624" r:id="rId23"/>
    <p:sldId id="631" r:id="rId24"/>
    <p:sldId id="632" r:id="rId25"/>
    <p:sldId id="633" r:id="rId26"/>
    <p:sldId id="636" r:id="rId27"/>
    <p:sldId id="634" r:id="rId28"/>
    <p:sldId id="635" r:id="rId29"/>
    <p:sldId id="637" r:id="rId30"/>
    <p:sldId id="638" r:id="rId31"/>
    <p:sldId id="639" r:id="rId32"/>
    <p:sldId id="640" r:id="rId33"/>
    <p:sldId id="643" r:id="rId34"/>
    <p:sldId id="644" r:id="rId35"/>
    <p:sldId id="641" r:id="rId36"/>
    <p:sldId id="645" r:id="rId37"/>
    <p:sldId id="646" r:id="rId38"/>
    <p:sldId id="647" r:id="rId39"/>
    <p:sldId id="648" r:id="rId40"/>
    <p:sldId id="649" r:id="rId41"/>
    <p:sldId id="650" r:id="rId42"/>
    <p:sldId id="651" r:id="rId43"/>
    <p:sldId id="668" r:id="rId44"/>
    <p:sldId id="652" r:id="rId45"/>
    <p:sldId id="653" r:id="rId46"/>
    <p:sldId id="654" r:id="rId47"/>
    <p:sldId id="670" r:id="rId48"/>
    <p:sldId id="671" r:id="rId49"/>
    <p:sldId id="672" r:id="rId50"/>
    <p:sldId id="673" r:id="rId51"/>
    <p:sldId id="674" r:id="rId52"/>
    <p:sldId id="675" r:id="rId53"/>
    <p:sldId id="676" r:id="rId54"/>
    <p:sldId id="677" r:id="rId55"/>
    <p:sldId id="678" r:id="rId56"/>
    <p:sldId id="679" r:id="rId57"/>
    <p:sldId id="680" r:id="rId58"/>
    <p:sldId id="681" r:id="rId59"/>
    <p:sldId id="682" r:id="rId60"/>
    <p:sldId id="615" r:id="rId61"/>
    <p:sldId id="600" r:id="rId62"/>
    <p:sldId id="257" r:id="rId63"/>
    <p:sldId id="256" r:id="rId64"/>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6207"/>
    <p:restoredTop sz="94643"/>
  </p:normalViewPr>
  <p:slideViewPr>
    <p:cSldViewPr snapToGrid="0">
      <p:cViewPr varScale="1">
        <p:scale>
          <a:sx n="155" d="100"/>
          <a:sy n="155" d="100"/>
        </p:scale>
        <p:origin x="1088" y="17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theme" Target="theme/theme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presProps" Target="presProps.xml"/><Relationship Id="rId5" Type="http://schemas.openxmlformats.org/officeDocument/2006/relationships/slide" Target="slides/slide4.xml"/><Relationship Id="rId61" Type="http://schemas.openxmlformats.org/officeDocument/2006/relationships/slide" Target="slides/slide60.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tableStyles" Target="tableStyles.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viewProps" Target="viewProps.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CCCCFB1C-7F6E-CC48-8B12-2D5A9AE1C913}" type="datetimeFigureOut">
              <a:rPr lang="en-US" smtClean="0"/>
              <a:t>5/2/26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0E9560A-78B4-504A-9396-2AE516B1349B}" type="slidenum">
              <a:rPr lang="en-US" smtClean="0"/>
              <a:t>‹#›</a:t>
            </a:fld>
            <a:endParaRPr lang="en-US"/>
          </a:p>
        </p:txBody>
      </p:sp>
    </p:spTree>
    <p:extLst>
      <p:ext uri="{BB962C8B-B14F-4D97-AF65-F5344CB8AC3E}">
        <p14:creationId xmlns:p14="http://schemas.microsoft.com/office/powerpoint/2010/main" val="305992700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74D157-A7E6-0CD3-8266-DE0939AE439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A26FDA5-ABD9-E89C-43FB-F19D8441B29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08E2E9E-AD91-B134-310C-59487A42F74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9F40DBF-0F4C-781C-F266-8D63105C1D0C}"/>
              </a:ext>
            </a:extLst>
          </p:cNvPr>
          <p:cNvSpPr>
            <a:spLocks noGrp="1"/>
          </p:cNvSpPr>
          <p:nvPr>
            <p:ph type="sldNum" sz="quarter" idx="5"/>
          </p:nvPr>
        </p:nvSpPr>
        <p:spPr/>
        <p:txBody>
          <a:bodyPr/>
          <a:lstStyle/>
          <a:p>
            <a:fld id="{C0E9560A-78B4-504A-9396-2AE516B1349B}" type="slidenum">
              <a:rPr lang="en-US" smtClean="0"/>
              <a:t>1</a:t>
            </a:fld>
            <a:endParaRPr lang="en-US"/>
          </a:p>
        </p:txBody>
      </p:sp>
    </p:spTree>
    <p:extLst>
      <p:ext uri="{BB962C8B-B14F-4D97-AF65-F5344CB8AC3E}">
        <p14:creationId xmlns:p14="http://schemas.microsoft.com/office/powerpoint/2010/main" val="179557880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0C9AD67-2B61-1644-9AED-AEA8618918C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2096278-0BF8-14D5-2BDC-BBAEDAF1BA4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39FFC88-9F6A-BA65-289E-9E8F9243582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0F9C63ED-EB5B-93EE-923C-6F34BA7B69B9}"/>
              </a:ext>
            </a:extLst>
          </p:cNvPr>
          <p:cNvSpPr>
            <a:spLocks noGrp="1"/>
          </p:cNvSpPr>
          <p:nvPr>
            <p:ph type="sldNum" sz="quarter" idx="5"/>
          </p:nvPr>
        </p:nvSpPr>
        <p:spPr/>
        <p:txBody>
          <a:bodyPr/>
          <a:lstStyle/>
          <a:p>
            <a:fld id="{C0E9560A-78B4-504A-9396-2AE516B1349B}" type="slidenum">
              <a:rPr lang="en-US" smtClean="0"/>
              <a:t>2</a:t>
            </a:fld>
            <a:endParaRPr lang="en-US"/>
          </a:p>
        </p:txBody>
      </p:sp>
    </p:spTree>
    <p:extLst>
      <p:ext uri="{BB962C8B-B14F-4D97-AF65-F5344CB8AC3E}">
        <p14:creationId xmlns:p14="http://schemas.microsoft.com/office/powerpoint/2010/main" val="307862997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703832-4CD2-D0C4-A55D-D9D6005FA8C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9DBEABD-77BB-3E20-CFAF-6750AA9655C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7F57977-CFFD-DF6F-69D1-3435669FABE0}"/>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685305A-DB2F-F969-0859-07BC33CD4685}"/>
              </a:ext>
            </a:extLst>
          </p:cNvPr>
          <p:cNvSpPr>
            <a:spLocks noGrp="1"/>
          </p:cNvSpPr>
          <p:nvPr>
            <p:ph type="sldNum" sz="quarter" idx="5"/>
          </p:nvPr>
        </p:nvSpPr>
        <p:spPr/>
        <p:txBody>
          <a:bodyPr/>
          <a:lstStyle/>
          <a:p>
            <a:fld id="{C0E9560A-78B4-504A-9396-2AE516B1349B}" type="slidenum">
              <a:rPr lang="en-US" smtClean="0"/>
              <a:t>3</a:t>
            </a:fld>
            <a:endParaRPr lang="en-US"/>
          </a:p>
        </p:txBody>
      </p:sp>
    </p:spTree>
    <p:extLst>
      <p:ext uri="{BB962C8B-B14F-4D97-AF65-F5344CB8AC3E}">
        <p14:creationId xmlns:p14="http://schemas.microsoft.com/office/powerpoint/2010/main" val="97653582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905924F-4B10-FBC3-77E1-7EA87F6E6A5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5DD9732-B0E2-8245-F7A1-F3EA3D46E30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31F58C3-16B7-4858-B6C3-9C8FD76B00C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B3B3A635-4F03-E0A6-8B2C-3D033AD1CB5A}"/>
              </a:ext>
            </a:extLst>
          </p:cNvPr>
          <p:cNvSpPr>
            <a:spLocks noGrp="1"/>
          </p:cNvSpPr>
          <p:nvPr>
            <p:ph type="sldNum" sz="quarter" idx="5"/>
          </p:nvPr>
        </p:nvSpPr>
        <p:spPr/>
        <p:txBody>
          <a:bodyPr/>
          <a:lstStyle/>
          <a:p>
            <a:fld id="{C0E9560A-78B4-504A-9396-2AE516B1349B}" type="slidenum">
              <a:rPr lang="en-US" smtClean="0"/>
              <a:t>4</a:t>
            </a:fld>
            <a:endParaRPr lang="en-US"/>
          </a:p>
        </p:txBody>
      </p:sp>
    </p:spTree>
    <p:extLst>
      <p:ext uri="{BB962C8B-B14F-4D97-AF65-F5344CB8AC3E}">
        <p14:creationId xmlns:p14="http://schemas.microsoft.com/office/powerpoint/2010/main" val="174139008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86D968F-5668-2EEF-84B6-33B277040DD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3B73EFB-78EA-9B06-7773-A181C198F8F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7BA0E1F-23BE-2990-A701-185E7641B32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84A6905-DAD6-22A8-6D8E-2C5CD536C6C5}"/>
              </a:ext>
            </a:extLst>
          </p:cNvPr>
          <p:cNvSpPr>
            <a:spLocks noGrp="1"/>
          </p:cNvSpPr>
          <p:nvPr>
            <p:ph type="sldNum" sz="quarter" idx="5"/>
          </p:nvPr>
        </p:nvSpPr>
        <p:spPr/>
        <p:txBody>
          <a:bodyPr/>
          <a:lstStyle/>
          <a:p>
            <a:fld id="{C0E9560A-78B4-504A-9396-2AE516B1349B}" type="slidenum">
              <a:rPr lang="en-US" smtClean="0"/>
              <a:t>5</a:t>
            </a:fld>
            <a:endParaRPr lang="en-US"/>
          </a:p>
        </p:txBody>
      </p:sp>
    </p:spTree>
    <p:extLst>
      <p:ext uri="{BB962C8B-B14F-4D97-AF65-F5344CB8AC3E}">
        <p14:creationId xmlns:p14="http://schemas.microsoft.com/office/powerpoint/2010/main" val="3247558789"/>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2A4996-E85C-854F-29F1-77D07741373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059B278-F581-1908-0764-212C28BCD3E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967FA7D-AAAE-8847-A214-0C6FBB5E744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76C1E919-2F80-6CD4-B56C-23E19D197BB5}"/>
              </a:ext>
            </a:extLst>
          </p:cNvPr>
          <p:cNvSpPr>
            <a:spLocks noGrp="1"/>
          </p:cNvSpPr>
          <p:nvPr>
            <p:ph type="sldNum" sz="quarter" idx="5"/>
          </p:nvPr>
        </p:nvSpPr>
        <p:spPr/>
        <p:txBody>
          <a:bodyPr/>
          <a:lstStyle/>
          <a:p>
            <a:fld id="{C0E9560A-78B4-504A-9396-2AE516B1349B}" type="slidenum">
              <a:rPr lang="en-US" smtClean="0"/>
              <a:t>6</a:t>
            </a:fld>
            <a:endParaRPr lang="en-US"/>
          </a:p>
        </p:txBody>
      </p:sp>
    </p:spTree>
    <p:extLst>
      <p:ext uri="{BB962C8B-B14F-4D97-AF65-F5344CB8AC3E}">
        <p14:creationId xmlns:p14="http://schemas.microsoft.com/office/powerpoint/2010/main" val="3906181255"/>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58DB54-FC7C-8A8B-F0F0-5C8293571D8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B84914E-EF5B-AB5B-7F27-4F586A1C316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8C15DF2-F11B-2EA7-6156-C5DF5813F87B}"/>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22505026-0414-53F2-D46F-0E15B9687359}"/>
              </a:ext>
            </a:extLst>
          </p:cNvPr>
          <p:cNvSpPr>
            <a:spLocks noGrp="1"/>
          </p:cNvSpPr>
          <p:nvPr>
            <p:ph type="sldNum" sz="quarter" idx="5"/>
          </p:nvPr>
        </p:nvSpPr>
        <p:spPr/>
        <p:txBody>
          <a:bodyPr/>
          <a:lstStyle/>
          <a:p>
            <a:fld id="{C0E9560A-78B4-504A-9396-2AE516B1349B}" type="slidenum">
              <a:rPr lang="en-US" smtClean="0"/>
              <a:t>7</a:t>
            </a:fld>
            <a:endParaRPr lang="en-US"/>
          </a:p>
        </p:txBody>
      </p:sp>
    </p:spTree>
    <p:extLst>
      <p:ext uri="{BB962C8B-B14F-4D97-AF65-F5344CB8AC3E}">
        <p14:creationId xmlns:p14="http://schemas.microsoft.com/office/powerpoint/2010/main" val="271392626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04ADFD-6097-6913-8059-E8DADF466B4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E1FD56B-A250-80B3-4F5D-61EE8488EBD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C6F989C-5053-6B51-9E62-585B9287554F}"/>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BD3F364E-F1FD-CA79-9858-5C2C445E9669}"/>
              </a:ext>
            </a:extLst>
          </p:cNvPr>
          <p:cNvSpPr>
            <a:spLocks noGrp="1"/>
          </p:cNvSpPr>
          <p:nvPr>
            <p:ph type="sldNum" sz="quarter" idx="5"/>
          </p:nvPr>
        </p:nvSpPr>
        <p:spPr/>
        <p:txBody>
          <a:bodyPr/>
          <a:lstStyle/>
          <a:p>
            <a:fld id="{C0E9560A-78B4-504A-9396-2AE516B1349B}" type="slidenum">
              <a:rPr lang="en-US" smtClean="0"/>
              <a:t>8</a:t>
            </a:fld>
            <a:endParaRPr lang="en-US"/>
          </a:p>
        </p:txBody>
      </p:sp>
    </p:spTree>
    <p:extLst>
      <p:ext uri="{BB962C8B-B14F-4D97-AF65-F5344CB8AC3E}">
        <p14:creationId xmlns:p14="http://schemas.microsoft.com/office/powerpoint/2010/main" val="3230902673"/>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520B9AD-704C-F615-92B4-ED4B12E1CF3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55A1437-D5D2-38E7-7565-71EC24176AC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B03ECFE-E060-88B9-C9EB-EDE61C4F7CFB}"/>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29DD0BF-9218-DB7F-5B61-201C7A1D1769}"/>
              </a:ext>
            </a:extLst>
          </p:cNvPr>
          <p:cNvSpPr>
            <a:spLocks noGrp="1"/>
          </p:cNvSpPr>
          <p:nvPr>
            <p:ph type="sldNum" sz="quarter" idx="5"/>
          </p:nvPr>
        </p:nvSpPr>
        <p:spPr/>
        <p:txBody>
          <a:bodyPr/>
          <a:lstStyle/>
          <a:p>
            <a:fld id="{C0E9560A-78B4-504A-9396-2AE516B1349B}" type="slidenum">
              <a:rPr lang="en-US" smtClean="0"/>
              <a:t>9</a:t>
            </a:fld>
            <a:endParaRPr lang="en-US"/>
          </a:p>
        </p:txBody>
      </p:sp>
    </p:spTree>
    <p:extLst>
      <p:ext uri="{BB962C8B-B14F-4D97-AF65-F5344CB8AC3E}">
        <p14:creationId xmlns:p14="http://schemas.microsoft.com/office/powerpoint/2010/main" val="652294588"/>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A5A067B-E8D7-D2A3-24CF-B03144A5CA1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9188E39-00E4-BC7D-3A26-65E77387A15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CF9B399-4049-176B-32BF-9825F74DFB24}"/>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386F49BF-65EB-0580-C71A-827900AE1F4A}"/>
              </a:ext>
            </a:extLst>
          </p:cNvPr>
          <p:cNvSpPr>
            <a:spLocks noGrp="1"/>
          </p:cNvSpPr>
          <p:nvPr>
            <p:ph type="sldNum" sz="quarter" idx="5"/>
          </p:nvPr>
        </p:nvSpPr>
        <p:spPr/>
        <p:txBody>
          <a:bodyPr/>
          <a:lstStyle/>
          <a:p>
            <a:fld id="{C0E9560A-78B4-504A-9396-2AE516B1349B}" type="slidenum">
              <a:rPr lang="en-US" smtClean="0"/>
              <a:t>10</a:t>
            </a:fld>
            <a:endParaRPr lang="en-US"/>
          </a:p>
        </p:txBody>
      </p:sp>
    </p:spTree>
    <p:extLst>
      <p:ext uri="{BB962C8B-B14F-4D97-AF65-F5344CB8AC3E}">
        <p14:creationId xmlns:p14="http://schemas.microsoft.com/office/powerpoint/2010/main" val="413379038"/>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7ECF8A-5E89-6A16-C83C-0C2DF7983BC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8AA2A34-A507-25D7-8EEC-51A87EC9E2A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44B0489-4FF2-D93F-F99E-E0A21C5D7D93}"/>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8171AC9E-D507-D2B2-770A-1987B496DA0B}"/>
              </a:ext>
            </a:extLst>
          </p:cNvPr>
          <p:cNvSpPr>
            <a:spLocks noGrp="1"/>
          </p:cNvSpPr>
          <p:nvPr>
            <p:ph type="sldNum" sz="quarter" idx="5"/>
          </p:nvPr>
        </p:nvSpPr>
        <p:spPr/>
        <p:txBody>
          <a:bodyPr/>
          <a:lstStyle/>
          <a:p>
            <a:fld id="{C0E9560A-78B4-504A-9396-2AE516B1349B}" type="slidenum">
              <a:rPr lang="en-US" smtClean="0"/>
              <a:t>11</a:t>
            </a:fld>
            <a:endParaRPr lang="en-US"/>
          </a:p>
        </p:txBody>
      </p:sp>
    </p:spTree>
    <p:extLst>
      <p:ext uri="{BB962C8B-B14F-4D97-AF65-F5344CB8AC3E}">
        <p14:creationId xmlns:p14="http://schemas.microsoft.com/office/powerpoint/2010/main" val="1836025066"/>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DFAA28-2EEC-69B8-3BAC-6F91EC3A9D2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162AD26-D319-0EF3-AB51-CF49B942838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BCD3B2A-D260-04FB-58E3-8A61E244E9A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D81DF0B-134F-70FE-42E3-AF7B6A8D28E8}"/>
              </a:ext>
            </a:extLst>
          </p:cNvPr>
          <p:cNvSpPr>
            <a:spLocks noGrp="1"/>
          </p:cNvSpPr>
          <p:nvPr>
            <p:ph type="sldNum" sz="quarter" idx="5"/>
          </p:nvPr>
        </p:nvSpPr>
        <p:spPr/>
        <p:txBody>
          <a:bodyPr/>
          <a:lstStyle/>
          <a:p>
            <a:fld id="{C0E9560A-78B4-504A-9396-2AE516B1349B}" type="slidenum">
              <a:rPr lang="en-US" smtClean="0"/>
              <a:t>12</a:t>
            </a:fld>
            <a:endParaRPr lang="en-US"/>
          </a:p>
        </p:txBody>
      </p:sp>
    </p:spTree>
    <p:extLst>
      <p:ext uri="{BB962C8B-B14F-4D97-AF65-F5344CB8AC3E}">
        <p14:creationId xmlns:p14="http://schemas.microsoft.com/office/powerpoint/2010/main" val="615254739"/>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A2F07D-BCA0-CEC3-6DC0-D5A192D36EA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88C09BA-E1EF-3485-20BE-B18472D5DF0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01DE9F1-221A-B709-E5A3-195A0B355C10}"/>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2389CC00-2E7E-6D17-B8AF-EA05E730C899}"/>
              </a:ext>
            </a:extLst>
          </p:cNvPr>
          <p:cNvSpPr>
            <a:spLocks noGrp="1"/>
          </p:cNvSpPr>
          <p:nvPr>
            <p:ph type="sldNum" sz="quarter" idx="5"/>
          </p:nvPr>
        </p:nvSpPr>
        <p:spPr/>
        <p:txBody>
          <a:bodyPr/>
          <a:lstStyle/>
          <a:p>
            <a:fld id="{C0E9560A-78B4-504A-9396-2AE516B1349B}" type="slidenum">
              <a:rPr lang="en-US" smtClean="0"/>
              <a:t>13</a:t>
            </a:fld>
            <a:endParaRPr lang="en-US"/>
          </a:p>
        </p:txBody>
      </p:sp>
    </p:spTree>
    <p:extLst>
      <p:ext uri="{BB962C8B-B14F-4D97-AF65-F5344CB8AC3E}">
        <p14:creationId xmlns:p14="http://schemas.microsoft.com/office/powerpoint/2010/main" val="1009999550"/>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F35DFF-EA60-090C-78AC-E722A574A7E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06AED63-68ED-DE24-C719-0FE39CA86BB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14417B4-1DC6-FE76-155C-D7327BC102D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178393B-98C1-73EA-5124-6F59C0487C41}"/>
              </a:ext>
            </a:extLst>
          </p:cNvPr>
          <p:cNvSpPr>
            <a:spLocks noGrp="1"/>
          </p:cNvSpPr>
          <p:nvPr>
            <p:ph type="sldNum" sz="quarter" idx="5"/>
          </p:nvPr>
        </p:nvSpPr>
        <p:spPr/>
        <p:txBody>
          <a:bodyPr/>
          <a:lstStyle/>
          <a:p>
            <a:fld id="{C0E9560A-78B4-504A-9396-2AE516B1349B}" type="slidenum">
              <a:rPr lang="en-US" smtClean="0"/>
              <a:t>14</a:t>
            </a:fld>
            <a:endParaRPr lang="en-US"/>
          </a:p>
        </p:txBody>
      </p:sp>
    </p:spTree>
    <p:extLst>
      <p:ext uri="{BB962C8B-B14F-4D97-AF65-F5344CB8AC3E}">
        <p14:creationId xmlns:p14="http://schemas.microsoft.com/office/powerpoint/2010/main" val="298822635"/>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342651-B591-13D3-4FE4-89F3BCB6D4C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A2EB46F-66B9-AED9-0381-82B99F5D765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F3C12DE-E7D8-E6E0-1371-053DBBA930A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6DC94830-E9E2-FAF4-AB5E-180B6B7F2214}"/>
              </a:ext>
            </a:extLst>
          </p:cNvPr>
          <p:cNvSpPr>
            <a:spLocks noGrp="1"/>
          </p:cNvSpPr>
          <p:nvPr>
            <p:ph type="sldNum" sz="quarter" idx="5"/>
          </p:nvPr>
        </p:nvSpPr>
        <p:spPr/>
        <p:txBody>
          <a:bodyPr/>
          <a:lstStyle/>
          <a:p>
            <a:fld id="{C0E9560A-78B4-504A-9396-2AE516B1349B}" type="slidenum">
              <a:rPr lang="en-US" smtClean="0"/>
              <a:t>15</a:t>
            </a:fld>
            <a:endParaRPr lang="en-US"/>
          </a:p>
        </p:txBody>
      </p:sp>
    </p:spTree>
    <p:extLst>
      <p:ext uri="{BB962C8B-B14F-4D97-AF65-F5344CB8AC3E}">
        <p14:creationId xmlns:p14="http://schemas.microsoft.com/office/powerpoint/2010/main" val="230277888"/>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997B8AF-BEEB-3A35-8927-A1CBF74C731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D007456-ECDB-E5C4-5506-831F0123DA2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463ACE2-EC93-54AF-90A1-8885AF2705E7}"/>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490855C-078C-B06C-A9B5-C987F6166F12}"/>
              </a:ext>
            </a:extLst>
          </p:cNvPr>
          <p:cNvSpPr>
            <a:spLocks noGrp="1"/>
          </p:cNvSpPr>
          <p:nvPr>
            <p:ph type="sldNum" sz="quarter" idx="5"/>
          </p:nvPr>
        </p:nvSpPr>
        <p:spPr/>
        <p:txBody>
          <a:bodyPr/>
          <a:lstStyle/>
          <a:p>
            <a:fld id="{C0E9560A-78B4-504A-9396-2AE516B1349B}" type="slidenum">
              <a:rPr lang="en-US" smtClean="0"/>
              <a:t>16</a:t>
            </a:fld>
            <a:endParaRPr lang="en-US"/>
          </a:p>
        </p:txBody>
      </p:sp>
    </p:spTree>
    <p:extLst>
      <p:ext uri="{BB962C8B-B14F-4D97-AF65-F5344CB8AC3E}">
        <p14:creationId xmlns:p14="http://schemas.microsoft.com/office/powerpoint/2010/main" val="3167301992"/>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55126EB-C01C-AC8E-EF53-77982AD0486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031A4DA-1F2F-3FE1-3841-5D5BAD1BB52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84C2433-82CE-DD6E-7FF4-03A7D3E2626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322551B1-9FC6-4275-E334-522D3F08DF9F}"/>
              </a:ext>
            </a:extLst>
          </p:cNvPr>
          <p:cNvSpPr>
            <a:spLocks noGrp="1"/>
          </p:cNvSpPr>
          <p:nvPr>
            <p:ph type="sldNum" sz="quarter" idx="5"/>
          </p:nvPr>
        </p:nvSpPr>
        <p:spPr/>
        <p:txBody>
          <a:bodyPr/>
          <a:lstStyle/>
          <a:p>
            <a:fld id="{C0E9560A-78B4-504A-9396-2AE516B1349B}" type="slidenum">
              <a:rPr lang="en-US" smtClean="0"/>
              <a:t>17</a:t>
            </a:fld>
            <a:endParaRPr lang="en-US"/>
          </a:p>
        </p:txBody>
      </p:sp>
    </p:spTree>
    <p:extLst>
      <p:ext uri="{BB962C8B-B14F-4D97-AF65-F5344CB8AC3E}">
        <p14:creationId xmlns:p14="http://schemas.microsoft.com/office/powerpoint/2010/main" val="1161853787"/>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8414134-63D9-E536-7FC5-E6D8C8D4318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1C0EC09-98DB-3BDA-7464-3F52D017160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ADEFB6D-63D5-A4DF-D6AA-F6A179A23B6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14270028-8849-B0B2-16CE-7C8320356FFD}"/>
              </a:ext>
            </a:extLst>
          </p:cNvPr>
          <p:cNvSpPr>
            <a:spLocks noGrp="1"/>
          </p:cNvSpPr>
          <p:nvPr>
            <p:ph type="sldNum" sz="quarter" idx="5"/>
          </p:nvPr>
        </p:nvSpPr>
        <p:spPr/>
        <p:txBody>
          <a:bodyPr/>
          <a:lstStyle/>
          <a:p>
            <a:fld id="{C0E9560A-78B4-504A-9396-2AE516B1349B}" type="slidenum">
              <a:rPr lang="en-US" smtClean="0"/>
              <a:t>18</a:t>
            </a:fld>
            <a:endParaRPr lang="en-US"/>
          </a:p>
        </p:txBody>
      </p:sp>
    </p:spTree>
    <p:extLst>
      <p:ext uri="{BB962C8B-B14F-4D97-AF65-F5344CB8AC3E}">
        <p14:creationId xmlns:p14="http://schemas.microsoft.com/office/powerpoint/2010/main" val="3445533872"/>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3380B2-0146-A4EE-75D8-C405F23630C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341F7B9-D4B0-26C6-5030-DA07F21935F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C47C146-66A4-5A7C-FE3E-1830F2D02C67}"/>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B48F2375-F0B1-E4EE-42B4-D776F1CF3255}"/>
              </a:ext>
            </a:extLst>
          </p:cNvPr>
          <p:cNvSpPr>
            <a:spLocks noGrp="1"/>
          </p:cNvSpPr>
          <p:nvPr>
            <p:ph type="sldNum" sz="quarter" idx="5"/>
          </p:nvPr>
        </p:nvSpPr>
        <p:spPr/>
        <p:txBody>
          <a:bodyPr/>
          <a:lstStyle/>
          <a:p>
            <a:fld id="{C0E9560A-78B4-504A-9396-2AE516B1349B}" type="slidenum">
              <a:rPr lang="en-US" smtClean="0"/>
              <a:t>19</a:t>
            </a:fld>
            <a:endParaRPr lang="en-US"/>
          </a:p>
        </p:txBody>
      </p:sp>
    </p:spTree>
    <p:extLst>
      <p:ext uri="{BB962C8B-B14F-4D97-AF65-F5344CB8AC3E}">
        <p14:creationId xmlns:p14="http://schemas.microsoft.com/office/powerpoint/2010/main" val="1755904619"/>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DAE0FA-E0E0-2A39-98D6-1219597BBB4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A5B7C7D-AFC2-BA92-606F-59EB017656E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D8A9A5B-AB20-10A8-5D89-7B3FAB3B734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3A71D10F-A9CD-B7A7-EA40-0F929B58D1C2}"/>
              </a:ext>
            </a:extLst>
          </p:cNvPr>
          <p:cNvSpPr>
            <a:spLocks noGrp="1"/>
          </p:cNvSpPr>
          <p:nvPr>
            <p:ph type="sldNum" sz="quarter" idx="5"/>
          </p:nvPr>
        </p:nvSpPr>
        <p:spPr/>
        <p:txBody>
          <a:bodyPr/>
          <a:lstStyle/>
          <a:p>
            <a:fld id="{C0E9560A-78B4-504A-9396-2AE516B1349B}" type="slidenum">
              <a:rPr lang="en-US" smtClean="0"/>
              <a:t>20</a:t>
            </a:fld>
            <a:endParaRPr lang="en-US"/>
          </a:p>
        </p:txBody>
      </p:sp>
    </p:spTree>
    <p:extLst>
      <p:ext uri="{BB962C8B-B14F-4D97-AF65-F5344CB8AC3E}">
        <p14:creationId xmlns:p14="http://schemas.microsoft.com/office/powerpoint/2010/main" val="4005072919"/>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F021F1-E4AB-3FD7-D928-6F31CED3D44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18F153D-B322-E2A2-FA34-8B8731B65BF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4BF0F29-A99A-8B1C-9FD7-256D3C0F69F7}"/>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AF03505-3F90-8DF3-FA64-FF47A2E4F400}"/>
              </a:ext>
            </a:extLst>
          </p:cNvPr>
          <p:cNvSpPr>
            <a:spLocks noGrp="1"/>
          </p:cNvSpPr>
          <p:nvPr>
            <p:ph type="sldNum" sz="quarter" idx="5"/>
          </p:nvPr>
        </p:nvSpPr>
        <p:spPr/>
        <p:txBody>
          <a:bodyPr/>
          <a:lstStyle/>
          <a:p>
            <a:fld id="{C0E9560A-78B4-504A-9396-2AE516B1349B}" type="slidenum">
              <a:rPr lang="en-US" smtClean="0"/>
              <a:t>21</a:t>
            </a:fld>
            <a:endParaRPr lang="en-US"/>
          </a:p>
        </p:txBody>
      </p:sp>
    </p:spTree>
    <p:extLst>
      <p:ext uri="{BB962C8B-B14F-4D97-AF65-F5344CB8AC3E}">
        <p14:creationId xmlns:p14="http://schemas.microsoft.com/office/powerpoint/2010/main" val="1258705883"/>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AE4D399-E6A5-8A36-140F-BE325B12225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F9DCD2A-8C18-A426-95D6-F8F55CEF533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D598118-EF84-6E8D-6231-F469EC4C811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22F59DA-6DB5-ACE1-9AC0-9B6E8C9EE3E5}"/>
              </a:ext>
            </a:extLst>
          </p:cNvPr>
          <p:cNvSpPr>
            <a:spLocks noGrp="1"/>
          </p:cNvSpPr>
          <p:nvPr>
            <p:ph type="sldNum" sz="quarter" idx="5"/>
          </p:nvPr>
        </p:nvSpPr>
        <p:spPr/>
        <p:txBody>
          <a:bodyPr/>
          <a:lstStyle/>
          <a:p>
            <a:fld id="{C0E9560A-78B4-504A-9396-2AE516B1349B}" type="slidenum">
              <a:rPr lang="en-US" smtClean="0"/>
              <a:t>22</a:t>
            </a:fld>
            <a:endParaRPr lang="en-US"/>
          </a:p>
        </p:txBody>
      </p:sp>
    </p:spTree>
    <p:extLst>
      <p:ext uri="{BB962C8B-B14F-4D97-AF65-F5344CB8AC3E}">
        <p14:creationId xmlns:p14="http://schemas.microsoft.com/office/powerpoint/2010/main" val="3092922148"/>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EF4927-34CC-18EF-8C5E-F29435772A4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7BC2CFB-D9A0-95DF-AE2B-1C5DC78FAE0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360F867-2B54-1416-DD44-3A6AC2635590}"/>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3BA8C29-8708-1ACC-7BE3-98C85B47E39B}"/>
              </a:ext>
            </a:extLst>
          </p:cNvPr>
          <p:cNvSpPr>
            <a:spLocks noGrp="1"/>
          </p:cNvSpPr>
          <p:nvPr>
            <p:ph type="sldNum" sz="quarter" idx="5"/>
          </p:nvPr>
        </p:nvSpPr>
        <p:spPr/>
        <p:txBody>
          <a:bodyPr/>
          <a:lstStyle/>
          <a:p>
            <a:fld id="{C0E9560A-78B4-504A-9396-2AE516B1349B}" type="slidenum">
              <a:rPr lang="en-US" smtClean="0"/>
              <a:t>23</a:t>
            </a:fld>
            <a:endParaRPr lang="en-US"/>
          </a:p>
        </p:txBody>
      </p:sp>
    </p:spTree>
    <p:extLst>
      <p:ext uri="{BB962C8B-B14F-4D97-AF65-F5344CB8AC3E}">
        <p14:creationId xmlns:p14="http://schemas.microsoft.com/office/powerpoint/2010/main" val="1789417396"/>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6518F8-C473-D072-3A7B-8B23A606C1D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5FB708E-4DF1-CFAC-9B17-F1C4269C8D8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88F6541-A255-C7D0-CC62-AE908322067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D5CE24BA-62E0-CAC3-C869-87E0086B1269}"/>
              </a:ext>
            </a:extLst>
          </p:cNvPr>
          <p:cNvSpPr>
            <a:spLocks noGrp="1"/>
          </p:cNvSpPr>
          <p:nvPr>
            <p:ph type="sldNum" sz="quarter" idx="5"/>
          </p:nvPr>
        </p:nvSpPr>
        <p:spPr/>
        <p:txBody>
          <a:bodyPr/>
          <a:lstStyle/>
          <a:p>
            <a:fld id="{C0E9560A-78B4-504A-9396-2AE516B1349B}" type="slidenum">
              <a:rPr lang="en-US" smtClean="0"/>
              <a:t>24</a:t>
            </a:fld>
            <a:endParaRPr lang="en-US"/>
          </a:p>
        </p:txBody>
      </p:sp>
    </p:spTree>
    <p:extLst>
      <p:ext uri="{BB962C8B-B14F-4D97-AF65-F5344CB8AC3E}">
        <p14:creationId xmlns:p14="http://schemas.microsoft.com/office/powerpoint/2010/main" val="1955250669"/>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A2B098-3CD9-58AA-9D29-35F40C650FB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B4EE866-E9F1-93BB-1D44-F2BE345E8A0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CA7361E-A6F7-5047-5447-2E8177D94DF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38F258A3-F323-6D38-8D92-FA6EFC0FDACE}"/>
              </a:ext>
            </a:extLst>
          </p:cNvPr>
          <p:cNvSpPr>
            <a:spLocks noGrp="1"/>
          </p:cNvSpPr>
          <p:nvPr>
            <p:ph type="sldNum" sz="quarter" idx="5"/>
          </p:nvPr>
        </p:nvSpPr>
        <p:spPr/>
        <p:txBody>
          <a:bodyPr/>
          <a:lstStyle/>
          <a:p>
            <a:fld id="{C0E9560A-78B4-504A-9396-2AE516B1349B}" type="slidenum">
              <a:rPr lang="en-US" smtClean="0"/>
              <a:t>25</a:t>
            </a:fld>
            <a:endParaRPr lang="en-US"/>
          </a:p>
        </p:txBody>
      </p:sp>
    </p:spTree>
    <p:extLst>
      <p:ext uri="{BB962C8B-B14F-4D97-AF65-F5344CB8AC3E}">
        <p14:creationId xmlns:p14="http://schemas.microsoft.com/office/powerpoint/2010/main" val="2281366256"/>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BA1246-249F-7CEB-A896-43863ABAF23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728B4BE-F75E-608C-261C-85CD691B4FD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E5484A4-F851-0DFE-F8BC-84EBC947DD12}"/>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B99FE153-8F86-4C9F-F970-F69ADD19EA15}"/>
              </a:ext>
            </a:extLst>
          </p:cNvPr>
          <p:cNvSpPr>
            <a:spLocks noGrp="1"/>
          </p:cNvSpPr>
          <p:nvPr>
            <p:ph type="sldNum" sz="quarter" idx="5"/>
          </p:nvPr>
        </p:nvSpPr>
        <p:spPr/>
        <p:txBody>
          <a:bodyPr/>
          <a:lstStyle/>
          <a:p>
            <a:fld id="{C0E9560A-78B4-504A-9396-2AE516B1349B}" type="slidenum">
              <a:rPr lang="en-US" smtClean="0"/>
              <a:t>26</a:t>
            </a:fld>
            <a:endParaRPr lang="en-US"/>
          </a:p>
        </p:txBody>
      </p:sp>
    </p:spTree>
    <p:extLst>
      <p:ext uri="{BB962C8B-B14F-4D97-AF65-F5344CB8AC3E}">
        <p14:creationId xmlns:p14="http://schemas.microsoft.com/office/powerpoint/2010/main" val="1323695917"/>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E988FAD-7DD3-634C-C900-A7D63E22733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9DC1A93-17C7-4B69-5343-AFF7F4E5D82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D5450E2-72D7-5C2F-986C-358FC4C09790}"/>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3B82DB5C-3ECD-2B0C-FA6E-E0FB87E599A6}"/>
              </a:ext>
            </a:extLst>
          </p:cNvPr>
          <p:cNvSpPr>
            <a:spLocks noGrp="1"/>
          </p:cNvSpPr>
          <p:nvPr>
            <p:ph type="sldNum" sz="quarter" idx="5"/>
          </p:nvPr>
        </p:nvSpPr>
        <p:spPr/>
        <p:txBody>
          <a:bodyPr/>
          <a:lstStyle/>
          <a:p>
            <a:fld id="{C0E9560A-78B4-504A-9396-2AE516B1349B}" type="slidenum">
              <a:rPr lang="en-US" smtClean="0"/>
              <a:t>27</a:t>
            </a:fld>
            <a:endParaRPr lang="en-US"/>
          </a:p>
        </p:txBody>
      </p:sp>
    </p:spTree>
    <p:extLst>
      <p:ext uri="{BB962C8B-B14F-4D97-AF65-F5344CB8AC3E}">
        <p14:creationId xmlns:p14="http://schemas.microsoft.com/office/powerpoint/2010/main" val="3086136169"/>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723369-5B0D-7F35-0AA7-D2DF83A2AC6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37F7EFE-BFE9-EF2E-2933-65A243237C5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E5D748C-339D-8F79-325F-4A849460A27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24163007-E9EE-92E3-2B22-749B700EA990}"/>
              </a:ext>
            </a:extLst>
          </p:cNvPr>
          <p:cNvSpPr>
            <a:spLocks noGrp="1"/>
          </p:cNvSpPr>
          <p:nvPr>
            <p:ph type="sldNum" sz="quarter" idx="5"/>
          </p:nvPr>
        </p:nvSpPr>
        <p:spPr/>
        <p:txBody>
          <a:bodyPr/>
          <a:lstStyle/>
          <a:p>
            <a:fld id="{C0E9560A-78B4-504A-9396-2AE516B1349B}" type="slidenum">
              <a:rPr lang="en-US" smtClean="0"/>
              <a:t>28</a:t>
            </a:fld>
            <a:endParaRPr lang="en-US"/>
          </a:p>
        </p:txBody>
      </p:sp>
    </p:spTree>
    <p:extLst>
      <p:ext uri="{BB962C8B-B14F-4D97-AF65-F5344CB8AC3E}">
        <p14:creationId xmlns:p14="http://schemas.microsoft.com/office/powerpoint/2010/main" val="2241332849"/>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2B7209-D72A-90D8-2742-76648CDC9CF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9B01033-E139-2E7D-E845-6CCA6299EB7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3A77B5D-191E-7C8E-29EB-805A17C5A68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643AA6A-78F1-70A3-06FF-D38889C762A5}"/>
              </a:ext>
            </a:extLst>
          </p:cNvPr>
          <p:cNvSpPr>
            <a:spLocks noGrp="1"/>
          </p:cNvSpPr>
          <p:nvPr>
            <p:ph type="sldNum" sz="quarter" idx="5"/>
          </p:nvPr>
        </p:nvSpPr>
        <p:spPr/>
        <p:txBody>
          <a:bodyPr/>
          <a:lstStyle/>
          <a:p>
            <a:fld id="{C0E9560A-78B4-504A-9396-2AE516B1349B}" type="slidenum">
              <a:rPr lang="en-US" smtClean="0"/>
              <a:t>29</a:t>
            </a:fld>
            <a:endParaRPr lang="en-US"/>
          </a:p>
        </p:txBody>
      </p:sp>
    </p:spTree>
    <p:extLst>
      <p:ext uri="{BB962C8B-B14F-4D97-AF65-F5344CB8AC3E}">
        <p14:creationId xmlns:p14="http://schemas.microsoft.com/office/powerpoint/2010/main" val="3511060822"/>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63066E-86D4-699E-7679-CB86099FA19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DE516BD-6F23-4F01-DE39-0E6AC0C67CE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6487F03-009D-48FA-CCD6-E431EBD10CB3}"/>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3604D73F-0C10-07FE-921E-B5E332A7C09F}"/>
              </a:ext>
            </a:extLst>
          </p:cNvPr>
          <p:cNvSpPr>
            <a:spLocks noGrp="1"/>
          </p:cNvSpPr>
          <p:nvPr>
            <p:ph type="sldNum" sz="quarter" idx="5"/>
          </p:nvPr>
        </p:nvSpPr>
        <p:spPr/>
        <p:txBody>
          <a:bodyPr/>
          <a:lstStyle/>
          <a:p>
            <a:fld id="{C0E9560A-78B4-504A-9396-2AE516B1349B}" type="slidenum">
              <a:rPr lang="en-US" smtClean="0"/>
              <a:t>30</a:t>
            </a:fld>
            <a:endParaRPr lang="en-US"/>
          </a:p>
        </p:txBody>
      </p:sp>
    </p:spTree>
    <p:extLst>
      <p:ext uri="{BB962C8B-B14F-4D97-AF65-F5344CB8AC3E}">
        <p14:creationId xmlns:p14="http://schemas.microsoft.com/office/powerpoint/2010/main" val="355608893"/>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800250-EA9A-5D74-E702-4076B4C3870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4315E5F-096E-2965-7913-A2B9B452B3F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BE4AC90-6C5A-1AA5-A013-7A4FA04DBFC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894C47CE-635C-93B4-DC98-9E4A6E882576}"/>
              </a:ext>
            </a:extLst>
          </p:cNvPr>
          <p:cNvSpPr>
            <a:spLocks noGrp="1"/>
          </p:cNvSpPr>
          <p:nvPr>
            <p:ph type="sldNum" sz="quarter" idx="5"/>
          </p:nvPr>
        </p:nvSpPr>
        <p:spPr/>
        <p:txBody>
          <a:bodyPr/>
          <a:lstStyle/>
          <a:p>
            <a:fld id="{C0E9560A-78B4-504A-9396-2AE516B1349B}" type="slidenum">
              <a:rPr lang="en-US" smtClean="0"/>
              <a:t>31</a:t>
            </a:fld>
            <a:endParaRPr lang="en-US"/>
          </a:p>
        </p:txBody>
      </p:sp>
    </p:spTree>
    <p:extLst>
      <p:ext uri="{BB962C8B-B14F-4D97-AF65-F5344CB8AC3E}">
        <p14:creationId xmlns:p14="http://schemas.microsoft.com/office/powerpoint/2010/main" val="87726022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0E1DA9-A01E-F480-B585-AEF685CF0C2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9888608-9195-5EDE-A235-35B4C28D771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E9AD070-ED38-0B91-1A8A-A119CD02CCC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5CCB279-6E65-5561-82F3-AFF92A704A7F}"/>
              </a:ext>
            </a:extLst>
          </p:cNvPr>
          <p:cNvSpPr>
            <a:spLocks noGrp="1"/>
          </p:cNvSpPr>
          <p:nvPr>
            <p:ph type="sldNum" sz="quarter" idx="5"/>
          </p:nvPr>
        </p:nvSpPr>
        <p:spPr/>
        <p:txBody>
          <a:bodyPr/>
          <a:lstStyle/>
          <a:p>
            <a:fld id="{C0E9560A-78B4-504A-9396-2AE516B1349B}" type="slidenum">
              <a:rPr lang="en-US" smtClean="0"/>
              <a:t>32</a:t>
            </a:fld>
            <a:endParaRPr lang="en-US"/>
          </a:p>
        </p:txBody>
      </p:sp>
    </p:spTree>
    <p:extLst>
      <p:ext uri="{BB962C8B-B14F-4D97-AF65-F5344CB8AC3E}">
        <p14:creationId xmlns:p14="http://schemas.microsoft.com/office/powerpoint/2010/main" val="2038770926"/>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7868526-B700-DBD5-4D2F-293B98A517C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AF2583A-659A-237A-A82A-7A59A1FEE91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4F3443C-F019-656E-01EE-9E3D5B58CE0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895171E-D757-F04D-F47E-F7B6F10136C6}"/>
              </a:ext>
            </a:extLst>
          </p:cNvPr>
          <p:cNvSpPr>
            <a:spLocks noGrp="1"/>
          </p:cNvSpPr>
          <p:nvPr>
            <p:ph type="sldNum" sz="quarter" idx="5"/>
          </p:nvPr>
        </p:nvSpPr>
        <p:spPr/>
        <p:txBody>
          <a:bodyPr/>
          <a:lstStyle/>
          <a:p>
            <a:fld id="{C0E9560A-78B4-504A-9396-2AE516B1349B}" type="slidenum">
              <a:rPr lang="en-US" smtClean="0"/>
              <a:t>33</a:t>
            </a:fld>
            <a:endParaRPr lang="en-US"/>
          </a:p>
        </p:txBody>
      </p:sp>
    </p:spTree>
    <p:extLst>
      <p:ext uri="{BB962C8B-B14F-4D97-AF65-F5344CB8AC3E}">
        <p14:creationId xmlns:p14="http://schemas.microsoft.com/office/powerpoint/2010/main" val="28463278"/>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51B443-AAAD-0C7B-7860-E38B0C92A56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AC1A050-2A8F-3CDA-A0DF-06735E2E230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80B53FE-DB84-F649-A3F6-0CBEA89947A0}"/>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C5D2ECE-F990-5825-D076-D92D41C67D48}"/>
              </a:ext>
            </a:extLst>
          </p:cNvPr>
          <p:cNvSpPr>
            <a:spLocks noGrp="1"/>
          </p:cNvSpPr>
          <p:nvPr>
            <p:ph type="sldNum" sz="quarter" idx="5"/>
          </p:nvPr>
        </p:nvSpPr>
        <p:spPr/>
        <p:txBody>
          <a:bodyPr/>
          <a:lstStyle/>
          <a:p>
            <a:fld id="{C0E9560A-78B4-504A-9396-2AE516B1349B}" type="slidenum">
              <a:rPr lang="en-US" smtClean="0"/>
              <a:t>34</a:t>
            </a:fld>
            <a:endParaRPr lang="en-US"/>
          </a:p>
        </p:txBody>
      </p:sp>
    </p:spTree>
    <p:extLst>
      <p:ext uri="{BB962C8B-B14F-4D97-AF65-F5344CB8AC3E}">
        <p14:creationId xmlns:p14="http://schemas.microsoft.com/office/powerpoint/2010/main" val="99502211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CAAB7C-FFE6-B3A9-E3BC-DB4573C548F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833B98D-C290-52F2-FBD3-8F7048A3D9B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FA06EB8-AB1E-BA50-86B8-42548D103DB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D36046B-F2B2-48C5-9216-593330379E62}"/>
              </a:ext>
            </a:extLst>
          </p:cNvPr>
          <p:cNvSpPr>
            <a:spLocks noGrp="1"/>
          </p:cNvSpPr>
          <p:nvPr>
            <p:ph type="sldNum" sz="quarter" idx="5"/>
          </p:nvPr>
        </p:nvSpPr>
        <p:spPr/>
        <p:txBody>
          <a:bodyPr/>
          <a:lstStyle/>
          <a:p>
            <a:fld id="{C0E9560A-78B4-504A-9396-2AE516B1349B}" type="slidenum">
              <a:rPr lang="en-US" smtClean="0"/>
              <a:t>35</a:t>
            </a:fld>
            <a:endParaRPr lang="en-US"/>
          </a:p>
        </p:txBody>
      </p:sp>
    </p:spTree>
    <p:extLst>
      <p:ext uri="{BB962C8B-B14F-4D97-AF65-F5344CB8AC3E}">
        <p14:creationId xmlns:p14="http://schemas.microsoft.com/office/powerpoint/2010/main" val="1712420084"/>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FC7C1F-0E99-1389-7414-AFCF5E5444E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5CAD518-619A-2408-4693-FE806F60533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2224EC5-CCB5-3D2B-0AAA-F534F4CB252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63001A62-45DC-64FB-6131-C7F0C31CA761}"/>
              </a:ext>
            </a:extLst>
          </p:cNvPr>
          <p:cNvSpPr>
            <a:spLocks noGrp="1"/>
          </p:cNvSpPr>
          <p:nvPr>
            <p:ph type="sldNum" sz="quarter" idx="5"/>
          </p:nvPr>
        </p:nvSpPr>
        <p:spPr/>
        <p:txBody>
          <a:bodyPr/>
          <a:lstStyle/>
          <a:p>
            <a:fld id="{C0E9560A-78B4-504A-9396-2AE516B1349B}" type="slidenum">
              <a:rPr lang="en-US" smtClean="0"/>
              <a:t>36</a:t>
            </a:fld>
            <a:endParaRPr lang="en-US"/>
          </a:p>
        </p:txBody>
      </p:sp>
    </p:spTree>
    <p:extLst>
      <p:ext uri="{BB962C8B-B14F-4D97-AF65-F5344CB8AC3E}">
        <p14:creationId xmlns:p14="http://schemas.microsoft.com/office/powerpoint/2010/main" val="3951420504"/>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A7C551-9844-9DB0-F2B0-6E57C59C5C3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04C2030-DB24-4B2C-C39C-4E397611197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E269641-9F5D-2C26-408E-2EAEE273563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93814BCC-9763-E4F8-F989-D998343C2576}"/>
              </a:ext>
            </a:extLst>
          </p:cNvPr>
          <p:cNvSpPr>
            <a:spLocks noGrp="1"/>
          </p:cNvSpPr>
          <p:nvPr>
            <p:ph type="sldNum" sz="quarter" idx="5"/>
          </p:nvPr>
        </p:nvSpPr>
        <p:spPr/>
        <p:txBody>
          <a:bodyPr/>
          <a:lstStyle/>
          <a:p>
            <a:fld id="{C0E9560A-78B4-504A-9396-2AE516B1349B}" type="slidenum">
              <a:rPr lang="en-US" smtClean="0"/>
              <a:t>37</a:t>
            </a:fld>
            <a:endParaRPr lang="en-US"/>
          </a:p>
        </p:txBody>
      </p:sp>
    </p:spTree>
    <p:extLst>
      <p:ext uri="{BB962C8B-B14F-4D97-AF65-F5344CB8AC3E}">
        <p14:creationId xmlns:p14="http://schemas.microsoft.com/office/powerpoint/2010/main" val="554828607"/>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FD4F866-89B0-61CB-76BD-69AC83C1CC5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E7B915E-DBA4-5B20-97BF-EFFCCECD7CC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7A361D7-EB5F-972B-AA9F-741AA1F8577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0917D2B7-B6A7-0AD3-3C9B-6CC4AA0EB35A}"/>
              </a:ext>
            </a:extLst>
          </p:cNvPr>
          <p:cNvSpPr>
            <a:spLocks noGrp="1"/>
          </p:cNvSpPr>
          <p:nvPr>
            <p:ph type="sldNum" sz="quarter" idx="5"/>
          </p:nvPr>
        </p:nvSpPr>
        <p:spPr/>
        <p:txBody>
          <a:bodyPr/>
          <a:lstStyle/>
          <a:p>
            <a:fld id="{C0E9560A-78B4-504A-9396-2AE516B1349B}" type="slidenum">
              <a:rPr lang="en-US" smtClean="0"/>
              <a:t>38</a:t>
            </a:fld>
            <a:endParaRPr lang="en-US"/>
          </a:p>
        </p:txBody>
      </p:sp>
    </p:spTree>
    <p:extLst>
      <p:ext uri="{BB962C8B-B14F-4D97-AF65-F5344CB8AC3E}">
        <p14:creationId xmlns:p14="http://schemas.microsoft.com/office/powerpoint/2010/main" val="790740186"/>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C7F66A-CE95-FEF3-9605-A8FD74738FF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D0AE15F-3C05-0E55-B2BC-3B8AFC82B9B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CB58013-8D9C-1D75-8233-03DB89E78712}"/>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9763225B-2FA3-0EE8-450E-BD63E2BD700A}"/>
              </a:ext>
            </a:extLst>
          </p:cNvPr>
          <p:cNvSpPr>
            <a:spLocks noGrp="1"/>
          </p:cNvSpPr>
          <p:nvPr>
            <p:ph type="sldNum" sz="quarter" idx="5"/>
          </p:nvPr>
        </p:nvSpPr>
        <p:spPr/>
        <p:txBody>
          <a:bodyPr/>
          <a:lstStyle/>
          <a:p>
            <a:fld id="{C0E9560A-78B4-504A-9396-2AE516B1349B}" type="slidenum">
              <a:rPr lang="en-US" smtClean="0"/>
              <a:t>39</a:t>
            </a:fld>
            <a:endParaRPr lang="en-US"/>
          </a:p>
        </p:txBody>
      </p:sp>
    </p:spTree>
    <p:extLst>
      <p:ext uri="{BB962C8B-B14F-4D97-AF65-F5344CB8AC3E}">
        <p14:creationId xmlns:p14="http://schemas.microsoft.com/office/powerpoint/2010/main" val="286872461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150222F-1389-6E40-5FD7-ADF7ECFBC22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D73FFFE-208E-9DC1-03C0-3E38C10B164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8B8DD86-5E82-F076-3E3B-AEBC673C3BC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53F18B9-035B-F126-8725-C649C7201192}"/>
              </a:ext>
            </a:extLst>
          </p:cNvPr>
          <p:cNvSpPr>
            <a:spLocks noGrp="1"/>
          </p:cNvSpPr>
          <p:nvPr>
            <p:ph type="sldNum" sz="quarter" idx="5"/>
          </p:nvPr>
        </p:nvSpPr>
        <p:spPr/>
        <p:txBody>
          <a:bodyPr/>
          <a:lstStyle/>
          <a:p>
            <a:fld id="{C0E9560A-78B4-504A-9396-2AE516B1349B}" type="slidenum">
              <a:rPr lang="en-US" smtClean="0"/>
              <a:t>40</a:t>
            </a:fld>
            <a:endParaRPr lang="en-US"/>
          </a:p>
        </p:txBody>
      </p:sp>
    </p:spTree>
    <p:extLst>
      <p:ext uri="{BB962C8B-B14F-4D97-AF65-F5344CB8AC3E}">
        <p14:creationId xmlns:p14="http://schemas.microsoft.com/office/powerpoint/2010/main" val="712598598"/>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525AF5-2143-EE74-A3BC-6C776558EF9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D0B9C2B-462A-E1B7-1CCF-7BE0B59BECA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105268A-97C4-B11A-432E-35014666AE8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D2C1B127-D766-BFB5-5D62-FF18B7A619C5}"/>
              </a:ext>
            </a:extLst>
          </p:cNvPr>
          <p:cNvSpPr>
            <a:spLocks noGrp="1"/>
          </p:cNvSpPr>
          <p:nvPr>
            <p:ph type="sldNum" sz="quarter" idx="5"/>
          </p:nvPr>
        </p:nvSpPr>
        <p:spPr/>
        <p:txBody>
          <a:bodyPr/>
          <a:lstStyle/>
          <a:p>
            <a:fld id="{C0E9560A-78B4-504A-9396-2AE516B1349B}" type="slidenum">
              <a:rPr lang="en-US" smtClean="0"/>
              <a:t>41</a:t>
            </a:fld>
            <a:endParaRPr lang="en-US"/>
          </a:p>
        </p:txBody>
      </p:sp>
    </p:spTree>
    <p:extLst>
      <p:ext uri="{BB962C8B-B14F-4D97-AF65-F5344CB8AC3E}">
        <p14:creationId xmlns:p14="http://schemas.microsoft.com/office/powerpoint/2010/main" val="307265022"/>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F08650-0C97-BCC0-3D6C-E81F90E13D4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9E7DA34-1354-3526-735A-ADB5172C162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CC77FD4-3D0B-281B-D217-5EBA35305233}"/>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01D8B561-EEAF-BFBE-F17E-06B709F3478D}"/>
              </a:ext>
            </a:extLst>
          </p:cNvPr>
          <p:cNvSpPr>
            <a:spLocks noGrp="1"/>
          </p:cNvSpPr>
          <p:nvPr>
            <p:ph type="sldNum" sz="quarter" idx="5"/>
          </p:nvPr>
        </p:nvSpPr>
        <p:spPr/>
        <p:txBody>
          <a:bodyPr/>
          <a:lstStyle/>
          <a:p>
            <a:fld id="{C0E9560A-78B4-504A-9396-2AE516B1349B}" type="slidenum">
              <a:rPr lang="en-US" smtClean="0"/>
              <a:t>42</a:t>
            </a:fld>
            <a:endParaRPr lang="en-US"/>
          </a:p>
        </p:txBody>
      </p:sp>
    </p:spTree>
    <p:extLst>
      <p:ext uri="{BB962C8B-B14F-4D97-AF65-F5344CB8AC3E}">
        <p14:creationId xmlns:p14="http://schemas.microsoft.com/office/powerpoint/2010/main" val="866796528"/>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0C35FE-7706-B068-E735-3623AF2E025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07B7A1D-B275-B49D-7C6A-76D372AFECC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77A1753-1910-B0A8-8B84-03AA79A5FB8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68EDB8F9-C5B9-7877-90EB-F5549035B25E}"/>
              </a:ext>
            </a:extLst>
          </p:cNvPr>
          <p:cNvSpPr>
            <a:spLocks noGrp="1"/>
          </p:cNvSpPr>
          <p:nvPr>
            <p:ph type="sldNum" sz="quarter" idx="5"/>
          </p:nvPr>
        </p:nvSpPr>
        <p:spPr/>
        <p:txBody>
          <a:bodyPr/>
          <a:lstStyle/>
          <a:p>
            <a:fld id="{C0E9560A-78B4-504A-9396-2AE516B1349B}" type="slidenum">
              <a:rPr lang="en-US" smtClean="0"/>
              <a:t>43</a:t>
            </a:fld>
            <a:endParaRPr lang="en-US"/>
          </a:p>
        </p:txBody>
      </p:sp>
    </p:spTree>
    <p:extLst>
      <p:ext uri="{BB962C8B-B14F-4D97-AF65-F5344CB8AC3E}">
        <p14:creationId xmlns:p14="http://schemas.microsoft.com/office/powerpoint/2010/main" val="4227390683"/>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DED45D-6A82-7CF6-4070-986AE7E4B81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981C457-79A1-3B62-21EF-9D5942BFE67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2661508-461E-7AE3-5F3A-8C8FBE1B7D5F}"/>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61BB569E-933A-DEA3-071C-3364A5B5A5BA}"/>
              </a:ext>
            </a:extLst>
          </p:cNvPr>
          <p:cNvSpPr>
            <a:spLocks noGrp="1"/>
          </p:cNvSpPr>
          <p:nvPr>
            <p:ph type="sldNum" sz="quarter" idx="5"/>
          </p:nvPr>
        </p:nvSpPr>
        <p:spPr/>
        <p:txBody>
          <a:bodyPr/>
          <a:lstStyle/>
          <a:p>
            <a:fld id="{C0E9560A-78B4-504A-9396-2AE516B1349B}" type="slidenum">
              <a:rPr lang="en-US" smtClean="0"/>
              <a:t>44</a:t>
            </a:fld>
            <a:endParaRPr lang="en-US"/>
          </a:p>
        </p:txBody>
      </p:sp>
    </p:spTree>
    <p:extLst>
      <p:ext uri="{BB962C8B-B14F-4D97-AF65-F5344CB8AC3E}">
        <p14:creationId xmlns:p14="http://schemas.microsoft.com/office/powerpoint/2010/main" val="15630240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9350913-7567-A939-7FE7-3371D6713CE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EE9E7E7-3248-7275-4B48-0A1BAE95A1A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7CA8C82-2FA0-7D8D-0D25-396AAD63BAB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DFB36879-6C9E-7EC2-35D9-1B41BD3B9985}"/>
              </a:ext>
            </a:extLst>
          </p:cNvPr>
          <p:cNvSpPr>
            <a:spLocks noGrp="1"/>
          </p:cNvSpPr>
          <p:nvPr>
            <p:ph type="sldNum" sz="quarter" idx="5"/>
          </p:nvPr>
        </p:nvSpPr>
        <p:spPr/>
        <p:txBody>
          <a:bodyPr/>
          <a:lstStyle/>
          <a:p>
            <a:fld id="{C0E9560A-78B4-504A-9396-2AE516B1349B}" type="slidenum">
              <a:rPr lang="en-US" smtClean="0"/>
              <a:t>45</a:t>
            </a:fld>
            <a:endParaRPr lang="en-US"/>
          </a:p>
        </p:txBody>
      </p:sp>
    </p:spTree>
    <p:extLst>
      <p:ext uri="{BB962C8B-B14F-4D97-AF65-F5344CB8AC3E}">
        <p14:creationId xmlns:p14="http://schemas.microsoft.com/office/powerpoint/2010/main" val="103674684"/>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2F6C22-91AE-E2AB-70AE-D91E3243334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844213F-8577-CCF3-BBD1-D271174743C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4980C37-3081-AC6D-5602-730448828763}"/>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05E417AA-D908-F1BF-10F1-174211675E74}"/>
              </a:ext>
            </a:extLst>
          </p:cNvPr>
          <p:cNvSpPr>
            <a:spLocks noGrp="1"/>
          </p:cNvSpPr>
          <p:nvPr>
            <p:ph type="sldNum" sz="quarter" idx="5"/>
          </p:nvPr>
        </p:nvSpPr>
        <p:spPr/>
        <p:txBody>
          <a:bodyPr/>
          <a:lstStyle/>
          <a:p>
            <a:fld id="{C0E9560A-78B4-504A-9396-2AE516B1349B}" type="slidenum">
              <a:rPr lang="en-US" smtClean="0"/>
              <a:t>46</a:t>
            </a:fld>
            <a:endParaRPr lang="en-US"/>
          </a:p>
        </p:txBody>
      </p:sp>
    </p:spTree>
    <p:extLst>
      <p:ext uri="{BB962C8B-B14F-4D97-AF65-F5344CB8AC3E}">
        <p14:creationId xmlns:p14="http://schemas.microsoft.com/office/powerpoint/2010/main" val="1791462996"/>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E77EB0-5188-8511-801E-41A64581C7A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6686162-8362-FFC5-7F7C-DACFE06CDD4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9A0D063-4B21-99F4-54E7-A4A75E27E6C5}"/>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B6701950-0E69-2BDD-D437-3000F57424A8}"/>
              </a:ext>
            </a:extLst>
          </p:cNvPr>
          <p:cNvSpPr>
            <a:spLocks noGrp="1"/>
          </p:cNvSpPr>
          <p:nvPr>
            <p:ph type="sldNum" sz="quarter" idx="5"/>
          </p:nvPr>
        </p:nvSpPr>
        <p:spPr/>
        <p:txBody>
          <a:bodyPr/>
          <a:lstStyle/>
          <a:p>
            <a:fld id="{C0E9560A-78B4-504A-9396-2AE516B1349B}" type="slidenum">
              <a:rPr lang="en-US" smtClean="0"/>
              <a:t>47</a:t>
            </a:fld>
            <a:endParaRPr lang="en-US"/>
          </a:p>
        </p:txBody>
      </p:sp>
    </p:spTree>
    <p:extLst>
      <p:ext uri="{BB962C8B-B14F-4D97-AF65-F5344CB8AC3E}">
        <p14:creationId xmlns:p14="http://schemas.microsoft.com/office/powerpoint/2010/main" val="3125812246"/>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B5077D6-66E2-01CE-9315-74CD56822C7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238D76E-7630-C55A-9E00-71B70F38224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5E4ED4F-BC81-DC7E-88BA-CEE1734EAF73}"/>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83E2311-72FB-CB30-F7E4-C31FA9F6BE4D}"/>
              </a:ext>
            </a:extLst>
          </p:cNvPr>
          <p:cNvSpPr>
            <a:spLocks noGrp="1"/>
          </p:cNvSpPr>
          <p:nvPr>
            <p:ph type="sldNum" sz="quarter" idx="5"/>
          </p:nvPr>
        </p:nvSpPr>
        <p:spPr/>
        <p:txBody>
          <a:bodyPr/>
          <a:lstStyle/>
          <a:p>
            <a:fld id="{C0E9560A-78B4-504A-9396-2AE516B1349B}" type="slidenum">
              <a:rPr lang="en-US" smtClean="0"/>
              <a:t>48</a:t>
            </a:fld>
            <a:endParaRPr lang="en-US"/>
          </a:p>
        </p:txBody>
      </p:sp>
    </p:spTree>
    <p:extLst>
      <p:ext uri="{BB962C8B-B14F-4D97-AF65-F5344CB8AC3E}">
        <p14:creationId xmlns:p14="http://schemas.microsoft.com/office/powerpoint/2010/main" val="813041762"/>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B469A6-5234-E692-D873-830BF77336F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8999191-977A-BA75-0C59-E2D45AD4500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6FBF0D8-F471-2087-9A05-CB966499C40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356A886C-3DA1-8A88-A745-E3FB7E14EE60}"/>
              </a:ext>
            </a:extLst>
          </p:cNvPr>
          <p:cNvSpPr>
            <a:spLocks noGrp="1"/>
          </p:cNvSpPr>
          <p:nvPr>
            <p:ph type="sldNum" sz="quarter" idx="5"/>
          </p:nvPr>
        </p:nvSpPr>
        <p:spPr/>
        <p:txBody>
          <a:bodyPr/>
          <a:lstStyle/>
          <a:p>
            <a:fld id="{C0E9560A-78B4-504A-9396-2AE516B1349B}" type="slidenum">
              <a:rPr lang="en-US" smtClean="0"/>
              <a:t>49</a:t>
            </a:fld>
            <a:endParaRPr lang="en-US"/>
          </a:p>
        </p:txBody>
      </p:sp>
    </p:spTree>
    <p:extLst>
      <p:ext uri="{BB962C8B-B14F-4D97-AF65-F5344CB8AC3E}">
        <p14:creationId xmlns:p14="http://schemas.microsoft.com/office/powerpoint/2010/main" val="1974886849"/>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1FC750-AB0A-CAC8-B3C1-71AD856DF63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E3562F8-63B6-9A6D-65A6-551BD48FB1F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554A480-EE8D-83CB-B1AD-B3D188CC7829}"/>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977D500-63FC-113A-CDAA-D498E018B799}"/>
              </a:ext>
            </a:extLst>
          </p:cNvPr>
          <p:cNvSpPr>
            <a:spLocks noGrp="1"/>
          </p:cNvSpPr>
          <p:nvPr>
            <p:ph type="sldNum" sz="quarter" idx="5"/>
          </p:nvPr>
        </p:nvSpPr>
        <p:spPr/>
        <p:txBody>
          <a:bodyPr/>
          <a:lstStyle/>
          <a:p>
            <a:fld id="{C0E9560A-78B4-504A-9396-2AE516B1349B}" type="slidenum">
              <a:rPr lang="en-US" smtClean="0"/>
              <a:t>50</a:t>
            </a:fld>
            <a:endParaRPr lang="en-US"/>
          </a:p>
        </p:txBody>
      </p:sp>
    </p:spTree>
    <p:extLst>
      <p:ext uri="{BB962C8B-B14F-4D97-AF65-F5344CB8AC3E}">
        <p14:creationId xmlns:p14="http://schemas.microsoft.com/office/powerpoint/2010/main" val="875413686"/>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AE85EA-B1A7-A2FC-9594-6612C3988E7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4AA7D4A-EDA9-9096-8F96-6E3E89F8AD3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058189F-AFE1-49D1-E6A8-DA8DE2EC44D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00A8E2B7-A4D7-38C4-7D8A-171101507527}"/>
              </a:ext>
            </a:extLst>
          </p:cNvPr>
          <p:cNvSpPr>
            <a:spLocks noGrp="1"/>
          </p:cNvSpPr>
          <p:nvPr>
            <p:ph type="sldNum" sz="quarter" idx="5"/>
          </p:nvPr>
        </p:nvSpPr>
        <p:spPr/>
        <p:txBody>
          <a:bodyPr/>
          <a:lstStyle/>
          <a:p>
            <a:fld id="{C0E9560A-78B4-504A-9396-2AE516B1349B}" type="slidenum">
              <a:rPr lang="en-US" smtClean="0"/>
              <a:t>51</a:t>
            </a:fld>
            <a:endParaRPr lang="en-US"/>
          </a:p>
        </p:txBody>
      </p:sp>
    </p:spTree>
    <p:extLst>
      <p:ext uri="{BB962C8B-B14F-4D97-AF65-F5344CB8AC3E}">
        <p14:creationId xmlns:p14="http://schemas.microsoft.com/office/powerpoint/2010/main" val="1162620444"/>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50F5E2-8190-3703-E146-204DD4967BC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C1ABC80-6480-8DBB-8804-89B78601532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4A1734C-036B-B87D-C47D-0ECA7E5AC51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CCB4716-E92B-4D85-1E49-93281F943CEE}"/>
              </a:ext>
            </a:extLst>
          </p:cNvPr>
          <p:cNvSpPr>
            <a:spLocks noGrp="1"/>
          </p:cNvSpPr>
          <p:nvPr>
            <p:ph type="sldNum" sz="quarter" idx="5"/>
          </p:nvPr>
        </p:nvSpPr>
        <p:spPr/>
        <p:txBody>
          <a:bodyPr/>
          <a:lstStyle/>
          <a:p>
            <a:fld id="{C0E9560A-78B4-504A-9396-2AE516B1349B}" type="slidenum">
              <a:rPr lang="en-US" smtClean="0"/>
              <a:t>52</a:t>
            </a:fld>
            <a:endParaRPr lang="en-US"/>
          </a:p>
        </p:txBody>
      </p:sp>
    </p:spTree>
    <p:extLst>
      <p:ext uri="{BB962C8B-B14F-4D97-AF65-F5344CB8AC3E}">
        <p14:creationId xmlns:p14="http://schemas.microsoft.com/office/powerpoint/2010/main" val="212664603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7E78296-6D76-18C8-B179-E582EDFF01A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DB643F7-B86D-E773-BDF8-3BE09CB5259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CF4A9E7-4DDE-9E81-A96F-1B1915577CF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AAC777E-EAB7-87A4-D1CC-06454C271668}"/>
              </a:ext>
            </a:extLst>
          </p:cNvPr>
          <p:cNvSpPr>
            <a:spLocks noGrp="1"/>
          </p:cNvSpPr>
          <p:nvPr>
            <p:ph type="sldNum" sz="quarter" idx="5"/>
          </p:nvPr>
        </p:nvSpPr>
        <p:spPr/>
        <p:txBody>
          <a:bodyPr/>
          <a:lstStyle/>
          <a:p>
            <a:fld id="{C0E9560A-78B4-504A-9396-2AE516B1349B}" type="slidenum">
              <a:rPr lang="en-US" smtClean="0"/>
              <a:t>53</a:t>
            </a:fld>
            <a:endParaRPr lang="en-US"/>
          </a:p>
        </p:txBody>
      </p:sp>
    </p:spTree>
    <p:extLst>
      <p:ext uri="{BB962C8B-B14F-4D97-AF65-F5344CB8AC3E}">
        <p14:creationId xmlns:p14="http://schemas.microsoft.com/office/powerpoint/2010/main" val="3154379700"/>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BDC0B4D-EFC9-B4D3-1A90-6ACA35BCEA5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DE61677-92F2-92F1-3587-8D68ECB56B4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415E7B1-8EF9-DD13-A639-933129F55312}"/>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75A08A10-3FCD-D5C5-BB60-479F0E296559}"/>
              </a:ext>
            </a:extLst>
          </p:cNvPr>
          <p:cNvSpPr>
            <a:spLocks noGrp="1"/>
          </p:cNvSpPr>
          <p:nvPr>
            <p:ph type="sldNum" sz="quarter" idx="5"/>
          </p:nvPr>
        </p:nvSpPr>
        <p:spPr/>
        <p:txBody>
          <a:bodyPr/>
          <a:lstStyle/>
          <a:p>
            <a:fld id="{C0E9560A-78B4-504A-9396-2AE516B1349B}" type="slidenum">
              <a:rPr lang="en-US" smtClean="0"/>
              <a:t>54</a:t>
            </a:fld>
            <a:endParaRPr lang="en-US"/>
          </a:p>
        </p:txBody>
      </p:sp>
    </p:spTree>
    <p:extLst>
      <p:ext uri="{BB962C8B-B14F-4D97-AF65-F5344CB8AC3E}">
        <p14:creationId xmlns:p14="http://schemas.microsoft.com/office/powerpoint/2010/main" val="4204978138"/>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D2C70BE-A50C-4D52-0741-12EC20B697B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344259F-1D17-1066-6AAF-985883FAA1E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37E7884-3F1D-2006-0C2F-86EA0CCF023B}"/>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66590293-F97B-C736-20F3-57A517C4F605}"/>
              </a:ext>
            </a:extLst>
          </p:cNvPr>
          <p:cNvSpPr>
            <a:spLocks noGrp="1"/>
          </p:cNvSpPr>
          <p:nvPr>
            <p:ph type="sldNum" sz="quarter" idx="5"/>
          </p:nvPr>
        </p:nvSpPr>
        <p:spPr/>
        <p:txBody>
          <a:bodyPr/>
          <a:lstStyle/>
          <a:p>
            <a:fld id="{C0E9560A-78B4-504A-9396-2AE516B1349B}" type="slidenum">
              <a:rPr lang="en-US" smtClean="0"/>
              <a:t>55</a:t>
            </a:fld>
            <a:endParaRPr lang="en-US"/>
          </a:p>
        </p:txBody>
      </p:sp>
    </p:spTree>
    <p:extLst>
      <p:ext uri="{BB962C8B-B14F-4D97-AF65-F5344CB8AC3E}">
        <p14:creationId xmlns:p14="http://schemas.microsoft.com/office/powerpoint/2010/main" val="2183400522"/>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E17AA5-C6A1-D2C3-9C91-8414566CFD5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89C95C7-FAD8-2ABF-B08A-F0CFFDD1664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BA5F7FC-1062-A32C-3A01-D5013991A29B}"/>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0C9B88BD-96DA-FABB-4335-B7370732B1D2}"/>
              </a:ext>
            </a:extLst>
          </p:cNvPr>
          <p:cNvSpPr>
            <a:spLocks noGrp="1"/>
          </p:cNvSpPr>
          <p:nvPr>
            <p:ph type="sldNum" sz="quarter" idx="5"/>
          </p:nvPr>
        </p:nvSpPr>
        <p:spPr/>
        <p:txBody>
          <a:bodyPr/>
          <a:lstStyle/>
          <a:p>
            <a:fld id="{C0E9560A-78B4-504A-9396-2AE516B1349B}" type="slidenum">
              <a:rPr lang="en-US" smtClean="0"/>
              <a:t>56</a:t>
            </a:fld>
            <a:endParaRPr lang="en-US"/>
          </a:p>
        </p:txBody>
      </p:sp>
    </p:spTree>
    <p:extLst>
      <p:ext uri="{BB962C8B-B14F-4D97-AF65-F5344CB8AC3E}">
        <p14:creationId xmlns:p14="http://schemas.microsoft.com/office/powerpoint/2010/main" val="3300955144"/>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FFD477-7907-867E-CDE4-69A2F64B065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1D27DD1-DD07-1261-CEDB-CE9DF94935F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575CD8B-6C14-E21D-879D-87B3F97D95D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15840206-FCE3-E82E-A0CC-866101E1DC81}"/>
              </a:ext>
            </a:extLst>
          </p:cNvPr>
          <p:cNvSpPr>
            <a:spLocks noGrp="1"/>
          </p:cNvSpPr>
          <p:nvPr>
            <p:ph type="sldNum" sz="quarter" idx="5"/>
          </p:nvPr>
        </p:nvSpPr>
        <p:spPr/>
        <p:txBody>
          <a:bodyPr/>
          <a:lstStyle/>
          <a:p>
            <a:fld id="{C0E9560A-78B4-504A-9396-2AE516B1349B}" type="slidenum">
              <a:rPr lang="en-US" smtClean="0"/>
              <a:t>57</a:t>
            </a:fld>
            <a:endParaRPr lang="en-US"/>
          </a:p>
        </p:txBody>
      </p:sp>
    </p:spTree>
    <p:extLst>
      <p:ext uri="{BB962C8B-B14F-4D97-AF65-F5344CB8AC3E}">
        <p14:creationId xmlns:p14="http://schemas.microsoft.com/office/powerpoint/2010/main" val="3644654479"/>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D626A0-CBDF-5E0E-8179-C461D874077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A26D04C-87C4-3942-CBA9-759A24EBEB7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E2C79AE-B328-55B7-D7F5-627109430100}"/>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2247ACF0-0D89-DAE2-78E2-E10AC952250A}"/>
              </a:ext>
            </a:extLst>
          </p:cNvPr>
          <p:cNvSpPr>
            <a:spLocks noGrp="1"/>
          </p:cNvSpPr>
          <p:nvPr>
            <p:ph type="sldNum" sz="quarter" idx="5"/>
          </p:nvPr>
        </p:nvSpPr>
        <p:spPr/>
        <p:txBody>
          <a:bodyPr/>
          <a:lstStyle/>
          <a:p>
            <a:fld id="{C0E9560A-78B4-504A-9396-2AE516B1349B}" type="slidenum">
              <a:rPr lang="en-US" smtClean="0"/>
              <a:t>58</a:t>
            </a:fld>
            <a:endParaRPr lang="en-US"/>
          </a:p>
        </p:txBody>
      </p:sp>
    </p:spTree>
    <p:extLst>
      <p:ext uri="{BB962C8B-B14F-4D97-AF65-F5344CB8AC3E}">
        <p14:creationId xmlns:p14="http://schemas.microsoft.com/office/powerpoint/2010/main" val="3283771646"/>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67AD94-5166-82AC-F12C-F68DC94F62B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CF3F52C-C630-4CEF-AF5B-9EF9E77C318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09ABA38-8672-E8F7-60B7-A381DC826AD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71CACF5-C034-B9A4-A122-214A1776F1DB}"/>
              </a:ext>
            </a:extLst>
          </p:cNvPr>
          <p:cNvSpPr>
            <a:spLocks noGrp="1"/>
          </p:cNvSpPr>
          <p:nvPr>
            <p:ph type="sldNum" sz="quarter" idx="5"/>
          </p:nvPr>
        </p:nvSpPr>
        <p:spPr/>
        <p:txBody>
          <a:bodyPr/>
          <a:lstStyle/>
          <a:p>
            <a:fld id="{C0E9560A-78B4-504A-9396-2AE516B1349B}" type="slidenum">
              <a:rPr lang="en-US" smtClean="0"/>
              <a:t>59</a:t>
            </a:fld>
            <a:endParaRPr lang="en-US"/>
          </a:p>
        </p:txBody>
      </p:sp>
    </p:spTree>
    <p:extLst>
      <p:ext uri="{BB962C8B-B14F-4D97-AF65-F5344CB8AC3E}">
        <p14:creationId xmlns:p14="http://schemas.microsoft.com/office/powerpoint/2010/main" val="1550227099"/>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CEF75C8-8F63-B458-D73C-DB8AF34CAE7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3906B7F-4446-BC80-EA80-EF74D8F7737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606060B-7B96-0351-2795-92D24EC26FAD}"/>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09F111CB-0F1E-AD15-6D48-EEC474F70CF7}"/>
              </a:ext>
            </a:extLst>
          </p:cNvPr>
          <p:cNvSpPr>
            <a:spLocks noGrp="1"/>
          </p:cNvSpPr>
          <p:nvPr>
            <p:ph type="sldNum" sz="quarter" idx="5"/>
          </p:nvPr>
        </p:nvSpPr>
        <p:spPr/>
        <p:txBody>
          <a:bodyPr/>
          <a:lstStyle/>
          <a:p>
            <a:fld id="{C0E9560A-78B4-504A-9396-2AE516B1349B}" type="slidenum">
              <a:rPr lang="en-US" smtClean="0"/>
              <a:t>60</a:t>
            </a:fld>
            <a:endParaRPr lang="en-US"/>
          </a:p>
        </p:txBody>
      </p:sp>
    </p:spTree>
    <p:extLst>
      <p:ext uri="{BB962C8B-B14F-4D97-AF65-F5344CB8AC3E}">
        <p14:creationId xmlns:p14="http://schemas.microsoft.com/office/powerpoint/2010/main" val="3715496045"/>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1_Blank">
    <p:spTree>
      <p:nvGrpSpPr>
        <p:cNvPr id="1" name=""/>
        <p:cNvGrpSpPr/>
        <p:nvPr/>
      </p:nvGrpSpPr>
      <p:grpSpPr>
        <a:xfrm>
          <a:off x="0" y="0"/>
          <a:ext cx="0" cy="0"/>
          <a:chOff x="0" y="0"/>
          <a:chExt cx="0" cy="0"/>
        </a:xfrm>
      </p:grpSpPr>
      <p:sp>
        <p:nvSpPr>
          <p:cNvPr id="8" name="Content Placeholder 2">
            <a:extLst>
              <a:ext uri="{FF2B5EF4-FFF2-40B4-BE49-F238E27FC236}">
                <a16:creationId xmlns:a16="http://schemas.microsoft.com/office/drawing/2014/main" id="{F9BDA2A3-0B56-A4BC-FB3E-5478898E2B5F}"/>
              </a:ext>
            </a:extLst>
          </p:cNvPr>
          <p:cNvSpPr>
            <a:spLocks noGrp="1"/>
          </p:cNvSpPr>
          <p:nvPr>
            <p:ph sz="half" idx="1"/>
          </p:nvPr>
        </p:nvSpPr>
        <p:spPr>
          <a:xfrm>
            <a:off x="1371600" y="5486400"/>
            <a:ext cx="9445752" cy="1143000"/>
          </a:xfrm>
        </p:spPr>
        <p:txBody>
          <a:bodyPr/>
          <a:lstStyle>
            <a:lvl1pPr marL="0" indent="0">
              <a:buNone/>
              <a:defRPr sz="2000">
                <a:latin typeface="Arial" panose="020B0604020202020204" pitchFamily="34" charset="0"/>
                <a:cs typeface="Arial" panose="020B0604020202020204" pitchFamily="34" charset="0"/>
              </a:defRPr>
            </a:lvl1pPr>
          </a:lstStyle>
          <a:p>
            <a:pPr lvl="0"/>
            <a:r>
              <a:rPr lang="en-US" dirty="0"/>
              <a:t>Click to edit Master text styles</a:t>
            </a:r>
          </a:p>
        </p:txBody>
      </p:sp>
      <p:pic>
        <p:nvPicPr>
          <p:cNvPr id="6" name="Picture 5">
            <a:extLst>
              <a:ext uri="{FF2B5EF4-FFF2-40B4-BE49-F238E27FC236}">
                <a16:creationId xmlns:a16="http://schemas.microsoft.com/office/drawing/2014/main" id="{3ABFE4B9-5AC5-B69B-1C9A-01C7D8446854}"/>
              </a:ext>
            </a:extLst>
          </p:cNvPr>
          <p:cNvPicPr>
            <a:picLocks noChangeAspect="1"/>
          </p:cNvPicPr>
          <p:nvPr userDrawn="1"/>
        </p:nvPicPr>
        <p:blipFill>
          <a:blip r:embed="rId2"/>
          <a:stretch>
            <a:fillRect/>
          </a:stretch>
        </p:blipFill>
        <p:spPr>
          <a:xfrm>
            <a:off x="3164409" y="308057"/>
            <a:ext cx="4543376" cy="4989947"/>
          </a:xfrm>
          <a:prstGeom prst="rect">
            <a:avLst/>
          </a:prstGeom>
        </p:spPr>
      </p:pic>
    </p:spTree>
    <p:extLst>
      <p:ext uri="{BB962C8B-B14F-4D97-AF65-F5344CB8AC3E}">
        <p14:creationId xmlns:p14="http://schemas.microsoft.com/office/powerpoint/2010/main" val="383451371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CB94743-B086-9A1D-3BE2-DD15285A7463}"/>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10CEFC70-38F9-BD71-579C-1F4DEDA47AEA}"/>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32F92569-D687-F730-54A4-431B655508E3}"/>
              </a:ext>
            </a:extLst>
          </p:cNvPr>
          <p:cNvSpPr>
            <a:spLocks noGrp="1"/>
          </p:cNvSpPr>
          <p:nvPr>
            <p:ph type="dt" sz="half" idx="10"/>
          </p:nvPr>
        </p:nvSpPr>
        <p:spPr/>
        <p:txBody>
          <a:bodyPr/>
          <a:lstStyle/>
          <a:p>
            <a:fld id="{069363D2-3164-4145-A578-C91A7CE0BB59}" type="datetimeFigureOut">
              <a:rPr lang="en-US" smtClean="0"/>
              <a:t>5/2/26</a:t>
            </a:fld>
            <a:endParaRPr lang="en-US"/>
          </a:p>
        </p:txBody>
      </p:sp>
      <p:sp>
        <p:nvSpPr>
          <p:cNvPr id="5" name="Footer Placeholder 4">
            <a:extLst>
              <a:ext uri="{FF2B5EF4-FFF2-40B4-BE49-F238E27FC236}">
                <a16:creationId xmlns:a16="http://schemas.microsoft.com/office/drawing/2014/main" id="{8B703A70-2667-EDB6-55AA-33F2B75DF95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E08A86A-DF98-B80A-F92A-0243739D2689}"/>
              </a:ext>
            </a:extLst>
          </p:cNvPr>
          <p:cNvSpPr>
            <a:spLocks noGrp="1"/>
          </p:cNvSpPr>
          <p:nvPr>
            <p:ph type="sldNum" sz="quarter" idx="12"/>
          </p:nvPr>
        </p:nvSpPr>
        <p:spPr/>
        <p:txBody>
          <a:bodyPr/>
          <a:lstStyle/>
          <a:p>
            <a:fld id="{51F62E73-FB30-9C4C-8DFF-19E2C751B483}" type="slidenum">
              <a:rPr lang="en-US" smtClean="0"/>
              <a:t>‹#›</a:t>
            </a:fld>
            <a:endParaRPr lang="en-US"/>
          </a:p>
        </p:txBody>
      </p:sp>
    </p:spTree>
    <p:extLst>
      <p:ext uri="{BB962C8B-B14F-4D97-AF65-F5344CB8AC3E}">
        <p14:creationId xmlns:p14="http://schemas.microsoft.com/office/powerpoint/2010/main" val="275201860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1B10CD2-26EC-3693-3584-A1A3B203F126}"/>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8BFE58AA-4CD0-A17C-27E6-209C794D916D}"/>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64697F3-ACE3-F75F-B6DB-E2EDCB101DDB}"/>
              </a:ext>
            </a:extLst>
          </p:cNvPr>
          <p:cNvSpPr>
            <a:spLocks noGrp="1"/>
          </p:cNvSpPr>
          <p:nvPr>
            <p:ph type="dt" sz="half" idx="10"/>
          </p:nvPr>
        </p:nvSpPr>
        <p:spPr/>
        <p:txBody>
          <a:bodyPr/>
          <a:lstStyle/>
          <a:p>
            <a:fld id="{069363D2-3164-4145-A578-C91A7CE0BB59}" type="datetimeFigureOut">
              <a:rPr lang="en-US" smtClean="0"/>
              <a:t>5/2/26</a:t>
            </a:fld>
            <a:endParaRPr lang="en-US"/>
          </a:p>
        </p:txBody>
      </p:sp>
      <p:sp>
        <p:nvSpPr>
          <p:cNvPr id="5" name="Footer Placeholder 4">
            <a:extLst>
              <a:ext uri="{FF2B5EF4-FFF2-40B4-BE49-F238E27FC236}">
                <a16:creationId xmlns:a16="http://schemas.microsoft.com/office/drawing/2014/main" id="{E877B070-E19C-7C7A-25CB-AF7C97F4AB9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337F193-7B3D-9447-B9FC-64FB2E720B25}"/>
              </a:ext>
            </a:extLst>
          </p:cNvPr>
          <p:cNvSpPr>
            <a:spLocks noGrp="1"/>
          </p:cNvSpPr>
          <p:nvPr>
            <p:ph type="sldNum" sz="quarter" idx="12"/>
          </p:nvPr>
        </p:nvSpPr>
        <p:spPr/>
        <p:txBody>
          <a:bodyPr/>
          <a:lstStyle/>
          <a:p>
            <a:fld id="{51F62E73-FB30-9C4C-8DFF-19E2C751B483}" type="slidenum">
              <a:rPr lang="en-US" smtClean="0"/>
              <a:t>‹#›</a:t>
            </a:fld>
            <a:endParaRPr lang="en-US"/>
          </a:p>
        </p:txBody>
      </p:sp>
    </p:spTree>
    <p:extLst>
      <p:ext uri="{BB962C8B-B14F-4D97-AF65-F5344CB8AC3E}">
        <p14:creationId xmlns:p14="http://schemas.microsoft.com/office/powerpoint/2010/main" val="260950003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F894EB-0995-8BC4-1C13-B926701ED8CA}"/>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9BE455E3-AE09-9D5C-4866-DBCAEF297712}"/>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7C809359-F2A6-099E-D457-FB4976E8B617}"/>
              </a:ext>
            </a:extLst>
          </p:cNvPr>
          <p:cNvSpPr>
            <a:spLocks noGrp="1"/>
          </p:cNvSpPr>
          <p:nvPr>
            <p:ph type="dt" sz="half" idx="10"/>
          </p:nvPr>
        </p:nvSpPr>
        <p:spPr/>
        <p:txBody>
          <a:bodyPr/>
          <a:lstStyle/>
          <a:p>
            <a:fld id="{069363D2-3164-4145-A578-C91A7CE0BB59}" type="datetimeFigureOut">
              <a:rPr lang="en-US" smtClean="0"/>
              <a:t>5/2/26</a:t>
            </a:fld>
            <a:endParaRPr lang="en-US"/>
          </a:p>
        </p:txBody>
      </p:sp>
      <p:sp>
        <p:nvSpPr>
          <p:cNvPr id="5" name="Footer Placeholder 4">
            <a:extLst>
              <a:ext uri="{FF2B5EF4-FFF2-40B4-BE49-F238E27FC236}">
                <a16:creationId xmlns:a16="http://schemas.microsoft.com/office/drawing/2014/main" id="{E868D10E-33CC-A61E-F850-633C403F3CD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21E52A36-99CB-F55C-ACC1-D46F4EBF2A8E}"/>
              </a:ext>
            </a:extLst>
          </p:cNvPr>
          <p:cNvSpPr>
            <a:spLocks noGrp="1"/>
          </p:cNvSpPr>
          <p:nvPr>
            <p:ph type="sldNum" sz="quarter" idx="12"/>
          </p:nvPr>
        </p:nvSpPr>
        <p:spPr/>
        <p:txBody>
          <a:bodyPr/>
          <a:lstStyle/>
          <a:p>
            <a:fld id="{51F62E73-FB30-9C4C-8DFF-19E2C751B483}" type="slidenum">
              <a:rPr lang="en-US" smtClean="0"/>
              <a:t>‹#›</a:t>
            </a:fld>
            <a:endParaRPr lang="en-US"/>
          </a:p>
        </p:txBody>
      </p:sp>
    </p:spTree>
    <p:extLst>
      <p:ext uri="{BB962C8B-B14F-4D97-AF65-F5344CB8AC3E}">
        <p14:creationId xmlns:p14="http://schemas.microsoft.com/office/powerpoint/2010/main" val="226586060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E0032E-D76D-01DC-ACC3-A5F6F34C0BBE}"/>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F3181452-1F3E-95FB-1DCF-20830E009B80}"/>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B2B7308B-161F-AA81-3B91-25A7195D6A4F}"/>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27584CB4-2FAA-C87B-0278-FD1F16105A6B}"/>
              </a:ext>
            </a:extLst>
          </p:cNvPr>
          <p:cNvSpPr>
            <a:spLocks noGrp="1"/>
          </p:cNvSpPr>
          <p:nvPr>
            <p:ph type="dt" sz="half" idx="10"/>
          </p:nvPr>
        </p:nvSpPr>
        <p:spPr/>
        <p:txBody>
          <a:bodyPr/>
          <a:lstStyle/>
          <a:p>
            <a:fld id="{069363D2-3164-4145-A578-C91A7CE0BB59}" type="datetimeFigureOut">
              <a:rPr lang="en-US" smtClean="0"/>
              <a:t>5/2/26</a:t>
            </a:fld>
            <a:endParaRPr lang="en-US"/>
          </a:p>
        </p:txBody>
      </p:sp>
      <p:sp>
        <p:nvSpPr>
          <p:cNvPr id="6" name="Footer Placeholder 5">
            <a:extLst>
              <a:ext uri="{FF2B5EF4-FFF2-40B4-BE49-F238E27FC236}">
                <a16:creationId xmlns:a16="http://schemas.microsoft.com/office/drawing/2014/main" id="{E9EB3548-58B7-CC82-7526-F47EECC6312B}"/>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E3725728-77DE-9067-C037-0F4A37C618FD}"/>
              </a:ext>
            </a:extLst>
          </p:cNvPr>
          <p:cNvSpPr>
            <a:spLocks noGrp="1"/>
          </p:cNvSpPr>
          <p:nvPr>
            <p:ph type="sldNum" sz="quarter" idx="12"/>
          </p:nvPr>
        </p:nvSpPr>
        <p:spPr/>
        <p:txBody>
          <a:bodyPr/>
          <a:lstStyle/>
          <a:p>
            <a:fld id="{51F62E73-FB30-9C4C-8DFF-19E2C751B483}" type="slidenum">
              <a:rPr lang="en-US" smtClean="0"/>
              <a:t>‹#›</a:t>
            </a:fld>
            <a:endParaRPr lang="en-US"/>
          </a:p>
        </p:txBody>
      </p:sp>
    </p:spTree>
    <p:extLst>
      <p:ext uri="{BB962C8B-B14F-4D97-AF65-F5344CB8AC3E}">
        <p14:creationId xmlns:p14="http://schemas.microsoft.com/office/powerpoint/2010/main" val="133867375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0D220DA-D412-1E6E-D212-C26FE2AE1032}"/>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2C6D9DE2-8BC9-5CD3-98A2-2F07C05E3F7D}"/>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CE52FD07-250B-0FD6-7698-EFBA488CF883}"/>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87AE512E-5E7E-6D45-2D58-1B044598D79F}"/>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C45F8E62-62B7-FF78-DD11-69774DDB6C87}"/>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CFE82641-31B3-87F3-FC9C-760F5B5EFBC3}"/>
              </a:ext>
            </a:extLst>
          </p:cNvPr>
          <p:cNvSpPr>
            <a:spLocks noGrp="1"/>
          </p:cNvSpPr>
          <p:nvPr>
            <p:ph type="dt" sz="half" idx="10"/>
          </p:nvPr>
        </p:nvSpPr>
        <p:spPr/>
        <p:txBody>
          <a:bodyPr/>
          <a:lstStyle/>
          <a:p>
            <a:fld id="{069363D2-3164-4145-A578-C91A7CE0BB59}" type="datetimeFigureOut">
              <a:rPr lang="en-US" smtClean="0"/>
              <a:t>5/2/26</a:t>
            </a:fld>
            <a:endParaRPr lang="en-US"/>
          </a:p>
        </p:txBody>
      </p:sp>
      <p:sp>
        <p:nvSpPr>
          <p:cNvPr id="8" name="Footer Placeholder 7">
            <a:extLst>
              <a:ext uri="{FF2B5EF4-FFF2-40B4-BE49-F238E27FC236}">
                <a16:creationId xmlns:a16="http://schemas.microsoft.com/office/drawing/2014/main" id="{175D0B37-C72D-AB40-FC50-0F2BA55DA8C6}"/>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2EC0F554-9EE5-C216-0F66-7B3B4944571D}"/>
              </a:ext>
            </a:extLst>
          </p:cNvPr>
          <p:cNvSpPr>
            <a:spLocks noGrp="1"/>
          </p:cNvSpPr>
          <p:nvPr>
            <p:ph type="sldNum" sz="quarter" idx="12"/>
          </p:nvPr>
        </p:nvSpPr>
        <p:spPr/>
        <p:txBody>
          <a:bodyPr/>
          <a:lstStyle/>
          <a:p>
            <a:fld id="{51F62E73-FB30-9C4C-8DFF-19E2C751B483}" type="slidenum">
              <a:rPr lang="en-US" smtClean="0"/>
              <a:t>‹#›</a:t>
            </a:fld>
            <a:endParaRPr lang="en-US"/>
          </a:p>
        </p:txBody>
      </p:sp>
    </p:spTree>
    <p:extLst>
      <p:ext uri="{BB962C8B-B14F-4D97-AF65-F5344CB8AC3E}">
        <p14:creationId xmlns:p14="http://schemas.microsoft.com/office/powerpoint/2010/main" val="369153900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4396625-DF37-5199-8B5F-0AD4D7EB812F}"/>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12CC992C-BF00-880C-96C0-7042C394ED33}"/>
              </a:ext>
            </a:extLst>
          </p:cNvPr>
          <p:cNvSpPr>
            <a:spLocks noGrp="1"/>
          </p:cNvSpPr>
          <p:nvPr>
            <p:ph type="dt" sz="half" idx="10"/>
          </p:nvPr>
        </p:nvSpPr>
        <p:spPr/>
        <p:txBody>
          <a:bodyPr/>
          <a:lstStyle/>
          <a:p>
            <a:fld id="{069363D2-3164-4145-A578-C91A7CE0BB59}" type="datetimeFigureOut">
              <a:rPr lang="en-US" smtClean="0"/>
              <a:t>5/2/26</a:t>
            </a:fld>
            <a:endParaRPr lang="en-US"/>
          </a:p>
        </p:txBody>
      </p:sp>
      <p:sp>
        <p:nvSpPr>
          <p:cNvPr id="4" name="Footer Placeholder 3">
            <a:extLst>
              <a:ext uri="{FF2B5EF4-FFF2-40B4-BE49-F238E27FC236}">
                <a16:creationId xmlns:a16="http://schemas.microsoft.com/office/drawing/2014/main" id="{AA390746-6A20-2222-138F-BDCA2EDA12A0}"/>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8D7D388B-382C-CD6D-1A3B-DE8DF017D387}"/>
              </a:ext>
            </a:extLst>
          </p:cNvPr>
          <p:cNvSpPr>
            <a:spLocks noGrp="1"/>
          </p:cNvSpPr>
          <p:nvPr>
            <p:ph type="sldNum" sz="quarter" idx="12"/>
          </p:nvPr>
        </p:nvSpPr>
        <p:spPr/>
        <p:txBody>
          <a:bodyPr/>
          <a:lstStyle/>
          <a:p>
            <a:fld id="{51F62E73-FB30-9C4C-8DFF-19E2C751B483}" type="slidenum">
              <a:rPr lang="en-US" smtClean="0"/>
              <a:t>‹#›</a:t>
            </a:fld>
            <a:endParaRPr lang="en-US"/>
          </a:p>
        </p:txBody>
      </p:sp>
    </p:spTree>
    <p:extLst>
      <p:ext uri="{BB962C8B-B14F-4D97-AF65-F5344CB8AC3E}">
        <p14:creationId xmlns:p14="http://schemas.microsoft.com/office/powerpoint/2010/main" val="425933757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FA3BC02C-7483-7A7A-5354-1616AA5D5C28}"/>
              </a:ext>
            </a:extLst>
          </p:cNvPr>
          <p:cNvSpPr>
            <a:spLocks noGrp="1"/>
          </p:cNvSpPr>
          <p:nvPr>
            <p:ph type="dt" sz="half" idx="10"/>
          </p:nvPr>
        </p:nvSpPr>
        <p:spPr/>
        <p:txBody>
          <a:bodyPr/>
          <a:lstStyle/>
          <a:p>
            <a:fld id="{069363D2-3164-4145-A578-C91A7CE0BB59}" type="datetimeFigureOut">
              <a:rPr lang="en-US" smtClean="0"/>
              <a:t>5/2/26</a:t>
            </a:fld>
            <a:endParaRPr lang="en-US"/>
          </a:p>
        </p:txBody>
      </p:sp>
      <p:sp>
        <p:nvSpPr>
          <p:cNvPr id="3" name="Footer Placeholder 2">
            <a:extLst>
              <a:ext uri="{FF2B5EF4-FFF2-40B4-BE49-F238E27FC236}">
                <a16:creationId xmlns:a16="http://schemas.microsoft.com/office/drawing/2014/main" id="{660BC8C8-CDC3-97B6-5888-93197E154947}"/>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06C0EB0F-BDCE-E810-451C-168B2B13A2B9}"/>
              </a:ext>
            </a:extLst>
          </p:cNvPr>
          <p:cNvSpPr>
            <a:spLocks noGrp="1"/>
          </p:cNvSpPr>
          <p:nvPr>
            <p:ph type="sldNum" sz="quarter" idx="12"/>
          </p:nvPr>
        </p:nvSpPr>
        <p:spPr/>
        <p:txBody>
          <a:bodyPr/>
          <a:lstStyle/>
          <a:p>
            <a:fld id="{51F62E73-FB30-9C4C-8DFF-19E2C751B483}" type="slidenum">
              <a:rPr lang="en-US" smtClean="0"/>
              <a:t>‹#›</a:t>
            </a:fld>
            <a:endParaRPr lang="en-US"/>
          </a:p>
        </p:txBody>
      </p:sp>
    </p:spTree>
    <p:extLst>
      <p:ext uri="{BB962C8B-B14F-4D97-AF65-F5344CB8AC3E}">
        <p14:creationId xmlns:p14="http://schemas.microsoft.com/office/powerpoint/2010/main" val="413236399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B363DE7-75FC-0404-38C4-4C8BA62E7B82}"/>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3496F1FB-D688-5CBE-3F6B-2779251017A9}"/>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C61E1062-A0F8-7378-6259-452596C601E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E4FF6140-8766-DC48-76B8-3CCA9AE814CA}"/>
              </a:ext>
            </a:extLst>
          </p:cNvPr>
          <p:cNvSpPr>
            <a:spLocks noGrp="1"/>
          </p:cNvSpPr>
          <p:nvPr>
            <p:ph type="dt" sz="half" idx="10"/>
          </p:nvPr>
        </p:nvSpPr>
        <p:spPr/>
        <p:txBody>
          <a:bodyPr/>
          <a:lstStyle/>
          <a:p>
            <a:fld id="{069363D2-3164-4145-A578-C91A7CE0BB59}" type="datetimeFigureOut">
              <a:rPr lang="en-US" smtClean="0"/>
              <a:t>5/2/26</a:t>
            </a:fld>
            <a:endParaRPr lang="en-US"/>
          </a:p>
        </p:txBody>
      </p:sp>
      <p:sp>
        <p:nvSpPr>
          <p:cNvPr id="6" name="Footer Placeholder 5">
            <a:extLst>
              <a:ext uri="{FF2B5EF4-FFF2-40B4-BE49-F238E27FC236}">
                <a16:creationId xmlns:a16="http://schemas.microsoft.com/office/drawing/2014/main" id="{A75EF2E7-A2CA-3672-1E8B-91BB7056409A}"/>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FBF05B17-1A06-FFD4-9DA2-DD17D363CE25}"/>
              </a:ext>
            </a:extLst>
          </p:cNvPr>
          <p:cNvSpPr>
            <a:spLocks noGrp="1"/>
          </p:cNvSpPr>
          <p:nvPr>
            <p:ph type="sldNum" sz="quarter" idx="12"/>
          </p:nvPr>
        </p:nvSpPr>
        <p:spPr/>
        <p:txBody>
          <a:bodyPr/>
          <a:lstStyle/>
          <a:p>
            <a:fld id="{51F62E73-FB30-9C4C-8DFF-19E2C751B483}" type="slidenum">
              <a:rPr lang="en-US" smtClean="0"/>
              <a:t>‹#›</a:t>
            </a:fld>
            <a:endParaRPr lang="en-US"/>
          </a:p>
        </p:txBody>
      </p:sp>
    </p:spTree>
    <p:extLst>
      <p:ext uri="{BB962C8B-B14F-4D97-AF65-F5344CB8AC3E}">
        <p14:creationId xmlns:p14="http://schemas.microsoft.com/office/powerpoint/2010/main" val="104340359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5E4234A-C922-2D66-252C-D286F8F886CA}"/>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50A83645-2F0A-288D-3E4A-4B2A0F399356}"/>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023567A8-683E-46D7-65F7-FE65B0279FA6}"/>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3BFF03D4-5799-29C2-B960-ACB1D94C369A}"/>
              </a:ext>
            </a:extLst>
          </p:cNvPr>
          <p:cNvSpPr>
            <a:spLocks noGrp="1"/>
          </p:cNvSpPr>
          <p:nvPr>
            <p:ph type="dt" sz="half" idx="10"/>
          </p:nvPr>
        </p:nvSpPr>
        <p:spPr/>
        <p:txBody>
          <a:bodyPr/>
          <a:lstStyle/>
          <a:p>
            <a:fld id="{069363D2-3164-4145-A578-C91A7CE0BB59}" type="datetimeFigureOut">
              <a:rPr lang="en-US" smtClean="0"/>
              <a:t>5/2/26</a:t>
            </a:fld>
            <a:endParaRPr lang="en-US"/>
          </a:p>
        </p:txBody>
      </p:sp>
      <p:sp>
        <p:nvSpPr>
          <p:cNvPr id="6" name="Footer Placeholder 5">
            <a:extLst>
              <a:ext uri="{FF2B5EF4-FFF2-40B4-BE49-F238E27FC236}">
                <a16:creationId xmlns:a16="http://schemas.microsoft.com/office/drawing/2014/main" id="{4F4B8BCD-EAE3-2871-51C7-771B7DF075C4}"/>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575741F1-D331-2192-5F65-9DB5585C4DCB}"/>
              </a:ext>
            </a:extLst>
          </p:cNvPr>
          <p:cNvSpPr>
            <a:spLocks noGrp="1"/>
          </p:cNvSpPr>
          <p:nvPr>
            <p:ph type="sldNum" sz="quarter" idx="12"/>
          </p:nvPr>
        </p:nvSpPr>
        <p:spPr/>
        <p:txBody>
          <a:bodyPr/>
          <a:lstStyle/>
          <a:p>
            <a:fld id="{51F62E73-FB30-9C4C-8DFF-19E2C751B483}" type="slidenum">
              <a:rPr lang="en-US" smtClean="0"/>
              <a:t>‹#›</a:t>
            </a:fld>
            <a:endParaRPr lang="en-US"/>
          </a:p>
        </p:txBody>
      </p:sp>
    </p:spTree>
    <p:extLst>
      <p:ext uri="{BB962C8B-B14F-4D97-AF65-F5344CB8AC3E}">
        <p14:creationId xmlns:p14="http://schemas.microsoft.com/office/powerpoint/2010/main" val="170560929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0831E0-2506-463B-6A1D-2E997B58E24D}"/>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E4C2888F-D6C9-FAC2-0EB3-EF63307BB1C1}"/>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ED9D78B-309E-CCD2-C0DA-8B2E3D16B11A}"/>
              </a:ext>
            </a:extLst>
          </p:cNvPr>
          <p:cNvSpPr>
            <a:spLocks noGrp="1"/>
          </p:cNvSpPr>
          <p:nvPr>
            <p:ph type="dt" sz="half" idx="10"/>
          </p:nvPr>
        </p:nvSpPr>
        <p:spPr/>
        <p:txBody>
          <a:bodyPr/>
          <a:lstStyle/>
          <a:p>
            <a:fld id="{069363D2-3164-4145-A578-C91A7CE0BB59}" type="datetimeFigureOut">
              <a:rPr lang="en-US" smtClean="0"/>
              <a:t>5/2/26</a:t>
            </a:fld>
            <a:endParaRPr lang="en-US"/>
          </a:p>
        </p:txBody>
      </p:sp>
      <p:sp>
        <p:nvSpPr>
          <p:cNvPr id="5" name="Footer Placeholder 4">
            <a:extLst>
              <a:ext uri="{FF2B5EF4-FFF2-40B4-BE49-F238E27FC236}">
                <a16:creationId xmlns:a16="http://schemas.microsoft.com/office/drawing/2014/main" id="{49318859-EB6C-DBE7-E231-BD638FBF703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5DCCD95-C583-5245-72DF-6AD690D353E3}"/>
              </a:ext>
            </a:extLst>
          </p:cNvPr>
          <p:cNvSpPr>
            <a:spLocks noGrp="1"/>
          </p:cNvSpPr>
          <p:nvPr>
            <p:ph type="sldNum" sz="quarter" idx="12"/>
          </p:nvPr>
        </p:nvSpPr>
        <p:spPr/>
        <p:txBody>
          <a:bodyPr/>
          <a:lstStyle/>
          <a:p>
            <a:fld id="{51F62E73-FB30-9C4C-8DFF-19E2C751B483}" type="slidenum">
              <a:rPr lang="en-US" smtClean="0"/>
              <a:t>‹#›</a:t>
            </a:fld>
            <a:endParaRPr lang="en-US"/>
          </a:p>
        </p:txBody>
      </p:sp>
    </p:spTree>
    <p:extLst>
      <p:ext uri="{BB962C8B-B14F-4D97-AF65-F5344CB8AC3E}">
        <p14:creationId xmlns:p14="http://schemas.microsoft.com/office/powerpoint/2010/main" val="3675067577"/>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6F69EFD7-1358-426B-0140-A202A2D530C7}"/>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6D6D7B90-D96C-BD6E-65E7-55E7D91F25C3}"/>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6F7CB66A-8728-B88E-C058-E9DC9E0E00A0}"/>
              </a:ext>
            </a:extLst>
          </p:cNvPr>
          <p:cNvSpPr>
            <a:spLocks noGrp="1"/>
          </p:cNvSpPr>
          <p:nvPr>
            <p:ph type="dt" sz="half" idx="10"/>
          </p:nvPr>
        </p:nvSpPr>
        <p:spPr/>
        <p:txBody>
          <a:bodyPr/>
          <a:lstStyle/>
          <a:p>
            <a:fld id="{069363D2-3164-4145-A578-C91A7CE0BB59}" type="datetimeFigureOut">
              <a:rPr lang="en-US" smtClean="0"/>
              <a:t>5/2/26</a:t>
            </a:fld>
            <a:endParaRPr lang="en-US"/>
          </a:p>
        </p:txBody>
      </p:sp>
      <p:sp>
        <p:nvSpPr>
          <p:cNvPr id="5" name="Footer Placeholder 4">
            <a:extLst>
              <a:ext uri="{FF2B5EF4-FFF2-40B4-BE49-F238E27FC236}">
                <a16:creationId xmlns:a16="http://schemas.microsoft.com/office/drawing/2014/main" id="{864AFAF8-3C65-F3B5-B108-F27717ECDD0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521642F-5721-9D1C-3D1D-6C1ABCC72C93}"/>
              </a:ext>
            </a:extLst>
          </p:cNvPr>
          <p:cNvSpPr>
            <a:spLocks noGrp="1"/>
          </p:cNvSpPr>
          <p:nvPr>
            <p:ph type="sldNum" sz="quarter" idx="12"/>
          </p:nvPr>
        </p:nvSpPr>
        <p:spPr/>
        <p:txBody>
          <a:bodyPr/>
          <a:lstStyle/>
          <a:p>
            <a:fld id="{51F62E73-FB30-9C4C-8DFF-19E2C751B483}" type="slidenum">
              <a:rPr lang="en-US" smtClean="0"/>
              <a:t>‹#›</a:t>
            </a:fld>
            <a:endParaRPr lang="en-US"/>
          </a:p>
        </p:txBody>
      </p:sp>
    </p:spTree>
    <p:extLst>
      <p:ext uri="{BB962C8B-B14F-4D97-AF65-F5344CB8AC3E}">
        <p14:creationId xmlns:p14="http://schemas.microsoft.com/office/powerpoint/2010/main" val="250774317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346A456F-C771-8F4B-C98D-9BDEE57818DF}"/>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4FD23516-7E50-1256-7BC0-68CAD2D90DCF}"/>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E3011502-CDE0-E081-1B9D-874EEBF9B1BE}"/>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069363D2-3164-4145-A578-C91A7CE0BB59}" type="datetimeFigureOut">
              <a:rPr lang="en-US" smtClean="0"/>
              <a:t>5/2/26</a:t>
            </a:fld>
            <a:endParaRPr lang="en-US"/>
          </a:p>
        </p:txBody>
      </p:sp>
      <p:sp>
        <p:nvSpPr>
          <p:cNvPr id="5" name="Footer Placeholder 4">
            <a:extLst>
              <a:ext uri="{FF2B5EF4-FFF2-40B4-BE49-F238E27FC236}">
                <a16:creationId xmlns:a16="http://schemas.microsoft.com/office/drawing/2014/main" id="{9473C5F3-3A43-75DF-E382-0F9630A01C4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DEC1DBE2-D540-2BBE-7791-BE410B8C519B}"/>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51F62E73-FB30-9C4C-8DFF-19E2C751B483}" type="slidenum">
              <a:rPr lang="en-US" smtClean="0"/>
              <a:t>‹#›</a:t>
            </a:fld>
            <a:endParaRPr lang="en-US"/>
          </a:p>
        </p:txBody>
      </p:sp>
    </p:spTree>
    <p:extLst>
      <p:ext uri="{BB962C8B-B14F-4D97-AF65-F5344CB8AC3E}">
        <p14:creationId xmlns:p14="http://schemas.microsoft.com/office/powerpoint/2010/main" val="1299515533"/>
      </p:ext>
    </p:extLst>
  </p:cSld>
  <p:clrMap bg1="lt1" tx1="dk1" bg2="lt2" tx2="dk2" accent1="accent1" accent2="accent2" accent3="accent3" accent4="accent4" accent5="accent5" accent6="accent6" hlink="hlink" folHlink="folHlink"/>
  <p:sldLayoutIdLst>
    <p:sldLayoutId id="2147483660"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7.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8.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9.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1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0.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1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1.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1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2.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1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3.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1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4.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1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5.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1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6.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1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7.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1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8.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1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9.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2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0.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2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1.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2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2.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2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3.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2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4.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2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5.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2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6.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2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7.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2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8.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2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9.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3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0.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3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1.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3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2.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3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3.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3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4.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3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5.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3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6.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3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7.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3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8.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3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9.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4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0.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4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1.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4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2.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4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3.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4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4.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4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5.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4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6.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4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7.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4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8.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4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9.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5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0.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5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1.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5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2.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5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3.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5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4.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5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5.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5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6.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5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7.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5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8.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5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9.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6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0.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AD0A50-E4B8-B9C3-5177-C6AFBE291E5F}"/>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88EABAD0-26FF-2429-AA3C-799A8664316C}"/>
              </a:ext>
            </a:extLst>
          </p:cNvPr>
          <p:cNvSpPr>
            <a:spLocks noGrp="1"/>
          </p:cNvSpPr>
          <p:nvPr>
            <p:ph sz="half" idx="1"/>
          </p:nvPr>
        </p:nvSpPr>
        <p:spPr/>
        <p:txBody>
          <a:bodyPr/>
          <a:lstStyle/>
          <a:p>
            <a:r>
              <a:rPr lang="en-US" dirty="0"/>
              <a:t>Start.</a:t>
            </a:r>
          </a:p>
        </p:txBody>
      </p:sp>
      <p:pic>
        <p:nvPicPr>
          <p:cNvPr id="4" name="Picture 3" descr="A grid of sudoku puzzle&#10;&#10;Description automatically generated">
            <a:extLst>
              <a:ext uri="{FF2B5EF4-FFF2-40B4-BE49-F238E27FC236}">
                <a16:creationId xmlns:a16="http://schemas.microsoft.com/office/drawing/2014/main" id="{F6091D9C-BB94-C92F-54B6-41DFBD939B5A}"/>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900F2C2C-B17C-CAE0-2A94-0B0164D60A04}"/>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4B6A1E27-B0EF-0D2E-77F3-45C5486A13FA}"/>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F6A3FFB8-54B3-D7CD-B299-A02362981388}"/>
              </a:ext>
            </a:extLst>
          </p:cNvPr>
          <p:cNvPicPr>
            <a:picLocks noChangeAspect="1"/>
          </p:cNvPicPr>
          <p:nvPr/>
        </p:nvPicPr>
        <p:blipFill>
          <a:blip r:embed="rId6"/>
          <a:stretch>
            <a:fillRect/>
          </a:stretch>
        </p:blipFill>
        <p:spPr>
          <a:xfrm>
            <a:off x="4584700" y="2311400"/>
            <a:ext cx="0" cy="0"/>
          </a:xfrm>
          <a:prstGeom prst="rect">
            <a:avLst/>
          </a:prstGeom>
        </p:spPr>
      </p:pic>
    </p:spTree>
    <p:extLst>
      <p:ext uri="{BB962C8B-B14F-4D97-AF65-F5344CB8AC3E}">
        <p14:creationId xmlns:p14="http://schemas.microsoft.com/office/powerpoint/2010/main" val="391313665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D16767-A905-B3D2-5B00-9936585E847F}"/>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11B70287-0863-A6E6-AB0F-1BFD6CFE0E1A}"/>
              </a:ext>
            </a:extLst>
          </p:cNvPr>
          <p:cNvSpPr>
            <a:spLocks noGrp="1"/>
          </p:cNvSpPr>
          <p:nvPr>
            <p:ph sz="half" idx="1"/>
          </p:nvPr>
        </p:nvSpPr>
        <p:spPr/>
        <p:txBody>
          <a:bodyPr/>
          <a:lstStyle/>
          <a:p>
            <a:r>
              <a:rPr lang="en-US" dirty="0"/>
              <a:t>There are 37 cells on the line. Color them so corresponding squares will be clear.</a:t>
            </a:r>
          </a:p>
          <a:p>
            <a:r>
              <a:rPr lang="en-US" dirty="0"/>
              <a:t>Note: All cells of the same color are not the same—only those on the opposite positions of the line are.</a:t>
            </a:r>
          </a:p>
        </p:txBody>
      </p:sp>
      <p:pic>
        <p:nvPicPr>
          <p:cNvPr id="4" name="Picture 3" descr="A grid of sudoku puzzle&#10;&#10;Description automatically generated">
            <a:extLst>
              <a:ext uri="{FF2B5EF4-FFF2-40B4-BE49-F238E27FC236}">
                <a16:creationId xmlns:a16="http://schemas.microsoft.com/office/drawing/2014/main" id="{0E26A264-4642-B993-89C4-74D441BDC47B}"/>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5996688F-94C5-7265-3650-BE121B3DA584}"/>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597B6290-7CF9-B873-BD01-837EBF94D72B}"/>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4DD1E00B-7AAD-5621-8007-12012C2E7598}"/>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36F17131-8213-9F3E-B3C4-445F49782A74}"/>
              </a:ext>
            </a:extLst>
          </p:cNvPr>
          <p:cNvSpPr txBox="1"/>
          <p:nvPr/>
        </p:nvSpPr>
        <p:spPr>
          <a:xfrm>
            <a:off x="4715935" y="1224551"/>
            <a:ext cx="462845" cy="584775"/>
          </a:xfrm>
          <a:prstGeom prst="rect">
            <a:avLst/>
          </a:prstGeom>
          <a:solidFill>
            <a:srgbClr val="92D050">
              <a:alpha val="30000"/>
            </a:srgbClr>
          </a:solidFill>
        </p:spPr>
        <p:txBody>
          <a:bodyPr wrap="square" rtlCol="0">
            <a:spAutoFit/>
          </a:bodyPr>
          <a:lstStyle/>
          <a:p>
            <a:pPr algn="ctr"/>
            <a:endParaRPr lang="en-US" sz="3200" dirty="0"/>
          </a:p>
        </p:txBody>
      </p:sp>
      <p:sp>
        <p:nvSpPr>
          <p:cNvPr id="8" name="TextBox 7">
            <a:extLst>
              <a:ext uri="{FF2B5EF4-FFF2-40B4-BE49-F238E27FC236}">
                <a16:creationId xmlns:a16="http://schemas.microsoft.com/office/drawing/2014/main" id="{518820C5-276B-8AD4-DDBD-DA21879346A9}"/>
              </a:ext>
            </a:extLst>
          </p:cNvPr>
          <p:cNvSpPr txBox="1"/>
          <p:nvPr/>
        </p:nvSpPr>
        <p:spPr>
          <a:xfrm>
            <a:off x="6214537" y="122455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9" name="TextBox 8">
            <a:extLst>
              <a:ext uri="{FF2B5EF4-FFF2-40B4-BE49-F238E27FC236}">
                <a16:creationId xmlns:a16="http://schemas.microsoft.com/office/drawing/2014/main" id="{5F38567C-85AE-58A8-322F-144409BEB788}"/>
              </a:ext>
            </a:extLst>
          </p:cNvPr>
          <p:cNvSpPr txBox="1"/>
          <p:nvPr/>
        </p:nvSpPr>
        <p:spPr>
          <a:xfrm>
            <a:off x="6714071" y="1224551"/>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10" name="TextBox 9">
            <a:extLst>
              <a:ext uri="{FF2B5EF4-FFF2-40B4-BE49-F238E27FC236}">
                <a16:creationId xmlns:a16="http://schemas.microsoft.com/office/drawing/2014/main" id="{72F7CC0E-02BF-5042-1AEF-567225B95E66}"/>
              </a:ext>
            </a:extLst>
          </p:cNvPr>
          <p:cNvSpPr txBox="1"/>
          <p:nvPr/>
        </p:nvSpPr>
        <p:spPr>
          <a:xfrm>
            <a:off x="7213604" y="122455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11" name="TextBox 10">
            <a:extLst>
              <a:ext uri="{FF2B5EF4-FFF2-40B4-BE49-F238E27FC236}">
                <a16:creationId xmlns:a16="http://schemas.microsoft.com/office/drawing/2014/main" id="{5C1A92DC-9D1F-83B2-9038-BB7A859BF36E}"/>
              </a:ext>
            </a:extLst>
          </p:cNvPr>
          <p:cNvSpPr txBox="1"/>
          <p:nvPr/>
        </p:nvSpPr>
        <p:spPr>
          <a:xfrm>
            <a:off x="6714071" y="721216"/>
            <a:ext cx="462845" cy="584775"/>
          </a:xfrm>
          <a:prstGeom prst="rect">
            <a:avLst/>
          </a:prstGeom>
          <a:solidFill>
            <a:srgbClr val="92D050">
              <a:alpha val="30000"/>
            </a:srgbClr>
          </a:solidFill>
        </p:spPr>
        <p:txBody>
          <a:bodyPr wrap="square" rtlCol="0">
            <a:spAutoFit/>
          </a:bodyPr>
          <a:lstStyle/>
          <a:p>
            <a:pPr algn="ctr"/>
            <a:endParaRPr lang="en-US" sz="3200" dirty="0"/>
          </a:p>
        </p:txBody>
      </p:sp>
      <p:sp>
        <p:nvSpPr>
          <p:cNvPr id="12" name="TextBox 11">
            <a:extLst>
              <a:ext uri="{FF2B5EF4-FFF2-40B4-BE49-F238E27FC236}">
                <a16:creationId xmlns:a16="http://schemas.microsoft.com/office/drawing/2014/main" id="{B4A6CCFE-D2D2-FBEA-E60A-3162E3214E01}"/>
              </a:ext>
            </a:extLst>
          </p:cNvPr>
          <p:cNvSpPr txBox="1"/>
          <p:nvPr/>
        </p:nvSpPr>
        <p:spPr>
          <a:xfrm>
            <a:off x="7213604" y="721216"/>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13" name="TextBox 12">
            <a:extLst>
              <a:ext uri="{FF2B5EF4-FFF2-40B4-BE49-F238E27FC236}">
                <a16:creationId xmlns:a16="http://schemas.microsoft.com/office/drawing/2014/main" id="{88053060-4A53-D19C-E476-8A6BA2CA0C1F}"/>
              </a:ext>
            </a:extLst>
          </p:cNvPr>
          <p:cNvSpPr txBox="1"/>
          <p:nvPr/>
        </p:nvSpPr>
        <p:spPr>
          <a:xfrm>
            <a:off x="4216401" y="1727886"/>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14" name="TextBox 13">
            <a:extLst>
              <a:ext uri="{FF2B5EF4-FFF2-40B4-BE49-F238E27FC236}">
                <a16:creationId xmlns:a16="http://schemas.microsoft.com/office/drawing/2014/main" id="{A48DEEDF-274F-A996-4AC5-6033F9D27B1D}"/>
              </a:ext>
            </a:extLst>
          </p:cNvPr>
          <p:cNvSpPr txBox="1"/>
          <p:nvPr/>
        </p:nvSpPr>
        <p:spPr>
          <a:xfrm>
            <a:off x="5215469" y="1727886"/>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15" name="TextBox 14">
            <a:extLst>
              <a:ext uri="{FF2B5EF4-FFF2-40B4-BE49-F238E27FC236}">
                <a16:creationId xmlns:a16="http://schemas.microsoft.com/office/drawing/2014/main" id="{C325B28E-66AD-17CD-7C50-2BA6B77E4124}"/>
              </a:ext>
            </a:extLst>
          </p:cNvPr>
          <p:cNvSpPr txBox="1"/>
          <p:nvPr/>
        </p:nvSpPr>
        <p:spPr>
          <a:xfrm>
            <a:off x="6214537" y="1727886"/>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16" name="TextBox 15">
            <a:extLst>
              <a:ext uri="{FF2B5EF4-FFF2-40B4-BE49-F238E27FC236}">
                <a16:creationId xmlns:a16="http://schemas.microsoft.com/office/drawing/2014/main" id="{929A984A-7D79-7EEB-28A5-DC56D4638E5B}"/>
              </a:ext>
            </a:extLst>
          </p:cNvPr>
          <p:cNvSpPr txBox="1"/>
          <p:nvPr/>
        </p:nvSpPr>
        <p:spPr>
          <a:xfrm>
            <a:off x="6714071" y="172788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17" name="TextBox 16">
            <a:extLst>
              <a:ext uri="{FF2B5EF4-FFF2-40B4-BE49-F238E27FC236}">
                <a16:creationId xmlns:a16="http://schemas.microsoft.com/office/drawing/2014/main" id="{3AA96114-B7E7-E72F-2140-E5B8238D33A4}"/>
              </a:ext>
            </a:extLst>
          </p:cNvPr>
          <p:cNvSpPr txBox="1"/>
          <p:nvPr/>
        </p:nvSpPr>
        <p:spPr>
          <a:xfrm>
            <a:off x="3716867" y="223122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18" name="TextBox 17">
            <a:extLst>
              <a:ext uri="{FF2B5EF4-FFF2-40B4-BE49-F238E27FC236}">
                <a16:creationId xmlns:a16="http://schemas.microsoft.com/office/drawing/2014/main" id="{F1568E4F-DC60-3241-441A-E4DAD952CE94}"/>
              </a:ext>
            </a:extLst>
          </p:cNvPr>
          <p:cNvSpPr txBox="1"/>
          <p:nvPr/>
        </p:nvSpPr>
        <p:spPr>
          <a:xfrm>
            <a:off x="5215469" y="2231221"/>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19" name="TextBox 18">
            <a:extLst>
              <a:ext uri="{FF2B5EF4-FFF2-40B4-BE49-F238E27FC236}">
                <a16:creationId xmlns:a16="http://schemas.microsoft.com/office/drawing/2014/main" id="{DAAF7117-E408-9C99-EDC2-C99E6D36A0B7}"/>
              </a:ext>
            </a:extLst>
          </p:cNvPr>
          <p:cNvSpPr txBox="1"/>
          <p:nvPr/>
        </p:nvSpPr>
        <p:spPr>
          <a:xfrm>
            <a:off x="5715003" y="2231221"/>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20" name="TextBox 19">
            <a:extLst>
              <a:ext uri="{FF2B5EF4-FFF2-40B4-BE49-F238E27FC236}">
                <a16:creationId xmlns:a16="http://schemas.microsoft.com/office/drawing/2014/main" id="{09FA39F4-F858-7BEE-D8D0-7BC3F94C6803}"/>
              </a:ext>
            </a:extLst>
          </p:cNvPr>
          <p:cNvSpPr txBox="1"/>
          <p:nvPr/>
        </p:nvSpPr>
        <p:spPr>
          <a:xfrm>
            <a:off x="6214537" y="223122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21" name="TextBox 20">
            <a:extLst>
              <a:ext uri="{FF2B5EF4-FFF2-40B4-BE49-F238E27FC236}">
                <a16:creationId xmlns:a16="http://schemas.microsoft.com/office/drawing/2014/main" id="{8999B587-A857-7FFA-53E8-D21953FEBA8E}"/>
              </a:ext>
            </a:extLst>
          </p:cNvPr>
          <p:cNvSpPr txBox="1"/>
          <p:nvPr/>
        </p:nvSpPr>
        <p:spPr>
          <a:xfrm>
            <a:off x="6714071" y="223122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2" name="TextBox 21">
            <a:extLst>
              <a:ext uri="{FF2B5EF4-FFF2-40B4-BE49-F238E27FC236}">
                <a16:creationId xmlns:a16="http://schemas.microsoft.com/office/drawing/2014/main" id="{ECEB4D3D-E8E1-D56A-8F9B-532746663CB2}"/>
              </a:ext>
            </a:extLst>
          </p:cNvPr>
          <p:cNvSpPr txBox="1"/>
          <p:nvPr/>
        </p:nvSpPr>
        <p:spPr>
          <a:xfrm>
            <a:off x="4216401" y="2734556"/>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23" name="TextBox 22">
            <a:extLst>
              <a:ext uri="{FF2B5EF4-FFF2-40B4-BE49-F238E27FC236}">
                <a16:creationId xmlns:a16="http://schemas.microsoft.com/office/drawing/2014/main" id="{92EC1AD0-5818-8A7A-9726-8B3CCBECF3A8}"/>
              </a:ext>
            </a:extLst>
          </p:cNvPr>
          <p:cNvSpPr txBox="1"/>
          <p:nvPr/>
        </p:nvSpPr>
        <p:spPr>
          <a:xfrm>
            <a:off x="5215469" y="2734556"/>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4" name="TextBox 23">
            <a:extLst>
              <a:ext uri="{FF2B5EF4-FFF2-40B4-BE49-F238E27FC236}">
                <a16:creationId xmlns:a16="http://schemas.microsoft.com/office/drawing/2014/main" id="{67ACCAA4-7E2F-546B-5D49-2218DF68C72D}"/>
              </a:ext>
            </a:extLst>
          </p:cNvPr>
          <p:cNvSpPr txBox="1"/>
          <p:nvPr/>
        </p:nvSpPr>
        <p:spPr>
          <a:xfrm>
            <a:off x="6714071" y="2734556"/>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25" name="TextBox 24">
            <a:extLst>
              <a:ext uri="{FF2B5EF4-FFF2-40B4-BE49-F238E27FC236}">
                <a16:creationId xmlns:a16="http://schemas.microsoft.com/office/drawing/2014/main" id="{D69967E4-7670-212C-8268-AA0AB915B750}"/>
              </a:ext>
            </a:extLst>
          </p:cNvPr>
          <p:cNvSpPr txBox="1"/>
          <p:nvPr/>
        </p:nvSpPr>
        <p:spPr>
          <a:xfrm>
            <a:off x="3716867" y="323789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6" name="TextBox 25">
            <a:extLst>
              <a:ext uri="{FF2B5EF4-FFF2-40B4-BE49-F238E27FC236}">
                <a16:creationId xmlns:a16="http://schemas.microsoft.com/office/drawing/2014/main" id="{D59947C9-622E-2257-4B7B-7D665D775B2D}"/>
              </a:ext>
            </a:extLst>
          </p:cNvPr>
          <p:cNvSpPr txBox="1"/>
          <p:nvPr/>
        </p:nvSpPr>
        <p:spPr>
          <a:xfrm>
            <a:off x="4715935" y="323789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27" name="TextBox 26">
            <a:extLst>
              <a:ext uri="{FF2B5EF4-FFF2-40B4-BE49-F238E27FC236}">
                <a16:creationId xmlns:a16="http://schemas.microsoft.com/office/drawing/2014/main" id="{845BF72E-8ADF-751E-8135-3E26B8C921DA}"/>
              </a:ext>
            </a:extLst>
          </p:cNvPr>
          <p:cNvSpPr txBox="1"/>
          <p:nvPr/>
        </p:nvSpPr>
        <p:spPr>
          <a:xfrm>
            <a:off x="5215469" y="323789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28" name="TextBox 27">
            <a:extLst>
              <a:ext uri="{FF2B5EF4-FFF2-40B4-BE49-F238E27FC236}">
                <a16:creationId xmlns:a16="http://schemas.microsoft.com/office/drawing/2014/main" id="{CDC961AF-283E-D419-6641-2A244F0113A3}"/>
              </a:ext>
            </a:extLst>
          </p:cNvPr>
          <p:cNvSpPr txBox="1"/>
          <p:nvPr/>
        </p:nvSpPr>
        <p:spPr>
          <a:xfrm>
            <a:off x="7213604" y="3237891"/>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29" name="TextBox 28">
            <a:extLst>
              <a:ext uri="{FF2B5EF4-FFF2-40B4-BE49-F238E27FC236}">
                <a16:creationId xmlns:a16="http://schemas.microsoft.com/office/drawing/2014/main" id="{EE8BC374-47C6-5CCD-7E6D-348C04D44DB4}"/>
              </a:ext>
            </a:extLst>
          </p:cNvPr>
          <p:cNvSpPr txBox="1"/>
          <p:nvPr/>
        </p:nvSpPr>
        <p:spPr>
          <a:xfrm>
            <a:off x="3217333" y="3741226"/>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30" name="TextBox 29">
            <a:extLst>
              <a:ext uri="{FF2B5EF4-FFF2-40B4-BE49-F238E27FC236}">
                <a16:creationId xmlns:a16="http://schemas.microsoft.com/office/drawing/2014/main" id="{C4C844BA-D614-43D0-778C-7E7717F85062}"/>
              </a:ext>
            </a:extLst>
          </p:cNvPr>
          <p:cNvSpPr txBox="1"/>
          <p:nvPr/>
        </p:nvSpPr>
        <p:spPr>
          <a:xfrm>
            <a:off x="3716867" y="374122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31" name="TextBox 30">
            <a:extLst>
              <a:ext uri="{FF2B5EF4-FFF2-40B4-BE49-F238E27FC236}">
                <a16:creationId xmlns:a16="http://schemas.microsoft.com/office/drawing/2014/main" id="{A0AE6768-018E-C2F8-1D9D-1BA1E2B9C1E2}"/>
              </a:ext>
            </a:extLst>
          </p:cNvPr>
          <p:cNvSpPr txBox="1"/>
          <p:nvPr/>
        </p:nvSpPr>
        <p:spPr>
          <a:xfrm>
            <a:off x="5715003" y="3741226"/>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32" name="TextBox 31">
            <a:extLst>
              <a:ext uri="{FF2B5EF4-FFF2-40B4-BE49-F238E27FC236}">
                <a16:creationId xmlns:a16="http://schemas.microsoft.com/office/drawing/2014/main" id="{19F4448E-4983-9CD7-935D-80A1160D5ED9}"/>
              </a:ext>
            </a:extLst>
          </p:cNvPr>
          <p:cNvSpPr txBox="1"/>
          <p:nvPr/>
        </p:nvSpPr>
        <p:spPr>
          <a:xfrm>
            <a:off x="6214537" y="3741226"/>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33" name="TextBox 32">
            <a:extLst>
              <a:ext uri="{FF2B5EF4-FFF2-40B4-BE49-F238E27FC236}">
                <a16:creationId xmlns:a16="http://schemas.microsoft.com/office/drawing/2014/main" id="{1391AAD2-712F-3BF0-5800-C717F3F61390}"/>
              </a:ext>
            </a:extLst>
          </p:cNvPr>
          <p:cNvSpPr txBox="1"/>
          <p:nvPr/>
        </p:nvSpPr>
        <p:spPr>
          <a:xfrm>
            <a:off x="6714071" y="374122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34" name="TextBox 33">
            <a:extLst>
              <a:ext uri="{FF2B5EF4-FFF2-40B4-BE49-F238E27FC236}">
                <a16:creationId xmlns:a16="http://schemas.microsoft.com/office/drawing/2014/main" id="{4FEB541C-1FF9-13CE-4CD1-C92ECA7879B4}"/>
              </a:ext>
            </a:extLst>
          </p:cNvPr>
          <p:cNvSpPr txBox="1"/>
          <p:nvPr/>
        </p:nvSpPr>
        <p:spPr>
          <a:xfrm>
            <a:off x="7213604" y="3741226"/>
            <a:ext cx="462845" cy="584775"/>
          </a:xfrm>
          <a:prstGeom prst="rect">
            <a:avLst/>
          </a:prstGeom>
          <a:solidFill>
            <a:srgbClr val="92D050">
              <a:alpha val="30000"/>
            </a:srgbClr>
          </a:solidFill>
        </p:spPr>
        <p:txBody>
          <a:bodyPr wrap="square" rtlCol="0">
            <a:spAutoFit/>
          </a:bodyPr>
          <a:lstStyle/>
          <a:p>
            <a:pPr algn="ctr"/>
            <a:endParaRPr lang="en-US" sz="3200" dirty="0"/>
          </a:p>
        </p:txBody>
      </p:sp>
      <p:sp>
        <p:nvSpPr>
          <p:cNvPr id="35" name="TextBox 34">
            <a:extLst>
              <a:ext uri="{FF2B5EF4-FFF2-40B4-BE49-F238E27FC236}">
                <a16:creationId xmlns:a16="http://schemas.microsoft.com/office/drawing/2014/main" id="{8720D477-A884-45AE-DA99-A295C01F9F2C}"/>
              </a:ext>
            </a:extLst>
          </p:cNvPr>
          <p:cNvSpPr txBox="1"/>
          <p:nvPr/>
        </p:nvSpPr>
        <p:spPr>
          <a:xfrm>
            <a:off x="3217333" y="424456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36" name="TextBox 35">
            <a:extLst>
              <a:ext uri="{FF2B5EF4-FFF2-40B4-BE49-F238E27FC236}">
                <a16:creationId xmlns:a16="http://schemas.microsoft.com/office/drawing/2014/main" id="{54C51010-3D70-896E-BC1B-B1D4380F33F4}"/>
              </a:ext>
            </a:extLst>
          </p:cNvPr>
          <p:cNvSpPr txBox="1"/>
          <p:nvPr/>
        </p:nvSpPr>
        <p:spPr>
          <a:xfrm>
            <a:off x="4216401" y="424456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37" name="TextBox 36">
            <a:extLst>
              <a:ext uri="{FF2B5EF4-FFF2-40B4-BE49-F238E27FC236}">
                <a16:creationId xmlns:a16="http://schemas.microsoft.com/office/drawing/2014/main" id="{603DE699-1027-E399-EF4D-749CEB74A404}"/>
              </a:ext>
            </a:extLst>
          </p:cNvPr>
          <p:cNvSpPr txBox="1"/>
          <p:nvPr/>
        </p:nvSpPr>
        <p:spPr>
          <a:xfrm>
            <a:off x="5715003" y="424456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38" name="TextBox 37">
            <a:extLst>
              <a:ext uri="{FF2B5EF4-FFF2-40B4-BE49-F238E27FC236}">
                <a16:creationId xmlns:a16="http://schemas.microsoft.com/office/drawing/2014/main" id="{ABF01E4C-9133-653F-272B-8E7894CBB6E8}"/>
              </a:ext>
            </a:extLst>
          </p:cNvPr>
          <p:cNvSpPr txBox="1"/>
          <p:nvPr/>
        </p:nvSpPr>
        <p:spPr>
          <a:xfrm>
            <a:off x="6214537" y="424456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39" name="TextBox 38">
            <a:extLst>
              <a:ext uri="{FF2B5EF4-FFF2-40B4-BE49-F238E27FC236}">
                <a16:creationId xmlns:a16="http://schemas.microsoft.com/office/drawing/2014/main" id="{4F5012FF-2D91-D57F-B28B-D7915467563A}"/>
              </a:ext>
            </a:extLst>
          </p:cNvPr>
          <p:cNvSpPr txBox="1"/>
          <p:nvPr/>
        </p:nvSpPr>
        <p:spPr>
          <a:xfrm>
            <a:off x="6714071" y="4244561"/>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40" name="TextBox 39">
            <a:extLst>
              <a:ext uri="{FF2B5EF4-FFF2-40B4-BE49-F238E27FC236}">
                <a16:creationId xmlns:a16="http://schemas.microsoft.com/office/drawing/2014/main" id="{1DCC7522-1A8B-38A8-48E2-955604A310B5}"/>
              </a:ext>
            </a:extLst>
          </p:cNvPr>
          <p:cNvSpPr txBox="1"/>
          <p:nvPr/>
        </p:nvSpPr>
        <p:spPr>
          <a:xfrm>
            <a:off x="7213604" y="424456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41" name="TextBox 40">
            <a:extLst>
              <a:ext uri="{FF2B5EF4-FFF2-40B4-BE49-F238E27FC236}">
                <a16:creationId xmlns:a16="http://schemas.microsoft.com/office/drawing/2014/main" id="{62A5A5A9-8B2D-C40B-5442-A3E5D64B78FE}"/>
              </a:ext>
            </a:extLst>
          </p:cNvPr>
          <p:cNvSpPr txBox="1"/>
          <p:nvPr/>
        </p:nvSpPr>
        <p:spPr>
          <a:xfrm>
            <a:off x="3217333" y="4747898"/>
            <a:ext cx="462845" cy="584775"/>
          </a:xfrm>
          <a:prstGeom prst="rect">
            <a:avLst/>
          </a:prstGeom>
          <a:solidFill>
            <a:srgbClr val="92D050">
              <a:alpha val="30000"/>
            </a:srgbClr>
          </a:solidFill>
        </p:spPr>
        <p:txBody>
          <a:bodyPr wrap="square" rtlCol="0">
            <a:spAutoFit/>
          </a:bodyPr>
          <a:lstStyle/>
          <a:p>
            <a:pPr algn="ctr"/>
            <a:endParaRPr lang="en-US" sz="3200" dirty="0"/>
          </a:p>
        </p:txBody>
      </p:sp>
      <p:sp>
        <p:nvSpPr>
          <p:cNvPr id="42" name="TextBox 41">
            <a:extLst>
              <a:ext uri="{FF2B5EF4-FFF2-40B4-BE49-F238E27FC236}">
                <a16:creationId xmlns:a16="http://schemas.microsoft.com/office/drawing/2014/main" id="{0B2F5084-F456-EB68-9D78-0015F6101C2B}"/>
              </a:ext>
            </a:extLst>
          </p:cNvPr>
          <p:cNvSpPr txBox="1"/>
          <p:nvPr/>
        </p:nvSpPr>
        <p:spPr>
          <a:xfrm>
            <a:off x="3716867" y="4747898"/>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43" name="TextBox 42">
            <a:extLst>
              <a:ext uri="{FF2B5EF4-FFF2-40B4-BE49-F238E27FC236}">
                <a16:creationId xmlns:a16="http://schemas.microsoft.com/office/drawing/2014/main" id="{579BE4A0-4697-8E2B-B9EE-CF640090105E}"/>
              </a:ext>
            </a:extLst>
          </p:cNvPr>
          <p:cNvSpPr txBox="1"/>
          <p:nvPr/>
        </p:nvSpPr>
        <p:spPr>
          <a:xfrm>
            <a:off x="4216401" y="4747898"/>
            <a:ext cx="462845" cy="584775"/>
          </a:xfrm>
          <a:prstGeom prst="rect">
            <a:avLst/>
          </a:prstGeom>
          <a:solidFill>
            <a:srgbClr val="FFC000">
              <a:alpha val="40000"/>
            </a:srgbClr>
          </a:solidFill>
        </p:spPr>
        <p:txBody>
          <a:bodyPr wrap="square" rtlCol="0">
            <a:spAutoFit/>
          </a:bodyPr>
          <a:lstStyle/>
          <a:p>
            <a:pPr algn="ctr"/>
            <a:endParaRPr lang="en-US" sz="3200" dirty="0"/>
          </a:p>
        </p:txBody>
      </p:sp>
    </p:spTree>
    <p:extLst>
      <p:ext uri="{BB962C8B-B14F-4D97-AF65-F5344CB8AC3E}">
        <p14:creationId xmlns:p14="http://schemas.microsoft.com/office/powerpoint/2010/main" val="351928696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83202A-CA1B-66AD-37C0-31360E29C092}"/>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F8083B5A-6096-7CB1-0C05-CE7DC4FF50B1}"/>
              </a:ext>
            </a:extLst>
          </p:cNvPr>
          <p:cNvSpPr>
            <a:spLocks noGrp="1"/>
          </p:cNvSpPr>
          <p:nvPr>
            <p:ph sz="half" idx="1"/>
          </p:nvPr>
        </p:nvSpPr>
        <p:spPr/>
        <p:txBody>
          <a:bodyPr/>
          <a:lstStyle/>
          <a:p>
            <a:r>
              <a:rPr lang="en-US" dirty="0"/>
              <a:t>Constraints on a cell also apply to its opposite pair.</a:t>
            </a:r>
          </a:p>
          <a:p>
            <a:r>
              <a:rPr lang="en-US" dirty="0"/>
              <a:t>The red cells on the ends of the line can’t be anything but 3.</a:t>
            </a:r>
          </a:p>
        </p:txBody>
      </p:sp>
      <p:pic>
        <p:nvPicPr>
          <p:cNvPr id="4" name="Picture 3" descr="A grid of sudoku puzzle&#10;&#10;Description automatically generated">
            <a:extLst>
              <a:ext uri="{FF2B5EF4-FFF2-40B4-BE49-F238E27FC236}">
                <a16:creationId xmlns:a16="http://schemas.microsoft.com/office/drawing/2014/main" id="{B0FF84D7-BECE-2E9F-D0E2-BECE29A63C8E}"/>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09A8B4B4-9CB6-A823-1B01-A95F0CBD19D6}"/>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22717A5F-08C4-5028-38CE-2328CA71B9A7}"/>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D10F64EE-46C0-5BED-ED91-0F1E155BD5A8}"/>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19F4DA92-0D8C-5173-CEC7-43B356D59D7A}"/>
              </a:ext>
            </a:extLst>
          </p:cNvPr>
          <p:cNvSpPr txBox="1"/>
          <p:nvPr/>
        </p:nvSpPr>
        <p:spPr>
          <a:xfrm>
            <a:off x="4715935" y="1224551"/>
            <a:ext cx="462845" cy="584775"/>
          </a:xfrm>
          <a:prstGeom prst="rect">
            <a:avLst/>
          </a:prstGeom>
          <a:solidFill>
            <a:srgbClr val="92D050">
              <a:alpha val="30000"/>
            </a:srgbClr>
          </a:solidFill>
        </p:spPr>
        <p:txBody>
          <a:bodyPr wrap="square" rtlCol="0">
            <a:spAutoFit/>
          </a:bodyPr>
          <a:lstStyle/>
          <a:p>
            <a:pPr algn="ctr"/>
            <a:endParaRPr lang="en-US" sz="3200" dirty="0"/>
          </a:p>
        </p:txBody>
      </p:sp>
      <p:sp>
        <p:nvSpPr>
          <p:cNvPr id="8" name="TextBox 7">
            <a:extLst>
              <a:ext uri="{FF2B5EF4-FFF2-40B4-BE49-F238E27FC236}">
                <a16:creationId xmlns:a16="http://schemas.microsoft.com/office/drawing/2014/main" id="{2EA01698-FC3E-744D-4014-D2C15116D10A}"/>
              </a:ext>
            </a:extLst>
          </p:cNvPr>
          <p:cNvSpPr txBox="1"/>
          <p:nvPr/>
        </p:nvSpPr>
        <p:spPr>
          <a:xfrm>
            <a:off x="6214537" y="122455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9" name="TextBox 8">
            <a:extLst>
              <a:ext uri="{FF2B5EF4-FFF2-40B4-BE49-F238E27FC236}">
                <a16:creationId xmlns:a16="http://schemas.microsoft.com/office/drawing/2014/main" id="{62C32F23-662B-D8DD-48A3-ED5C2A1AE4BE}"/>
              </a:ext>
            </a:extLst>
          </p:cNvPr>
          <p:cNvSpPr txBox="1"/>
          <p:nvPr/>
        </p:nvSpPr>
        <p:spPr>
          <a:xfrm>
            <a:off x="6714071" y="1224551"/>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10" name="TextBox 9">
            <a:extLst>
              <a:ext uri="{FF2B5EF4-FFF2-40B4-BE49-F238E27FC236}">
                <a16:creationId xmlns:a16="http://schemas.microsoft.com/office/drawing/2014/main" id="{820A3E02-09CB-1BA9-D607-56E3A25F197B}"/>
              </a:ext>
            </a:extLst>
          </p:cNvPr>
          <p:cNvSpPr txBox="1"/>
          <p:nvPr/>
        </p:nvSpPr>
        <p:spPr>
          <a:xfrm>
            <a:off x="7213604" y="122455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11" name="TextBox 10">
            <a:extLst>
              <a:ext uri="{FF2B5EF4-FFF2-40B4-BE49-F238E27FC236}">
                <a16:creationId xmlns:a16="http://schemas.microsoft.com/office/drawing/2014/main" id="{85CCC542-F10E-B254-95A4-7D7EC01C96B5}"/>
              </a:ext>
            </a:extLst>
          </p:cNvPr>
          <p:cNvSpPr txBox="1"/>
          <p:nvPr/>
        </p:nvSpPr>
        <p:spPr>
          <a:xfrm>
            <a:off x="6714071" y="721216"/>
            <a:ext cx="462845" cy="584775"/>
          </a:xfrm>
          <a:prstGeom prst="rect">
            <a:avLst/>
          </a:prstGeom>
          <a:solidFill>
            <a:srgbClr val="92D050">
              <a:alpha val="30000"/>
            </a:srgbClr>
          </a:solidFill>
        </p:spPr>
        <p:txBody>
          <a:bodyPr wrap="square" rtlCol="0">
            <a:spAutoFit/>
          </a:bodyPr>
          <a:lstStyle/>
          <a:p>
            <a:pPr algn="ctr"/>
            <a:endParaRPr lang="en-US" sz="3200" dirty="0"/>
          </a:p>
        </p:txBody>
      </p:sp>
      <p:sp>
        <p:nvSpPr>
          <p:cNvPr id="12" name="TextBox 11">
            <a:extLst>
              <a:ext uri="{FF2B5EF4-FFF2-40B4-BE49-F238E27FC236}">
                <a16:creationId xmlns:a16="http://schemas.microsoft.com/office/drawing/2014/main" id="{AC91CF03-E24C-9E3D-A18D-700FF825FB54}"/>
              </a:ext>
            </a:extLst>
          </p:cNvPr>
          <p:cNvSpPr txBox="1"/>
          <p:nvPr/>
        </p:nvSpPr>
        <p:spPr>
          <a:xfrm>
            <a:off x="7213604" y="721216"/>
            <a:ext cx="462845" cy="584775"/>
          </a:xfrm>
          <a:prstGeom prst="rect">
            <a:avLst/>
          </a:prstGeom>
          <a:solidFill>
            <a:srgbClr val="FF0000">
              <a:alpha val="30000"/>
            </a:srgbClr>
          </a:solidFill>
        </p:spPr>
        <p:txBody>
          <a:bodyPr wrap="square" rtlCol="0">
            <a:spAutoFit/>
          </a:bodyPr>
          <a:lstStyle/>
          <a:p>
            <a:pPr algn="ctr"/>
            <a:r>
              <a:rPr lang="en-US" sz="3200" dirty="0"/>
              <a:t>3</a:t>
            </a:r>
          </a:p>
        </p:txBody>
      </p:sp>
      <p:sp>
        <p:nvSpPr>
          <p:cNvPr id="13" name="TextBox 12">
            <a:extLst>
              <a:ext uri="{FF2B5EF4-FFF2-40B4-BE49-F238E27FC236}">
                <a16:creationId xmlns:a16="http://schemas.microsoft.com/office/drawing/2014/main" id="{C72C0774-3ED3-BDBE-4A8E-38D30EC637E2}"/>
              </a:ext>
            </a:extLst>
          </p:cNvPr>
          <p:cNvSpPr txBox="1"/>
          <p:nvPr/>
        </p:nvSpPr>
        <p:spPr>
          <a:xfrm>
            <a:off x="4216401" y="1727886"/>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14" name="TextBox 13">
            <a:extLst>
              <a:ext uri="{FF2B5EF4-FFF2-40B4-BE49-F238E27FC236}">
                <a16:creationId xmlns:a16="http://schemas.microsoft.com/office/drawing/2014/main" id="{F20C87CC-C34D-47F6-F1BE-BC2C071835FA}"/>
              </a:ext>
            </a:extLst>
          </p:cNvPr>
          <p:cNvSpPr txBox="1"/>
          <p:nvPr/>
        </p:nvSpPr>
        <p:spPr>
          <a:xfrm>
            <a:off x="5215469" y="1727886"/>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15" name="TextBox 14">
            <a:extLst>
              <a:ext uri="{FF2B5EF4-FFF2-40B4-BE49-F238E27FC236}">
                <a16:creationId xmlns:a16="http://schemas.microsoft.com/office/drawing/2014/main" id="{92A344D8-817F-7339-83D8-F01A621FA796}"/>
              </a:ext>
            </a:extLst>
          </p:cNvPr>
          <p:cNvSpPr txBox="1"/>
          <p:nvPr/>
        </p:nvSpPr>
        <p:spPr>
          <a:xfrm>
            <a:off x="6214537" y="1727886"/>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16" name="TextBox 15">
            <a:extLst>
              <a:ext uri="{FF2B5EF4-FFF2-40B4-BE49-F238E27FC236}">
                <a16:creationId xmlns:a16="http://schemas.microsoft.com/office/drawing/2014/main" id="{960B691C-DCDA-FEF9-DE81-60D91DC6DF4B}"/>
              </a:ext>
            </a:extLst>
          </p:cNvPr>
          <p:cNvSpPr txBox="1"/>
          <p:nvPr/>
        </p:nvSpPr>
        <p:spPr>
          <a:xfrm>
            <a:off x="6714071" y="172788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17" name="TextBox 16">
            <a:extLst>
              <a:ext uri="{FF2B5EF4-FFF2-40B4-BE49-F238E27FC236}">
                <a16:creationId xmlns:a16="http://schemas.microsoft.com/office/drawing/2014/main" id="{BB6F2746-8C61-319E-361F-DFAB9B514A8D}"/>
              </a:ext>
            </a:extLst>
          </p:cNvPr>
          <p:cNvSpPr txBox="1"/>
          <p:nvPr/>
        </p:nvSpPr>
        <p:spPr>
          <a:xfrm>
            <a:off x="3716867" y="223122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18" name="TextBox 17">
            <a:extLst>
              <a:ext uri="{FF2B5EF4-FFF2-40B4-BE49-F238E27FC236}">
                <a16:creationId xmlns:a16="http://schemas.microsoft.com/office/drawing/2014/main" id="{C774F52D-FF50-9C1B-5AAB-C497CDFDA686}"/>
              </a:ext>
            </a:extLst>
          </p:cNvPr>
          <p:cNvSpPr txBox="1"/>
          <p:nvPr/>
        </p:nvSpPr>
        <p:spPr>
          <a:xfrm>
            <a:off x="5215469" y="2231221"/>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19" name="TextBox 18">
            <a:extLst>
              <a:ext uri="{FF2B5EF4-FFF2-40B4-BE49-F238E27FC236}">
                <a16:creationId xmlns:a16="http://schemas.microsoft.com/office/drawing/2014/main" id="{8997E3A8-6EAA-DFEE-1C58-D958E099EA26}"/>
              </a:ext>
            </a:extLst>
          </p:cNvPr>
          <p:cNvSpPr txBox="1"/>
          <p:nvPr/>
        </p:nvSpPr>
        <p:spPr>
          <a:xfrm>
            <a:off x="5715003" y="2231221"/>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20" name="TextBox 19">
            <a:extLst>
              <a:ext uri="{FF2B5EF4-FFF2-40B4-BE49-F238E27FC236}">
                <a16:creationId xmlns:a16="http://schemas.microsoft.com/office/drawing/2014/main" id="{E19BAE24-C929-DA39-43B3-F659B015CE8C}"/>
              </a:ext>
            </a:extLst>
          </p:cNvPr>
          <p:cNvSpPr txBox="1"/>
          <p:nvPr/>
        </p:nvSpPr>
        <p:spPr>
          <a:xfrm>
            <a:off x="6214537" y="223122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21" name="TextBox 20">
            <a:extLst>
              <a:ext uri="{FF2B5EF4-FFF2-40B4-BE49-F238E27FC236}">
                <a16:creationId xmlns:a16="http://schemas.microsoft.com/office/drawing/2014/main" id="{589ECDAD-49F4-326E-1A75-324EEA96D735}"/>
              </a:ext>
            </a:extLst>
          </p:cNvPr>
          <p:cNvSpPr txBox="1"/>
          <p:nvPr/>
        </p:nvSpPr>
        <p:spPr>
          <a:xfrm>
            <a:off x="6714071" y="223122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2" name="TextBox 21">
            <a:extLst>
              <a:ext uri="{FF2B5EF4-FFF2-40B4-BE49-F238E27FC236}">
                <a16:creationId xmlns:a16="http://schemas.microsoft.com/office/drawing/2014/main" id="{0A0EF55B-CE8E-0860-53C0-D939135CA276}"/>
              </a:ext>
            </a:extLst>
          </p:cNvPr>
          <p:cNvSpPr txBox="1"/>
          <p:nvPr/>
        </p:nvSpPr>
        <p:spPr>
          <a:xfrm>
            <a:off x="4216401" y="2734556"/>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23" name="TextBox 22">
            <a:extLst>
              <a:ext uri="{FF2B5EF4-FFF2-40B4-BE49-F238E27FC236}">
                <a16:creationId xmlns:a16="http://schemas.microsoft.com/office/drawing/2014/main" id="{E3317BF0-A8F7-0102-74C7-261F3350EE62}"/>
              </a:ext>
            </a:extLst>
          </p:cNvPr>
          <p:cNvSpPr txBox="1"/>
          <p:nvPr/>
        </p:nvSpPr>
        <p:spPr>
          <a:xfrm>
            <a:off x="5215469" y="2734556"/>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4" name="TextBox 23">
            <a:extLst>
              <a:ext uri="{FF2B5EF4-FFF2-40B4-BE49-F238E27FC236}">
                <a16:creationId xmlns:a16="http://schemas.microsoft.com/office/drawing/2014/main" id="{40E94BC6-6B39-BF69-4648-0BC027DB1034}"/>
              </a:ext>
            </a:extLst>
          </p:cNvPr>
          <p:cNvSpPr txBox="1"/>
          <p:nvPr/>
        </p:nvSpPr>
        <p:spPr>
          <a:xfrm>
            <a:off x="6714071" y="2734556"/>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25" name="TextBox 24">
            <a:extLst>
              <a:ext uri="{FF2B5EF4-FFF2-40B4-BE49-F238E27FC236}">
                <a16:creationId xmlns:a16="http://schemas.microsoft.com/office/drawing/2014/main" id="{E2334795-4103-D791-F0DC-103133C5EF05}"/>
              </a:ext>
            </a:extLst>
          </p:cNvPr>
          <p:cNvSpPr txBox="1"/>
          <p:nvPr/>
        </p:nvSpPr>
        <p:spPr>
          <a:xfrm>
            <a:off x="3716867" y="323789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6" name="TextBox 25">
            <a:extLst>
              <a:ext uri="{FF2B5EF4-FFF2-40B4-BE49-F238E27FC236}">
                <a16:creationId xmlns:a16="http://schemas.microsoft.com/office/drawing/2014/main" id="{4490D1A1-CD16-8762-F00D-4F8C0B30F895}"/>
              </a:ext>
            </a:extLst>
          </p:cNvPr>
          <p:cNvSpPr txBox="1"/>
          <p:nvPr/>
        </p:nvSpPr>
        <p:spPr>
          <a:xfrm>
            <a:off x="4715935" y="323789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27" name="TextBox 26">
            <a:extLst>
              <a:ext uri="{FF2B5EF4-FFF2-40B4-BE49-F238E27FC236}">
                <a16:creationId xmlns:a16="http://schemas.microsoft.com/office/drawing/2014/main" id="{0B9D9A48-87CD-21C9-1FE0-C39E63C38097}"/>
              </a:ext>
            </a:extLst>
          </p:cNvPr>
          <p:cNvSpPr txBox="1"/>
          <p:nvPr/>
        </p:nvSpPr>
        <p:spPr>
          <a:xfrm>
            <a:off x="5215469" y="323789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28" name="TextBox 27">
            <a:extLst>
              <a:ext uri="{FF2B5EF4-FFF2-40B4-BE49-F238E27FC236}">
                <a16:creationId xmlns:a16="http://schemas.microsoft.com/office/drawing/2014/main" id="{FC601DE5-A163-4940-4056-4BF00CB51FEC}"/>
              </a:ext>
            </a:extLst>
          </p:cNvPr>
          <p:cNvSpPr txBox="1"/>
          <p:nvPr/>
        </p:nvSpPr>
        <p:spPr>
          <a:xfrm>
            <a:off x="7213604" y="3237891"/>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29" name="TextBox 28">
            <a:extLst>
              <a:ext uri="{FF2B5EF4-FFF2-40B4-BE49-F238E27FC236}">
                <a16:creationId xmlns:a16="http://schemas.microsoft.com/office/drawing/2014/main" id="{6E5907EB-BD87-AD3E-4B05-90FDAF74C6D0}"/>
              </a:ext>
            </a:extLst>
          </p:cNvPr>
          <p:cNvSpPr txBox="1"/>
          <p:nvPr/>
        </p:nvSpPr>
        <p:spPr>
          <a:xfrm>
            <a:off x="3217333" y="3741226"/>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30" name="TextBox 29">
            <a:extLst>
              <a:ext uri="{FF2B5EF4-FFF2-40B4-BE49-F238E27FC236}">
                <a16:creationId xmlns:a16="http://schemas.microsoft.com/office/drawing/2014/main" id="{F48D6AE2-63E9-0FAC-AED4-9E1A467935A4}"/>
              </a:ext>
            </a:extLst>
          </p:cNvPr>
          <p:cNvSpPr txBox="1"/>
          <p:nvPr/>
        </p:nvSpPr>
        <p:spPr>
          <a:xfrm>
            <a:off x="3716867" y="374122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31" name="TextBox 30">
            <a:extLst>
              <a:ext uri="{FF2B5EF4-FFF2-40B4-BE49-F238E27FC236}">
                <a16:creationId xmlns:a16="http://schemas.microsoft.com/office/drawing/2014/main" id="{3BD23623-0612-E86A-6F70-FB9667F1FFFC}"/>
              </a:ext>
            </a:extLst>
          </p:cNvPr>
          <p:cNvSpPr txBox="1"/>
          <p:nvPr/>
        </p:nvSpPr>
        <p:spPr>
          <a:xfrm>
            <a:off x="5715003" y="3741226"/>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32" name="TextBox 31">
            <a:extLst>
              <a:ext uri="{FF2B5EF4-FFF2-40B4-BE49-F238E27FC236}">
                <a16:creationId xmlns:a16="http://schemas.microsoft.com/office/drawing/2014/main" id="{B0A15AB0-9E06-2FF0-9CCA-6000DDE22C7D}"/>
              </a:ext>
            </a:extLst>
          </p:cNvPr>
          <p:cNvSpPr txBox="1"/>
          <p:nvPr/>
        </p:nvSpPr>
        <p:spPr>
          <a:xfrm>
            <a:off x="6214537" y="3741226"/>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33" name="TextBox 32">
            <a:extLst>
              <a:ext uri="{FF2B5EF4-FFF2-40B4-BE49-F238E27FC236}">
                <a16:creationId xmlns:a16="http://schemas.microsoft.com/office/drawing/2014/main" id="{B67E7E13-70BE-06B3-9EED-0D7FDD43C2CC}"/>
              </a:ext>
            </a:extLst>
          </p:cNvPr>
          <p:cNvSpPr txBox="1"/>
          <p:nvPr/>
        </p:nvSpPr>
        <p:spPr>
          <a:xfrm>
            <a:off x="6714071" y="374122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34" name="TextBox 33">
            <a:extLst>
              <a:ext uri="{FF2B5EF4-FFF2-40B4-BE49-F238E27FC236}">
                <a16:creationId xmlns:a16="http://schemas.microsoft.com/office/drawing/2014/main" id="{4BF2B6B9-B80B-CF3A-9E4D-350A36C708CE}"/>
              </a:ext>
            </a:extLst>
          </p:cNvPr>
          <p:cNvSpPr txBox="1"/>
          <p:nvPr/>
        </p:nvSpPr>
        <p:spPr>
          <a:xfrm>
            <a:off x="7213604" y="3741226"/>
            <a:ext cx="462845" cy="584775"/>
          </a:xfrm>
          <a:prstGeom prst="rect">
            <a:avLst/>
          </a:prstGeom>
          <a:solidFill>
            <a:srgbClr val="92D050">
              <a:alpha val="30000"/>
            </a:srgbClr>
          </a:solidFill>
        </p:spPr>
        <p:txBody>
          <a:bodyPr wrap="square" rtlCol="0">
            <a:spAutoFit/>
          </a:bodyPr>
          <a:lstStyle/>
          <a:p>
            <a:pPr algn="ctr"/>
            <a:endParaRPr lang="en-US" sz="3200" dirty="0"/>
          </a:p>
        </p:txBody>
      </p:sp>
      <p:sp>
        <p:nvSpPr>
          <p:cNvPr id="35" name="TextBox 34">
            <a:extLst>
              <a:ext uri="{FF2B5EF4-FFF2-40B4-BE49-F238E27FC236}">
                <a16:creationId xmlns:a16="http://schemas.microsoft.com/office/drawing/2014/main" id="{CBD0E29A-400E-9D15-217B-FCEC129B01C4}"/>
              </a:ext>
            </a:extLst>
          </p:cNvPr>
          <p:cNvSpPr txBox="1"/>
          <p:nvPr/>
        </p:nvSpPr>
        <p:spPr>
          <a:xfrm>
            <a:off x="3217333" y="424456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36" name="TextBox 35">
            <a:extLst>
              <a:ext uri="{FF2B5EF4-FFF2-40B4-BE49-F238E27FC236}">
                <a16:creationId xmlns:a16="http://schemas.microsoft.com/office/drawing/2014/main" id="{53E46A29-495D-E164-27E3-C010351190B2}"/>
              </a:ext>
            </a:extLst>
          </p:cNvPr>
          <p:cNvSpPr txBox="1"/>
          <p:nvPr/>
        </p:nvSpPr>
        <p:spPr>
          <a:xfrm>
            <a:off x="4216401" y="4244561"/>
            <a:ext cx="462845" cy="584775"/>
          </a:xfrm>
          <a:prstGeom prst="rect">
            <a:avLst/>
          </a:prstGeom>
          <a:solidFill>
            <a:srgbClr val="FF0000">
              <a:alpha val="30000"/>
            </a:srgbClr>
          </a:solidFill>
        </p:spPr>
        <p:txBody>
          <a:bodyPr wrap="square" rtlCol="0">
            <a:spAutoFit/>
          </a:bodyPr>
          <a:lstStyle/>
          <a:p>
            <a:pPr algn="ctr"/>
            <a:r>
              <a:rPr lang="en-US" sz="3200" dirty="0"/>
              <a:t>3</a:t>
            </a:r>
          </a:p>
        </p:txBody>
      </p:sp>
      <p:sp>
        <p:nvSpPr>
          <p:cNvPr id="37" name="TextBox 36">
            <a:extLst>
              <a:ext uri="{FF2B5EF4-FFF2-40B4-BE49-F238E27FC236}">
                <a16:creationId xmlns:a16="http://schemas.microsoft.com/office/drawing/2014/main" id="{E9E90BBA-23AA-9F80-83C4-2F4B45A88A6B}"/>
              </a:ext>
            </a:extLst>
          </p:cNvPr>
          <p:cNvSpPr txBox="1"/>
          <p:nvPr/>
        </p:nvSpPr>
        <p:spPr>
          <a:xfrm>
            <a:off x="5715003" y="424456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38" name="TextBox 37">
            <a:extLst>
              <a:ext uri="{FF2B5EF4-FFF2-40B4-BE49-F238E27FC236}">
                <a16:creationId xmlns:a16="http://schemas.microsoft.com/office/drawing/2014/main" id="{8CC3D1E6-1473-46BA-7E22-C0D793275B75}"/>
              </a:ext>
            </a:extLst>
          </p:cNvPr>
          <p:cNvSpPr txBox="1"/>
          <p:nvPr/>
        </p:nvSpPr>
        <p:spPr>
          <a:xfrm>
            <a:off x="6214537" y="424456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39" name="TextBox 38">
            <a:extLst>
              <a:ext uri="{FF2B5EF4-FFF2-40B4-BE49-F238E27FC236}">
                <a16:creationId xmlns:a16="http://schemas.microsoft.com/office/drawing/2014/main" id="{223FCA17-8F92-9801-56AA-8416A26C1D14}"/>
              </a:ext>
            </a:extLst>
          </p:cNvPr>
          <p:cNvSpPr txBox="1"/>
          <p:nvPr/>
        </p:nvSpPr>
        <p:spPr>
          <a:xfrm>
            <a:off x="6714071" y="4244561"/>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40" name="TextBox 39">
            <a:extLst>
              <a:ext uri="{FF2B5EF4-FFF2-40B4-BE49-F238E27FC236}">
                <a16:creationId xmlns:a16="http://schemas.microsoft.com/office/drawing/2014/main" id="{6B1C6274-C135-CF8F-6597-732124E45A94}"/>
              </a:ext>
            </a:extLst>
          </p:cNvPr>
          <p:cNvSpPr txBox="1"/>
          <p:nvPr/>
        </p:nvSpPr>
        <p:spPr>
          <a:xfrm>
            <a:off x="7213604" y="424456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41" name="TextBox 40">
            <a:extLst>
              <a:ext uri="{FF2B5EF4-FFF2-40B4-BE49-F238E27FC236}">
                <a16:creationId xmlns:a16="http://schemas.microsoft.com/office/drawing/2014/main" id="{3385DD54-2ED6-4B3E-71DD-6A6718999307}"/>
              </a:ext>
            </a:extLst>
          </p:cNvPr>
          <p:cNvSpPr txBox="1"/>
          <p:nvPr/>
        </p:nvSpPr>
        <p:spPr>
          <a:xfrm>
            <a:off x="3217333" y="4747898"/>
            <a:ext cx="462845" cy="584775"/>
          </a:xfrm>
          <a:prstGeom prst="rect">
            <a:avLst/>
          </a:prstGeom>
          <a:solidFill>
            <a:srgbClr val="92D050">
              <a:alpha val="30000"/>
            </a:srgbClr>
          </a:solidFill>
        </p:spPr>
        <p:txBody>
          <a:bodyPr wrap="square" rtlCol="0">
            <a:spAutoFit/>
          </a:bodyPr>
          <a:lstStyle/>
          <a:p>
            <a:pPr algn="ctr"/>
            <a:endParaRPr lang="en-US" sz="3200" dirty="0"/>
          </a:p>
        </p:txBody>
      </p:sp>
      <p:sp>
        <p:nvSpPr>
          <p:cNvPr id="42" name="TextBox 41">
            <a:extLst>
              <a:ext uri="{FF2B5EF4-FFF2-40B4-BE49-F238E27FC236}">
                <a16:creationId xmlns:a16="http://schemas.microsoft.com/office/drawing/2014/main" id="{C752AF36-FAAA-5A2F-97BC-C2A50B57577B}"/>
              </a:ext>
            </a:extLst>
          </p:cNvPr>
          <p:cNvSpPr txBox="1"/>
          <p:nvPr/>
        </p:nvSpPr>
        <p:spPr>
          <a:xfrm>
            <a:off x="3716867" y="4747898"/>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43" name="TextBox 42">
            <a:extLst>
              <a:ext uri="{FF2B5EF4-FFF2-40B4-BE49-F238E27FC236}">
                <a16:creationId xmlns:a16="http://schemas.microsoft.com/office/drawing/2014/main" id="{37A7F5F6-A34C-85BA-FFB0-3FB90876C5D7}"/>
              </a:ext>
            </a:extLst>
          </p:cNvPr>
          <p:cNvSpPr txBox="1"/>
          <p:nvPr/>
        </p:nvSpPr>
        <p:spPr>
          <a:xfrm>
            <a:off x="4216401" y="4747898"/>
            <a:ext cx="462845" cy="584775"/>
          </a:xfrm>
          <a:prstGeom prst="rect">
            <a:avLst/>
          </a:prstGeom>
          <a:solidFill>
            <a:srgbClr val="FFC000">
              <a:alpha val="40000"/>
            </a:srgbClr>
          </a:solidFill>
        </p:spPr>
        <p:txBody>
          <a:bodyPr wrap="square" rtlCol="0">
            <a:spAutoFit/>
          </a:bodyPr>
          <a:lstStyle/>
          <a:p>
            <a:pPr algn="ctr"/>
            <a:endParaRPr lang="en-US" sz="3200" dirty="0"/>
          </a:p>
        </p:txBody>
      </p:sp>
    </p:spTree>
    <p:extLst>
      <p:ext uri="{BB962C8B-B14F-4D97-AF65-F5344CB8AC3E}">
        <p14:creationId xmlns:p14="http://schemas.microsoft.com/office/powerpoint/2010/main" val="109701246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821B95-456B-73CD-7232-BC5D787CCD8B}"/>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B2ABFF7D-C911-BB9E-CE19-B65E37EB29D7}"/>
              </a:ext>
            </a:extLst>
          </p:cNvPr>
          <p:cNvSpPr>
            <a:spLocks noGrp="1"/>
          </p:cNvSpPr>
          <p:nvPr>
            <p:ph sz="half" idx="1"/>
          </p:nvPr>
        </p:nvSpPr>
        <p:spPr/>
        <p:txBody>
          <a:bodyPr/>
          <a:lstStyle/>
          <a:p>
            <a:r>
              <a:rPr lang="en-US" dirty="0"/>
              <a:t>Continue.</a:t>
            </a:r>
          </a:p>
        </p:txBody>
      </p:sp>
      <p:pic>
        <p:nvPicPr>
          <p:cNvPr id="4" name="Picture 3" descr="A grid of sudoku puzzle&#10;&#10;Description automatically generated">
            <a:extLst>
              <a:ext uri="{FF2B5EF4-FFF2-40B4-BE49-F238E27FC236}">
                <a16:creationId xmlns:a16="http://schemas.microsoft.com/office/drawing/2014/main" id="{F9CE6046-CB3C-4501-B819-887A66992958}"/>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8FAFD98F-BE77-8E97-7328-5DED9A791E9A}"/>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C52147EA-C237-093B-A993-69FDEFBD708C}"/>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11D66A32-D7BA-75C4-3AC0-6578E6C127DD}"/>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1084BE6F-BCE1-0985-2E0B-92839CA94831}"/>
              </a:ext>
            </a:extLst>
          </p:cNvPr>
          <p:cNvSpPr txBox="1"/>
          <p:nvPr/>
        </p:nvSpPr>
        <p:spPr>
          <a:xfrm>
            <a:off x="4715935" y="1224551"/>
            <a:ext cx="462845" cy="584775"/>
          </a:xfrm>
          <a:prstGeom prst="rect">
            <a:avLst/>
          </a:prstGeom>
          <a:solidFill>
            <a:srgbClr val="92D050">
              <a:alpha val="30000"/>
            </a:srgbClr>
          </a:solidFill>
        </p:spPr>
        <p:txBody>
          <a:bodyPr wrap="square" rtlCol="0">
            <a:spAutoFit/>
          </a:bodyPr>
          <a:lstStyle/>
          <a:p>
            <a:pPr algn="ctr"/>
            <a:endParaRPr lang="en-US" sz="3200" dirty="0"/>
          </a:p>
        </p:txBody>
      </p:sp>
      <p:sp>
        <p:nvSpPr>
          <p:cNvPr id="8" name="TextBox 7">
            <a:extLst>
              <a:ext uri="{FF2B5EF4-FFF2-40B4-BE49-F238E27FC236}">
                <a16:creationId xmlns:a16="http://schemas.microsoft.com/office/drawing/2014/main" id="{CBD9D52E-C556-504B-0ADA-EBCF5A3C92DC}"/>
              </a:ext>
            </a:extLst>
          </p:cNvPr>
          <p:cNvSpPr txBox="1"/>
          <p:nvPr/>
        </p:nvSpPr>
        <p:spPr>
          <a:xfrm>
            <a:off x="6214537" y="122455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9" name="TextBox 8">
            <a:extLst>
              <a:ext uri="{FF2B5EF4-FFF2-40B4-BE49-F238E27FC236}">
                <a16:creationId xmlns:a16="http://schemas.microsoft.com/office/drawing/2014/main" id="{21329B8F-3C36-5A8F-131D-298F339E41F1}"/>
              </a:ext>
            </a:extLst>
          </p:cNvPr>
          <p:cNvSpPr txBox="1"/>
          <p:nvPr/>
        </p:nvSpPr>
        <p:spPr>
          <a:xfrm>
            <a:off x="6714071" y="1224551"/>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10" name="TextBox 9">
            <a:extLst>
              <a:ext uri="{FF2B5EF4-FFF2-40B4-BE49-F238E27FC236}">
                <a16:creationId xmlns:a16="http://schemas.microsoft.com/office/drawing/2014/main" id="{9E289D51-6D0A-A92A-AB0B-0648474CFEE2}"/>
              </a:ext>
            </a:extLst>
          </p:cNvPr>
          <p:cNvSpPr txBox="1"/>
          <p:nvPr/>
        </p:nvSpPr>
        <p:spPr>
          <a:xfrm>
            <a:off x="7213604" y="122455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11" name="TextBox 10">
            <a:extLst>
              <a:ext uri="{FF2B5EF4-FFF2-40B4-BE49-F238E27FC236}">
                <a16:creationId xmlns:a16="http://schemas.microsoft.com/office/drawing/2014/main" id="{CB52EA30-27BE-54AB-9E9C-D7BE6AEF6137}"/>
              </a:ext>
            </a:extLst>
          </p:cNvPr>
          <p:cNvSpPr txBox="1"/>
          <p:nvPr/>
        </p:nvSpPr>
        <p:spPr>
          <a:xfrm>
            <a:off x="6714071" y="721216"/>
            <a:ext cx="462845" cy="584775"/>
          </a:xfrm>
          <a:prstGeom prst="rect">
            <a:avLst/>
          </a:prstGeom>
          <a:solidFill>
            <a:srgbClr val="92D050">
              <a:alpha val="30000"/>
            </a:srgbClr>
          </a:solidFill>
        </p:spPr>
        <p:txBody>
          <a:bodyPr wrap="square" rtlCol="0">
            <a:spAutoFit/>
          </a:bodyPr>
          <a:lstStyle/>
          <a:p>
            <a:pPr algn="ctr"/>
            <a:endParaRPr lang="en-US" sz="3200" dirty="0"/>
          </a:p>
        </p:txBody>
      </p:sp>
      <p:sp>
        <p:nvSpPr>
          <p:cNvPr id="12" name="TextBox 11">
            <a:extLst>
              <a:ext uri="{FF2B5EF4-FFF2-40B4-BE49-F238E27FC236}">
                <a16:creationId xmlns:a16="http://schemas.microsoft.com/office/drawing/2014/main" id="{C4628F4B-011A-123F-8F22-29EADC6CAEBF}"/>
              </a:ext>
            </a:extLst>
          </p:cNvPr>
          <p:cNvSpPr txBox="1"/>
          <p:nvPr/>
        </p:nvSpPr>
        <p:spPr>
          <a:xfrm>
            <a:off x="7213604" y="721216"/>
            <a:ext cx="462845" cy="584775"/>
          </a:xfrm>
          <a:prstGeom prst="rect">
            <a:avLst/>
          </a:prstGeom>
          <a:solidFill>
            <a:srgbClr val="FF0000">
              <a:alpha val="30000"/>
            </a:srgbClr>
          </a:solidFill>
        </p:spPr>
        <p:txBody>
          <a:bodyPr wrap="square" rtlCol="0">
            <a:spAutoFit/>
          </a:bodyPr>
          <a:lstStyle/>
          <a:p>
            <a:pPr algn="ctr"/>
            <a:r>
              <a:rPr lang="en-US" sz="3200" dirty="0"/>
              <a:t>3</a:t>
            </a:r>
          </a:p>
        </p:txBody>
      </p:sp>
      <p:sp>
        <p:nvSpPr>
          <p:cNvPr id="13" name="TextBox 12">
            <a:extLst>
              <a:ext uri="{FF2B5EF4-FFF2-40B4-BE49-F238E27FC236}">
                <a16:creationId xmlns:a16="http://schemas.microsoft.com/office/drawing/2014/main" id="{25A35FBD-C127-6F46-0192-A64294A26677}"/>
              </a:ext>
            </a:extLst>
          </p:cNvPr>
          <p:cNvSpPr txBox="1"/>
          <p:nvPr/>
        </p:nvSpPr>
        <p:spPr>
          <a:xfrm>
            <a:off x="4216401" y="1727886"/>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14" name="TextBox 13">
            <a:extLst>
              <a:ext uri="{FF2B5EF4-FFF2-40B4-BE49-F238E27FC236}">
                <a16:creationId xmlns:a16="http://schemas.microsoft.com/office/drawing/2014/main" id="{6CBD1B45-65B2-9F0C-F861-E0296778EED2}"/>
              </a:ext>
            </a:extLst>
          </p:cNvPr>
          <p:cNvSpPr txBox="1"/>
          <p:nvPr/>
        </p:nvSpPr>
        <p:spPr>
          <a:xfrm>
            <a:off x="5215469" y="1727886"/>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15" name="TextBox 14">
            <a:extLst>
              <a:ext uri="{FF2B5EF4-FFF2-40B4-BE49-F238E27FC236}">
                <a16:creationId xmlns:a16="http://schemas.microsoft.com/office/drawing/2014/main" id="{9F592BE5-0D29-5C3A-9B50-30E4AF5E542D}"/>
              </a:ext>
            </a:extLst>
          </p:cNvPr>
          <p:cNvSpPr txBox="1"/>
          <p:nvPr/>
        </p:nvSpPr>
        <p:spPr>
          <a:xfrm>
            <a:off x="6214537" y="1727886"/>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16" name="TextBox 15">
            <a:extLst>
              <a:ext uri="{FF2B5EF4-FFF2-40B4-BE49-F238E27FC236}">
                <a16:creationId xmlns:a16="http://schemas.microsoft.com/office/drawing/2014/main" id="{91DE8FD5-9A17-0AA3-ED7F-DD65798E3DBB}"/>
              </a:ext>
            </a:extLst>
          </p:cNvPr>
          <p:cNvSpPr txBox="1"/>
          <p:nvPr/>
        </p:nvSpPr>
        <p:spPr>
          <a:xfrm>
            <a:off x="6714071" y="172788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17" name="TextBox 16">
            <a:extLst>
              <a:ext uri="{FF2B5EF4-FFF2-40B4-BE49-F238E27FC236}">
                <a16:creationId xmlns:a16="http://schemas.microsoft.com/office/drawing/2014/main" id="{9123A6BE-7D13-C259-1DE7-30ADCAB1FE93}"/>
              </a:ext>
            </a:extLst>
          </p:cNvPr>
          <p:cNvSpPr txBox="1"/>
          <p:nvPr/>
        </p:nvSpPr>
        <p:spPr>
          <a:xfrm>
            <a:off x="3716867" y="223122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18" name="TextBox 17">
            <a:extLst>
              <a:ext uri="{FF2B5EF4-FFF2-40B4-BE49-F238E27FC236}">
                <a16:creationId xmlns:a16="http://schemas.microsoft.com/office/drawing/2014/main" id="{20713EF0-BD62-2F72-7E25-2DF17D0DDF10}"/>
              </a:ext>
            </a:extLst>
          </p:cNvPr>
          <p:cNvSpPr txBox="1"/>
          <p:nvPr/>
        </p:nvSpPr>
        <p:spPr>
          <a:xfrm>
            <a:off x="5215469" y="2231221"/>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19" name="TextBox 18">
            <a:extLst>
              <a:ext uri="{FF2B5EF4-FFF2-40B4-BE49-F238E27FC236}">
                <a16:creationId xmlns:a16="http://schemas.microsoft.com/office/drawing/2014/main" id="{90F5415E-9523-0A9D-73F3-9354F97F9562}"/>
              </a:ext>
            </a:extLst>
          </p:cNvPr>
          <p:cNvSpPr txBox="1"/>
          <p:nvPr/>
        </p:nvSpPr>
        <p:spPr>
          <a:xfrm>
            <a:off x="5715003" y="2231221"/>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20" name="TextBox 19">
            <a:extLst>
              <a:ext uri="{FF2B5EF4-FFF2-40B4-BE49-F238E27FC236}">
                <a16:creationId xmlns:a16="http://schemas.microsoft.com/office/drawing/2014/main" id="{3D1DEAF6-5CE9-8328-FDCE-5A9D97B7968A}"/>
              </a:ext>
            </a:extLst>
          </p:cNvPr>
          <p:cNvSpPr txBox="1"/>
          <p:nvPr/>
        </p:nvSpPr>
        <p:spPr>
          <a:xfrm>
            <a:off x="6214537" y="223122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21" name="TextBox 20">
            <a:extLst>
              <a:ext uri="{FF2B5EF4-FFF2-40B4-BE49-F238E27FC236}">
                <a16:creationId xmlns:a16="http://schemas.microsoft.com/office/drawing/2014/main" id="{1FBE5C4F-6737-2A49-79A7-DBB065A8B9FD}"/>
              </a:ext>
            </a:extLst>
          </p:cNvPr>
          <p:cNvSpPr txBox="1"/>
          <p:nvPr/>
        </p:nvSpPr>
        <p:spPr>
          <a:xfrm>
            <a:off x="6714071" y="223122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2" name="TextBox 21">
            <a:extLst>
              <a:ext uri="{FF2B5EF4-FFF2-40B4-BE49-F238E27FC236}">
                <a16:creationId xmlns:a16="http://schemas.microsoft.com/office/drawing/2014/main" id="{FEFDFB38-9AC6-6375-D478-9F9355DCC6CB}"/>
              </a:ext>
            </a:extLst>
          </p:cNvPr>
          <p:cNvSpPr txBox="1"/>
          <p:nvPr/>
        </p:nvSpPr>
        <p:spPr>
          <a:xfrm>
            <a:off x="4216401" y="2734556"/>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23" name="TextBox 22">
            <a:extLst>
              <a:ext uri="{FF2B5EF4-FFF2-40B4-BE49-F238E27FC236}">
                <a16:creationId xmlns:a16="http://schemas.microsoft.com/office/drawing/2014/main" id="{22B6F401-7566-C63A-9B33-8AE7D3FE4CC5}"/>
              </a:ext>
            </a:extLst>
          </p:cNvPr>
          <p:cNvSpPr txBox="1"/>
          <p:nvPr/>
        </p:nvSpPr>
        <p:spPr>
          <a:xfrm>
            <a:off x="5215469" y="2734556"/>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4" name="TextBox 23">
            <a:extLst>
              <a:ext uri="{FF2B5EF4-FFF2-40B4-BE49-F238E27FC236}">
                <a16:creationId xmlns:a16="http://schemas.microsoft.com/office/drawing/2014/main" id="{99C133EC-ACB4-6702-1EB9-BBA0F7262930}"/>
              </a:ext>
            </a:extLst>
          </p:cNvPr>
          <p:cNvSpPr txBox="1"/>
          <p:nvPr/>
        </p:nvSpPr>
        <p:spPr>
          <a:xfrm>
            <a:off x="6714071" y="2734556"/>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25" name="TextBox 24">
            <a:extLst>
              <a:ext uri="{FF2B5EF4-FFF2-40B4-BE49-F238E27FC236}">
                <a16:creationId xmlns:a16="http://schemas.microsoft.com/office/drawing/2014/main" id="{8952FC61-4165-0FEC-D84F-6AFFF250742B}"/>
              </a:ext>
            </a:extLst>
          </p:cNvPr>
          <p:cNvSpPr txBox="1"/>
          <p:nvPr/>
        </p:nvSpPr>
        <p:spPr>
          <a:xfrm>
            <a:off x="3716867" y="323789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6" name="TextBox 25">
            <a:extLst>
              <a:ext uri="{FF2B5EF4-FFF2-40B4-BE49-F238E27FC236}">
                <a16:creationId xmlns:a16="http://schemas.microsoft.com/office/drawing/2014/main" id="{D045AA2A-28D9-B69E-470B-6C7F0575FCE1}"/>
              </a:ext>
            </a:extLst>
          </p:cNvPr>
          <p:cNvSpPr txBox="1"/>
          <p:nvPr/>
        </p:nvSpPr>
        <p:spPr>
          <a:xfrm>
            <a:off x="4715935" y="323789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27" name="TextBox 26">
            <a:extLst>
              <a:ext uri="{FF2B5EF4-FFF2-40B4-BE49-F238E27FC236}">
                <a16:creationId xmlns:a16="http://schemas.microsoft.com/office/drawing/2014/main" id="{29D53733-2163-6A29-6402-B3BD8C73704F}"/>
              </a:ext>
            </a:extLst>
          </p:cNvPr>
          <p:cNvSpPr txBox="1"/>
          <p:nvPr/>
        </p:nvSpPr>
        <p:spPr>
          <a:xfrm>
            <a:off x="5215469" y="323789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28" name="TextBox 27">
            <a:extLst>
              <a:ext uri="{FF2B5EF4-FFF2-40B4-BE49-F238E27FC236}">
                <a16:creationId xmlns:a16="http://schemas.microsoft.com/office/drawing/2014/main" id="{1BB88099-0A37-0859-9505-FD4FD2781CC8}"/>
              </a:ext>
            </a:extLst>
          </p:cNvPr>
          <p:cNvSpPr txBox="1"/>
          <p:nvPr/>
        </p:nvSpPr>
        <p:spPr>
          <a:xfrm>
            <a:off x="7213604" y="3237891"/>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29" name="TextBox 28">
            <a:extLst>
              <a:ext uri="{FF2B5EF4-FFF2-40B4-BE49-F238E27FC236}">
                <a16:creationId xmlns:a16="http://schemas.microsoft.com/office/drawing/2014/main" id="{B635032B-8579-5D4B-65A0-CEF619D2D1A1}"/>
              </a:ext>
            </a:extLst>
          </p:cNvPr>
          <p:cNvSpPr txBox="1"/>
          <p:nvPr/>
        </p:nvSpPr>
        <p:spPr>
          <a:xfrm>
            <a:off x="3217333" y="3741226"/>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30" name="TextBox 29">
            <a:extLst>
              <a:ext uri="{FF2B5EF4-FFF2-40B4-BE49-F238E27FC236}">
                <a16:creationId xmlns:a16="http://schemas.microsoft.com/office/drawing/2014/main" id="{F7529056-5C30-F420-F113-F88B098B7FA1}"/>
              </a:ext>
            </a:extLst>
          </p:cNvPr>
          <p:cNvSpPr txBox="1"/>
          <p:nvPr/>
        </p:nvSpPr>
        <p:spPr>
          <a:xfrm>
            <a:off x="3716867" y="374122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31" name="TextBox 30">
            <a:extLst>
              <a:ext uri="{FF2B5EF4-FFF2-40B4-BE49-F238E27FC236}">
                <a16:creationId xmlns:a16="http://schemas.microsoft.com/office/drawing/2014/main" id="{62FB814C-3B3C-E0C7-38BC-7E84283FD5DB}"/>
              </a:ext>
            </a:extLst>
          </p:cNvPr>
          <p:cNvSpPr txBox="1"/>
          <p:nvPr/>
        </p:nvSpPr>
        <p:spPr>
          <a:xfrm>
            <a:off x="5715003" y="3741226"/>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32" name="TextBox 31">
            <a:extLst>
              <a:ext uri="{FF2B5EF4-FFF2-40B4-BE49-F238E27FC236}">
                <a16:creationId xmlns:a16="http://schemas.microsoft.com/office/drawing/2014/main" id="{3CEA4B86-7800-996C-85B3-B9ACE5D24D73}"/>
              </a:ext>
            </a:extLst>
          </p:cNvPr>
          <p:cNvSpPr txBox="1"/>
          <p:nvPr/>
        </p:nvSpPr>
        <p:spPr>
          <a:xfrm>
            <a:off x="6214537" y="3741226"/>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33" name="TextBox 32">
            <a:extLst>
              <a:ext uri="{FF2B5EF4-FFF2-40B4-BE49-F238E27FC236}">
                <a16:creationId xmlns:a16="http://schemas.microsoft.com/office/drawing/2014/main" id="{D5BA6C3C-4132-F3D3-90E8-D2AF0A82DC2D}"/>
              </a:ext>
            </a:extLst>
          </p:cNvPr>
          <p:cNvSpPr txBox="1"/>
          <p:nvPr/>
        </p:nvSpPr>
        <p:spPr>
          <a:xfrm>
            <a:off x="6714071" y="374122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34" name="TextBox 33">
            <a:extLst>
              <a:ext uri="{FF2B5EF4-FFF2-40B4-BE49-F238E27FC236}">
                <a16:creationId xmlns:a16="http://schemas.microsoft.com/office/drawing/2014/main" id="{D507EF4C-81A8-DF47-CC92-469A277ADBDC}"/>
              </a:ext>
            </a:extLst>
          </p:cNvPr>
          <p:cNvSpPr txBox="1"/>
          <p:nvPr/>
        </p:nvSpPr>
        <p:spPr>
          <a:xfrm>
            <a:off x="7213604" y="3741226"/>
            <a:ext cx="462845" cy="584775"/>
          </a:xfrm>
          <a:prstGeom prst="rect">
            <a:avLst/>
          </a:prstGeom>
          <a:solidFill>
            <a:srgbClr val="92D050">
              <a:alpha val="30000"/>
            </a:srgbClr>
          </a:solidFill>
        </p:spPr>
        <p:txBody>
          <a:bodyPr wrap="square" rtlCol="0">
            <a:spAutoFit/>
          </a:bodyPr>
          <a:lstStyle/>
          <a:p>
            <a:pPr algn="ctr"/>
            <a:endParaRPr lang="en-US" sz="3200" dirty="0"/>
          </a:p>
        </p:txBody>
      </p:sp>
      <p:sp>
        <p:nvSpPr>
          <p:cNvPr id="35" name="TextBox 34">
            <a:extLst>
              <a:ext uri="{FF2B5EF4-FFF2-40B4-BE49-F238E27FC236}">
                <a16:creationId xmlns:a16="http://schemas.microsoft.com/office/drawing/2014/main" id="{40D44D48-85B8-9537-61B0-E6EEE77BF5C4}"/>
              </a:ext>
            </a:extLst>
          </p:cNvPr>
          <p:cNvSpPr txBox="1"/>
          <p:nvPr/>
        </p:nvSpPr>
        <p:spPr>
          <a:xfrm>
            <a:off x="3217333" y="424456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36" name="TextBox 35">
            <a:extLst>
              <a:ext uri="{FF2B5EF4-FFF2-40B4-BE49-F238E27FC236}">
                <a16:creationId xmlns:a16="http://schemas.microsoft.com/office/drawing/2014/main" id="{B5507D20-72DD-C6D9-9577-6ADC8AE92E48}"/>
              </a:ext>
            </a:extLst>
          </p:cNvPr>
          <p:cNvSpPr txBox="1"/>
          <p:nvPr/>
        </p:nvSpPr>
        <p:spPr>
          <a:xfrm>
            <a:off x="4216401" y="4244561"/>
            <a:ext cx="462845" cy="584775"/>
          </a:xfrm>
          <a:prstGeom prst="rect">
            <a:avLst/>
          </a:prstGeom>
          <a:solidFill>
            <a:srgbClr val="FF0000">
              <a:alpha val="30000"/>
            </a:srgbClr>
          </a:solidFill>
        </p:spPr>
        <p:txBody>
          <a:bodyPr wrap="square" rtlCol="0">
            <a:spAutoFit/>
          </a:bodyPr>
          <a:lstStyle/>
          <a:p>
            <a:pPr algn="ctr"/>
            <a:r>
              <a:rPr lang="en-US" sz="3200" dirty="0"/>
              <a:t>3</a:t>
            </a:r>
          </a:p>
        </p:txBody>
      </p:sp>
      <p:sp>
        <p:nvSpPr>
          <p:cNvPr id="37" name="TextBox 36">
            <a:extLst>
              <a:ext uri="{FF2B5EF4-FFF2-40B4-BE49-F238E27FC236}">
                <a16:creationId xmlns:a16="http://schemas.microsoft.com/office/drawing/2014/main" id="{55F54244-988F-7DAD-CF07-495B14542ACD}"/>
              </a:ext>
            </a:extLst>
          </p:cNvPr>
          <p:cNvSpPr txBox="1"/>
          <p:nvPr/>
        </p:nvSpPr>
        <p:spPr>
          <a:xfrm>
            <a:off x="5715003" y="424456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38" name="TextBox 37">
            <a:extLst>
              <a:ext uri="{FF2B5EF4-FFF2-40B4-BE49-F238E27FC236}">
                <a16:creationId xmlns:a16="http://schemas.microsoft.com/office/drawing/2014/main" id="{2B898738-AE89-9283-EDA8-FA0EDEA34CFC}"/>
              </a:ext>
            </a:extLst>
          </p:cNvPr>
          <p:cNvSpPr txBox="1"/>
          <p:nvPr/>
        </p:nvSpPr>
        <p:spPr>
          <a:xfrm>
            <a:off x="6214537" y="424456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39" name="TextBox 38">
            <a:extLst>
              <a:ext uri="{FF2B5EF4-FFF2-40B4-BE49-F238E27FC236}">
                <a16:creationId xmlns:a16="http://schemas.microsoft.com/office/drawing/2014/main" id="{3CBB84ED-A566-0FB8-8D12-B6423AEC0516}"/>
              </a:ext>
            </a:extLst>
          </p:cNvPr>
          <p:cNvSpPr txBox="1"/>
          <p:nvPr/>
        </p:nvSpPr>
        <p:spPr>
          <a:xfrm>
            <a:off x="6714071" y="4244561"/>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40" name="TextBox 39">
            <a:extLst>
              <a:ext uri="{FF2B5EF4-FFF2-40B4-BE49-F238E27FC236}">
                <a16:creationId xmlns:a16="http://schemas.microsoft.com/office/drawing/2014/main" id="{6A5FF10F-45BE-58BB-D7E5-FF5564D7A2FB}"/>
              </a:ext>
            </a:extLst>
          </p:cNvPr>
          <p:cNvSpPr txBox="1"/>
          <p:nvPr/>
        </p:nvSpPr>
        <p:spPr>
          <a:xfrm>
            <a:off x="7213604" y="424456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41" name="TextBox 40">
            <a:extLst>
              <a:ext uri="{FF2B5EF4-FFF2-40B4-BE49-F238E27FC236}">
                <a16:creationId xmlns:a16="http://schemas.microsoft.com/office/drawing/2014/main" id="{024E75E7-BA15-026D-AAF7-DAD4E7292A70}"/>
              </a:ext>
            </a:extLst>
          </p:cNvPr>
          <p:cNvSpPr txBox="1"/>
          <p:nvPr/>
        </p:nvSpPr>
        <p:spPr>
          <a:xfrm>
            <a:off x="3217333" y="4747898"/>
            <a:ext cx="462845" cy="584775"/>
          </a:xfrm>
          <a:prstGeom prst="rect">
            <a:avLst/>
          </a:prstGeom>
          <a:solidFill>
            <a:srgbClr val="92D050">
              <a:alpha val="30000"/>
            </a:srgbClr>
          </a:solidFill>
        </p:spPr>
        <p:txBody>
          <a:bodyPr wrap="square" rtlCol="0">
            <a:spAutoFit/>
          </a:bodyPr>
          <a:lstStyle/>
          <a:p>
            <a:pPr algn="ctr"/>
            <a:endParaRPr lang="en-US" sz="3200" dirty="0"/>
          </a:p>
        </p:txBody>
      </p:sp>
      <p:sp>
        <p:nvSpPr>
          <p:cNvPr id="42" name="TextBox 41">
            <a:extLst>
              <a:ext uri="{FF2B5EF4-FFF2-40B4-BE49-F238E27FC236}">
                <a16:creationId xmlns:a16="http://schemas.microsoft.com/office/drawing/2014/main" id="{C41FE92E-1445-FA45-81CE-EF1ADD670A43}"/>
              </a:ext>
            </a:extLst>
          </p:cNvPr>
          <p:cNvSpPr txBox="1"/>
          <p:nvPr/>
        </p:nvSpPr>
        <p:spPr>
          <a:xfrm>
            <a:off x="3716867" y="4747898"/>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43" name="TextBox 42">
            <a:extLst>
              <a:ext uri="{FF2B5EF4-FFF2-40B4-BE49-F238E27FC236}">
                <a16:creationId xmlns:a16="http://schemas.microsoft.com/office/drawing/2014/main" id="{A73527B9-35BF-4E58-AE8D-5D2FA50F38D0}"/>
              </a:ext>
            </a:extLst>
          </p:cNvPr>
          <p:cNvSpPr txBox="1"/>
          <p:nvPr/>
        </p:nvSpPr>
        <p:spPr>
          <a:xfrm>
            <a:off x="4216401" y="4747898"/>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44" name="TextBox 43">
            <a:extLst>
              <a:ext uri="{FF2B5EF4-FFF2-40B4-BE49-F238E27FC236}">
                <a16:creationId xmlns:a16="http://schemas.microsoft.com/office/drawing/2014/main" id="{6680C5D1-F865-E938-F55B-AC2862F05C1F}"/>
              </a:ext>
            </a:extLst>
          </p:cNvPr>
          <p:cNvSpPr txBox="1"/>
          <p:nvPr/>
        </p:nvSpPr>
        <p:spPr>
          <a:xfrm>
            <a:off x="7157158" y="1522145"/>
            <a:ext cx="570089" cy="230832"/>
          </a:xfrm>
          <a:prstGeom prst="rect">
            <a:avLst/>
          </a:prstGeom>
          <a:noFill/>
        </p:spPr>
        <p:txBody>
          <a:bodyPr wrap="square" rtlCol="0">
            <a:spAutoFit/>
          </a:bodyPr>
          <a:lstStyle/>
          <a:p>
            <a:pPr algn="ctr"/>
            <a:r>
              <a:rPr lang="en-US" sz="900" dirty="0"/>
              <a:t>457</a:t>
            </a:r>
          </a:p>
        </p:txBody>
      </p:sp>
      <p:sp>
        <p:nvSpPr>
          <p:cNvPr id="45" name="TextBox 44">
            <a:extLst>
              <a:ext uri="{FF2B5EF4-FFF2-40B4-BE49-F238E27FC236}">
                <a16:creationId xmlns:a16="http://schemas.microsoft.com/office/drawing/2014/main" id="{A938F3E7-5891-572B-A361-251D58FC4E02}"/>
              </a:ext>
            </a:extLst>
          </p:cNvPr>
          <p:cNvSpPr txBox="1"/>
          <p:nvPr/>
        </p:nvSpPr>
        <p:spPr>
          <a:xfrm>
            <a:off x="4143022" y="5028752"/>
            <a:ext cx="570089" cy="230832"/>
          </a:xfrm>
          <a:prstGeom prst="rect">
            <a:avLst/>
          </a:prstGeom>
          <a:noFill/>
        </p:spPr>
        <p:txBody>
          <a:bodyPr wrap="square" rtlCol="0">
            <a:spAutoFit/>
          </a:bodyPr>
          <a:lstStyle/>
          <a:p>
            <a:pPr algn="ctr"/>
            <a:r>
              <a:rPr lang="en-US" sz="900" dirty="0"/>
              <a:t>457</a:t>
            </a:r>
          </a:p>
        </p:txBody>
      </p:sp>
    </p:spTree>
    <p:extLst>
      <p:ext uri="{BB962C8B-B14F-4D97-AF65-F5344CB8AC3E}">
        <p14:creationId xmlns:p14="http://schemas.microsoft.com/office/powerpoint/2010/main" val="182298552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B794F4-3E4E-C332-1E4D-0E0AB053C5FC}"/>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46AC9AFB-F7E8-B350-E099-64D669280F65}"/>
              </a:ext>
            </a:extLst>
          </p:cNvPr>
          <p:cNvSpPr>
            <a:spLocks noGrp="1"/>
          </p:cNvSpPr>
          <p:nvPr>
            <p:ph sz="half" idx="1"/>
          </p:nvPr>
        </p:nvSpPr>
        <p:spPr/>
        <p:txBody>
          <a:bodyPr/>
          <a:lstStyle/>
          <a:p>
            <a:r>
              <a:rPr lang="en-US" dirty="0"/>
              <a:t>Continue.</a:t>
            </a:r>
          </a:p>
        </p:txBody>
      </p:sp>
      <p:pic>
        <p:nvPicPr>
          <p:cNvPr id="4" name="Picture 3" descr="A grid of sudoku puzzle&#10;&#10;Description automatically generated">
            <a:extLst>
              <a:ext uri="{FF2B5EF4-FFF2-40B4-BE49-F238E27FC236}">
                <a16:creationId xmlns:a16="http://schemas.microsoft.com/office/drawing/2014/main" id="{1CA8F495-26B3-75AC-8DC7-2A1D4434DA53}"/>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82D2BCDD-4148-40EA-177F-65A1E281BC1E}"/>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02C755D6-BC66-BEF9-42A9-9428865F07C9}"/>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3CB023CF-DD3E-3598-AF9A-9A16F0DC67D6}"/>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3F42A717-7825-369C-8DD0-1F3FA66473D0}"/>
              </a:ext>
            </a:extLst>
          </p:cNvPr>
          <p:cNvSpPr txBox="1"/>
          <p:nvPr/>
        </p:nvSpPr>
        <p:spPr>
          <a:xfrm>
            <a:off x="4715935" y="1224551"/>
            <a:ext cx="462845" cy="584775"/>
          </a:xfrm>
          <a:prstGeom prst="rect">
            <a:avLst/>
          </a:prstGeom>
          <a:solidFill>
            <a:srgbClr val="92D050">
              <a:alpha val="30000"/>
            </a:srgbClr>
          </a:solidFill>
        </p:spPr>
        <p:txBody>
          <a:bodyPr wrap="square" rtlCol="0">
            <a:spAutoFit/>
          </a:bodyPr>
          <a:lstStyle/>
          <a:p>
            <a:pPr algn="ctr"/>
            <a:endParaRPr lang="en-US" sz="3200" dirty="0"/>
          </a:p>
        </p:txBody>
      </p:sp>
      <p:sp>
        <p:nvSpPr>
          <p:cNvPr id="8" name="TextBox 7">
            <a:extLst>
              <a:ext uri="{FF2B5EF4-FFF2-40B4-BE49-F238E27FC236}">
                <a16:creationId xmlns:a16="http://schemas.microsoft.com/office/drawing/2014/main" id="{05B2B0D4-AFED-0755-F7F3-78B052D8B92F}"/>
              </a:ext>
            </a:extLst>
          </p:cNvPr>
          <p:cNvSpPr txBox="1"/>
          <p:nvPr/>
        </p:nvSpPr>
        <p:spPr>
          <a:xfrm>
            <a:off x="6214537" y="122455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9" name="TextBox 8">
            <a:extLst>
              <a:ext uri="{FF2B5EF4-FFF2-40B4-BE49-F238E27FC236}">
                <a16:creationId xmlns:a16="http://schemas.microsoft.com/office/drawing/2014/main" id="{8F581A16-DA6B-38F9-3337-C2183694B08D}"/>
              </a:ext>
            </a:extLst>
          </p:cNvPr>
          <p:cNvSpPr txBox="1"/>
          <p:nvPr/>
        </p:nvSpPr>
        <p:spPr>
          <a:xfrm>
            <a:off x="6714071" y="1224551"/>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10" name="TextBox 9">
            <a:extLst>
              <a:ext uri="{FF2B5EF4-FFF2-40B4-BE49-F238E27FC236}">
                <a16:creationId xmlns:a16="http://schemas.microsoft.com/office/drawing/2014/main" id="{CB9175F4-BCAD-44A1-A0DD-F47C6AACE9F2}"/>
              </a:ext>
            </a:extLst>
          </p:cNvPr>
          <p:cNvSpPr txBox="1"/>
          <p:nvPr/>
        </p:nvSpPr>
        <p:spPr>
          <a:xfrm>
            <a:off x="7213604" y="122455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11" name="TextBox 10">
            <a:extLst>
              <a:ext uri="{FF2B5EF4-FFF2-40B4-BE49-F238E27FC236}">
                <a16:creationId xmlns:a16="http://schemas.microsoft.com/office/drawing/2014/main" id="{5A8E9975-911A-D4DD-0BC4-B4F0E1F642CE}"/>
              </a:ext>
            </a:extLst>
          </p:cNvPr>
          <p:cNvSpPr txBox="1"/>
          <p:nvPr/>
        </p:nvSpPr>
        <p:spPr>
          <a:xfrm>
            <a:off x="6714071" y="721216"/>
            <a:ext cx="462845" cy="584775"/>
          </a:xfrm>
          <a:prstGeom prst="rect">
            <a:avLst/>
          </a:prstGeom>
          <a:solidFill>
            <a:srgbClr val="92D050">
              <a:alpha val="30000"/>
            </a:srgbClr>
          </a:solidFill>
        </p:spPr>
        <p:txBody>
          <a:bodyPr wrap="square" rtlCol="0">
            <a:spAutoFit/>
          </a:bodyPr>
          <a:lstStyle/>
          <a:p>
            <a:pPr algn="ctr"/>
            <a:endParaRPr lang="en-US" sz="3200" dirty="0"/>
          </a:p>
        </p:txBody>
      </p:sp>
      <p:sp>
        <p:nvSpPr>
          <p:cNvPr id="12" name="TextBox 11">
            <a:extLst>
              <a:ext uri="{FF2B5EF4-FFF2-40B4-BE49-F238E27FC236}">
                <a16:creationId xmlns:a16="http://schemas.microsoft.com/office/drawing/2014/main" id="{050B53CA-F830-33D7-EA16-329942E0C1E6}"/>
              </a:ext>
            </a:extLst>
          </p:cNvPr>
          <p:cNvSpPr txBox="1"/>
          <p:nvPr/>
        </p:nvSpPr>
        <p:spPr>
          <a:xfrm>
            <a:off x="7213604" y="721216"/>
            <a:ext cx="462845" cy="584775"/>
          </a:xfrm>
          <a:prstGeom prst="rect">
            <a:avLst/>
          </a:prstGeom>
          <a:solidFill>
            <a:srgbClr val="FF0000">
              <a:alpha val="30000"/>
            </a:srgbClr>
          </a:solidFill>
        </p:spPr>
        <p:txBody>
          <a:bodyPr wrap="square" rtlCol="0">
            <a:spAutoFit/>
          </a:bodyPr>
          <a:lstStyle/>
          <a:p>
            <a:pPr algn="ctr"/>
            <a:r>
              <a:rPr lang="en-US" sz="3200" dirty="0"/>
              <a:t>3</a:t>
            </a:r>
          </a:p>
        </p:txBody>
      </p:sp>
      <p:sp>
        <p:nvSpPr>
          <p:cNvPr id="13" name="TextBox 12">
            <a:extLst>
              <a:ext uri="{FF2B5EF4-FFF2-40B4-BE49-F238E27FC236}">
                <a16:creationId xmlns:a16="http://schemas.microsoft.com/office/drawing/2014/main" id="{5DA37502-AEBB-C6B5-8F98-6FDD26319B04}"/>
              </a:ext>
            </a:extLst>
          </p:cNvPr>
          <p:cNvSpPr txBox="1"/>
          <p:nvPr/>
        </p:nvSpPr>
        <p:spPr>
          <a:xfrm>
            <a:off x="4216401" y="1727886"/>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14" name="TextBox 13">
            <a:extLst>
              <a:ext uri="{FF2B5EF4-FFF2-40B4-BE49-F238E27FC236}">
                <a16:creationId xmlns:a16="http://schemas.microsoft.com/office/drawing/2014/main" id="{9DE96CD1-523E-0662-3480-7CD0814B9E5A}"/>
              </a:ext>
            </a:extLst>
          </p:cNvPr>
          <p:cNvSpPr txBox="1"/>
          <p:nvPr/>
        </p:nvSpPr>
        <p:spPr>
          <a:xfrm>
            <a:off x="5215469" y="1727886"/>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15" name="TextBox 14">
            <a:extLst>
              <a:ext uri="{FF2B5EF4-FFF2-40B4-BE49-F238E27FC236}">
                <a16:creationId xmlns:a16="http://schemas.microsoft.com/office/drawing/2014/main" id="{1ADC3C18-06ED-7C3E-BB4F-89D35DE262FE}"/>
              </a:ext>
            </a:extLst>
          </p:cNvPr>
          <p:cNvSpPr txBox="1"/>
          <p:nvPr/>
        </p:nvSpPr>
        <p:spPr>
          <a:xfrm>
            <a:off x="6214537" y="1727886"/>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16" name="TextBox 15">
            <a:extLst>
              <a:ext uri="{FF2B5EF4-FFF2-40B4-BE49-F238E27FC236}">
                <a16:creationId xmlns:a16="http://schemas.microsoft.com/office/drawing/2014/main" id="{B094E3D5-FD70-D08A-2436-5A89C3EC6328}"/>
              </a:ext>
            </a:extLst>
          </p:cNvPr>
          <p:cNvSpPr txBox="1"/>
          <p:nvPr/>
        </p:nvSpPr>
        <p:spPr>
          <a:xfrm>
            <a:off x="6714071" y="172788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17" name="TextBox 16">
            <a:extLst>
              <a:ext uri="{FF2B5EF4-FFF2-40B4-BE49-F238E27FC236}">
                <a16:creationId xmlns:a16="http://schemas.microsoft.com/office/drawing/2014/main" id="{A0A01F07-0E30-DD7A-6A7B-78A5C23DAA76}"/>
              </a:ext>
            </a:extLst>
          </p:cNvPr>
          <p:cNvSpPr txBox="1"/>
          <p:nvPr/>
        </p:nvSpPr>
        <p:spPr>
          <a:xfrm>
            <a:off x="3716867" y="223122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18" name="TextBox 17">
            <a:extLst>
              <a:ext uri="{FF2B5EF4-FFF2-40B4-BE49-F238E27FC236}">
                <a16:creationId xmlns:a16="http://schemas.microsoft.com/office/drawing/2014/main" id="{5CF873B6-85EA-9D70-52BE-5B7BBD2B0118}"/>
              </a:ext>
            </a:extLst>
          </p:cNvPr>
          <p:cNvSpPr txBox="1"/>
          <p:nvPr/>
        </p:nvSpPr>
        <p:spPr>
          <a:xfrm>
            <a:off x="5215469" y="2231221"/>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19" name="TextBox 18">
            <a:extLst>
              <a:ext uri="{FF2B5EF4-FFF2-40B4-BE49-F238E27FC236}">
                <a16:creationId xmlns:a16="http://schemas.microsoft.com/office/drawing/2014/main" id="{4258FEB8-CAD1-CF60-1034-1090A9B176AC}"/>
              </a:ext>
            </a:extLst>
          </p:cNvPr>
          <p:cNvSpPr txBox="1"/>
          <p:nvPr/>
        </p:nvSpPr>
        <p:spPr>
          <a:xfrm>
            <a:off x="5715003" y="2231221"/>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20" name="TextBox 19">
            <a:extLst>
              <a:ext uri="{FF2B5EF4-FFF2-40B4-BE49-F238E27FC236}">
                <a16:creationId xmlns:a16="http://schemas.microsoft.com/office/drawing/2014/main" id="{638BA916-FF43-8CC0-6D61-C2C2F4394E02}"/>
              </a:ext>
            </a:extLst>
          </p:cNvPr>
          <p:cNvSpPr txBox="1"/>
          <p:nvPr/>
        </p:nvSpPr>
        <p:spPr>
          <a:xfrm>
            <a:off x="6214537" y="223122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21" name="TextBox 20">
            <a:extLst>
              <a:ext uri="{FF2B5EF4-FFF2-40B4-BE49-F238E27FC236}">
                <a16:creationId xmlns:a16="http://schemas.microsoft.com/office/drawing/2014/main" id="{13401A87-27D3-A42A-B774-1A4B260AC325}"/>
              </a:ext>
            </a:extLst>
          </p:cNvPr>
          <p:cNvSpPr txBox="1"/>
          <p:nvPr/>
        </p:nvSpPr>
        <p:spPr>
          <a:xfrm>
            <a:off x="6714071" y="223122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2" name="TextBox 21">
            <a:extLst>
              <a:ext uri="{FF2B5EF4-FFF2-40B4-BE49-F238E27FC236}">
                <a16:creationId xmlns:a16="http://schemas.microsoft.com/office/drawing/2014/main" id="{680F2FF9-7B7F-B9AA-FC5D-64B36C67CD55}"/>
              </a:ext>
            </a:extLst>
          </p:cNvPr>
          <p:cNvSpPr txBox="1"/>
          <p:nvPr/>
        </p:nvSpPr>
        <p:spPr>
          <a:xfrm>
            <a:off x="4216401" y="2734556"/>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23" name="TextBox 22">
            <a:extLst>
              <a:ext uri="{FF2B5EF4-FFF2-40B4-BE49-F238E27FC236}">
                <a16:creationId xmlns:a16="http://schemas.microsoft.com/office/drawing/2014/main" id="{BAB4978B-5AE4-F6A6-40E7-A6E7A4B15964}"/>
              </a:ext>
            </a:extLst>
          </p:cNvPr>
          <p:cNvSpPr txBox="1"/>
          <p:nvPr/>
        </p:nvSpPr>
        <p:spPr>
          <a:xfrm>
            <a:off x="5215469" y="2734556"/>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4" name="TextBox 23">
            <a:extLst>
              <a:ext uri="{FF2B5EF4-FFF2-40B4-BE49-F238E27FC236}">
                <a16:creationId xmlns:a16="http://schemas.microsoft.com/office/drawing/2014/main" id="{A4C4E1C5-9540-4EE6-C00F-EF40FB9294C3}"/>
              </a:ext>
            </a:extLst>
          </p:cNvPr>
          <p:cNvSpPr txBox="1"/>
          <p:nvPr/>
        </p:nvSpPr>
        <p:spPr>
          <a:xfrm>
            <a:off x="6714071" y="2734556"/>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25" name="TextBox 24">
            <a:extLst>
              <a:ext uri="{FF2B5EF4-FFF2-40B4-BE49-F238E27FC236}">
                <a16:creationId xmlns:a16="http://schemas.microsoft.com/office/drawing/2014/main" id="{98C68AD4-C343-F549-F599-A110B108C221}"/>
              </a:ext>
            </a:extLst>
          </p:cNvPr>
          <p:cNvSpPr txBox="1"/>
          <p:nvPr/>
        </p:nvSpPr>
        <p:spPr>
          <a:xfrm>
            <a:off x="3716867" y="323789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6" name="TextBox 25">
            <a:extLst>
              <a:ext uri="{FF2B5EF4-FFF2-40B4-BE49-F238E27FC236}">
                <a16:creationId xmlns:a16="http://schemas.microsoft.com/office/drawing/2014/main" id="{00B913EA-EC7F-7481-D6B2-915799B99C57}"/>
              </a:ext>
            </a:extLst>
          </p:cNvPr>
          <p:cNvSpPr txBox="1"/>
          <p:nvPr/>
        </p:nvSpPr>
        <p:spPr>
          <a:xfrm>
            <a:off x="4715935" y="323789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27" name="TextBox 26">
            <a:extLst>
              <a:ext uri="{FF2B5EF4-FFF2-40B4-BE49-F238E27FC236}">
                <a16:creationId xmlns:a16="http://schemas.microsoft.com/office/drawing/2014/main" id="{855EE047-FC13-FD81-AD42-5CDC82A7E251}"/>
              </a:ext>
            </a:extLst>
          </p:cNvPr>
          <p:cNvSpPr txBox="1"/>
          <p:nvPr/>
        </p:nvSpPr>
        <p:spPr>
          <a:xfrm>
            <a:off x="5215469" y="323789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28" name="TextBox 27">
            <a:extLst>
              <a:ext uri="{FF2B5EF4-FFF2-40B4-BE49-F238E27FC236}">
                <a16:creationId xmlns:a16="http://schemas.microsoft.com/office/drawing/2014/main" id="{F845C4AF-09AE-76D7-8CAA-4D0C7D330421}"/>
              </a:ext>
            </a:extLst>
          </p:cNvPr>
          <p:cNvSpPr txBox="1"/>
          <p:nvPr/>
        </p:nvSpPr>
        <p:spPr>
          <a:xfrm>
            <a:off x="7213604" y="3237891"/>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29" name="TextBox 28">
            <a:extLst>
              <a:ext uri="{FF2B5EF4-FFF2-40B4-BE49-F238E27FC236}">
                <a16:creationId xmlns:a16="http://schemas.microsoft.com/office/drawing/2014/main" id="{9C3BB588-9A02-53CB-DC1E-47E23E1E9A8E}"/>
              </a:ext>
            </a:extLst>
          </p:cNvPr>
          <p:cNvSpPr txBox="1"/>
          <p:nvPr/>
        </p:nvSpPr>
        <p:spPr>
          <a:xfrm>
            <a:off x="3217333" y="3741226"/>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30" name="TextBox 29">
            <a:extLst>
              <a:ext uri="{FF2B5EF4-FFF2-40B4-BE49-F238E27FC236}">
                <a16:creationId xmlns:a16="http://schemas.microsoft.com/office/drawing/2014/main" id="{EA4A4BD1-B31B-896E-9643-02B1851F3E7C}"/>
              </a:ext>
            </a:extLst>
          </p:cNvPr>
          <p:cNvSpPr txBox="1"/>
          <p:nvPr/>
        </p:nvSpPr>
        <p:spPr>
          <a:xfrm>
            <a:off x="3716867" y="374122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31" name="TextBox 30">
            <a:extLst>
              <a:ext uri="{FF2B5EF4-FFF2-40B4-BE49-F238E27FC236}">
                <a16:creationId xmlns:a16="http://schemas.microsoft.com/office/drawing/2014/main" id="{78D7ED17-D9DD-E36D-7B58-6640862A4C66}"/>
              </a:ext>
            </a:extLst>
          </p:cNvPr>
          <p:cNvSpPr txBox="1"/>
          <p:nvPr/>
        </p:nvSpPr>
        <p:spPr>
          <a:xfrm>
            <a:off x="5715003" y="3741226"/>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32" name="TextBox 31">
            <a:extLst>
              <a:ext uri="{FF2B5EF4-FFF2-40B4-BE49-F238E27FC236}">
                <a16:creationId xmlns:a16="http://schemas.microsoft.com/office/drawing/2014/main" id="{C2C9CC3C-CB86-38F7-7CB3-2244D615D277}"/>
              </a:ext>
            </a:extLst>
          </p:cNvPr>
          <p:cNvSpPr txBox="1"/>
          <p:nvPr/>
        </p:nvSpPr>
        <p:spPr>
          <a:xfrm>
            <a:off x="6214537" y="3741226"/>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33" name="TextBox 32">
            <a:extLst>
              <a:ext uri="{FF2B5EF4-FFF2-40B4-BE49-F238E27FC236}">
                <a16:creationId xmlns:a16="http://schemas.microsoft.com/office/drawing/2014/main" id="{A9E7C8F9-E1A1-7A9D-836B-42A432CBA25B}"/>
              </a:ext>
            </a:extLst>
          </p:cNvPr>
          <p:cNvSpPr txBox="1"/>
          <p:nvPr/>
        </p:nvSpPr>
        <p:spPr>
          <a:xfrm>
            <a:off x="6714071" y="374122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34" name="TextBox 33">
            <a:extLst>
              <a:ext uri="{FF2B5EF4-FFF2-40B4-BE49-F238E27FC236}">
                <a16:creationId xmlns:a16="http://schemas.microsoft.com/office/drawing/2014/main" id="{88AA4F92-3153-70DB-DCC8-2D38EE88F4AA}"/>
              </a:ext>
            </a:extLst>
          </p:cNvPr>
          <p:cNvSpPr txBox="1"/>
          <p:nvPr/>
        </p:nvSpPr>
        <p:spPr>
          <a:xfrm>
            <a:off x="7213604" y="3741226"/>
            <a:ext cx="462845" cy="584775"/>
          </a:xfrm>
          <a:prstGeom prst="rect">
            <a:avLst/>
          </a:prstGeom>
          <a:solidFill>
            <a:srgbClr val="92D050">
              <a:alpha val="30000"/>
            </a:srgbClr>
          </a:solidFill>
        </p:spPr>
        <p:txBody>
          <a:bodyPr wrap="square" rtlCol="0">
            <a:spAutoFit/>
          </a:bodyPr>
          <a:lstStyle/>
          <a:p>
            <a:pPr algn="ctr"/>
            <a:endParaRPr lang="en-US" sz="3200" dirty="0"/>
          </a:p>
        </p:txBody>
      </p:sp>
      <p:sp>
        <p:nvSpPr>
          <p:cNvPr id="35" name="TextBox 34">
            <a:extLst>
              <a:ext uri="{FF2B5EF4-FFF2-40B4-BE49-F238E27FC236}">
                <a16:creationId xmlns:a16="http://schemas.microsoft.com/office/drawing/2014/main" id="{B12B4A46-D42A-025F-2FF7-0FC843150C7F}"/>
              </a:ext>
            </a:extLst>
          </p:cNvPr>
          <p:cNvSpPr txBox="1"/>
          <p:nvPr/>
        </p:nvSpPr>
        <p:spPr>
          <a:xfrm>
            <a:off x="3217333" y="424456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36" name="TextBox 35">
            <a:extLst>
              <a:ext uri="{FF2B5EF4-FFF2-40B4-BE49-F238E27FC236}">
                <a16:creationId xmlns:a16="http://schemas.microsoft.com/office/drawing/2014/main" id="{07CBF91D-F476-4EFC-6915-DED81FDD6106}"/>
              </a:ext>
            </a:extLst>
          </p:cNvPr>
          <p:cNvSpPr txBox="1"/>
          <p:nvPr/>
        </p:nvSpPr>
        <p:spPr>
          <a:xfrm>
            <a:off x="4216401" y="4244561"/>
            <a:ext cx="462845" cy="584775"/>
          </a:xfrm>
          <a:prstGeom prst="rect">
            <a:avLst/>
          </a:prstGeom>
          <a:solidFill>
            <a:srgbClr val="FF0000">
              <a:alpha val="30000"/>
            </a:srgbClr>
          </a:solidFill>
        </p:spPr>
        <p:txBody>
          <a:bodyPr wrap="square" rtlCol="0">
            <a:spAutoFit/>
          </a:bodyPr>
          <a:lstStyle/>
          <a:p>
            <a:pPr algn="ctr"/>
            <a:r>
              <a:rPr lang="en-US" sz="3200" dirty="0"/>
              <a:t>3</a:t>
            </a:r>
          </a:p>
        </p:txBody>
      </p:sp>
      <p:sp>
        <p:nvSpPr>
          <p:cNvPr id="37" name="TextBox 36">
            <a:extLst>
              <a:ext uri="{FF2B5EF4-FFF2-40B4-BE49-F238E27FC236}">
                <a16:creationId xmlns:a16="http://schemas.microsoft.com/office/drawing/2014/main" id="{2A4AD911-6F9C-C046-DEC3-2C9FFBF0BB17}"/>
              </a:ext>
            </a:extLst>
          </p:cNvPr>
          <p:cNvSpPr txBox="1"/>
          <p:nvPr/>
        </p:nvSpPr>
        <p:spPr>
          <a:xfrm>
            <a:off x="5715003" y="424456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38" name="TextBox 37">
            <a:extLst>
              <a:ext uri="{FF2B5EF4-FFF2-40B4-BE49-F238E27FC236}">
                <a16:creationId xmlns:a16="http://schemas.microsoft.com/office/drawing/2014/main" id="{2A101EE2-E52E-665D-9407-27D0AA55A190}"/>
              </a:ext>
            </a:extLst>
          </p:cNvPr>
          <p:cNvSpPr txBox="1"/>
          <p:nvPr/>
        </p:nvSpPr>
        <p:spPr>
          <a:xfrm>
            <a:off x="6214537" y="424456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39" name="TextBox 38">
            <a:extLst>
              <a:ext uri="{FF2B5EF4-FFF2-40B4-BE49-F238E27FC236}">
                <a16:creationId xmlns:a16="http://schemas.microsoft.com/office/drawing/2014/main" id="{D9DB5DD2-A88E-320E-A62C-B74E9D852566}"/>
              </a:ext>
            </a:extLst>
          </p:cNvPr>
          <p:cNvSpPr txBox="1"/>
          <p:nvPr/>
        </p:nvSpPr>
        <p:spPr>
          <a:xfrm>
            <a:off x="6714071" y="4244561"/>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40" name="TextBox 39">
            <a:extLst>
              <a:ext uri="{FF2B5EF4-FFF2-40B4-BE49-F238E27FC236}">
                <a16:creationId xmlns:a16="http://schemas.microsoft.com/office/drawing/2014/main" id="{FAF12C9F-32E1-4CF6-806A-F5583DDCB458}"/>
              </a:ext>
            </a:extLst>
          </p:cNvPr>
          <p:cNvSpPr txBox="1"/>
          <p:nvPr/>
        </p:nvSpPr>
        <p:spPr>
          <a:xfrm>
            <a:off x="7213604" y="424456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41" name="TextBox 40">
            <a:extLst>
              <a:ext uri="{FF2B5EF4-FFF2-40B4-BE49-F238E27FC236}">
                <a16:creationId xmlns:a16="http://schemas.microsoft.com/office/drawing/2014/main" id="{8FFE86BD-C938-5840-18D1-FE37F7219911}"/>
              </a:ext>
            </a:extLst>
          </p:cNvPr>
          <p:cNvSpPr txBox="1"/>
          <p:nvPr/>
        </p:nvSpPr>
        <p:spPr>
          <a:xfrm>
            <a:off x="3217333" y="4747898"/>
            <a:ext cx="462845" cy="584775"/>
          </a:xfrm>
          <a:prstGeom prst="rect">
            <a:avLst/>
          </a:prstGeom>
          <a:solidFill>
            <a:srgbClr val="92D050">
              <a:alpha val="30000"/>
            </a:srgbClr>
          </a:solidFill>
        </p:spPr>
        <p:txBody>
          <a:bodyPr wrap="square" rtlCol="0">
            <a:spAutoFit/>
          </a:bodyPr>
          <a:lstStyle/>
          <a:p>
            <a:pPr algn="ctr"/>
            <a:endParaRPr lang="en-US" sz="3200" dirty="0"/>
          </a:p>
        </p:txBody>
      </p:sp>
      <p:sp>
        <p:nvSpPr>
          <p:cNvPr id="42" name="TextBox 41">
            <a:extLst>
              <a:ext uri="{FF2B5EF4-FFF2-40B4-BE49-F238E27FC236}">
                <a16:creationId xmlns:a16="http://schemas.microsoft.com/office/drawing/2014/main" id="{83DB33A8-843B-FE0B-1D3E-F9D110672F75}"/>
              </a:ext>
            </a:extLst>
          </p:cNvPr>
          <p:cNvSpPr txBox="1"/>
          <p:nvPr/>
        </p:nvSpPr>
        <p:spPr>
          <a:xfrm>
            <a:off x="3716867" y="4747898"/>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43" name="TextBox 42">
            <a:extLst>
              <a:ext uri="{FF2B5EF4-FFF2-40B4-BE49-F238E27FC236}">
                <a16:creationId xmlns:a16="http://schemas.microsoft.com/office/drawing/2014/main" id="{207D90AF-8D25-72CB-F7B0-7B16BE01561A}"/>
              </a:ext>
            </a:extLst>
          </p:cNvPr>
          <p:cNvSpPr txBox="1"/>
          <p:nvPr/>
        </p:nvSpPr>
        <p:spPr>
          <a:xfrm>
            <a:off x="4216401" y="4747898"/>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44" name="TextBox 43">
            <a:extLst>
              <a:ext uri="{FF2B5EF4-FFF2-40B4-BE49-F238E27FC236}">
                <a16:creationId xmlns:a16="http://schemas.microsoft.com/office/drawing/2014/main" id="{53706DDB-FC2F-C191-F186-EBD331E1D1D3}"/>
              </a:ext>
            </a:extLst>
          </p:cNvPr>
          <p:cNvSpPr txBox="1"/>
          <p:nvPr/>
        </p:nvSpPr>
        <p:spPr>
          <a:xfrm>
            <a:off x="7157158" y="1522145"/>
            <a:ext cx="570089" cy="230832"/>
          </a:xfrm>
          <a:prstGeom prst="rect">
            <a:avLst/>
          </a:prstGeom>
          <a:noFill/>
        </p:spPr>
        <p:txBody>
          <a:bodyPr wrap="square" rtlCol="0">
            <a:spAutoFit/>
          </a:bodyPr>
          <a:lstStyle/>
          <a:p>
            <a:pPr algn="ctr"/>
            <a:r>
              <a:rPr lang="en-US" sz="900" dirty="0"/>
              <a:t>457</a:t>
            </a:r>
          </a:p>
        </p:txBody>
      </p:sp>
      <p:sp>
        <p:nvSpPr>
          <p:cNvPr id="45" name="TextBox 44">
            <a:extLst>
              <a:ext uri="{FF2B5EF4-FFF2-40B4-BE49-F238E27FC236}">
                <a16:creationId xmlns:a16="http://schemas.microsoft.com/office/drawing/2014/main" id="{554A45A6-2EBE-D595-7500-249880FAF765}"/>
              </a:ext>
            </a:extLst>
          </p:cNvPr>
          <p:cNvSpPr txBox="1"/>
          <p:nvPr/>
        </p:nvSpPr>
        <p:spPr>
          <a:xfrm>
            <a:off x="4143022" y="5028752"/>
            <a:ext cx="570089" cy="230832"/>
          </a:xfrm>
          <a:prstGeom prst="rect">
            <a:avLst/>
          </a:prstGeom>
          <a:noFill/>
        </p:spPr>
        <p:txBody>
          <a:bodyPr wrap="square" rtlCol="0">
            <a:spAutoFit/>
          </a:bodyPr>
          <a:lstStyle/>
          <a:p>
            <a:pPr algn="ctr"/>
            <a:r>
              <a:rPr lang="en-US" sz="900" dirty="0"/>
              <a:t>457</a:t>
            </a:r>
          </a:p>
        </p:txBody>
      </p:sp>
      <p:sp>
        <p:nvSpPr>
          <p:cNvPr id="46" name="TextBox 45">
            <a:extLst>
              <a:ext uri="{FF2B5EF4-FFF2-40B4-BE49-F238E27FC236}">
                <a16:creationId xmlns:a16="http://schemas.microsoft.com/office/drawing/2014/main" id="{0DE52997-7A1E-2CBC-24F1-81ECA288E60E}"/>
              </a:ext>
            </a:extLst>
          </p:cNvPr>
          <p:cNvSpPr txBox="1"/>
          <p:nvPr/>
        </p:nvSpPr>
        <p:spPr>
          <a:xfrm>
            <a:off x="6654802" y="1522145"/>
            <a:ext cx="570089" cy="230832"/>
          </a:xfrm>
          <a:prstGeom prst="rect">
            <a:avLst/>
          </a:prstGeom>
          <a:noFill/>
        </p:spPr>
        <p:txBody>
          <a:bodyPr wrap="square" rtlCol="0">
            <a:spAutoFit/>
          </a:bodyPr>
          <a:lstStyle/>
          <a:p>
            <a:pPr algn="ctr"/>
            <a:r>
              <a:rPr lang="en-US" sz="900" dirty="0"/>
              <a:t>456789</a:t>
            </a:r>
          </a:p>
        </p:txBody>
      </p:sp>
      <p:sp>
        <p:nvSpPr>
          <p:cNvPr id="47" name="TextBox 46">
            <a:extLst>
              <a:ext uri="{FF2B5EF4-FFF2-40B4-BE49-F238E27FC236}">
                <a16:creationId xmlns:a16="http://schemas.microsoft.com/office/drawing/2014/main" id="{FC81584D-E667-FCEE-EAB3-79F9395C07E3}"/>
              </a:ext>
            </a:extLst>
          </p:cNvPr>
          <p:cNvSpPr txBox="1"/>
          <p:nvPr/>
        </p:nvSpPr>
        <p:spPr>
          <a:xfrm>
            <a:off x="3640666" y="5028752"/>
            <a:ext cx="570089" cy="230832"/>
          </a:xfrm>
          <a:prstGeom prst="rect">
            <a:avLst/>
          </a:prstGeom>
          <a:noFill/>
        </p:spPr>
        <p:txBody>
          <a:bodyPr wrap="square" rtlCol="0">
            <a:spAutoFit/>
          </a:bodyPr>
          <a:lstStyle/>
          <a:p>
            <a:pPr algn="ctr"/>
            <a:r>
              <a:rPr lang="en-US" sz="900" dirty="0"/>
              <a:t>456789</a:t>
            </a:r>
          </a:p>
        </p:txBody>
      </p:sp>
    </p:spTree>
    <p:extLst>
      <p:ext uri="{BB962C8B-B14F-4D97-AF65-F5344CB8AC3E}">
        <p14:creationId xmlns:p14="http://schemas.microsoft.com/office/powerpoint/2010/main" val="371673575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5A8531D-A91E-D804-DBFC-9F3600200691}"/>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222C4E36-79AD-C9AB-6802-44D4BE4A0F1C}"/>
              </a:ext>
            </a:extLst>
          </p:cNvPr>
          <p:cNvSpPr>
            <a:spLocks noGrp="1"/>
          </p:cNvSpPr>
          <p:nvPr>
            <p:ph sz="half" idx="1"/>
          </p:nvPr>
        </p:nvSpPr>
        <p:spPr/>
        <p:txBody>
          <a:bodyPr/>
          <a:lstStyle/>
          <a:p>
            <a:r>
              <a:rPr lang="en-US" dirty="0"/>
              <a:t>Continue.</a:t>
            </a:r>
          </a:p>
        </p:txBody>
      </p:sp>
      <p:pic>
        <p:nvPicPr>
          <p:cNvPr id="4" name="Picture 3" descr="A grid of sudoku puzzle&#10;&#10;Description automatically generated">
            <a:extLst>
              <a:ext uri="{FF2B5EF4-FFF2-40B4-BE49-F238E27FC236}">
                <a16:creationId xmlns:a16="http://schemas.microsoft.com/office/drawing/2014/main" id="{9963C200-7828-8692-8BAF-93D3C415568C}"/>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2EA4FDF6-C442-638E-F594-52EA7A6E09EA}"/>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8E4A0C83-A291-9396-2F03-C9D3887D1405}"/>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4ABE6DED-8C21-0964-350D-21403FDC1184}"/>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DA7CD22E-9630-E0E6-526F-A618F1F9D08F}"/>
              </a:ext>
            </a:extLst>
          </p:cNvPr>
          <p:cNvSpPr txBox="1"/>
          <p:nvPr/>
        </p:nvSpPr>
        <p:spPr>
          <a:xfrm>
            <a:off x="4715935" y="1224551"/>
            <a:ext cx="462845" cy="584775"/>
          </a:xfrm>
          <a:prstGeom prst="rect">
            <a:avLst/>
          </a:prstGeom>
          <a:solidFill>
            <a:srgbClr val="92D050">
              <a:alpha val="30000"/>
            </a:srgbClr>
          </a:solidFill>
        </p:spPr>
        <p:txBody>
          <a:bodyPr wrap="square" rtlCol="0">
            <a:spAutoFit/>
          </a:bodyPr>
          <a:lstStyle/>
          <a:p>
            <a:pPr algn="ctr"/>
            <a:endParaRPr lang="en-US" sz="3200" dirty="0"/>
          </a:p>
        </p:txBody>
      </p:sp>
      <p:sp>
        <p:nvSpPr>
          <p:cNvPr id="8" name="TextBox 7">
            <a:extLst>
              <a:ext uri="{FF2B5EF4-FFF2-40B4-BE49-F238E27FC236}">
                <a16:creationId xmlns:a16="http://schemas.microsoft.com/office/drawing/2014/main" id="{FE498704-D8C3-A254-3E3C-44D940233953}"/>
              </a:ext>
            </a:extLst>
          </p:cNvPr>
          <p:cNvSpPr txBox="1"/>
          <p:nvPr/>
        </p:nvSpPr>
        <p:spPr>
          <a:xfrm>
            <a:off x="6214537" y="122455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9" name="TextBox 8">
            <a:extLst>
              <a:ext uri="{FF2B5EF4-FFF2-40B4-BE49-F238E27FC236}">
                <a16:creationId xmlns:a16="http://schemas.microsoft.com/office/drawing/2014/main" id="{25AE6C0B-5136-619C-BD41-EED6A3AC02D3}"/>
              </a:ext>
            </a:extLst>
          </p:cNvPr>
          <p:cNvSpPr txBox="1"/>
          <p:nvPr/>
        </p:nvSpPr>
        <p:spPr>
          <a:xfrm>
            <a:off x="6714071" y="1224551"/>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10" name="TextBox 9">
            <a:extLst>
              <a:ext uri="{FF2B5EF4-FFF2-40B4-BE49-F238E27FC236}">
                <a16:creationId xmlns:a16="http://schemas.microsoft.com/office/drawing/2014/main" id="{BC79AC8B-C66E-097E-DD8C-C906F2B53211}"/>
              </a:ext>
            </a:extLst>
          </p:cNvPr>
          <p:cNvSpPr txBox="1"/>
          <p:nvPr/>
        </p:nvSpPr>
        <p:spPr>
          <a:xfrm>
            <a:off x="7213604" y="122455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11" name="TextBox 10">
            <a:extLst>
              <a:ext uri="{FF2B5EF4-FFF2-40B4-BE49-F238E27FC236}">
                <a16:creationId xmlns:a16="http://schemas.microsoft.com/office/drawing/2014/main" id="{D1BFE98E-725A-2878-BFE5-0C36120C4CB4}"/>
              </a:ext>
            </a:extLst>
          </p:cNvPr>
          <p:cNvSpPr txBox="1"/>
          <p:nvPr/>
        </p:nvSpPr>
        <p:spPr>
          <a:xfrm>
            <a:off x="6714071" y="721216"/>
            <a:ext cx="462845" cy="584775"/>
          </a:xfrm>
          <a:prstGeom prst="rect">
            <a:avLst/>
          </a:prstGeom>
          <a:solidFill>
            <a:srgbClr val="92D050">
              <a:alpha val="30000"/>
            </a:srgbClr>
          </a:solidFill>
        </p:spPr>
        <p:txBody>
          <a:bodyPr wrap="square" rtlCol="0">
            <a:spAutoFit/>
          </a:bodyPr>
          <a:lstStyle/>
          <a:p>
            <a:pPr algn="ctr"/>
            <a:endParaRPr lang="en-US" sz="3200" dirty="0"/>
          </a:p>
        </p:txBody>
      </p:sp>
      <p:sp>
        <p:nvSpPr>
          <p:cNvPr id="12" name="TextBox 11">
            <a:extLst>
              <a:ext uri="{FF2B5EF4-FFF2-40B4-BE49-F238E27FC236}">
                <a16:creationId xmlns:a16="http://schemas.microsoft.com/office/drawing/2014/main" id="{2914B55E-BBC7-E7F6-216B-57070486D906}"/>
              </a:ext>
            </a:extLst>
          </p:cNvPr>
          <p:cNvSpPr txBox="1"/>
          <p:nvPr/>
        </p:nvSpPr>
        <p:spPr>
          <a:xfrm>
            <a:off x="7213604" y="721216"/>
            <a:ext cx="462845" cy="584775"/>
          </a:xfrm>
          <a:prstGeom prst="rect">
            <a:avLst/>
          </a:prstGeom>
          <a:solidFill>
            <a:srgbClr val="FF0000">
              <a:alpha val="30000"/>
            </a:srgbClr>
          </a:solidFill>
        </p:spPr>
        <p:txBody>
          <a:bodyPr wrap="square" rtlCol="0">
            <a:spAutoFit/>
          </a:bodyPr>
          <a:lstStyle/>
          <a:p>
            <a:pPr algn="ctr"/>
            <a:r>
              <a:rPr lang="en-US" sz="3200" dirty="0"/>
              <a:t>3</a:t>
            </a:r>
          </a:p>
        </p:txBody>
      </p:sp>
      <p:sp>
        <p:nvSpPr>
          <p:cNvPr id="13" name="TextBox 12">
            <a:extLst>
              <a:ext uri="{FF2B5EF4-FFF2-40B4-BE49-F238E27FC236}">
                <a16:creationId xmlns:a16="http://schemas.microsoft.com/office/drawing/2014/main" id="{F9BEEDBE-5D2B-202D-9545-21610F45219C}"/>
              </a:ext>
            </a:extLst>
          </p:cNvPr>
          <p:cNvSpPr txBox="1"/>
          <p:nvPr/>
        </p:nvSpPr>
        <p:spPr>
          <a:xfrm>
            <a:off x="4216401" y="1727886"/>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14" name="TextBox 13">
            <a:extLst>
              <a:ext uri="{FF2B5EF4-FFF2-40B4-BE49-F238E27FC236}">
                <a16:creationId xmlns:a16="http://schemas.microsoft.com/office/drawing/2014/main" id="{410F0383-0298-7C41-D7A0-5C8EE4DC9A33}"/>
              </a:ext>
            </a:extLst>
          </p:cNvPr>
          <p:cNvSpPr txBox="1"/>
          <p:nvPr/>
        </p:nvSpPr>
        <p:spPr>
          <a:xfrm>
            <a:off x="5215469" y="1727886"/>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15" name="TextBox 14">
            <a:extLst>
              <a:ext uri="{FF2B5EF4-FFF2-40B4-BE49-F238E27FC236}">
                <a16:creationId xmlns:a16="http://schemas.microsoft.com/office/drawing/2014/main" id="{C53BA077-3BB1-19A9-14C8-B40980F6B17F}"/>
              </a:ext>
            </a:extLst>
          </p:cNvPr>
          <p:cNvSpPr txBox="1"/>
          <p:nvPr/>
        </p:nvSpPr>
        <p:spPr>
          <a:xfrm>
            <a:off x="6214537" y="1727886"/>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16" name="TextBox 15">
            <a:extLst>
              <a:ext uri="{FF2B5EF4-FFF2-40B4-BE49-F238E27FC236}">
                <a16:creationId xmlns:a16="http://schemas.microsoft.com/office/drawing/2014/main" id="{8B1182BE-1F4A-258E-B79A-17D5181B2012}"/>
              </a:ext>
            </a:extLst>
          </p:cNvPr>
          <p:cNvSpPr txBox="1"/>
          <p:nvPr/>
        </p:nvSpPr>
        <p:spPr>
          <a:xfrm>
            <a:off x="6714071" y="172788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17" name="TextBox 16">
            <a:extLst>
              <a:ext uri="{FF2B5EF4-FFF2-40B4-BE49-F238E27FC236}">
                <a16:creationId xmlns:a16="http://schemas.microsoft.com/office/drawing/2014/main" id="{3325BDF7-9FC4-3FAE-63C9-F3916F1962F5}"/>
              </a:ext>
            </a:extLst>
          </p:cNvPr>
          <p:cNvSpPr txBox="1"/>
          <p:nvPr/>
        </p:nvSpPr>
        <p:spPr>
          <a:xfrm>
            <a:off x="3716867" y="223122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18" name="TextBox 17">
            <a:extLst>
              <a:ext uri="{FF2B5EF4-FFF2-40B4-BE49-F238E27FC236}">
                <a16:creationId xmlns:a16="http://schemas.microsoft.com/office/drawing/2014/main" id="{CFD027E6-8E80-8FB1-BAA6-C61DC8F0711C}"/>
              </a:ext>
            </a:extLst>
          </p:cNvPr>
          <p:cNvSpPr txBox="1"/>
          <p:nvPr/>
        </p:nvSpPr>
        <p:spPr>
          <a:xfrm>
            <a:off x="5215469" y="2231221"/>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19" name="TextBox 18">
            <a:extLst>
              <a:ext uri="{FF2B5EF4-FFF2-40B4-BE49-F238E27FC236}">
                <a16:creationId xmlns:a16="http://schemas.microsoft.com/office/drawing/2014/main" id="{256FEFEE-0FB4-2DD7-6410-2C7DFA6D247B}"/>
              </a:ext>
            </a:extLst>
          </p:cNvPr>
          <p:cNvSpPr txBox="1"/>
          <p:nvPr/>
        </p:nvSpPr>
        <p:spPr>
          <a:xfrm>
            <a:off x="5715003" y="2231221"/>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20" name="TextBox 19">
            <a:extLst>
              <a:ext uri="{FF2B5EF4-FFF2-40B4-BE49-F238E27FC236}">
                <a16:creationId xmlns:a16="http://schemas.microsoft.com/office/drawing/2014/main" id="{ABD24BFE-1E27-A957-58B0-4499C15E01D7}"/>
              </a:ext>
            </a:extLst>
          </p:cNvPr>
          <p:cNvSpPr txBox="1"/>
          <p:nvPr/>
        </p:nvSpPr>
        <p:spPr>
          <a:xfrm>
            <a:off x="6214537" y="223122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21" name="TextBox 20">
            <a:extLst>
              <a:ext uri="{FF2B5EF4-FFF2-40B4-BE49-F238E27FC236}">
                <a16:creationId xmlns:a16="http://schemas.microsoft.com/office/drawing/2014/main" id="{75235146-6405-1B97-4415-814A51877E83}"/>
              </a:ext>
            </a:extLst>
          </p:cNvPr>
          <p:cNvSpPr txBox="1"/>
          <p:nvPr/>
        </p:nvSpPr>
        <p:spPr>
          <a:xfrm>
            <a:off x="6714071" y="223122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2" name="TextBox 21">
            <a:extLst>
              <a:ext uri="{FF2B5EF4-FFF2-40B4-BE49-F238E27FC236}">
                <a16:creationId xmlns:a16="http://schemas.microsoft.com/office/drawing/2014/main" id="{1A0D1DEA-E72C-0E0F-456A-B9556C20C41F}"/>
              </a:ext>
            </a:extLst>
          </p:cNvPr>
          <p:cNvSpPr txBox="1"/>
          <p:nvPr/>
        </p:nvSpPr>
        <p:spPr>
          <a:xfrm>
            <a:off x="4216401" y="2734556"/>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23" name="TextBox 22">
            <a:extLst>
              <a:ext uri="{FF2B5EF4-FFF2-40B4-BE49-F238E27FC236}">
                <a16:creationId xmlns:a16="http://schemas.microsoft.com/office/drawing/2014/main" id="{891E8B22-322F-EE2D-F804-04796E2AA13A}"/>
              </a:ext>
            </a:extLst>
          </p:cNvPr>
          <p:cNvSpPr txBox="1"/>
          <p:nvPr/>
        </p:nvSpPr>
        <p:spPr>
          <a:xfrm>
            <a:off x="5215469" y="2734556"/>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4" name="TextBox 23">
            <a:extLst>
              <a:ext uri="{FF2B5EF4-FFF2-40B4-BE49-F238E27FC236}">
                <a16:creationId xmlns:a16="http://schemas.microsoft.com/office/drawing/2014/main" id="{039F8292-B252-F437-6591-09D74C57D4E8}"/>
              </a:ext>
            </a:extLst>
          </p:cNvPr>
          <p:cNvSpPr txBox="1"/>
          <p:nvPr/>
        </p:nvSpPr>
        <p:spPr>
          <a:xfrm>
            <a:off x="6714071" y="2734556"/>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25" name="TextBox 24">
            <a:extLst>
              <a:ext uri="{FF2B5EF4-FFF2-40B4-BE49-F238E27FC236}">
                <a16:creationId xmlns:a16="http://schemas.microsoft.com/office/drawing/2014/main" id="{0D6A199E-44DF-2471-91B6-5DF142BEAE28}"/>
              </a:ext>
            </a:extLst>
          </p:cNvPr>
          <p:cNvSpPr txBox="1"/>
          <p:nvPr/>
        </p:nvSpPr>
        <p:spPr>
          <a:xfrm>
            <a:off x="3716867" y="323789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6" name="TextBox 25">
            <a:extLst>
              <a:ext uri="{FF2B5EF4-FFF2-40B4-BE49-F238E27FC236}">
                <a16:creationId xmlns:a16="http://schemas.microsoft.com/office/drawing/2014/main" id="{1C68C904-19AE-2A2D-C5D9-A61C00C5C7C6}"/>
              </a:ext>
            </a:extLst>
          </p:cNvPr>
          <p:cNvSpPr txBox="1"/>
          <p:nvPr/>
        </p:nvSpPr>
        <p:spPr>
          <a:xfrm>
            <a:off x="4715935" y="323789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27" name="TextBox 26">
            <a:extLst>
              <a:ext uri="{FF2B5EF4-FFF2-40B4-BE49-F238E27FC236}">
                <a16:creationId xmlns:a16="http://schemas.microsoft.com/office/drawing/2014/main" id="{4EF9CF14-9014-EDA2-A944-B84FCD065A10}"/>
              </a:ext>
            </a:extLst>
          </p:cNvPr>
          <p:cNvSpPr txBox="1"/>
          <p:nvPr/>
        </p:nvSpPr>
        <p:spPr>
          <a:xfrm>
            <a:off x="5215469" y="323789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28" name="TextBox 27">
            <a:extLst>
              <a:ext uri="{FF2B5EF4-FFF2-40B4-BE49-F238E27FC236}">
                <a16:creationId xmlns:a16="http://schemas.microsoft.com/office/drawing/2014/main" id="{2472CE37-74E0-238D-9A9E-5BB80C9F5646}"/>
              </a:ext>
            </a:extLst>
          </p:cNvPr>
          <p:cNvSpPr txBox="1"/>
          <p:nvPr/>
        </p:nvSpPr>
        <p:spPr>
          <a:xfrm>
            <a:off x="7213604" y="3237891"/>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29" name="TextBox 28">
            <a:extLst>
              <a:ext uri="{FF2B5EF4-FFF2-40B4-BE49-F238E27FC236}">
                <a16:creationId xmlns:a16="http://schemas.microsoft.com/office/drawing/2014/main" id="{981780EC-4427-D945-5E2C-4A1F192C3831}"/>
              </a:ext>
            </a:extLst>
          </p:cNvPr>
          <p:cNvSpPr txBox="1"/>
          <p:nvPr/>
        </p:nvSpPr>
        <p:spPr>
          <a:xfrm>
            <a:off x="3217333" y="3741226"/>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30" name="TextBox 29">
            <a:extLst>
              <a:ext uri="{FF2B5EF4-FFF2-40B4-BE49-F238E27FC236}">
                <a16:creationId xmlns:a16="http://schemas.microsoft.com/office/drawing/2014/main" id="{B6B2BF7A-7F40-10C4-3D00-3A9F17947460}"/>
              </a:ext>
            </a:extLst>
          </p:cNvPr>
          <p:cNvSpPr txBox="1"/>
          <p:nvPr/>
        </p:nvSpPr>
        <p:spPr>
          <a:xfrm>
            <a:off x="3716867" y="374122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31" name="TextBox 30">
            <a:extLst>
              <a:ext uri="{FF2B5EF4-FFF2-40B4-BE49-F238E27FC236}">
                <a16:creationId xmlns:a16="http://schemas.microsoft.com/office/drawing/2014/main" id="{94E29467-BE6E-E6DD-D901-5A965BF208C4}"/>
              </a:ext>
            </a:extLst>
          </p:cNvPr>
          <p:cNvSpPr txBox="1"/>
          <p:nvPr/>
        </p:nvSpPr>
        <p:spPr>
          <a:xfrm>
            <a:off x="5715003" y="3741226"/>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32" name="TextBox 31">
            <a:extLst>
              <a:ext uri="{FF2B5EF4-FFF2-40B4-BE49-F238E27FC236}">
                <a16:creationId xmlns:a16="http://schemas.microsoft.com/office/drawing/2014/main" id="{31203448-6E7F-F13D-B4CF-7BE1A0219990}"/>
              </a:ext>
            </a:extLst>
          </p:cNvPr>
          <p:cNvSpPr txBox="1"/>
          <p:nvPr/>
        </p:nvSpPr>
        <p:spPr>
          <a:xfrm>
            <a:off x="6214537" y="3741226"/>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33" name="TextBox 32">
            <a:extLst>
              <a:ext uri="{FF2B5EF4-FFF2-40B4-BE49-F238E27FC236}">
                <a16:creationId xmlns:a16="http://schemas.microsoft.com/office/drawing/2014/main" id="{4F2A5CF1-7FC4-645B-BBDC-1DD86453664C}"/>
              </a:ext>
            </a:extLst>
          </p:cNvPr>
          <p:cNvSpPr txBox="1"/>
          <p:nvPr/>
        </p:nvSpPr>
        <p:spPr>
          <a:xfrm>
            <a:off x="6714071" y="374122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34" name="TextBox 33">
            <a:extLst>
              <a:ext uri="{FF2B5EF4-FFF2-40B4-BE49-F238E27FC236}">
                <a16:creationId xmlns:a16="http://schemas.microsoft.com/office/drawing/2014/main" id="{4871B46B-3FC6-E862-2E40-21D62D0B4B3D}"/>
              </a:ext>
            </a:extLst>
          </p:cNvPr>
          <p:cNvSpPr txBox="1"/>
          <p:nvPr/>
        </p:nvSpPr>
        <p:spPr>
          <a:xfrm>
            <a:off x="7213604" y="3741226"/>
            <a:ext cx="462845" cy="584775"/>
          </a:xfrm>
          <a:prstGeom prst="rect">
            <a:avLst/>
          </a:prstGeom>
          <a:solidFill>
            <a:srgbClr val="92D050">
              <a:alpha val="30000"/>
            </a:srgbClr>
          </a:solidFill>
        </p:spPr>
        <p:txBody>
          <a:bodyPr wrap="square" rtlCol="0">
            <a:spAutoFit/>
          </a:bodyPr>
          <a:lstStyle/>
          <a:p>
            <a:pPr algn="ctr"/>
            <a:endParaRPr lang="en-US" sz="3200" dirty="0"/>
          </a:p>
        </p:txBody>
      </p:sp>
      <p:sp>
        <p:nvSpPr>
          <p:cNvPr id="35" name="TextBox 34">
            <a:extLst>
              <a:ext uri="{FF2B5EF4-FFF2-40B4-BE49-F238E27FC236}">
                <a16:creationId xmlns:a16="http://schemas.microsoft.com/office/drawing/2014/main" id="{0010044B-105A-F3DF-57F1-7698C5ED701A}"/>
              </a:ext>
            </a:extLst>
          </p:cNvPr>
          <p:cNvSpPr txBox="1"/>
          <p:nvPr/>
        </p:nvSpPr>
        <p:spPr>
          <a:xfrm>
            <a:off x="3217333" y="424456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36" name="TextBox 35">
            <a:extLst>
              <a:ext uri="{FF2B5EF4-FFF2-40B4-BE49-F238E27FC236}">
                <a16:creationId xmlns:a16="http://schemas.microsoft.com/office/drawing/2014/main" id="{8EC053B6-E856-5C0E-5C6C-059BE8AAC447}"/>
              </a:ext>
            </a:extLst>
          </p:cNvPr>
          <p:cNvSpPr txBox="1"/>
          <p:nvPr/>
        </p:nvSpPr>
        <p:spPr>
          <a:xfrm>
            <a:off x="4216401" y="4244561"/>
            <a:ext cx="462845" cy="584775"/>
          </a:xfrm>
          <a:prstGeom prst="rect">
            <a:avLst/>
          </a:prstGeom>
          <a:solidFill>
            <a:srgbClr val="FF0000">
              <a:alpha val="30000"/>
            </a:srgbClr>
          </a:solidFill>
        </p:spPr>
        <p:txBody>
          <a:bodyPr wrap="square" rtlCol="0">
            <a:spAutoFit/>
          </a:bodyPr>
          <a:lstStyle/>
          <a:p>
            <a:pPr algn="ctr"/>
            <a:r>
              <a:rPr lang="en-US" sz="3200" dirty="0"/>
              <a:t>3</a:t>
            </a:r>
          </a:p>
        </p:txBody>
      </p:sp>
      <p:sp>
        <p:nvSpPr>
          <p:cNvPr id="37" name="TextBox 36">
            <a:extLst>
              <a:ext uri="{FF2B5EF4-FFF2-40B4-BE49-F238E27FC236}">
                <a16:creationId xmlns:a16="http://schemas.microsoft.com/office/drawing/2014/main" id="{6DCA14E7-0791-0F83-8112-63DEF9144E53}"/>
              </a:ext>
            </a:extLst>
          </p:cNvPr>
          <p:cNvSpPr txBox="1"/>
          <p:nvPr/>
        </p:nvSpPr>
        <p:spPr>
          <a:xfrm>
            <a:off x="5715003" y="424456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38" name="TextBox 37">
            <a:extLst>
              <a:ext uri="{FF2B5EF4-FFF2-40B4-BE49-F238E27FC236}">
                <a16:creationId xmlns:a16="http://schemas.microsoft.com/office/drawing/2014/main" id="{210D4BEE-BF75-6860-B7F3-655F860CBD7E}"/>
              </a:ext>
            </a:extLst>
          </p:cNvPr>
          <p:cNvSpPr txBox="1"/>
          <p:nvPr/>
        </p:nvSpPr>
        <p:spPr>
          <a:xfrm>
            <a:off x="6214537" y="424456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39" name="TextBox 38">
            <a:extLst>
              <a:ext uri="{FF2B5EF4-FFF2-40B4-BE49-F238E27FC236}">
                <a16:creationId xmlns:a16="http://schemas.microsoft.com/office/drawing/2014/main" id="{0D7C9BEF-BFEB-F7C0-13AE-0D069CC79018}"/>
              </a:ext>
            </a:extLst>
          </p:cNvPr>
          <p:cNvSpPr txBox="1"/>
          <p:nvPr/>
        </p:nvSpPr>
        <p:spPr>
          <a:xfrm>
            <a:off x="6714071" y="4244561"/>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40" name="TextBox 39">
            <a:extLst>
              <a:ext uri="{FF2B5EF4-FFF2-40B4-BE49-F238E27FC236}">
                <a16:creationId xmlns:a16="http://schemas.microsoft.com/office/drawing/2014/main" id="{BD8718B2-CBD4-40CB-8A35-AA8E3645545A}"/>
              </a:ext>
            </a:extLst>
          </p:cNvPr>
          <p:cNvSpPr txBox="1"/>
          <p:nvPr/>
        </p:nvSpPr>
        <p:spPr>
          <a:xfrm>
            <a:off x="7213604" y="424456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41" name="TextBox 40">
            <a:extLst>
              <a:ext uri="{FF2B5EF4-FFF2-40B4-BE49-F238E27FC236}">
                <a16:creationId xmlns:a16="http://schemas.microsoft.com/office/drawing/2014/main" id="{09A4E9D2-CF63-4EA9-F0A8-6383C70A7762}"/>
              </a:ext>
            </a:extLst>
          </p:cNvPr>
          <p:cNvSpPr txBox="1"/>
          <p:nvPr/>
        </p:nvSpPr>
        <p:spPr>
          <a:xfrm>
            <a:off x="3217333" y="4747898"/>
            <a:ext cx="462845" cy="584775"/>
          </a:xfrm>
          <a:prstGeom prst="rect">
            <a:avLst/>
          </a:prstGeom>
          <a:solidFill>
            <a:srgbClr val="92D050">
              <a:alpha val="30000"/>
            </a:srgbClr>
          </a:solidFill>
        </p:spPr>
        <p:txBody>
          <a:bodyPr wrap="square" rtlCol="0">
            <a:spAutoFit/>
          </a:bodyPr>
          <a:lstStyle/>
          <a:p>
            <a:pPr algn="ctr"/>
            <a:endParaRPr lang="en-US" sz="3200" dirty="0"/>
          </a:p>
        </p:txBody>
      </p:sp>
      <p:sp>
        <p:nvSpPr>
          <p:cNvPr id="42" name="TextBox 41">
            <a:extLst>
              <a:ext uri="{FF2B5EF4-FFF2-40B4-BE49-F238E27FC236}">
                <a16:creationId xmlns:a16="http://schemas.microsoft.com/office/drawing/2014/main" id="{EB1040C2-72DB-10F3-EA84-AB3D7390AF8C}"/>
              </a:ext>
            </a:extLst>
          </p:cNvPr>
          <p:cNvSpPr txBox="1"/>
          <p:nvPr/>
        </p:nvSpPr>
        <p:spPr>
          <a:xfrm>
            <a:off x="3716867" y="4747898"/>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43" name="TextBox 42">
            <a:extLst>
              <a:ext uri="{FF2B5EF4-FFF2-40B4-BE49-F238E27FC236}">
                <a16:creationId xmlns:a16="http://schemas.microsoft.com/office/drawing/2014/main" id="{2B3F8D8B-ACCF-71AD-5DB0-6B7C1F0F9FE5}"/>
              </a:ext>
            </a:extLst>
          </p:cNvPr>
          <p:cNvSpPr txBox="1"/>
          <p:nvPr/>
        </p:nvSpPr>
        <p:spPr>
          <a:xfrm>
            <a:off x="4216401" y="4747898"/>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44" name="TextBox 43">
            <a:extLst>
              <a:ext uri="{FF2B5EF4-FFF2-40B4-BE49-F238E27FC236}">
                <a16:creationId xmlns:a16="http://schemas.microsoft.com/office/drawing/2014/main" id="{D3E850A7-39A4-5CF5-EEE9-C169C0BF2858}"/>
              </a:ext>
            </a:extLst>
          </p:cNvPr>
          <p:cNvSpPr txBox="1"/>
          <p:nvPr/>
        </p:nvSpPr>
        <p:spPr>
          <a:xfrm>
            <a:off x="7157158" y="1522145"/>
            <a:ext cx="570089" cy="230832"/>
          </a:xfrm>
          <a:prstGeom prst="rect">
            <a:avLst/>
          </a:prstGeom>
          <a:noFill/>
        </p:spPr>
        <p:txBody>
          <a:bodyPr wrap="square" rtlCol="0">
            <a:spAutoFit/>
          </a:bodyPr>
          <a:lstStyle/>
          <a:p>
            <a:pPr algn="ctr"/>
            <a:r>
              <a:rPr lang="en-US" sz="900" dirty="0"/>
              <a:t>457</a:t>
            </a:r>
          </a:p>
        </p:txBody>
      </p:sp>
      <p:sp>
        <p:nvSpPr>
          <p:cNvPr id="45" name="TextBox 44">
            <a:extLst>
              <a:ext uri="{FF2B5EF4-FFF2-40B4-BE49-F238E27FC236}">
                <a16:creationId xmlns:a16="http://schemas.microsoft.com/office/drawing/2014/main" id="{6A722782-4BFC-6232-DF60-49CCFF97130F}"/>
              </a:ext>
            </a:extLst>
          </p:cNvPr>
          <p:cNvSpPr txBox="1"/>
          <p:nvPr/>
        </p:nvSpPr>
        <p:spPr>
          <a:xfrm>
            <a:off x="4143022" y="5028752"/>
            <a:ext cx="570089" cy="230832"/>
          </a:xfrm>
          <a:prstGeom prst="rect">
            <a:avLst/>
          </a:prstGeom>
          <a:noFill/>
        </p:spPr>
        <p:txBody>
          <a:bodyPr wrap="square" rtlCol="0">
            <a:spAutoFit/>
          </a:bodyPr>
          <a:lstStyle/>
          <a:p>
            <a:pPr algn="ctr"/>
            <a:r>
              <a:rPr lang="en-US" sz="900" dirty="0"/>
              <a:t>457</a:t>
            </a:r>
          </a:p>
        </p:txBody>
      </p:sp>
      <p:sp>
        <p:nvSpPr>
          <p:cNvPr id="46" name="TextBox 45">
            <a:extLst>
              <a:ext uri="{FF2B5EF4-FFF2-40B4-BE49-F238E27FC236}">
                <a16:creationId xmlns:a16="http://schemas.microsoft.com/office/drawing/2014/main" id="{C8CAD166-6E70-3E8B-6E75-F3C32F29FC87}"/>
              </a:ext>
            </a:extLst>
          </p:cNvPr>
          <p:cNvSpPr txBox="1"/>
          <p:nvPr/>
        </p:nvSpPr>
        <p:spPr>
          <a:xfrm>
            <a:off x="6654802" y="1522145"/>
            <a:ext cx="570089" cy="230832"/>
          </a:xfrm>
          <a:prstGeom prst="rect">
            <a:avLst/>
          </a:prstGeom>
          <a:noFill/>
        </p:spPr>
        <p:txBody>
          <a:bodyPr wrap="square" rtlCol="0">
            <a:spAutoFit/>
          </a:bodyPr>
          <a:lstStyle/>
          <a:p>
            <a:pPr algn="ctr"/>
            <a:r>
              <a:rPr lang="en-US" sz="900" dirty="0"/>
              <a:t>456789</a:t>
            </a:r>
          </a:p>
        </p:txBody>
      </p:sp>
      <p:sp>
        <p:nvSpPr>
          <p:cNvPr id="47" name="TextBox 46">
            <a:extLst>
              <a:ext uri="{FF2B5EF4-FFF2-40B4-BE49-F238E27FC236}">
                <a16:creationId xmlns:a16="http://schemas.microsoft.com/office/drawing/2014/main" id="{E66968A5-52E4-2A0C-FD48-CE1887D07169}"/>
              </a:ext>
            </a:extLst>
          </p:cNvPr>
          <p:cNvSpPr txBox="1"/>
          <p:nvPr/>
        </p:nvSpPr>
        <p:spPr>
          <a:xfrm>
            <a:off x="3640666" y="5028752"/>
            <a:ext cx="570089" cy="230832"/>
          </a:xfrm>
          <a:prstGeom prst="rect">
            <a:avLst/>
          </a:prstGeom>
          <a:noFill/>
        </p:spPr>
        <p:txBody>
          <a:bodyPr wrap="square" rtlCol="0">
            <a:spAutoFit/>
          </a:bodyPr>
          <a:lstStyle/>
          <a:p>
            <a:pPr algn="ctr"/>
            <a:r>
              <a:rPr lang="en-US" sz="900" dirty="0"/>
              <a:t>456789</a:t>
            </a:r>
          </a:p>
        </p:txBody>
      </p:sp>
      <p:sp>
        <p:nvSpPr>
          <p:cNvPr id="48" name="TextBox 47">
            <a:extLst>
              <a:ext uri="{FF2B5EF4-FFF2-40B4-BE49-F238E27FC236}">
                <a16:creationId xmlns:a16="http://schemas.microsoft.com/office/drawing/2014/main" id="{475DD7EF-B405-1455-7053-726486DEC422}"/>
              </a:ext>
            </a:extLst>
          </p:cNvPr>
          <p:cNvSpPr txBox="1"/>
          <p:nvPr/>
        </p:nvSpPr>
        <p:spPr>
          <a:xfrm>
            <a:off x="6654802" y="772726"/>
            <a:ext cx="570089" cy="230832"/>
          </a:xfrm>
          <a:prstGeom prst="rect">
            <a:avLst/>
          </a:prstGeom>
          <a:noFill/>
        </p:spPr>
        <p:txBody>
          <a:bodyPr wrap="square" rtlCol="0">
            <a:spAutoFit/>
          </a:bodyPr>
          <a:lstStyle/>
          <a:p>
            <a:pPr algn="ctr"/>
            <a:r>
              <a:rPr lang="en-US" sz="900" dirty="0"/>
              <a:t>489</a:t>
            </a:r>
          </a:p>
        </p:txBody>
      </p:sp>
      <p:sp>
        <p:nvSpPr>
          <p:cNvPr id="49" name="TextBox 48">
            <a:extLst>
              <a:ext uri="{FF2B5EF4-FFF2-40B4-BE49-F238E27FC236}">
                <a16:creationId xmlns:a16="http://schemas.microsoft.com/office/drawing/2014/main" id="{A8F5066A-B775-3027-61EC-B699777092EF}"/>
              </a:ext>
            </a:extLst>
          </p:cNvPr>
          <p:cNvSpPr txBox="1"/>
          <p:nvPr/>
        </p:nvSpPr>
        <p:spPr>
          <a:xfrm>
            <a:off x="3138310" y="5028752"/>
            <a:ext cx="570089" cy="230832"/>
          </a:xfrm>
          <a:prstGeom prst="rect">
            <a:avLst/>
          </a:prstGeom>
          <a:noFill/>
        </p:spPr>
        <p:txBody>
          <a:bodyPr wrap="square" rtlCol="0">
            <a:spAutoFit/>
          </a:bodyPr>
          <a:lstStyle/>
          <a:p>
            <a:pPr algn="ctr"/>
            <a:r>
              <a:rPr lang="en-US" sz="900" dirty="0"/>
              <a:t>489</a:t>
            </a:r>
          </a:p>
        </p:txBody>
      </p:sp>
    </p:spTree>
    <p:extLst>
      <p:ext uri="{BB962C8B-B14F-4D97-AF65-F5344CB8AC3E}">
        <p14:creationId xmlns:p14="http://schemas.microsoft.com/office/powerpoint/2010/main" val="106927671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3656CD-5EE6-1B13-1C0F-A53EF0EC08A7}"/>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9BD92D4A-E895-3049-E5CB-2B775A632EB0}"/>
              </a:ext>
            </a:extLst>
          </p:cNvPr>
          <p:cNvSpPr>
            <a:spLocks noGrp="1"/>
          </p:cNvSpPr>
          <p:nvPr>
            <p:ph sz="half" idx="1"/>
          </p:nvPr>
        </p:nvSpPr>
        <p:spPr/>
        <p:txBody>
          <a:bodyPr/>
          <a:lstStyle/>
          <a:p>
            <a:r>
              <a:rPr lang="en-US" dirty="0"/>
              <a:t>Continue.</a:t>
            </a:r>
          </a:p>
        </p:txBody>
      </p:sp>
      <p:pic>
        <p:nvPicPr>
          <p:cNvPr id="4" name="Picture 3" descr="A grid of sudoku puzzle&#10;&#10;Description automatically generated">
            <a:extLst>
              <a:ext uri="{FF2B5EF4-FFF2-40B4-BE49-F238E27FC236}">
                <a16:creationId xmlns:a16="http://schemas.microsoft.com/office/drawing/2014/main" id="{935728CF-BDEC-1D1C-0176-6BFD0EB41A62}"/>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09261567-C753-5EBC-FFFA-55E39F4A5F95}"/>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4389B0AE-33EE-A657-21D3-6309C44FF9EE}"/>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5242E814-861B-1E57-1D8D-041A209667C8}"/>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3B67C5BA-0A23-0BCD-2815-748A9B5AC2DE}"/>
              </a:ext>
            </a:extLst>
          </p:cNvPr>
          <p:cNvSpPr txBox="1"/>
          <p:nvPr/>
        </p:nvSpPr>
        <p:spPr>
          <a:xfrm>
            <a:off x="4715935" y="1224551"/>
            <a:ext cx="462845" cy="584775"/>
          </a:xfrm>
          <a:prstGeom prst="rect">
            <a:avLst/>
          </a:prstGeom>
          <a:solidFill>
            <a:srgbClr val="92D050">
              <a:alpha val="30000"/>
            </a:srgbClr>
          </a:solidFill>
        </p:spPr>
        <p:txBody>
          <a:bodyPr wrap="square" rtlCol="0">
            <a:spAutoFit/>
          </a:bodyPr>
          <a:lstStyle/>
          <a:p>
            <a:pPr algn="ctr"/>
            <a:endParaRPr lang="en-US" sz="3200" dirty="0"/>
          </a:p>
        </p:txBody>
      </p:sp>
      <p:sp>
        <p:nvSpPr>
          <p:cNvPr id="8" name="TextBox 7">
            <a:extLst>
              <a:ext uri="{FF2B5EF4-FFF2-40B4-BE49-F238E27FC236}">
                <a16:creationId xmlns:a16="http://schemas.microsoft.com/office/drawing/2014/main" id="{1EDA5355-9552-1840-15F0-2A42869D1FFC}"/>
              </a:ext>
            </a:extLst>
          </p:cNvPr>
          <p:cNvSpPr txBox="1"/>
          <p:nvPr/>
        </p:nvSpPr>
        <p:spPr>
          <a:xfrm>
            <a:off x="6214537" y="122455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9" name="TextBox 8">
            <a:extLst>
              <a:ext uri="{FF2B5EF4-FFF2-40B4-BE49-F238E27FC236}">
                <a16:creationId xmlns:a16="http://schemas.microsoft.com/office/drawing/2014/main" id="{AB94D4DA-E074-3F19-AC00-7490369AE689}"/>
              </a:ext>
            </a:extLst>
          </p:cNvPr>
          <p:cNvSpPr txBox="1"/>
          <p:nvPr/>
        </p:nvSpPr>
        <p:spPr>
          <a:xfrm>
            <a:off x="6714071" y="1224551"/>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10" name="TextBox 9">
            <a:extLst>
              <a:ext uri="{FF2B5EF4-FFF2-40B4-BE49-F238E27FC236}">
                <a16:creationId xmlns:a16="http://schemas.microsoft.com/office/drawing/2014/main" id="{397CA869-C9C4-E1DF-DED3-851161619162}"/>
              </a:ext>
            </a:extLst>
          </p:cNvPr>
          <p:cNvSpPr txBox="1"/>
          <p:nvPr/>
        </p:nvSpPr>
        <p:spPr>
          <a:xfrm>
            <a:off x="7213604" y="122455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11" name="TextBox 10">
            <a:extLst>
              <a:ext uri="{FF2B5EF4-FFF2-40B4-BE49-F238E27FC236}">
                <a16:creationId xmlns:a16="http://schemas.microsoft.com/office/drawing/2014/main" id="{E8ECB0D7-31DA-481B-51B2-C00CBBCC76F7}"/>
              </a:ext>
            </a:extLst>
          </p:cNvPr>
          <p:cNvSpPr txBox="1"/>
          <p:nvPr/>
        </p:nvSpPr>
        <p:spPr>
          <a:xfrm>
            <a:off x="6714071" y="721216"/>
            <a:ext cx="462845" cy="584775"/>
          </a:xfrm>
          <a:prstGeom prst="rect">
            <a:avLst/>
          </a:prstGeom>
          <a:solidFill>
            <a:srgbClr val="92D050">
              <a:alpha val="30000"/>
            </a:srgbClr>
          </a:solidFill>
        </p:spPr>
        <p:txBody>
          <a:bodyPr wrap="square" rtlCol="0">
            <a:spAutoFit/>
          </a:bodyPr>
          <a:lstStyle/>
          <a:p>
            <a:pPr algn="ctr"/>
            <a:endParaRPr lang="en-US" sz="3200" dirty="0"/>
          </a:p>
        </p:txBody>
      </p:sp>
      <p:sp>
        <p:nvSpPr>
          <p:cNvPr id="12" name="TextBox 11">
            <a:extLst>
              <a:ext uri="{FF2B5EF4-FFF2-40B4-BE49-F238E27FC236}">
                <a16:creationId xmlns:a16="http://schemas.microsoft.com/office/drawing/2014/main" id="{5A2DC25E-CA62-1656-24CC-7FE5AF836C66}"/>
              </a:ext>
            </a:extLst>
          </p:cNvPr>
          <p:cNvSpPr txBox="1"/>
          <p:nvPr/>
        </p:nvSpPr>
        <p:spPr>
          <a:xfrm>
            <a:off x="7213604" y="721216"/>
            <a:ext cx="462845" cy="584775"/>
          </a:xfrm>
          <a:prstGeom prst="rect">
            <a:avLst/>
          </a:prstGeom>
          <a:solidFill>
            <a:srgbClr val="FF0000">
              <a:alpha val="30000"/>
            </a:srgbClr>
          </a:solidFill>
        </p:spPr>
        <p:txBody>
          <a:bodyPr wrap="square" rtlCol="0">
            <a:spAutoFit/>
          </a:bodyPr>
          <a:lstStyle/>
          <a:p>
            <a:pPr algn="ctr"/>
            <a:r>
              <a:rPr lang="en-US" sz="3200" dirty="0"/>
              <a:t>3</a:t>
            </a:r>
          </a:p>
        </p:txBody>
      </p:sp>
      <p:sp>
        <p:nvSpPr>
          <p:cNvPr id="13" name="TextBox 12">
            <a:extLst>
              <a:ext uri="{FF2B5EF4-FFF2-40B4-BE49-F238E27FC236}">
                <a16:creationId xmlns:a16="http://schemas.microsoft.com/office/drawing/2014/main" id="{E1C4C17E-4056-60C0-8CF7-57DA64DC5C88}"/>
              </a:ext>
            </a:extLst>
          </p:cNvPr>
          <p:cNvSpPr txBox="1"/>
          <p:nvPr/>
        </p:nvSpPr>
        <p:spPr>
          <a:xfrm>
            <a:off x="4216401" y="1727886"/>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14" name="TextBox 13">
            <a:extLst>
              <a:ext uri="{FF2B5EF4-FFF2-40B4-BE49-F238E27FC236}">
                <a16:creationId xmlns:a16="http://schemas.microsoft.com/office/drawing/2014/main" id="{F5C1A997-06C4-2EB1-B5BE-2223933E94F6}"/>
              </a:ext>
            </a:extLst>
          </p:cNvPr>
          <p:cNvSpPr txBox="1"/>
          <p:nvPr/>
        </p:nvSpPr>
        <p:spPr>
          <a:xfrm>
            <a:off x="5215469" y="1727886"/>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15" name="TextBox 14">
            <a:extLst>
              <a:ext uri="{FF2B5EF4-FFF2-40B4-BE49-F238E27FC236}">
                <a16:creationId xmlns:a16="http://schemas.microsoft.com/office/drawing/2014/main" id="{BE46F195-4522-D277-9F03-0AB3848217F2}"/>
              </a:ext>
            </a:extLst>
          </p:cNvPr>
          <p:cNvSpPr txBox="1"/>
          <p:nvPr/>
        </p:nvSpPr>
        <p:spPr>
          <a:xfrm>
            <a:off x="6214537" y="1727886"/>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16" name="TextBox 15">
            <a:extLst>
              <a:ext uri="{FF2B5EF4-FFF2-40B4-BE49-F238E27FC236}">
                <a16:creationId xmlns:a16="http://schemas.microsoft.com/office/drawing/2014/main" id="{B2B1FE73-B3CE-28E2-CEAE-5ED61CEE7657}"/>
              </a:ext>
            </a:extLst>
          </p:cNvPr>
          <p:cNvSpPr txBox="1"/>
          <p:nvPr/>
        </p:nvSpPr>
        <p:spPr>
          <a:xfrm>
            <a:off x="6714071" y="172788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17" name="TextBox 16">
            <a:extLst>
              <a:ext uri="{FF2B5EF4-FFF2-40B4-BE49-F238E27FC236}">
                <a16:creationId xmlns:a16="http://schemas.microsoft.com/office/drawing/2014/main" id="{A68FB6C4-5AD2-6839-1B20-99703E446BF7}"/>
              </a:ext>
            </a:extLst>
          </p:cNvPr>
          <p:cNvSpPr txBox="1"/>
          <p:nvPr/>
        </p:nvSpPr>
        <p:spPr>
          <a:xfrm>
            <a:off x="3716867" y="223122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18" name="TextBox 17">
            <a:extLst>
              <a:ext uri="{FF2B5EF4-FFF2-40B4-BE49-F238E27FC236}">
                <a16:creationId xmlns:a16="http://schemas.microsoft.com/office/drawing/2014/main" id="{9DCB31CA-4173-D02E-485B-6E039E80837A}"/>
              </a:ext>
            </a:extLst>
          </p:cNvPr>
          <p:cNvSpPr txBox="1"/>
          <p:nvPr/>
        </p:nvSpPr>
        <p:spPr>
          <a:xfrm>
            <a:off x="5215469" y="2231221"/>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19" name="TextBox 18">
            <a:extLst>
              <a:ext uri="{FF2B5EF4-FFF2-40B4-BE49-F238E27FC236}">
                <a16:creationId xmlns:a16="http://schemas.microsoft.com/office/drawing/2014/main" id="{6D4BBBD6-D0EF-D68C-F73E-C193213A3F4F}"/>
              </a:ext>
            </a:extLst>
          </p:cNvPr>
          <p:cNvSpPr txBox="1"/>
          <p:nvPr/>
        </p:nvSpPr>
        <p:spPr>
          <a:xfrm>
            <a:off x="5715003" y="2231221"/>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20" name="TextBox 19">
            <a:extLst>
              <a:ext uri="{FF2B5EF4-FFF2-40B4-BE49-F238E27FC236}">
                <a16:creationId xmlns:a16="http://schemas.microsoft.com/office/drawing/2014/main" id="{C7CE26D0-D71D-6E84-D1AB-380C64721C12}"/>
              </a:ext>
            </a:extLst>
          </p:cNvPr>
          <p:cNvSpPr txBox="1"/>
          <p:nvPr/>
        </p:nvSpPr>
        <p:spPr>
          <a:xfrm>
            <a:off x="6214537" y="223122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21" name="TextBox 20">
            <a:extLst>
              <a:ext uri="{FF2B5EF4-FFF2-40B4-BE49-F238E27FC236}">
                <a16:creationId xmlns:a16="http://schemas.microsoft.com/office/drawing/2014/main" id="{DE80FDA3-DCDD-8618-3893-B5DC0E680D28}"/>
              </a:ext>
            </a:extLst>
          </p:cNvPr>
          <p:cNvSpPr txBox="1"/>
          <p:nvPr/>
        </p:nvSpPr>
        <p:spPr>
          <a:xfrm>
            <a:off x="6714071" y="223122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2" name="TextBox 21">
            <a:extLst>
              <a:ext uri="{FF2B5EF4-FFF2-40B4-BE49-F238E27FC236}">
                <a16:creationId xmlns:a16="http://schemas.microsoft.com/office/drawing/2014/main" id="{3422D77B-AB92-ED81-6BF1-A354DA554432}"/>
              </a:ext>
            </a:extLst>
          </p:cNvPr>
          <p:cNvSpPr txBox="1"/>
          <p:nvPr/>
        </p:nvSpPr>
        <p:spPr>
          <a:xfrm>
            <a:off x="4216401" y="2734556"/>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23" name="TextBox 22">
            <a:extLst>
              <a:ext uri="{FF2B5EF4-FFF2-40B4-BE49-F238E27FC236}">
                <a16:creationId xmlns:a16="http://schemas.microsoft.com/office/drawing/2014/main" id="{D526631D-BCC8-4D1C-0E64-5D32EFFA8344}"/>
              </a:ext>
            </a:extLst>
          </p:cNvPr>
          <p:cNvSpPr txBox="1"/>
          <p:nvPr/>
        </p:nvSpPr>
        <p:spPr>
          <a:xfrm>
            <a:off x="5215469" y="2734556"/>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4" name="TextBox 23">
            <a:extLst>
              <a:ext uri="{FF2B5EF4-FFF2-40B4-BE49-F238E27FC236}">
                <a16:creationId xmlns:a16="http://schemas.microsoft.com/office/drawing/2014/main" id="{A2F4295C-5D33-6603-CF7E-16AFB02120E0}"/>
              </a:ext>
            </a:extLst>
          </p:cNvPr>
          <p:cNvSpPr txBox="1"/>
          <p:nvPr/>
        </p:nvSpPr>
        <p:spPr>
          <a:xfrm>
            <a:off x="6714071" y="2734556"/>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25" name="TextBox 24">
            <a:extLst>
              <a:ext uri="{FF2B5EF4-FFF2-40B4-BE49-F238E27FC236}">
                <a16:creationId xmlns:a16="http://schemas.microsoft.com/office/drawing/2014/main" id="{8F1FBC4B-0FD6-5965-3AC7-9F2299354AFA}"/>
              </a:ext>
            </a:extLst>
          </p:cNvPr>
          <p:cNvSpPr txBox="1"/>
          <p:nvPr/>
        </p:nvSpPr>
        <p:spPr>
          <a:xfrm>
            <a:off x="3716867" y="323789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6" name="TextBox 25">
            <a:extLst>
              <a:ext uri="{FF2B5EF4-FFF2-40B4-BE49-F238E27FC236}">
                <a16:creationId xmlns:a16="http://schemas.microsoft.com/office/drawing/2014/main" id="{FECC5201-EF42-E041-29DD-314944991347}"/>
              </a:ext>
            </a:extLst>
          </p:cNvPr>
          <p:cNvSpPr txBox="1"/>
          <p:nvPr/>
        </p:nvSpPr>
        <p:spPr>
          <a:xfrm>
            <a:off x="4715935" y="323789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27" name="TextBox 26">
            <a:extLst>
              <a:ext uri="{FF2B5EF4-FFF2-40B4-BE49-F238E27FC236}">
                <a16:creationId xmlns:a16="http://schemas.microsoft.com/office/drawing/2014/main" id="{E2F3C4C0-A81E-E8F3-07DE-71AD15FD1A76}"/>
              </a:ext>
            </a:extLst>
          </p:cNvPr>
          <p:cNvSpPr txBox="1"/>
          <p:nvPr/>
        </p:nvSpPr>
        <p:spPr>
          <a:xfrm>
            <a:off x="5215469" y="323789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28" name="TextBox 27">
            <a:extLst>
              <a:ext uri="{FF2B5EF4-FFF2-40B4-BE49-F238E27FC236}">
                <a16:creationId xmlns:a16="http://schemas.microsoft.com/office/drawing/2014/main" id="{490F9EC3-3A5F-E3C0-F6BA-3388DE310FDA}"/>
              </a:ext>
            </a:extLst>
          </p:cNvPr>
          <p:cNvSpPr txBox="1"/>
          <p:nvPr/>
        </p:nvSpPr>
        <p:spPr>
          <a:xfrm>
            <a:off x="7213604" y="3237891"/>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29" name="TextBox 28">
            <a:extLst>
              <a:ext uri="{FF2B5EF4-FFF2-40B4-BE49-F238E27FC236}">
                <a16:creationId xmlns:a16="http://schemas.microsoft.com/office/drawing/2014/main" id="{98E50B1F-4AE7-D02A-F736-01CE428EE427}"/>
              </a:ext>
            </a:extLst>
          </p:cNvPr>
          <p:cNvSpPr txBox="1"/>
          <p:nvPr/>
        </p:nvSpPr>
        <p:spPr>
          <a:xfrm>
            <a:off x="3217333" y="3741226"/>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30" name="TextBox 29">
            <a:extLst>
              <a:ext uri="{FF2B5EF4-FFF2-40B4-BE49-F238E27FC236}">
                <a16:creationId xmlns:a16="http://schemas.microsoft.com/office/drawing/2014/main" id="{16A8AC57-CC5B-E668-F6C2-416CEC341D11}"/>
              </a:ext>
            </a:extLst>
          </p:cNvPr>
          <p:cNvSpPr txBox="1"/>
          <p:nvPr/>
        </p:nvSpPr>
        <p:spPr>
          <a:xfrm>
            <a:off x="3716867" y="374122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31" name="TextBox 30">
            <a:extLst>
              <a:ext uri="{FF2B5EF4-FFF2-40B4-BE49-F238E27FC236}">
                <a16:creationId xmlns:a16="http://schemas.microsoft.com/office/drawing/2014/main" id="{84E16610-3446-CC9D-2F8E-DC937254A428}"/>
              </a:ext>
            </a:extLst>
          </p:cNvPr>
          <p:cNvSpPr txBox="1"/>
          <p:nvPr/>
        </p:nvSpPr>
        <p:spPr>
          <a:xfrm>
            <a:off x="5715003" y="3741226"/>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32" name="TextBox 31">
            <a:extLst>
              <a:ext uri="{FF2B5EF4-FFF2-40B4-BE49-F238E27FC236}">
                <a16:creationId xmlns:a16="http://schemas.microsoft.com/office/drawing/2014/main" id="{91E61E3B-3EC3-5DBB-12BC-B4A4CBBD88F7}"/>
              </a:ext>
            </a:extLst>
          </p:cNvPr>
          <p:cNvSpPr txBox="1"/>
          <p:nvPr/>
        </p:nvSpPr>
        <p:spPr>
          <a:xfrm>
            <a:off x="6214537" y="3741226"/>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33" name="TextBox 32">
            <a:extLst>
              <a:ext uri="{FF2B5EF4-FFF2-40B4-BE49-F238E27FC236}">
                <a16:creationId xmlns:a16="http://schemas.microsoft.com/office/drawing/2014/main" id="{AB6F08A5-51E5-FFBE-A0FE-3CDA4D023EE7}"/>
              </a:ext>
            </a:extLst>
          </p:cNvPr>
          <p:cNvSpPr txBox="1"/>
          <p:nvPr/>
        </p:nvSpPr>
        <p:spPr>
          <a:xfrm>
            <a:off x="6714071" y="374122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34" name="TextBox 33">
            <a:extLst>
              <a:ext uri="{FF2B5EF4-FFF2-40B4-BE49-F238E27FC236}">
                <a16:creationId xmlns:a16="http://schemas.microsoft.com/office/drawing/2014/main" id="{D3F1FF50-D38C-A0EE-0821-6EAEF9C1D09A}"/>
              </a:ext>
            </a:extLst>
          </p:cNvPr>
          <p:cNvSpPr txBox="1"/>
          <p:nvPr/>
        </p:nvSpPr>
        <p:spPr>
          <a:xfrm>
            <a:off x="7213604" y="3741226"/>
            <a:ext cx="462845" cy="584775"/>
          </a:xfrm>
          <a:prstGeom prst="rect">
            <a:avLst/>
          </a:prstGeom>
          <a:solidFill>
            <a:srgbClr val="92D050">
              <a:alpha val="30000"/>
            </a:srgbClr>
          </a:solidFill>
        </p:spPr>
        <p:txBody>
          <a:bodyPr wrap="square" rtlCol="0">
            <a:spAutoFit/>
          </a:bodyPr>
          <a:lstStyle/>
          <a:p>
            <a:pPr algn="ctr"/>
            <a:endParaRPr lang="en-US" sz="3200" dirty="0"/>
          </a:p>
        </p:txBody>
      </p:sp>
      <p:sp>
        <p:nvSpPr>
          <p:cNvPr id="35" name="TextBox 34">
            <a:extLst>
              <a:ext uri="{FF2B5EF4-FFF2-40B4-BE49-F238E27FC236}">
                <a16:creationId xmlns:a16="http://schemas.microsoft.com/office/drawing/2014/main" id="{1CAC3D27-F9AB-9955-D463-247CCED25E08}"/>
              </a:ext>
            </a:extLst>
          </p:cNvPr>
          <p:cNvSpPr txBox="1"/>
          <p:nvPr/>
        </p:nvSpPr>
        <p:spPr>
          <a:xfrm>
            <a:off x="3217333" y="424456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36" name="TextBox 35">
            <a:extLst>
              <a:ext uri="{FF2B5EF4-FFF2-40B4-BE49-F238E27FC236}">
                <a16:creationId xmlns:a16="http://schemas.microsoft.com/office/drawing/2014/main" id="{D2B2B822-D651-465A-F444-070490124DAA}"/>
              </a:ext>
            </a:extLst>
          </p:cNvPr>
          <p:cNvSpPr txBox="1"/>
          <p:nvPr/>
        </p:nvSpPr>
        <p:spPr>
          <a:xfrm>
            <a:off x="4216401" y="4244561"/>
            <a:ext cx="462845" cy="584775"/>
          </a:xfrm>
          <a:prstGeom prst="rect">
            <a:avLst/>
          </a:prstGeom>
          <a:solidFill>
            <a:srgbClr val="FF0000">
              <a:alpha val="30000"/>
            </a:srgbClr>
          </a:solidFill>
        </p:spPr>
        <p:txBody>
          <a:bodyPr wrap="square" rtlCol="0">
            <a:spAutoFit/>
          </a:bodyPr>
          <a:lstStyle/>
          <a:p>
            <a:pPr algn="ctr"/>
            <a:r>
              <a:rPr lang="en-US" sz="3200" dirty="0"/>
              <a:t>3</a:t>
            </a:r>
          </a:p>
        </p:txBody>
      </p:sp>
      <p:sp>
        <p:nvSpPr>
          <p:cNvPr id="37" name="TextBox 36">
            <a:extLst>
              <a:ext uri="{FF2B5EF4-FFF2-40B4-BE49-F238E27FC236}">
                <a16:creationId xmlns:a16="http://schemas.microsoft.com/office/drawing/2014/main" id="{AE53B823-5938-CB45-D7BA-7427444E8F69}"/>
              </a:ext>
            </a:extLst>
          </p:cNvPr>
          <p:cNvSpPr txBox="1"/>
          <p:nvPr/>
        </p:nvSpPr>
        <p:spPr>
          <a:xfrm>
            <a:off x="5715003" y="424456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38" name="TextBox 37">
            <a:extLst>
              <a:ext uri="{FF2B5EF4-FFF2-40B4-BE49-F238E27FC236}">
                <a16:creationId xmlns:a16="http://schemas.microsoft.com/office/drawing/2014/main" id="{42BA858F-4A71-45D1-6AA7-756F7C035117}"/>
              </a:ext>
            </a:extLst>
          </p:cNvPr>
          <p:cNvSpPr txBox="1"/>
          <p:nvPr/>
        </p:nvSpPr>
        <p:spPr>
          <a:xfrm>
            <a:off x="6214537" y="424456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39" name="TextBox 38">
            <a:extLst>
              <a:ext uri="{FF2B5EF4-FFF2-40B4-BE49-F238E27FC236}">
                <a16:creationId xmlns:a16="http://schemas.microsoft.com/office/drawing/2014/main" id="{0EBD5519-334F-A058-7B75-7CB94A2F95FA}"/>
              </a:ext>
            </a:extLst>
          </p:cNvPr>
          <p:cNvSpPr txBox="1"/>
          <p:nvPr/>
        </p:nvSpPr>
        <p:spPr>
          <a:xfrm>
            <a:off x="6714071" y="4244561"/>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40" name="TextBox 39">
            <a:extLst>
              <a:ext uri="{FF2B5EF4-FFF2-40B4-BE49-F238E27FC236}">
                <a16:creationId xmlns:a16="http://schemas.microsoft.com/office/drawing/2014/main" id="{6636C6E8-6A95-A375-B361-0D8034C875BE}"/>
              </a:ext>
            </a:extLst>
          </p:cNvPr>
          <p:cNvSpPr txBox="1"/>
          <p:nvPr/>
        </p:nvSpPr>
        <p:spPr>
          <a:xfrm>
            <a:off x="7213604" y="424456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41" name="TextBox 40">
            <a:extLst>
              <a:ext uri="{FF2B5EF4-FFF2-40B4-BE49-F238E27FC236}">
                <a16:creationId xmlns:a16="http://schemas.microsoft.com/office/drawing/2014/main" id="{B105C115-454D-A851-AB08-FB4A2F5D7AEA}"/>
              </a:ext>
            </a:extLst>
          </p:cNvPr>
          <p:cNvSpPr txBox="1"/>
          <p:nvPr/>
        </p:nvSpPr>
        <p:spPr>
          <a:xfrm>
            <a:off x="3217333" y="4747898"/>
            <a:ext cx="462845" cy="584775"/>
          </a:xfrm>
          <a:prstGeom prst="rect">
            <a:avLst/>
          </a:prstGeom>
          <a:solidFill>
            <a:srgbClr val="92D050">
              <a:alpha val="30000"/>
            </a:srgbClr>
          </a:solidFill>
        </p:spPr>
        <p:txBody>
          <a:bodyPr wrap="square" rtlCol="0">
            <a:spAutoFit/>
          </a:bodyPr>
          <a:lstStyle/>
          <a:p>
            <a:pPr algn="ctr"/>
            <a:endParaRPr lang="en-US" sz="3200" dirty="0"/>
          </a:p>
        </p:txBody>
      </p:sp>
      <p:sp>
        <p:nvSpPr>
          <p:cNvPr id="42" name="TextBox 41">
            <a:extLst>
              <a:ext uri="{FF2B5EF4-FFF2-40B4-BE49-F238E27FC236}">
                <a16:creationId xmlns:a16="http://schemas.microsoft.com/office/drawing/2014/main" id="{422D07B1-F0EE-2821-1A16-AB9F2AD10549}"/>
              </a:ext>
            </a:extLst>
          </p:cNvPr>
          <p:cNvSpPr txBox="1"/>
          <p:nvPr/>
        </p:nvSpPr>
        <p:spPr>
          <a:xfrm>
            <a:off x="3716867" y="4747898"/>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43" name="TextBox 42">
            <a:extLst>
              <a:ext uri="{FF2B5EF4-FFF2-40B4-BE49-F238E27FC236}">
                <a16:creationId xmlns:a16="http://schemas.microsoft.com/office/drawing/2014/main" id="{BD98FC93-29B1-1170-E759-095A736C4199}"/>
              </a:ext>
            </a:extLst>
          </p:cNvPr>
          <p:cNvSpPr txBox="1"/>
          <p:nvPr/>
        </p:nvSpPr>
        <p:spPr>
          <a:xfrm>
            <a:off x="4216401" y="4747898"/>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44" name="TextBox 43">
            <a:extLst>
              <a:ext uri="{FF2B5EF4-FFF2-40B4-BE49-F238E27FC236}">
                <a16:creationId xmlns:a16="http://schemas.microsoft.com/office/drawing/2014/main" id="{63096095-CE74-842B-BCE2-71A2128415FF}"/>
              </a:ext>
            </a:extLst>
          </p:cNvPr>
          <p:cNvSpPr txBox="1"/>
          <p:nvPr/>
        </p:nvSpPr>
        <p:spPr>
          <a:xfrm>
            <a:off x="7157158" y="1522145"/>
            <a:ext cx="570089" cy="230832"/>
          </a:xfrm>
          <a:prstGeom prst="rect">
            <a:avLst/>
          </a:prstGeom>
          <a:noFill/>
        </p:spPr>
        <p:txBody>
          <a:bodyPr wrap="square" rtlCol="0">
            <a:spAutoFit/>
          </a:bodyPr>
          <a:lstStyle/>
          <a:p>
            <a:pPr algn="ctr"/>
            <a:r>
              <a:rPr lang="en-US" sz="900" dirty="0"/>
              <a:t>457</a:t>
            </a:r>
          </a:p>
        </p:txBody>
      </p:sp>
      <p:sp>
        <p:nvSpPr>
          <p:cNvPr id="45" name="TextBox 44">
            <a:extLst>
              <a:ext uri="{FF2B5EF4-FFF2-40B4-BE49-F238E27FC236}">
                <a16:creationId xmlns:a16="http://schemas.microsoft.com/office/drawing/2014/main" id="{A5AAD18B-9438-F1EC-10F3-7A1DD3C5DB0C}"/>
              </a:ext>
            </a:extLst>
          </p:cNvPr>
          <p:cNvSpPr txBox="1"/>
          <p:nvPr/>
        </p:nvSpPr>
        <p:spPr>
          <a:xfrm>
            <a:off x="4143022" y="5028752"/>
            <a:ext cx="570089" cy="230832"/>
          </a:xfrm>
          <a:prstGeom prst="rect">
            <a:avLst/>
          </a:prstGeom>
          <a:noFill/>
        </p:spPr>
        <p:txBody>
          <a:bodyPr wrap="square" rtlCol="0">
            <a:spAutoFit/>
          </a:bodyPr>
          <a:lstStyle/>
          <a:p>
            <a:pPr algn="ctr"/>
            <a:r>
              <a:rPr lang="en-US" sz="900" dirty="0"/>
              <a:t>457</a:t>
            </a:r>
          </a:p>
        </p:txBody>
      </p:sp>
      <p:sp>
        <p:nvSpPr>
          <p:cNvPr id="46" name="TextBox 45">
            <a:extLst>
              <a:ext uri="{FF2B5EF4-FFF2-40B4-BE49-F238E27FC236}">
                <a16:creationId xmlns:a16="http://schemas.microsoft.com/office/drawing/2014/main" id="{C977FEC5-B851-B5E3-5AEC-75AD1D9AF0FE}"/>
              </a:ext>
            </a:extLst>
          </p:cNvPr>
          <p:cNvSpPr txBox="1"/>
          <p:nvPr/>
        </p:nvSpPr>
        <p:spPr>
          <a:xfrm>
            <a:off x="6654802" y="1522145"/>
            <a:ext cx="570089" cy="230832"/>
          </a:xfrm>
          <a:prstGeom prst="rect">
            <a:avLst/>
          </a:prstGeom>
          <a:noFill/>
        </p:spPr>
        <p:txBody>
          <a:bodyPr wrap="square" rtlCol="0">
            <a:spAutoFit/>
          </a:bodyPr>
          <a:lstStyle/>
          <a:p>
            <a:pPr algn="ctr"/>
            <a:r>
              <a:rPr lang="en-US" sz="900" dirty="0"/>
              <a:t>456789</a:t>
            </a:r>
          </a:p>
        </p:txBody>
      </p:sp>
      <p:sp>
        <p:nvSpPr>
          <p:cNvPr id="47" name="TextBox 46">
            <a:extLst>
              <a:ext uri="{FF2B5EF4-FFF2-40B4-BE49-F238E27FC236}">
                <a16:creationId xmlns:a16="http://schemas.microsoft.com/office/drawing/2014/main" id="{0283B6AF-57A6-3893-1754-4A6541CD3169}"/>
              </a:ext>
            </a:extLst>
          </p:cNvPr>
          <p:cNvSpPr txBox="1"/>
          <p:nvPr/>
        </p:nvSpPr>
        <p:spPr>
          <a:xfrm>
            <a:off x="3640666" y="5028752"/>
            <a:ext cx="570089" cy="230832"/>
          </a:xfrm>
          <a:prstGeom prst="rect">
            <a:avLst/>
          </a:prstGeom>
          <a:noFill/>
        </p:spPr>
        <p:txBody>
          <a:bodyPr wrap="square" rtlCol="0">
            <a:spAutoFit/>
          </a:bodyPr>
          <a:lstStyle/>
          <a:p>
            <a:pPr algn="ctr"/>
            <a:r>
              <a:rPr lang="en-US" sz="900" dirty="0"/>
              <a:t>456789</a:t>
            </a:r>
          </a:p>
        </p:txBody>
      </p:sp>
      <p:sp>
        <p:nvSpPr>
          <p:cNvPr id="48" name="TextBox 47">
            <a:extLst>
              <a:ext uri="{FF2B5EF4-FFF2-40B4-BE49-F238E27FC236}">
                <a16:creationId xmlns:a16="http://schemas.microsoft.com/office/drawing/2014/main" id="{8A34F773-B541-3577-922A-D6E235C7B6E9}"/>
              </a:ext>
            </a:extLst>
          </p:cNvPr>
          <p:cNvSpPr txBox="1"/>
          <p:nvPr/>
        </p:nvSpPr>
        <p:spPr>
          <a:xfrm>
            <a:off x="6654802" y="772726"/>
            <a:ext cx="570089" cy="230832"/>
          </a:xfrm>
          <a:prstGeom prst="rect">
            <a:avLst/>
          </a:prstGeom>
          <a:noFill/>
        </p:spPr>
        <p:txBody>
          <a:bodyPr wrap="square" rtlCol="0">
            <a:spAutoFit/>
          </a:bodyPr>
          <a:lstStyle/>
          <a:p>
            <a:pPr algn="ctr"/>
            <a:r>
              <a:rPr lang="en-US" sz="900" dirty="0"/>
              <a:t>489</a:t>
            </a:r>
          </a:p>
        </p:txBody>
      </p:sp>
      <p:sp>
        <p:nvSpPr>
          <p:cNvPr id="49" name="TextBox 48">
            <a:extLst>
              <a:ext uri="{FF2B5EF4-FFF2-40B4-BE49-F238E27FC236}">
                <a16:creationId xmlns:a16="http://schemas.microsoft.com/office/drawing/2014/main" id="{E19044D1-3F8C-78EF-87AA-74132253F599}"/>
              </a:ext>
            </a:extLst>
          </p:cNvPr>
          <p:cNvSpPr txBox="1"/>
          <p:nvPr/>
        </p:nvSpPr>
        <p:spPr>
          <a:xfrm>
            <a:off x="3138310" y="5028752"/>
            <a:ext cx="570089" cy="230832"/>
          </a:xfrm>
          <a:prstGeom prst="rect">
            <a:avLst/>
          </a:prstGeom>
          <a:noFill/>
        </p:spPr>
        <p:txBody>
          <a:bodyPr wrap="square" rtlCol="0">
            <a:spAutoFit/>
          </a:bodyPr>
          <a:lstStyle/>
          <a:p>
            <a:pPr algn="ctr"/>
            <a:r>
              <a:rPr lang="en-US" sz="900" dirty="0"/>
              <a:t>489</a:t>
            </a:r>
          </a:p>
        </p:txBody>
      </p:sp>
      <p:sp>
        <p:nvSpPr>
          <p:cNvPr id="50" name="TextBox 49">
            <a:extLst>
              <a:ext uri="{FF2B5EF4-FFF2-40B4-BE49-F238E27FC236}">
                <a16:creationId xmlns:a16="http://schemas.microsoft.com/office/drawing/2014/main" id="{90A4FB8B-364E-0876-BF0F-EDB588E0C78B}"/>
              </a:ext>
            </a:extLst>
          </p:cNvPr>
          <p:cNvSpPr txBox="1"/>
          <p:nvPr/>
        </p:nvSpPr>
        <p:spPr>
          <a:xfrm>
            <a:off x="6152446" y="1402877"/>
            <a:ext cx="570089" cy="230832"/>
          </a:xfrm>
          <a:prstGeom prst="rect">
            <a:avLst/>
          </a:prstGeom>
          <a:noFill/>
        </p:spPr>
        <p:txBody>
          <a:bodyPr wrap="square" rtlCol="0">
            <a:spAutoFit/>
          </a:bodyPr>
          <a:lstStyle/>
          <a:p>
            <a:pPr algn="ctr"/>
            <a:r>
              <a:rPr lang="en-US" sz="900" dirty="0"/>
              <a:t>56789</a:t>
            </a:r>
          </a:p>
        </p:txBody>
      </p:sp>
      <p:sp>
        <p:nvSpPr>
          <p:cNvPr id="51" name="TextBox 50">
            <a:extLst>
              <a:ext uri="{FF2B5EF4-FFF2-40B4-BE49-F238E27FC236}">
                <a16:creationId xmlns:a16="http://schemas.microsoft.com/office/drawing/2014/main" id="{965DFBAA-E33D-B601-44FF-9627A70208C9}"/>
              </a:ext>
            </a:extLst>
          </p:cNvPr>
          <p:cNvSpPr txBox="1"/>
          <p:nvPr/>
        </p:nvSpPr>
        <p:spPr>
          <a:xfrm>
            <a:off x="3138310" y="4408541"/>
            <a:ext cx="570089" cy="230832"/>
          </a:xfrm>
          <a:prstGeom prst="rect">
            <a:avLst/>
          </a:prstGeom>
          <a:noFill/>
        </p:spPr>
        <p:txBody>
          <a:bodyPr wrap="square" rtlCol="0">
            <a:spAutoFit/>
          </a:bodyPr>
          <a:lstStyle/>
          <a:p>
            <a:pPr algn="ctr"/>
            <a:r>
              <a:rPr lang="en-US" sz="900" dirty="0"/>
              <a:t>56789</a:t>
            </a:r>
          </a:p>
        </p:txBody>
      </p:sp>
    </p:spTree>
    <p:extLst>
      <p:ext uri="{BB962C8B-B14F-4D97-AF65-F5344CB8AC3E}">
        <p14:creationId xmlns:p14="http://schemas.microsoft.com/office/powerpoint/2010/main" val="354228407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3214F9E-D7D3-17BA-CE00-03004A06EEFE}"/>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563BFC35-BE5C-42E8-5FCE-0AE24A1D2C44}"/>
              </a:ext>
            </a:extLst>
          </p:cNvPr>
          <p:cNvSpPr>
            <a:spLocks noGrp="1"/>
          </p:cNvSpPr>
          <p:nvPr>
            <p:ph sz="half" idx="1"/>
          </p:nvPr>
        </p:nvSpPr>
        <p:spPr/>
        <p:txBody>
          <a:bodyPr/>
          <a:lstStyle/>
          <a:p>
            <a:r>
              <a:rPr lang="en-US" dirty="0"/>
              <a:t>Continue.</a:t>
            </a:r>
          </a:p>
          <a:p>
            <a:r>
              <a:rPr lang="en-US" dirty="0"/>
              <a:t>Note the 9 in the second row of the light blue cells.</a:t>
            </a:r>
          </a:p>
        </p:txBody>
      </p:sp>
      <p:pic>
        <p:nvPicPr>
          <p:cNvPr id="4" name="Picture 3" descr="A grid of sudoku puzzle&#10;&#10;Description automatically generated">
            <a:extLst>
              <a:ext uri="{FF2B5EF4-FFF2-40B4-BE49-F238E27FC236}">
                <a16:creationId xmlns:a16="http://schemas.microsoft.com/office/drawing/2014/main" id="{FA70A8EC-EF62-0429-47A2-403B45F31296}"/>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26CB16ED-F834-2A0A-BC17-C7D08B91E184}"/>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26B89348-97F1-5464-3C42-5B1E9F79D675}"/>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0F1067FE-6875-E4F1-4527-9C2ED370DC5B}"/>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8EDC082A-79A3-ADBA-522F-DBA533D48F1F}"/>
              </a:ext>
            </a:extLst>
          </p:cNvPr>
          <p:cNvSpPr txBox="1"/>
          <p:nvPr/>
        </p:nvSpPr>
        <p:spPr>
          <a:xfrm>
            <a:off x="4715935" y="1224551"/>
            <a:ext cx="462845" cy="584775"/>
          </a:xfrm>
          <a:prstGeom prst="rect">
            <a:avLst/>
          </a:prstGeom>
          <a:solidFill>
            <a:srgbClr val="92D050">
              <a:alpha val="30000"/>
            </a:srgbClr>
          </a:solidFill>
        </p:spPr>
        <p:txBody>
          <a:bodyPr wrap="square" rtlCol="0">
            <a:spAutoFit/>
          </a:bodyPr>
          <a:lstStyle/>
          <a:p>
            <a:pPr algn="ctr"/>
            <a:endParaRPr lang="en-US" sz="3200" dirty="0"/>
          </a:p>
        </p:txBody>
      </p:sp>
      <p:sp>
        <p:nvSpPr>
          <p:cNvPr id="8" name="TextBox 7">
            <a:extLst>
              <a:ext uri="{FF2B5EF4-FFF2-40B4-BE49-F238E27FC236}">
                <a16:creationId xmlns:a16="http://schemas.microsoft.com/office/drawing/2014/main" id="{CF7F9477-2E49-4537-FA7A-D17EFEED4652}"/>
              </a:ext>
            </a:extLst>
          </p:cNvPr>
          <p:cNvSpPr txBox="1"/>
          <p:nvPr/>
        </p:nvSpPr>
        <p:spPr>
          <a:xfrm>
            <a:off x="6214537" y="122455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9" name="TextBox 8">
            <a:extLst>
              <a:ext uri="{FF2B5EF4-FFF2-40B4-BE49-F238E27FC236}">
                <a16:creationId xmlns:a16="http://schemas.microsoft.com/office/drawing/2014/main" id="{9D6E549C-0D84-F19A-838F-1773AEA1EA05}"/>
              </a:ext>
            </a:extLst>
          </p:cNvPr>
          <p:cNvSpPr txBox="1"/>
          <p:nvPr/>
        </p:nvSpPr>
        <p:spPr>
          <a:xfrm>
            <a:off x="6714071" y="1224551"/>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10" name="TextBox 9">
            <a:extLst>
              <a:ext uri="{FF2B5EF4-FFF2-40B4-BE49-F238E27FC236}">
                <a16:creationId xmlns:a16="http://schemas.microsoft.com/office/drawing/2014/main" id="{14F43687-0B43-CC39-36CE-CA17C9A7254D}"/>
              </a:ext>
            </a:extLst>
          </p:cNvPr>
          <p:cNvSpPr txBox="1"/>
          <p:nvPr/>
        </p:nvSpPr>
        <p:spPr>
          <a:xfrm>
            <a:off x="7213604" y="122455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11" name="TextBox 10">
            <a:extLst>
              <a:ext uri="{FF2B5EF4-FFF2-40B4-BE49-F238E27FC236}">
                <a16:creationId xmlns:a16="http://schemas.microsoft.com/office/drawing/2014/main" id="{B8892B45-E555-CA04-BD6A-E3B3196DB7AF}"/>
              </a:ext>
            </a:extLst>
          </p:cNvPr>
          <p:cNvSpPr txBox="1"/>
          <p:nvPr/>
        </p:nvSpPr>
        <p:spPr>
          <a:xfrm>
            <a:off x="6714071" y="721216"/>
            <a:ext cx="462845" cy="584775"/>
          </a:xfrm>
          <a:prstGeom prst="rect">
            <a:avLst/>
          </a:prstGeom>
          <a:solidFill>
            <a:srgbClr val="92D050">
              <a:alpha val="30000"/>
            </a:srgbClr>
          </a:solidFill>
        </p:spPr>
        <p:txBody>
          <a:bodyPr wrap="square" rtlCol="0">
            <a:spAutoFit/>
          </a:bodyPr>
          <a:lstStyle/>
          <a:p>
            <a:pPr algn="ctr"/>
            <a:endParaRPr lang="en-US" sz="3200" dirty="0"/>
          </a:p>
        </p:txBody>
      </p:sp>
      <p:sp>
        <p:nvSpPr>
          <p:cNvPr id="12" name="TextBox 11">
            <a:extLst>
              <a:ext uri="{FF2B5EF4-FFF2-40B4-BE49-F238E27FC236}">
                <a16:creationId xmlns:a16="http://schemas.microsoft.com/office/drawing/2014/main" id="{EC1CCE82-2DB2-2651-CD09-82D7FFCDC421}"/>
              </a:ext>
            </a:extLst>
          </p:cNvPr>
          <p:cNvSpPr txBox="1"/>
          <p:nvPr/>
        </p:nvSpPr>
        <p:spPr>
          <a:xfrm>
            <a:off x="7213604" y="721216"/>
            <a:ext cx="462845" cy="584775"/>
          </a:xfrm>
          <a:prstGeom prst="rect">
            <a:avLst/>
          </a:prstGeom>
          <a:solidFill>
            <a:srgbClr val="FF0000">
              <a:alpha val="30000"/>
            </a:srgbClr>
          </a:solidFill>
        </p:spPr>
        <p:txBody>
          <a:bodyPr wrap="square" rtlCol="0">
            <a:spAutoFit/>
          </a:bodyPr>
          <a:lstStyle/>
          <a:p>
            <a:pPr algn="ctr"/>
            <a:r>
              <a:rPr lang="en-US" sz="3200" dirty="0"/>
              <a:t>3</a:t>
            </a:r>
          </a:p>
        </p:txBody>
      </p:sp>
      <p:sp>
        <p:nvSpPr>
          <p:cNvPr id="13" name="TextBox 12">
            <a:extLst>
              <a:ext uri="{FF2B5EF4-FFF2-40B4-BE49-F238E27FC236}">
                <a16:creationId xmlns:a16="http://schemas.microsoft.com/office/drawing/2014/main" id="{62DFA765-90F7-534D-B025-954A28D9EB41}"/>
              </a:ext>
            </a:extLst>
          </p:cNvPr>
          <p:cNvSpPr txBox="1"/>
          <p:nvPr/>
        </p:nvSpPr>
        <p:spPr>
          <a:xfrm>
            <a:off x="4216401" y="1727886"/>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14" name="TextBox 13">
            <a:extLst>
              <a:ext uri="{FF2B5EF4-FFF2-40B4-BE49-F238E27FC236}">
                <a16:creationId xmlns:a16="http://schemas.microsoft.com/office/drawing/2014/main" id="{5E40AD71-3330-643B-7F8D-758D7E209F6E}"/>
              </a:ext>
            </a:extLst>
          </p:cNvPr>
          <p:cNvSpPr txBox="1"/>
          <p:nvPr/>
        </p:nvSpPr>
        <p:spPr>
          <a:xfrm>
            <a:off x="5215469" y="1727886"/>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15" name="TextBox 14">
            <a:extLst>
              <a:ext uri="{FF2B5EF4-FFF2-40B4-BE49-F238E27FC236}">
                <a16:creationId xmlns:a16="http://schemas.microsoft.com/office/drawing/2014/main" id="{FE86924A-4B85-58B8-5E04-FA069EFEC5D6}"/>
              </a:ext>
            </a:extLst>
          </p:cNvPr>
          <p:cNvSpPr txBox="1"/>
          <p:nvPr/>
        </p:nvSpPr>
        <p:spPr>
          <a:xfrm>
            <a:off x="6214537" y="1727886"/>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16" name="TextBox 15">
            <a:extLst>
              <a:ext uri="{FF2B5EF4-FFF2-40B4-BE49-F238E27FC236}">
                <a16:creationId xmlns:a16="http://schemas.microsoft.com/office/drawing/2014/main" id="{FB8F25D0-0018-B5EC-F7AE-CF21C280D918}"/>
              </a:ext>
            </a:extLst>
          </p:cNvPr>
          <p:cNvSpPr txBox="1"/>
          <p:nvPr/>
        </p:nvSpPr>
        <p:spPr>
          <a:xfrm>
            <a:off x="6714071" y="172788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17" name="TextBox 16">
            <a:extLst>
              <a:ext uri="{FF2B5EF4-FFF2-40B4-BE49-F238E27FC236}">
                <a16:creationId xmlns:a16="http://schemas.microsoft.com/office/drawing/2014/main" id="{68ECE872-949C-12E2-05B6-B23890E86FA2}"/>
              </a:ext>
            </a:extLst>
          </p:cNvPr>
          <p:cNvSpPr txBox="1"/>
          <p:nvPr/>
        </p:nvSpPr>
        <p:spPr>
          <a:xfrm>
            <a:off x="3716867" y="223122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18" name="TextBox 17">
            <a:extLst>
              <a:ext uri="{FF2B5EF4-FFF2-40B4-BE49-F238E27FC236}">
                <a16:creationId xmlns:a16="http://schemas.microsoft.com/office/drawing/2014/main" id="{FA894B0D-0F53-0AA2-566D-9567A796AE7C}"/>
              </a:ext>
            </a:extLst>
          </p:cNvPr>
          <p:cNvSpPr txBox="1"/>
          <p:nvPr/>
        </p:nvSpPr>
        <p:spPr>
          <a:xfrm>
            <a:off x="5215469" y="2231221"/>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19" name="TextBox 18">
            <a:extLst>
              <a:ext uri="{FF2B5EF4-FFF2-40B4-BE49-F238E27FC236}">
                <a16:creationId xmlns:a16="http://schemas.microsoft.com/office/drawing/2014/main" id="{7A2B1861-B33A-A7E2-11A3-BB5F4E36DFD6}"/>
              </a:ext>
            </a:extLst>
          </p:cNvPr>
          <p:cNvSpPr txBox="1"/>
          <p:nvPr/>
        </p:nvSpPr>
        <p:spPr>
          <a:xfrm>
            <a:off x="5715003" y="2231221"/>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20" name="TextBox 19">
            <a:extLst>
              <a:ext uri="{FF2B5EF4-FFF2-40B4-BE49-F238E27FC236}">
                <a16:creationId xmlns:a16="http://schemas.microsoft.com/office/drawing/2014/main" id="{D3314E59-234F-58AF-D313-68B1331E3ED5}"/>
              </a:ext>
            </a:extLst>
          </p:cNvPr>
          <p:cNvSpPr txBox="1"/>
          <p:nvPr/>
        </p:nvSpPr>
        <p:spPr>
          <a:xfrm>
            <a:off x="6214537" y="223122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21" name="TextBox 20">
            <a:extLst>
              <a:ext uri="{FF2B5EF4-FFF2-40B4-BE49-F238E27FC236}">
                <a16:creationId xmlns:a16="http://schemas.microsoft.com/office/drawing/2014/main" id="{5C3F40E6-07C5-0385-78BD-7EEC242FEE93}"/>
              </a:ext>
            </a:extLst>
          </p:cNvPr>
          <p:cNvSpPr txBox="1"/>
          <p:nvPr/>
        </p:nvSpPr>
        <p:spPr>
          <a:xfrm>
            <a:off x="6714071" y="223122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2" name="TextBox 21">
            <a:extLst>
              <a:ext uri="{FF2B5EF4-FFF2-40B4-BE49-F238E27FC236}">
                <a16:creationId xmlns:a16="http://schemas.microsoft.com/office/drawing/2014/main" id="{F9ED3D2E-5DA6-27B4-ACCA-8795F9570912}"/>
              </a:ext>
            </a:extLst>
          </p:cNvPr>
          <p:cNvSpPr txBox="1"/>
          <p:nvPr/>
        </p:nvSpPr>
        <p:spPr>
          <a:xfrm>
            <a:off x="4216401" y="2734556"/>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23" name="TextBox 22">
            <a:extLst>
              <a:ext uri="{FF2B5EF4-FFF2-40B4-BE49-F238E27FC236}">
                <a16:creationId xmlns:a16="http://schemas.microsoft.com/office/drawing/2014/main" id="{C01C9B95-50F5-3CDE-9CC8-E1C260395B5F}"/>
              </a:ext>
            </a:extLst>
          </p:cNvPr>
          <p:cNvSpPr txBox="1"/>
          <p:nvPr/>
        </p:nvSpPr>
        <p:spPr>
          <a:xfrm>
            <a:off x="5215469" y="2734556"/>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4" name="TextBox 23">
            <a:extLst>
              <a:ext uri="{FF2B5EF4-FFF2-40B4-BE49-F238E27FC236}">
                <a16:creationId xmlns:a16="http://schemas.microsoft.com/office/drawing/2014/main" id="{2E3E0F82-A218-D7A2-84E1-1F42BC409F93}"/>
              </a:ext>
            </a:extLst>
          </p:cNvPr>
          <p:cNvSpPr txBox="1"/>
          <p:nvPr/>
        </p:nvSpPr>
        <p:spPr>
          <a:xfrm>
            <a:off x="6714071" y="2734556"/>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25" name="TextBox 24">
            <a:extLst>
              <a:ext uri="{FF2B5EF4-FFF2-40B4-BE49-F238E27FC236}">
                <a16:creationId xmlns:a16="http://schemas.microsoft.com/office/drawing/2014/main" id="{2E92F64E-440B-90E8-9B95-6B143ABE1F62}"/>
              </a:ext>
            </a:extLst>
          </p:cNvPr>
          <p:cNvSpPr txBox="1"/>
          <p:nvPr/>
        </p:nvSpPr>
        <p:spPr>
          <a:xfrm>
            <a:off x="3716867" y="323789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6" name="TextBox 25">
            <a:extLst>
              <a:ext uri="{FF2B5EF4-FFF2-40B4-BE49-F238E27FC236}">
                <a16:creationId xmlns:a16="http://schemas.microsoft.com/office/drawing/2014/main" id="{398782E1-F9D0-7FDA-3AF3-2577AD29D7C5}"/>
              </a:ext>
            </a:extLst>
          </p:cNvPr>
          <p:cNvSpPr txBox="1"/>
          <p:nvPr/>
        </p:nvSpPr>
        <p:spPr>
          <a:xfrm>
            <a:off x="4715935" y="323789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27" name="TextBox 26">
            <a:extLst>
              <a:ext uri="{FF2B5EF4-FFF2-40B4-BE49-F238E27FC236}">
                <a16:creationId xmlns:a16="http://schemas.microsoft.com/office/drawing/2014/main" id="{5F8A7E2A-3A8A-8005-B205-6515F00C5760}"/>
              </a:ext>
            </a:extLst>
          </p:cNvPr>
          <p:cNvSpPr txBox="1"/>
          <p:nvPr/>
        </p:nvSpPr>
        <p:spPr>
          <a:xfrm>
            <a:off x="5215469" y="323789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28" name="TextBox 27">
            <a:extLst>
              <a:ext uri="{FF2B5EF4-FFF2-40B4-BE49-F238E27FC236}">
                <a16:creationId xmlns:a16="http://schemas.microsoft.com/office/drawing/2014/main" id="{9A0320D1-C22D-FDEA-3C0A-206933895FB7}"/>
              </a:ext>
            </a:extLst>
          </p:cNvPr>
          <p:cNvSpPr txBox="1"/>
          <p:nvPr/>
        </p:nvSpPr>
        <p:spPr>
          <a:xfrm>
            <a:off x="7213604" y="3237891"/>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29" name="TextBox 28">
            <a:extLst>
              <a:ext uri="{FF2B5EF4-FFF2-40B4-BE49-F238E27FC236}">
                <a16:creationId xmlns:a16="http://schemas.microsoft.com/office/drawing/2014/main" id="{818E6BA1-7965-2D7A-76F7-120F970B77D1}"/>
              </a:ext>
            </a:extLst>
          </p:cNvPr>
          <p:cNvSpPr txBox="1"/>
          <p:nvPr/>
        </p:nvSpPr>
        <p:spPr>
          <a:xfrm>
            <a:off x="3217333" y="3741226"/>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30" name="TextBox 29">
            <a:extLst>
              <a:ext uri="{FF2B5EF4-FFF2-40B4-BE49-F238E27FC236}">
                <a16:creationId xmlns:a16="http://schemas.microsoft.com/office/drawing/2014/main" id="{A863C9C5-38C8-25B1-D1B2-35A365BCB46B}"/>
              </a:ext>
            </a:extLst>
          </p:cNvPr>
          <p:cNvSpPr txBox="1"/>
          <p:nvPr/>
        </p:nvSpPr>
        <p:spPr>
          <a:xfrm>
            <a:off x="3716867" y="374122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31" name="TextBox 30">
            <a:extLst>
              <a:ext uri="{FF2B5EF4-FFF2-40B4-BE49-F238E27FC236}">
                <a16:creationId xmlns:a16="http://schemas.microsoft.com/office/drawing/2014/main" id="{95855604-60F5-07AF-1D99-FD11EA4B5C78}"/>
              </a:ext>
            </a:extLst>
          </p:cNvPr>
          <p:cNvSpPr txBox="1"/>
          <p:nvPr/>
        </p:nvSpPr>
        <p:spPr>
          <a:xfrm>
            <a:off x="5715003" y="3741226"/>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32" name="TextBox 31">
            <a:extLst>
              <a:ext uri="{FF2B5EF4-FFF2-40B4-BE49-F238E27FC236}">
                <a16:creationId xmlns:a16="http://schemas.microsoft.com/office/drawing/2014/main" id="{FB44A655-6769-147E-4A3F-04D219E8233A}"/>
              </a:ext>
            </a:extLst>
          </p:cNvPr>
          <p:cNvSpPr txBox="1"/>
          <p:nvPr/>
        </p:nvSpPr>
        <p:spPr>
          <a:xfrm>
            <a:off x="6214537" y="3741226"/>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33" name="TextBox 32">
            <a:extLst>
              <a:ext uri="{FF2B5EF4-FFF2-40B4-BE49-F238E27FC236}">
                <a16:creationId xmlns:a16="http://schemas.microsoft.com/office/drawing/2014/main" id="{31D21546-757F-9C07-547D-A29A1A05B265}"/>
              </a:ext>
            </a:extLst>
          </p:cNvPr>
          <p:cNvSpPr txBox="1"/>
          <p:nvPr/>
        </p:nvSpPr>
        <p:spPr>
          <a:xfrm>
            <a:off x="6714071" y="374122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34" name="TextBox 33">
            <a:extLst>
              <a:ext uri="{FF2B5EF4-FFF2-40B4-BE49-F238E27FC236}">
                <a16:creationId xmlns:a16="http://schemas.microsoft.com/office/drawing/2014/main" id="{19734212-925A-BB9C-D3CE-1BEE1D7CB547}"/>
              </a:ext>
            </a:extLst>
          </p:cNvPr>
          <p:cNvSpPr txBox="1"/>
          <p:nvPr/>
        </p:nvSpPr>
        <p:spPr>
          <a:xfrm>
            <a:off x="7213604" y="3741226"/>
            <a:ext cx="462845" cy="584775"/>
          </a:xfrm>
          <a:prstGeom prst="rect">
            <a:avLst/>
          </a:prstGeom>
          <a:solidFill>
            <a:srgbClr val="92D050">
              <a:alpha val="30000"/>
            </a:srgbClr>
          </a:solidFill>
        </p:spPr>
        <p:txBody>
          <a:bodyPr wrap="square" rtlCol="0">
            <a:spAutoFit/>
          </a:bodyPr>
          <a:lstStyle/>
          <a:p>
            <a:pPr algn="ctr"/>
            <a:endParaRPr lang="en-US" sz="3200" dirty="0"/>
          </a:p>
        </p:txBody>
      </p:sp>
      <p:sp>
        <p:nvSpPr>
          <p:cNvPr id="35" name="TextBox 34">
            <a:extLst>
              <a:ext uri="{FF2B5EF4-FFF2-40B4-BE49-F238E27FC236}">
                <a16:creationId xmlns:a16="http://schemas.microsoft.com/office/drawing/2014/main" id="{B4529732-6DA9-50FB-E859-D10F51DB12A2}"/>
              </a:ext>
            </a:extLst>
          </p:cNvPr>
          <p:cNvSpPr txBox="1"/>
          <p:nvPr/>
        </p:nvSpPr>
        <p:spPr>
          <a:xfrm>
            <a:off x="3217333" y="424456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36" name="TextBox 35">
            <a:extLst>
              <a:ext uri="{FF2B5EF4-FFF2-40B4-BE49-F238E27FC236}">
                <a16:creationId xmlns:a16="http://schemas.microsoft.com/office/drawing/2014/main" id="{EDF74FF2-3D15-FAF7-FCEB-BCDB64879CFB}"/>
              </a:ext>
            </a:extLst>
          </p:cNvPr>
          <p:cNvSpPr txBox="1"/>
          <p:nvPr/>
        </p:nvSpPr>
        <p:spPr>
          <a:xfrm>
            <a:off x="4216401" y="4244561"/>
            <a:ext cx="462845" cy="584775"/>
          </a:xfrm>
          <a:prstGeom prst="rect">
            <a:avLst/>
          </a:prstGeom>
          <a:solidFill>
            <a:srgbClr val="FF0000">
              <a:alpha val="30000"/>
            </a:srgbClr>
          </a:solidFill>
        </p:spPr>
        <p:txBody>
          <a:bodyPr wrap="square" rtlCol="0">
            <a:spAutoFit/>
          </a:bodyPr>
          <a:lstStyle/>
          <a:p>
            <a:pPr algn="ctr"/>
            <a:r>
              <a:rPr lang="en-US" sz="3200" dirty="0"/>
              <a:t>3</a:t>
            </a:r>
          </a:p>
        </p:txBody>
      </p:sp>
      <p:sp>
        <p:nvSpPr>
          <p:cNvPr id="37" name="TextBox 36">
            <a:extLst>
              <a:ext uri="{FF2B5EF4-FFF2-40B4-BE49-F238E27FC236}">
                <a16:creationId xmlns:a16="http://schemas.microsoft.com/office/drawing/2014/main" id="{370BF9FC-9ABE-EC4C-D79B-253DE2C548F3}"/>
              </a:ext>
            </a:extLst>
          </p:cNvPr>
          <p:cNvSpPr txBox="1"/>
          <p:nvPr/>
        </p:nvSpPr>
        <p:spPr>
          <a:xfrm>
            <a:off x="5715003" y="424456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38" name="TextBox 37">
            <a:extLst>
              <a:ext uri="{FF2B5EF4-FFF2-40B4-BE49-F238E27FC236}">
                <a16:creationId xmlns:a16="http://schemas.microsoft.com/office/drawing/2014/main" id="{96821104-0FF2-B327-AF41-7456D55A58A9}"/>
              </a:ext>
            </a:extLst>
          </p:cNvPr>
          <p:cNvSpPr txBox="1"/>
          <p:nvPr/>
        </p:nvSpPr>
        <p:spPr>
          <a:xfrm>
            <a:off x="6214537" y="424456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39" name="TextBox 38">
            <a:extLst>
              <a:ext uri="{FF2B5EF4-FFF2-40B4-BE49-F238E27FC236}">
                <a16:creationId xmlns:a16="http://schemas.microsoft.com/office/drawing/2014/main" id="{FB65365A-AAF8-1573-8B16-3ABD1B52C73D}"/>
              </a:ext>
            </a:extLst>
          </p:cNvPr>
          <p:cNvSpPr txBox="1"/>
          <p:nvPr/>
        </p:nvSpPr>
        <p:spPr>
          <a:xfrm>
            <a:off x="6714071" y="4244561"/>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40" name="TextBox 39">
            <a:extLst>
              <a:ext uri="{FF2B5EF4-FFF2-40B4-BE49-F238E27FC236}">
                <a16:creationId xmlns:a16="http://schemas.microsoft.com/office/drawing/2014/main" id="{3F092AC1-3E01-9C85-9BF1-236092358FAA}"/>
              </a:ext>
            </a:extLst>
          </p:cNvPr>
          <p:cNvSpPr txBox="1"/>
          <p:nvPr/>
        </p:nvSpPr>
        <p:spPr>
          <a:xfrm>
            <a:off x="7213604" y="424456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41" name="TextBox 40">
            <a:extLst>
              <a:ext uri="{FF2B5EF4-FFF2-40B4-BE49-F238E27FC236}">
                <a16:creationId xmlns:a16="http://schemas.microsoft.com/office/drawing/2014/main" id="{22BBAAA5-4ED2-2100-F517-0BC05171B72C}"/>
              </a:ext>
            </a:extLst>
          </p:cNvPr>
          <p:cNvSpPr txBox="1"/>
          <p:nvPr/>
        </p:nvSpPr>
        <p:spPr>
          <a:xfrm>
            <a:off x="3217333" y="4747898"/>
            <a:ext cx="462845" cy="584775"/>
          </a:xfrm>
          <a:prstGeom prst="rect">
            <a:avLst/>
          </a:prstGeom>
          <a:solidFill>
            <a:srgbClr val="92D050">
              <a:alpha val="30000"/>
            </a:srgbClr>
          </a:solidFill>
        </p:spPr>
        <p:txBody>
          <a:bodyPr wrap="square" rtlCol="0">
            <a:spAutoFit/>
          </a:bodyPr>
          <a:lstStyle/>
          <a:p>
            <a:pPr algn="ctr"/>
            <a:endParaRPr lang="en-US" sz="3200" dirty="0"/>
          </a:p>
        </p:txBody>
      </p:sp>
      <p:sp>
        <p:nvSpPr>
          <p:cNvPr id="42" name="TextBox 41">
            <a:extLst>
              <a:ext uri="{FF2B5EF4-FFF2-40B4-BE49-F238E27FC236}">
                <a16:creationId xmlns:a16="http://schemas.microsoft.com/office/drawing/2014/main" id="{36455B22-094E-9FB0-FA99-606061995A8F}"/>
              </a:ext>
            </a:extLst>
          </p:cNvPr>
          <p:cNvSpPr txBox="1"/>
          <p:nvPr/>
        </p:nvSpPr>
        <p:spPr>
          <a:xfrm>
            <a:off x="3716867" y="4747898"/>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43" name="TextBox 42">
            <a:extLst>
              <a:ext uri="{FF2B5EF4-FFF2-40B4-BE49-F238E27FC236}">
                <a16:creationId xmlns:a16="http://schemas.microsoft.com/office/drawing/2014/main" id="{89A1CF43-8550-9669-CEDA-8A4DC284F931}"/>
              </a:ext>
            </a:extLst>
          </p:cNvPr>
          <p:cNvSpPr txBox="1"/>
          <p:nvPr/>
        </p:nvSpPr>
        <p:spPr>
          <a:xfrm>
            <a:off x="4216401" y="4747898"/>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44" name="TextBox 43">
            <a:extLst>
              <a:ext uri="{FF2B5EF4-FFF2-40B4-BE49-F238E27FC236}">
                <a16:creationId xmlns:a16="http://schemas.microsoft.com/office/drawing/2014/main" id="{EAB29EDB-6DB4-379A-03A2-AAF417466A23}"/>
              </a:ext>
            </a:extLst>
          </p:cNvPr>
          <p:cNvSpPr txBox="1"/>
          <p:nvPr/>
        </p:nvSpPr>
        <p:spPr>
          <a:xfrm>
            <a:off x="7157158" y="1522145"/>
            <a:ext cx="570089" cy="230832"/>
          </a:xfrm>
          <a:prstGeom prst="rect">
            <a:avLst/>
          </a:prstGeom>
          <a:noFill/>
        </p:spPr>
        <p:txBody>
          <a:bodyPr wrap="square" rtlCol="0">
            <a:spAutoFit/>
          </a:bodyPr>
          <a:lstStyle/>
          <a:p>
            <a:pPr algn="ctr"/>
            <a:r>
              <a:rPr lang="en-US" sz="900" dirty="0"/>
              <a:t>457</a:t>
            </a:r>
          </a:p>
        </p:txBody>
      </p:sp>
      <p:sp>
        <p:nvSpPr>
          <p:cNvPr id="45" name="TextBox 44">
            <a:extLst>
              <a:ext uri="{FF2B5EF4-FFF2-40B4-BE49-F238E27FC236}">
                <a16:creationId xmlns:a16="http://schemas.microsoft.com/office/drawing/2014/main" id="{C1857427-B050-16CC-FEF6-68346EB3C64F}"/>
              </a:ext>
            </a:extLst>
          </p:cNvPr>
          <p:cNvSpPr txBox="1"/>
          <p:nvPr/>
        </p:nvSpPr>
        <p:spPr>
          <a:xfrm>
            <a:off x="4143022" y="5028752"/>
            <a:ext cx="570089" cy="230832"/>
          </a:xfrm>
          <a:prstGeom prst="rect">
            <a:avLst/>
          </a:prstGeom>
          <a:noFill/>
        </p:spPr>
        <p:txBody>
          <a:bodyPr wrap="square" rtlCol="0">
            <a:spAutoFit/>
          </a:bodyPr>
          <a:lstStyle/>
          <a:p>
            <a:pPr algn="ctr"/>
            <a:r>
              <a:rPr lang="en-US" sz="900" dirty="0"/>
              <a:t>457</a:t>
            </a:r>
          </a:p>
        </p:txBody>
      </p:sp>
      <p:sp>
        <p:nvSpPr>
          <p:cNvPr id="46" name="TextBox 45">
            <a:extLst>
              <a:ext uri="{FF2B5EF4-FFF2-40B4-BE49-F238E27FC236}">
                <a16:creationId xmlns:a16="http://schemas.microsoft.com/office/drawing/2014/main" id="{B52207C7-1769-D34C-6F9F-A5CA15C1DF36}"/>
              </a:ext>
            </a:extLst>
          </p:cNvPr>
          <p:cNvSpPr txBox="1"/>
          <p:nvPr/>
        </p:nvSpPr>
        <p:spPr>
          <a:xfrm>
            <a:off x="6654802" y="1522145"/>
            <a:ext cx="570089" cy="230832"/>
          </a:xfrm>
          <a:prstGeom prst="rect">
            <a:avLst/>
          </a:prstGeom>
          <a:noFill/>
        </p:spPr>
        <p:txBody>
          <a:bodyPr wrap="square" rtlCol="0">
            <a:spAutoFit/>
          </a:bodyPr>
          <a:lstStyle/>
          <a:p>
            <a:pPr algn="ctr"/>
            <a:r>
              <a:rPr lang="en-US" sz="900" dirty="0"/>
              <a:t>456789</a:t>
            </a:r>
          </a:p>
        </p:txBody>
      </p:sp>
      <p:sp>
        <p:nvSpPr>
          <p:cNvPr id="47" name="TextBox 46">
            <a:extLst>
              <a:ext uri="{FF2B5EF4-FFF2-40B4-BE49-F238E27FC236}">
                <a16:creationId xmlns:a16="http://schemas.microsoft.com/office/drawing/2014/main" id="{AFA356F2-BAC2-D967-BD1F-F8E13DDC0358}"/>
              </a:ext>
            </a:extLst>
          </p:cNvPr>
          <p:cNvSpPr txBox="1"/>
          <p:nvPr/>
        </p:nvSpPr>
        <p:spPr>
          <a:xfrm>
            <a:off x="3640666" y="5028752"/>
            <a:ext cx="570089" cy="230832"/>
          </a:xfrm>
          <a:prstGeom prst="rect">
            <a:avLst/>
          </a:prstGeom>
          <a:noFill/>
        </p:spPr>
        <p:txBody>
          <a:bodyPr wrap="square" rtlCol="0">
            <a:spAutoFit/>
          </a:bodyPr>
          <a:lstStyle/>
          <a:p>
            <a:pPr algn="ctr"/>
            <a:r>
              <a:rPr lang="en-US" sz="900" dirty="0"/>
              <a:t>456789</a:t>
            </a:r>
          </a:p>
        </p:txBody>
      </p:sp>
      <p:sp>
        <p:nvSpPr>
          <p:cNvPr id="48" name="TextBox 47">
            <a:extLst>
              <a:ext uri="{FF2B5EF4-FFF2-40B4-BE49-F238E27FC236}">
                <a16:creationId xmlns:a16="http://schemas.microsoft.com/office/drawing/2014/main" id="{ECCD5720-EB7A-D722-4F1B-2A6E40CB16C6}"/>
              </a:ext>
            </a:extLst>
          </p:cNvPr>
          <p:cNvSpPr txBox="1"/>
          <p:nvPr/>
        </p:nvSpPr>
        <p:spPr>
          <a:xfrm>
            <a:off x="6654802" y="772726"/>
            <a:ext cx="570089" cy="230832"/>
          </a:xfrm>
          <a:prstGeom prst="rect">
            <a:avLst/>
          </a:prstGeom>
          <a:noFill/>
        </p:spPr>
        <p:txBody>
          <a:bodyPr wrap="square" rtlCol="0">
            <a:spAutoFit/>
          </a:bodyPr>
          <a:lstStyle/>
          <a:p>
            <a:pPr algn="ctr"/>
            <a:r>
              <a:rPr lang="en-US" sz="900" dirty="0"/>
              <a:t>489</a:t>
            </a:r>
          </a:p>
        </p:txBody>
      </p:sp>
      <p:sp>
        <p:nvSpPr>
          <p:cNvPr id="49" name="TextBox 48">
            <a:extLst>
              <a:ext uri="{FF2B5EF4-FFF2-40B4-BE49-F238E27FC236}">
                <a16:creationId xmlns:a16="http://schemas.microsoft.com/office/drawing/2014/main" id="{65DDB7E6-32FE-82B0-3CEC-138439783B06}"/>
              </a:ext>
            </a:extLst>
          </p:cNvPr>
          <p:cNvSpPr txBox="1"/>
          <p:nvPr/>
        </p:nvSpPr>
        <p:spPr>
          <a:xfrm>
            <a:off x="3138310" y="5028752"/>
            <a:ext cx="570089" cy="230832"/>
          </a:xfrm>
          <a:prstGeom prst="rect">
            <a:avLst/>
          </a:prstGeom>
          <a:noFill/>
        </p:spPr>
        <p:txBody>
          <a:bodyPr wrap="square" rtlCol="0">
            <a:spAutoFit/>
          </a:bodyPr>
          <a:lstStyle/>
          <a:p>
            <a:pPr algn="ctr"/>
            <a:r>
              <a:rPr lang="en-US" sz="900" dirty="0"/>
              <a:t>489</a:t>
            </a:r>
          </a:p>
        </p:txBody>
      </p:sp>
      <p:sp>
        <p:nvSpPr>
          <p:cNvPr id="50" name="TextBox 49">
            <a:extLst>
              <a:ext uri="{FF2B5EF4-FFF2-40B4-BE49-F238E27FC236}">
                <a16:creationId xmlns:a16="http://schemas.microsoft.com/office/drawing/2014/main" id="{10D4BD4C-86E6-6643-75ED-6BAFD569CB10}"/>
              </a:ext>
            </a:extLst>
          </p:cNvPr>
          <p:cNvSpPr txBox="1"/>
          <p:nvPr/>
        </p:nvSpPr>
        <p:spPr>
          <a:xfrm>
            <a:off x="6152446" y="1402877"/>
            <a:ext cx="570089" cy="230832"/>
          </a:xfrm>
          <a:prstGeom prst="rect">
            <a:avLst/>
          </a:prstGeom>
          <a:noFill/>
        </p:spPr>
        <p:txBody>
          <a:bodyPr wrap="square" rtlCol="0">
            <a:spAutoFit/>
          </a:bodyPr>
          <a:lstStyle/>
          <a:p>
            <a:pPr algn="ctr"/>
            <a:r>
              <a:rPr lang="en-US" sz="900" dirty="0"/>
              <a:t>56789</a:t>
            </a:r>
          </a:p>
        </p:txBody>
      </p:sp>
      <p:sp>
        <p:nvSpPr>
          <p:cNvPr id="51" name="TextBox 50">
            <a:extLst>
              <a:ext uri="{FF2B5EF4-FFF2-40B4-BE49-F238E27FC236}">
                <a16:creationId xmlns:a16="http://schemas.microsoft.com/office/drawing/2014/main" id="{0CB7557C-2E41-AADE-ADBA-472C0EE21E6F}"/>
              </a:ext>
            </a:extLst>
          </p:cNvPr>
          <p:cNvSpPr txBox="1"/>
          <p:nvPr/>
        </p:nvSpPr>
        <p:spPr>
          <a:xfrm>
            <a:off x="3138310" y="4408541"/>
            <a:ext cx="570089" cy="230832"/>
          </a:xfrm>
          <a:prstGeom prst="rect">
            <a:avLst/>
          </a:prstGeom>
          <a:noFill/>
        </p:spPr>
        <p:txBody>
          <a:bodyPr wrap="square" rtlCol="0">
            <a:spAutoFit/>
          </a:bodyPr>
          <a:lstStyle/>
          <a:p>
            <a:pPr algn="ctr"/>
            <a:r>
              <a:rPr lang="en-US" sz="900" dirty="0"/>
              <a:t>56789</a:t>
            </a:r>
          </a:p>
        </p:txBody>
      </p:sp>
      <p:sp>
        <p:nvSpPr>
          <p:cNvPr id="52" name="TextBox 51">
            <a:extLst>
              <a:ext uri="{FF2B5EF4-FFF2-40B4-BE49-F238E27FC236}">
                <a16:creationId xmlns:a16="http://schemas.microsoft.com/office/drawing/2014/main" id="{4480050A-0332-E967-272A-3359C047AC90}"/>
              </a:ext>
            </a:extLst>
          </p:cNvPr>
          <p:cNvSpPr txBox="1"/>
          <p:nvPr/>
        </p:nvSpPr>
        <p:spPr>
          <a:xfrm>
            <a:off x="3640666" y="3406653"/>
            <a:ext cx="570089" cy="230832"/>
          </a:xfrm>
          <a:prstGeom prst="rect">
            <a:avLst/>
          </a:prstGeom>
          <a:noFill/>
        </p:spPr>
        <p:txBody>
          <a:bodyPr wrap="square" rtlCol="0">
            <a:spAutoFit/>
          </a:bodyPr>
          <a:lstStyle/>
          <a:p>
            <a:pPr algn="ctr"/>
            <a:r>
              <a:rPr lang="en-US" sz="900" dirty="0"/>
              <a:t>234567</a:t>
            </a:r>
          </a:p>
        </p:txBody>
      </p:sp>
      <p:sp>
        <p:nvSpPr>
          <p:cNvPr id="53" name="TextBox 52">
            <a:extLst>
              <a:ext uri="{FF2B5EF4-FFF2-40B4-BE49-F238E27FC236}">
                <a16:creationId xmlns:a16="http://schemas.microsoft.com/office/drawing/2014/main" id="{DC38618C-74FE-28F1-F04E-E292E00F13E9}"/>
              </a:ext>
            </a:extLst>
          </p:cNvPr>
          <p:cNvSpPr txBox="1"/>
          <p:nvPr/>
        </p:nvSpPr>
        <p:spPr>
          <a:xfrm>
            <a:off x="3640666" y="4026865"/>
            <a:ext cx="570089" cy="230832"/>
          </a:xfrm>
          <a:prstGeom prst="rect">
            <a:avLst/>
          </a:prstGeom>
          <a:noFill/>
        </p:spPr>
        <p:txBody>
          <a:bodyPr wrap="square" rtlCol="0">
            <a:spAutoFit/>
          </a:bodyPr>
          <a:lstStyle/>
          <a:p>
            <a:pPr algn="ctr"/>
            <a:r>
              <a:rPr lang="en-US" sz="900" dirty="0"/>
              <a:t>456789</a:t>
            </a:r>
          </a:p>
        </p:txBody>
      </p:sp>
      <p:sp>
        <p:nvSpPr>
          <p:cNvPr id="54" name="TextBox 53">
            <a:extLst>
              <a:ext uri="{FF2B5EF4-FFF2-40B4-BE49-F238E27FC236}">
                <a16:creationId xmlns:a16="http://schemas.microsoft.com/office/drawing/2014/main" id="{7220B0E4-9F80-1CD6-072F-9A96B5AB502B}"/>
              </a:ext>
            </a:extLst>
          </p:cNvPr>
          <p:cNvSpPr txBox="1"/>
          <p:nvPr/>
        </p:nvSpPr>
        <p:spPr>
          <a:xfrm>
            <a:off x="3138310" y="3788329"/>
            <a:ext cx="570089" cy="369332"/>
          </a:xfrm>
          <a:prstGeom prst="rect">
            <a:avLst/>
          </a:prstGeom>
          <a:noFill/>
        </p:spPr>
        <p:txBody>
          <a:bodyPr wrap="square" rtlCol="0">
            <a:spAutoFit/>
          </a:bodyPr>
          <a:lstStyle/>
          <a:p>
            <a:pPr algn="ctr"/>
            <a:r>
              <a:rPr lang="en-US" sz="900" dirty="0"/>
              <a:t>1456789</a:t>
            </a:r>
          </a:p>
        </p:txBody>
      </p:sp>
      <p:sp>
        <p:nvSpPr>
          <p:cNvPr id="55" name="TextBox 54">
            <a:extLst>
              <a:ext uri="{FF2B5EF4-FFF2-40B4-BE49-F238E27FC236}">
                <a16:creationId xmlns:a16="http://schemas.microsoft.com/office/drawing/2014/main" id="{73064F09-7FBB-75B8-C62B-8BD5020D906A}"/>
              </a:ext>
            </a:extLst>
          </p:cNvPr>
          <p:cNvSpPr txBox="1"/>
          <p:nvPr/>
        </p:nvSpPr>
        <p:spPr>
          <a:xfrm>
            <a:off x="6152446" y="2023089"/>
            <a:ext cx="570089" cy="369332"/>
          </a:xfrm>
          <a:prstGeom prst="rect">
            <a:avLst/>
          </a:prstGeom>
          <a:noFill/>
        </p:spPr>
        <p:txBody>
          <a:bodyPr wrap="square" rtlCol="0">
            <a:spAutoFit/>
          </a:bodyPr>
          <a:lstStyle/>
          <a:p>
            <a:pPr algn="ctr"/>
            <a:r>
              <a:rPr lang="en-US" sz="900" dirty="0"/>
              <a:t>1456789</a:t>
            </a:r>
          </a:p>
        </p:txBody>
      </p:sp>
      <p:sp>
        <p:nvSpPr>
          <p:cNvPr id="56" name="TextBox 55">
            <a:extLst>
              <a:ext uri="{FF2B5EF4-FFF2-40B4-BE49-F238E27FC236}">
                <a16:creationId xmlns:a16="http://schemas.microsoft.com/office/drawing/2014/main" id="{15B4D7E3-CCDE-5B7A-3DF9-272617085F02}"/>
              </a:ext>
            </a:extLst>
          </p:cNvPr>
          <p:cNvSpPr txBox="1"/>
          <p:nvPr/>
        </p:nvSpPr>
        <p:spPr>
          <a:xfrm>
            <a:off x="6654802" y="1784553"/>
            <a:ext cx="570089" cy="230832"/>
          </a:xfrm>
          <a:prstGeom prst="rect">
            <a:avLst/>
          </a:prstGeom>
          <a:noFill/>
        </p:spPr>
        <p:txBody>
          <a:bodyPr wrap="square" rtlCol="0">
            <a:spAutoFit/>
          </a:bodyPr>
          <a:lstStyle/>
          <a:p>
            <a:pPr algn="ctr"/>
            <a:r>
              <a:rPr lang="en-US" sz="900" dirty="0"/>
              <a:t>456789</a:t>
            </a:r>
          </a:p>
        </p:txBody>
      </p:sp>
      <p:sp>
        <p:nvSpPr>
          <p:cNvPr id="57" name="TextBox 56">
            <a:extLst>
              <a:ext uri="{FF2B5EF4-FFF2-40B4-BE49-F238E27FC236}">
                <a16:creationId xmlns:a16="http://schemas.microsoft.com/office/drawing/2014/main" id="{A56716FD-5F5C-0BBB-4F23-2D3012A099F9}"/>
              </a:ext>
            </a:extLst>
          </p:cNvPr>
          <p:cNvSpPr txBox="1"/>
          <p:nvPr/>
        </p:nvSpPr>
        <p:spPr>
          <a:xfrm>
            <a:off x="6654802" y="2524033"/>
            <a:ext cx="570089" cy="230832"/>
          </a:xfrm>
          <a:prstGeom prst="rect">
            <a:avLst/>
          </a:prstGeom>
          <a:noFill/>
        </p:spPr>
        <p:txBody>
          <a:bodyPr wrap="square" rtlCol="0">
            <a:spAutoFit/>
          </a:bodyPr>
          <a:lstStyle/>
          <a:p>
            <a:pPr algn="ctr"/>
            <a:r>
              <a:rPr lang="en-US" sz="900" dirty="0"/>
              <a:t>234567</a:t>
            </a:r>
          </a:p>
        </p:txBody>
      </p:sp>
    </p:spTree>
    <p:extLst>
      <p:ext uri="{BB962C8B-B14F-4D97-AF65-F5344CB8AC3E}">
        <p14:creationId xmlns:p14="http://schemas.microsoft.com/office/powerpoint/2010/main" val="183517211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DADD9C-5F32-79F7-BED4-6D65781CD500}"/>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AAB0432D-CF94-6EFA-21CF-4705FC2DD5FC}"/>
              </a:ext>
            </a:extLst>
          </p:cNvPr>
          <p:cNvSpPr>
            <a:spLocks noGrp="1"/>
          </p:cNvSpPr>
          <p:nvPr>
            <p:ph sz="half" idx="1"/>
          </p:nvPr>
        </p:nvSpPr>
        <p:spPr/>
        <p:txBody>
          <a:bodyPr/>
          <a:lstStyle/>
          <a:p>
            <a:r>
              <a:rPr lang="en-US" dirty="0"/>
              <a:t>Continue.</a:t>
            </a:r>
          </a:p>
        </p:txBody>
      </p:sp>
      <p:pic>
        <p:nvPicPr>
          <p:cNvPr id="4" name="Picture 3" descr="A grid of sudoku puzzle&#10;&#10;Description automatically generated">
            <a:extLst>
              <a:ext uri="{FF2B5EF4-FFF2-40B4-BE49-F238E27FC236}">
                <a16:creationId xmlns:a16="http://schemas.microsoft.com/office/drawing/2014/main" id="{96C25307-4949-F193-3D1D-5401810B55F7}"/>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CA297E4F-33EC-07E6-188F-9535F81FC149}"/>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32BFC703-0065-346A-9CE8-98E0AC6A7740}"/>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30E31F21-91AE-4463-2634-6531246BCE2E}"/>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1E50216B-0EA9-B156-F44B-62DF3043EECC}"/>
              </a:ext>
            </a:extLst>
          </p:cNvPr>
          <p:cNvSpPr txBox="1"/>
          <p:nvPr/>
        </p:nvSpPr>
        <p:spPr>
          <a:xfrm>
            <a:off x="4715935" y="1224551"/>
            <a:ext cx="462845" cy="584775"/>
          </a:xfrm>
          <a:prstGeom prst="rect">
            <a:avLst/>
          </a:prstGeom>
          <a:solidFill>
            <a:srgbClr val="92D050">
              <a:alpha val="30000"/>
            </a:srgbClr>
          </a:solidFill>
        </p:spPr>
        <p:txBody>
          <a:bodyPr wrap="square" rtlCol="0">
            <a:spAutoFit/>
          </a:bodyPr>
          <a:lstStyle/>
          <a:p>
            <a:pPr algn="ctr"/>
            <a:endParaRPr lang="en-US" sz="3200" dirty="0"/>
          </a:p>
        </p:txBody>
      </p:sp>
      <p:sp>
        <p:nvSpPr>
          <p:cNvPr id="8" name="TextBox 7">
            <a:extLst>
              <a:ext uri="{FF2B5EF4-FFF2-40B4-BE49-F238E27FC236}">
                <a16:creationId xmlns:a16="http://schemas.microsoft.com/office/drawing/2014/main" id="{076E9233-033F-F70E-A8A5-E033034EC63E}"/>
              </a:ext>
            </a:extLst>
          </p:cNvPr>
          <p:cNvSpPr txBox="1"/>
          <p:nvPr/>
        </p:nvSpPr>
        <p:spPr>
          <a:xfrm>
            <a:off x="6214537" y="122455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9" name="TextBox 8">
            <a:extLst>
              <a:ext uri="{FF2B5EF4-FFF2-40B4-BE49-F238E27FC236}">
                <a16:creationId xmlns:a16="http://schemas.microsoft.com/office/drawing/2014/main" id="{7EA85210-DC2A-9A05-0190-47ABFA312EF6}"/>
              </a:ext>
            </a:extLst>
          </p:cNvPr>
          <p:cNvSpPr txBox="1"/>
          <p:nvPr/>
        </p:nvSpPr>
        <p:spPr>
          <a:xfrm>
            <a:off x="6714071" y="1224551"/>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10" name="TextBox 9">
            <a:extLst>
              <a:ext uri="{FF2B5EF4-FFF2-40B4-BE49-F238E27FC236}">
                <a16:creationId xmlns:a16="http://schemas.microsoft.com/office/drawing/2014/main" id="{F992730A-3AF6-9098-140E-ACDC648947C9}"/>
              </a:ext>
            </a:extLst>
          </p:cNvPr>
          <p:cNvSpPr txBox="1"/>
          <p:nvPr/>
        </p:nvSpPr>
        <p:spPr>
          <a:xfrm>
            <a:off x="7213604" y="122455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11" name="TextBox 10">
            <a:extLst>
              <a:ext uri="{FF2B5EF4-FFF2-40B4-BE49-F238E27FC236}">
                <a16:creationId xmlns:a16="http://schemas.microsoft.com/office/drawing/2014/main" id="{B76E54BD-3991-429C-5675-77ECBC06B12B}"/>
              </a:ext>
            </a:extLst>
          </p:cNvPr>
          <p:cNvSpPr txBox="1"/>
          <p:nvPr/>
        </p:nvSpPr>
        <p:spPr>
          <a:xfrm>
            <a:off x="6714071" y="721216"/>
            <a:ext cx="462845" cy="584775"/>
          </a:xfrm>
          <a:prstGeom prst="rect">
            <a:avLst/>
          </a:prstGeom>
          <a:solidFill>
            <a:srgbClr val="92D050">
              <a:alpha val="30000"/>
            </a:srgbClr>
          </a:solidFill>
        </p:spPr>
        <p:txBody>
          <a:bodyPr wrap="square" rtlCol="0">
            <a:spAutoFit/>
          </a:bodyPr>
          <a:lstStyle/>
          <a:p>
            <a:pPr algn="ctr"/>
            <a:endParaRPr lang="en-US" sz="3200" dirty="0"/>
          </a:p>
        </p:txBody>
      </p:sp>
      <p:sp>
        <p:nvSpPr>
          <p:cNvPr id="12" name="TextBox 11">
            <a:extLst>
              <a:ext uri="{FF2B5EF4-FFF2-40B4-BE49-F238E27FC236}">
                <a16:creationId xmlns:a16="http://schemas.microsoft.com/office/drawing/2014/main" id="{FD518A08-43A0-12AF-1804-25DB8ED1F8D0}"/>
              </a:ext>
            </a:extLst>
          </p:cNvPr>
          <p:cNvSpPr txBox="1"/>
          <p:nvPr/>
        </p:nvSpPr>
        <p:spPr>
          <a:xfrm>
            <a:off x="7213604" y="721216"/>
            <a:ext cx="462845" cy="584775"/>
          </a:xfrm>
          <a:prstGeom prst="rect">
            <a:avLst/>
          </a:prstGeom>
          <a:solidFill>
            <a:srgbClr val="FF0000">
              <a:alpha val="30000"/>
            </a:srgbClr>
          </a:solidFill>
        </p:spPr>
        <p:txBody>
          <a:bodyPr wrap="square" rtlCol="0">
            <a:spAutoFit/>
          </a:bodyPr>
          <a:lstStyle/>
          <a:p>
            <a:pPr algn="ctr"/>
            <a:r>
              <a:rPr lang="en-US" sz="3200" dirty="0"/>
              <a:t>3</a:t>
            </a:r>
          </a:p>
        </p:txBody>
      </p:sp>
      <p:sp>
        <p:nvSpPr>
          <p:cNvPr id="13" name="TextBox 12">
            <a:extLst>
              <a:ext uri="{FF2B5EF4-FFF2-40B4-BE49-F238E27FC236}">
                <a16:creationId xmlns:a16="http://schemas.microsoft.com/office/drawing/2014/main" id="{178CA2BE-F9E7-FCAF-0D09-4568A35A0C5C}"/>
              </a:ext>
            </a:extLst>
          </p:cNvPr>
          <p:cNvSpPr txBox="1"/>
          <p:nvPr/>
        </p:nvSpPr>
        <p:spPr>
          <a:xfrm>
            <a:off x="4216401" y="1727886"/>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14" name="TextBox 13">
            <a:extLst>
              <a:ext uri="{FF2B5EF4-FFF2-40B4-BE49-F238E27FC236}">
                <a16:creationId xmlns:a16="http://schemas.microsoft.com/office/drawing/2014/main" id="{A6FA7A3D-BFEB-8554-49C2-06D7B8954C6A}"/>
              </a:ext>
            </a:extLst>
          </p:cNvPr>
          <p:cNvSpPr txBox="1"/>
          <p:nvPr/>
        </p:nvSpPr>
        <p:spPr>
          <a:xfrm>
            <a:off x="5215469" y="1727886"/>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15" name="TextBox 14">
            <a:extLst>
              <a:ext uri="{FF2B5EF4-FFF2-40B4-BE49-F238E27FC236}">
                <a16:creationId xmlns:a16="http://schemas.microsoft.com/office/drawing/2014/main" id="{014C93FF-6EED-C0A3-C1AD-ADE6C670C703}"/>
              </a:ext>
            </a:extLst>
          </p:cNvPr>
          <p:cNvSpPr txBox="1"/>
          <p:nvPr/>
        </p:nvSpPr>
        <p:spPr>
          <a:xfrm>
            <a:off x="6214537" y="1727886"/>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16" name="TextBox 15">
            <a:extLst>
              <a:ext uri="{FF2B5EF4-FFF2-40B4-BE49-F238E27FC236}">
                <a16:creationId xmlns:a16="http://schemas.microsoft.com/office/drawing/2014/main" id="{F4ACDB2F-BE32-D59B-60F2-534C3367D721}"/>
              </a:ext>
            </a:extLst>
          </p:cNvPr>
          <p:cNvSpPr txBox="1"/>
          <p:nvPr/>
        </p:nvSpPr>
        <p:spPr>
          <a:xfrm>
            <a:off x="6714071" y="172788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17" name="TextBox 16">
            <a:extLst>
              <a:ext uri="{FF2B5EF4-FFF2-40B4-BE49-F238E27FC236}">
                <a16:creationId xmlns:a16="http://schemas.microsoft.com/office/drawing/2014/main" id="{CDF65AFC-B513-3026-5455-38FB5421B672}"/>
              </a:ext>
            </a:extLst>
          </p:cNvPr>
          <p:cNvSpPr txBox="1"/>
          <p:nvPr/>
        </p:nvSpPr>
        <p:spPr>
          <a:xfrm>
            <a:off x="3716867" y="223122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18" name="TextBox 17">
            <a:extLst>
              <a:ext uri="{FF2B5EF4-FFF2-40B4-BE49-F238E27FC236}">
                <a16:creationId xmlns:a16="http://schemas.microsoft.com/office/drawing/2014/main" id="{AD8B2FA1-FA7B-F87B-F0F9-E7BA37369577}"/>
              </a:ext>
            </a:extLst>
          </p:cNvPr>
          <p:cNvSpPr txBox="1"/>
          <p:nvPr/>
        </p:nvSpPr>
        <p:spPr>
          <a:xfrm>
            <a:off x="5215469" y="2231221"/>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19" name="TextBox 18">
            <a:extLst>
              <a:ext uri="{FF2B5EF4-FFF2-40B4-BE49-F238E27FC236}">
                <a16:creationId xmlns:a16="http://schemas.microsoft.com/office/drawing/2014/main" id="{BC984CFE-F333-071C-2582-67E8B69DD9ED}"/>
              </a:ext>
            </a:extLst>
          </p:cNvPr>
          <p:cNvSpPr txBox="1"/>
          <p:nvPr/>
        </p:nvSpPr>
        <p:spPr>
          <a:xfrm>
            <a:off x="5715003" y="2231221"/>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20" name="TextBox 19">
            <a:extLst>
              <a:ext uri="{FF2B5EF4-FFF2-40B4-BE49-F238E27FC236}">
                <a16:creationId xmlns:a16="http://schemas.microsoft.com/office/drawing/2014/main" id="{BB84C34E-B42B-F6FF-C60E-844A64CF5647}"/>
              </a:ext>
            </a:extLst>
          </p:cNvPr>
          <p:cNvSpPr txBox="1"/>
          <p:nvPr/>
        </p:nvSpPr>
        <p:spPr>
          <a:xfrm>
            <a:off x="6214537" y="223122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21" name="TextBox 20">
            <a:extLst>
              <a:ext uri="{FF2B5EF4-FFF2-40B4-BE49-F238E27FC236}">
                <a16:creationId xmlns:a16="http://schemas.microsoft.com/office/drawing/2014/main" id="{08A196E0-BCF6-2767-E753-C4DB5384E5BA}"/>
              </a:ext>
            </a:extLst>
          </p:cNvPr>
          <p:cNvSpPr txBox="1"/>
          <p:nvPr/>
        </p:nvSpPr>
        <p:spPr>
          <a:xfrm>
            <a:off x="6714071" y="223122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2" name="TextBox 21">
            <a:extLst>
              <a:ext uri="{FF2B5EF4-FFF2-40B4-BE49-F238E27FC236}">
                <a16:creationId xmlns:a16="http://schemas.microsoft.com/office/drawing/2014/main" id="{8D12D34A-BA18-BB30-A080-675CB5C80B36}"/>
              </a:ext>
            </a:extLst>
          </p:cNvPr>
          <p:cNvSpPr txBox="1"/>
          <p:nvPr/>
        </p:nvSpPr>
        <p:spPr>
          <a:xfrm>
            <a:off x="4216401" y="2734556"/>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23" name="TextBox 22">
            <a:extLst>
              <a:ext uri="{FF2B5EF4-FFF2-40B4-BE49-F238E27FC236}">
                <a16:creationId xmlns:a16="http://schemas.microsoft.com/office/drawing/2014/main" id="{19AB209D-8590-95FC-1164-2D97A6DE7131}"/>
              </a:ext>
            </a:extLst>
          </p:cNvPr>
          <p:cNvSpPr txBox="1"/>
          <p:nvPr/>
        </p:nvSpPr>
        <p:spPr>
          <a:xfrm>
            <a:off x="5215469" y="2734556"/>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4" name="TextBox 23">
            <a:extLst>
              <a:ext uri="{FF2B5EF4-FFF2-40B4-BE49-F238E27FC236}">
                <a16:creationId xmlns:a16="http://schemas.microsoft.com/office/drawing/2014/main" id="{222D1F57-5764-DF3C-838E-E9868726CBC1}"/>
              </a:ext>
            </a:extLst>
          </p:cNvPr>
          <p:cNvSpPr txBox="1"/>
          <p:nvPr/>
        </p:nvSpPr>
        <p:spPr>
          <a:xfrm>
            <a:off x="6714071" y="2734556"/>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25" name="TextBox 24">
            <a:extLst>
              <a:ext uri="{FF2B5EF4-FFF2-40B4-BE49-F238E27FC236}">
                <a16:creationId xmlns:a16="http://schemas.microsoft.com/office/drawing/2014/main" id="{0B20EB89-D026-DBF4-BEF0-676D13D7DCA8}"/>
              </a:ext>
            </a:extLst>
          </p:cNvPr>
          <p:cNvSpPr txBox="1"/>
          <p:nvPr/>
        </p:nvSpPr>
        <p:spPr>
          <a:xfrm>
            <a:off x="3716867" y="323789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6" name="TextBox 25">
            <a:extLst>
              <a:ext uri="{FF2B5EF4-FFF2-40B4-BE49-F238E27FC236}">
                <a16:creationId xmlns:a16="http://schemas.microsoft.com/office/drawing/2014/main" id="{EAEA298A-4AF5-DF2F-3F66-116EFADE5C4F}"/>
              </a:ext>
            </a:extLst>
          </p:cNvPr>
          <p:cNvSpPr txBox="1"/>
          <p:nvPr/>
        </p:nvSpPr>
        <p:spPr>
          <a:xfrm>
            <a:off x="4715935" y="323789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27" name="TextBox 26">
            <a:extLst>
              <a:ext uri="{FF2B5EF4-FFF2-40B4-BE49-F238E27FC236}">
                <a16:creationId xmlns:a16="http://schemas.microsoft.com/office/drawing/2014/main" id="{2253E005-6E63-A1D9-2380-EB782ED51C1A}"/>
              </a:ext>
            </a:extLst>
          </p:cNvPr>
          <p:cNvSpPr txBox="1"/>
          <p:nvPr/>
        </p:nvSpPr>
        <p:spPr>
          <a:xfrm>
            <a:off x="5215469" y="323789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28" name="TextBox 27">
            <a:extLst>
              <a:ext uri="{FF2B5EF4-FFF2-40B4-BE49-F238E27FC236}">
                <a16:creationId xmlns:a16="http://schemas.microsoft.com/office/drawing/2014/main" id="{D1221A68-5911-5B7D-7923-D4EF9414E004}"/>
              </a:ext>
            </a:extLst>
          </p:cNvPr>
          <p:cNvSpPr txBox="1"/>
          <p:nvPr/>
        </p:nvSpPr>
        <p:spPr>
          <a:xfrm>
            <a:off x="7213604" y="3237891"/>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29" name="TextBox 28">
            <a:extLst>
              <a:ext uri="{FF2B5EF4-FFF2-40B4-BE49-F238E27FC236}">
                <a16:creationId xmlns:a16="http://schemas.microsoft.com/office/drawing/2014/main" id="{8FD38333-45BA-4F8D-4F30-9148D2E26D77}"/>
              </a:ext>
            </a:extLst>
          </p:cNvPr>
          <p:cNvSpPr txBox="1"/>
          <p:nvPr/>
        </p:nvSpPr>
        <p:spPr>
          <a:xfrm>
            <a:off x="3217333" y="3741226"/>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30" name="TextBox 29">
            <a:extLst>
              <a:ext uri="{FF2B5EF4-FFF2-40B4-BE49-F238E27FC236}">
                <a16:creationId xmlns:a16="http://schemas.microsoft.com/office/drawing/2014/main" id="{B3CE93D9-7FB5-EDC9-7782-A3767128A0FC}"/>
              </a:ext>
            </a:extLst>
          </p:cNvPr>
          <p:cNvSpPr txBox="1"/>
          <p:nvPr/>
        </p:nvSpPr>
        <p:spPr>
          <a:xfrm>
            <a:off x="3716867" y="374122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31" name="TextBox 30">
            <a:extLst>
              <a:ext uri="{FF2B5EF4-FFF2-40B4-BE49-F238E27FC236}">
                <a16:creationId xmlns:a16="http://schemas.microsoft.com/office/drawing/2014/main" id="{4E827405-205C-8B49-DEF3-E2360413BDED}"/>
              </a:ext>
            </a:extLst>
          </p:cNvPr>
          <p:cNvSpPr txBox="1"/>
          <p:nvPr/>
        </p:nvSpPr>
        <p:spPr>
          <a:xfrm>
            <a:off x="5715003" y="3741226"/>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32" name="TextBox 31">
            <a:extLst>
              <a:ext uri="{FF2B5EF4-FFF2-40B4-BE49-F238E27FC236}">
                <a16:creationId xmlns:a16="http://schemas.microsoft.com/office/drawing/2014/main" id="{9939B36E-A714-03B2-4C35-0B0370A1B2BD}"/>
              </a:ext>
            </a:extLst>
          </p:cNvPr>
          <p:cNvSpPr txBox="1"/>
          <p:nvPr/>
        </p:nvSpPr>
        <p:spPr>
          <a:xfrm>
            <a:off x="6214537" y="3741226"/>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33" name="TextBox 32">
            <a:extLst>
              <a:ext uri="{FF2B5EF4-FFF2-40B4-BE49-F238E27FC236}">
                <a16:creationId xmlns:a16="http://schemas.microsoft.com/office/drawing/2014/main" id="{B5811901-A494-205D-440A-77081C9E3D5D}"/>
              </a:ext>
            </a:extLst>
          </p:cNvPr>
          <p:cNvSpPr txBox="1"/>
          <p:nvPr/>
        </p:nvSpPr>
        <p:spPr>
          <a:xfrm>
            <a:off x="6714071" y="374122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34" name="TextBox 33">
            <a:extLst>
              <a:ext uri="{FF2B5EF4-FFF2-40B4-BE49-F238E27FC236}">
                <a16:creationId xmlns:a16="http://schemas.microsoft.com/office/drawing/2014/main" id="{4C254BE8-EA09-8EFD-2981-CE903A6F6381}"/>
              </a:ext>
            </a:extLst>
          </p:cNvPr>
          <p:cNvSpPr txBox="1"/>
          <p:nvPr/>
        </p:nvSpPr>
        <p:spPr>
          <a:xfrm>
            <a:off x="7213604" y="3741226"/>
            <a:ext cx="462845" cy="584775"/>
          </a:xfrm>
          <a:prstGeom prst="rect">
            <a:avLst/>
          </a:prstGeom>
          <a:solidFill>
            <a:srgbClr val="92D050">
              <a:alpha val="30000"/>
            </a:srgbClr>
          </a:solidFill>
        </p:spPr>
        <p:txBody>
          <a:bodyPr wrap="square" rtlCol="0">
            <a:spAutoFit/>
          </a:bodyPr>
          <a:lstStyle/>
          <a:p>
            <a:pPr algn="ctr"/>
            <a:endParaRPr lang="en-US" sz="3200" dirty="0"/>
          </a:p>
        </p:txBody>
      </p:sp>
      <p:sp>
        <p:nvSpPr>
          <p:cNvPr id="35" name="TextBox 34">
            <a:extLst>
              <a:ext uri="{FF2B5EF4-FFF2-40B4-BE49-F238E27FC236}">
                <a16:creationId xmlns:a16="http://schemas.microsoft.com/office/drawing/2014/main" id="{C0995776-B330-8398-4540-EDC217AFE363}"/>
              </a:ext>
            </a:extLst>
          </p:cNvPr>
          <p:cNvSpPr txBox="1"/>
          <p:nvPr/>
        </p:nvSpPr>
        <p:spPr>
          <a:xfrm>
            <a:off x="3217333" y="424456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36" name="TextBox 35">
            <a:extLst>
              <a:ext uri="{FF2B5EF4-FFF2-40B4-BE49-F238E27FC236}">
                <a16:creationId xmlns:a16="http://schemas.microsoft.com/office/drawing/2014/main" id="{8250C0F3-8663-42AE-F1F0-2A0E7ECD9AE5}"/>
              </a:ext>
            </a:extLst>
          </p:cNvPr>
          <p:cNvSpPr txBox="1"/>
          <p:nvPr/>
        </p:nvSpPr>
        <p:spPr>
          <a:xfrm>
            <a:off x="4216401" y="4244561"/>
            <a:ext cx="462845" cy="584775"/>
          </a:xfrm>
          <a:prstGeom prst="rect">
            <a:avLst/>
          </a:prstGeom>
          <a:solidFill>
            <a:srgbClr val="FF0000">
              <a:alpha val="30000"/>
            </a:srgbClr>
          </a:solidFill>
        </p:spPr>
        <p:txBody>
          <a:bodyPr wrap="square" rtlCol="0">
            <a:spAutoFit/>
          </a:bodyPr>
          <a:lstStyle/>
          <a:p>
            <a:pPr algn="ctr"/>
            <a:r>
              <a:rPr lang="en-US" sz="3200" dirty="0"/>
              <a:t>3</a:t>
            </a:r>
          </a:p>
        </p:txBody>
      </p:sp>
      <p:sp>
        <p:nvSpPr>
          <p:cNvPr id="37" name="TextBox 36">
            <a:extLst>
              <a:ext uri="{FF2B5EF4-FFF2-40B4-BE49-F238E27FC236}">
                <a16:creationId xmlns:a16="http://schemas.microsoft.com/office/drawing/2014/main" id="{7C30D577-3E93-F28B-1EB0-7FD1DC77A617}"/>
              </a:ext>
            </a:extLst>
          </p:cNvPr>
          <p:cNvSpPr txBox="1"/>
          <p:nvPr/>
        </p:nvSpPr>
        <p:spPr>
          <a:xfrm>
            <a:off x="5715003" y="424456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38" name="TextBox 37">
            <a:extLst>
              <a:ext uri="{FF2B5EF4-FFF2-40B4-BE49-F238E27FC236}">
                <a16:creationId xmlns:a16="http://schemas.microsoft.com/office/drawing/2014/main" id="{7632EB46-B4D0-547D-B4A7-A65A2F847FF3}"/>
              </a:ext>
            </a:extLst>
          </p:cNvPr>
          <p:cNvSpPr txBox="1"/>
          <p:nvPr/>
        </p:nvSpPr>
        <p:spPr>
          <a:xfrm>
            <a:off x="6214537" y="424456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39" name="TextBox 38">
            <a:extLst>
              <a:ext uri="{FF2B5EF4-FFF2-40B4-BE49-F238E27FC236}">
                <a16:creationId xmlns:a16="http://schemas.microsoft.com/office/drawing/2014/main" id="{8AA46100-8A2E-629A-2D07-B58C934652B9}"/>
              </a:ext>
            </a:extLst>
          </p:cNvPr>
          <p:cNvSpPr txBox="1"/>
          <p:nvPr/>
        </p:nvSpPr>
        <p:spPr>
          <a:xfrm>
            <a:off x="6714071" y="4244561"/>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40" name="TextBox 39">
            <a:extLst>
              <a:ext uri="{FF2B5EF4-FFF2-40B4-BE49-F238E27FC236}">
                <a16:creationId xmlns:a16="http://schemas.microsoft.com/office/drawing/2014/main" id="{ED6CA1E2-4630-CBED-F9B0-3EBCCEC74631}"/>
              </a:ext>
            </a:extLst>
          </p:cNvPr>
          <p:cNvSpPr txBox="1"/>
          <p:nvPr/>
        </p:nvSpPr>
        <p:spPr>
          <a:xfrm>
            <a:off x="7213604" y="424456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41" name="TextBox 40">
            <a:extLst>
              <a:ext uri="{FF2B5EF4-FFF2-40B4-BE49-F238E27FC236}">
                <a16:creationId xmlns:a16="http://schemas.microsoft.com/office/drawing/2014/main" id="{7DE2B8B7-60AD-2D09-22DD-9D29E9B31431}"/>
              </a:ext>
            </a:extLst>
          </p:cNvPr>
          <p:cNvSpPr txBox="1"/>
          <p:nvPr/>
        </p:nvSpPr>
        <p:spPr>
          <a:xfrm>
            <a:off x="3217333" y="4747898"/>
            <a:ext cx="462845" cy="584775"/>
          </a:xfrm>
          <a:prstGeom prst="rect">
            <a:avLst/>
          </a:prstGeom>
          <a:solidFill>
            <a:srgbClr val="92D050">
              <a:alpha val="30000"/>
            </a:srgbClr>
          </a:solidFill>
        </p:spPr>
        <p:txBody>
          <a:bodyPr wrap="square" rtlCol="0">
            <a:spAutoFit/>
          </a:bodyPr>
          <a:lstStyle/>
          <a:p>
            <a:pPr algn="ctr"/>
            <a:endParaRPr lang="en-US" sz="3200" dirty="0"/>
          </a:p>
        </p:txBody>
      </p:sp>
      <p:sp>
        <p:nvSpPr>
          <p:cNvPr id="42" name="TextBox 41">
            <a:extLst>
              <a:ext uri="{FF2B5EF4-FFF2-40B4-BE49-F238E27FC236}">
                <a16:creationId xmlns:a16="http://schemas.microsoft.com/office/drawing/2014/main" id="{A63EEC51-2122-C575-8127-53AA1BA7C4C6}"/>
              </a:ext>
            </a:extLst>
          </p:cNvPr>
          <p:cNvSpPr txBox="1"/>
          <p:nvPr/>
        </p:nvSpPr>
        <p:spPr>
          <a:xfrm>
            <a:off x="3716867" y="4747898"/>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43" name="TextBox 42">
            <a:extLst>
              <a:ext uri="{FF2B5EF4-FFF2-40B4-BE49-F238E27FC236}">
                <a16:creationId xmlns:a16="http://schemas.microsoft.com/office/drawing/2014/main" id="{15F132C7-CFBE-AC08-88FF-F9EB83CE5DDB}"/>
              </a:ext>
            </a:extLst>
          </p:cNvPr>
          <p:cNvSpPr txBox="1"/>
          <p:nvPr/>
        </p:nvSpPr>
        <p:spPr>
          <a:xfrm>
            <a:off x="4216401" y="4747898"/>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44" name="TextBox 43">
            <a:extLst>
              <a:ext uri="{FF2B5EF4-FFF2-40B4-BE49-F238E27FC236}">
                <a16:creationId xmlns:a16="http://schemas.microsoft.com/office/drawing/2014/main" id="{EF3F5AFD-81B3-3D28-E2D8-D78DECCCF15C}"/>
              </a:ext>
            </a:extLst>
          </p:cNvPr>
          <p:cNvSpPr txBox="1"/>
          <p:nvPr/>
        </p:nvSpPr>
        <p:spPr>
          <a:xfrm>
            <a:off x="7157158" y="1522145"/>
            <a:ext cx="570089" cy="230832"/>
          </a:xfrm>
          <a:prstGeom prst="rect">
            <a:avLst/>
          </a:prstGeom>
          <a:noFill/>
        </p:spPr>
        <p:txBody>
          <a:bodyPr wrap="square" rtlCol="0">
            <a:spAutoFit/>
          </a:bodyPr>
          <a:lstStyle/>
          <a:p>
            <a:pPr algn="ctr"/>
            <a:r>
              <a:rPr lang="en-US" sz="900" dirty="0"/>
              <a:t>457</a:t>
            </a:r>
          </a:p>
        </p:txBody>
      </p:sp>
      <p:sp>
        <p:nvSpPr>
          <p:cNvPr id="45" name="TextBox 44">
            <a:extLst>
              <a:ext uri="{FF2B5EF4-FFF2-40B4-BE49-F238E27FC236}">
                <a16:creationId xmlns:a16="http://schemas.microsoft.com/office/drawing/2014/main" id="{F6631378-EDA2-011B-E36B-16A3766FECEF}"/>
              </a:ext>
            </a:extLst>
          </p:cNvPr>
          <p:cNvSpPr txBox="1"/>
          <p:nvPr/>
        </p:nvSpPr>
        <p:spPr>
          <a:xfrm>
            <a:off x="4143022" y="5028752"/>
            <a:ext cx="570089" cy="230832"/>
          </a:xfrm>
          <a:prstGeom prst="rect">
            <a:avLst/>
          </a:prstGeom>
          <a:noFill/>
        </p:spPr>
        <p:txBody>
          <a:bodyPr wrap="square" rtlCol="0">
            <a:spAutoFit/>
          </a:bodyPr>
          <a:lstStyle/>
          <a:p>
            <a:pPr algn="ctr"/>
            <a:r>
              <a:rPr lang="en-US" sz="900" dirty="0"/>
              <a:t>457</a:t>
            </a:r>
          </a:p>
        </p:txBody>
      </p:sp>
      <p:sp>
        <p:nvSpPr>
          <p:cNvPr id="46" name="TextBox 45">
            <a:extLst>
              <a:ext uri="{FF2B5EF4-FFF2-40B4-BE49-F238E27FC236}">
                <a16:creationId xmlns:a16="http://schemas.microsoft.com/office/drawing/2014/main" id="{AD481E12-F17D-F1F5-8B48-D578A495DBA2}"/>
              </a:ext>
            </a:extLst>
          </p:cNvPr>
          <p:cNvSpPr txBox="1"/>
          <p:nvPr/>
        </p:nvSpPr>
        <p:spPr>
          <a:xfrm>
            <a:off x="6654802" y="1522145"/>
            <a:ext cx="570089" cy="230832"/>
          </a:xfrm>
          <a:prstGeom prst="rect">
            <a:avLst/>
          </a:prstGeom>
          <a:noFill/>
        </p:spPr>
        <p:txBody>
          <a:bodyPr wrap="square" rtlCol="0">
            <a:spAutoFit/>
          </a:bodyPr>
          <a:lstStyle/>
          <a:p>
            <a:pPr algn="ctr"/>
            <a:r>
              <a:rPr lang="en-US" sz="900" dirty="0"/>
              <a:t>456789</a:t>
            </a:r>
          </a:p>
        </p:txBody>
      </p:sp>
      <p:sp>
        <p:nvSpPr>
          <p:cNvPr id="47" name="TextBox 46">
            <a:extLst>
              <a:ext uri="{FF2B5EF4-FFF2-40B4-BE49-F238E27FC236}">
                <a16:creationId xmlns:a16="http://schemas.microsoft.com/office/drawing/2014/main" id="{24D507A3-9578-489A-32B0-05533028C335}"/>
              </a:ext>
            </a:extLst>
          </p:cNvPr>
          <p:cNvSpPr txBox="1"/>
          <p:nvPr/>
        </p:nvSpPr>
        <p:spPr>
          <a:xfrm>
            <a:off x="3640666" y="5028752"/>
            <a:ext cx="570089" cy="230832"/>
          </a:xfrm>
          <a:prstGeom prst="rect">
            <a:avLst/>
          </a:prstGeom>
          <a:noFill/>
        </p:spPr>
        <p:txBody>
          <a:bodyPr wrap="square" rtlCol="0">
            <a:spAutoFit/>
          </a:bodyPr>
          <a:lstStyle/>
          <a:p>
            <a:pPr algn="ctr"/>
            <a:r>
              <a:rPr lang="en-US" sz="900" dirty="0"/>
              <a:t>456789</a:t>
            </a:r>
          </a:p>
        </p:txBody>
      </p:sp>
      <p:sp>
        <p:nvSpPr>
          <p:cNvPr id="48" name="TextBox 47">
            <a:extLst>
              <a:ext uri="{FF2B5EF4-FFF2-40B4-BE49-F238E27FC236}">
                <a16:creationId xmlns:a16="http://schemas.microsoft.com/office/drawing/2014/main" id="{A06280C9-6B9C-6DE1-7E10-6E8510112635}"/>
              </a:ext>
            </a:extLst>
          </p:cNvPr>
          <p:cNvSpPr txBox="1"/>
          <p:nvPr/>
        </p:nvSpPr>
        <p:spPr>
          <a:xfrm>
            <a:off x="6654802" y="772726"/>
            <a:ext cx="570089" cy="230832"/>
          </a:xfrm>
          <a:prstGeom prst="rect">
            <a:avLst/>
          </a:prstGeom>
          <a:noFill/>
        </p:spPr>
        <p:txBody>
          <a:bodyPr wrap="square" rtlCol="0">
            <a:spAutoFit/>
          </a:bodyPr>
          <a:lstStyle/>
          <a:p>
            <a:pPr algn="ctr"/>
            <a:r>
              <a:rPr lang="en-US" sz="900" dirty="0"/>
              <a:t>489</a:t>
            </a:r>
          </a:p>
        </p:txBody>
      </p:sp>
      <p:sp>
        <p:nvSpPr>
          <p:cNvPr id="49" name="TextBox 48">
            <a:extLst>
              <a:ext uri="{FF2B5EF4-FFF2-40B4-BE49-F238E27FC236}">
                <a16:creationId xmlns:a16="http://schemas.microsoft.com/office/drawing/2014/main" id="{9DC24107-1B0D-4498-A235-FC9470F6C1A4}"/>
              </a:ext>
            </a:extLst>
          </p:cNvPr>
          <p:cNvSpPr txBox="1"/>
          <p:nvPr/>
        </p:nvSpPr>
        <p:spPr>
          <a:xfrm>
            <a:off x="3138310" y="5028752"/>
            <a:ext cx="570089" cy="230832"/>
          </a:xfrm>
          <a:prstGeom prst="rect">
            <a:avLst/>
          </a:prstGeom>
          <a:noFill/>
        </p:spPr>
        <p:txBody>
          <a:bodyPr wrap="square" rtlCol="0">
            <a:spAutoFit/>
          </a:bodyPr>
          <a:lstStyle/>
          <a:p>
            <a:pPr algn="ctr"/>
            <a:r>
              <a:rPr lang="en-US" sz="900" dirty="0"/>
              <a:t>489</a:t>
            </a:r>
          </a:p>
        </p:txBody>
      </p:sp>
      <p:sp>
        <p:nvSpPr>
          <p:cNvPr id="50" name="TextBox 49">
            <a:extLst>
              <a:ext uri="{FF2B5EF4-FFF2-40B4-BE49-F238E27FC236}">
                <a16:creationId xmlns:a16="http://schemas.microsoft.com/office/drawing/2014/main" id="{C110B2D5-9CBF-3A7B-2EC2-BFB717E66523}"/>
              </a:ext>
            </a:extLst>
          </p:cNvPr>
          <p:cNvSpPr txBox="1"/>
          <p:nvPr/>
        </p:nvSpPr>
        <p:spPr>
          <a:xfrm>
            <a:off x="6152446" y="1402877"/>
            <a:ext cx="570089" cy="230832"/>
          </a:xfrm>
          <a:prstGeom prst="rect">
            <a:avLst/>
          </a:prstGeom>
          <a:noFill/>
        </p:spPr>
        <p:txBody>
          <a:bodyPr wrap="square" rtlCol="0">
            <a:spAutoFit/>
          </a:bodyPr>
          <a:lstStyle/>
          <a:p>
            <a:pPr algn="ctr"/>
            <a:r>
              <a:rPr lang="en-US" sz="900" dirty="0"/>
              <a:t>56789</a:t>
            </a:r>
          </a:p>
        </p:txBody>
      </p:sp>
      <p:sp>
        <p:nvSpPr>
          <p:cNvPr id="51" name="TextBox 50">
            <a:extLst>
              <a:ext uri="{FF2B5EF4-FFF2-40B4-BE49-F238E27FC236}">
                <a16:creationId xmlns:a16="http://schemas.microsoft.com/office/drawing/2014/main" id="{E6FEB4D1-3614-FFCE-9BDD-B8ED08C1A67B}"/>
              </a:ext>
            </a:extLst>
          </p:cNvPr>
          <p:cNvSpPr txBox="1"/>
          <p:nvPr/>
        </p:nvSpPr>
        <p:spPr>
          <a:xfrm>
            <a:off x="3138310" y="4408541"/>
            <a:ext cx="570089" cy="230832"/>
          </a:xfrm>
          <a:prstGeom prst="rect">
            <a:avLst/>
          </a:prstGeom>
          <a:noFill/>
        </p:spPr>
        <p:txBody>
          <a:bodyPr wrap="square" rtlCol="0">
            <a:spAutoFit/>
          </a:bodyPr>
          <a:lstStyle/>
          <a:p>
            <a:pPr algn="ctr"/>
            <a:r>
              <a:rPr lang="en-US" sz="900" dirty="0"/>
              <a:t>56789</a:t>
            </a:r>
          </a:p>
        </p:txBody>
      </p:sp>
      <p:sp>
        <p:nvSpPr>
          <p:cNvPr id="52" name="TextBox 51">
            <a:extLst>
              <a:ext uri="{FF2B5EF4-FFF2-40B4-BE49-F238E27FC236}">
                <a16:creationId xmlns:a16="http://schemas.microsoft.com/office/drawing/2014/main" id="{301047B9-27EA-3A8C-F495-F167431B72FC}"/>
              </a:ext>
            </a:extLst>
          </p:cNvPr>
          <p:cNvSpPr txBox="1"/>
          <p:nvPr/>
        </p:nvSpPr>
        <p:spPr>
          <a:xfrm>
            <a:off x="3640666" y="3406653"/>
            <a:ext cx="570089" cy="230832"/>
          </a:xfrm>
          <a:prstGeom prst="rect">
            <a:avLst/>
          </a:prstGeom>
          <a:noFill/>
        </p:spPr>
        <p:txBody>
          <a:bodyPr wrap="square" rtlCol="0">
            <a:spAutoFit/>
          </a:bodyPr>
          <a:lstStyle/>
          <a:p>
            <a:pPr algn="ctr"/>
            <a:r>
              <a:rPr lang="en-US" sz="900" dirty="0"/>
              <a:t>234567</a:t>
            </a:r>
          </a:p>
        </p:txBody>
      </p:sp>
      <p:sp>
        <p:nvSpPr>
          <p:cNvPr id="53" name="TextBox 52">
            <a:extLst>
              <a:ext uri="{FF2B5EF4-FFF2-40B4-BE49-F238E27FC236}">
                <a16:creationId xmlns:a16="http://schemas.microsoft.com/office/drawing/2014/main" id="{C85490C1-3740-E56A-F033-201991E9B1FD}"/>
              </a:ext>
            </a:extLst>
          </p:cNvPr>
          <p:cNvSpPr txBox="1"/>
          <p:nvPr/>
        </p:nvSpPr>
        <p:spPr>
          <a:xfrm>
            <a:off x="3640666" y="4026865"/>
            <a:ext cx="570089" cy="230832"/>
          </a:xfrm>
          <a:prstGeom prst="rect">
            <a:avLst/>
          </a:prstGeom>
          <a:noFill/>
        </p:spPr>
        <p:txBody>
          <a:bodyPr wrap="square" rtlCol="0">
            <a:spAutoFit/>
          </a:bodyPr>
          <a:lstStyle/>
          <a:p>
            <a:pPr algn="ctr"/>
            <a:r>
              <a:rPr lang="en-US" sz="900" dirty="0"/>
              <a:t>456789</a:t>
            </a:r>
          </a:p>
        </p:txBody>
      </p:sp>
      <p:sp>
        <p:nvSpPr>
          <p:cNvPr id="54" name="TextBox 53">
            <a:extLst>
              <a:ext uri="{FF2B5EF4-FFF2-40B4-BE49-F238E27FC236}">
                <a16:creationId xmlns:a16="http://schemas.microsoft.com/office/drawing/2014/main" id="{AEC8A572-55C6-12E6-7E3F-5FB4D23D672E}"/>
              </a:ext>
            </a:extLst>
          </p:cNvPr>
          <p:cNvSpPr txBox="1"/>
          <p:nvPr/>
        </p:nvSpPr>
        <p:spPr>
          <a:xfrm>
            <a:off x="3138310" y="3788329"/>
            <a:ext cx="570089" cy="369332"/>
          </a:xfrm>
          <a:prstGeom prst="rect">
            <a:avLst/>
          </a:prstGeom>
          <a:noFill/>
        </p:spPr>
        <p:txBody>
          <a:bodyPr wrap="square" rtlCol="0">
            <a:spAutoFit/>
          </a:bodyPr>
          <a:lstStyle/>
          <a:p>
            <a:pPr algn="ctr"/>
            <a:r>
              <a:rPr lang="en-US" sz="900" dirty="0"/>
              <a:t>1456789</a:t>
            </a:r>
          </a:p>
        </p:txBody>
      </p:sp>
      <p:sp>
        <p:nvSpPr>
          <p:cNvPr id="55" name="TextBox 54">
            <a:extLst>
              <a:ext uri="{FF2B5EF4-FFF2-40B4-BE49-F238E27FC236}">
                <a16:creationId xmlns:a16="http://schemas.microsoft.com/office/drawing/2014/main" id="{37CB6BCD-3E5E-ABE8-E68A-D0F02A21D554}"/>
              </a:ext>
            </a:extLst>
          </p:cNvPr>
          <p:cNvSpPr txBox="1"/>
          <p:nvPr/>
        </p:nvSpPr>
        <p:spPr>
          <a:xfrm>
            <a:off x="6152446" y="2023089"/>
            <a:ext cx="570089" cy="369332"/>
          </a:xfrm>
          <a:prstGeom prst="rect">
            <a:avLst/>
          </a:prstGeom>
          <a:noFill/>
        </p:spPr>
        <p:txBody>
          <a:bodyPr wrap="square" rtlCol="0">
            <a:spAutoFit/>
          </a:bodyPr>
          <a:lstStyle/>
          <a:p>
            <a:pPr algn="ctr"/>
            <a:r>
              <a:rPr lang="en-US" sz="900" dirty="0"/>
              <a:t>1456789</a:t>
            </a:r>
          </a:p>
        </p:txBody>
      </p:sp>
      <p:sp>
        <p:nvSpPr>
          <p:cNvPr id="56" name="TextBox 55">
            <a:extLst>
              <a:ext uri="{FF2B5EF4-FFF2-40B4-BE49-F238E27FC236}">
                <a16:creationId xmlns:a16="http://schemas.microsoft.com/office/drawing/2014/main" id="{F7533A38-68F9-B4FA-B31A-A13CA58CDFA7}"/>
              </a:ext>
            </a:extLst>
          </p:cNvPr>
          <p:cNvSpPr txBox="1"/>
          <p:nvPr/>
        </p:nvSpPr>
        <p:spPr>
          <a:xfrm>
            <a:off x="6654802" y="1784553"/>
            <a:ext cx="570089" cy="230832"/>
          </a:xfrm>
          <a:prstGeom prst="rect">
            <a:avLst/>
          </a:prstGeom>
          <a:noFill/>
        </p:spPr>
        <p:txBody>
          <a:bodyPr wrap="square" rtlCol="0">
            <a:spAutoFit/>
          </a:bodyPr>
          <a:lstStyle/>
          <a:p>
            <a:pPr algn="ctr"/>
            <a:r>
              <a:rPr lang="en-US" sz="900" dirty="0"/>
              <a:t>456789</a:t>
            </a:r>
          </a:p>
        </p:txBody>
      </p:sp>
      <p:sp>
        <p:nvSpPr>
          <p:cNvPr id="57" name="TextBox 56">
            <a:extLst>
              <a:ext uri="{FF2B5EF4-FFF2-40B4-BE49-F238E27FC236}">
                <a16:creationId xmlns:a16="http://schemas.microsoft.com/office/drawing/2014/main" id="{9CCDB51C-5828-2C97-1833-8DA89ED06144}"/>
              </a:ext>
            </a:extLst>
          </p:cNvPr>
          <p:cNvSpPr txBox="1"/>
          <p:nvPr/>
        </p:nvSpPr>
        <p:spPr>
          <a:xfrm>
            <a:off x="6654802" y="2524033"/>
            <a:ext cx="570089" cy="230832"/>
          </a:xfrm>
          <a:prstGeom prst="rect">
            <a:avLst/>
          </a:prstGeom>
          <a:noFill/>
        </p:spPr>
        <p:txBody>
          <a:bodyPr wrap="square" rtlCol="0">
            <a:spAutoFit/>
          </a:bodyPr>
          <a:lstStyle/>
          <a:p>
            <a:pPr algn="ctr"/>
            <a:r>
              <a:rPr lang="en-US" sz="900" dirty="0"/>
              <a:t>234567</a:t>
            </a:r>
          </a:p>
        </p:txBody>
      </p:sp>
      <p:sp>
        <p:nvSpPr>
          <p:cNvPr id="58" name="TextBox 57">
            <a:extLst>
              <a:ext uri="{FF2B5EF4-FFF2-40B4-BE49-F238E27FC236}">
                <a16:creationId xmlns:a16="http://schemas.microsoft.com/office/drawing/2014/main" id="{F4D78B1C-8F0D-D6F0-B3CC-0B9B7EE4A1C7}"/>
              </a:ext>
            </a:extLst>
          </p:cNvPr>
          <p:cNvSpPr txBox="1"/>
          <p:nvPr/>
        </p:nvSpPr>
        <p:spPr>
          <a:xfrm>
            <a:off x="4143022" y="1903821"/>
            <a:ext cx="570089" cy="230832"/>
          </a:xfrm>
          <a:prstGeom prst="rect">
            <a:avLst/>
          </a:prstGeom>
          <a:noFill/>
        </p:spPr>
        <p:txBody>
          <a:bodyPr wrap="square" rtlCol="0">
            <a:spAutoFit/>
          </a:bodyPr>
          <a:lstStyle/>
          <a:p>
            <a:pPr algn="ctr"/>
            <a:r>
              <a:rPr lang="en-US" sz="900" dirty="0"/>
              <a:t>457</a:t>
            </a:r>
          </a:p>
        </p:txBody>
      </p:sp>
      <p:sp>
        <p:nvSpPr>
          <p:cNvPr id="59" name="TextBox 58">
            <a:extLst>
              <a:ext uri="{FF2B5EF4-FFF2-40B4-BE49-F238E27FC236}">
                <a16:creationId xmlns:a16="http://schemas.microsoft.com/office/drawing/2014/main" id="{420AE006-B00F-A77E-9876-E3E51D744F78}"/>
              </a:ext>
            </a:extLst>
          </p:cNvPr>
          <p:cNvSpPr txBox="1"/>
          <p:nvPr/>
        </p:nvSpPr>
        <p:spPr>
          <a:xfrm>
            <a:off x="3640666" y="2404765"/>
            <a:ext cx="570089" cy="230832"/>
          </a:xfrm>
          <a:prstGeom prst="rect">
            <a:avLst/>
          </a:prstGeom>
          <a:noFill/>
        </p:spPr>
        <p:txBody>
          <a:bodyPr wrap="square" rtlCol="0">
            <a:spAutoFit/>
          </a:bodyPr>
          <a:lstStyle/>
          <a:p>
            <a:pPr algn="ctr"/>
            <a:r>
              <a:rPr lang="en-US" sz="900" dirty="0"/>
              <a:t>234567</a:t>
            </a:r>
          </a:p>
        </p:txBody>
      </p:sp>
      <p:sp>
        <p:nvSpPr>
          <p:cNvPr id="60" name="TextBox 59">
            <a:extLst>
              <a:ext uri="{FF2B5EF4-FFF2-40B4-BE49-F238E27FC236}">
                <a16:creationId xmlns:a16="http://schemas.microsoft.com/office/drawing/2014/main" id="{F026149A-B654-19AD-6F4A-EE49BC81C791}"/>
              </a:ext>
            </a:extLst>
          </p:cNvPr>
          <p:cNvSpPr txBox="1"/>
          <p:nvPr/>
        </p:nvSpPr>
        <p:spPr>
          <a:xfrm>
            <a:off x="4143022" y="2905709"/>
            <a:ext cx="570089" cy="230832"/>
          </a:xfrm>
          <a:prstGeom prst="rect">
            <a:avLst/>
          </a:prstGeom>
          <a:noFill/>
        </p:spPr>
        <p:txBody>
          <a:bodyPr wrap="square" rtlCol="0">
            <a:spAutoFit/>
          </a:bodyPr>
          <a:lstStyle/>
          <a:p>
            <a:pPr algn="ctr"/>
            <a:r>
              <a:rPr lang="en-US" sz="900" dirty="0"/>
              <a:t>2457</a:t>
            </a:r>
          </a:p>
        </p:txBody>
      </p:sp>
      <p:sp>
        <p:nvSpPr>
          <p:cNvPr id="61" name="TextBox 60">
            <a:extLst>
              <a:ext uri="{FF2B5EF4-FFF2-40B4-BE49-F238E27FC236}">
                <a16:creationId xmlns:a16="http://schemas.microsoft.com/office/drawing/2014/main" id="{572D0373-B99C-F0E8-1922-BDD5DD767E4B}"/>
              </a:ext>
            </a:extLst>
          </p:cNvPr>
          <p:cNvSpPr txBox="1"/>
          <p:nvPr/>
        </p:nvSpPr>
        <p:spPr>
          <a:xfrm>
            <a:off x="6152446" y="2285497"/>
            <a:ext cx="570089" cy="230832"/>
          </a:xfrm>
          <a:prstGeom prst="rect">
            <a:avLst/>
          </a:prstGeom>
          <a:noFill/>
        </p:spPr>
        <p:txBody>
          <a:bodyPr wrap="square" rtlCol="0">
            <a:spAutoFit/>
          </a:bodyPr>
          <a:lstStyle/>
          <a:p>
            <a:pPr algn="ctr"/>
            <a:r>
              <a:rPr lang="en-US" sz="900" dirty="0"/>
              <a:t>2457</a:t>
            </a:r>
          </a:p>
        </p:txBody>
      </p:sp>
      <p:sp>
        <p:nvSpPr>
          <p:cNvPr id="62" name="TextBox 61">
            <a:extLst>
              <a:ext uri="{FF2B5EF4-FFF2-40B4-BE49-F238E27FC236}">
                <a16:creationId xmlns:a16="http://schemas.microsoft.com/office/drawing/2014/main" id="{8E0C12D5-A8C2-282A-37CD-E71BBCFC8DDC}"/>
              </a:ext>
            </a:extLst>
          </p:cNvPr>
          <p:cNvSpPr txBox="1"/>
          <p:nvPr/>
        </p:nvSpPr>
        <p:spPr>
          <a:xfrm>
            <a:off x="6654802" y="2905709"/>
            <a:ext cx="570089" cy="230832"/>
          </a:xfrm>
          <a:prstGeom prst="rect">
            <a:avLst/>
          </a:prstGeom>
          <a:noFill/>
        </p:spPr>
        <p:txBody>
          <a:bodyPr wrap="square" rtlCol="0">
            <a:spAutoFit/>
          </a:bodyPr>
          <a:lstStyle/>
          <a:p>
            <a:pPr algn="ctr"/>
            <a:r>
              <a:rPr lang="en-US" sz="900" dirty="0"/>
              <a:t>234567</a:t>
            </a:r>
          </a:p>
        </p:txBody>
      </p:sp>
      <p:sp>
        <p:nvSpPr>
          <p:cNvPr id="63" name="TextBox 62">
            <a:extLst>
              <a:ext uri="{FF2B5EF4-FFF2-40B4-BE49-F238E27FC236}">
                <a16:creationId xmlns:a16="http://schemas.microsoft.com/office/drawing/2014/main" id="{3858CFFC-CD21-0EFC-D687-2D0F574102B9}"/>
              </a:ext>
            </a:extLst>
          </p:cNvPr>
          <p:cNvSpPr txBox="1"/>
          <p:nvPr/>
        </p:nvSpPr>
        <p:spPr>
          <a:xfrm>
            <a:off x="7157158" y="3406653"/>
            <a:ext cx="570089" cy="230832"/>
          </a:xfrm>
          <a:prstGeom prst="rect">
            <a:avLst/>
          </a:prstGeom>
          <a:noFill/>
        </p:spPr>
        <p:txBody>
          <a:bodyPr wrap="square" rtlCol="0">
            <a:spAutoFit/>
          </a:bodyPr>
          <a:lstStyle/>
          <a:p>
            <a:pPr algn="ctr"/>
            <a:r>
              <a:rPr lang="en-US" sz="900" dirty="0"/>
              <a:t>457</a:t>
            </a:r>
          </a:p>
        </p:txBody>
      </p:sp>
    </p:spTree>
    <p:extLst>
      <p:ext uri="{BB962C8B-B14F-4D97-AF65-F5344CB8AC3E}">
        <p14:creationId xmlns:p14="http://schemas.microsoft.com/office/powerpoint/2010/main" val="124037805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1C30D63-22F3-DF1F-E42C-4CCE1DB7676E}"/>
            </a:ext>
          </a:extLst>
        </p:cNvPr>
        <p:cNvGrpSpPr/>
        <p:nvPr/>
      </p:nvGrpSpPr>
      <p:grpSpPr>
        <a:xfrm>
          <a:off x="0" y="0"/>
          <a:ext cx="0" cy="0"/>
          <a:chOff x="0" y="0"/>
          <a:chExt cx="0" cy="0"/>
        </a:xfrm>
      </p:grpSpPr>
      <p:sp>
        <p:nvSpPr>
          <p:cNvPr id="77" name="TextBox 76">
            <a:extLst>
              <a:ext uri="{FF2B5EF4-FFF2-40B4-BE49-F238E27FC236}">
                <a16:creationId xmlns:a16="http://schemas.microsoft.com/office/drawing/2014/main" id="{FDB9A114-D09B-9ABB-B4E8-5BEF2ECB5D01}"/>
              </a:ext>
            </a:extLst>
          </p:cNvPr>
          <p:cNvSpPr txBox="1"/>
          <p:nvPr/>
        </p:nvSpPr>
        <p:spPr>
          <a:xfrm>
            <a:off x="6714071" y="374122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2" name="Content Placeholder 1">
            <a:extLst>
              <a:ext uri="{FF2B5EF4-FFF2-40B4-BE49-F238E27FC236}">
                <a16:creationId xmlns:a16="http://schemas.microsoft.com/office/drawing/2014/main" id="{81315531-C16A-AC48-607E-55B3A4BAFF61}"/>
              </a:ext>
            </a:extLst>
          </p:cNvPr>
          <p:cNvSpPr>
            <a:spLocks noGrp="1"/>
          </p:cNvSpPr>
          <p:nvPr>
            <p:ph sz="half" idx="1"/>
          </p:nvPr>
        </p:nvSpPr>
        <p:spPr/>
        <p:txBody>
          <a:bodyPr/>
          <a:lstStyle/>
          <a:p>
            <a:r>
              <a:rPr lang="en-US" dirty="0"/>
              <a:t>Continue.</a:t>
            </a:r>
          </a:p>
        </p:txBody>
      </p:sp>
      <p:pic>
        <p:nvPicPr>
          <p:cNvPr id="4" name="Picture 3" descr="A grid of sudoku puzzle&#10;&#10;Description automatically generated">
            <a:extLst>
              <a:ext uri="{FF2B5EF4-FFF2-40B4-BE49-F238E27FC236}">
                <a16:creationId xmlns:a16="http://schemas.microsoft.com/office/drawing/2014/main" id="{DC127E6B-5975-E59F-66D0-A4C844DEA073}"/>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7A9A39E5-C63A-2E7E-5AB0-C00EE5974D0A}"/>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E5005D81-CA53-64A7-3CC0-F68155B55FD4}"/>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9B439AAB-F944-398A-0698-7B499DDC8688}"/>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A59C08EC-1AAF-D901-6AF4-99B4ED3ED7A4}"/>
              </a:ext>
            </a:extLst>
          </p:cNvPr>
          <p:cNvSpPr txBox="1"/>
          <p:nvPr/>
        </p:nvSpPr>
        <p:spPr>
          <a:xfrm>
            <a:off x="4715935" y="1224551"/>
            <a:ext cx="462845" cy="584775"/>
          </a:xfrm>
          <a:prstGeom prst="rect">
            <a:avLst/>
          </a:prstGeom>
          <a:solidFill>
            <a:srgbClr val="92D050">
              <a:alpha val="30000"/>
            </a:srgbClr>
          </a:solidFill>
        </p:spPr>
        <p:txBody>
          <a:bodyPr wrap="square" rtlCol="0">
            <a:spAutoFit/>
          </a:bodyPr>
          <a:lstStyle/>
          <a:p>
            <a:pPr algn="ctr"/>
            <a:endParaRPr lang="en-US" sz="3200" dirty="0"/>
          </a:p>
        </p:txBody>
      </p:sp>
      <p:sp>
        <p:nvSpPr>
          <p:cNvPr id="8" name="TextBox 7">
            <a:extLst>
              <a:ext uri="{FF2B5EF4-FFF2-40B4-BE49-F238E27FC236}">
                <a16:creationId xmlns:a16="http://schemas.microsoft.com/office/drawing/2014/main" id="{6B219F19-1EC0-B097-C482-4E9CAFCE119A}"/>
              </a:ext>
            </a:extLst>
          </p:cNvPr>
          <p:cNvSpPr txBox="1"/>
          <p:nvPr/>
        </p:nvSpPr>
        <p:spPr>
          <a:xfrm>
            <a:off x="6214537" y="122455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9" name="TextBox 8">
            <a:extLst>
              <a:ext uri="{FF2B5EF4-FFF2-40B4-BE49-F238E27FC236}">
                <a16:creationId xmlns:a16="http://schemas.microsoft.com/office/drawing/2014/main" id="{B17C721A-ED21-4F1F-FC88-20B03B3FB594}"/>
              </a:ext>
            </a:extLst>
          </p:cNvPr>
          <p:cNvSpPr txBox="1"/>
          <p:nvPr/>
        </p:nvSpPr>
        <p:spPr>
          <a:xfrm>
            <a:off x="6714071" y="1224551"/>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10" name="TextBox 9">
            <a:extLst>
              <a:ext uri="{FF2B5EF4-FFF2-40B4-BE49-F238E27FC236}">
                <a16:creationId xmlns:a16="http://schemas.microsoft.com/office/drawing/2014/main" id="{E1392B39-4111-AAD8-12F1-90D9D5419C1C}"/>
              </a:ext>
            </a:extLst>
          </p:cNvPr>
          <p:cNvSpPr txBox="1"/>
          <p:nvPr/>
        </p:nvSpPr>
        <p:spPr>
          <a:xfrm>
            <a:off x="7213604" y="122455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11" name="TextBox 10">
            <a:extLst>
              <a:ext uri="{FF2B5EF4-FFF2-40B4-BE49-F238E27FC236}">
                <a16:creationId xmlns:a16="http://schemas.microsoft.com/office/drawing/2014/main" id="{05CABCC6-3FCA-2F05-3131-2EBEED5B4E06}"/>
              </a:ext>
            </a:extLst>
          </p:cNvPr>
          <p:cNvSpPr txBox="1"/>
          <p:nvPr/>
        </p:nvSpPr>
        <p:spPr>
          <a:xfrm>
            <a:off x="6714071" y="721216"/>
            <a:ext cx="462845" cy="584775"/>
          </a:xfrm>
          <a:prstGeom prst="rect">
            <a:avLst/>
          </a:prstGeom>
          <a:solidFill>
            <a:srgbClr val="92D050">
              <a:alpha val="30000"/>
            </a:srgbClr>
          </a:solidFill>
        </p:spPr>
        <p:txBody>
          <a:bodyPr wrap="square" rtlCol="0">
            <a:spAutoFit/>
          </a:bodyPr>
          <a:lstStyle/>
          <a:p>
            <a:pPr algn="ctr"/>
            <a:endParaRPr lang="en-US" sz="3200" dirty="0"/>
          </a:p>
        </p:txBody>
      </p:sp>
      <p:sp>
        <p:nvSpPr>
          <p:cNvPr id="12" name="TextBox 11">
            <a:extLst>
              <a:ext uri="{FF2B5EF4-FFF2-40B4-BE49-F238E27FC236}">
                <a16:creationId xmlns:a16="http://schemas.microsoft.com/office/drawing/2014/main" id="{53CE0EA7-1CC2-5353-4DFA-F5ECD73781E5}"/>
              </a:ext>
            </a:extLst>
          </p:cNvPr>
          <p:cNvSpPr txBox="1"/>
          <p:nvPr/>
        </p:nvSpPr>
        <p:spPr>
          <a:xfrm>
            <a:off x="7213604" y="721216"/>
            <a:ext cx="462845" cy="584775"/>
          </a:xfrm>
          <a:prstGeom prst="rect">
            <a:avLst/>
          </a:prstGeom>
          <a:solidFill>
            <a:srgbClr val="FF0000">
              <a:alpha val="30000"/>
            </a:srgbClr>
          </a:solidFill>
        </p:spPr>
        <p:txBody>
          <a:bodyPr wrap="square" rtlCol="0">
            <a:spAutoFit/>
          </a:bodyPr>
          <a:lstStyle/>
          <a:p>
            <a:pPr algn="ctr"/>
            <a:r>
              <a:rPr lang="en-US" sz="3200" dirty="0"/>
              <a:t>3</a:t>
            </a:r>
          </a:p>
        </p:txBody>
      </p:sp>
      <p:sp>
        <p:nvSpPr>
          <p:cNvPr id="13" name="TextBox 12">
            <a:extLst>
              <a:ext uri="{FF2B5EF4-FFF2-40B4-BE49-F238E27FC236}">
                <a16:creationId xmlns:a16="http://schemas.microsoft.com/office/drawing/2014/main" id="{02D16E60-5A8B-FA13-9DAB-EB9DC49A15CD}"/>
              </a:ext>
            </a:extLst>
          </p:cNvPr>
          <p:cNvSpPr txBox="1"/>
          <p:nvPr/>
        </p:nvSpPr>
        <p:spPr>
          <a:xfrm>
            <a:off x="4216401" y="1727886"/>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14" name="TextBox 13">
            <a:extLst>
              <a:ext uri="{FF2B5EF4-FFF2-40B4-BE49-F238E27FC236}">
                <a16:creationId xmlns:a16="http://schemas.microsoft.com/office/drawing/2014/main" id="{B6AC8B74-917A-6726-38FE-25626C521EB0}"/>
              </a:ext>
            </a:extLst>
          </p:cNvPr>
          <p:cNvSpPr txBox="1"/>
          <p:nvPr/>
        </p:nvSpPr>
        <p:spPr>
          <a:xfrm>
            <a:off x="5215469" y="1727886"/>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15" name="TextBox 14">
            <a:extLst>
              <a:ext uri="{FF2B5EF4-FFF2-40B4-BE49-F238E27FC236}">
                <a16:creationId xmlns:a16="http://schemas.microsoft.com/office/drawing/2014/main" id="{C4599121-2704-D808-2581-EE8EC5701713}"/>
              </a:ext>
            </a:extLst>
          </p:cNvPr>
          <p:cNvSpPr txBox="1"/>
          <p:nvPr/>
        </p:nvSpPr>
        <p:spPr>
          <a:xfrm>
            <a:off x="6214537" y="1727886"/>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16" name="TextBox 15">
            <a:extLst>
              <a:ext uri="{FF2B5EF4-FFF2-40B4-BE49-F238E27FC236}">
                <a16:creationId xmlns:a16="http://schemas.microsoft.com/office/drawing/2014/main" id="{E1A3554B-0661-F585-B53B-60FD16153362}"/>
              </a:ext>
            </a:extLst>
          </p:cNvPr>
          <p:cNvSpPr txBox="1"/>
          <p:nvPr/>
        </p:nvSpPr>
        <p:spPr>
          <a:xfrm>
            <a:off x="6714071" y="172788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17" name="TextBox 16">
            <a:extLst>
              <a:ext uri="{FF2B5EF4-FFF2-40B4-BE49-F238E27FC236}">
                <a16:creationId xmlns:a16="http://schemas.microsoft.com/office/drawing/2014/main" id="{4D60BCE2-A1F8-A547-1010-E7F28E518E35}"/>
              </a:ext>
            </a:extLst>
          </p:cNvPr>
          <p:cNvSpPr txBox="1"/>
          <p:nvPr/>
        </p:nvSpPr>
        <p:spPr>
          <a:xfrm>
            <a:off x="3716867" y="223122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18" name="TextBox 17">
            <a:extLst>
              <a:ext uri="{FF2B5EF4-FFF2-40B4-BE49-F238E27FC236}">
                <a16:creationId xmlns:a16="http://schemas.microsoft.com/office/drawing/2014/main" id="{B34F736F-5B66-3B7C-D8E6-7195ECE2AE76}"/>
              </a:ext>
            </a:extLst>
          </p:cNvPr>
          <p:cNvSpPr txBox="1"/>
          <p:nvPr/>
        </p:nvSpPr>
        <p:spPr>
          <a:xfrm>
            <a:off x="5215469" y="2231221"/>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19" name="TextBox 18">
            <a:extLst>
              <a:ext uri="{FF2B5EF4-FFF2-40B4-BE49-F238E27FC236}">
                <a16:creationId xmlns:a16="http://schemas.microsoft.com/office/drawing/2014/main" id="{B926837E-0D9B-B950-D4A9-42992F85362D}"/>
              </a:ext>
            </a:extLst>
          </p:cNvPr>
          <p:cNvSpPr txBox="1"/>
          <p:nvPr/>
        </p:nvSpPr>
        <p:spPr>
          <a:xfrm>
            <a:off x="5715003" y="2231221"/>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20" name="TextBox 19">
            <a:extLst>
              <a:ext uri="{FF2B5EF4-FFF2-40B4-BE49-F238E27FC236}">
                <a16:creationId xmlns:a16="http://schemas.microsoft.com/office/drawing/2014/main" id="{9E78A7CA-2266-59C5-1920-823F2CDC0068}"/>
              </a:ext>
            </a:extLst>
          </p:cNvPr>
          <p:cNvSpPr txBox="1"/>
          <p:nvPr/>
        </p:nvSpPr>
        <p:spPr>
          <a:xfrm>
            <a:off x="6214537" y="223122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21" name="TextBox 20">
            <a:extLst>
              <a:ext uri="{FF2B5EF4-FFF2-40B4-BE49-F238E27FC236}">
                <a16:creationId xmlns:a16="http://schemas.microsoft.com/office/drawing/2014/main" id="{941D14AF-8B46-6B83-4495-1412FBDA768B}"/>
              </a:ext>
            </a:extLst>
          </p:cNvPr>
          <p:cNvSpPr txBox="1"/>
          <p:nvPr/>
        </p:nvSpPr>
        <p:spPr>
          <a:xfrm>
            <a:off x="6714071" y="223122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2" name="TextBox 21">
            <a:extLst>
              <a:ext uri="{FF2B5EF4-FFF2-40B4-BE49-F238E27FC236}">
                <a16:creationId xmlns:a16="http://schemas.microsoft.com/office/drawing/2014/main" id="{93AB70C1-3349-12B0-80B2-F442404FE533}"/>
              </a:ext>
            </a:extLst>
          </p:cNvPr>
          <p:cNvSpPr txBox="1"/>
          <p:nvPr/>
        </p:nvSpPr>
        <p:spPr>
          <a:xfrm>
            <a:off x="4216401" y="2734556"/>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23" name="TextBox 22">
            <a:extLst>
              <a:ext uri="{FF2B5EF4-FFF2-40B4-BE49-F238E27FC236}">
                <a16:creationId xmlns:a16="http://schemas.microsoft.com/office/drawing/2014/main" id="{5124F67F-FBB5-F431-BCE6-53AA4B86E07D}"/>
              </a:ext>
            </a:extLst>
          </p:cNvPr>
          <p:cNvSpPr txBox="1"/>
          <p:nvPr/>
        </p:nvSpPr>
        <p:spPr>
          <a:xfrm>
            <a:off x="5215469" y="2734556"/>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4" name="TextBox 23">
            <a:extLst>
              <a:ext uri="{FF2B5EF4-FFF2-40B4-BE49-F238E27FC236}">
                <a16:creationId xmlns:a16="http://schemas.microsoft.com/office/drawing/2014/main" id="{7B67DC74-CB7D-197C-22D6-34D601D1F8BF}"/>
              </a:ext>
            </a:extLst>
          </p:cNvPr>
          <p:cNvSpPr txBox="1"/>
          <p:nvPr/>
        </p:nvSpPr>
        <p:spPr>
          <a:xfrm>
            <a:off x="6714071" y="2734556"/>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25" name="TextBox 24">
            <a:extLst>
              <a:ext uri="{FF2B5EF4-FFF2-40B4-BE49-F238E27FC236}">
                <a16:creationId xmlns:a16="http://schemas.microsoft.com/office/drawing/2014/main" id="{317C570D-B010-FCE1-B4D8-8F1F1261C07C}"/>
              </a:ext>
            </a:extLst>
          </p:cNvPr>
          <p:cNvSpPr txBox="1"/>
          <p:nvPr/>
        </p:nvSpPr>
        <p:spPr>
          <a:xfrm>
            <a:off x="3716867" y="323789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6" name="TextBox 25">
            <a:extLst>
              <a:ext uri="{FF2B5EF4-FFF2-40B4-BE49-F238E27FC236}">
                <a16:creationId xmlns:a16="http://schemas.microsoft.com/office/drawing/2014/main" id="{4ED674F0-27BF-E541-9FBB-ED1B1C5BB871}"/>
              </a:ext>
            </a:extLst>
          </p:cNvPr>
          <p:cNvSpPr txBox="1"/>
          <p:nvPr/>
        </p:nvSpPr>
        <p:spPr>
          <a:xfrm>
            <a:off x="4715935" y="323789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27" name="TextBox 26">
            <a:extLst>
              <a:ext uri="{FF2B5EF4-FFF2-40B4-BE49-F238E27FC236}">
                <a16:creationId xmlns:a16="http://schemas.microsoft.com/office/drawing/2014/main" id="{51773B56-6EE4-62EB-B326-4B9A69A03B6A}"/>
              </a:ext>
            </a:extLst>
          </p:cNvPr>
          <p:cNvSpPr txBox="1"/>
          <p:nvPr/>
        </p:nvSpPr>
        <p:spPr>
          <a:xfrm>
            <a:off x="5215469" y="323789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28" name="TextBox 27">
            <a:extLst>
              <a:ext uri="{FF2B5EF4-FFF2-40B4-BE49-F238E27FC236}">
                <a16:creationId xmlns:a16="http://schemas.microsoft.com/office/drawing/2014/main" id="{5D825D12-9928-03CE-7F20-0B45EB6E69AF}"/>
              </a:ext>
            </a:extLst>
          </p:cNvPr>
          <p:cNvSpPr txBox="1"/>
          <p:nvPr/>
        </p:nvSpPr>
        <p:spPr>
          <a:xfrm>
            <a:off x="7213604" y="3237891"/>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29" name="TextBox 28">
            <a:extLst>
              <a:ext uri="{FF2B5EF4-FFF2-40B4-BE49-F238E27FC236}">
                <a16:creationId xmlns:a16="http://schemas.microsoft.com/office/drawing/2014/main" id="{CFDFCA52-E8A7-850F-CC16-19D964EF7476}"/>
              </a:ext>
            </a:extLst>
          </p:cNvPr>
          <p:cNvSpPr txBox="1"/>
          <p:nvPr/>
        </p:nvSpPr>
        <p:spPr>
          <a:xfrm>
            <a:off x="3217333" y="3741226"/>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30" name="TextBox 29">
            <a:extLst>
              <a:ext uri="{FF2B5EF4-FFF2-40B4-BE49-F238E27FC236}">
                <a16:creationId xmlns:a16="http://schemas.microsoft.com/office/drawing/2014/main" id="{0B86FE59-0316-311D-B1D5-4AA1B41AEB3A}"/>
              </a:ext>
            </a:extLst>
          </p:cNvPr>
          <p:cNvSpPr txBox="1"/>
          <p:nvPr/>
        </p:nvSpPr>
        <p:spPr>
          <a:xfrm>
            <a:off x="3716867" y="374122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31" name="TextBox 30">
            <a:extLst>
              <a:ext uri="{FF2B5EF4-FFF2-40B4-BE49-F238E27FC236}">
                <a16:creationId xmlns:a16="http://schemas.microsoft.com/office/drawing/2014/main" id="{0B78CA1D-B7FB-7C21-F6DA-404DBF7059E2}"/>
              </a:ext>
            </a:extLst>
          </p:cNvPr>
          <p:cNvSpPr txBox="1"/>
          <p:nvPr/>
        </p:nvSpPr>
        <p:spPr>
          <a:xfrm>
            <a:off x="5715003" y="3741226"/>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32" name="TextBox 31">
            <a:extLst>
              <a:ext uri="{FF2B5EF4-FFF2-40B4-BE49-F238E27FC236}">
                <a16:creationId xmlns:a16="http://schemas.microsoft.com/office/drawing/2014/main" id="{4A1581D1-4653-AB4F-9608-D53F1C68EF31}"/>
              </a:ext>
            </a:extLst>
          </p:cNvPr>
          <p:cNvSpPr txBox="1"/>
          <p:nvPr/>
        </p:nvSpPr>
        <p:spPr>
          <a:xfrm>
            <a:off x="6214537" y="3741226"/>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34" name="TextBox 33">
            <a:extLst>
              <a:ext uri="{FF2B5EF4-FFF2-40B4-BE49-F238E27FC236}">
                <a16:creationId xmlns:a16="http://schemas.microsoft.com/office/drawing/2014/main" id="{1626D54B-FCA7-C67B-0096-292DC4D391CF}"/>
              </a:ext>
            </a:extLst>
          </p:cNvPr>
          <p:cNvSpPr txBox="1"/>
          <p:nvPr/>
        </p:nvSpPr>
        <p:spPr>
          <a:xfrm>
            <a:off x="7213604" y="3741226"/>
            <a:ext cx="462845" cy="584775"/>
          </a:xfrm>
          <a:prstGeom prst="rect">
            <a:avLst/>
          </a:prstGeom>
          <a:solidFill>
            <a:srgbClr val="92D050">
              <a:alpha val="30000"/>
            </a:srgbClr>
          </a:solidFill>
        </p:spPr>
        <p:txBody>
          <a:bodyPr wrap="square" rtlCol="0">
            <a:spAutoFit/>
          </a:bodyPr>
          <a:lstStyle/>
          <a:p>
            <a:pPr algn="ctr"/>
            <a:endParaRPr lang="en-US" sz="3200" dirty="0"/>
          </a:p>
        </p:txBody>
      </p:sp>
      <p:sp>
        <p:nvSpPr>
          <p:cNvPr id="35" name="TextBox 34">
            <a:extLst>
              <a:ext uri="{FF2B5EF4-FFF2-40B4-BE49-F238E27FC236}">
                <a16:creationId xmlns:a16="http://schemas.microsoft.com/office/drawing/2014/main" id="{4FD48B85-80E2-244C-B8A2-09F0FD5DA90A}"/>
              </a:ext>
            </a:extLst>
          </p:cNvPr>
          <p:cNvSpPr txBox="1"/>
          <p:nvPr/>
        </p:nvSpPr>
        <p:spPr>
          <a:xfrm>
            <a:off x="3217333" y="424456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36" name="TextBox 35">
            <a:extLst>
              <a:ext uri="{FF2B5EF4-FFF2-40B4-BE49-F238E27FC236}">
                <a16:creationId xmlns:a16="http://schemas.microsoft.com/office/drawing/2014/main" id="{BA057195-1682-A8F0-71EB-BAA2022800A8}"/>
              </a:ext>
            </a:extLst>
          </p:cNvPr>
          <p:cNvSpPr txBox="1"/>
          <p:nvPr/>
        </p:nvSpPr>
        <p:spPr>
          <a:xfrm>
            <a:off x="4216401" y="4244561"/>
            <a:ext cx="462845" cy="584775"/>
          </a:xfrm>
          <a:prstGeom prst="rect">
            <a:avLst/>
          </a:prstGeom>
          <a:solidFill>
            <a:srgbClr val="FF0000">
              <a:alpha val="30000"/>
            </a:srgbClr>
          </a:solidFill>
        </p:spPr>
        <p:txBody>
          <a:bodyPr wrap="square" rtlCol="0">
            <a:spAutoFit/>
          </a:bodyPr>
          <a:lstStyle/>
          <a:p>
            <a:pPr algn="ctr"/>
            <a:r>
              <a:rPr lang="en-US" sz="3200" dirty="0"/>
              <a:t>3</a:t>
            </a:r>
          </a:p>
        </p:txBody>
      </p:sp>
      <p:sp>
        <p:nvSpPr>
          <p:cNvPr id="37" name="TextBox 36">
            <a:extLst>
              <a:ext uri="{FF2B5EF4-FFF2-40B4-BE49-F238E27FC236}">
                <a16:creationId xmlns:a16="http://schemas.microsoft.com/office/drawing/2014/main" id="{6DA4B769-12BC-7E90-2C8E-76ECF7224DFB}"/>
              </a:ext>
            </a:extLst>
          </p:cNvPr>
          <p:cNvSpPr txBox="1"/>
          <p:nvPr/>
        </p:nvSpPr>
        <p:spPr>
          <a:xfrm>
            <a:off x="5715003" y="424456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38" name="TextBox 37">
            <a:extLst>
              <a:ext uri="{FF2B5EF4-FFF2-40B4-BE49-F238E27FC236}">
                <a16:creationId xmlns:a16="http://schemas.microsoft.com/office/drawing/2014/main" id="{8F5597BB-B685-49B8-7B67-01A7B7829BA5}"/>
              </a:ext>
            </a:extLst>
          </p:cNvPr>
          <p:cNvSpPr txBox="1"/>
          <p:nvPr/>
        </p:nvSpPr>
        <p:spPr>
          <a:xfrm>
            <a:off x="6214537" y="424456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39" name="TextBox 38">
            <a:extLst>
              <a:ext uri="{FF2B5EF4-FFF2-40B4-BE49-F238E27FC236}">
                <a16:creationId xmlns:a16="http://schemas.microsoft.com/office/drawing/2014/main" id="{A28C836B-F2DC-FB34-DFC5-1B92350B6A78}"/>
              </a:ext>
            </a:extLst>
          </p:cNvPr>
          <p:cNvSpPr txBox="1"/>
          <p:nvPr/>
        </p:nvSpPr>
        <p:spPr>
          <a:xfrm>
            <a:off x="6714071" y="4244561"/>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40" name="TextBox 39">
            <a:extLst>
              <a:ext uri="{FF2B5EF4-FFF2-40B4-BE49-F238E27FC236}">
                <a16:creationId xmlns:a16="http://schemas.microsoft.com/office/drawing/2014/main" id="{C54D55F8-8BF1-CE58-894F-3C54482E1E7D}"/>
              </a:ext>
            </a:extLst>
          </p:cNvPr>
          <p:cNvSpPr txBox="1"/>
          <p:nvPr/>
        </p:nvSpPr>
        <p:spPr>
          <a:xfrm>
            <a:off x="7213604" y="424456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41" name="TextBox 40">
            <a:extLst>
              <a:ext uri="{FF2B5EF4-FFF2-40B4-BE49-F238E27FC236}">
                <a16:creationId xmlns:a16="http://schemas.microsoft.com/office/drawing/2014/main" id="{0B8321AC-03AF-6C29-449A-DC5E1DBA6574}"/>
              </a:ext>
            </a:extLst>
          </p:cNvPr>
          <p:cNvSpPr txBox="1"/>
          <p:nvPr/>
        </p:nvSpPr>
        <p:spPr>
          <a:xfrm>
            <a:off x="3217333" y="4747898"/>
            <a:ext cx="462845" cy="584775"/>
          </a:xfrm>
          <a:prstGeom prst="rect">
            <a:avLst/>
          </a:prstGeom>
          <a:solidFill>
            <a:srgbClr val="92D050">
              <a:alpha val="30000"/>
            </a:srgbClr>
          </a:solidFill>
        </p:spPr>
        <p:txBody>
          <a:bodyPr wrap="square" rtlCol="0">
            <a:spAutoFit/>
          </a:bodyPr>
          <a:lstStyle/>
          <a:p>
            <a:pPr algn="ctr"/>
            <a:endParaRPr lang="en-US" sz="3200" dirty="0"/>
          </a:p>
        </p:txBody>
      </p:sp>
      <p:sp>
        <p:nvSpPr>
          <p:cNvPr id="42" name="TextBox 41">
            <a:extLst>
              <a:ext uri="{FF2B5EF4-FFF2-40B4-BE49-F238E27FC236}">
                <a16:creationId xmlns:a16="http://schemas.microsoft.com/office/drawing/2014/main" id="{BB1E38F0-4CC0-49DD-5E34-62EB1F747977}"/>
              </a:ext>
            </a:extLst>
          </p:cNvPr>
          <p:cNvSpPr txBox="1"/>
          <p:nvPr/>
        </p:nvSpPr>
        <p:spPr>
          <a:xfrm>
            <a:off x="3716867" y="4747898"/>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43" name="TextBox 42">
            <a:extLst>
              <a:ext uri="{FF2B5EF4-FFF2-40B4-BE49-F238E27FC236}">
                <a16:creationId xmlns:a16="http://schemas.microsoft.com/office/drawing/2014/main" id="{731ED7A2-61A9-58B7-4770-184CDDA247C8}"/>
              </a:ext>
            </a:extLst>
          </p:cNvPr>
          <p:cNvSpPr txBox="1"/>
          <p:nvPr/>
        </p:nvSpPr>
        <p:spPr>
          <a:xfrm>
            <a:off x="4216401" y="4747898"/>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44" name="TextBox 43">
            <a:extLst>
              <a:ext uri="{FF2B5EF4-FFF2-40B4-BE49-F238E27FC236}">
                <a16:creationId xmlns:a16="http://schemas.microsoft.com/office/drawing/2014/main" id="{4C991264-A33A-1841-B188-33FD2591ECB0}"/>
              </a:ext>
            </a:extLst>
          </p:cNvPr>
          <p:cNvSpPr txBox="1"/>
          <p:nvPr/>
        </p:nvSpPr>
        <p:spPr>
          <a:xfrm>
            <a:off x="7157158" y="1522145"/>
            <a:ext cx="570089" cy="230832"/>
          </a:xfrm>
          <a:prstGeom prst="rect">
            <a:avLst/>
          </a:prstGeom>
          <a:noFill/>
        </p:spPr>
        <p:txBody>
          <a:bodyPr wrap="square" rtlCol="0">
            <a:spAutoFit/>
          </a:bodyPr>
          <a:lstStyle/>
          <a:p>
            <a:pPr algn="ctr"/>
            <a:r>
              <a:rPr lang="en-US" sz="900" dirty="0"/>
              <a:t>457</a:t>
            </a:r>
          </a:p>
        </p:txBody>
      </p:sp>
      <p:sp>
        <p:nvSpPr>
          <p:cNvPr id="45" name="TextBox 44">
            <a:extLst>
              <a:ext uri="{FF2B5EF4-FFF2-40B4-BE49-F238E27FC236}">
                <a16:creationId xmlns:a16="http://schemas.microsoft.com/office/drawing/2014/main" id="{1395BF90-90F8-FB01-C414-153015C2F78C}"/>
              </a:ext>
            </a:extLst>
          </p:cNvPr>
          <p:cNvSpPr txBox="1"/>
          <p:nvPr/>
        </p:nvSpPr>
        <p:spPr>
          <a:xfrm>
            <a:off x="4143022" y="5028752"/>
            <a:ext cx="570089" cy="230832"/>
          </a:xfrm>
          <a:prstGeom prst="rect">
            <a:avLst/>
          </a:prstGeom>
          <a:noFill/>
        </p:spPr>
        <p:txBody>
          <a:bodyPr wrap="square" rtlCol="0">
            <a:spAutoFit/>
          </a:bodyPr>
          <a:lstStyle/>
          <a:p>
            <a:pPr algn="ctr"/>
            <a:r>
              <a:rPr lang="en-US" sz="900" dirty="0"/>
              <a:t>457</a:t>
            </a:r>
          </a:p>
        </p:txBody>
      </p:sp>
      <p:sp>
        <p:nvSpPr>
          <p:cNvPr id="46" name="TextBox 45">
            <a:extLst>
              <a:ext uri="{FF2B5EF4-FFF2-40B4-BE49-F238E27FC236}">
                <a16:creationId xmlns:a16="http://schemas.microsoft.com/office/drawing/2014/main" id="{38134AE1-1412-CE40-3FAE-B80154E3C67B}"/>
              </a:ext>
            </a:extLst>
          </p:cNvPr>
          <p:cNvSpPr txBox="1"/>
          <p:nvPr/>
        </p:nvSpPr>
        <p:spPr>
          <a:xfrm>
            <a:off x="6654802" y="1522145"/>
            <a:ext cx="570089" cy="230832"/>
          </a:xfrm>
          <a:prstGeom prst="rect">
            <a:avLst/>
          </a:prstGeom>
          <a:noFill/>
        </p:spPr>
        <p:txBody>
          <a:bodyPr wrap="square" rtlCol="0">
            <a:spAutoFit/>
          </a:bodyPr>
          <a:lstStyle/>
          <a:p>
            <a:pPr algn="ctr"/>
            <a:r>
              <a:rPr lang="en-US" sz="900" dirty="0"/>
              <a:t>456789</a:t>
            </a:r>
          </a:p>
        </p:txBody>
      </p:sp>
      <p:sp>
        <p:nvSpPr>
          <p:cNvPr id="47" name="TextBox 46">
            <a:extLst>
              <a:ext uri="{FF2B5EF4-FFF2-40B4-BE49-F238E27FC236}">
                <a16:creationId xmlns:a16="http://schemas.microsoft.com/office/drawing/2014/main" id="{8A05859E-684E-7932-3065-BCC7D9ACBDB6}"/>
              </a:ext>
            </a:extLst>
          </p:cNvPr>
          <p:cNvSpPr txBox="1"/>
          <p:nvPr/>
        </p:nvSpPr>
        <p:spPr>
          <a:xfrm>
            <a:off x="3640666" y="5028752"/>
            <a:ext cx="570089" cy="230832"/>
          </a:xfrm>
          <a:prstGeom prst="rect">
            <a:avLst/>
          </a:prstGeom>
          <a:noFill/>
        </p:spPr>
        <p:txBody>
          <a:bodyPr wrap="square" rtlCol="0">
            <a:spAutoFit/>
          </a:bodyPr>
          <a:lstStyle/>
          <a:p>
            <a:pPr algn="ctr"/>
            <a:r>
              <a:rPr lang="en-US" sz="900" dirty="0"/>
              <a:t>456789</a:t>
            </a:r>
          </a:p>
        </p:txBody>
      </p:sp>
      <p:sp>
        <p:nvSpPr>
          <p:cNvPr id="48" name="TextBox 47">
            <a:extLst>
              <a:ext uri="{FF2B5EF4-FFF2-40B4-BE49-F238E27FC236}">
                <a16:creationId xmlns:a16="http://schemas.microsoft.com/office/drawing/2014/main" id="{9CFB0B11-F3CF-7984-5023-F333BE0A2171}"/>
              </a:ext>
            </a:extLst>
          </p:cNvPr>
          <p:cNvSpPr txBox="1"/>
          <p:nvPr/>
        </p:nvSpPr>
        <p:spPr>
          <a:xfrm>
            <a:off x="6654802" y="772726"/>
            <a:ext cx="570089" cy="230832"/>
          </a:xfrm>
          <a:prstGeom prst="rect">
            <a:avLst/>
          </a:prstGeom>
          <a:noFill/>
        </p:spPr>
        <p:txBody>
          <a:bodyPr wrap="square" rtlCol="0">
            <a:spAutoFit/>
          </a:bodyPr>
          <a:lstStyle/>
          <a:p>
            <a:pPr algn="ctr"/>
            <a:r>
              <a:rPr lang="en-US" sz="900" dirty="0"/>
              <a:t>489</a:t>
            </a:r>
          </a:p>
        </p:txBody>
      </p:sp>
      <p:sp>
        <p:nvSpPr>
          <p:cNvPr id="49" name="TextBox 48">
            <a:extLst>
              <a:ext uri="{FF2B5EF4-FFF2-40B4-BE49-F238E27FC236}">
                <a16:creationId xmlns:a16="http://schemas.microsoft.com/office/drawing/2014/main" id="{0F6E1693-0028-DAB0-3EE8-BC8DBA1FECD7}"/>
              </a:ext>
            </a:extLst>
          </p:cNvPr>
          <p:cNvSpPr txBox="1"/>
          <p:nvPr/>
        </p:nvSpPr>
        <p:spPr>
          <a:xfrm>
            <a:off x="3138310" y="5028752"/>
            <a:ext cx="570089" cy="230832"/>
          </a:xfrm>
          <a:prstGeom prst="rect">
            <a:avLst/>
          </a:prstGeom>
          <a:noFill/>
        </p:spPr>
        <p:txBody>
          <a:bodyPr wrap="square" rtlCol="0">
            <a:spAutoFit/>
          </a:bodyPr>
          <a:lstStyle/>
          <a:p>
            <a:pPr algn="ctr"/>
            <a:r>
              <a:rPr lang="en-US" sz="900" dirty="0"/>
              <a:t>489</a:t>
            </a:r>
          </a:p>
        </p:txBody>
      </p:sp>
      <p:sp>
        <p:nvSpPr>
          <p:cNvPr id="50" name="TextBox 49">
            <a:extLst>
              <a:ext uri="{FF2B5EF4-FFF2-40B4-BE49-F238E27FC236}">
                <a16:creationId xmlns:a16="http://schemas.microsoft.com/office/drawing/2014/main" id="{2231B519-FCE5-A06B-C8E1-8E0C77C0CA2A}"/>
              </a:ext>
            </a:extLst>
          </p:cNvPr>
          <p:cNvSpPr txBox="1"/>
          <p:nvPr/>
        </p:nvSpPr>
        <p:spPr>
          <a:xfrm>
            <a:off x="6152446" y="1402877"/>
            <a:ext cx="570089" cy="230832"/>
          </a:xfrm>
          <a:prstGeom prst="rect">
            <a:avLst/>
          </a:prstGeom>
          <a:noFill/>
        </p:spPr>
        <p:txBody>
          <a:bodyPr wrap="square" rtlCol="0">
            <a:spAutoFit/>
          </a:bodyPr>
          <a:lstStyle/>
          <a:p>
            <a:pPr algn="ctr"/>
            <a:r>
              <a:rPr lang="en-US" sz="900" dirty="0"/>
              <a:t>56789</a:t>
            </a:r>
          </a:p>
        </p:txBody>
      </p:sp>
      <p:sp>
        <p:nvSpPr>
          <p:cNvPr id="51" name="TextBox 50">
            <a:extLst>
              <a:ext uri="{FF2B5EF4-FFF2-40B4-BE49-F238E27FC236}">
                <a16:creationId xmlns:a16="http://schemas.microsoft.com/office/drawing/2014/main" id="{6B22C693-C640-201B-EFF0-163277E314DA}"/>
              </a:ext>
            </a:extLst>
          </p:cNvPr>
          <p:cNvSpPr txBox="1"/>
          <p:nvPr/>
        </p:nvSpPr>
        <p:spPr>
          <a:xfrm>
            <a:off x="3138310" y="4408541"/>
            <a:ext cx="570089" cy="230832"/>
          </a:xfrm>
          <a:prstGeom prst="rect">
            <a:avLst/>
          </a:prstGeom>
          <a:noFill/>
        </p:spPr>
        <p:txBody>
          <a:bodyPr wrap="square" rtlCol="0">
            <a:spAutoFit/>
          </a:bodyPr>
          <a:lstStyle/>
          <a:p>
            <a:pPr algn="ctr"/>
            <a:r>
              <a:rPr lang="en-US" sz="900" dirty="0"/>
              <a:t>56789</a:t>
            </a:r>
          </a:p>
        </p:txBody>
      </p:sp>
      <p:sp>
        <p:nvSpPr>
          <p:cNvPr id="52" name="TextBox 51">
            <a:extLst>
              <a:ext uri="{FF2B5EF4-FFF2-40B4-BE49-F238E27FC236}">
                <a16:creationId xmlns:a16="http://schemas.microsoft.com/office/drawing/2014/main" id="{B7D554D8-7D81-8EAE-65A0-3C72E4649F57}"/>
              </a:ext>
            </a:extLst>
          </p:cNvPr>
          <p:cNvSpPr txBox="1"/>
          <p:nvPr/>
        </p:nvSpPr>
        <p:spPr>
          <a:xfrm>
            <a:off x="3640666" y="3406653"/>
            <a:ext cx="570089" cy="230832"/>
          </a:xfrm>
          <a:prstGeom prst="rect">
            <a:avLst/>
          </a:prstGeom>
          <a:noFill/>
        </p:spPr>
        <p:txBody>
          <a:bodyPr wrap="square" rtlCol="0">
            <a:spAutoFit/>
          </a:bodyPr>
          <a:lstStyle/>
          <a:p>
            <a:pPr algn="ctr"/>
            <a:r>
              <a:rPr lang="en-US" sz="900" dirty="0"/>
              <a:t>234567</a:t>
            </a:r>
          </a:p>
        </p:txBody>
      </p:sp>
      <p:sp>
        <p:nvSpPr>
          <p:cNvPr id="53" name="TextBox 52">
            <a:extLst>
              <a:ext uri="{FF2B5EF4-FFF2-40B4-BE49-F238E27FC236}">
                <a16:creationId xmlns:a16="http://schemas.microsoft.com/office/drawing/2014/main" id="{E2560D82-8690-440D-EA4F-3F1B59F31B78}"/>
              </a:ext>
            </a:extLst>
          </p:cNvPr>
          <p:cNvSpPr txBox="1"/>
          <p:nvPr/>
        </p:nvSpPr>
        <p:spPr>
          <a:xfrm>
            <a:off x="3640666" y="4026865"/>
            <a:ext cx="570089" cy="230832"/>
          </a:xfrm>
          <a:prstGeom prst="rect">
            <a:avLst/>
          </a:prstGeom>
          <a:noFill/>
        </p:spPr>
        <p:txBody>
          <a:bodyPr wrap="square" rtlCol="0">
            <a:spAutoFit/>
          </a:bodyPr>
          <a:lstStyle/>
          <a:p>
            <a:pPr algn="ctr"/>
            <a:r>
              <a:rPr lang="en-US" sz="900" dirty="0"/>
              <a:t>456789</a:t>
            </a:r>
          </a:p>
        </p:txBody>
      </p:sp>
      <p:sp>
        <p:nvSpPr>
          <p:cNvPr id="54" name="TextBox 53">
            <a:extLst>
              <a:ext uri="{FF2B5EF4-FFF2-40B4-BE49-F238E27FC236}">
                <a16:creationId xmlns:a16="http://schemas.microsoft.com/office/drawing/2014/main" id="{DC838852-53D5-660D-E7DE-2EC04561432B}"/>
              </a:ext>
            </a:extLst>
          </p:cNvPr>
          <p:cNvSpPr txBox="1"/>
          <p:nvPr/>
        </p:nvSpPr>
        <p:spPr>
          <a:xfrm>
            <a:off x="3138310" y="3788329"/>
            <a:ext cx="570089" cy="369332"/>
          </a:xfrm>
          <a:prstGeom prst="rect">
            <a:avLst/>
          </a:prstGeom>
          <a:noFill/>
        </p:spPr>
        <p:txBody>
          <a:bodyPr wrap="square" rtlCol="0">
            <a:spAutoFit/>
          </a:bodyPr>
          <a:lstStyle/>
          <a:p>
            <a:pPr algn="ctr"/>
            <a:r>
              <a:rPr lang="en-US" sz="900" dirty="0"/>
              <a:t>1456789</a:t>
            </a:r>
          </a:p>
        </p:txBody>
      </p:sp>
      <p:sp>
        <p:nvSpPr>
          <p:cNvPr id="55" name="TextBox 54">
            <a:extLst>
              <a:ext uri="{FF2B5EF4-FFF2-40B4-BE49-F238E27FC236}">
                <a16:creationId xmlns:a16="http://schemas.microsoft.com/office/drawing/2014/main" id="{AE08F3CF-B6A9-1665-1049-A4592AA5FB73}"/>
              </a:ext>
            </a:extLst>
          </p:cNvPr>
          <p:cNvSpPr txBox="1"/>
          <p:nvPr/>
        </p:nvSpPr>
        <p:spPr>
          <a:xfrm>
            <a:off x="6152446" y="2023089"/>
            <a:ext cx="570089" cy="369332"/>
          </a:xfrm>
          <a:prstGeom prst="rect">
            <a:avLst/>
          </a:prstGeom>
          <a:noFill/>
        </p:spPr>
        <p:txBody>
          <a:bodyPr wrap="square" rtlCol="0">
            <a:spAutoFit/>
          </a:bodyPr>
          <a:lstStyle/>
          <a:p>
            <a:pPr algn="ctr"/>
            <a:r>
              <a:rPr lang="en-US" sz="900" dirty="0"/>
              <a:t>1456789</a:t>
            </a:r>
          </a:p>
        </p:txBody>
      </p:sp>
      <p:sp>
        <p:nvSpPr>
          <p:cNvPr id="56" name="TextBox 55">
            <a:extLst>
              <a:ext uri="{FF2B5EF4-FFF2-40B4-BE49-F238E27FC236}">
                <a16:creationId xmlns:a16="http://schemas.microsoft.com/office/drawing/2014/main" id="{A9279294-0B54-29FE-D1C4-C7F91A284B8F}"/>
              </a:ext>
            </a:extLst>
          </p:cNvPr>
          <p:cNvSpPr txBox="1"/>
          <p:nvPr/>
        </p:nvSpPr>
        <p:spPr>
          <a:xfrm>
            <a:off x="6654802" y="1784553"/>
            <a:ext cx="570089" cy="230832"/>
          </a:xfrm>
          <a:prstGeom prst="rect">
            <a:avLst/>
          </a:prstGeom>
          <a:noFill/>
        </p:spPr>
        <p:txBody>
          <a:bodyPr wrap="square" rtlCol="0">
            <a:spAutoFit/>
          </a:bodyPr>
          <a:lstStyle/>
          <a:p>
            <a:pPr algn="ctr"/>
            <a:r>
              <a:rPr lang="en-US" sz="900" dirty="0"/>
              <a:t>456789</a:t>
            </a:r>
          </a:p>
        </p:txBody>
      </p:sp>
      <p:sp>
        <p:nvSpPr>
          <p:cNvPr id="57" name="TextBox 56">
            <a:extLst>
              <a:ext uri="{FF2B5EF4-FFF2-40B4-BE49-F238E27FC236}">
                <a16:creationId xmlns:a16="http://schemas.microsoft.com/office/drawing/2014/main" id="{9B2B0D62-03C4-DA91-7EFB-8C567DE5F2D3}"/>
              </a:ext>
            </a:extLst>
          </p:cNvPr>
          <p:cNvSpPr txBox="1"/>
          <p:nvPr/>
        </p:nvSpPr>
        <p:spPr>
          <a:xfrm>
            <a:off x="6654802" y="2524033"/>
            <a:ext cx="570089" cy="230832"/>
          </a:xfrm>
          <a:prstGeom prst="rect">
            <a:avLst/>
          </a:prstGeom>
          <a:noFill/>
        </p:spPr>
        <p:txBody>
          <a:bodyPr wrap="square" rtlCol="0">
            <a:spAutoFit/>
          </a:bodyPr>
          <a:lstStyle/>
          <a:p>
            <a:pPr algn="ctr"/>
            <a:r>
              <a:rPr lang="en-US" sz="900" dirty="0"/>
              <a:t>234567</a:t>
            </a:r>
          </a:p>
        </p:txBody>
      </p:sp>
      <p:sp>
        <p:nvSpPr>
          <p:cNvPr id="58" name="TextBox 57">
            <a:extLst>
              <a:ext uri="{FF2B5EF4-FFF2-40B4-BE49-F238E27FC236}">
                <a16:creationId xmlns:a16="http://schemas.microsoft.com/office/drawing/2014/main" id="{CDC99DAB-C12C-7520-4A47-C98B55231D62}"/>
              </a:ext>
            </a:extLst>
          </p:cNvPr>
          <p:cNvSpPr txBox="1"/>
          <p:nvPr/>
        </p:nvSpPr>
        <p:spPr>
          <a:xfrm>
            <a:off x="4143022" y="1903821"/>
            <a:ext cx="570089" cy="230832"/>
          </a:xfrm>
          <a:prstGeom prst="rect">
            <a:avLst/>
          </a:prstGeom>
          <a:noFill/>
        </p:spPr>
        <p:txBody>
          <a:bodyPr wrap="square" rtlCol="0">
            <a:spAutoFit/>
          </a:bodyPr>
          <a:lstStyle/>
          <a:p>
            <a:pPr algn="ctr"/>
            <a:r>
              <a:rPr lang="en-US" sz="900" dirty="0"/>
              <a:t>457</a:t>
            </a:r>
          </a:p>
        </p:txBody>
      </p:sp>
      <p:sp>
        <p:nvSpPr>
          <p:cNvPr id="59" name="TextBox 58">
            <a:extLst>
              <a:ext uri="{FF2B5EF4-FFF2-40B4-BE49-F238E27FC236}">
                <a16:creationId xmlns:a16="http://schemas.microsoft.com/office/drawing/2014/main" id="{A27C4105-4491-0222-130B-0BDD9BF188F7}"/>
              </a:ext>
            </a:extLst>
          </p:cNvPr>
          <p:cNvSpPr txBox="1"/>
          <p:nvPr/>
        </p:nvSpPr>
        <p:spPr>
          <a:xfrm>
            <a:off x="3640666" y="2404765"/>
            <a:ext cx="570089" cy="230832"/>
          </a:xfrm>
          <a:prstGeom prst="rect">
            <a:avLst/>
          </a:prstGeom>
          <a:noFill/>
        </p:spPr>
        <p:txBody>
          <a:bodyPr wrap="square" rtlCol="0">
            <a:spAutoFit/>
          </a:bodyPr>
          <a:lstStyle/>
          <a:p>
            <a:pPr algn="ctr"/>
            <a:r>
              <a:rPr lang="en-US" sz="900" dirty="0"/>
              <a:t>234567</a:t>
            </a:r>
          </a:p>
        </p:txBody>
      </p:sp>
      <p:sp>
        <p:nvSpPr>
          <p:cNvPr id="60" name="TextBox 59">
            <a:extLst>
              <a:ext uri="{FF2B5EF4-FFF2-40B4-BE49-F238E27FC236}">
                <a16:creationId xmlns:a16="http://schemas.microsoft.com/office/drawing/2014/main" id="{2348592C-CBB1-2A94-C8A9-2E83A339BE0F}"/>
              </a:ext>
            </a:extLst>
          </p:cNvPr>
          <p:cNvSpPr txBox="1"/>
          <p:nvPr/>
        </p:nvSpPr>
        <p:spPr>
          <a:xfrm>
            <a:off x="4143022" y="2905709"/>
            <a:ext cx="570089" cy="230832"/>
          </a:xfrm>
          <a:prstGeom prst="rect">
            <a:avLst/>
          </a:prstGeom>
          <a:noFill/>
        </p:spPr>
        <p:txBody>
          <a:bodyPr wrap="square" rtlCol="0">
            <a:spAutoFit/>
          </a:bodyPr>
          <a:lstStyle/>
          <a:p>
            <a:pPr algn="ctr"/>
            <a:r>
              <a:rPr lang="en-US" sz="900" dirty="0"/>
              <a:t>2457</a:t>
            </a:r>
          </a:p>
        </p:txBody>
      </p:sp>
      <p:sp>
        <p:nvSpPr>
          <p:cNvPr id="61" name="TextBox 60">
            <a:extLst>
              <a:ext uri="{FF2B5EF4-FFF2-40B4-BE49-F238E27FC236}">
                <a16:creationId xmlns:a16="http://schemas.microsoft.com/office/drawing/2014/main" id="{E65D8FF4-A736-AE76-2441-F18BFD6C44FC}"/>
              </a:ext>
            </a:extLst>
          </p:cNvPr>
          <p:cNvSpPr txBox="1"/>
          <p:nvPr/>
        </p:nvSpPr>
        <p:spPr>
          <a:xfrm>
            <a:off x="6152446" y="2285497"/>
            <a:ext cx="570089" cy="230832"/>
          </a:xfrm>
          <a:prstGeom prst="rect">
            <a:avLst/>
          </a:prstGeom>
          <a:noFill/>
        </p:spPr>
        <p:txBody>
          <a:bodyPr wrap="square" rtlCol="0">
            <a:spAutoFit/>
          </a:bodyPr>
          <a:lstStyle/>
          <a:p>
            <a:pPr algn="ctr"/>
            <a:r>
              <a:rPr lang="en-US" sz="900" dirty="0"/>
              <a:t>2457</a:t>
            </a:r>
          </a:p>
        </p:txBody>
      </p:sp>
      <p:sp>
        <p:nvSpPr>
          <p:cNvPr id="62" name="TextBox 61">
            <a:extLst>
              <a:ext uri="{FF2B5EF4-FFF2-40B4-BE49-F238E27FC236}">
                <a16:creationId xmlns:a16="http://schemas.microsoft.com/office/drawing/2014/main" id="{AA1D7AEB-0F91-D63B-F94E-6F620025BF0A}"/>
              </a:ext>
            </a:extLst>
          </p:cNvPr>
          <p:cNvSpPr txBox="1"/>
          <p:nvPr/>
        </p:nvSpPr>
        <p:spPr>
          <a:xfrm>
            <a:off x="6654802" y="2905709"/>
            <a:ext cx="570089" cy="230832"/>
          </a:xfrm>
          <a:prstGeom prst="rect">
            <a:avLst/>
          </a:prstGeom>
          <a:noFill/>
        </p:spPr>
        <p:txBody>
          <a:bodyPr wrap="square" rtlCol="0">
            <a:spAutoFit/>
          </a:bodyPr>
          <a:lstStyle/>
          <a:p>
            <a:pPr algn="ctr"/>
            <a:r>
              <a:rPr lang="en-US" sz="900" dirty="0"/>
              <a:t>234567</a:t>
            </a:r>
          </a:p>
        </p:txBody>
      </p:sp>
      <p:sp>
        <p:nvSpPr>
          <p:cNvPr id="63" name="TextBox 62">
            <a:extLst>
              <a:ext uri="{FF2B5EF4-FFF2-40B4-BE49-F238E27FC236}">
                <a16:creationId xmlns:a16="http://schemas.microsoft.com/office/drawing/2014/main" id="{773F4EB3-21DA-45A0-A731-144A4D6C7F9C}"/>
              </a:ext>
            </a:extLst>
          </p:cNvPr>
          <p:cNvSpPr txBox="1"/>
          <p:nvPr/>
        </p:nvSpPr>
        <p:spPr>
          <a:xfrm>
            <a:off x="7157158" y="3406653"/>
            <a:ext cx="570089" cy="230832"/>
          </a:xfrm>
          <a:prstGeom prst="rect">
            <a:avLst/>
          </a:prstGeom>
          <a:noFill/>
        </p:spPr>
        <p:txBody>
          <a:bodyPr wrap="square" rtlCol="0">
            <a:spAutoFit/>
          </a:bodyPr>
          <a:lstStyle/>
          <a:p>
            <a:pPr algn="ctr"/>
            <a:r>
              <a:rPr lang="en-US" sz="900" dirty="0"/>
              <a:t>457</a:t>
            </a:r>
          </a:p>
        </p:txBody>
      </p:sp>
      <p:sp>
        <p:nvSpPr>
          <p:cNvPr id="64" name="TextBox 63">
            <a:extLst>
              <a:ext uri="{FF2B5EF4-FFF2-40B4-BE49-F238E27FC236}">
                <a16:creationId xmlns:a16="http://schemas.microsoft.com/office/drawing/2014/main" id="{6AA6D1A5-3E16-52CA-341C-F576FA8318A7}"/>
              </a:ext>
            </a:extLst>
          </p:cNvPr>
          <p:cNvSpPr txBox="1"/>
          <p:nvPr/>
        </p:nvSpPr>
        <p:spPr>
          <a:xfrm>
            <a:off x="4645378" y="1283609"/>
            <a:ext cx="570089" cy="230832"/>
          </a:xfrm>
          <a:prstGeom prst="rect">
            <a:avLst/>
          </a:prstGeom>
          <a:noFill/>
        </p:spPr>
        <p:txBody>
          <a:bodyPr wrap="square" rtlCol="0">
            <a:spAutoFit/>
          </a:bodyPr>
          <a:lstStyle/>
          <a:p>
            <a:pPr algn="ctr"/>
            <a:r>
              <a:rPr lang="en-US" sz="900" dirty="0"/>
              <a:t>46</a:t>
            </a:r>
          </a:p>
        </p:txBody>
      </p:sp>
      <p:sp>
        <p:nvSpPr>
          <p:cNvPr id="65" name="TextBox 64">
            <a:extLst>
              <a:ext uri="{FF2B5EF4-FFF2-40B4-BE49-F238E27FC236}">
                <a16:creationId xmlns:a16="http://schemas.microsoft.com/office/drawing/2014/main" id="{F4E457B4-C75E-F0FF-0504-B3410EA58BAC}"/>
              </a:ext>
            </a:extLst>
          </p:cNvPr>
          <p:cNvSpPr txBox="1"/>
          <p:nvPr/>
        </p:nvSpPr>
        <p:spPr>
          <a:xfrm>
            <a:off x="5147734" y="1903821"/>
            <a:ext cx="570089" cy="230832"/>
          </a:xfrm>
          <a:prstGeom prst="rect">
            <a:avLst/>
          </a:prstGeom>
          <a:noFill/>
        </p:spPr>
        <p:txBody>
          <a:bodyPr wrap="square" rtlCol="0">
            <a:spAutoFit/>
          </a:bodyPr>
          <a:lstStyle/>
          <a:p>
            <a:pPr algn="ctr"/>
            <a:r>
              <a:rPr lang="en-US" sz="900" dirty="0"/>
              <a:t>1679</a:t>
            </a:r>
          </a:p>
        </p:txBody>
      </p:sp>
      <p:sp>
        <p:nvSpPr>
          <p:cNvPr id="66" name="TextBox 65">
            <a:extLst>
              <a:ext uri="{FF2B5EF4-FFF2-40B4-BE49-F238E27FC236}">
                <a16:creationId xmlns:a16="http://schemas.microsoft.com/office/drawing/2014/main" id="{A040A020-161C-D9B2-0CAC-74F4A91AC85A}"/>
              </a:ext>
            </a:extLst>
          </p:cNvPr>
          <p:cNvSpPr txBox="1"/>
          <p:nvPr/>
        </p:nvSpPr>
        <p:spPr>
          <a:xfrm>
            <a:off x="5147734" y="2524033"/>
            <a:ext cx="570089" cy="230832"/>
          </a:xfrm>
          <a:prstGeom prst="rect">
            <a:avLst/>
          </a:prstGeom>
          <a:noFill/>
        </p:spPr>
        <p:txBody>
          <a:bodyPr wrap="square" rtlCol="0">
            <a:spAutoFit/>
          </a:bodyPr>
          <a:lstStyle/>
          <a:p>
            <a:pPr algn="ctr"/>
            <a:r>
              <a:rPr lang="en-US" sz="900" dirty="0"/>
              <a:t>2567</a:t>
            </a:r>
          </a:p>
        </p:txBody>
      </p:sp>
      <p:sp>
        <p:nvSpPr>
          <p:cNvPr id="67" name="TextBox 66">
            <a:extLst>
              <a:ext uri="{FF2B5EF4-FFF2-40B4-BE49-F238E27FC236}">
                <a16:creationId xmlns:a16="http://schemas.microsoft.com/office/drawing/2014/main" id="{6AE931B9-454B-A011-9201-D72E5F128DF0}"/>
              </a:ext>
            </a:extLst>
          </p:cNvPr>
          <p:cNvSpPr txBox="1"/>
          <p:nvPr/>
        </p:nvSpPr>
        <p:spPr>
          <a:xfrm>
            <a:off x="7157158" y="3907597"/>
            <a:ext cx="570089" cy="230832"/>
          </a:xfrm>
          <a:prstGeom prst="rect">
            <a:avLst/>
          </a:prstGeom>
          <a:noFill/>
        </p:spPr>
        <p:txBody>
          <a:bodyPr wrap="square" rtlCol="0">
            <a:spAutoFit/>
          </a:bodyPr>
          <a:lstStyle/>
          <a:p>
            <a:pPr algn="ctr"/>
            <a:r>
              <a:rPr lang="en-US" sz="900" dirty="0"/>
              <a:t>46</a:t>
            </a:r>
          </a:p>
        </p:txBody>
      </p:sp>
      <p:sp>
        <p:nvSpPr>
          <p:cNvPr id="68" name="TextBox 67">
            <a:extLst>
              <a:ext uri="{FF2B5EF4-FFF2-40B4-BE49-F238E27FC236}">
                <a16:creationId xmlns:a16="http://schemas.microsoft.com/office/drawing/2014/main" id="{708D05A5-3EA0-B4EF-0BA5-757DE0590CD8}"/>
              </a:ext>
            </a:extLst>
          </p:cNvPr>
          <p:cNvSpPr txBox="1"/>
          <p:nvPr/>
        </p:nvSpPr>
        <p:spPr>
          <a:xfrm>
            <a:off x="6654802" y="4527809"/>
            <a:ext cx="570089" cy="230832"/>
          </a:xfrm>
          <a:prstGeom prst="rect">
            <a:avLst/>
          </a:prstGeom>
          <a:noFill/>
        </p:spPr>
        <p:txBody>
          <a:bodyPr wrap="square" rtlCol="0">
            <a:spAutoFit/>
          </a:bodyPr>
          <a:lstStyle/>
          <a:p>
            <a:pPr algn="ctr"/>
            <a:r>
              <a:rPr lang="en-US" sz="900" dirty="0"/>
              <a:t>2567</a:t>
            </a:r>
          </a:p>
        </p:txBody>
      </p:sp>
      <p:sp>
        <p:nvSpPr>
          <p:cNvPr id="69" name="TextBox 68">
            <a:extLst>
              <a:ext uri="{FF2B5EF4-FFF2-40B4-BE49-F238E27FC236}">
                <a16:creationId xmlns:a16="http://schemas.microsoft.com/office/drawing/2014/main" id="{ED732183-42EF-D5BE-F471-752016C5CAD9}"/>
              </a:ext>
            </a:extLst>
          </p:cNvPr>
          <p:cNvSpPr txBox="1"/>
          <p:nvPr/>
        </p:nvSpPr>
        <p:spPr>
          <a:xfrm>
            <a:off x="7157158" y="4527809"/>
            <a:ext cx="570089" cy="230832"/>
          </a:xfrm>
          <a:prstGeom prst="rect">
            <a:avLst/>
          </a:prstGeom>
          <a:noFill/>
        </p:spPr>
        <p:txBody>
          <a:bodyPr wrap="square" rtlCol="0">
            <a:spAutoFit/>
          </a:bodyPr>
          <a:lstStyle/>
          <a:p>
            <a:pPr algn="ctr"/>
            <a:r>
              <a:rPr lang="en-US" sz="900" dirty="0"/>
              <a:t>1679</a:t>
            </a:r>
          </a:p>
        </p:txBody>
      </p:sp>
    </p:spTree>
    <p:extLst>
      <p:ext uri="{BB962C8B-B14F-4D97-AF65-F5344CB8AC3E}">
        <p14:creationId xmlns:p14="http://schemas.microsoft.com/office/powerpoint/2010/main" val="417962496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53D2375-53B4-A7C7-BCC9-58E46DE2501F}"/>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AC34699A-B3D7-9CF3-6ACA-4EB0A26C9173}"/>
              </a:ext>
            </a:extLst>
          </p:cNvPr>
          <p:cNvSpPr>
            <a:spLocks noGrp="1"/>
          </p:cNvSpPr>
          <p:nvPr>
            <p:ph sz="half" idx="1"/>
          </p:nvPr>
        </p:nvSpPr>
        <p:spPr/>
        <p:txBody>
          <a:bodyPr/>
          <a:lstStyle/>
          <a:p>
            <a:r>
              <a:rPr lang="en-US" dirty="0"/>
              <a:t>Continue.</a:t>
            </a:r>
          </a:p>
        </p:txBody>
      </p:sp>
      <p:pic>
        <p:nvPicPr>
          <p:cNvPr id="4" name="Picture 3" descr="A grid of sudoku puzzle&#10;&#10;Description automatically generated">
            <a:extLst>
              <a:ext uri="{FF2B5EF4-FFF2-40B4-BE49-F238E27FC236}">
                <a16:creationId xmlns:a16="http://schemas.microsoft.com/office/drawing/2014/main" id="{7189494C-52B0-8379-3DA5-F37FF7E396B4}"/>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E20C0D3B-1821-DEB2-FBD0-2969F8A83725}"/>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98531148-F801-493E-CEA0-B03C25D3736D}"/>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C44C271C-E8E4-A4A2-ECD7-228D93C9D576}"/>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9215B0C9-D2F9-42C1-51EB-9DCAC08DE580}"/>
              </a:ext>
            </a:extLst>
          </p:cNvPr>
          <p:cNvSpPr txBox="1"/>
          <p:nvPr/>
        </p:nvSpPr>
        <p:spPr>
          <a:xfrm>
            <a:off x="4715935" y="1224551"/>
            <a:ext cx="462845" cy="584775"/>
          </a:xfrm>
          <a:prstGeom prst="rect">
            <a:avLst/>
          </a:prstGeom>
          <a:solidFill>
            <a:srgbClr val="92D050">
              <a:alpha val="30000"/>
            </a:srgbClr>
          </a:solidFill>
        </p:spPr>
        <p:txBody>
          <a:bodyPr wrap="square" rtlCol="0">
            <a:spAutoFit/>
          </a:bodyPr>
          <a:lstStyle/>
          <a:p>
            <a:pPr algn="ctr"/>
            <a:endParaRPr lang="en-US" sz="3200" dirty="0"/>
          </a:p>
        </p:txBody>
      </p:sp>
      <p:sp>
        <p:nvSpPr>
          <p:cNvPr id="8" name="TextBox 7">
            <a:extLst>
              <a:ext uri="{FF2B5EF4-FFF2-40B4-BE49-F238E27FC236}">
                <a16:creationId xmlns:a16="http://schemas.microsoft.com/office/drawing/2014/main" id="{909BDC34-6A90-0C32-88AC-5F1FC7999881}"/>
              </a:ext>
            </a:extLst>
          </p:cNvPr>
          <p:cNvSpPr txBox="1"/>
          <p:nvPr/>
        </p:nvSpPr>
        <p:spPr>
          <a:xfrm>
            <a:off x="6214537" y="122455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9" name="TextBox 8">
            <a:extLst>
              <a:ext uri="{FF2B5EF4-FFF2-40B4-BE49-F238E27FC236}">
                <a16:creationId xmlns:a16="http://schemas.microsoft.com/office/drawing/2014/main" id="{EF3DB007-CA5F-D41B-1FBD-B8F93CACE563}"/>
              </a:ext>
            </a:extLst>
          </p:cNvPr>
          <p:cNvSpPr txBox="1"/>
          <p:nvPr/>
        </p:nvSpPr>
        <p:spPr>
          <a:xfrm>
            <a:off x="6714071" y="1224551"/>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10" name="TextBox 9">
            <a:extLst>
              <a:ext uri="{FF2B5EF4-FFF2-40B4-BE49-F238E27FC236}">
                <a16:creationId xmlns:a16="http://schemas.microsoft.com/office/drawing/2014/main" id="{E5E0FAF9-583F-9C1C-0875-EB3CB1388927}"/>
              </a:ext>
            </a:extLst>
          </p:cNvPr>
          <p:cNvSpPr txBox="1"/>
          <p:nvPr/>
        </p:nvSpPr>
        <p:spPr>
          <a:xfrm>
            <a:off x="7213604" y="122455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11" name="TextBox 10">
            <a:extLst>
              <a:ext uri="{FF2B5EF4-FFF2-40B4-BE49-F238E27FC236}">
                <a16:creationId xmlns:a16="http://schemas.microsoft.com/office/drawing/2014/main" id="{640FBA83-746B-F508-F469-49FAE3AAD917}"/>
              </a:ext>
            </a:extLst>
          </p:cNvPr>
          <p:cNvSpPr txBox="1"/>
          <p:nvPr/>
        </p:nvSpPr>
        <p:spPr>
          <a:xfrm>
            <a:off x="6714071" y="721216"/>
            <a:ext cx="462845" cy="584775"/>
          </a:xfrm>
          <a:prstGeom prst="rect">
            <a:avLst/>
          </a:prstGeom>
          <a:solidFill>
            <a:srgbClr val="92D050">
              <a:alpha val="30000"/>
            </a:srgbClr>
          </a:solidFill>
        </p:spPr>
        <p:txBody>
          <a:bodyPr wrap="square" rtlCol="0">
            <a:spAutoFit/>
          </a:bodyPr>
          <a:lstStyle/>
          <a:p>
            <a:pPr algn="ctr"/>
            <a:endParaRPr lang="en-US" sz="3200" dirty="0"/>
          </a:p>
        </p:txBody>
      </p:sp>
      <p:sp>
        <p:nvSpPr>
          <p:cNvPr id="12" name="TextBox 11">
            <a:extLst>
              <a:ext uri="{FF2B5EF4-FFF2-40B4-BE49-F238E27FC236}">
                <a16:creationId xmlns:a16="http://schemas.microsoft.com/office/drawing/2014/main" id="{818AECC9-EE2F-D5A7-E14F-93009333ECB3}"/>
              </a:ext>
            </a:extLst>
          </p:cNvPr>
          <p:cNvSpPr txBox="1"/>
          <p:nvPr/>
        </p:nvSpPr>
        <p:spPr>
          <a:xfrm>
            <a:off x="7213604" y="721216"/>
            <a:ext cx="462845" cy="584775"/>
          </a:xfrm>
          <a:prstGeom prst="rect">
            <a:avLst/>
          </a:prstGeom>
          <a:solidFill>
            <a:srgbClr val="FF0000">
              <a:alpha val="30000"/>
            </a:srgbClr>
          </a:solidFill>
        </p:spPr>
        <p:txBody>
          <a:bodyPr wrap="square" rtlCol="0">
            <a:spAutoFit/>
          </a:bodyPr>
          <a:lstStyle/>
          <a:p>
            <a:pPr algn="ctr"/>
            <a:r>
              <a:rPr lang="en-US" sz="3200" dirty="0"/>
              <a:t>3</a:t>
            </a:r>
          </a:p>
        </p:txBody>
      </p:sp>
      <p:sp>
        <p:nvSpPr>
          <p:cNvPr id="13" name="TextBox 12">
            <a:extLst>
              <a:ext uri="{FF2B5EF4-FFF2-40B4-BE49-F238E27FC236}">
                <a16:creationId xmlns:a16="http://schemas.microsoft.com/office/drawing/2014/main" id="{74A0AD06-4448-61D1-1FFF-04B2A05C50DE}"/>
              </a:ext>
            </a:extLst>
          </p:cNvPr>
          <p:cNvSpPr txBox="1"/>
          <p:nvPr/>
        </p:nvSpPr>
        <p:spPr>
          <a:xfrm>
            <a:off x="4216401" y="1727886"/>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14" name="TextBox 13">
            <a:extLst>
              <a:ext uri="{FF2B5EF4-FFF2-40B4-BE49-F238E27FC236}">
                <a16:creationId xmlns:a16="http://schemas.microsoft.com/office/drawing/2014/main" id="{5D5F6631-73FE-EC68-B16D-5A5010C6247B}"/>
              </a:ext>
            </a:extLst>
          </p:cNvPr>
          <p:cNvSpPr txBox="1"/>
          <p:nvPr/>
        </p:nvSpPr>
        <p:spPr>
          <a:xfrm>
            <a:off x="5215469" y="1727886"/>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15" name="TextBox 14">
            <a:extLst>
              <a:ext uri="{FF2B5EF4-FFF2-40B4-BE49-F238E27FC236}">
                <a16:creationId xmlns:a16="http://schemas.microsoft.com/office/drawing/2014/main" id="{8483CE8A-B3B9-BF50-2F9B-CC39CDEE7143}"/>
              </a:ext>
            </a:extLst>
          </p:cNvPr>
          <p:cNvSpPr txBox="1"/>
          <p:nvPr/>
        </p:nvSpPr>
        <p:spPr>
          <a:xfrm>
            <a:off x="6214537" y="1727886"/>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16" name="TextBox 15">
            <a:extLst>
              <a:ext uri="{FF2B5EF4-FFF2-40B4-BE49-F238E27FC236}">
                <a16:creationId xmlns:a16="http://schemas.microsoft.com/office/drawing/2014/main" id="{2320B21D-74BF-AB9A-9F46-392DF4CF3F3B}"/>
              </a:ext>
            </a:extLst>
          </p:cNvPr>
          <p:cNvSpPr txBox="1"/>
          <p:nvPr/>
        </p:nvSpPr>
        <p:spPr>
          <a:xfrm>
            <a:off x="6714071" y="172788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17" name="TextBox 16">
            <a:extLst>
              <a:ext uri="{FF2B5EF4-FFF2-40B4-BE49-F238E27FC236}">
                <a16:creationId xmlns:a16="http://schemas.microsoft.com/office/drawing/2014/main" id="{01A82D3F-5CF2-9B1A-C1FE-9A80220A4C3D}"/>
              </a:ext>
            </a:extLst>
          </p:cNvPr>
          <p:cNvSpPr txBox="1"/>
          <p:nvPr/>
        </p:nvSpPr>
        <p:spPr>
          <a:xfrm>
            <a:off x="3716867" y="223122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18" name="TextBox 17">
            <a:extLst>
              <a:ext uri="{FF2B5EF4-FFF2-40B4-BE49-F238E27FC236}">
                <a16:creationId xmlns:a16="http://schemas.microsoft.com/office/drawing/2014/main" id="{AA4F01A2-E45F-8D0B-6951-312B598715BF}"/>
              </a:ext>
            </a:extLst>
          </p:cNvPr>
          <p:cNvSpPr txBox="1"/>
          <p:nvPr/>
        </p:nvSpPr>
        <p:spPr>
          <a:xfrm>
            <a:off x="5215469" y="2231221"/>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19" name="TextBox 18">
            <a:extLst>
              <a:ext uri="{FF2B5EF4-FFF2-40B4-BE49-F238E27FC236}">
                <a16:creationId xmlns:a16="http://schemas.microsoft.com/office/drawing/2014/main" id="{B624C4A5-1505-82E7-8FE5-6021C2F927F1}"/>
              </a:ext>
            </a:extLst>
          </p:cNvPr>
          <p:cNvSpPr txBox="1"/>
          <p:nvPr/>
        </p:nvSpPr>
        <p:spPr>
          <a:xfrm>
            <a:off x="5715003" y="2231221"/>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20" name="TextBox 19">
            <a:extLst>
              <a:ext uri="{FF2B5EF4-FFF2-40B4-BE49-F238E27FC236}">
                <a16:creationId xmlns:a16="http://schemas.microsoft.com/office/drawing/2014/main" id="{36EB8C63-60C6-B63A-A2AE-896C5FCC7C92}"/>
              </a:ext>
            </a:extLst>
          </p:cNvPr>
          <p:cNvSpPr txBox="1"/>
          <p:nvPr/>
        </p:nvSpPr>
        <p:spPr>
          <a:xfrm>
            <a:off x="6214537" y="223122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21" name="TextBox 20">
            <a:extLst>
              <a:ext uri="{FF2B5EF4-FFF2-40B4-BE49-F238E27FC236}">
                <a16:creationId xmlns:a16="http://schemas.microsoft.com/office/drawing/2014/main" id="{7C416D77-E4F8-3EFA-BD35-C9B51F1A07AC}"/>
              </a:ext>
            </a:extLst>
          </p:cNvPr>
          <p:cNvSpPr txBox="1"/>
          <p:nvPr/>
        </p:nvSpPr>
        <p:spPr>
          <a:xfrm>
            <a:off x="6714071" y="223122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2" name="TextBox 21">
            <a:extLst>
              <a:ext uri="{FF2B5EF4-FFF2-40B4-BE49-F238E27FC236}">
                <a16:creationId xmlns:a16="http://schemas.microsoft.com/office/drawing/2014/main" id="{46DCA7A2-8384-BC14-F8FA-C52CD727569C}"/>
              </a:ext>
            </a:extLst>
          </p:cNvPr>
          <p:cNvSpPr txBox="1"/>
          <p:nvPr/>
        </p:nvSpPr>
        <p:spPr>
          <a:xfrm>
            <a:off x="4216401" y="2734556"/>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23" name="TextBox 22">
            <a:extLst>
              <a:ext uri="{FF2B5EF4-FFF2-40B4-BE49-F238E27FC236}">
                <a16:creationId xmlns:a16="http://schemas.microsoft.com/office/drawing/2014/main" id="{93F5B1DA-D09F-9032-F055-BAC65F787527}"/>
              </a:ext>
            </a:extLst>
          </p:cNvPr>
          <p:cNvSpPr txBox="1"/>
          <p:nvPr/>
        </p:nvSpPr>
        <p:spPr>
          <a:xfrm>
            <a:off x="5215469" y="2734556"/>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4" name="TextBox 23">
            <a:extLst>
              <a:ext uri="{FF2B5EF4-FFF2-40B4-BE49-F238E27FC236}">
                <a16:creationId xmlns:a16="http://schemas.microsoft.com/office/drawing/2014/main" id="{C9E112A6-75E0-F1C8-A9F6-170C77E860AC}"/>
              </a:ext>
            </a:extLst>
          </p:cNvPr>
          <p:cNvSpPr txBox="1"/>
          <p:nvPr/>
        </p:nvSpPr>
        <p:spPr>
          <a:xfrm>
            <a:off x="6714071" y="2734556"/>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25" name="TextBox 24">
            <a:extLst>
              <a:ext uri="{FF2B5EF4-FFF2-40B4-BE49-F238E27FC236}">
                <a16:creationId xmlns:a16="http://schemas.microsoft.com/office/drawing/2014/main" id="{7795E20A-73F4-E217-2718-31C39C2CADF3}"/>
              </a:ext>
            </a:extLst>
          </p:cNvPr>
          <p:cNvSpPr txBox="1"/>
          <p:nvPr/>
        </p:nvSpPr>
        <p:spPr>
          <a:xfrm>
            <a:off x="3716867" y="323789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6" name="TextBox 25">
            <a:extLst>
              <a:ext uri="{FF2B5EF4-FFF2-40B4-BE49-F238E27FC236}">
                <a16:creationId xmlns:a16="http://schemas.microsoft.com/office/drawing/2014/main" id="{DFD341AD-9928-227C-F8BD-083114FDAF5B}"/>
              </a:ext>
            </a:extLst>
          </p:cNvPr>
          <p:cNvSpPr txBox="1"/>
          <p:nvPr/>
        </p:nvSpPr>
        <p:spPr>
          <a:xfrm>
            <a:off x="4715935" y="323789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27" name="TextBox 26">
            <a:extLst>
              <a:ext uri="{FF2B5EF4-FFF2-40B4-BE49-F238E27FC236}">
                <a16:creationId xmlns:a16="http://schemas.microsoft.com/office/drawing/2014/main" id="{1C6E7E10-F122-EC3A-086B-83C6A97E4D23}"/>
              </a:ext>
            </a:extLst>
          </p:cNvPr>
          <p:cNvSpPr txBox="1"/>
          <p:nvPr/>
        </p:nvSpPr>
        <p:spPr>
          <a:xfrm>
            <a:off x="5215469" y="323789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28" name="TextBox 27">
            <a:extLst>
              <a:ext uri="{FF2B5EF4-FFF2-40B4-BE49-F238E27FC236}">
                <a16:creationId xmlns:a16="http://schemas.microsoft.com/office/drawing/2014/main" id="{3D00295F-6F03-03A7-5A49-25F1D6382B77}"/>
              </a:ext>
            </a:extLst>
          </p:cNvPr>
          <p:cNvSpPr txBox="1"/>
          <p:nvPr/>
        </p:nvSpPr>
        <p:spPr>
          <a:xfrm>
            <a:off x="7213604" y="3237891"/>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29" name="TextBox 28">
            <a:extLst>
              <a:ext uri="{FF2B5EF4-FFF2-40B4-BE49-F238E27FC236}">
                <a16:creationId xmlns:a16="http://schemas.microsoft.com/office/drawing/2014/main" id="{D8FDC321-D48E-5642-1375-A84507144737}"/>
              </a:ext>
            </a:extLst>
          </p:cNvPr>
          <p:cNvSpPr txBox="1"/>
          <p:nvPr/>
        </p:nvSpPr>
        <p:spPr>
          <a:xfrm>
            <a:off x="3217333" y="3741226"/>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30" name="TextBox 29">
            <a:extLst>
              <a:ext uri="{FF2B5EF4-FFF2-40B4-BE49-F238E27FC236}">
                <a16:creationId xmlns:a16="http://schemas.microsoft.com/office/drawing/2014/main" id="{F077DBFC-EBBC-A2FE-A581-263033BFB151}"/>
              </a:ext>
            </a:extLst>
          </p:cNvPr>
          <p:cNvSpPr txBox="1"/>
          <p:nvPr/>
        </p:nvSpPr>
        <p:spPr>
          <a:xfrm>
            <a:off x="3716867" y="374122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31" name="TextBox 30">
            <a:extLst>
              <a:ext uri="{FF2B5EF4-FFF2-40B4-BE49-F238E27FC236}">
                <a16:creationId xmlns:a16="http://schemas.microsoft.com/office/drawing/2014/main" id="{9FCA3081-8D92-D80E-F3FE-14700095630F}"/>
              </a:ext>
            </a:extLst>
          </p:cNvPr>
          <p:cNvSpPr txBox="1"/>
          <p:nvPr/>
        </p:nvSpPr>
        <p:spPr>
          <a:xfrm>
            <a:off x="5715003" y="3741226"/>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32" name="TextBox 31">
            <a:extLst>
              <a:ext uri="{FF2B5EF4-FFF2-40B4-BE49-F238E27FC236}">
                <a16:creationId xmlns:a16="http://schemas.microsoft.com/office/drawing/2014/main" id="{2695D717-81C1-E416-3812-B45F60A20E0A}"/>
              </a:ext>
            </a:extLst>
          </p:cNvPr>
          <p:cNvSpPr txBox="1"/>
          <p:nvPr/>
        </p:nvSpPr>
        <p:spPr>
          <a:xfrm>
            <a:off x="6214537" y="3741226"/>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33" name="TextBox 32">
            <a:extLst>
              <a:ext uri="{FF2B5EF4-FFF2-40B4-BE49-F238E27FC236}">
                <a16:creationId xmlns:a16="http://schemas.microsoft.com/office/drawing/2014/main" id="{BC156CAD-DB55-DD22-1A3A-BDDD2658C6EB}"/>
              </a:ext>
            </a:extLst>
          </p:cNvPr>
          <p:cNvSpPr txBox="1"/>
          <p:nvPr/>
        </p:nvSpPr>
        <p:spPr>
          <a:xfrm>
            <a:off x="6714071" y="374122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34" name="TextBox 33">
            <a:extLst>
              <a:ext uri="{FF2B5EF4-FFF2-40B4-BE49-F238E27FC236}">
                <a16:creationId xmlns:a16="http://schemas.microsoft.com/office/drawing/2014/main" id="{056EDE98-42AF-1FFD-59B6-CE713FA66951}"/>
              </a:ext>
            </a:extLst>
          </p:cNvPr>
          <p:cNvSpPr txBox="1"/>
          <p:nvPr/>
        </p:nvSpPr>
        <p:spPr>
          <a:xfrm>
            <a:off x="7213604" y="3741226"/>
            <a:ext cx="462845" cy="584775"/>
          </a:xfrm>
          <a:prstGeom prst="rect">
            <a:avLst/>
          </a:prstGeom>
          <a:solidFill>
            <a:srgbClr val="92D050">
              <a:alpha val="30000"/>
            </a:srgbClr>
          </a:solidFill>
        </p:spPr>
        <p:txBody>
          <a:bodyPr wrap="square" rtlCol="0">
            <a:spAutoFit/>
          </a:bodyPr>
          <a:lstStyle/>
          <a:p>
            <a:pPr algn="ctr"/>
            <a:endParaRPr lang="en-US" sz="3200" dirty="0"/>
          </a:p>
        </p:txBody>
      </p:sp>
      <p:sp>
        <p:nvSpPr>
          <p:cNvPr id="35" name="TextBox 34">
            <a:extLst>
              <a:ext uri="{FF2B5EF4-FFF2-40B4-BE49-F238E27FC236}">
                <a16:creationId xmlns:a16="http://schemas.microsoft.com/office/drawing/2014/main" id="{1861ED53-BC2F-18D8-403A-D8AA9D7ED519}"/>
              </a:ext>
            </a:extLst>
          </p:cNvPr>
          <p:cNvSpPr txBox="1"/>
          <p:nvPr/>
        </p:nvSpPr>
        <p:spPr>
          <a:xfrm>
            <a:off x="3217333" y="424456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36" name="TextBox 35">
            <a:extLst>
              <a:ext uri="{FF2B5EF4-FFF2-40B4-BE49-F238E27FC236}">
                <a16:creationId xmlns:a16="http://schemas.microsoft.com/office/drawing/2014/main" id="{58DBBDD8-C53E-8C08-7115-6AC714F1A916}"/>
              </a:ext>
            </a:extLst>
          </p:cNvPr>
          <p:cNvSpPr txBox="1"/>
          <p:nvPr/>
        </p:nvSpPr>
        <p:spPr>
          <a:xfrm>
            <a:off x="4216401" y="4244561"/>
            <a:ext cx="462845" cy="584775"/>
          </a:xfrm>
          <a:prstGeom prst="rect">
            <a:avLst/>
          </a:prstGeom>
          <a:solidFill>
            <a:srgbClr val="FF0000">
              <a:alpha val="30000"/>
            </a:srgbClr>
          </a:solidFill>
        </p:spPr>
        <p:txBody>
          <a:bodyPr wrap="square" rtlCol="0">
            <a:spAutoFit/>
          </a:bodyPr>
          <a:lstStyle/>
          <a:p>
            <a:pPr algn="ctr"/>
            <a:r>
              <a:rPr lang="en-US" sz="3200" dirty="0"/>
              <a:t>3</a:t>
            </a:r>
          </a:p>
        </p:txBody>
      </p:sp>
      <p:sp>
        <p:nvSpPr>
          <p:cNvPr id="37" name="TextBox 36">
            <a:extLst>
              <a:ext uri="{FF2B5EF4-FFF2-40B4-BE49-F238E27FC236}">
                <a16:creationId xmlns:a16="http://schemas.microsoft.com/office/drawing/2014/main" id="{56B1242F-4778-F49B-9F1E-AF32C0AE1EF9}"/>
              </a:ext>
            </a:extLst>
          </p:cNvPr>
          <p:cNvSpPr txBox="1"/>
          <p:nvPr/>
        </p:nvSpPr>
        <p:spPr>
          <a:xfrm>
            <a:off x="5715003" y="424456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38" name="TextBox 37">
            <a:extLst>
              <a:ext uri="{FF2B5EF4-FFF2-40B4-BE49-F238E27FC236}">
                <a16:creationId xmlns:a16="http://schemas.microsoft.com/office/drawing/2014/main" id="{DE9AF1FC-2B0A-8F21-11F6-8F260D06B236}"/>
              </a:ext>
            </a:extLst>
          </p:cNvPr>
          <p:cNvSpPr txBox="1"/>
          <p:nvPr/>
        </p:nvSpPr>
        <p:spPr>
          <a:xfrm>
            <a:off x="6214537" y="424456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39" name="TextBox 38">
            <a:extLst>
              <a:ext uri="{FF2B5EF4-FFF2-40B4-BE49-F238E27FC236}">
                <a16:creationId xmlns:a16="http://schemas.microsoft.com/office/drawing/2014/main" id="{2131453E-08E4-5D89-5D8E-A7E678F81FA0}"/>
              </a:ext>
            </a:extLst>
          </p:cNvPr>
          <p:cNvSpPr txBox="1"/>
          <p:nvPr/>
        </p:nvSpPr>
        <p:spPr>
          <a:xfrm>
            <a:off x="6714071" y="4244561"/>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40" name="TextBox 39">
            <a:extLst>
              <a:ext uri="{FF2B5EF4-FFF2-40B4-BE49-F238E27FC236}">
                <a16:creationId xmlns:a16="http://schemas.microsoft.com/office/drawing/2014/main" id="{7FEB55F3-E2B2-829A-6790-98675E568143}"/>
              </a:ext>
            </a:extLst>
          </p:cNvPr>
          <p:cNvSpPr txBox="1"/>
          <p:nvPr/>
        </p:nvSpPr>
        <p:spPr>
          <a:xfrm>
            <a:off x="7213604" y="424456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41" name="TextBox 40">
            <a:extLst>
              <a:ext uri="{FF2B5EF4-FFF2-40B4-BE49-F238E27FC236}">
                <a16:creationId xmlns:a16="http://schemas.microsoft.com/office/drawing/2014/main" id="{6CF065DE-5C69-A8BB-E131-8160B516F847}"/>
              </a:ext>
            </a:extLst>
          </p:cNvPr>
          <p:cNvSpPr txBox="1"/>
          <p:nvPr/>
        </p:nvSpPr>
        <p:spPr>
          <a:xfrm>
            <a:off x="3217333" y="4747898"/>
            <a:ext cx="462845" cy="584775"/>
          </a:xfrm>
          <a:prstGeom prst="rect">
            <a:avLst/>
          </a:prstGeom>
          <a:solidFill>
            <a:srgbClr val="92D050">
              <a:alpha val="30000"/>
            </a:srgbClr>
          </a:solidFill>
        </p:spPr>
        <p:txBody>
          <a:bodyPr wrap="square" rtlCol="0">
            <a:spAutoFit/>
          </a:bodyPr>
          <a:lstStyle/>
          <a:p>
            <a:pPr algn="ctr"/>
            <a:endParaRPr lang="en-US" sz="3200" dirty="0"/>
          </a:p>
        </p:txBody>
      </p:sp>
      <p:sp>
        <p:nvSpPr>
          <p:cNvPr id="42" name="TextBox 41">
            <a:extLst>
              <a:ext uri="{FF2B5EF4-FFF2-40B4-BE49-F238E27FC236}">
                <a16:creationId xmlns:a16="http://schemas.microsoft.com/office/drawing/2014/main" id="{3ED1A4E9-3FAC-880E-69E9-088169134156}"/>
              </a:ext>
            </a:extLst>
          </p:cNvPr>
          <p:cNvSpPr txBox="1"/>
          <p:nvPr/>
        </p:nvSpPr>
        <p:spPr>
          <a:xfrm>
            <a:off x="3716867" y="4747898"/>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43" name="TextBox 42">
            <a:extLst>
              <a:ext uri="{FF2B5EF4-FFF2-40B4-BE49-F238E27FC236}">
                <a16:creationId xmlns:a16="http://schemas.microsoft.com/office/drawing/2014/main" id="{89DB5150-34B7-5472-13D8-BE6346521213}"/>
              </a:ext>
            </a:extLst>
          </p:cNvPr>
          <p:cNvSpPr txBox="1"/>
          <p:nvPr/>
        </p:nvSpPr>
        <p:spPr>
          <a:xfrm>
            <a:off x="4216401" y="4747898"/>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44" name="TextBox 43">
            <a:extLst>
              <a:ext uri="{FF2B5EF4-FFF2-40B4-BE49-F238E27FC236}">
                <a16:creationId xmlns:a16="http://schemas.microsoft.com/office/drawing/2014/main" id="{7190D091-E893-ACC0-2956-179C102D4709}"/>
              </a:ext>
            </a:extLst>
          </p:cNvPr>
          <p:cNvSpPr txBox="1"/>
          <p:nvPr/>
        </p:nvSpPr>
        <p:spPr>
          <a:xfrm>
            <a:off x="7157158" y="1522145"/>
            <a:ext cx="570089" cy="230832"/>
          </a:xfrm>
          <a:prstGeom prst="rect">
            <a:avLst/>
          </a:prstGeom>
          <a:noFill/>
        </p:spPr>
        <p:txBody>
          <a:bodyPr wrap="square" rtlCol="0">
            <a:spAutoFit/>
          </a:bodyPr>
          <a:lstStyle/>
          <a:p>
            <a:pPr algn="ctr"/>
            <a:r>
              <a:rPr lang="en-US" sz="900" dirty="0"/>
              <a:t>457</a:t>
            </a:r>
          </a:p>
        </p:txBody>
      </p:sp>
      <p:sp>
        <p:nvSpPr>
          <p:cNvPr id="45" name="TextBox 44">
            <a:extLst>
              <a:ext uri="{FF2B5EF4-FFF2-40B4-BE49-F238E27FC236}">
                <a16:creationId xmlns:a16="http://schemas.microsoft.com/office/drawing/2014/main" id="{B86F28AA-3A08-6504-ABE9-0DFCE11CCFC0}"/>
              </a:ext>
            </a:extLst>
          </p:cNvPr>
          <p:cNvSpPr txBox="1"/>
          <p:nvPr/>
        </p:nvSpPr>
        <p:spPr>
          <a:xfrm>
            <a:off x="4143022" y="5028752"/>
            <a:ext cx="570089" cy="230832"/>
          </a:xfrm>
          <a:prstGeom prst="rect">
            <a:avLst/>
          </a:prstGeom>
          <a:noFill/>
        </p:spPr>
        <p:txBody>
          <a:bodyPr wrap="square" rtlCol="0">
            <a:spAutoFit/>
          </a:bodyPr>
          <a:lstStyle/>
          <a:p>
            <a:pPr algn="ctr"/>
            <a:r>
              <a:rPr lang="en-US" sz="900" dirty="0"/>
              <a:t>457</a:t>
            </a:r>
          </a:p>
        </p:txBody>
      </p:sp>
      <p:sp>
        <p:nvSpPr>
          <p:cNvPr id="46" name="TextBox 45">
            <a:extLst>
              <a:ext uri="{FF2B5EF4-FFF2-40B4-BE49-F238E27FC236}">
                <a16:creationId xmlns:a16="http://schemas.microsoft.com/office/drawing/2014/main" id="{615A3D05-3F95-C72D-7CB7-84428ED75184}"/>
              </a:ext>
            </a:extLst>
          </p:cNvPr>
          <p:cNvSpPr txBox="1"/>
          <p:nvPr/>
        </p:nvSpPr>
        <p:spPr>
          <a:xfrm>
            <a:off x="6654802" y="1522145"/>
            <a:ext cx="570089" cy="230832"/>
          </a:xfrm>
          <a:prstGeom prst="rect">
            <a:avLst/>
          </a:prstGeom>
          <a:noFill/>
        </p:spPr>
        <p:txBody>
          <a:bodyPr wrap="square" rtlCol="0">
            <a:spAutoFit/>
          </a:bodyPr>
          <a:lstStyle/>
          <a:p>
            <a:pPr algn="ctr"/>
            <a:r>
              <a:rPr lang="en-US" sz="900" dirty="0"/>
              <a:t>456789</a:t>
            </a:r>
          </a:p>
        </p:txBody>
      </p:sp>
      <p:sp>
        <p:nvSpPr>
          <p:cNvPr id="47" name="TextBox 46">
            <a:extLst>
              <a:ext uri="{FF2B5EF4-FFF2-40B4-BE49-F238E27FC236}">
                <a16:creationId xmlns:a16="http://schemas.microsoft.com/office/drawing/2014/main" id="{A00CB968-6829-29B9-0369-A01CCAE88B9B}"/>
              </a:ext>
            </a:extLst>
          </p:cNvPr>
          <p:cNvSpPr txBox="1"/>
          <p:nvPr/>
        </p:nvSpPr>
        <p:spPr>
          <a:xfrm>
            <a:off x="3640666" y="5028752"/>
            <a:ext cx="570089" cy="230832"/>
          </a:xfrm>
          <a:prstGeom prst="rect">
            <a:avLst/>
          </a:prstGeom>
          <a:noFill/>
        </p:spPr>
        <p:txBody>
          <a:bodyPr wrap="square" rtlCol="0">
            <a:spAutoFit/>
          </a:bodyPr>
          <a:lstStyle/>
          <a:p>
            <a:pPr algn="ctr"/>
            <a:r>
              <a:rPr lang="en-US" sz="900" dirty="0"/>
              <a:t>456789</a:t>
            </a:r>
          </a:p>
        </p:txBody>
      </p:sp>
      <p:sp>
        <p:nvSpPr>
          <p:cNvPr id="48" name="TextBox 47">
            <a:extLst>
              <a:ext uri="{FF2B5EF4-FFF2-40B4-BE49-F238E27FC236}">
                <a16:creationId xmlns:a16="http://schemas.microsoft.com/office/drawing/2014/main" id="{E9F95596-CE9C-90F8-32F7-0B743ECCDA3B}"/>
              </a:ext>
            </a:extLst>
          </p:cNvPr>
          <p:cNvSpPr txBox="1"/>
          <p:nvPr/>
        </p:nvSpPr>
        <p:spPr>
          <a:xfrm>
            <a:off x="6654802" y="772726"/>
            <a:ext cx="570089" cy="230832"/>
          </a:xfrm>
          <a:prstGeom prst="rect">
            <a:avLst/>
          </a:prstGeom>
          <a:noFill/>
        </p:spPr>
        <p:txBody>
          <a:bodyPr wrap="square" rtlCol="0">
            <a:spAutoFit/>
          </a:bodyPr>
          <a:lstStyle/>
          <a:p>
            <a:pPr algn="ctr"/>
            <a:r>
              <a:rPr lang="en-US" sz="900" dirty="0"/>
              <a:t>489</a:t>
            </a:r>
          </a:p>
        </p:txBody>
      </p:sp>
      <p:sp>
        <p:nvSpPr>
          <p:cNvPr id="49" name="TextBox 48">
            <a:extLst>
              <a:ext uri="{FF2B5EF4-FFF2-40B4-BE49-F238E27FC236}">
                <a16:creationId xmlns:a16="http://schemas.microsoft.com/office/drawing/2014/main" id="{DF4E340C-FA15-706C-32C5-D6C165B3DA81}"/>
              </a:ext>
            </a:extLst>
          </p:cNvPr>
          <p:cNvSpPr txBox="1"/>
          <p:nvPr/>
        </p:nvSpPr>
        <p:spPr>
          <a:xfrm>
            <a:off x="3138310" y="5028752"/>
            <a:ext cx="570089" cy="230832"/>
          </a:xfrm>
          <a:prstGeom prst="rect">
            <a:avLst/>
          </a:prstGeom>
          <a:noFill/>
        </p:spPr>
        <p:txBody>
          <a:bodyPr wrap="square" rtlCol="0">
            <a:spAutoFit/>
          </a:bodyPr>
          <a:lstStyle/>
          <a:p>
            <a:pPr algn="ctr"/>
            <a:r>
              <a:rPr lang="en-US" sz="900" dirty="0"/>
              <a:t>489</a:t>
            </a:r>
          </a:p>
        </p:txBody>
      </p:sp>
      <p:sp>
        <p:nvSpPr>
          <p:cNvPr id="50" name="TextBox 49">
            <a:extLst>
              <a:ext uri="{FF2B5EF4-FFF2-40B4-BE49-F238E27FC236}">
                <a16:creationId xmlns:a16="http://schemas.microsoft.com/office/drawing/2014/main" id="{8DAF1DEB-EC0B-4C4A-C6C4-2B534FA737D6}"/>
              </a:ext>
            </a:extLst>
          </p:cNvPr>
          <p:cNvSpPr txBox="1"/>
          <p:nvPr/>
        </p:nvSpPr>
        <p:spPr>
          <a:xfrm>
            <a:off x="6152446" y="1402877"/>
            <a:ext cx="570089" cy="230832"/>
          </a:xfrm>
          <a:prstGeom prst="rect">
            <a:avLst/>
          </a:prstGeom>
          <a:noFill/>
        </p:spPr>
        <p:txBody>
          <a:bodyPr wrap="square" rtlCol="0">
            <a:spAutoFit/>
          </a:bodyPr>
          <a:lstStyle/>
          <a:p>
            <a:pPr algn="ctr"/>
            <a:r>
              <a:rPr lang="en-US" sz="900" dirty="0"/>
              <a:t>56789</a:t>
            </a:r>
          </a:p>
        </p:txBody>
      </p:sp>
      <p:sp>
        <p:nvSpPr>
          <p:cNvPr id="51" name="TextBox 50">
            <a:extLst>
              <a:ext uri="{FF2B5EF4-FFF2-40B4-BE49-F238E27FC236}">
                <a16:creationId xmlns:a16="http://schemas.microsoft.com/office/drawing/2014/main" id="{C741B7A9-6341-FA37-7055-28B6F9BF23CA}"/>
              </a:ext>
            </a:extLst>
          </p:cNvPr>
          <p:cNvSpPr txBox="1"/>
          <p:nvPr/>
        </p:nvSpPr>
        <p:spPr>
          <a:xfrm>
            <a:off x="3138310" y="4408541"/>
            <a:ext cx="570089" cy="230832"/>
          </a:xfrm>
          <a:prstGeom prst="rect">
            <a:avLst/>
          </a:prstGeom>
          <a:noFill/>
        </p:spPr>
        <p:txBody>
          <a:bodyPr wrap="square" rtlCol="0">
            <a:spAutoFit/>
          </a:bodyPr>
          <a:lstStyle/>
          <a:p>
            <a:pPr algn="ctr"/>
            <a:r>
              <a:rPr lang="en-US" sz="900" dirty="0"/>
              <a:t>56789</a:t>
            </a:r>
          </a:p>
        </p:txBody>
      </p:sp>
      <p:sp>
        <p:nvSpPr>
          <p:cNvPr id="52" name="TextBox 51">
            <a:extLst>
              <a:ext uri="{FF2B5EF4-FFF2-40B4-BE49-F238E27FC236}">
                <a16:creationId xmlns:a16="http://schemas.microsoft.com/office/drawing/2014/main" id="{B7F7D976-F1F9-3C38-1E6E-7A5A7DE940BB}"/>
              </a:ext>
            </a:extLst>
          </p:cNvPr>
          <p:cNvSpPr txBox="1"/>
          <p:nvPr/>
        </p:nvSpPr>
        <p:spPr>
          <a:xfrm>
            <a:off x="3640666" y="3406653"/>
            <a:ext cx="570089" cy="230832"/>
          </a:xfrm>
          <a:prstGeom prst="rect">
            <a:avLst/>
          </a:prstGeom>
          <a:noFill/>
        </p:spPr>
        <p:txBody>
          <a:bodyPr wrap="square" rtlCol="0">
            <a:spAutoFit/>
          </a:bodyPr>
          <a:lstStyle/>
          <a:p>
            <a:pPr algn="ctr"/>
            <a:r>
              <a:rPr lang="en-US" sz="900" dirty="0"/>
              <a:t>234567</a:t>
            </a:r>
          </a:p>
        </p:txBody>
      </p:sp>
      <p:sp>
        <p:nvSpPr>
          <p:cNvPr id="53" name="TextBox 52">
            <a:extLst>
              <a:ext uri="{FF2B5EF4-FFF2-40B4-BE49-F238E27FC236}">
                <a16:creationId xmlns:a16="http://schemas.microsoft.com/office/drawing/2014/main" id="{9C04F883-5A81-74F6-EC3C-8AF58F87AED6}"/>
              </a:ext>
            </a:extLst>
          </p:cNvPr>
          <p:cNvSpPr txBox="1"/>
          <p:nvPr/>
        </p:nvSpPr>
        <p:spPr>
          <a:xfrm>
            <a:off x="3640666" y="4026865"/>
            <a:ext cx="570089" cy="230832"/>
          </a:xfrm>
          <a:prstGeom prst="rect">
            <a:avLst/>
          </a:prstGeom>
          <a:noFill/>
        </p:spPr>
        <p:txBody>
          <a:bodyPr wrap="square" rtlCol="0">
            <a:spAutoFit/>
          </a:bodyPr>
          <a:lstStyle/>
          <a:p>
            <a:pPr algn="ctr"/>
            <a:r>
              <a:rPr lang="en-US" sz="900" dirty="0"/>
              <a:t>456789</a:t>
            </a:r>
          </a:p>
        </p:txBody>
      </p:sp>
      <p:sp>
        <p:nvSpPr>
          <p:cNvPr id="54" name="TextBox 53">
            <a:extLst>
              <a:ext uri="{FF2B5EF4-FFF2-40B4-BE49-F238E27FC236}">
                <a16:creationId xmlns:a16="http://schemas.microsoft.com/office/drawing/2014/main" id="{6EF640AF-D058-85E0-6019-B4EFFF497FFF}"/>
              </a:ext>
            </a:extLst>
          </p:cNvPr>
          <p:cNvSpPr txBox="1"/>
          <p:nvPr/>
        </p:nvSpPr>
        <p:spPr>
          <a:xfrm>
            <a:off x="3138310" y="3788329"/>
            <a:ext cx="570089" cy="369332"/>
          </a:xfrm>
          <a:prstGeom prst="rect">
            <a:avLst/>
          </a:prstGeom>
          <a:noFill/>
        </p:spPr>
        <p:txBody>
          <a:bodyPr wrap="square" rtlCol="0">
            <a:spAutoFit/>
          </a:bodyPr>
          <a:lstStyle/>
          <a:p>
            <a:pPr algn="ctr"/>
            <a:r>
              <a:rPr lang="en-US" sz="900" dirty="0"/>
              <a:t>1456789</a:t>
            </a:r>
          </a:p>
        </p:txBody>
      </p:sp>
      <p:sp>
        <p:nvSpPr>
          <p:cNvPr id="55" name="TextBox 54">
            <a:extLst>
              <a:ext uri="{FF2B5EF4-FFF2-40B4-BE49-F238E27FC236}">
                <a16:creationId xmlns:a16="http://schemas.microsoft.com/office/drawing/2014/main" id="{20BAFE8C-E305-8601-C43A-6ACC42081906}"/>
              </a:ext>
            </a:extLst>
          </p:cNvPr>
          <p:cNvSpPr txBox="1"/>
          <p:nvPr/>
        </p:nvSpPr>
        <p:spPr>
          <a:xfrm>
            <a:off x="6152446" y="2023089"/>
            <a:ext cx="570089" cy="369332"/>
          </a:xfrm>
          <a:prstGeom prst="rect">
            <a:avLst/>
          </a:prstGeom>
          <a:noFill/>
        </p:spPr>
        <p:txBody>
          <a:bodyPr wrap="square" rtlCol="0">
            <a:spAutoFit/>
          </a:bodyPr>
          <a:lstStyle/>
          <a:p>
            <a:pPr algn="ctr"/>
            <a:r>
              <a:rPr lang="en-US" sz="900" dirty="0"/>
              <a:t>1456789</a:t>
            </a:r>
          </a:p>
        </p:txBody>
      </p:sp>
      <p:sp>
        <p:nvSpPr>
          <p:cNvPr id="56" name="TextBox 55">
            <a:extLst>
              <a:ext uri="{FF2B5EF4-FFF2-40B4-BE49-F238E27FC236}">
                <a16:creationId xmlns:a16="http://schemas.microsoft.com/office/drawing/2014/main" id="{CBC2F40D-7F69-F379-BB7C-C0CBDF2BD034}"/>
              </a:ext>
            </a:extLst>
          </p:cNvPr>
          <p:cNvSpPr txBox="1"/>
          <p:nvPr/>
        </p:nvSpPr>
        <p:spPr>
          <a:xfrm>
            <a:off x="6654802" y="1784553"/>
            <a:ext cx="570089" cy="230832"/>
          </a:xfrm>
          <a:prstGeom prst="rect">
            <a:avLst/>
          </a:prstGeom>
          <a:noFill/>
        </p:spPr>
        <p:txBody>
          <a:bodyPr wrap="square" rtlCol="0">
            <a:spAutoFit/>
          </a:bodyPr>
          <a:lstStyle/>
          <a:p>
            <a:pPr algn="ctr"/>
            <a:r>
              <a:rPr lang="en-US" sz="900" dirty="0"/>
              <a:t>456789</a:t>
            </a:r>
          </a:p>
        </p:txBody>
      </p:sp>
      <p:sp>
        <p:nvSpPr>
          <p:cNvPr id="57" name="TextBox 56">
            <a:extLst>
              <a:ext uri="{FF2B5EF4-FFF2-40B4-BE49-F238E27FC236}">
                <a16:creationId xmlns:a16="http://schemas.microsoft.com/office/drawing/2014/main" id="{0242A1A5-596A-712A-7FE3-D3DBEE10E5E6}"/>
              </a:ext>
            </a:extLst>
          </p:cNvPr>
          <p:cNvSpPr txBox="1"/>
          <p:nvPr/>
        </p:nvSpPr>
        <p:spPr>
          <a:xfrm>
            <a:off x="6654802" y="2524033"/>
            <a:ext cx="570089" cy="230832"/>
          </a:xfrm>
          <a:prstGeom prst="rect">
            <a:avLst/>
          </a:prstGeom>
          <a:noFill/>
        </p:spPr>
        <p:txBody>
          <a:bodyPr wrap="square" rtlCol="0">
            <a:spAutoFit/>
          </a:bodyPr>
          <a:lstStyle/>
          <a:p>
            <a:pPr algn="ctr"/>
            <a:r>
              <a:rPr lang="en-US" sz="900" dirty="0"/>
              <a:t>234567</a:t>
            </a:r>
          </a:p>
        </p:txBody>
      </p:sp>
      <p:sp>
        <p:nvSpPr>
          <p:cNvPr id="58" name="TextBox 57">
            <a:extLst>
              <a:ext uri="{FF2B5EF4-FFF2-40B4-BE49-F238E27FC236}">
                <a16:creationId xmlns:a16="http://schemas.microsoft.com/office/drawing/2014/main" id="{3C5EE909-DEB3-C3FB-7678-10EE75C1669C}"/>
              </a:ext>
            </a:extLst>
          </p:cNvPr>
          <p:cNvSpPr txBox="1"/>
          <p:nvPr/>
        </p:nvSpPr>
        <p:spPr>
          <a:xfrm>
            <a:off x="4143022" y="1903821"/>
            <a:ext cx="570089" cy="230832"/>
          </a:xfrm>
          <a:prstGeom prst="rect">
            <a:avLst/>
          </a:prstGeom>
          <a:noFill/>
        </p:spPr>
        <p:txBody>
          <a:bodyPr wrap="square" rtlCol="0">
            <a:spAutoFit/>
          </a:bodyPr>
          <a:lstStyle/>
          <a:p>
            <a:pPr algn="ctr"/>
            <a:r>
              <a:rPr lang="en-US" sz="900" dirty="0"/>
              <a:t>457</a:t>
            </a:r>
          </a:p>
        </p:txBody>
      </p:sp>
      <p:sp>
        <p:nvSpPr>
          <p:cNvPr id="59" name="TextBox 58">
            <a:extLst>
              <a:ext uri="{FF2B5EF4-FFF2-40B4-BE49-F238E27FC236}">
                <a16:creationId xmlns:a16="http://schemas.microsoft.com/office/drawing/2014/main" id="{EF0A97DE-CB66-2C05-D676-393F82EE669D}"/>
              </a:ext>
            </a:extLst>
          </p:cNvPr>
          <p:cNvSpPr txBox="1"/>
          <p:nvPr/>
        </p:nvSpPr>
        <p:spPr>
          <a:xfrm>
            <a:off x="3640666" y="2404765"/>
            <a:ext cx="570089" cy="230832"/>
          </a:xfrm>
          <a:prstGeom prst="rect">
            <a:avLst/>
          </a:prstGeom>
          <a:noFill/>
        </p:spPr>
        <p:txBody>
          <a:bodyPr wrap="square" rtlCol="0">
            <a:spAutoFit/>
          </a:bodyPr>
          <a:lstStyle/>
          <a:p>
            <a:pPr algn="ctr"/>
            <a:r>
              <a:rPr lang="en-US" sz="900" dirty="0"/>
              <a:t>234567</a:t>
            </a:r>
          </a:p>
        </p:txBody>
      </p:sp>
      <p:sp>
        <p:nvSpPr>
          <p:cNvPr id="60" name="TextBox 59">
            <a:extLst>
              <a:ext uri="{FF2B5EF4-FFF2-40B4-BE49-F238E27FC236}">
                <a16:creationId xmlns:a16="http://schemas.microsoft.com/office/drawing/2014/main" id="{710A0FC5-154B-08F1-55E7-FB35CD1576DF}"/>
              </a:ext>
            </a:extLst>
          </p:cNvPr>
          <p:cNvSpPr txBox="1"/>
          <p:nvPr/>
        </p:nvSpPr>
        <p:spPr>
          <a:xfrm>
            <a:off x="4143022" y="2905709"/>
            <a:ext cx="570089" cy="230832"/>
          </a:xfrm>
          <a:prstGeom prst="rect">
            <a:avLst/>
          </a:prstGeom>
          <a:noFill/>
        </p:spPr>
        <p:txBody>
          <a:bodyPr wrap="square" rtlCol="0">
            <a:spAutoFit/>
          </a:bodyPr>
          <a:lstStyle/>
          <a:p>
            <a:pPr algn="ctr"/>
            <a:r>
              <a:rPr lang="en-US" sz="900" dirty="0"/>
              <a:t>2457</a:t>
            </a:r>
          </a:p>
        </p:txBody>
      </p:sp>
      <p:sp>
        <p:nvSpPr>
          <p:cNvPr id="61" name="TextBox 60">
            <a:extLst>
              <a:ext uri="{FF2B5EF4-FFF2-40B4-BE49-F238E27FC236}">
                <a16:creationId xmlns:a16="http://schemas.microsoft.com/office/drawing/2014/main" id="{DE896E14-C8B5-4862-B6B5-49EA3AC2B1D1}"/>
              </a:ext>
            </a:extLst>
          </p:cNvPr>
          <p:cNvSpPr txBox="1"/>
          <p:nvPr/>
        </p:nvSpPr>
        <p:spPr>
          <a:xfrm>
            <a:off x="6152446" y="2285497"/>
            <a:ext cx="570089" cy="230832"/>
          </a:xfrm>
          <a:prstGeom prst="rect">
            <a:avLst/>
          </a:prstGeom>
          <a:noFill/>
        </p:spPr>
        <p:txBody>
          <a:bodyPr wrap="square" rtlCol="0">
            <a:spAutoFit/>
          </a:bodyPr>
          <a:lstStyle/>
          <a:p>
            <a:pPr algn="ctr"/>
            <a:r>
              <a:rPr lang="en-US" sz="900" dirty="0"/>
              <a:t>2457</a:t>
            </a:r>
          </a:p>
        </p:txBody>
      </p:sp>
      <p:sp>
        <p:nvSpPr>
          <p:cNvPr id="62" name="TextBox 61">
            <a:extLst>
              <a:ext uri="{FF2B5EF4-FFF2-40B4-BE49-F238E27FC236}">
                <a16:creationId xmlns:a16="http://schemas.microsoft.com/office/drawing/2014/main" id="{9BF7BF08-EC36-2936-0E54-C1C86F7C8E3F}"/>
              </a:ext>
            </a:extLst>
          </p:cNvPr>
          <p:cNvSpPr txBox="1"/>
          <p:nvPr/>
        </p:nvSpPr>
        <p:spPr>
          <a:xfrm>
            <a:off x="6654802" y="2905709"/>
            <a:ext cx="570089" cy="230832"/>
          </a:xfrm>
          <a:prstGeom prst="rect">
            <a:avLst/>
          </a:prstGeom>
          <a:noFill/>
        </p:spPr>
        <p:txBody>
          <a:bodyPr wrap="square" rtlCol="0">
            <a:spAutoFit/>
          </a:bodyPr>
          <a:lstStyle/>
          <a:p>
            <a:pPr algn="ctr"/>
            <a:r>
              <a:rPr lang="en-US" sz="900" dirty="0"/>
              <a:t>234567</a:t>
            </a:r>
          </a:p>
        </p:txBody>
      </p:sp>
      <p:sp>
        <p:nvSpPr>
          <p:cNvPr id="63" name="TextBox 62">
            <a:extLst>
              <a:ext uri="{FF2B5EF4-FFF2-40B4-BE49-F238E27FC236}">
                <a16:creationId xmlns:a16="http://schemas.microsoft.com/office/drawing/2014/main" id="{A08794D2-2857-F8BE-EE36-A929FDCC818E}"/>
              </a:ext>
            </a:extLst>
          </p:cNvPr>
          <p:cNvSpPr txBox="1"/>
          <p:nvPr/>
        </p:nvSpPr>
        <p:spPr>
          <a:xfrm>
            <a:off x="7157158" y="3406653"/>
            <a:ext cx="570089" cy="230832"/>
          </a:xfrm>
          <a:prstGeom prst="rect">
            <a:avLst/>
          </a:prstGeom>
          <a:noFill/>
        </p:spPr>
        <p:txBody>
          <a:bodyPr wrap="square" rtlCol="0">
            <a:spAutoFit/>
          </a:bodyPr>
          <a:lstStyle/>
          <a:p>
            <a:pPr algn="ctr"/>
            <a:r>
              <a:rPr lang="en-US" sz="900" dirty="0"/>
              <a:t>457</a:t>
            </a:r>
          </a:p>
        </p:txBody>
      </p:sp>
      <p:sp>
        <p:nvSpPr>
          <p:cNvPr id="64" name="TextBox 63">
            <a:extLst>
              <a:ext uri="{FF2B5EF4-FFF2-40B4-BE49-F238E27FC236}">
                <a16:creationId xmlns:a16="http://schemas.microsoft.com/office/drawing/2014/main" id="{7DA5F0CF-B6D3-8EF9-38B8-25C7E2B19D26}"/>
              </a:ext>
            </a:extLst>
          </p:cNvPr>
          <p:cNvSpPr txBox="1"/>
          <p:nvPr/>
        </p:nvSpPr>
        <p:spPr>
          <a:xfrm>
            <a:off x="4645378" y="1283609"/>
            <a:ext cx="570089" cy="230832"/>
          </a:xfrm>
          <a:prstGeom prst="rect">
            <a:avLst/>
          </a:prstGeom>
          <a:noFill/>
        </p:spPr>
        <p:txBody>
          <a:bodyPr wrap="square" rtlCol="0">
            <a:spAutoFit/>
          </a:bodyPr>
          <a:lstStyle/>
          <a:p>
            <a:pPr algn="ctr"/>
            <a:r>
              <a:rPr lang="en-US" sz="900" dirty="0"/>
              <a:t>46</a:t>
            </a:r>
          </a:p>
        </p:txBody>
      </p:sp>
      <p:sp>
        <p:nvSpPr>
          <p:cNvPr id="65" name="TextBox 64">
            <a:extLst>
              <a:ext uri="{FF2B5EF4-FFF2-40B4-BE49-F238E27FC236}">
                <a16:creationId xmlns:a16="http://schemas.microsoft.com/office/drawing/2014/main" id="{21248B7C-3BFD-7247-5097-96786647C4A4}"/>
              </a:ext>
            </a:extLst>
          </p:cNvPr>
          <p:cNvSpPr txBox="1"/>
          <p:nvPr/>
        </p:nvSpPr>
        <p:spPr>
          <a:xfrm>
            <a:off x="5147734" y="1903821"/>
            <a:ext cx="570089" cy="230832"/>
          </a:xfrm>
          <a:prstGeom prst="rect">
            <a:avLst/>
          </a:prstGeom>
          <a:noFill/>
        </p:spPr>
        <p:txBody>
          <a:bodyPr wrap="square" rtlCol="0">
            <a:spAutoFit/>
          </a:bodyPr>
          <a:lstStyle/>
          <a:p>
            <a:pPr algn="ctr"/>
            <a:r>
              <a:rPr lang="en-US" sz="900" dirty="0"/>
              <a:t>1679</a:t>
            </a:r>
          </a:p>
        </p:txBody>
      </p:sp>
      <p:sp>
        <p:nvSpPr>
          <p:cNvPr id="66" name="TextBox 65">
            <a:extLst>
              <a:ext uri="{FF2B5EF4-FFF2-40B4-BE49-F238E27FC236}">
                <a16:creationId xmlns:a16="http://schemas.microsoft.com/office/drawing/2014/main" id="{0D998359-8589-1717-4282-D2A54EACD776}"/>
              </a:ext>
            </a:extLst>
          </p:cNvPr>
          <p:cNvSpPr txBox="1"/>
          <p:nvPr/>
        </p:nvSpPr>
        <p:spPr>
          <a:xfrm>
            <a:off x="5147734" y="2524033"/>
            <a:ext cx="570089" cy="230832"/>
          </a:xfrm>
          <a:prstGeom prst="rect">
            <a:avLst/>
          </a:prstGeom>
          <a:noFill/>
        </p:spPr>
        <p:txBody>
          <a:bodyPr wrap="square" rtlCol="0">
            <a:spAutoFit/>
          </a:bodyPr>
          <a:lstStyle/>
          <a:p>
            <a:pPr algn="ctr"/>
            <a:r>
              <a:rPr lang="en-US" sz="900" dirty="0"/>
              <a:t>2567</a:t>
            </a:r>
          </a:p>
        </p:txBody>
      </p:sp>
      <p:sp>
        <p:nvSpPr>
          <p:cNvPr id="67" name="TextBox 66">
            <a:extLst>
              <a:ext uri="{FF2B5EF4-FFF2-40B4-BE49-F238E27FC236}">
                <a16:creationId xmlns:a16="http://schemas.microsoft.com/office/drawing/2014/main" id="{E3AC68F0-30C3-1FBD-1E4D-F1B0E45872DE}"/>
              </a:ext>
            </a:extLst>
          </p:cNvPr>
          <p:cNvSpPr txBox="1"/>
          <p:nvPr/>
        </p:nvSpPr>
        <p:spPr>
          <a:xfrm>
            <a:off x="7157158" y="3907597"/>
            <a:ext cx="570089" cy="230832"/>
          </a:xfrm>
          <a:prstGeom prst="rect">
            <a:avLst/>
          </a:prstGeom>
          <a:noFill/>
        </p:spPr>
        <p:txBody>
          <a:bodyPr wrap="square" rtlCol="0">
            <a:spAutoFit/>
          </a:bodyPr>
          <a:lstStyle/>
          <a:p>
            <a:pPr algn="ctr"/>
            <a:r>
              <a:rPr lang="en-US" sz="900" dirty="0"/>
              <a:t>46</a:t>
            </a:r>
          </a:p>
        </p:txBody>
      </p:sp>
      <p:sp>
        <p:nvSpPr>
          <p:cNvPr id="68" name="TextBox 67">
            <a:extLst>
              <a:ext uri="{FF2B5EF4-FFF2-40B4-BE49-F238E27FC236}">
                <a16:creationId xmlns:a16="http://schemas.microsoft.com/office/drawing/2014/main" id="{40562536-F4D0-320A-C372-4FD6A7D97769}"/>
              </a:ext>
            </a:extLst>
          </p:cNvPr>
          <p:cNvSpPr txBox="1"/>
          <p:nvPr/>
        </p:nvSpPr>
        <p:spPr>
          <a:xfrm>
            <a:off x="6654802" y="4527809"/>
            <a:ext cx="570089" cy="230832"/>
          </a:xfrm>
          <a:prstGeom prst="rect">
            <a:avLst/>
          </a:prstGeom>
          <a:noFill/>
        </p:spPr>
        <p:txBody>
          <a:bodyPr wrap="square" rtlCol="0">
            <a:spAutoFit/>
          </a:bodyPr>
          <a:lstStyle/>
          <a:p>
            <a:pPr algn="ctr"/>
            <a:r>
              <a:rPr lang="en-US" sz="900" dirty="0"/>
              <a:t>2567</a:t>
            </a:r>
          </a:p>
        </p:txBody>
      </p:sp>
      <p:sp>
        <p:nvSpPr>
          <p:cNvPr id="69" name="TextBox 68">
            <a:extLst>
              <a:ext uri="{FF2B5EF4-FFF2-40B4-BE49-F238E27FC236}">
                <a16:creationId xmlns:a16="http://schemas.microsoft.com/office/drawing/2014/main" id="{FE87B993-1509-996B-6B96-4D158455B26B}"/>
              </a:ext>
            </a:extLst>
          </p:cNvPr>
          <p:cNvSpPr txBox="1"/>
          <p:nvPr/>
        </p:nvSpPr>
        <p:spPr>
          <a:xfrm>
            <a:off x="7157158" y="4527809"/>
            <a:ext cx="570089" cy="230832"/>
          </a:xfrm>
          <a:prstGeom prst="rect">
            <a:avLst/>
          </a:prstGeom>
          <a:noFill/>
        </p:spPr>
        <p:txBody>
          <a:bodyPr wrap="square" rtlCol="0">
            <a:spAutoFit/>
          </a:bodyPr>
          <a:lstStyle/>
          <a:p>
            <a:pPr algn="ctr"/>
            <a:r>
              <a:rPr lang="en-US" sz="900" dirty="0"/>
              <a:t>1679</a:t>
            </a:r>
          </a:p>
        </p:txBody>
      </p:sp>
      <p:sp>
        <p:nvSpPr>
          <p:cNvPr id="70" name="TextBox 69">
            <a:extLst>
              <a:ext uri="{FF2B5EF4-FFF2-40B4-BE49-F238E27FC236}">
                <a16:creationId xmlns:a16="http://schemas.microsoft.com/office/drawing/2014/main" id="{2AAE78AC-BE92-3DF2-857E-5B7CA63CC6CB}"/>
              </a:ext>
            </a:extLst>
          </p:cNvPr>
          <p:cNvSpPr txBox="1"/>
          <p:nvPr/>
        </p:nvSpPr>
        <p:spPr>
          <a:xfrm>
            <a:off x="5650090" y="2285497"/>
            <a:ext cx="570089" cy="230832"/>
          </a:xfrm>
          <a:prstGeom prst="rect">
            <a:avLst/>
          </a:prstGeom>
          <a:noFill/>
        </p:spPr>
        <p:txBody>
          <a:bodyPr wrap="square" rtlCol="0">
            <a:spAutoFit/>
          </a:bodyPr>
          <a:lstStyle/>
          <a:p>
            <a:pPr algn="ctr"/>
            <a:r>
              <a:rPr lang="en-US" sz="900" dirty="0"/>
              <a:t>23467</a:t>
            </a:r>
          </a:p>
        </p:txBody>
      </p:sp>
      <p:sp>
        <p:nvSpPr>
          <p:cNvPr id="71" name="TextBox 70">
            <a:extLst>
              <a:ext uri="{FF2B5EF4-FFF2-40B4-BE49-F238E27FC236}">
                <a16:creationId xmlns:a16="http://schemas.microsoft.com/office/drawing/2014/main" id="{EA8D4EFC-6705-4039-46C5-3CBC6DC80871}"/>
              </a:ext>
            </a:extLst>
          </p:cNvPr>
          <p:cNvSpPr txBox="1"/>
          <p:nvPr/>
        </p:nvSpPr>
        <p:spPr>
          <a:xfrm>
            <a:off x="5147734" y="2905709"/>
            <a:ext cx="570089" cy="230832"/>
          </a:xfrm>
          <a:prstGeom prst="rect">
            <a:avLst/>
          </a:prstGeom>
          <a:noFill/>
        </p:spPr>
        <p:txBody>
          <a:bodyPr wrap="square" rtlCol="0">
            <a:spAutoFit/>
          </a:bodyPr>
          <a:lstStyle/>
          <a:p>
            <a:pPr algn="ctr"/>
            <a:r>
              <a:rPr lang="en-US" sz="900" dirty="0"/>
              <a:t>125678</a:t>
            </a:r>
          </a:p>
        </p:txBody>
      </p:sp>
      <p:sp>
        <p:nvSpPr>
          <p:cNvPr id="72" name="TextBox 71">
            <a:extLst>
              <a:ext uri="{FF2B5EF4-FFF2-40B4-BE49-F238E27FC236}">
                <a16:creationId xmlns:a16="http://schemas.microsoft.com/office/drawing/2014/main" id="{C4334BD1-E931-098B-4AE4-E3A75C60812E}"/>
              </a:ext>
            </a:extLst>
          </p:cNvPr>
          <p:cNvSpPr txBox="1"/>
          <p:nvPr/>
        </p:nvSpPr>
        <p:spPr>
          <a:xfrm>
            <a:off x="4645378" y="3525921"/>
            <a:ext cx="570089" cy="230832"/>
          </a:xfrm>
          <a:prstGeom prst="rect">
            <a:avLst/>
          </a:prstGeom>
          <a:noFill/>
        </p:spPr>
        <p:txBody>
          <a:bodyPr wrap="square" rtlCol="0">
            <a:spAutoFit/>
          </a:bodyPr>
          <a:lstStyle/>
          <a:p>
            <a:pPr algn="ctr"/>
            <a:r>
              <a:rPr lang="en-US" sz="900" dirty="0"/>
              <a:t>268</a:t>
            </a:r>
          </a:p>
        </p:txBody>
      </p:sp>
      <p:sp>
        <p:nvSpPr>
          <p:cNvPr id="74" name="TextBox 73">
            <a:extLst>
              <a:ext uri="{FF2B5EF4-FFF2-40B4-BE49-F238E27FC236}">
                <a16:creationId xmlns:a16="http://schemas.microsoft.com/office/drawing/2014/main" id="{6BDD8793-4D96-F0A9-48A5-BD9E5E9DFB4C}"/>
              </a:ext>
            </a:extLst>
          </p:cNvPr>
          <p:cNvSpPr txBox="1"/>
          <p:nvPr/>
        </p:nvSpPr>
        <p:spPr>
          <a:xfrm>
            <a:off x="6152446" y="4527809"/>
            <a:ext cx="570089" cy="230832"/>
          </a:xfrm>
          <a:prstGeom prst="rect">
            <a:avLst/>
          </a:prstGeom>
          <a:noFill/>
        </p:spPr>
        <p:txBody>
          <a:bodyPr wrap="square" rtlCol="0">
            <a:spAutoFit/>
          </a:bodyPr>
          <a:lstStyle/>
          <a:p>
            <a:pPr algn="ctr"/>
            <a:r>
              <a:rPr lang="en-US" sz="900" dirty="0"/>
              <a:t>125678</a:t>
            </a:r>
          </a:p>
        </p:txBody>
      </p:sp>
      <p:sp>
        <p:nvSpPr>
          <p:cNvPr id="75" name="TextBox 74">
            <a:extLst>
              <a:ext uri="{FF2B5EF4-FFF2-40B4-BE49-F238E27FC236}">
                <a16:creationId xmlns:a16="http://schemas.microsoft.com/office/drawing/2014/main" id="{088E8FE0-8FCE-0E6C-0E9A-E40D6B43AF8E}"/>
              </a:ext>
            </a:extLst>
          </p:cNvPr>
          <p:cNvSpPr txBox="1"/>
          <p:nvPr/>
        </p:nvSpPr>
        <p:spPr>
          <a:xfrm>
            <a:off x="6654802" y="3788329"/>
            <a:ext cx="570089" cy="230832"/>
          </a:xfrm>
          <a:prstGeom prst="rect">
            <a:avLst/>
          </a:prstGeom>
          <a:noFill/>
        </p:spPr>
        <p:txBody>
          <a:bodyPr wrap="square" rtlCol="0">
            <a:spAutoFit/>
          </a:bodyPr>
          <a:lstStyle/>
          <a:p>
            <a:pPr algn="ctr"/>
            <a:r>
              <a:rPr lang="en-US" sz="900" dirty="0"/>
              <a:t>23467</a:t>
            </a:r>
          </a:p>
        </p:txBody>
      </p:sp>
      <p:sp>
        <p:nvSpPr>
          <p:cNvPr id="76" name="TextBox 75">
            <a:extLst>
              <a:ext uri="{FF2B5EF4-FFF2-40B4-BE49-F238E27FC236}">
                <a16:creationId xmlns:a16="http://schemas.microsoft.com/office/drawing/2014/main" id="{8F997CD5-EDDA-BAD8-BAE9-6707BEBA949B}"/>
              </a:ext>
            </a:extLst>
          </p:cNvPr>
          <p:cNvSpPr txBox="1"/>
          <p:nvPr/>
        </p:nvSpPr>
        <p:spPr>
          <a:xfrm>
            <a:off x="5650090" y="4527809"/>
            <a:ext cx="570089" cy="230832"/>
          </a:xfrm>
          <a:prstGeom prst="rect">
            <a:avLst/>
          </a:prstGeom>
          <a:noFill/>
        </p:spPr>
        <p:txBody>
          <a:bodyPr wrap="square" rtlCol="0">
            <a:spAutoFit/>
          </a:bodyPr>
          <a:lstStyle/>
          <a:p>
            <a:pPr algn="ctr"/>
            <a:r>
              <a:rPr lang="en-US" sz="900" dirty="0"/>
              <a:t>268</a:t>
            </a:r>
          </a:p>
        </p:txBody>
      </p:sp>
    </p:spTree>
    <p:extLst>
      <p:ext uri="{BB962C8B-B14F-4D97-AF65-F5344CB8AC3E}">
        <p14:creationId xmlns:p14="http://schemas.microsoft.com/office/powerpoint/2010/main" val="148055416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5CD1BA-AD75-9467-8675-6CB0076AB9AA}"/>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7BCCB710-788D-3C8A-BBE8-E7C0FC7C2DFF}"/>
              </a:ext>
            </a:extLst>
          </p:cNvPr>
          <p:cNvSpPr>
            <a:spLocks noGrp="1"/>
          </p:cNvSpPr>
          <p:nvPr>
            <p:ph sz="half" idx="1"/>
          </p:nvPr>
        </p:nvSpPr>
        <p:spPr/>
        <p:txBody>
          <a:bodyPr/>
          <a:lstStyle/>
          <a:p>
            <a:r>
              <a:rPr lang="en-US" dirty="0"/>
              <a:t>Continue.</a:t>
            </a:r>
          </a:p>
        </p:txBody>
      </p:sp>
      <p:pic>
        <p:nvPicPr>
          <p:cNvPr id="4" name="Picture 3" descr="A grid of sudoku puzzle&#10;&#10;Description automatically generated">
            <a:extLst>
              <a:ext uri="{FF2B5EF4-FFF2-40B4-BE49-F238E27FC236}">
                <a16:creationId xmlns:a16="http://schemas.microsoft.com/office/drawing/2014/main" id="{251EA110-2763-28C9-3213-4BF29552B3BC}"/>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8C3FE7A5-DE6E-2B08-770D-239A0FE026A3}"/>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B248E5FF-E39E-E767-A09D-6224F755643B}"/>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285C1192-2A71-3A09-9638-00977C0F186D}"/>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67649DE0-D951-DCC9-27FB-6914588B3518}"/>
              </a:ext>
            </a:extLst>
          </p:cNvPr>
          <p:cNvSpPr txBox="1"/>
          <p:nvPr/>
        </p:nvSpPr>
        <p:spPr>
          <a:xfrm>
            <a:off x="4715935" y="1224551"/>
            <a:ext cx="462845" cy="584775"/>
          </a:xfrm>
          <a:prstGeom prst="rect">
            <a:avLst/>
          </a:prstGeom>
          <a:solidFill>
            <a:srgbClr val="92D050">
              <a:alpha val="30000"/>
            </a:srgbClr>
          </a:solidFill>
        </p:spPr>
        <p:txBody>
          <a:bodyPr wrap="square" rtlCol="0">
            <a:spAutoFit/>
          </a:bodyPr>
          <a:lstStyle/>
          <a:p>
            <a:pPr algn="ctr"/>
            <a:endParaRPr lang="en-US" sz="3200" dirty="0"/>
          </a:p>
        </p:txBody>
      </p:sp>
      <p:sp>
        <p:nvSpPr>
          <p:cNvPr id="8" name="TextBox 7">
            <a:extLst>
              <a:ext uri="{FF2B5EF4-FFF2-40B4-BE49-F238E27FC236}">
                <a16:creationId xmlns:a16="http://schemas.microsoft.com/office/drawing/2014/main" id="{8FD73012-E370-4106-E11A-A1F25624DE3D}"/>
              </a:ext>
            </a:extLst>
          </p:cNvPr>
          <p:cNvSpPr txBox="1"/>
          <p:nvPr/>
        </p:nvSpPr>
        <p:spPr>
          <a:xfrm>
            <a:off x="6214537" y="122455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9" name="TextBox 8">
            <a:extLst>
              <a:ext uri="{FF2B5EF4-FFF2-40B4-BE49-F238E27FC236}">
                <a16:creationId xmlns:a16="http://schemas.microsoft.com/office/drawing/2014/main" id="{305E150F-3075-9AE6-B16C-C1335E87CD7C}"/>
              </a:ext>
            </a:extLst>
          </p:cNvPr>
          <p:cNvSpPr txBox="1"/>
          <p:nvPr/>
        </p:nvSpPr>
        <p:spPr>
          <a:xfrm>
            <a:off x="6714071" y="1224551"/>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10" name="TextBox 9">
            <a:extLst>
              <a:ext uri="{FF2B5EF4-FFF2-40B4-BE49-F238E27FC236}">
                <a16:creationId xmlns:a16="http://schemas.microsoft.com/office/drawing/2014/main" id="{4D9A21AD-A869-88AA-B0AA-270D6F1AF2DC}"/>
              </a:ext>
            </a:extLst>
          </p:cNvPr>
          <p:cNvSpPr txBox="1"/>
          <p:nvPr/>
        </p:nvSpPr>
        <p:spPr>
          <a:xfrm>
            <a:off x="7213604" y="122455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11" name="TextBox 10">
            <a:extLst>
              <a:ext uri="{FF2B5EF4-FFF2-40B4-BE49-F238E27FC236}">
                <a16:creationId xmlns:a16="http://schemas.microsoft.com/office/drawing/2014/main" id="{EF34687F-6284-A9AB-C739-BC5C3C061915}"/>
              </a:ext>
            </a:extLst>
          </p:cNvPr>
          <p:cNvSpPr txBox="1"/>
          <p:nvPr/>
        </p:nvSpPr>
        <p:spPr>
          <a:xfrm>
            <a:off x="6714071" y="721216"/>
            <a:ext cx="462845" cy="584775"/>
          </a:xfrm>
          <a:prstGeom prst="rect">
            <a:avLst/>
          </a:prstGeom>
          <a:solidFill>
            <a:srgbClr val="92D050">
              <a:alpha val="30000"/>
            </a:srgbClr>
          </a:solidFill>
        </p:spPr>
        <p:txBody>
          <a:bodyPr wrap="square" rtlCol="0">
            <a:spAutoFit/>
          </a:bodyPr>
          <a:lstStyle/>
          <a:p>
            <a:pPr algn="ctr"/>
            <a:endParaRPr lang="en-US" sz="3200" dirty="0"/>
          </a:p>
        </p:txBody>
      </p:sp>
      <p:sp>
        <p:nvSpPr>
          <p:cNvPr id="12" name="TextBox 11">
            <a:extLst>
              <a:ext uri="{FF2B5EF4-FFF2-40B4-BE49-F238E27FC236}">
                <a16:creationId xmlns:a16="http://schemas.microsoft.com/office/drawing/2014/main" id="{28BA98DE-9DD4-3891-D110-5753763EB9C3}"/>
              </a:ext>
            </a:extLst>
          </p:cNvPr>
          <p:cNvSpPr txBox="1"/>
          <p:nvPr/>
        </p:nvSpPr>
        <p:spPr>
          <a:xfrm>
            <a:off x="7213604" y="721216"/>
            <a:ext cx="462845" cy="584775"/>
          </a:xfrm>
          <a:prstGeom prst="rect">
            <a:avLst/>
          </a:prstGeom>
          <a:solidFill>
            <a:srgbClr val="FF0000">
              <a:alpha val="30000"/>
            </a:srgbClr>
          </a:solidFill>
        </p:spPr>
        <p:txBody>
          <a:bodyPr wrap="square" rtlCol="0">
            <a:spAutoFit/>
          </a:bodyPr>
          <a:lstStyle/>
          <a:p>
            <a:pPr algn="ctr"/>
            <a:r>
              <a:rPr lang="en-US" sz="3200" dirty="0"/>
              <a:t>3</a:t>
            </a:r>
          </a:p>
        </p:txBody>
      </p:sp>
      <p:sp>
        <p:nvSpPr>
          <p:cNvPr id="13" name="TextBox 12">
            <a:extLst>
              <a:ext uri="{FF2B5EF4-FFF2-40B4-BE49-F238E27FC236}">
                <a16:creationId xmlns:a16="http://schemas.microsoft.com/office/drawing/2014/main" id="{E4EAE4B1-8E58-B54E-FCD1-C69EA082BBCC}"/>
              </a:ext>
            </a:extLst>
          </p:cNvPr>
          <p:cNvSpPr txBox="1"/>
          <p:nvPr/>
        </p:nvSpPr>
        <p:spPr>
          <a:xfrm>
            <a:off x="4216401" y="1727886"/>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14" name="TextBox 13">
            <a:extLst>
              <a:ext uri="{FF2B5EF4-FFF2-40B4-BE49-F238E27FC236}">
                <a16:creationId xmlns:a16="http://schemas.microsoft.com/office/drawing/2014/main" id="{693DBA72-CAF2-9543-8AC9-61D6E5BCE756}"/>
              </a:ext>
            </a:extLst>
          </p:cNvPr>
          <p:cNvSpPr txBox="1"/>
          <p:nvPr/>
        </p:nvSpPr>
        <p:spPr>
          <a:xfrm>
            <a:off x="5215469" y="1727886"/>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15" name="TextBox 14">
            <a:extLst>
              <a:ext uri="{FF2B5EF4-FFF2-40B4-BE49-F238E27FC236}">
                <a16:creationId xmlns:a16="http://schemas.microsoft.com/office/drawing/2014/main" id="{08251A06-D88A-6C6E-B32B-209DCDC5EE7E}"/>
              </a:ext>
            </a:extLst>
          </p:cNvPr>
          <p:cNvSpPr txBox="1"/>
          <p:nvPr/>
        </p:nvSpPr>
        <p:spPr>
          <a:xfrm>
            <a:off x="6214537" y="1727886"/>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16" name="TextBox 15">
            <a:extLst>
              <a:ext uri="{FF2B5EF4-FFF2-40B4-BE49-F238E27FC236}">
                <a16:creationId xmlns:a16="http://schemas.microsoft.com/office/drawing/2014/main" id="{85DBAE5C-5BDC-0792-7017-6263AF72ED80}"/>
              </a:ext>
            </a:extLst>
          </p:cNvPr>
          <p:cNvSpPr txBox="1"/>
          <p:nvPr/>
        </p:nvSpPr>
        <p:spPr>
          <a:xfrm>
            <a:off x="6714071" y="172788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17" name="TextBox 16">
            <a:extLst>
              <a:ext uri="{FF2B5EF4-FFF2-40B4-BE49-F238E27FC236}">
                <a16:creationId xmlns:a16="http://schemas.microsoft.com/office/drawing/2014/main" id="{CF922EE5-2F5B-DBDA-F499-BE1C69AB0E76}"/>
              </a:ext>
            </a:extLst>
          </p:cNvPr>
          <p:cNvSpPr txBox="1"/>
          <p:nvPr/>
        </p:nvSpPr>
        <p:spPr>
          <a:xfrm>
            <a:off x="3716867" y="223122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18" name="TextBox 17">
            <a:extLst>
              <a:ext uri="{FF2B5EF4-FFF2-40B4-BE49-F238E27FC236}">
                <a16:creationId xmlns:a16="http://schemas.microsoft.com/office/drawing/2014/main" id="{940528A8-FA1D-229F-3A5F-805E9A8DBA19}"/>
              </a:ext>
            </a:extLst>
          </p:cNvPr>
          <p:cNvSpPr txBox="1"/>
          <p:nvPr/>
        </p:nvSpPr>
        <p:spPr>
          <a:xfrm>
            <a:off x="5215469" y="2231221"/>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19" name="TextBox 18">
            <a:extLst>
              <a:ext uri="{FF2B5EF4-FFF2-40B4-BE49-F238E27FC236}">
                <a16:creationId xmlns:a16="http://schemas.microsoft.com/office/drawing/2014/main" id="{47B9C7C0-9F35-352F-344C-1CA9AEF81D9D}"/>
              </a:ext>
            </a:extLst>
          </p:cNvPr>
          <p:cNvSpPr txBox="1"/>
          <p:nvPr/>
        </p:nvSpPr>
        <p:spPr>
          <a:xfrm>
            <a:off x="5715003" y="2231221"/>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20" name="TextBox 19">
            <a:extLst>
              <a:ext uri="{FF2B5EF4-FFF2-40B4-BE49-F238E27FC236}">
                <a16:creationId xmlns:a16="http://schemas.microsoft.com/office/drawing/2014/main" id="{56038186-7F42-A7B9-17C9-58DC8242966C}"/>
              </a:ext>
            </a:extLst>
          </p:cNvPr>
          <p:cNvSpPr txBox="1"/>
          <p:nvPr/>
        </p:nvSpPr>
        <p:spPr>
          <a:xfrm>
            <a:off x="6214537" y="223122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21" name="TextBox 20">
            <a:extLst>
              <a:ext uri="{FF2B5EF4-FFF2-40B4-BE49-F238E27FC236}">
                <a16:creationId xmlns:a16="http://schemas.microsoft.com/office/drawing/2014/main" id="{130131E9-9E74-5259-DFC2-1984391AEA00}"/>
              </a:ext>
            </a:extLst>
          </p:cNvPr>
          <p:cNvSpPr txBox="1"/>
          <p:nvPr/>
        </p:nvSpPr>
        <p:spPr>
          <a:xfrm>
            <a:off x="6714071" y="223122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2" name="TextBox 21">
            <a:extLst>
              <a:ext uri="{FF2B5EF4-FFF2-40B4-BE49-F238E27FC236}">
                <a16:creationId xmlns:a16="http://schemas.microsoft.com/office/drawing/2014/main" id="{30257C3E-A8DB-92E2-EDB3-A6F6C59A1F2B}"/>
              </a:ext>
            </a:extLst>
          </p:cNvPr>
          <p:cNvSpPr txBox="1"/>
          <p:nvPr/>
        </p:nvSpPr>
        <p:spPr>
          <a:xfrm>
            <a:off x="4216401" y="2734556"/>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23" name="TextBox 22">
            <a:extLst>
              <a:ext uri="{FF2B5EF4-FFF2-40B4-BE49-F238E27FC236}">
                <a16:creationId xmlns:a16="http://schemas.microsoft.com/office/drawing/2014/main" id="{066393A2-61FD-D997-DE3B-596C03C2D2FB}"/>
              </a:ext>
            </a:extLst>
          </p:cNvPr>
          <p:cNvSpPr txBox="1"/>
          <p:nvPr/>
        </p:nvSpPr>
        <p:spPr>
          <a:xfrm>
            <a:off x="5215469" y="2734556"/>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4" name="TextBox 23">
            <a:extLst>
              <a:ext uri="{FF2B5EF4-FFF2-40B4-BE49-F238E27FC236}">
                <a16:creationId xmlns:a16="http://schemas.microsoft.com/office/drawing/2014/main" id="{C4F09AC5-487F-D65E-A6F1-B5B9CEE067E2}"/>
              </a:ext>
            </a:extLst>
          </p:cNvPr>
          <p:cNvSpPr txBox="1"/>
          <p:nvPr/>
        </p:nvSpPr>
        <p:spPr>
          <a:xfrm>
            <a:off x="6714071" y="2734556"/>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25" name="TextBox 24">
            <a:extLst>
              <a:ext uri="{FF2B5EF4-FFF2-40B4-BE49-F238E27FC236}">
                <a16:creationId xmlns:a16="http://schemas.microsoft.com/office/drawing/2014/main" id="{037DE3B7-6E0E-4DE0-9AC7-669475C0C94D}"/>
              </a:ext>
            </a:extLst>
          </p:cNvPr>
          <p:cNvSpPr txBox="1"/>
          <p:nvPr/>
        </p:nvSpPr>
        <p:spPr>
          <a:xfrm>
            <a:off x="3716867" y="323789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6" name="TextBox 25">
            <a:extLst>
              <a:ext uri="{FF2B5EF4-FFF2-40B4-BE49-F238E27FC236}">
                <a16:creationId xmlns:a16="http://schemas.microsoft.com/office/drawing/2014/main" id="{579E949B-92C9-00BB-5C7B-5F2DA5867E64}"/>
              </a:ext>
            </a:extLst>
          </p:cNvPr>
          <p:cNvSpPr txBox="1"/>
          <p:nvPr/>
        </p:nvSpPr>
        <p:spPr>
          <a:xfrm>
            <a:off x="4715935" y="323789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27" name="TextBox 26">
            <a:extLst>
              <a:ext uri="{FF2B5EF4-FFF2-40B4-BE49-F238E27FC236}">
                <a16:creationId xmlns:a16="http://schemas.microsoft.com/office/drawing/2014/main" id="{2B9E2A6F-5BFB-DCB6-1181-D4989830D9A2}"/>
              </a:ext>
            </a:extLst>
          </p:cNvPr>
          <p:cNvSpPr txBox="1"/>
          <p:nvPr/>
        </p:nvSpPr>
        <p:spPr>
          <a:xfrm>
            <a:off x="5215469" y="323789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28" name="TextBox 27">
            <a:extLst>
              <a:ext uri="{FF2B5EF4-FFF2-40B4-BE49-F238E27FC236}">
                <a16:creationId xmlns:a16="http://schemas.microsoft.com/office/drawing/2014/main" id="{3B81CA39-49B0-A155-CB2B-FE7EF405CCC0}"/>
              </a:ext>
            </a:extLst>
          </p:cNvPr>
          <p:cNvSpPr txBox="1"/>
          <p:nvPr/>
        </p:nvSpPr>
        <p:spPr>
          <a:xfrm>
            <a:off x="7213604" y="3237891"/>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29" name="TextBox 28">
            <a:extLst>
              <a:ext uri="{FF2B5EF4-FFF2-40B4-BE49-F238E27FC236}">
                <a16:creationId xmlns:a16="http://schemas.microsoft.com/office/drawing/2014/main" id="{529E13FF-1D3F-EA2B-2C05-1E5D9211444C}"/>
              </a:ext>
            </a:extLst>
          </p:cNvPr>
          <p:cNvSpPr txBox="1"/>
          <p:nvPr/>
        </p:nvSpPr>
        <p:spPr>
          <a:xfrm>
            <a:off x="3217333" y="3741226"/>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30" name="TextBox 29">
            <a:extLst>
              <a:ext uri="{FF2B5EF4-FFF2-40B4-BE49-F238E27FC236}">
                <a16:creationId xmlns:a16="http://schemas.microsoft.com/office/drawing/2014/main" id="{F7070B22-545F-FBF4-8CA9-02FFE77466D0}"/>
              </a:ext>
            </a:extLst>
          </p:cNvPr>
          <p:cNvSpPr txBox="1"/>
          <p:nvPr/>
        </p:nvSpPr>
        <p:spPr>
          <a:xfrm>
            <a:off x="3716867" y="374122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31" name="TextBox 30">
            <a:extLst>
              <a:ext uri="{FF2B5EF4-FFF2-40B4-BE49-F238E27FC236}">
                <a16:creationId xmlns:a16="http://schemas.microsoft.com/office/drawing/2014/main" id="{2C01F484-99E5-173D-D74C-04E72452BA70}"/>
              </a:ext>
            </a:extLst>
          </p:cNvPr>
          <p:cNvSpPr txBox="1"/>
          <p:nvPr/>
        </p:nvSpPr>
        <p:spPr>
          <a:xfrm>
            <a:off x="5715003" y="3741226"/>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32" name="TextBox 31">
            <a:extLst>
              <a:ext uri="{FF2B5EF4-FFF2-40B4-BE49-F238E27FC236}">
                <a16:creationId xmlns:a16="http://schemas.microsoft.com/office/drawing/2014/main" id="{44CAD602-FBA5-6E2D-A322-E17252020043}"/>
              </a:ext>
            </a:extLst>
          </p:cNvPr>
          <p:cNvSpPr txBox="1"/>
          <p:nvPr/>
        </p:nvSpPr>
        <p:spPr>
          <a:xfrm>
            <a:off x="6214537" y="3741226"/>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33" name="TextBox 32">
            <a:extLst>
              <a:ext uri="{FF2B5EF4-FFF2-40B4-BE49-F238E27FC236}">
                <a16:creationId xmlns:a16="http://schemas.microsoft.com/office/drawing/2014/main" id="{749194B5-D0D0-49FC-BD91-C50A19259FEF}"/>
              </a:ext>
            </a:extLst>
          </p:cNvPr>
          <p:cNvSpPr txBox="1"/>
          <p:nvPr/>
        </p:nvSpPr>
        <p:spPr>
          <a:xfrm>
            <a:off x="6714071" y="374122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34" name="TextBox 33">
            <a:extLst>
              <a:ext uri="{FF2B5EF4-FFF2-40B4-BE49-F238E27FC236}">
                <a16:creationId xmlns:a16="http://schemas.microsoft.com/office/drawing/2014/main" id="{CC586AC5-6C24-6EF7-08CB-19BA36C6A493}"/>
              </a:ext>
            </a:extLst>
          </p:cNvPr>
          <p:cNvSpPr txBox="1"/>
          <p:nvPr/>
        </p:nvSpPr>
        <p:spPr>
          <a:xfrm>
            <a:off x="7213604" y="3741226"/>
            <a:ext cx="462845" cy="584775"/>
          </a:xfrm>
          <a:prstGeom prst="rect">
            <a:avLst/>
          </a:prstGeom>
          <a:solidFill>
            <a:srgbClr val="92D050">
              <a:alpha val="30000"/>
            </a:srgbClr>
          </a:solidFill>
        </p:spPr>
        <p:txBody>
          <a:bodyPr wrap="square" rtlCol="0">
            <a:spAutoFit/>
          </a:bodyPr>
          <a:lstStyle/>
          <a:p>
            <a:pPr algn="ctr"/>
            <a:endParaRPr lang="en-US" sz="3200" dirty="0"/>
          </a:p>
        </p:txBody>
      </p:sp>
      <p:sp>
        <p:nvSpPr>
          <p:cNvPr id="35" name="TextBox 34">
            <a:extLst>
              <a:ext uri="{FF2B5EF4-FFF2-40B4-BE49-F238E27FC236}">
                <a16:creationId xmlns:a16="http://schemas.microsoft.com/office/drawing/2014/main" id="{57546962-F41D-C6EA-D7AC-8F5F9C1DB26F}"/>
              </a:ext>
            </a:extLst>
          </p:cNvPr>
          <p:cNvSpPr txBox="1"/>
          <p:nvPr/>
        </p:nvSpPr>
        <p:spPr>
          <a:xfrm>
            <a:off x="3217333" y="424456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36" name="TextBox 35">
            <a:extLst>
              <a:ext uri="{FF2B5EF4-FFF2-40B4-BE49-F238E27FC236}">
                <a16:creationId xmlns:a16="http://schemas.microsoft.com/office/drawing/2014/main" id="{53BD7437-1487-A353-697F-1FD6CB406521}"/>
              </a:ext>
            </a:extLst>
          </p:cNvPr>
          <p:cNvSpPr txBox="1"/>
          <p:nvPr/>
        </p:nvSpPr>
        <p:spPr>
          <a:xfrm>
            <a:off x="4216401" y="4244561"/>
            <a:ext cx="462845" cy="584775"/>
          </a:xfrm>
          <a:prstGeom prst="rect">
            <a:avLst/>
          </a:prstGeom>
          <a:solidFill>
            <a:srgbClr val="FF0000">
              <a:alpha val="30000"/>
            </a:srgbClr>
          </a:solidFill>
        </p:spPr>
        <p:txBody>
          <a:bodyPr wrap="square" rtlCol="0">
            <a:spAutoFit/>
          </a:bodyPr>
          <a:lstStyle/>
          <a:p>
            <a:pPr algn="ctr"/>
            <a:r>
              <a:rPr lang="en-US" sz="3200" dirty="0"/>
              <a:t>3</a:t>
            </a:r>
          </a:p>
        </p:txBody>
      </p:sp>
      <p:sp>
        <p:nvSpPr>
          <p:cNvPr id="37" name="TextBox 36">
            <a:extLst>
              <a:ext uri="{FF2B5EF4-FFF2-40B4-BE49-F238E27FC236}">
                <a16:creationId xmlns:a16="http://schemas.microsoft.com/office/drawing/2014/main" id="{388B98F1-A220-7EC9-3BA7-3DAC115DD3C6}"/>
              </a:ext>
            </a:extLst>
          </p:cNvPr>
          <p:cNvSpPr txBox="1"/>
          <p:nvPr/>
        </p:nvSpPr>
        <p:spPr>
          <a:xfrm>
            <a:off x="5715003" y="424456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38" name="TextBox 37">
            <a:extLst>
              <a:ext uri="{FF2B5EF4-FFF2-40B4-BE49-F238E27FC236}">
                <a16:creationId xmlns:a16="http://schemas.microsoft.com/office/drawing/2014/main" id="{137A3443-1005-A03D-06D9-57600A6618D5}"/>
              </a:ext>
            </a:extLst>
          </p:cNvPr>
          <p:cNvSpPr txBox="1"/>
          <p:nvPr/>
        </p:nvSpPr>
        <p:spPr>
          <a:xfrm>
            <a:off x="6214537" y="424456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39" name="TextBox 38">
            <a:extLst>
              <a:ext uri="{FF2B5EF4-FFF2-40B4-BE49-F238E27FC236}">
                <a16:creationId xmlns:a16="http://schemas.microsoft.com/office/drawing/2014/main" id="{B65849AA-B8A6-27E6-D883-05535AA33CCE}"/>
              </a:ext>
            </a:extLst>
          </p:cNvPr>
          <p:cNvSpPr txBox="1"/>
          <p:nvPr/>
        </p:nvSpPr>
        <p:spPr>
          <a:xfrm>
            <a:off x="6714071" y="4244561"/>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40" name="TextBox 39">
            <a:extLst>
              <a:ext uri="{FF2B5EF4-FFF2-40B4-BE49-F238E27FC236}">
                <a16:creationId xmlns:a16="http://schemas.microsoft.com/office/drawing/2014/main" id="{10602C07-B111-8B42-68DC-140D8F58B08D}"/>
              </a:ext>
            </a:extLst>
          </p:cNvPr>
          <p:cNvSpPr txBox="1"/>
          <p:nvPr/>
        </p:nvSpPr>
        <p:spPr>
          <a:xfrm>
            <a:off x="7213604" y="424456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41" name="TextBox 40">
            <a:extLst>
              <a:ext uri="{FF2B5EF4-FFF2-40B4-BE49-F238E27FC236}">
                <a16:creationId xmlns:a16="http://schemas.microsoft.com/office/drawing/2014/main" id="{C827A273-9806-A6E2-1B2E-6E743E8DEDF2}"/>
              </a:ext>
            </a:extLst>
          </p:cNvPr>
          <p:cNvSpPr txBox="1"/>
          <p:nvPr/>
        </p:nvSpPr>
        <p:spPr>
          <a:xfrm>
            <a:off x="3217333" y="4747898"/>
            <a:ext cx="462845" cy="584775"/>
          </a:xfrm>
          <a:prstGeom prst="rect">
            <a:avLst/>
          </a:prstGeom>
          <a:solidFill>
            <a:srgbClr val="92D050">
              <a:alpha val="30000"/>
            </a:srgbClr>
          </a:solidFill>
        </p:spPr>
        <p:txBody>
          <a:bodyPr wrap="square" rtlCol="0">
            <a:spAutoFit/>
          </a:bodyPr>
          <a:lstStyle/>
          <a:p>
            <a:pPr algn="ctr"/>
            <a:endParaRPr lang="en-US" sz="3200" dirty="0"/>
          </a:p>
        </p:txBody>
      </p:sp>
      <p:sp>
        <p:nvSpPr>
          <p:cNvPr id="42" name="TextBox 41">
            <a:extLst>
              <a:ext uri="{FF2B5EF4-FFF2-40B4-BE49-F238E27FC236}">
                <a16:creationId xmlns:a16="http://schemas.microsoft.com/office/drawing/2014/main" id="{5D721751-88A2-7930-11AB-B48C37C084D8}"/>
              </a:ext>
            </a:extLst>
          </p:cNvPr>
          <p:cNvSpPr txBox="1"/>
          <p:nvPr/>
        </p:nvSpPr>
        <p:spPr>
          <a:xfrm>
            <a:off x="3716867" y="4747898"/>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43" name="TextBox 42">
            <a:extLst>
              <a:ext uri="{FF2B5EF4-FFF2-40B4-BE49-F238E27FC236}">
                <a16:creationId xmlns:a16="http://schemas.microsoft.com/office/drawing/2014/main" id="{F419EC90-EC2F-CFFB-9199-20271636E33A}"/>
              </a:ext>
            </a:extLst>
          </p:cNvPr>
          <p:cNvSpPr txBox="1"/>
          <p:nvPr/>
        </p:nvSpPr>
        <p:spPr>
          <a:xfrm>
            <a:off x="4216401" y="4747898"/>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44" name="TextBox 43">
            <a:extLst>
              <a:ext uri="{FF2B5EF4-FFF2-40B4-BE49-F238E27FC236}">
                <a16:creationId xmlns:a16="http://schemas.microsoft.com/office/drawing/2014/main" id="{0F8DFFCA-5394-D247-2A0E-4D839E7C2672}"/>
              </a:ext>
            </a:extLst>
          </p:cNvPr>
          <p:cNvSpPr txBox="1"/>
          <p:nvPr/>
        </p:nvSpPr>
        <p:spPr>
          <a:xfrm>
            <a:off x="7157158" y="1522145"/>
            <a:ext cx="570089" cy="230832"/>
          </a:xfrm>
          <a:prstGeom prst="rect">
            <a:avLst/>
          </a:prstGeom>
          <a:noFill/>
        </p:spPr>
        <p:txBody>
          <a:bodyPr wrap="square" rtlCol="0">
            <a:spAutoFit/>
          </a:bodyPr>
          <a:lstStyle/>
          <a:p>
            <a:pPr algn="ctr"/>
            <a:r>
              <a:rPr lang="en-US" sz="900" dirty="0"/>
              <a:t>457</a:t>
            </a:r>
          </a:p>
        </p:txBody>
      </p:sp>
      <p:sp>
        <p:nvSpPr>
          <p:cNvPr id="45" name="TextBox 44">
            <a:extLst>
              <a:ext uri="{FF2B5EF4-FFF2-40B4-BE49-F238E27FC236}">
                <a16:creationId xmlns:a16="http://schemas.microsoft.com/office/drawing/2014/main" id="{B162478C-962D-53DD-CB98-2A5185960F6D}"/>
              </a:ext>
            </a:extLst>
          </p:cNvPr>
          <p:cNvSpPr txBox="1"/>
          <p:nvPr/>
        </p:nvSpPr>
        <p:spPr>
          <a:xfrm>
            <a:off x="4143022" y="5028752"/>
            <a:ext cx="570089" cy="230832"/>
          </a:xfrm>
          <a:prstGeom prst="rect">
            <a:avLst/>
          </a:prstGeom>
          <a:noFill/>
        </p:spPr>
        <p:txBody>
          <a:bodyPr wrap="square" rtlCol="0">
            <a:spAutoFit/>
          </a:bodyPr>
          <a:lstStyle/>
          <a:p>
            <a:pPr algn="ctr"/>
            <a:r>
              <a:rPr lang="en-US" sz="900" dirty="0"/>
              <a:t>457</a:t>
            </a:r>
          </a:p>
        </p:txBody>
      </p:sp>
      <p:sp>
        <p:nvSpPr>
          <p:cNvPr id="46" name="TextBox 45">
            <a:extLst>
              <a:ext uri="{FF2B5EF4-FFF2-40B4-BE49-F238E27FC236}">
                <a16:creationId xmlns:a16="http://schemas.microsoft.com/office/drawing/2014/main" id="{B6CC39C6-B314-4981-434C-E3FED920B440}"/>
              </a:ext>
            </a:extLst>
          </p:cNvPr>
          <p:cNvSpPr txBox="1"/>
          <p:nvPr/>
        </p:nvSpPr>
        <p:spPr>
          <a:xfrm>
            <a:off x="6654802" y="1522145"/>
            <a:ext cx="570089" cy="230832"/>
          </a:xfrm>
          <a:prstGeom prst="rect">
            <a:avLst/>
          </a:prstGeom>
          <a:noFill/>
        </p:spPr>
        <p:txBody>
          <a:bodyPr wrap="square" rtlCol="0">
            <a:spAutoFit/>
          </a:bodyPr>
          <a:lstStyle/>
          <a:p>
            <a:pPr algn="ctr"/>
            <a:r>
              <a:rPr lang="en-US" sz="900" dirty="0"/>
              <a:t>456789</a:t>
            </a:r>
          </a:p>
        </p:txBody>
      </p:sp>
      <p:sp>
        <p:nvSpPr>
          <p:cNvPr id="47" name="TextBox 46">
            <a:extLst>
              <a:ext uri="{FF2B5EF4-FFF2-40B4-BE49-F238E27FC236}">
                <a16:creationId xmlns:a16="http://schemas.microsoft.com/office/drawing/2014/main" id="{BF108DEC-42D6-F770-B163-0092F69782DE}"/>
              </a:ext>
            </a:extLst>
          </p:cNvPr>
          <p:cNvSpPr txBox="1"/>
          <p:nvPr/>
        </p:nvSpPr>
        <p:spPr>
          <a:xfrm>
            <a:off x="3640666" y="5028752"/>
            <a:ext cx="570089" cy="230832"/>
          </a:xfrm>
          <a:prstGeom prst="rect">
            <a:avLst/>
          </a:prstGeom>
          <a:noFill/>
        </p:spPr>
        <p:txBody>
          <a:bodyPr wrap="square" rtlCol="0">
            <a:spAutoFit/>
          </a:bodyPr>
          <a:lstStyle/>
          <a:p>
            <a:pPr algn="ctr"/>
            <a:r>
              <a:rPr lang="en-US" sz="900" dirty="0"/>
              <a:t>456789</a:t>
            </a:r>
          </a:p>
        </p:txBody>
      </p:sp>
      <p:sp>
        <p:nvSpPr>
          <p:cNvPr id="48" name="TextBox 47">
            <a:extLst>
              <a:ext uri="{FF2B5EF4-FFF2-40B4-BE49-F238E27FC236}">
                <a16:creationId xmlns:a16="http://schemas.microsoft.com/office/drawing/2014/main" id="{0F31C504-B229-89AA-72F6-3679F68F3C84}"/>
              </a:ext>
            </a:extLst>
          </p:cNvPr>
          <p:cNvSpPr txBox="1"/>
          <p:nvPr/>
        </p:nvSpPr>
        <p:spPr>
          <a:xfrm>
            <a:off x="6654802" y="772726"/>
            <a:ext cx="570089" cy="230832"/>
          </a:xfrm>
          <a:prstGeom prst="rect">
            <a:avLst/>
          </a:prstGeom>
          <a:noFill/>
        </p:spPr>
        <p:txBody>
          <a:bodyPr wrap="square" rtlCol="0">
            <a:spAutoFit/>
          </a:bodyPr>
          <a:lstStyle/>
          <a:p>
            <a:pPr algn="ctr"/>
            <a:r>
              <a:rPr lang="en-US" sz="900" dirty="0"/>
              <a:t>489</a:t>
            </a:r>
          </a:p>
        </p:txBody>
      </p:sp>
      <p:sp>
        <p:nvSpPr>
          <p:cNvPr id="49" name="TextBox 48">
            <a:extLst>
              <a:ext uri="{FF2B5EF4-FFF2-40B4-BE49-F238E27FC236}">
                <a16:creationId xmlns:a16="http://schemas.microsoft.com/office/drawing/2014/main" id="{FAD1C67F-97B6-3913-F6B8-9EB05E01AC77}"/>
              </a:ext>
            </a:extLst>
          </p:cNvPr>
          <p:cNvSpPr txBox="1"/>
          <p:nvPr/>
        </p:nvSpPr>
        <p:spPr>
          <a:xfrm>
            <a:off x="3138310" y="5028752"/>
            <a:ext cx="570089" cy="230832"/>
          </a:xfrm>
          <a:prstGeom prst="rect">
            <a:avLst/>
          </a:prstGeom>
          <a:noFill/>
        </p:spPr>
        <p:txBody>
          <a:bodyPr wrap="square" rtlCol="0">
            <a:spAutoFit/>
          </a:bodyPr>
          <a:lstStyle/>
          <a:p>
            <a:pPr algn="ctr"/>
            <a:r>
              <a:rPr lang="en-US" sz="900" dirty="0"/>
              <a:t>489</a:t>
            </a:r>
          </a:p>
        </p:txBody>
      </p:sp>
      <p:sp>
        <p:nvSpPr>
          <p:cNvPr id="50" name="TextBox 49">
            <a:extLst>
              <a:ext uri="{FF2B5EF4-FFF2-40B4-BE49-F238E27FC236}">
                <a16:creationId xmlns:a16="http://schemas.microsoft.com/office/drawing/2014/main" id="{4BF599C9-3C7F-B232-3210-8250DC6EA395}"/>
              </a:ext>
            </a:extLst>
          </p:cNvPr>
          <p:cNvSpPr txBox="1"/>
          <p:nvPr/>
        </p:nvSpPr>
        <p:spPr>
          <a:xfrm>
            <a:off x="6152446" y="1402877"/>
            <a:ext cx="570089" cy="230832"/>
          </a:xfrm>
          <a:prstGeom prst="rect">
            <a:avLst/>
          </a:prstGeom>
          <a:noFill/>
        </p:spPr>
        <p:txBody>
          <a:bodyPr wrap="square" rtlCol="0">
            <a:spAutoFit/>
          </a:bodyPr>
          <a:lstStyle/>
          <a:p>
            <a:pPr algn="ctr"/>
            <a:r>
              <a:rPr lang="en-US" sz="900" dirty="0"/>
              <a:t>56789</a:t>
            </a:r>
          </a:p>
        </p:txBody>
      </p:sp>
      <p:sp>
        <p:nvSpPr>
          <p:cNvPr id="51" name="TextBox 50">
            <a:extLst>
              <a:ext uri="{FF2B5EF4-FFF2-40B4-BE49-F238E27FC236}">
                <a16:creationId xmlns:a16="http://schemas.microsoft.com/office/drawing/2014/main" id="{3A023489-9D5F-E3DC-1CD6-DA38981BAB32}"/>
              </a:ext>
            </a:extLst>
          </p:cNvPr>
          <p:cNvSpPr txBox="1"/>
          <p:nvPr/>
        </p:nvSpPr>
        <p:spPr>
          <a:xfrm>
            <a:off x="3138310" y="4408541"/>
            <a:ext cx="570089" cy="230832"/>
          </a:xfrm>
          <a:prstGeom prst="rect">
            <a:avLst/>
          </a:prstGeom>
          <a:noFill/>
        </p:spPr>
        <p:txBody>
          <a:bodyPr wrap="square" rtlCol="0">
            <a:spAutoFit/>
          </a:bodyPr>
          <a:lstStyle/>
          <a:p>
            <a:pPr algn="ctr"/>
            <a:r>
              <a:rPr lang="en-US" sz="900" dirty="0"/>
              <a:t>56789</a:t>
            </a:r>
          </a:p>
        </p:txBody>
      </p:sp>
      <p:sp>
        <p:nvSpPr>
          <p:cNvPr id="52" name="TextBox 51">
            <a:extLst>
              <a:ext uri="{FF2B5EF4-FFF2-40B4-BE49-F238E27FC236}">
                <a16:creationId xmlns:a16="http://schemas.microsoft.com/office/drawing/2014/main" id="{A912F9A9-00E7-7CB1-0016-A59C15B4BA35}"/>
              </a:ext>
            </a:extLst>
          </p:cNvPr>
          <p:cNvSpPr txBox="1"/>
          <p:nvPr/>
        </p:nvSpPr>
        <p:spPr>
          <a:xfrm>
            <a:off x="3640666" y="3406653"/>
            <a:ext cx="570089" cy="230832"/>
          </a:xfrm>
          <a:prstGeom prst="rect">
            <a:avLst/>
          </a:prstGeom>
          <a:noFill/>
        </p:spPr>
        <p:txBody>
          <a:bodyPr wrap="square" rtlCol="0">
            <a:spAutoFit/>
          </a:bodyPr>
          <a:lstStyle/>
          <a:p>
            <a:pPr algn="ctr"/>
            <a:r>
              <a:rPr lang="en-US" sz="900" dirty="0"/>
              <a:t>234567</a:t>
            </a:r>
          </a:p>
        </p:txBody>
      </p:sp>
      <p:sp>
        <p:nvSpPr>
          <p:cNvPr id="53" name="TextBox 52">
            <a:extLst>
              <a:ext uri="{FF2B5EF4-FFF2-40B4-BE49-F238E27FC236}">
                <a16:creationId xmlns:a16="http://schemas.microsoft.com/office/drawing/2014/main" id="{A95281D6-92A1-B93A-2FE8-054E86992BCA}"/>
              </a:ext>
            </a:extLst>
          </p:cNvPr>
          <p:cNvSpPr txBox="1"/>
          <p:nvPr/>
        </p:nvSpPr>
        <p:spPr>
          <a:xfrm>
            <a:off x="3640666" y="4026865"/>
            <a:ext cx="570089" cy="230832"/>
          </a:xfrm>
          <a:prstGeom prst="rect">
            <a:avLst/>
          </a:prstGeom>
          <a:noFill/>
        </p:spPr>
        <p:txBody>
          <a:bodyPr wrap="square" rtlCol="0">
            <a:spAutoFit/>
          </a:bodyPr>
          <a:lstStyle/>
          <a:p>
            <a:pPr algn="ctr"/>
            <a:r>
              <a:rPr lang="en-US" sz="900" dirty="0"/>
              <a:t>456789</a:t>
            </a:r>
          </a:p>
        </p:txBody>
      </p:sp>
      <p:sp>
        <p:nvSpPr>
          <p:cNvPr id="54" name="TextBox 53">
            <a:extLst>
              <a:ext uri="{FF2B5EF4-FFF2-40B4-BE49-F238E27FC236}">
                <a16:creationId xmlns:a16="http://schemas.microsoft.com/office/drawing/2014/main" id="{20E9688A-7CDE-90C2-6D8E-3124E7AFD7F4}"/>
              </a:ext>
            </a:extLst>
          </p:cNvPr>
          <p:cNvSpPr txBox="1"/>
          <p:nvPr/>
        </p:nvSpPr>
        <p:spPr>
          <a:xfrm>
            <a:off x="3138310" y="3788329"/>
            <a:ext cx="570089" cy="369332"/>
          </a:xfrm>
          <a:prstGeom prst="rect">
            <a:avLst/>
          </a:prstGeom>
          <a:noFill/>
        </p:spPr>
        <p:txBody>
          <a:bodyPr wrap="square" rtlCol="0">
            <a:spAutoFit/>
          </a:bodyPr>
          <a:lstStyle/>
          <a:p>
            <a:pPr algn="ctr"/>
            <a:r>
              <a:rPr lang="en-US" sz="900" dirty="0"/>
              <a:t>1456789</a:t>
            </a:r>
          </a:p>
        </p:txBody>
      </p:sp>
      <p:sp>
        <p:nvSpPr>
          <p:cNvPr id="55" name="TextBox 54">
            <a:extLst>
              <a:ext uri="{FF2B5EF4-FFF2-40B4-BE49-F238E27FC236}">
                <a16:creationId xmlns:a16="http://schemas.microsoft.com/office/drawing/2014/main" id="{DD394952-94A8-E839-7295-A7CC72B77C10}"/>
              </a:ext>
            </a:extLst>
          </p:cNvPr>
          <p:cNvSpPr txBox="1"/>
          <p:nvPr/>
        </p:nvSpPr>
        <p:spPr>
          <a:xfrm>
            <a:off x="6152446" y="2023089"/>
            <a:ext cx="570089" cy="369332"/>
          </a:xfrm>
          <a:prstGeom prst="rect">
            <a:avLst/>
          </a:prstGeom>
          <a:noFill/>
        </p:spPr>
        <p:txBody>
          <a:bodyPr wrap="square" rtlCol="0">
            <a:spAutoFit/>
          </a:bodyPr>
          <a:lstStyle/>
          <a:p>
            <a:pPr algn="ctr"/>
            <a:r>
              <a:rPr lang="en-US" sz="900" dirty="0"/>
              <a:t>1456789</a:t>
            </a:r>
          </a:p>
        </p:txBody>
      </p:sp>
      <p:sp>
        <p:nvSpPr>
          <p:cNvPr id="56" name="TextBox 55">
            <a:extLst>
              <a:ext uri="{FF2B5EF4-FFF2-40B4-BE49-F238E27FC236}">
                <a16:creationId xmlns:a16="http://schemas.microsoft.com/office/drawing/2014/main" id="{51BED333-18F7-2B9E-986D-0E2BB97F56F3}"/>
              </a:ext>
            </a:extLst>
          </p:cNvPr>
          <p:cNvSpPr txBox="1"/>
          <p:nvPr/>
        </p:nvSpPr>
        <p:spPr>
          <a:xfrm>
            <a:off x="6654802" y="1784553"/>
            <a:ext cx="570089" cy="230832"/>
          </a:xfrm>
          <a:prstGeom prst="rect">
            <a:avLst/>
          </a:prstGeom>
          <a:noFill/>
        </p:spPr>
        <p:txBody>
          <a:bodyPr wrap="square" rtlCol="0">
            <a:spAutoFit/>
          </a:bodyPr>
          <a:lstStyle/>
          <a:p>
            <a:pPr algn="ctr"/>
            <a:r>
              <a:rPr lang="en-US" sz="900" dirty="0"/>
              <a:t>456789</a:t>
            </a:r>
          </a:p>
        </p:txBody>
      </p:sp>
      <p:sp>
        <p:nvSpPr>
          <p:cNvPr id="57" name="TextBox 56">
            <a:extLst>
              <a:ext uri="{FF2B5EF4-FFF2-40B4-BE49-F238E27FC236}">
                <a16:creationId xmlns:a16="http://schemas.microsoft.com/office/drawing/2014/main" id="{887DA7C1-33D9-7045-FB63-70B230CE10A3}"/>
              </a:ext>
            </a:extLst>
          </p:cNvPr>
          <p:cNvSpPr txBox="1"/>
          <p:nvPr/>
        </p:nvSpPr>
        <p:spPr>
          <a:xfrm>
            <a:off x="6654802" y="2524033"/>
            <a:ext cx="570089" cy="230832"/>
          </a:xfrm>
          <a:prstGeom prst="rect">
            <a:avLst/>
          </a:prstGeom>
          <a:noFill/>
        </p:spPr>
        <p:txBody>
          <a:bodyPr wrap="square" rtlCol="0">
            <a:spAutoFit/>
          </a:bodyPr>
          <a:lstStyle/>
          <a:p>
            <a:pPr algn="ctr"/>
            <a:r>
              <a:rPr lang="en-US" sz="900" dirty="0"/>
              <a:t>234567</a:t>
            </a:r>
          </a:p>
        </p:txBody>
      </p:sp>
      <p:sp>
        <p:nvSpPr>
          <p:cNvPr id="58" name="TextBox 57">
            <a:extLst>
              <a:ext uri="{FF2B5EF4-FFF2-40B4-BE49-F238E27FC236}">
                <a16:creationId xmlns:a16="http://schemas.microsoft.com/office/drawing/2014/main" id="{A5B030CC-5499-2FD5-6C4C-6E225C643E0B}"/>
              </a:ext>
            </a:extLst>
          </p:cNvPr>
          <p:cNvSpPr txBox="1"/>
          <p:nvPr/>
        </p:nvSpPr>
        <p:spPr>
          <a:xfrm>
            <a:off x="4143022" y="1903821"/>
            <a:ext cx="570089" cy="230832"/>
          </a:xfrm>
          <a:prstGeom prst="rect">
            <a:avLst/>
          </a:prstGeom>
          <a:noFill/>
        </p:spPr>
        <p:txBody>
          <a:bodyPr wrap="square" rtlCol="0">
            <a:spAutoFit/>
          </a:bodyPr>
          <a:lstStyle/>
          <a:p>
            <a:pPr algn="ctr"/>
            <a:r>
              <a:rPr lang="en-US" sz="900" dirty="0"/>
              <a:t>457</a:t>
            </a:r>
          </a:p>
        </p:txBody>
      </p:sp>
      <p:sp>
        <p:nvSpPr>
          <p:cNvPr id="59" name="TextBox 58">
            <a:extLst>
              <a:ext uri="{FF2B5EF4-FFF2-40B4-BE49-F238E27FC236}">
                <a16:creationId xmlns:a16="http://schemas.microsoft.com/office/drawing/2014/main" id="{5ED122B9-8D83-3143-9638-DE5F073F2108}"/>
              </a:ext>
            </a:extLst>
          </p:cNvPr>
          <p:cNvSpPr txBox="1"/>
          <p:nvPr/>
        </p:nvSpPr>
        <p:spPr>
          <a:xfrm>
            <a:off x="3640666" y="2404765"/>
            <a:ext cx="570089" cy="230832"/>
          </a:xfrm>
          <a:prstGeom prst="rect">
            <a:avLst/>
          </a:prstGeom>
          <a:noFill/>
        </p:spPr>
        <p:txBody>
          <a:bodyPr wrap="square" rtlCol="0">
            <a:spAutoFit/>
          </a:bodyPr>
          <a:lstStyle/>
          <a:p>
            <a:pPr algn="ctr"/>
            <a:r>
              <a:rPr lang="en-US" sz="900" dirty="0"/>
              <a:t>234567</a:t>
            </a:r>
          </a:p>
        </p:txBody>
      </p:sp>
      <p:sp>
        <p:nvSpPr>
          <p:cNvPr id="60" name="TextBox 59">
            <a:extLst>
              <a:ext uri="{FF2B5EF4-FFF2-40B4-BE49-F238E27FC236}">
                <a16:creationId xmlns:a16="http://schemas.microsoft.com/office/drawing/2014/main" id="{6A20DBE6-D715-25D9-7EAE-83F83E2A11D9}"/>
              </a:ext>
            </a:extLst>
          </p:cNvPr>
          <p:cNvSpPr txBox="1"/>
          <p:nvPr/>
        </p:nvSpPr>
        <p:spPr>
          <a:xfrm>
            <a:off x="4143022" y="2905709"/>
            <a:ext cx="570089" cy="230832"/>
          </a:xfrm>
          <a:prstGeom prst="rect">
            <a:avLst/>
          </a:prstGeom>
          <a:noFill/>
        </p:spPr>
        <p:txBody>
          <a:bodyPr wrap="square" rtlCol="0">
            <a:spAutoFit/>
          </a:bodyPr>
          <a:lstStyle/>
          <a:p>
            <a:pPr algn="ctr"/>
            <a:r>
              <a:rPr lang="en-US" sz="900" dirty="0"/>
              <a:t>2457</a:t>
            </a:r>
          </a:p>
        </p:txBody>
      </p:sp>
      <p:sp>
        <p:nvSpPr>
          <p:cNvPr id="61" name="TextBox 60">
            <a:extLst>
              <a:ext uri="{FF2B5EF4-FFF2-40B4-BE49-F238E27FC236}">
                <a16:creationId xmlns:a16="http://schemas.microsoft.com/office/drawing/2014/main" id="{39851AC6-0C7B-976D-46FF-A864A8104558}"/>
              </a:ext>
            </a:extLst>
          </p:cNvPr>
          <p:cNvSpPr txBox="1"/>
          <p:nvPr/>
        </p:nvSpPr>
        <p:spPr>
          <a:xfrm>
            <a:off x="6152446" y="2285497"/>
            <a:ext cx="570089" cy="230832"/>
          </a:xfrm>
          <a:prstGeom prst="rect">
            <a:avLst/>
          </a:prstGeom>
          <a:noFill/>
        </p:spPr>
        <p:txBody>
          <a:bodyPr wrap="square" rtlCol="0">
            <a:spAutoFit/>
          </a:bodyPr>
          <a:lstStyle/>
          <a:p>
            <a:pPr algn="ctr"/>
            <a:r>
              <a:rPr lang="en-US" sz="900" dirty="0"/>
              <a:t>2457</a:t>
            </a:r>
          </a:p>
        </p:txBody>
      </p:sp>
      <p:sp>
        <p:nvSpPr>
          <p:cNvPr id="62" name="TextBox 61">
            <a:extLst>
              <a:ext uri="{FF2B5EF4-FFF2-40B4-BE49-F238E27FC236}">
                <a16:creationId xmlns:a16="http://schemas.microsoft.com/office/drawing/2014/main" id="{DDCD0774-90BD-FE20-AE91-E8A3C59344B1}"/>
              </a:ext>
            </a:extLst>
          </p:cNvPr>
          <p:cNvSpPr txBox="1"/>
          <p:nvPr/>
        </p:nvSpPr>
        <p:spPr>
          <a:xfrm>
            <a:off x="6654802" y="2905709"/>
            <a:ext cx="570089" cy="230832"/>
          </a:xfrm>
          <a:prstGeom prst="rect">
            <a:avLst/>
          </a:prstGeom>
          <a:noFill/>
        </p:spPr>
        <p:txBody>
          <a:bodyPr wrap="square" rtlCol="0">
            <a:spAutoFit/>
          </a:bodyPr>
          <a:lstStyle/>
          <a:p>
            <a:pPr algn="ctr"/>
            <a:r>
              <a:rPr lang="en-US" sz="900" dirty="0"/>
              <a:t>234567</a:t>
            </a:r>
          </a:p>
        </p:txBody>
      </p:sp>
      <p:sp>
        <p:nvSpPr>
          <p:cNvPr id="63" name="TextBox 62">
            <a:extLst>
              <a:ext uri="{FF2B5EF4-FFF2-40B4-BE49-F238E27FC236}">
                <a16:creationId xmlns:a16="http://schemas.microsoft.com/office/drawing/2014/main" id="{94446737-FFAC-35C4-4C97-1DC85B2A250A}"/>
              </a:ext>
            </a:extLst>
          </p:cNvPr>
          <p:cNvSpPr txBox="1"/>
          <p:nvPr/>
        </p:nvSpPr>
        <p:spPr>
          <a:xfrm>
            <a:off x="7157158" y="3406653"/>
            <a:ext cx="570089" cy="230832"/>
          </a:xfrm>
          <a:prstGeom prst="rect">
            <a:avLst/>
          </a:prstGeom>
          <a:noFill/>
        </p:spPr>
        <p:txBody>
          <a:bodyPr wrap="square" rtlCol="0">
            <a:spAutoFit/>
          </a:bodyPr>
          <a:lstStyle/>
          <a:p>
            <a:pPr algn="ctr"/>
            <a:r>
              <a:rPr lang="en-US" sz="900" dirty="0"/>
              <a:t>457</a:t>
            </a:r>
          </a:p>
        </p:txBody>
      </p:sp>
      <p:sp>
        <p:nvSpPr>
          <p:cNvPr id="64" name="TextBox 63">
            <a:extLst>
              <a:ext uri="{FF2B5EF4-FFF2-40B4-BE49-F238E27FC236}">
                <a16:creationId xmlns:a16="http://schemas.microsoft.com/office/drawing/2014/main" id="{E4957E89-E99E-5D8C-5B95-3FEC769D4100}"/>
              </a:ext>
            </a:extLst>
          </p:cNvPr>
          <p:cNvSpPr txBox="1"/>
          <p:nvPr/>
        </p:nvSpPr>
        <p:spPr>
          <a:xfrm>
            <a:off x="4645378" y="1283609"/>
            <a:ext cx="570089" cy="230832"/>
          </a:xfrm>
          <a:prstGeom prst="rect">
            <a:avLst/>
          </a:prstGeom>
          <a:noFill/>
        </p:spPr>
        <p:txBody>
          <a:bodyPr wrap="square" rtlCol="0">
            <a:spAutoFit/>
          </a:bodyPr>
          <a:lstStyle/>
          <a:p>
            <a:pPr algn="ctr"/>
            <a:r>
              <a:rPr lang="en-US" sz="900" dirty="0"/>
              <a:t>46</a:t>
            </a:r>
          </a:p>
        </p:txBody>
      </p:sp>
      <p:sp>
        <p:nvSpPr>
          <p:cNvPr id="65" name="TextBox 64">
            <a:extLst>
              <a:ext uri="{FF2B5EF4-FFF2-40B4-BE49-F238E27FC236}">
                <a16:creationId xmlns:a16="http://schemas.microsoft.com/office/drawing/2014/main" id="{8224A971-9560-EED8-56FE-FF7D2FA73C85}"/>
              </a:ext>
            </a:extLst>
          </p:cNvPr>
          <p:cNvSpPr txBox="1"/>
          <p:nvPr/>
        </p:nvSpPr>
        <p:spPr>
          <a:xfrm>
            <a:off x="5147734" y="1903821"/>
            <a:ext cx="570089" cy="230832"/>
          </a:xfrm>
          <a:prstGeom prst="rect">
            <a:avLst/>
          </a:prstGeom>
          <a:noFill/>
        </p:spPr>
        <p:txBody>
          <a:bodyPr wrap="square" rtlCol="0">
            <a:spAutoFit/>
          </a:bodyPr>
          <a:lstStyle/>
          <a:p>
            <a:pPr algn="ctr"/>
            <a:r>
              <a:rPr lang="en-US" sz="900" dirty="0"/>
              <a:t>1679</a:t>
            </a:r>
          </a:p>
        </p:txBody>
      </p:sp>
      <p:sp>
        <p:nvSpPr>
          <p:cNvPr id="66" name="TextBox 65">
            <a:extLst>
              <a:ext uri="{FF2B5EF4-FFF2-40B4-BE49-F238E27FC236}">
                <a16:creationId xmlns:a16="http://schemas.microsoft.com/office/drawing/2014/main" id="{750016CA-B3B9-FD76-579C-D1E872FE436C}"/>
              </a:ext>
            </a:extLst>
          </p:cNvPr>
          <p:cNvSpPr txBox="1"/>
          <p:nvPr/>
        </p:nvSpPr>
        <p:spPr>
          <a:xfrm>
            <a:off x="5147734" y="2524033"/>
            <a:ext cx="570089" cy="230832"/>
          </a:xfrm>
          <a:prstGeom prst="rect">
            <a:avLst/>
          </a:prstGeom>
          <a:noFill/>
        </p:spPr>
        <p:txBody>
          <a:bodyPr wrap="square" rtlCol="0">
            <a:spAutoFit/>
          </a:bodyPr>
          <a:lstStyle/>
          <a:p>
            <a:pPr algn="ctr"/>
            <a:r>
              <a:rPr lang="en-US" sz="900" dirty="0"/>
              <a:t>2567</a:t>
            </a:r>
          </a:p>
        </p:txBody>
      </p:sp>
      <p:sp>
        <p:nvSpPr>
          <p:cNvPr id="67" name="TextBox 66">
            <a:extLst>
              <a:ext uri="{FF2B5EF4-FFF2-40B4-BE49-F238E27FC236}">
                <a16:creationId xmlns:a16="http://schemas.microsoft.com/office/drawing/2014/main" id="{CDFA766C-D172-B821-E981-1D3AB5415A38}"/>
              </a:ext>
            </a:extLst>
          </p:cNvPr>
          <p:cNvSpPr txBox="1"/>
          <p:nvPr/>
        </p:nvSpPr>
        <p:spPr>
          <a:xfrm>
            <a:off x="7157158" y="3907597"/>
            <a:ext cx="570089" cy="230832"/>
          </a:xfrm>
          <a:prstGeom prst="rect">
            <a:avLst/>
          </a:prstGeom>
          <a:noFill/>
        </p:spPr>
        <p:txBody>
          <a:bodyPr wrap="square" rtlCol="0">
            <a:spAutoFit/>
          </a:bodyPr>
          <a:lstStyle/>
          <a:p>
            <a:pPr algn="ctr"/>
            <a:r>
              <a:rPr lang="en-US" sz="900" dirty="0"/>
              <a:t>46</a:t>
            </a:r>
          </a:p>
        </p:txBody>
      </p:sp>
      <p:sp>
        <p:nvSpPr>
          <p:cNvPr id="68" name="TextBox 67">
            <a:extLst>
              <a:ext uri="{FF2B5EF4-FFF2-40B4-BE49-F238E27FC236}">
                <a16:creationId xmlns:a16="http://schemas.microsoft.com/office/drawing/2014/main" id="{08D30916-4F16-3487-52E0-3BAEF776098E}"/>
              </a:ext>
            </a:extLst>
          </p:cNvPr>
          <p:cNvSpPr txBox="1"/>
          <p:nvPr/>
        </p:nvSpPr>
        <p:spPr>
          <a:xfrm>
            <a:off x="6654802" y="4527809"/>
            <a:ext cx="570089" cy="230832"/>
          </a:xfrm>
          <a:prstGeom prst="rect">
            <a:avLst/>
          </a:prstGeom>
          <a:noFill/>
        </p:spPr>
        <p:txBody>
          <a:bodyPr wrap="square" rtlCol="0">
            <a:spAutoFit/>
          </a:bodyPr>
          <a:lstStyle/>
          <a:p>
            <a:pPr algn="ctr"/>
            <a:r>
              <a:rPr lang="en-US" sz="900" dirty="0"/>
              <a:t>2567</a:t>
            </a:r>
          </a:p>
        </p:txBody>
      </p:sp>
      <p:sp>
        <p:nvSpPr>
          <p:cNvPr id="69" name="TextBox 68">
            <a:extLst>
              <a:ext uri="{FF2B5EF4-FFF2-40B4-BE49-F238E27FC236}">
                <a16:creationId xmlns:a16="http://schemas.microsoft.com/office/drawing/2014/main" id="{4A23408E-549A-8C78-07A1-7886E751E267}"/>
              </a:ext>
            </a:extLst>
          </p:cNvPr>
          <p:cNvSpPr txBox="1"/>
          <p:nvPr/>
        </p:nvSpPr>
        <p:spPr>
          <a:xfrm>
            <a:off x="7157158" y="4527809"/>
            <a:ext cx="570089" cy="230832"/>
          </a:xfrm>
          <a:prstGeom prst="rect">
            <a:avLst/>
          </a:prstGeom>
          <a:noFill/>
        </p:spPr>
        <p:txBody>
          <a:bodyPr wrap="square" rtlCol="0">
            <a:spAutoFit/>
          </a:bodyPr>
          <a:lstStyle/>
          <a:p>
            <a:pPr algn="ctr"/>
            <a:r>
              <a:rPr lang="en-US" sz="900" dirty="0"/>
              <a:t>1679</a:t>
            </a:r>
          </a:p>
        </p:txBody>
      </p:sp>
      <p:sp>
        <p:nvSpPr>
          <p:cNvPr id="70" name="TextBox 69">
            <a:extLst>
              <a:ext uri="{FF2B5EF4-FFF2-40B4-BE49-F238E27FC236}">
                <a16:creationId xmlns:a16="http://schemas.microsoft.com/office/drawing/2014/main" id="{0B9A0017-94A2-5D21-79B0-1B31AEDCE4AF}"/>
              </a:ext>
            </a:extLst>
          </p:cNvPr>
          <p:cNvSpPr txBox="1"/>
          <p:nvPr/>
        </p:nvSpPr>
        <p:spPr>
          <a:xfrm>
            <a:off x="5650090" y="2285497"/>
            <a:ext cx="570089" cy="230832"/>
          </a:xfrm>
          <a:prstGeom prst="rect">
            <a:avLst/>
          </a:prstGeom>
          <a:noFill/>
        </p:spPr>
        <p:txBody>
          <a:bodyPr wrap="square" rtlCol="0">
            <a:spAutoFit/>
          </a:bodyPr>
          <a:lstStyle/>
          <a:p>
            <a:pPr algn="ctr"/>
            <a:r>
              <a:rPr lang="en-US" sz="900" dirty="0"/>
              <a:t>23467</a:t>
            </a:r>
          </a:p>
        </p:txBody>
      </p:sp>
      <p:sp>
        <p:nvSpPr>
          <p:cNvPr id="71" name="TextBox 70">
            <a:extLst>
              <a:ext uri="{FF2B5EF4-FFF2-40B4-BE49-F238E27FC236}">
                <a16:creationId xmlns:a16="http://schemas.microsoft.com/office/drawing/2014/main" id="{E74250DE-75A4-BE2D-D288-526AB99EE4B8}"/>
              </a:ext>
            </a:extLst>
          </p:cNvPr>
          <p:cNvSpPr txBox="1"/>
          <p:nvPr/>
        </p:nvSpPr>
        <p:spPr>
          <a:xfrm>
            <a:off x="5147734" y="2905709"/>
            <a:ext cx="570089" cy="230832"/>
          </a:xfrm>
          <a:prstGeom prst="rect">
            <a:avLst/>
          </a:prstGeom>
          <a:noFill/>
        </p:spPr>
        <p:txBody>
          <a:bodyPr wrap="square" rtlCol="0">
            <a:spAutoFit/>
          </a:bodyPr>
          <a:lstStyle/>
          <a:p>
            <a:pPr algn="ctr"/>
            <a:r>
              <a:rPr lang="en-US" sz="900" dirty="0"/>
              <a:t>125678</a:t>
            </a:r>
          </a:p>
        </p:txBody>
      </p:sp>
      <p:sp>
        <p:nvSpPr>
          <p:cNvPr id="72" name="TextBox 71">
            <a:extLst>
              <a:ext uri="{FF2B5EF4-FFF2-40B4-BE49-F238E27FC236}">
                <a16:creationId xmlns:a16="http://schemas.microsoft.com/office/drawing/2014/main" id="{8E8319EA-BB39-06ED-0B84-0A88B96CC399}"/>
              </a:ext>
            </a:extLst>
          </p:cNvPr>
          <p:cNvSpPr txBox="1"/>
          <p:nvPr/>
        </p:nvSpPr>
        <p:spPr>
          <a:xfrm>
            <a:off x="4645378" y="3525921"/>
            <a:ext cx="570089" cy="230832"/>
          </a:xfrm>
          <a:prstGeom prst="rect">
            <a:avLst/>
          </a:prstGeom>
          <a:noFill/>
        </p:spPr>
        <p:txBody>
          <a:bodyPr wrap="square" rtlCol="0">
            <a:spAutoFit/>
          </a:bodyPr>
          <a:lstStyle/>
          <a:p>
            <a:pPr algn="ctr"/>
            <a:r>
              <a:rPr lang="en-US" sz="900" dirty="0"/>
              <a:t>268</a:t>
            </a:r>
          </a:p>
        </p:txBody>
      </p:sp>
      <p:sp>
        <p:nvSpPr>
          <p:cNvPr id="74" name="TextBox 73">
            <a:extLst>
              <a:ext uri="{FF2B5EF4-FFF2-40B4-BE49-F238E27FC236}">
                <a16:creationId xmlns:a16="http://schemas.microsoft.com/office/drawing/2014/main" id="{E894C376-631F-6FCC-60E7-B067C040E8D5}"/>
              </a:ext>
            </a:extLst>
          </p:cNvPr>
          <p:cNvSpPr txBox="1"/>
          <p:nvPr/>
        </p:nvSpPr>
        <p:spPr>
          <a:xfrm>
            <a:off x="6152446" y="4527809"/>
            <a:ext cx="570089" cy="230832"/>
          </a:xfrm>
          <a:prstGeom prst="rect">
            <a:avLst/>
          </a:prstGeom>
          <a:noFill/>
        </p:spPr>
        <p:txBody>
          <a:bodyPr wrap="square" rtlCol="0">
            <a:spAutoFit/>
          </a:bodyPr>
          <a:lstStyle/>
          <a:p>
            <a:pPr algn="ctr"/>
            <a:r>
              <a:rPr lang="en-US" sz="900" dirty="0"/>
              <a:t>125678</a:t>
            </a:r>
          </a:p>
        </p:txBody>
      </p:sp>
      <p:sp>
        <p:nvSpPr>
          <p:cNvPr id="75" name="TextBox 74">
            <a:extLst>
              <a:ext uri="{FF2B5EF4-FFF2-40B4-BE49-F238E27FC236}">
                <a16:creationId xmlns:a16="http://schemas.microsoft.com/office/drawing/2014/main" id="{641A83FD-0707-DBC1-40FC-DF734B9D6101}"/>
              </a:ext>
            </a:extLst>
          </p:cNvPr>
          <p:cNvSpPr txBox="1"/>
          <p:nvPr/>
        </p:nvSpPr>
        <p:spPr>
          <a:xfrm>
            <a:off x="6654802" y="3788329"/>
            <a:ext cx="570089" cy="230832"/>
          </a:xfrm>
          <a:prstGeom prst="rect">
            <a:avLst/>
          </a:prstGeom>
          <a:noFill/>
        </p:spPr>
        <p:txBody>
          <a:bodyPr wrap="square" rtlCol="0">
            <a:spAutoFit/>
          </a:bodyPr>
          <a:lstStyle/>
          <a:p>
            <a:pPr algn="ctr"/>
            <a:r>
              <a:rPr lang="en-US" sz="900" dirty="0"/>
              <a:t>23467</a:t>
            </a:r>
          </a:p>
        </p:txBody>
      </p:sp>
      <p:sp>
        <p:nvSpPr>
          <p:cNvPr id="76" name="TextBox 75">
            <a:extLst>
              <a:ext uri="{FF2B5EF4-FFF2-40B4-BE49-F238E27FC236}">
                <a16:creationId xmlns:a16="http://schemas.microsoft.com/office/drawing/2014/main" id="{E506C3A8-6862-915E-5AF4-B55E914C5A90}"/>
              </a:ext>
            </a:extLst>
          </p:cNvPr>
          <p:cNvSpPr txBox="1"/>
          <p:nvPr/>
        </p:nvSpPr>
        <p:spPr>
          <a:xfrm>
            <a:off x="5650090" y="4527809"/>
            <a:ext cx="570089" cy="230832"/>
          </a:xfrm>
          <a:prstGeom prst="rect">
            <a:avLst/>
          </a:prstGeom>
          <a:noFill/>
        </p:spPr>
        <p:txBody>
          <a:bodyPr wrap="square" rtlCol="0">
            <a:spAutoFit/>
          </a:bodyPr>
          <a:lstStyle/>
          <a:p>
            <a:pPr algn="ctr"/>
            <a:r>
              <a:rPr lang="en-US" sz="900" dirty="0"/>
              <a:t>268</a:t>
            </a:r>
          </a:p>
        </p:txBody>
      </p:sp>
      <p:sp>
        <p:nvSpPr>
          <p:cNvPr id="73" name="TextBox 72">
            <a:extLst>
              <a:ext uri="{FF2B5EF4-FFF2-40B4-BE49-F238E27FC236}">
                <a16:creationId xmlns:a16="http://schemas.microsoft.com/office/drawing/2014/main" id="{EBDEC5E2-059F-84BB-14A7-60A872919871}"/>
              </a:ext>
            </a:extLst>
          </p:cNvPr>
          <p:cNvSpPr txBox="1"/>
          <p:nvPr/>
        </p:nvSpPr>
        <p:spPr>
          <a:xfrm>
            <a:off x="5147734" y="3287385"/>
            <a:ext cx="570089" cy="230832"/>
          </a:xfrm>
          <a:prstGeom prst="rect">
            <a:avLst/>
          </a:prstGeom>
          <a:noFill/>
        </p:spPr>
        <p:txBody>
          <a:bodyPr wrap="square" rtlCol="0">
            <a:spAutoFit/>
          </a:bodyPr>
          <a:lstStyle/>
          <a:p>
            <a:pPr algn="ctr"/>
            <a:r>
              <a:rPr lang="en-US" sz="900" dirty="0"/>
              <a:t>235678</a:t>
            </a:r>
          </a:p>
        </p:txBody>
      </p:sp>
      <p:sp>
        <p:nvSpPr>
          <p:cNvPr id="77" name="TextBox 76">
            <a:extLst>
              <a:ext uri="{FF2B5EF4-FFF2-40B4-BE49-F238E27FC236}">
                <a16:creationId xmlns:a16="http://schemas.microsoft.com/office/drawing/2014/main" id="{EE559CC3-AA49-EFD9-8FD6-9E0B764FEDDC}"/>
              </a:ext>
            </a:extLst>
          </p:cNvPr>
          <p:cNvSpPr txBox="1"/>
          <p:nvPr/>
        </p:nvSpPr>
        <p:spPr>
          <a:xfrm>
            <a:off x="5650090" y="4026865"/>
            <a:ext cx="570089" cy="369332"/>
          </a:xfrm>
          <a:prstGeom prst="rect">
            <a:avLst/>
          </a:prstGeom>
          <a:noFill/>
        </p:spPr>
        <p:txBody>
          <a:bodyPr wrap="square" rtlCol="0">
            <a:spAutoFit/>
          </a:bodyPr>
          <a:lstStyle/>
          <a:p>
            <a:pPr algn="ctr"/>
            <a:r>
              <a:rPr lang="en-US" sz="900" dirty="0"/>
              <a:t>1236789</a:t>
            </a:r>
          </a:p>
        </p:txBody>
      </p:sp>
      <p:sp>
        <p:nvSpPr>
          <p:cNvPr id="78" name="TextBox 77">
            <a:extLst>
              <a:ext uri="{FF2B5EF4-FFF2-40B4-BE49-F238E27FC236}">
                <a16:creationId xmlns:a16="http://schemas.microsoft.com/office/drawing/2014/main" id="{0CF12B63-FADA-134D-2716-2B375B51A8BD}"/>
              </a:ext>
            </a:extLst>
          </p:cNvPr>
          <p:cNvSpPr txBox="1"/>
          <p:nvPr/>
        </p:nvSpPr>
        <p:spPr>
          <a:xfrm>
            <a:off x="6152446" y="3788329"/>
            <a:ext cx="570089" cy="230832"/>
          </a:xfrm>
          <a:prstGeom prst="rect">
            <a:avLst/>
          </a:prstGeom>
          <a:noFill/>
        </p:spPr>
        <p:txBody>
          <a:bodyPr wrap="square" rtlCol="0">
            <a:spAutoFit/>
          </a:bodyPr>
          <a:lstStyle/>
          <a:p>
            <a:pPr algn="ctr"/>
            <a:r>
              <a:rPr lang="en-US" sz="900" dirty="0"/>
              <a:t>235678</a:t>
            </a:r>
          </a:p>
        </p:txBody>
      </p:sp>
    </p:spTree>
    <p:extLst>
      <p:ext uri="{BB962C8B-B14F-4D97-AF65-F5344CB8AC3E}">
        <p14:creationId xmlns:p14="http://schemas.microsoft.com/office/powerpoint/2010/main" val="55823572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B1320D7-9844-2617-0263-2BD43878D07F}"/>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B69DC77C-630F-1838-E3DD-96BA95863C59}"/>
              </a:ext>
            </a:extLst>
          </p:cNvPr>
          <p:cNvSpPr>
            <a:spLocks noGrp="1"/>
          </p:cNvSpPr>
          <p:nvPr>
            <p:ph sz="half" idx="1"/>
          </p:nvPr>
        </p:nvSpPr>
        <p:spPr/>
        <p:txBody>
          <a:bodyPr/>
          <a:lstStyle/>
          <a:p>
            <a:r>
              <a:rPr lang="en-US" dirty="0"/>
              <a:t>Last possible 9 in right center block.</a:t>
            </a:r>
          </a:p>
        </p:txBody>
      </p:sp>
      <p:pic>
        <p:nvPicPr>
          <p:cNvPr id="4" name="Picture 3" descr="A grid of sudoku puzzle&#10;&#10;Description automatically generated">
            <a:extLst>
              <a:ext uri="{FF2B5EF4-FFF2-40B4-BE49-F238E27FC236}">
                <a16:creationId xmlns:a16="http://schemas.microsoft.com/office/drawing/2014/main" id="{F9D0C278-47C5-F7FC-BF2A-71578036E2CD}"/>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D90E1E38-2AF1-A7D9-08BF-911D98874B31}"/>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528A68C0-C07A-8DE0-5875-20EBF702F339}"/>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5C264E64-B83F-BBA8-7360-988FD35486BB}"/>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BDAF6296-292E-F31C-7CCB-3B6E93E43B2E}"/>
              </a:ext>
            </a:extLst>
          </p:cNvPr>
          <p:cNvSpPr txBox="1"/>
          <p:nvPr/>
        </p:nvSpPr>
        <p:spPr>
          <a:xfrm>
            <a:off x="4715935" y="1224551"/>
            <a:ext cx="462845" cy="584775"/>
          </a:xfrm>
          <a:prstGeom prst="rect">
            <a:avLst/>
          </a:prstGeom>
          <a:solidFill>
            <a:srgbClr val="92D050">
              <a:alpha val="30000"/>
            </a:srgbClr>
          </a:solidFill>
        </p:spPr>
        <p:txBody>
          <a:bodyPr wrap="square" rtlCol="0">
            <a:spAutoFit/>
          </a:bodyPr>
          <a:lstStyle/>
          <a:p>
            <a:pPr algn="ctr"/>
            <a:endParaRPr lang="en-US" sz="3200" dirty="0"/>
          </a:p>
        </p:txBody>
      </p:sp>
      <p:sp>
        <p:nvSpPr>
          <p:cNvPr id="8" name="TextBox 7">
            <a:extLst>
              <a:ext uri="{FF2B5EF4-FFF2-40B4-BE49-F238E27FC236}">
                <a16:creationId xmlns:a16="http://schemas.microsoft.com/office/drawing/2014/main" id="{7A32450A-AAB7-58B8-8B09-4FAEFE13B041}"/>
              </a:ext>
            </a:extLst>
          </p:cNvPr>
          <p:cNvSpPr txBox="1"/>
          <p:nvPr/>
        </p:nvSpPr>
        <p:spPr>
          <a:xfrm>
            <a:off x="6214537" y="122455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9" name="TextBox 8">
            <a:extLst>
              <a:ext uri="{FF2B5EF4-FFF2-40B4-BE49-F238E27FC236}">
                <a16:creationId xmlns:a16="http://schemas.microsoft.com/office/drawing/2014/main" id="{38BF25D1-2F87-CEB1-CAD9-3DDEAFF50304}"/>
              </a:ext>
            </a:extLst>
          </p:cNvPr>
          <p:cNvSpPr txBox="1"/>
          <p:nvPr/>
        </p:nvSpPr>
        <p:spPr>
          <a:xfrm>
            <a:off x="6714071" y="1224551"/>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10" name="TextBox 9">
            <a:extLst>
              <a:ext uri="{FF2B5EF4-FFF2-40B4-BE49-F238E27FC236}">
                <a16:creationId xmlns:a16="http://schemas.microsoft.com/office/drawing/2014/main" id="{A9A45D72-005E-36DF-36A5-F6AACD3641B3}"/>
              </a:ext>
            </a:extLst>
          </p:cNvPr>
          <p:cNvSpPr txBox="1"/>
          <p:nvPr/>
        </p:nvSpPr>
        <p:spPr>
          <a:xfrm>
            <a:off x="7213604" y="122455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11" name="TextBox 10">
            <a:extLst>
              <a:ext uri="{FF2B5EF4-FFF2-40B4-BE49-F238E27FC236}">
                <a16:creationId xmlns:a16="http://schemas.microsoft.com/office/drawing/2014/main" id="{51B18DF3-D751-FAA3-1EA7-4746F50EE537}"/>
              </a:ext>
            </a:extLst>
          </p:cNvPr>
          <p:cNvSpPr txBox="1"/>
          <p:nvPr/>
        </p:nvSpPr>
        <p:spPr>
          <a:xfrm>
            <a:off x="6714071" y="721216"/>
            <a:ext cx="462845" cy="584775"/>
          </a:xfrm>
          <a:prstGeom prst="rect">
            <a:avLst/>
          </a:prstGeom>
          <a:solidFill>
            <a:srgbClr val="92D050">
              <a:alpha val="30000"/>
            </a:srgbClr>
          </a:solidFill>
        </p:spPr>
        <p:txBody>
          <a:bodyPr wrap="square" rtlCol="0">
            <a:spAutoFit/>
          </a:bodyPr>
          <a:lstStyle/>
          <a:p>
            <a:pPr algn="ctr"/>
            <a:endParaRPr lang="en-US" sz="3200" dirty="0"/>
          </a:p>
        </p:txBody>
      </p:sp>
      <p:sp>
        <p:nvSpPr>
          <p:cNvPr id="12" name="TextBox 11">
            <a:extLst>
              <a:ext uri="{FF2B5EF4-FFF2-40B4-BE49-F238E27FC236}">
                <a16:creationId xmlns:a16="http://schemas.microsoft.com/office/drawing/2014/main" id="{8B5EB31E-DC48-DAC8-F987-5AD3724BE15D}"/>
              </a:ext>
            </a:extLst>
          </p:cNvPr>
          <p:cNvSpPr txBox="1"/>
          <p:nvPr/>
        </p:nvSpPr>
        <p:spPr>
          <a:xfrm>
            <a:off x="7213604" y="721216"/>
            <a:ext cx="462845" cy="584775"/>
          </a:xfrm>
          <a:prstGeom prst="rect">
            <a:avLst/>
          </a:prstGeom>
          <a:solidFill>
            <a:srgbClr val="FF0000">
              <a:alpha val="30000"/>
            </a:srgbClr>
          </a:solidFill>
        </p:spPr>
        <p:txBody>
          <a:bodyPr wrap="square" rtlCol="0">
            <a:spAutoFit/>
          </a:bodyPr>
          <a:lstStyle/>
          <a:p>
            <a:pPr algn="ctr"/>
            <a:r>
              <a:rPr lang="en-US" sz="3200" dirty="0"/>
              <a:t>3</a:t>
            </a:r>
          </a:p>
        </p:txBody>
      </p:sp>
      <p:sp>
        <p:nvSpPr>
          <p:cNvPr id="13" name="TextBox 12">
            <a:extLst>
              <a:ext uri="{FF2B5EF4-FFF2-40B4-BE49-F238E27FC236}">
                <a16:creationId xmlns:a16="http://schemas.microsoft.com/office/drawing/2014/main" id="{0516F188-965D-29B2-9E13-62F471756DD5}"/>
              </a:ext>
            </a:extLst>
          </p:cNvPr>
          <p:cNvSpPr txBox="1"/>
          <p:nvPr/>
        </p:nvSpPr>
        <p:spPr>
          <a:xfrm>
            <a:off x="4216401" y="1727886"/>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14" name="TextBox 13">
            <a:extLst>
              <a:ext uri="{FF2B5EF4-FFF2-40B4-BE49-F238E27FC236}">
                <a16:creationId xmlns:a16="http://schemas.microsoft.com/office/drawing/2014/main" id="{9447FC1E-7AA9-3E66-1B6F-33274A491CB4}"/>
              </a:ext>
            </a:extLst>
          </p:cNvPr>
          <p:cNvSpPr txBox="1"/>
          <p:nvPr/>
        </p:nvSpPr>
        <p:spPr>
          <a:xfrm>
            <a:off x="5215469" y="1727886"/>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15" name="TextBox 14">
            <a:extLst>
              <a:ext uri="{FF2B5EF4-FFF2-40B4-BE49-F238E27FC236}">
                <a16:creationId xmlns:a16="http://schemas.microsoft.com/office/drawing/2014/main" id="{C605D74C-FABE-94AE-BB0C-16F89C307F05}"/>
              </a:ext>
            </a:extLst>
          </p:cNvPr>
          <p:cNvSpPr txBox="1"/>
          <p:nvPr/>
        </p:nvSpPr>
        <p:spPr>
          <a:xfrm>
            <a:off x="6214537" y="1727886"/>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16" name="TextBox 15">
            <a:extLst>
              <a:ext uri="{FF2B5EF4-FFF2-40B4-BE49-F238E27FC236}">
                <a16:creationId xmlns:a16="http://schemas.microsoft.com/office/drawing/2014/main" id="{7F9EA2E0-C10E-9909-5A67-095D1EF5BE9A}"/>
              </a:ext>
            </a:extLst>
          </p:cNvPr>
          <p:cNvSpPr txBox="1"/>
          <p:nvPr/>
        </p:nvSpPr>
        <p:spPr>
          <a:xfrm>
            <a:off x="6714071" y="172788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17" name="TextBox 16">
            <a:extLst>
              <a:ext uri="{FF2B5EF4-FFF2-40B4-BE49-F238E27FC236}">
                <a16:creationId xmlns:a16="http://schemas.microsoft.com/office/drawing/2014/main" id="{71862102-3F4F-7515-1012-BDD9A3C5D2C0}"/>
              </a:ext>
            </a:extLst>
          </p:cNvPr>
          <p:cNvSpPr txBox="1"/>
          <p:nvPr/>
        </p:nvSpPr>
        <p:spPr>
          <a:xfrm>
            <a:off x="3716867" y="223122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18" name="TextBox 17">
            <a:extLst>
              <a:ext uri="{FF2B5EF4-FFF2-40B4-BE49-F238E27FC236}">
                <a16:creationId xmlns:a16="http://schemas.microsoft.com/office/drawing/2014/main" id="{C2335594-A57E-067B-D395-D7E3FBC66527}"/>
              </a:ext>
            </a:extLst>
          </p:cNvPr>
          <p:cNvSpPr txBox="1"/>
          <p:nvPr/>
        </p:nvSpPr>
        <p:spPr>
          <a:xfrm>
            <a:off x="5215469" y="2231221"/>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19" name="TextBox 18">
            <a:extLst>
              <a:ext uri="{FF2B5EF4-FFF2-40B4-BE49-F238E27FC236}">
                <a16:creationId xmlns:a16="http://schemas.microsoft.com/office/drawing/2014/main" id="{1A17F295-0A1F-C39A-688C-7207BB132D45}"/>
              </a:ext>
            </a:extLst>
          </p:cNvPr>
          <p:cNvSpPr txBox="1"/>
          <p:nvPr/>
        </p:nvSpPr>
        <p:spPr>
          <a:xfrm>
            <a:off x="5715003" y="2231221"/>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20" name="TextBox 19">
            <a:extLst>
              <a:ext uri="{FF2B5EF4-FFF2-40B4-BE49-F238E27FC236}">
                <a16:creationId xmlns:a16="http://schemas.microsoft.com/office/drawing/2014/main" id="{182CE7AD-3A70-4531-CEE1-B356A06E4983}"/>
              </a:ext>
            </a:extLst>
          </p:cNvPr>
          <p:cNvSpPr txBox="1"/>
          <p:nvPr/>
        </p:nvSpPr>
        <p:spPr>
          <a:xfrm>
            <a:off x="6214537" y="223122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21" name="TextBox 20">
            <a:extLst>
              <a:ext uri="{FF2B5EF4-FFF2-40B4-BE49-F238E27FC236}">
                <a16:creationId xmlns:a16="http://schemas.microsoft.com/office/drawing/2014/main" id="{EE9A7036-971B-295A-AF7E-16AE6CD9EAB6}"/>
              </a:ext>
            </a:extLst>
          </p:cNvPr>
          <p:cNvSpPr txBox="1"/>
          <p:nvPr/>
        </p:nvSpPr>
        <p:spPr>
          <a:xfrm>
            <a:off x="6714071" y="223122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2" name="TextBox 21">
            <a:extLst>
              <a:ext uri="{FF2B5EF4-FFF2-40B4-BE49-F238E27FC236}">
                <a16:creationId xmlns:a16="http://schemas.microsoft.com/office/drawing/2014/main" id="{D617A279-585D-0A4E-A56D-0A27B206AD54}"/>
              </a:ext>
            </a:extLst>
          </p:cNvPr>
          <p:cNvSpPr txBox="1"/>
          <p:nvPr/>
        </p:nvSpPr>
        <p:spPr>
          <a:xfrm>
            <a:off x="4216401" y="2734556"/>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23" name="TextBox 22">
            <a:extLst>
              <a:ext uri="{FF2B5EF4-FFF2-40B4-BE49-F238E27FC236}">
                <a16:creationId xmlns:a16="http://schemas.microsoft.com/office/drawing/2014/main" id="{5DF149D0-A681-BFE2-DCB5-1F112249D391}"/>
              </a:ext>
            </a:extLst>
          </p:cNvPr>
          <p:cNvSpPr txBox="1"/>
          <p:nvPr/>
        </p:nvSpPr>
        <p:spPr>
          <a:xfrm>
            <a:off x="5215469" y="2734556"/>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4" name="TextBox 23">
            <a:extLst>
              <a:ext uri="{FF2B5EF4-FFF2-40B4-BE49-F238E27FC236}">
                <a16:creationId xmlns:a16="http://schemas.microsoft.com/office/drawing/2014/main" id="{03343519-EF95-7C3B-2F9B-77295862D03E}"/>
              </a:ext>
            </a:extLst>
          </p:cNvPr>
          <p:cNvSpPr txBox="1"/>
          <p:nvPr/>
        </p:nvSpPr>
        <p:spPr>
          <a:xfrm>
            <a:off x="6714071" y="2734556"/>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25" name="TextBox 24">
            <a:extLst>
              <a:ext uri="{FF2B5EF4-FFF2-40B4-BE49-F238E27FC236}">
                <a16:creationId xmlns:a16="http://schemas.microsoft.com/office/drawing/2014/main" id="{8F8B2A3B-4831-C8F6-D060-CDABA6110D4F}"/>
              </a:ext>
            </a:extLst>
          </p:cNvPr>
          <p:cNvSpPr txBox="1"/>
          <p:nvPr/>
        </p:nvSpPr>
        <p:spPr>
          <a:xfrm>
            <a:off x="3716867" y="323789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6" name="TextBox 25">
            <a:extLst>
              <a:ext uri="{FF2B5EF4-FFF2-40B4-BE49-F238E27FC236}">
                <a16:creationId xmlns:a16="http://schemas.microsoft.com/office/drawing/2014/main" id="{A4901FCA-5EBD-B50C-2EFA-F08BBEC11297}"/>
              </a:ext>
            </a:extLst>
          </p:cNvPr>
          <p:cNvSpPr txBox="1"/>
          <p:nvPr/>
        </p:nvSpPr>
        <p:spPr>
          <a:xfrm>
            <a:off x="4715935" y="323789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27" name="TextBox 26">
            <a:extLst>
              <a:ext uri="{FF2B5EF4-FFF2-40B4-BE49-F238E27FC236}">
                <a16:creationId xmlns:a16="http://schemas.microsoft.com/office/drawing/2014/main" id="{43E1723B-9335-A2CD-B40F-17B35A8D56A1}"/>
              </a:ext>
            </a:extLst>
          </p:cNvPr>
          <p:cNvSpPr txBox="1"/>
          <p:nvPr/>
        </p:nvSpPr>
        <p:spPr>
          <a:xfrm>
            <a:off x="5215469" y="323789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28" name="TextBox 27">
            <a:extLst>
              <a:ext uri="{FF2B5EF4-FFF2-40B4-BE49-F238E27FC236}">
                <a16:creationId xmlns:a16="http://schemas.microsoft.com/office/drawing/2014/main" id="{C2B9895A-600D-D75C-7BA5-440BF6D90647}"/>
              </a:ext>
            </a:extLst>
          </p:cNvPr>
          <p:cNvSpPr txBox="1"/>
          <p:nvPr/>
        </p:nvSpPr>
        <p:spPr>
          <a:xfrm>
            <a:off x="7213604" y="3237891"/>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29" name="TextBox 28">
            <a:extLst>
              <a:ext uri="{FF2B5EF4-FFF2-40B4-BE49-F238E27FC236}">
                <a16:creationId xmlns:a16="http://schemas.microsoft.com/office/drawing/2014/main" id="{FEB85088-02BB-CE24-CD34-EDCFB5EB14D2}"/>
              </a:ext>
            </a:extLst>
          </p:cNvPr>
          <p:cNvSpPr txBox="1"/>
          <p:nvPr/>
        </p:nvSpPr>
        <p:spPr>
          <a:xfrm>
            <a:off x="3217333" y="3741226"/>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30" name="TextBox 29">
            <a:extLst>
              <a:ext uri="{FF2B5EF4-FFF2-40B4-BE49-F238E27FC236}">
                <a16:creationId xmlns:a16="http://schemas.microsoft.com/office/drawing/2014/main" id="{4F64CDB1-A641-51B9-7517-641E7904A41D}"/>
              </a:ext>
            </a:extLst>
          </p:cNvPr>
          <p:cNvSpPr txBox="1"/>
          <p:nvPr/>
        </p:nvSpPr>
        <p:spPr>
          <a:xfrm>
            <a:off x="3716867" y="374122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31" name="TextBox 30">
            <a:extLst>
              <a:ext uri="{FF2B5EF4-FFF2-40B4-BE49-F238E27FC236}">
                <a16:creationId xmlns:a16="http://schemas.microsoft.com/office/drawing/2014/main" id="{86C4C0E6-3C45-74A5-9491-6EEE7B133F1F}"/>
              </a:ext>
            </a:extLst>
          </p:cNvPr>
          <p:cNvSpPr txBox="1"/>
          <p:nvPr/>
        </p:nvSpPr>
        <p:spPr>
          <a:xfrm>
            <a:off x="5715003" y="3741226"/>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32" name="TextBox 31">
            <a:extLst>
              <a:ext uri="{FF2B5EF4-FFF2-40B4-BE49-F238E27FC236}">
                <a16:creationId xmlns:a16="http://schemas.microsoft.com/office/drawing/2014/main" id="{6B4014CD-4709-9004-05A3-E62D3F10A55E}"/>
              </a:ext>
            </a:extLst>
          </p:cNvPr>
          <p:cNvSpPr txBox="1"/>
          <p:nvPr/>
        </p:nvSpPr>
        <p:spPr>
          <a:xfrm>
            <a:off x="6214537" y="3741226"/>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33" name="TextBox 32">
            <a:extLst>
              <a:ext uri="{FF2B5EF4-FFF2-40B4-BE49-F238E27FC236}">
                <a16:creationId xmlns:a16="http://schemas.microsoft.com/office/drawing/2014/main" id="{B35D6634-571E-E4F3-3B04-AF499A99F272}"/>
              </a:ext>
            </a:extLst>
          </p:cNvPr>
          <p:cNvSpPr txBox="1"/>
          <p:nvPr/>
        </p:nvSpPr>
        <p:spPr>
          <a:xfrm>
            <a:off x="6714071" y="374122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34" name="TextBox 33">
            <a:extLst>
              <a:ext uri="{FF2B5EF4-FFF2-40B4-BE49-F238E27FC236}">
                <a16:creationId xmlns:a16="http://schemas.microsoft.com/office/drawing/2014/main" id="{80E90A12-3AFD-C5F0-64DF-646ED5CE57E4}"/>
              </a:ext>
            </a:extLst>
          </p:cNvPr>
          <p:cNvSpPr txBox="1"/>
          <p:nvPr/>
        </p:nvSpPr>
        <p:spPr>
          <a:xfrm>
            <a:off x="7213604" y="3741226"/>
            <a:ext cx="462845" cy="584775"/>
          </a:xfrm>
          <a:prstGeom prst="rect">
            <a:avLst/>
          </a:prstGeom>
          <a:solidFill>
            <a:srgbClr val="92D050">
              <a:alpha val="30000"/>
            </a:srgbClr>
          </a:solidFill>
        </p:spPr>
        <p:txBody>
          <a:bodyPr wrap="square" rtlCol="0">
            <a:spAutoFit/>
          </a:bodyPr>
          <a:lstStyle/>
          <a:p>
            <a:pPr algn="ctr"/>
            <a:endParaRPr lang="en-US" sz="3200" dirty="0"/>
          </a:p>
        </p:txBody>
      </p:sp>
      <p:sp>
        <p:nvSpPr>
          <p:cNvPr id="35" name="TextBox 34">
            <a:extLst>
              <a:ext uri="{FF2B5EF4-FFF2-40B4-BE49-F238E27FC236}">
                <a16:creationId xmlns:a16="http://schemas.microsoft.com/office/drawing/2014/main" id="{3C76F009-D430-9490-D5B9-CEDA1652004B}"/>
              </a:ext>
            </a:extLst>
          </p:cNvPr>
          <p:cNvSpPr txBox="1"/>
          <p:nvPr/>
        </p:nvSpPr>
        <p:spPr>
          <a:xfrm>
            <a:off x="3217333" y="424456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36" name="TextBox 35">
            <a:extLst>
              <a:ext uri="{FF2B5EF4-FFF2-40B4-BE49-F238E27FC236}">
                <a16:creationId xmlns:a16="http://schemas.microsoft.com/office/drawing/2014/main" id="{CDFE5F56-53DC-CFF1-C6AD-8D092510F81E}"/>
              </a:ext>
            </a:extLst>
          </p:cNvPr>
          <p:cNvSpPr txBox="1"/>
          <p:nvPr/>
        </p:nvSpPr>
        <p:spPr>
          <a:xfrm>
            <a:off x="4216401" y="4244561"/>
            <a:ext cx="462845" cy="584775"/>
          </a:xfrm>
          <a:prstGeom prst="rect">
            <a:avLst/>
          </a:prstGeom>
          <a:solidFill>
            <a:srgbClr val="FF0000">
              <a:alpha val="30000"/>
            </a:srgbClr>
          </a:solidFill>
        </p:spPr>
        <p:txBody>
          <a:bodyPr wrap="square" rtlCol="0">
            <a:spAutoFit/>
          </a:bodyPr>
          <a:lstStyle/>
          <a:p>
            <a:pPr algn="ctr"/>
            <a:r>
              <a:rPr lang="en-US" sz="3200" dirty="0"/>
              <a:t>3</a:t>
            </a:r>
          </a:p>
        </p:txBody>
      </p:sp>
      <p:sp>
        <p:nvSpPr>
          <p:cNvPr id="37" name="TextBox 36">
            <a:extLst>
              <a:ext uri="{FF2B5EF4-FFF2-40B4-BE49-F238E27FC236}">
                <a16:creationId xmlns:a16="http://schemas.microsoft.com/office/drawing/2014/main" id="{9F7802C2-B715-3CC9-257F-35B0808DE8C6}"/>
              </a:ext>
            </a:extLst>
          </p:cNvPr>
          <p:cNvSpPr txBox="1"/>
          <p:nvPr/>
        </p:nvSpPr>
        <p:spPr>
          <a:xfrm>
            <a:off x="5715003" y="424456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38" name="TextBox 37">
            <a:extLst>
              <a:ext uri="{FF2B5EF4-FFF2-40B4-BE49-F238E27FC236}">
                <a16:creationId xmlns:a16="http://schemas.microsoft.com/office/drawing/2014/main" id="{0C1A51B9-9826-6159-55DD-0DE1F6660ED8}"/>
              </a:ext>
            </a:extLst>
          </p:cNvPr>
          <p:cNvSpPr txBox="1"/>
          <p:nvPr/>
        </p:nvSpPr>
        <p:spPr>
          <a:xfrm>
            <a:off x="6214537" y="424456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39" name="TextBox 38">
            <a:extLst>
              <a:ext uri="{FF2B5EF4-FFF2-40B4-BE49-F238E27FC236}">
                <a16:creationId xmlns:a16="http://schemas.microsoft.com/office/drawing/2014/main" id="{C5699D24-E16D-6027-9319-E3ACE8F14808}"/>
              </a:ext>
            </a:extLst>
          </p:cNvPr>
          <p:cNvSpPr txBox="1"/>
          <p:nvPr/>
        </p:nvSpPr>
        <p:spPr>
          <a:xfrm>
            <a:off x="6714071" y="4244561"/>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40" name="TextBox 39">
            <a:extLst>
              <a:ext uri="{FF2B5EF4-FFF2-40B4-BE49-F238E27FC236}">
                <a16:creationId xmlns:a16="http://schemas.microsoft.com/office/drawing/2014/main" id="{E3FE2752-B1DB-677E-BDCD-4ED8AE59B490}"/>
              </a:ext>
            </a:extLst>
          </p:cNvPr>
          <p:cNvSpPr txBox="1"/>
          <p:nvPr/>
        </p:nvSpPr>
        <p:spPr>
          <a:xfrm>
            <a:off x="7213604" y="424456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41" name="TextBox 40">
            <a:extLst>
              <a:ext uri="{FF2B5EF4-FFF2-40B4-BE49-F238E27FC236}">
                <a16:creationId xmlns:a16="http://schemas.microsoft.com/office/drawing/2014/main" id="{32C76DB5-328F-6C4C-5A48-DBEC49DA0B63}"/>
              </a:ext>
            </a:extLst>
          </p:cNvPr>
          <p:cNvSpPr txBox="1"/>
          <p:nvPr/>
        </p:nvSpPr>
        <p:spPr>
          <a:xfrm>
            <a:off x="3217333" y="4747898"/>
            <a:ext cx="462845" cy="584775"/>
          </a:xfrm>
          <a:prstGeom prst="rect">
            <a:avLst/>
          </a:prstGeom>
          <a:solidFill>
            <a:srgbClr val="92D050">
              <a:alpha val="30000"/>
            </a:srgbClr>
          </a:solidFill>
        </p:spPr>
        <p:txBody>
          <a:bodyPr wrap="square" rtlCol="0">
            <a:spAutoFit/>
          </a:bodyPr>
          <a:lstStyle/>
          <a:p>
            <a:pPr algn="ctr"/>
            <a:endParaRPr lang="en-US" sz="3200" dirty="0"/>
          </a:p>
        </p:txBody>
      </p:sp>
      <p:sp>
        <p:nvSpPr>
          <p:cNvPr id="42" name="TextBox 41">
            <a:extLst>
              <a:ext uri="{FF2B5EF4-FFF2-40B4-BE49-F238E27FC236}">
                <a16:creationId xmlns:a16="http://schemas.microsoft.com/office/drawing/2014/main" id="{205666B4-3480-8962-DD42-F1C1893F2D31}"/>
              </a:ext>
            </a:extLst>
          </p:cNvPr>
          <p:cNvSpPr txBox="1"/>
          <p:nvPr/>
        </p:nvSpPr>
        <p:spPr>
          <a:xfrm>
            <a:off x="3716867" y="4747898"/>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43" name="TextBox 42">
            <a:extLst>
              <a:ext uri="{FF2B5EF4-FFF2-40B4-BE49-F238E27FC236}">
                <a16:creationId xmlns:a16="http://schemas.microsoft.com/office/drawing/2014/main" id="{A0C33061-41EF-56D2-A114-B19847CA521E}"/>
              </a:ext>
            </a:extLst>
          </p:cNvPr>
          <p:cNvSpPr txBox="1"/>
          <p:nvPr/>
        </p:nvSpPr>
        <p:spPr>
          <a:xfrm>
            <a:off x="4216401" y="4747898"/>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44" name="TextBox 43">
            <a:extLst>
              <a:ext uri="{FF2B5EF4-FFF2-40B4-BE49-F238E27FC236}">
                <a16:creationId xmlns:a16="http://schemas.microsoft.com/office/drawing/2014/main" id="{71886B6C-0A3F-518A-0DB4-378F4C4E3687}"/>
              </a:ext>
            </a:extLst>
          </p:cNvPr>
          <p:cNvSpPr txBox="1"/>
          <p:nvPr/>
        </p:nvSpPr>
        <p:spPr>
          <a:xfrm>
            <a:off x="7157158" y="1522145"/>
            <a:ext cx="570089" cy="230832"/>
          </a:xfrm>
          <a:prstGeom prst="rect">
            <a:avLst/>
          </a:prstGeom>
          <a:noFill/>
        </p:spPr>
        <p:txBody>
          <a:bodyPr wrap="square" rtlCol="0">
            <a:spAutoFit/>
          </a:bodyPr>
          <a:lstStyle/>
          <a:p>
            <a:pPr algn="ctr"/>
            <a:r>
              <a:rPr lang="en-US" sz="900" dirty="0"/>
              <a:t>457</a:t>
            </a:r>
          </a:p>
        </p:txBody>
      </p:sp>
      <p:sp>
        <p:nvSpPr>
          <p:cNvPr id="45" name="TextBox 44">
            <a:extLst>
              <a:ext uri="{FF2B5EF4-FFF2-40B4-BE49-F238E27FC236}">
                <a16:creationId xmlns:a16="http://schemas.microsoft.com/office/drawing/2014/main" id="{AE2F9EA7-617B-1654-8D36-251E48C4E39B}"/>
              </a:ext>
            </a:extLst>
          </p:cNvPr>
          <p:cNvSpPr txBox="1"/>
          <p:nvPr/>
        </p:nvSpPr>
        <p:spPr>
          <a:xfrm>
            <a:off x="4143022" y="5028752"/>
            <a:ext cx="570089" cy="230832"/>
          </a:xfrm>
          <a:prstGeom prst="rect">
            <a:avLst/>
          </a:prstGeom>
          <a:noFill/>
        </p:spPr>
        <p:txBody>
          <a:bodyPr wrap="square" rtlCol="0">
            <a:spAutoFit/>
          </a:bodyPr>
          <a:lstStyle/>
          <a:p>
            <a:pPr algn="ctr"/>
            <a:r>
              <a:rPr lang="en-US" sz="900" dirty="0"/>
              <a:t>457</a:t>
            </a:r>
          </a:p>
        </p:txBody>
      </p:sp>
      <p:sp>
        <p:nvSpPr>
          <p:cNvPr id="46" name="TextBox 45">
            <a:extLst>
              <a:ext uri="{FF2B5EF4-FFF2-40B4-BE49-F238E27FC236}">
                <a16:creationId xmlns:a16="http://schemas.microsoft.com/office/drawing/2014/main" id="{FDDB440D-0468-860F-D915-EB713D42427B}"/>
              </a:ext>
            </a:extLst>
          </p:cNvPr>
          <p:cNvSpPr txBox="1"/>
          <p:nvPr/>
        </p:nvSpPr>
        <p:spPr>
          <a:xfrm>
            <a:off x="6654802" y="1522145"/>
            <a:ext cx="570089" cy="230832"/>
          </a:xfrm>
          <a:prstGeom prst="rect">
            <a:avLst/>
          </a:prstGeom>
          <a:noFill/>
        </p:spPr>
        <p:txBody>
          <a:bodyPr wrap="square" rtlCol="0">
            <a:spAutoFit/>
          </a:bodyPr>
          <a:lstStyle/>
          <a:p>
            <a:pPr algn="ctr"/>
            <a:r>
              <a:rPr lang="en-US" sz="900" dirty="0"/>
              <a:t>456789</a:t>
            </a:r>
          </a:p>
        </p:txBody>
      </p:sp>
      <p:sp>
        <p:nvSpPr>
          <p:cNvPr id="47" name="TextBox 46">
            <a:extLst>
              <a:ext uri="{FF2B5EF4-FFF2-40B4-BE49-F238E27FC236}">
                <a16:creationId xmlns:a16="http://schemas.microsoft.com/office/drawing/2014/main" id="{46EC4AEB-F1BF-E631-2FBF-5ACF50F38042}"/>
              </a:ext>
            </a:extLst>
          </p:cNvPr>
          <p:cNvSpPr txBox="1"/>
          <p:nvPr/>
        </p:nvSpPr>
        <p:spPr>
          <a:xfrm>
            <a:off x="3640666" y="5028752"/>
            <a:ext cx="570089" cy="230832"/>
          </a:xfrm>
          <a:prstGeom prst="rect">
            <a:avLst/>
          </a:prstGeom>
          <a:noFill/>
        </p:spPr>
        <p:txBody>
          <a:bodyPr wrap="square" rtlCol="0">
            <a:spAutoFit/>
          </a:bodyPr>
          <a:lstStyle/>
          <a:p>
            <a:pPr algn="ctr"/>
            <a:r>
              <a:rPr lang="en-US" sz="900" dirty="0"/>
              <a:t>456789</a:t>
            </a:r>
          </a:p>
        </p:txBody>
      </p:sp>
      <p:sp>
        <p:nvSpPr>
          <p:cNvPr id="48" name="TextBox 47">
            <a:extLst>
              <a:ext uri="{FF2B5EF4-FFF2-40B4-BE49-F238E27FC236}">
                <a16:creationId xmlns:a16="http://schemas.microsoft.com/office/drawing/2014/main" id="{84402CF0-328A-CD1D-6CC9-75392AE8B503}"/>
              </a:ext>
            </a:extLst>
          </p:cNvPr>
          <p:cNvSpPr txBox="1"/>
          <p:nvPr/>
        </p:nvSpPr>
        <p:spPr>
          <a:xfrm>
            <a:off x="6654802" y="772726"/>
            <a:ext cx="570089" cy="230832"/>
          </a:xfrm>
          <a:prstGeom prst="rect">
            <a:avLst/>
          </a:prstGeom>
          <a:noFill/>
        </p:spPr>
        <p:txBody>
          <a:bodyPr wrap="square" rtlCol="0">
            <a:spAutoFit/>
          </a:bodyPr>
          <a:lstStyle/>
          <a:p>
            <a:pPr algn="ctr"/>
            <a:r>
              <a:rPr lang="en-US" sz="900" dirty="0"/>
              <a:t>489</a:t>
            </a:r>
          </a:p>
        </p:txBody>
      </p:sp>
      <p:sp>
        <p:nvSpPr>
          <p:cNvPr id="49" name="TextBox 48">
            <a:extLst>
              <a:ext uri="{FF2B5EF4-FFF2-40B4-BE49-F238E27FC236}">
                <a16:creationId xmlns:a16="http://schemas.microsoft.com/office/drawing/2014/main" id="{46ECB379-A69C-8CC7-D840-D7811509A4AC}"/>
              </a:ext>
            </a:extLst>
          </p:cNvPr>
          <p:cNvSpPr txBox="1"/>
          <p:nvPr/>
        </p:nvSpPr>
        <p:spPr>
          <a:xfrm>
            <a:off x="3138310" y="5028752"/>
            <a:ext cx="570089" cy="230832"/>
          </a:xfrm>
          <a:prstGeom prst="rect">
            <a:avLst/>
          </a:prstGeom>
          <a:noFill/>
        </p:spPr>
        <p:txBody>
          <a:bodyPr wrap="square" rtlCol="0">
            <a:spAutoFit/>
          </a:bodyPr>
          <a:lstStyle/>
          <a:p>
            <a:pPr algn="ctr"/>
            <a:r>
              <a:rPr lang="en-US" sz="900" dirty="0"/>
              <a:t>489</a:t>
            </a:r>
          </a:p>
        </p:txBody>
      </p:sp>
      <p:sp>
        <p:nvSpPr>
          <p:cNvPr id="50" name="TextBox 49">
            <a:extLst>
              <a:ext uri="{FF2B5EF4-FFF2-40B4-BE49-F238E27FC236}">
                <a16:creationId xmlns:a16="http://schemas.microsoft.com/office/drawing/2014/main" id="{39E46ED8-F09C-29A8-466F-60CB65EFD614}"/>
              </a:ext>
            </a:extLst>
          </p:cNvPr>
          <p:cNvSpPr txBox="1"/>
          <p:nvPr/>
        </p:nvSpPr>
        <p:spPr>
          <a:xfrm>
            <a:off x="6152446" y="1402877"/>
            <a:ext cx="570089" cy="230832"/>
          </a:xfrm>
          <a:prstGeom prst="rect">
            <a:avLst/>
          </a:prstGeom>
          <a:noFill/>
        </p:spPr>
        <p:txBody>
          <a:bodyPr wrap="square" rtlCol="0">
            <a:spAutoFit/>
          </a:bodyPr>
          <a:lstStyle/>
          <a:p>
            <a:pPr algn="ctr"/>
            <a:r>
              <a:rPr lang="en-US" sz="900" dirty="0"/>
              <a:t>56789</a:t>
            </a:r>
          </a:p>
        </p:txBody>
      </p:sp>
      <p:sp>
        <p:nvSpPr>
          <p:cNvPr id="51" name="TextBox 50">
            <a:extLst>
              <a:ext uri="{FF2B5EF4-FFF2-40B4-BE49-F238E27FC236}">
                <a16:creationId xmlns:a16="http://schemas.microsoft.com/office/drawing/2014/main" id="{AF678512-2DDC-15D1-01D4-E7F91D2B4FB9}"/>
              </a:ext>
            </a:extLst>
          </p:cNvPr>
          <p:cNvSpPr txBox="1"/>
          <p:nvPr/>
        </p:nvSpPr>
        <p:spPr>
          <a:xfrm>
            <a:off x="3138310" y="4408541"/>
            <a:ext cx="570089" cy="230832"/>
          </a:xfrm>
          <a:prstGeom prst="rect">
            <a:avLst/>
          </a:prstGeom>
          <a:noFill/>
        </p:spPr>
        <p:txBody>
          <a:bodyPr wrap="square" rtlCol="0">
            <a:spAutoFit/>
          </a:bodyPr>
          <a:lstStyle/>
          <a:p>
            <a:pPr algn="ctr"/>
            <a:r>
              <a:rPr lang="en-US" sz="900" dirty="0"/>
              <a:t>56789</a:t>
            </a:r>
          </a:p>
        </p:txBody>
      </p:sp>
      <p:sp>
        <p:nvSpPr>
          <p:cNvPr id="52" name="TextBox 51">
            <a:extLst>
              <a:ext uri="{FF2B5EF4-FFF2-40B4-BE49-F238E27FC236}">
                <a16:creationId xmlns:a16="http://schemas.microsoft.com/office/drawing/2014/main" id="{202DCDD3-C8F9-7F04-FBDE-576F6EE5DE17}"/>
              </a:ext>
            </a:extLst>
          </p:cNvPr>
          <p:cNvSpPr txBox="1"/>
          <p:nvPr/>
        </p:nvSpPr>
        <p:spPr>
          <a:xfrm>
            <a:off x="3640666" y="3406653"/>
            <a:ext cx="570089" cy="230832"/>
          </a:xfrm>
          <a:prstGeom prst="rect">
            <a:avLst/>
          </a:prstGeom>
          <a:noFill/>
        </p:spPr>
        <p:txBody>
          <a:bodyPr wrap="square" rtlCol="0">
            <a:spAutoFit/>
          </a:bodyPr>
          <a:lstStyle/>
          <a:p>
            <a:pPr algn="ctr"/>
            <a:r>
              <a:rPr lang="en-US" sz="900" dirty="0"/>
              <a:t>234567</a:t>
            </a:r>
          </a:p>
        </p:txBody>
      </p:sp>
      <p:sp>
        <p:nvSpPr>
          <p:cNvPr id="53" name="TextBox 52">
            <a:extLst>
              <a:ext uri="{FF2B5EF4-FFF2-40B4-BE49-F238E27FC236}">
                <a16:creationId xmlns:a16="http://schemas.microsoft.com/office/drawing/2014/main" id="{F08CBD7B-466B-A091-3D1A-56BDC5BC6892}"/>
              </a:ext>
            </a:extLst>
          </p:cNvPr>
          <p:cNvSpPr txBox="1"/>
          <p:nvPr/>
        </p:nvSpPr>
        <p:spPr>
          <a:xfrm>
            <a:off x="3640666" y="4026865"/>
            <a:ext cx="570089" cy="230832"/>
          </a:xfrm>
          <a:prstGeom prst="rect">
            <a:avLst/>
          </a:prstGeom>
          <a:noFill/>
        </p:spPr>
        <p:txBody>
          <a:bodyPr wrap="square" rtlCol="0">
            <a:spAutoFit/>
          </a:bodyPr>
          <a:lstStyle/>
          <a:p>
            <a:pPr algn="ctr"/>
            <a:r>
              <a:rPr lang="en-US" sz="900" dirty="0"/>
              <a:t>456789</a:t>
            </a:r>
          </a:p>
        </p:txBody>
      </p:sp>
      <p:sp>
        <p:nvSpPr>
          <p:cNvPr id="54" name="TextBox 53">
            <a:extLst>
              <a:ext uri="{FF2B5EF4-FFF2-40B4-BE49-F238E27FC236}">
                <a16:creationId xmlns:a16="http://schemas.microsoft.com/office/drawing/2014/main" id="{FA5EC7D4-260C-9985-CC5F-B68C460232EF}"/>
              </a:ext>
            </a:extLst>
          </p:cNvPr>
          <p:cNvSpPr txBox="1"/>
          <p:nvPr/>
        </p:nvSpPr>
        <p:spPr>
          <a:xfrm>
            <a:off x="3138310" y="3788329"/>
            <a:ext cx="570089" cy="369332"/>
          </a:xfrm>
          <a:prstGeom prst="rect">
            <a:avLst/>
          </a:prstGeom>
          <a:noFill/>
        </p:spPr>
        <p:txBody>
          <a:bodyPr wrap="square" rtlCol="0">
            <a:spAutoFit/>
          </a:bodyPr>
          <a:lstStyle/>
          <a:p>
            <a:pPr algn="ctr"/>
            <a:r>
              <a:rPr lang="en-US" sz="900" dirty="0"/>
              <a:t>1456789</a:t>
            </a:r>
          </a:p>
        </p:txBody>
      </p:sp>
      <p:sp>
        <p:nvSpPr>
          <p:cNvPr id="55" name="TextBox 54">
            <a:extLst>
              <a:ext uri="{FF2B5EF4-FFF2-40B4-BE49-F238E27FC236}">
                <a16:creationId xmlns:a16="http://schemas.microsoft.com/office/drawing/2014/main" id="{952C4BF5-2D03-A814-B3E9-0E1275692685}"/>
              </a:ext>
            </a:extLst>
          </p:cNvPr>
          <p:cNvSpPr txBox="1"/>
          <p:nvPr/>
        </p:nvSpPr>
        <p:spPr>
          <a:xfrm>
            <a:off x="6152446" y="2023089"/>
            <a:ext cx="570089" cy="369332"/>
          </a:xfrm>
          <a:prstGeom prst="rect">
            <a:avLst/>
          </a:prstGeom>
          <a:noFill/>
        </p:spPr>
        <p:txBody>
          <a:bodyPr wrap="square" rtlCol="0">
            <a:spAutoFit/>
          </a:bodyPr>
          <a:lstStyle/>
          <a:p>
            <a:pPr algn="ctr"/>
            <a:r>
              <a:rPr lang="en-US" sz="900" dirty="0"/>
              <a:t>1456789</a:t>
            </a:r>
          </a:p>
        </p:txBody>
      </p:sp>
      <p:sp>
        <p:nvSpPr>
          <p:cNvPr id="56" name="TextBox 55">
            <a:extLst>
              <a:ext uri="{FF2B5EF4-FFF2-40B4-BE49-F238E27FC236}">
                <a16:creationId xmlns:a16="http://schemas.microsoft.com/office/drawing/2014/main" id="{F5C81966-9B16-1A3F-9BE1-67E5A71E86DB}"/>
              </a:ext>
            </a:extLst>
          </p:cNvPr>
          <p:cNvSpPr txBox="1"/>
          <p:nvPr/>
        </p:nvSpPr>
        <p:spPr>
          <a:xfrm>
            <a:off x="6654802" y="1784553"/>
            <a:ext cx="570089" cy="230832"/>
          </a:xfrm>
          <a:prstGeom prst="rect">
            <a:avLst/>
          </a:prstGeom>
          <a:noFill/>
        </p:spPr>
        <p:txBody>
          <a:bodyPr wrap="square" rtlCol="0">
            <a:spAutoFit/>
          </a:bodyPr>
          <a:lstStyle/>
          <a:p>
            <a:pPr algn="ctr"/>
            <a:r>
              <a:rPr lang="en-US" sz="900" dirty="0"/>
              <a:t>456789</a:t>
            </a:r>
          </a:p>
        </p:txBody>
      </p:sp>
      <p:sp>
        <p:nvSpPr>
          <p:cNvPr id="57" name="TextBox 56">
            <a:extLst>
              <a:ext uri="{FF2B5EF4-FFF2-40B4-BE49-F238E27FC236}">
                <a16:creationId xmlns:a16="http://schemas.microsoft.com/office/drawing/2014/main" id="{E79565D1-CD30-CF87-B14B-208925682B43}"/>
              </a:ext>
            </a:extLst>
          </p:cNvPr>
          <p:cNvSpPr txBox="1"/>
          <p:nvPr/>
        </p:nvSpPr>
        <p:spPr>
          <a:xfrm>
            <a:off x="6654802" y="2524033"/>
            <a:ext cx="570089" cy="230832"/>
          </a:xfrm>
          <a:prstGeom prst="rect">
            <a:avLst/>
          </a:prstGeom>
          <a:noFill/>
        </p:spPr>
        <p:txBody>
          <a:bodyPr wrap="square" rtlCol="0">
            <a:spAutoFit/>
          </a:bodyPr>
          <a:lstStyle/>
          <a:p>
            <a:pPr algn="ctr"/>
            <a:r>
              <a:rPr lang="en-US" sz="900" dirty="0"/>
              <a:t>234567</a:t>
            </a:r>
          </a:p>
        </p:txBody>
      </p:sp>
      <p:sp>
        <p:nvSpPr>
          <p:cNvPr id="58" name="TextBox 57">
            <a:extLst>
              <a:ext uri="{FF2B5EF4-FFF2-40B4-BE49-F238E27FC236}">
                <a16:creationId xmlns:a16="http://schemas.microsoft.com/office/drawing/2014/main" id="{34E58A7B-843C-0332-7E1E-FBD89930A50D}"/>
              </a:ext>
            </a:extLst>
          </p:cNvPr>
          <p:cNvSpPr txBox="1"/>
          <p:nvPr/>
        </p:nvSpPr>
        <p:spPr>
          <a:xfrm>
            <a:off x="4143022" y="1903821"/>
            <a:ext cx="570089" cy="230832"/>
          </a:xfrm>
          <a:prstGeom prst="rect">
            <a:avLst/>
          </a:prstGeom>
          <a:noFill/>
        </p:spPr>
        <p:txBody>
          <a:bodyPr wrap="square" rtlCol="0">
            <a:spAutoFit/>
          </a:bodyPr>
          <a:lstStyle/>
          <a:p>
            <a:pPr algn="ctr"/>
            <a:r>
              <a:rPr lang="en-US" sz="900" dirty="0"/>
              <a:t>457</a:t>
            </a:r>
          </a:p>
        </p:txBody>
      </p:sp>
      <p:sp>
        <p:nvSpPr>
          <p:cNvPr id="59" name="TextBox 58">
            <a:extLst>
              <a:ext uri="{FF2B5EF4-FFF2-40B4-BE49-F238E27FC236}">
                <a16:creationId xmlns:a16="http://schemas.microsoft.com/office/drawing/2014/main" id="{9120E176-7B13-3E45-D9DA-14FAC77C4B03}"/>
              </a:ext>
            </a:extLst>
          </p:cNvPr>
          <p:cNvSpPr txBox="1"/>
          <p:nvPr/>
        </p:nvSpPr>
        <p:spPr>
          <a:xfrm>
            <a:off x="3640666" y="2404765"/>
            <a:ext cx="570089" cy="230832"/>
          </a:xfrm>
          <a:prstGeom prst="rect">
            <a:avLst/>
          </a:prstGeom>
          <a:noFill/>
        </p:spPr>
        <p:txBody>
          <a:bodyPr wrap="square" rtlCol="0">
            <a:spAutoFit/>
          </a:bodyPr>
          <a:lstStyle/>
          <a:p>
            <a:pPr algn="ctr"/>
            <a:r>
              <a:rPr lang="en-US" sz="900" dirty="0"/>
              <a:t>234567</a:t>
            </a:r>
          </a:p>
        </p:txBody>
      </p:sp>
      <p:sp>
        <p:nvSpPr>
          <p:cNvPr id="60" name="TextBox 59">
            <a:extLst>
              <a:ext uri="{FF2B5EF4-FFF2-40B4-BE49-F238E27FC236}">
                <a16:creationId xmlns:a16="http://schemas.microsoft.com/office/drawing/2014/main" id="{EB12EECD-B92A-37EC-B052-5165D0EB4C71}"/>
              </a:ext>
            </a:extLst>
          </p:cNvPr>
          <p:cNvSpPr txBox="1"/>
          <p:nvPr/>
        </p:nvSpPr>
        <p:spPr>
          <a:xfrm>
            <a:off x="4143022" y="2905709"/>
            <a:ext cx="570089" cy="230832"/>
          </a:xfrm>
          <a:prstGeom prst="rect">
            <a:avLst/>
          </a:prstGeom>
          <a:noFill/>
        </p:spPr>
        <p:txBody>
          <a:bodyPr wrap="square" rtlCol="0">
            <a:spAutoFit/>
          </a:bodyPr>
          <a:lstStyle/>
          <a:p>
            <a:pPr algn="ctr"/>
            <a:r>
              <a:rPr lang="en-US" sz="900" dirty="0"/>
              <a:t>2457</a:t>
            </a:r>
          </a:p>
        </p:txBody>
      </p:sp>
      <p:sp>
        <p:nvSpPr>
          <p:cNvPr id="61" name="TextBox 60">
            <a:extLst>
              <a:ext uri="{FF2B5EF4-FFF2-40B4-BE49-F238E27FC236}">
                <a16:creationId xmlns:a16="http://schemas.microsoft.com/office/drawing/2014/main" id="{5EF439DE-FF32-6D09-EF97-13B503E1628C}"/>
              </a:ext>
            </a:extLst>
          </p:cNvPr>
          <p:cNvSpPr txBox="1"/>
          <p:nvPr/>
        </p:nvSpPr>
        <p:spPr>
          <a:xfrm>
            <a:off x="6152446" y="2285497"/>
            <a:ext cx="570089" cy="230832"/>
          </a:xfrm>
          <a:prstGeom prst="rect">
            <a:avLst/>
          </a:prstGeom>
          <a:noFill/>
        </p:spPr>
        <p:txBody>
          <a:bodyPr wrap="square" rtlCol="0">
            <a:spAutoFit/>
          </a:bodyPr>
          <a:lstStyle/>
          <a:p>
            <a:pPr algn="ctr"/>
            <a:r>
              <a:rPr lang="en-US" sz="900" dirty="0"/>
              <a:t>2457</a:t>
            </a:r>
          </a:p>
        </p:txBody>
      </p:sp>
      <p:sp>
        <p:nvSpPr>
          <p:cNvPr id="62" name="TextBox 61">
            <a:extLst>
              <a:ext uri="{FF2B5EF4-FFF2-40B4-BE49-F238E27FC236}">
                <a16:creationId xmlns:a16="http://schemas.microsoft.com/office/drawing/2014/main" id="{9E668B36-FFC6-2F3A-8BF1-43AD8086601B}"/>
              </a:ext>
            </a:extLst>
          </p:cNvPr>
          <p:cNvSpPr txBox="1"/>
          <p:nvPr/>
        </p:nvSpPr>
        <p:spPr>
          <a:xfrm>
            <a:off x="6654802" y="2905709"/>
            <a:ext cx="570089" cy="230832"/>
          </a:xfrm>
          <a:prstGeom prst="rect">
            <a:avLst/>
          </a:prstGeom>
          <a:noFill/>
        </p:spPr>
        <p:txBody>
          <a:bodyPr wrap="square" rtlCol="0">
            <a:spAutoFit/>
          </a:bodyPr>
          <a:lstStyle/>
          <a:p>
            <a:pPr algn="ctr"/>
            <a:r>
              <a:rPr lang="en-US" sz="900" dirty="0"/>
              <a:t>234567</a:t>
            </a:r>
          </a:p>
        </p:txBody>
      </p:sp>
      <p:sp>
        <p:nvSpPr>
          <p:cNvPr id="63" name="TextBox 62">
            <a:extLst>
              <a:ext uri="{FF2B5EF4-FFF2-40B4-BE49-F238E27FC236}">
                <a16:creationId xmlns:a16="http://schemas.microsoft.com/office/drawing/2014/main" id="{F37061EA-370D-EE43-002C-E0BF4F153DBE}"/>
              </a:ext>
            </a:extLst>
          </p:cNvPr>
          <p:cNvSpPr txBox="1"/>
          <p:nvPr/>
        </p:nvSpPr>
        <p:spPr>
          <a:xfrm>
            <a:off x="7157158" y="3406653"/>
            <a:ext cx="570089" cy="230832"/>
          </a:xfrm>
          <a:prstGeom prst="rect">
            <a:avLst/>
          </a:prstGeom>
          <a:noFill/>
        </p:spPr>
        <p:txBody>
          <a:bodyPr wrap="square" rtlCol="0">
            <a:spAutoFit/>
          </a:bodyPr>
          <a:lstStyle/>
          <a:p>
            <a:pPr algn="ctr"/>
            <a:r>
              <a:rPr lang="en-US" sz="900" dirty="0"/>
              <a:t>457</a:t>
            </a:r>
          </a:p>
        </p:txBody>
      </p:sp>
      <p:sp>
        <p:nvSpPr>
          <p:cNvPr id="64" name="TextBox 63">
            <a:extLst>
              <a:ext uri="{FF2B5EF4-FFF2-40B4-BE49-F238E27FC236}">
                <a16:creationId xmlns:a16="http://schemas.microsoft.com/office/drawing/2014/main" id="{B85412BC-BFB0-AD41-1FC5-0D37F67DA659}"/>
              </a:ext>
            </a:extLst>
          </p:cNvPr>
          <p:cNvSpPr txBox="1"/>
          <p:nvPr/>
        </p:nvSpPr>
        <p:spPr>
          <a:xfrm>
            <a:off x="4645378" y="1283609"/>
            <a:ext cx="570089" cy="230832"/>
          </a:xfrm>
          <a:prstGeom prst="rect">
            <a:avLst/>
          </a:prstGeom>
          <a:noFill/>
        </p:spPr>
        <p:txBody>
          <a:bodyPr wrap="square" rtlCol="0">
            <a:spAutoFit/>
          </a:bodyPr>
          <a:lstStyle/>
          <a:p>
            <a:pPr algn="ctr"/>
            <a:r>
              <a:rPr lang="en-US" sz="900" dirty="0"/>
              <a:t>46</a:t>
            </a:r>
          </a:p>
        </p:txBody>
      </p:sp>
      <p:sp>
        <p:nvSpPr>
          <p:cNvPr id="65" name="TextBox 64">
            <a:extLst>
              <a:ext uri="{FF2B5EF4-FFF2-40B4-BE49-F238E27FC236}">
                <a16:creationId xmlns:a16="http://schemas.microsoft.com/office/drawing/2014/main" id="{7E0FD8E2-0635-3D71-500C-1C224B3C2E3F}"/>
              </a:ext>
            </a:extLst>
          </p:cNvPr>
          <p:cNvSpPr txBox="1"/>
          <p:nvPr/>
        </p:nvSpPr>
        <p:spPr>
          <a:xfrm>
            <a:off x="5147734" y="1903821"/>
            <a:ext cx="570089" cy="230832"/>
          </a:xfrm>
          <a:prstGeom prst="rect">
            <a:avLst/>
          </a:prstGeom>
          <a:noFill/>
        </p:spPr>
        <p:txBody>
          <a:bodyPr wrap="square" rtlCol="0">
            <a:spAutoFit/>
          </a:bodyPr>
          <a:lstStyle/>
          <a:p>
            <a:pPr algn="ctr"/>
            <a:r>
              <a:rPr lang="en-US" sz="900" dirty="0"/>
              <a:t>1679</a:t>
            </a:r>
          </a:p>
        </p:txBody>
      </p:sp>
      <p:sp>
        <p:nvSpPr>
          <p:cNvPr id="66" name="TextBox 65">
            <a:extLst>
              <a:ext uri="{FF2B5EF4-FFF2-40B4-BE49-F238E27FC236}">
                <a16:creationId xmlns:a16="http://schemas.microsoft.com/office/drawing/2014/main" id="{8E47E0B5-0B74-6E5F-E5BF-6A42C9C8BFFF}"/>
              </a:ext>
            </a:extLst>
          </p:cNvPr>
          <p:cNvSpPr txBox="1"/>
          <p:nvPr/>
        </p:nvSpPr>
        <p:spPr>
          <a:xfrm>
            <a:off x="5147734" y="2524033"/>
            <a:ext cx="570089" cy="230832"/>
          </a:xfrm>
          <a:prstGeom prst="rect">
            <a:avLst/>
          </a:prstGeom>
          <a:noFill/>
        </p:spPr>
        <p:txBody>
          <a:bodyPr wrap="square" rtlCol="0">
            <a:spAutoFit/>
          </a:bodyPr>
          <a:lstStyle/>
          <a:p>
            <a:pPr algn="ctr"/>
            <a:r>
              <a:rPr lang="en-US" sz="900" dirty="0"/>
              <a:t>2567</a:t>
            </a:r>
          </a:p>
        </p:txBody>
      </p:sp>
      <p:sp>
        <p:nvSpPr>
          <p:cNvPr id="67" name="TextBox 66">
            <a:extLst>
              <a:ext uri="{FF2B5EF4-FFF2-40B4-BE49-F238E27FC236}">
                <a16:creationId xmlns:a16="http://schemas.microsoft.com/office/drawing/2014/main" id="{9C66C2F6-9165-E25A-3F6B-7DCBFDC2E14C}"/>
              </a:ext>
            </a:extLst>
          </p:cNvPr>
          <p:cNvSpPr txBox="1"/>
          <p:nvPr/>
        </p:nvSpPr>
        <p:spPr>
          <a:xfrm>
            <a:off x="7157158" y="3907597"/>
            <a:ext cx="570089" cy="230832"/>
          </a:xfrm>
          <a:prstGeom prst="rect">
            <a:avLst/>
          </a:prstGeom>
          <a:noFill/>
        </p:spPr>
        <p:txBody>
          <a:bodyPr wrap="square" rtlCol="0">
            <a:spAutoFit/>
          </a:bodyPr>
          <a:lstStyle/>
          <a:p>
            <a:pPr algn="ctr"/>
            <a:r>
              <a:rPr lang="en-US" sz="900" dirty="0"/>
              <a:t>46</a:t>
            </a:r>
          </a:p>
        </p:txBody>
      </p:sp>
      <p:sp>
        <p:nvSpPr>
          <p:cNvPr id="68" name="TextBox 67">
            <a:extLst>
              <a:ext uri="{FF2B5EF4-FFF2-40B4-BE49-F238E27FC236}">
                <a16:creationId xmlns:a16="http://schemas.microsoft.com/office/drawing/2014/main" id="{4E937E1B-BF66-72F2-E5A6-EA22360AF460}"/>
              </a:ext>
            </a:extLst>
          </p:cNvPr>
          <p:cNvSpPr txBox="1"/>
          <p:nvPr/>
        </p:nvSpPr>
        <p:spPr>
          <a:xfrm>
            <a:off x="6654802" y="4527809"/>
            <a:ext cx="570089" cy="230832"/>
          </a:xfrm>
          <a:prstGeom prst="rect">
            <a:avLst/>
          </a:prstGeom>
          <a:noFill/>
        </p:spPr>
        <p:txBody>
          <a:bodyPr wrap="square" rtlCol="0">
            <a:spAutoFit/>
          </a:bodyPr>
          <a:lstStyle/>
          <a:p>
            <a:pPr algn="ctr"/>
            <a:r>
              <a:rPr lang="en-US" sz="900" dirty="0"/>
              <a:t>2567</a:t>
            </a:r>
          </a:p>
        </p:txBody>
      </p:sp>
      <p:sp>
        <p:nvSpPr>
          <p:cNvPr id="69" name="TextBox 68">
            <a:extLst>
              <a:ext uri="{FF2B5EF4-FFF2-40B4-BE49-F238E27FC236}">
                <a16:creationId xmlns:a16="http://schemas.microsoft.com/office/drawing/2014/main" id="{E9B11E7B-345C-0213-2D16-EE092E833952}"/>
              </a:ext>
            </a:extLst>
          </p:cNvPr>
          <p:cNvSpPr txBox="1"/>
          <p:nvPr/>
        </p:nvSpPr>
        <p:spPr>
          <a:xfrm>
            <a:off x="7157158" y="4527809"/>
            <a:ext cx="570089" cy="230832"/>
          </a:xfrm>
          <a:prstGeom prst="rect">
            <a:avLst/>
          </a:prstGeom>
          <a:noFill/>
        </p:spPr>
        <p:txBody>
          <a:bodyPr wrap="square" rtlCol="0">
            <a:spAutoFit/>
          </a:bodyPr>
          <a:lstStyle/>
          <a:p>
            <a:pPr algn="ctr"/>
            <a:r>
              <a:rPr lang="en-US" sz="900" dirty="0"/>
              <a:t>1679</a:t>
            </a:r>
          </a:p>
        </p:txBody>
      </p:sp>
      <p:sp>
        <p:nvSpPr>
          <p:cNvPr id="70" name="TextBox 69">
            <a:extLst>
              <a:ext uri="{FF2B5EF4-FFF2-40B4-BE49-F238E27FC236}">
                <a16:creationId xmlns:a16="http://schemas.microsoft.com/office/drawing/2014/main" id="{4040115E-48A0-CE1A-374A-B0463C98D297}"/>
              </a:ext>
            </a:extLst>
          </p:cNvPr>
          <p:cNvSpPr txBox="1"/>
          <p:nvPr/>
        </p:nvSpPr>
        <p:spPr>
          <a:xfrm>
            <a:off x="5650090" y="2285497"/>
            <a:ext cx="570089" cy="230832"/>
          </a:xfrm>
          <a:prstGeom prst="rect">
            <a:avLst/>
          </a:prstGeom>
          <a:noFill/>
        </p:spPr>
        <p:txBody>
          <a:bodyPr wrap="square" rtlCol="0">
            <a:spAutoFit/>
          </a:bodyPr>
          <a:lstStyle/>
          <a:p>
            <a:pPr algn="ctr"/>
            <a:r>
              <a:rPr lang="en-US" sz="900" dirty="0"/>
              <a:t>23467</a:t>
            </a:r>
          </a:p>
        </p:txBody>
      </p:sp>
      <p:sp>
        <p:nvSpPr>
          <p:cNvPr id="71" name="TextBox 70">
            <a:extLst>
              <a:ext uri="{FF2B5EF4-FFF2-40B4-BE49-F238E27FC236}">
                <a16:creationId xmlns:a16="http://schemas.microsoft.com/office/drawing/2014/main" id="{A522FAED-0E28-BD9D-FD0A-216296A0A835}"/>
              </a:ext>
            </a:extLst>
          </p:cNvPr>
          <p:cNvSpPr txBox="1"/>
          <p:nvPr/>
        </p:nvSpPr>
        <p:spPr>
          <a:xfrm>
            <a:off x="5147734" y="2905709"/>
            <a:ext cx="570089" cy="230832"/>
          </a:xfrm>
          <a:prstGeom prst="rect">
            <a:avLst/>
          </a:prstGeom>
          <a:noFill/>
        </p:spPr>
        <p:txBody>
          <a:bodyPr wrap="square" rtlCol="0">
            <a:spAutoFit/>
          </a:bodyPr>
          <a:lstStyle/>
          <a:p>
            <a:pPr algn="ctr"/>
            <a:r>
              <a:rPr lang="en-US" sz="900" dirty="0"/>
              <a:t>125678</a:t>
            </a:r>
          </a:p>
        </p:txBody>
      </p:sp>
      <p:sp>
        <p:nvSpPr>
          <p:cNvPr id="72" name="TextBox 71">
            <a:extLst>
              <a:ext uri="{FF2B5EF4-FFF2-40B4-BE49-F238E27FC236}">
                <a16:creationId xmlns:a16="http://schemas.microsoft.com/office/drawing/2014/main" id="{A0AC0A87-7FD2-B180-5A26-773CE11F4C33}"/>
              </a:ext>
            </a:extLst>
          </p:cNvPr>
          <p:cNvSpPr txBox="1"/>
          <p:nvPr/>
        </p:nvSpPr>
        <p:spPr>
          <a:xfrm>
            <a:off x="4645378" y="3525921"/>
            <a:ext cx="570089" cy="230832"/>
          </a:xfrm>
          <a:prstGeom prst="rect">
            <a:avLst/>
          </a:prstGeom>
          <a:noFill/>
        </p:spPr>
        <p:txBody>
          <a:bodyPr wrap="square" rtlCol="0">
            <a:spAutoFit/>
          </a:bodyPr>
          <a:lstStyle/>
          <a:p>
            <a:pPr algn="ctr"/>
            <a:r>
              <a:rPr lang="en-US" sz="900" dirty="0"/>
              <a:t>268</a:t>
            </a:r>
          </a:p>
        </p:txBody>
      </p:sp>
      <p:sp>
        <p:nvSpPr>
          <p:cNvPr id="74" name="TextBox 73">
            <a:extLst>
              <a:ext uri="{FF2B5EF4-FFF2-40B4-BE49-F238E27FC236}">
                <a16:creationId xmlns:a16="http://schemas.microsoft.com/office/drawing/2014/main" id="{78AB0019-5469-0EF3-C23D-09BCA61C764E}"/>
              </a:ext>
            </a:extLst>
          </p:cNvPr>
          <p:cNvSpPr txBox="1"/>
          <p:nvPr/>
        </p:nvSpPr>
        <p:spPr>
          <a:xfrm>
            <a:off x="6152446" y="4527809"/>
            <a:ext cx="570089" cy="230832"/>
          </a:xfrm>
          <a:prstGeom prst="rect">
            <a:avLst/>
          </a:prstGeom>
          <a:noFill/>
        </p:spPr>
        <p:txBody>
          <a:bodyPr wrap="square" rtlCol="0">
            <a:spAutoFit/>
          </a:bodyPr>
          <a:lstStyle/>
          <a:p>
            <a:pPr algn="ctr"/>
            <a:r>
              <a:rPr lang="en-US" sz="900" dirty="0"/>
              <a:t>125678</a:t>
            </a:r>
          </a:p>
        </p:txBody>
      </p:sp>
      <p:sp>
        <p:nvSpPr>
          <p:cNvPr id="75" name="TextBox 74">
            <a:extLst>
              <a:ext uri="{FF2B5EF4-FFF2-40B4-BE49-F238E27FC236}">
                <a16:creationId xmlns:a16="http://schemas.microsoft.com/office/drawing/2014/main" id="{3F30074B-6B97-1F64-9727-DE4E8C3742F2}"/>
              </a:ext>
            </a:extLst>
          </p:cNvPr>
          <p:cNvSpPr txBox="1"/>
          <p:nvPr/>
        </p:nvSpPr>
        <p:spPr>
          <a:xfrm>
            <a:off x="6654802" y="3788329"/>
            <a:ext cx="570089" cy="230832"/>
          </a:xfrm>
          <a:prstGeom prst="rect">
            <a:avLst/>
          </a:prstGeom>
          <a:noFill/>
        </p:spPr>
        <p:txBody>
          <a:bodyPr wrap="square" rtlCol="0">
            <a:spAutoFit/>
          </a:bodyPr>
          <a:lstStyle/>
          <a:p>
            <a:pPr algn="ctr"/>
            <a:r>
              <a:rPr lang="en-US" sz="900" dirty="0"/>
              <a:t>23467</a:t>
            </a:r>
          </a:p>
        </p:txBody>
      </p:sp>
      <p:sp>
        <p:nvSpPr>
          <p:cNvPr id="76" name="TextBox 75">
            <a:extLst>
              <a:ext uri="{FF2B5EF4-FFF2-40B4-BE49-F238E27FC236}">
                <a16:creationId xmlns:a16="http://schemas.microsoft.com/office/drawing/2014/main" id="{C2C67D76-6666-3081-2490-D08B634EB1E8}"/>
              </a:ext>
            </a:extLst>
          </p:cNvPr>
          <p:cNvSpPr txBox="1"/>
          <p:nvPr/>
        </p:nvSpPr>
        <p:spPr>
          <a:xfrm>
            <a:off x="5650090" y="4527809"/>
            <a:ext cx="570089" cy="230832"/>
          </a:xfrm>
          <a:prstGeom prst="rect">
            <a:avLst/>
          </a:prstGeom>
          <a:noFill/>
        </p:spPr>
        <p:txBody>
          <a:bodyPr wrap="square" rtlCol="0">
            <a:spAutoFit/>
          </a:bodyPr>
          <a:lstStyle/>
          <a:p>
            <a:pPr algn="ctr"/>
            <a:r>
              <a:rPr lang="en-US" sz="900" dirty="0"/>
              <a:t>268</a:t>
            </a:r>
          </a:p>
        </p:txBody>
      </p:sp>
      <p:sp>
        <p:nvSpPr>
          <p:cNvPr id="73" name="TextBox 72">
            <a:extLst>
              <a:ext uri="{FF2B5EF4-FFF2-40B4-BE49-F238E27FC236}">
                <a16:creationId xmlns:a16="http://schemas.microsoft.com/office/drawing/2014/main" id="{4F930019-0634-81CF-BC26-AEF7920771FE}"/>
              </a:ext>
            </a:extLst>
          </p:cNvPr>
          <p:cNvSpPr txBox="1"/>
          <p:nvPr/>
        </p:nvSpPr>
        <p:spPr>
          <a:xfrm>
            <a:off x="5147734" y="3287385"/>
            <a:ext cx="570089" cy="230832"/>
          </a:xfrm>
          <a:prstGeom prst="rect">
            <a:avLst/>
          </a:prstGeom>
          <a:noFill/>
        </p:spPr>
        <p:txBody>
          <a:bodyPr wrap="square" rtlCol="0">
            <a:spAutoFit/>
          </a:bodyPr>
          <a:lstStyle/>
          <a:p>
            <a:pPr algn="ctr"/>
            <a:r>
              <a:rPr lang="en-US" sz="900" dirty="0"/>
              <a:t>235678</a:t>
            </a:r>
          </a:p>
        </p:txBody>
      </p:sp>
      <p:sp>
        <p:nvSpPr>
          <p:cNvPr id="77" name="TextBox 76">
            <a:extLst>
              <a:ext uri="{FF2B5EF4-FFF2-40B4-BE49-F238E27FC236}">
                <a16:creationId xmlns:a16="http://schemas.microsoft.com/office/drawing/2014/main" id="{C7E7F4E3-8138-A9A5-5A82-9AAB27E43A44}"/>
              </a:ext>
            </a:extLst>
          </p:cNvPr>
          <p:cNvSpPr txBox="1"/>
          <p:nvPr/>
        </p:nvSpPr>
        <p:spPr>
          <a:xfrm>
            <a:off x="5650090" y="4026865"/>
            <a:ext cx="570089" cy="369332"/>
          </a:xfrm>
          <a:prstGeom prst="rect">
            <a:avLst/>
          </a:prstGeom>
          <a:noFill/>
        </p:spPr>
        <p:txBody>
          <a:bodyPr wrap="square" rtlCol="0">
            <a:spAutoFit/>
          </a:bodyPr>
          <a:lstStyle/>
          <a:p>
            <a:pPr algn="ctr"/>
            <a:r>
              <a:rPr lang="en-US" sz="900" dirty="0"/>
              <a:t>1236789</a:t>
            </a:r>
          </a:p>
        </p:txBody>
      </p:sp>
      <p:sp>
        <p:nvSpPr>
          <p:cNvPr id="78" name="TextBox 77">
            <a:extLst>
              <a:ext uri="{FF2B5EF4-FFF2-40B4-BE49-F238E27FC236}">
                <a16:creationId xmlns:a16="http://schemas.microsoft.com/office/drawing/2014/main" id="{4FB6CF7D-0BAA-255B-4A97-E4A19752DDC8}"/>
              </a:ext>
            </a:extLst>
          </p:cNvPr>
          <p:cNvSpPr txBox="1"/>
          <p:nvPr/>
        </p:nvSpPr>
        <p:spPr>
          <a:xfrm>
            <a:off x="6152446" y="3788329"/>
            <a:ext cx="570089" cy="230832"/>
          </a:xfrm>
          <a:prstGeom prst="rect">
            <a:avLst/>
          </a:prstGeom>
          <a:noFill/>
        </p:spPr>
        <p:txBody>
          <a:bodyPr wrap="square" rtlCol="0">
            <a:spAutoFit/>
          </a:bodyPr>
          <a:lstStyle/>
          <a:p>
            <a:pPr algn="ctr"/>
            <a:r>
              <a:rPr lang="en-US" sz="900" dirty="0"/>
              <a:t>235678</a:t>
            </a:r>
          </a:p>
        </p:txBody>
      </p:sp>
      <p:sp>
        <p:nvSpPr>
          <p:cNvPr id="79" name="TextBox 78">
            <a:extLst>
              <a:ext uri="{FF2B5EF4-FFF2-40B4-BE49-F238E27FC236}">
                <a16:creationId xmlns:a16="http://schemas.microsoft.com/office/drawing/2014/main" id="{41FFD88B-02AF-4DA9-0C7A-573E07E3E900}"/>
              </a:ext>
            </a:extLst>
          </p:cNvPr>
          <p:cNvSpPr txBox="1"/>
          <p:nvPr/>
        </p:nvSpPr>
        <p:spPr>
          <a:xfrm>
            <a:off x="6214537" y="3237891"/>
            <a:ext cx="462845" cy="584775"/>
          </a:xfrm>
          <a:prstGeom prst="rect">
            <a:avLst/>
          </a:prstGeom>
          <a:noFill/>
        </p:spPr>
        <p:txBody>
          <a:bodyPr wrap="square" rtlCol="0">
            <a:spAutoFit/>
          </a:bodyPr>
          <a:lstStyle/>
          <a:p>
            <a:pPr algn="ctr"/>
            <a:r>
              <a:rPr lang="en-US" sz="3200" dirty="0"/>
              <a:t>9</a:t>
            </a:r>
          </a:p>
        </p:txBody>
      </p:sp>
    </p:spTree>
    <p:extLst>
      <p:ext uri="{BB962C8B-B14F-4D97-AF65-F5344CB8AC3E}">
        <p14:creationId xmlns:p14="http://schemas.microsoft.com/office/powerpoint/2010/main" val="381655050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5D83560-1A2E-B0E6-193A-FF96F270298C}"/>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D0858ECF-AF3E-693D-38E6-87F7ECCAB25C}"/>
              </a:ext>
            </a:extLst>
          </p:cNvPr>
          <p:cNvSpPr>
            <a:spLocks noGrp="1"/>
          </p:cNvSpPr>
          <p:nvPr>
            <p:ph sz="half" idx="1"/>
          </p:nvPr>
        </p:nvSpPr>
        <p:spPr/>
        <p:txBody>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45A48E09-3429-2AEF-9F50-8633EC3221C6}"/>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259808FD-3C5F-FE10-0282-E6AB610CC01B}"/>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4C7179CF-C46A-97F9-04FD-3C8861032AE4}"/>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2F990EEB-A7A6-A8B1-6F27-6D2AB6F2396C}"/>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94236FB5-460F-C28A-5C55-9B2381D90D64}"/>
              </a:ext>
            </a:extLst>
          </p:cNvPr>
          <p:cNvSpPr txBox="1"/>
          <p:nvPr/>
        </p:nvSpPr>
        <p:spPr>
          <a:xfrm>
            <a:off x="4715935" y="1224551"/>
            <a:ext cx="462845" cy="584775"/>
          </a:xfrm>
          <a:prstGeom prst="rect">
            <a:avLst/>
          </a:prstGeom>
          <a:solidFill>
            <a:srgbClr val="92D050">
              <a:alpha val="30000"/>
            </a:srgbClr>
          </a:solidFill>
        </p:spPr>
        <p:txBody>
          <a:bodyPr wrap="square" rtlCol="0">
            <a:spAutoFit/>
          </a:bodyPr>
          <a:lstStyle/>
          <a:p>
            <a:pPr algn="ctr"/>
            <a:endParaRPr lang="en-US" sz="3200" dirty="0"/>
          </a:p>
        </p:txBody>
      </p:sp>
      <p:sp>
        <p:nvSpPr>
          <p:cNvPr id="8" name="TextBox 7">
            <a:extLst>
              <a:ext uri="{FF2B5EF4-FFF2-40B4-BE49-F238E27FC236}">
                <a16:creationId xmlns:a16="http://schemas.microsoft.com/office/drawing/2014/main" id="{F845E244-3B0E-75D4-445B-7633F7BEDB7C}"/>
              </a:ext>
            </a:extLst>
          </p:cNvPr>
          <p:cNvSpPr txBox="1"/>
          <p:nvPr/>
        </p:nvSpPr>
        <p:spPr>
          <a:xfrm>
            <a:off x="6214537" y="122455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9" name="TextBox 8">
            <a:extLst>
              <a:ext uri="{FF2B5EF4-FFF2-40B4-BE49-F238E27FC236}">
                <a16:creationId xmlns:a16="http://schemas.microsoft.com/office/drawing/2014/main" id="{45C0F8E8-B3B1-3B4C-863C-AA1D8EC8125D}"/>
              </a:ext>
            </a:extLst>
          </p:cNvPr>
          <p:cNvSpPr txBox="1"/>
          <p:nvPr/>
        </p:nvSpPr>
        <p:spPr>
          <a:xfrm>
            <a:off x="6714071" y="1224551"/>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10" name="TextBox 9">
            <a:extLst>
              <a:ext uri="{FF2B5EF4-FFF2-40B4-BE49-F238E27FC236}">
                <a16:creationId xmlns:a16="http://schemas.microsoft.com/office/drawing/2014/main" id="{8CDB13C0-1D9F-3890-B239-D83907D0EF87}"/>
              </a:ext>
            </a:extLst>
          </p:cNvPr>
          <p:cNvSpPr txBox="1"/>
          <p:nvPr/>
        </p:nvSpPr>
        <p:spPr>
          <a:xfrm>
            <a:off x="7213604" y="122455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11" name="TextBox 10">
            <a:extLst>
              <a:ext uri="{FF2B5EF4-FFF2-40B4-BE49-F238E27FC236}">
                <a16:creationId xmlns:a16="http://schemas.microsoft.com/office/drawing/2014/main" id="{5B457085-01BD-61AA-6B7B-0C188D40EF48}"/>
              </a:ext>
            </a:extLst>
          </p:cNvPr>
          <p:cNvSpPr txBox="1"/>
          <p:nvPr/>
        </p:nvSpPr>
        <p:spPr>
          <a:xfrm>
            <a:off x="6714071" y="721216"/>
            <a:ext cx="462845" cy="584775"/>
          </a:xfrm>
          <a:prstGeom prst="rect">
            <a:avLst/>
          </a:prstGeom>
          <a:solidFill>
            <a:srgbClr val="92D050">
              <a:alpha val="30000"/>
            </a:srgbClr>
          </a:solidFill>
        </p:spPr>
        <p:txBody>
          <a:bodyPr wrap="square" rtlCol="0">
            <a:spAutoFit/>
          </a:bodyPr>
          <a:lstStyle/>
          <a:p>
            <a:pPr algn="ctr"/>
            <a:endParaRPr lang="en-US" sz="3200" dirty="0"/>
          </a:p>
        </p:txBody>
      </p:sp>
      <p:sp>
        <p:nvSpPr>
          <p:cNvPr id="12" name="TextBox 11">
            <a:extLst>
              <a:ext uri="{FF2B5EF4-FFF2-40B4-BE49-F238E27FC236}">
                <a16:creationId xmlns:a16="http://schemas.microsoft.com/office/drawing/2014/main" id="{C2E0E636-B267-8219-6D58-C40F0265F140}"/>
              </a:ext>
            </a:extLst>
          </p:cNvPr>
          <p:cNvSpPr txBox="1"/>
          <p:nvPr/>
        </p:nvSpPr>
        <p:spPr>
          <a:xfrm>
            <a:off x="7213604" y="721216"/>
            <a:ext cx="462845" cy="584775"/>
          </a:xfrm>
          <a:prstGeom prst="rect">
            <a:avLst/>
          </a:prstGeom>
          <a:solidFill>
            <a:srgbClr val="FF0000">
              <a:alpha val="30000"/>
            </a:srgbClr>
          </a:solidFill>
        </p:spPr>
        <p:txBody>
          <a:bodyPr wrap="square" rtlCol="0">
            <a:spAutoFit/>
          </a:bodyPr>
          <a:lstStyle/>
          <a:p>
            <a:pPr algn="ctr"/>
            <a:r>
              <a:rPr lang="en-US" sz="3200" dirty="0"/>
              <a:t>3</a:t>
            </a:r>
          </a:p>
        </p:txBody>
      </p:sp>
      <p:sp>
        <p:nvSpPr>
          <p:cNvPr id="13" name="TextBox 12">
            <a:extLst>
              <a:ext uri="{FF2B5EF4-FFF2-40B4-BE49-F238E27FC236}">
                <a16:creationId xmlns:a16="http://schemas.microsoft.com/office/drawing/2014/main" id="{250E75A0-5DF1-31BF-4B7B-0947D1650B17}"/>
              </a:ext>
            </a:extLst>
          </p:cNvPr>
          <p:cNvSpPr txBox="1"/>
          <p:nvPr/>
        </p:nvSpPr>
        <p:spPr>
          <a:xfrm>
            <a:off x="4216401" y="1727886"/>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14" name="TextBox 13">
            <a:extLst>
              <a:ext uri="{FF2B5EF4-FFF2-40B4-BE49-F238E27FC236}">
                <a16:creationId xmlns:a16="http://schemas.microsoft.com/office/drawing/2014/main" id="{76C0F030-D107-44C8-6BBD-F5C3F26BF983}"/>
              </a:ext>
            </a:extLst>
          </p:cNvPr>
          <p:cNvSpPr txBox="1"/>
          <p:nvPr/>
        </p:nvSpPr>
        <p:spPr>
          <a:xfrm>
            <a:off x="5215469" y="1727886"/>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15" name="TextBox 14">
            <a:extLst>
              <a:ext uri="{FF2B5EF4-FFF2-40B4-BE49-F238E27FC236}">
                <a16:creationId xmlns:a16="http://schemas.microsoft.com/office/drawing/2014/main" id="{196F67F6-4087-713E-6E89-45E16AA94E89}"/>
              </a:ext>
            </a:extLst>
          </p:cNvPr>
          <p:cNvSpPr txBox="1"/>
          <p:nvPr/>
        </p:nvSpPr>
        <p:spPr>
          <a:xfrm>
            <a:off x="6214537" y="1727886"/>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16" name="TextBox 15">
            <a:extLst>
              <a:ext uri="{FF2B5EF4-FFF2-40B4-BE49-F238E27FC236}">
                <a16:creationId xmlns:a16="http://schemas.microsoft.com/office/drawing/2014/main" id="{9322C503-F042-E8CD-CA8F-691C21602A48}"/>
              </a:ext>
            </a:extLst>
          </p:cNvPr>
          <p:cNvSpPr txBox="1"/>
          <p:nvPr/>
        </p:nvSpPr>
        <p:spPr>
          <a:xfrm>
            <a:off x="6714071" y="172788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17" name="TextBox 16">
            <a:extLst>
              <a:ext uri="{FF2B5EF4-FFF2-40B4-BE49-F238E27FC236}">
                <a16:creationId xmlns:a16="http://schemas.microsoft.com/office/drawing/2014/main" id="{DDD9A470-D7C1-93F1-4684-26EC5B3191B2}"/>
              </a:ext>
            </a:extLst>
          </p:cNvPr>
          <p:cNvSpPr txBox="1"/>
          <p:nvPr/>
        </p:nvSpPr>
        <p:spPr>
          <a:xfrm>
            <a:off x="3716867" y="223122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18" name="TextBox 17">
            <a:extLst>
              <a:ext uri="{FF2B5EF4-FFF2-40B4-BE49-F238E27FC236}">
                <a16:creationId xmlns:a16="http://schemas.microsoft.com/office/drawing/2014/main" id="{745BEABF-93E5-DDA9-BB81-0F765E663541}"/>
              </a:ext>
            </a:extLst>
          </p:cNvPr>
          <p:cNvSpPr txBox="1"/>
          <p:nvPr/>
        </p:nvSpPr>
        <p:spPr>
          <a:xfrm>
            <a:off x="5215469" y="2231221"/>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19" name="TextBox 18">
            <a:extLst>
              <a:ext uri="{FF2B5EF4-FFF2-40B4-BE49-F238E27FC236}">
                <a16:creationId xmlns:a16="http://schemas.microsoft.com/office/drawing/2014/main" id="{4B670E0B-520D-CC6E-7A22-7C8B6E898040}"/>
              </a:ext>
            </a:extLst>
          </p:cNvPr>
          <p:cNvSpPr txBox="1"/>
          <p:nvPr/>
        </p:nvSpPr>
        <p:spPr>
          <a:xfrm>
            <a:off x="5715003" y="2231221"/>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20" name="TextBox 19">
            <a:extLst>
              <a:ext uri="{FF2B5EF4-FFF2-40B4-BE49-F238E27FC236}">
                <a16:creationId xmlns:a16="http://schemas.microsoft.com/office/drawing/2014/main" id="{C35C0FDF-4A37-E50C-403A-06B491024997}"/>
              </a:ext>
            </a:extLst>
          </p:cNvPr>
          <p:cNvSpPr txBox="1"/>
          <p:nvPr/>
        </p:nvSpPr>
        <p:spPr>
          <a:xfrm>
            <a:off x="6214537" y="223122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21" name="TextBox 20">
            <a:extLst>
              <a:ext uri="{FF2B5EF4-FFF2-40B4-BE49-F238E27FC236}">
                <a16:creationId xmlns:a16="http://schemas.microsoft.com/office/drawing/2014/main" id="{677C0C99-813E-E768-C63D-D7DB5E4B7783}"/>
              </a:ext>
            </a:extLst>
          </p:cNvPr>
          <p:cNvSpPr txBox="1"/>
          <p:nvPr/>
        </p:nvSpPr>
        <p:spPr>
          <a:xfrm>
            <a:off x="6714071" y="223122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2" name="TextBox 21">
            <a:extLst>
              <a:ext uri="{FF2B5EF4-FFF2-40B4-BE49-F238E27FC236}">
                <a16:creationId xmlns:a16="http://schemas.microsoft.com/office/drawing/2014/main" id="{7933EDBE-8A41-03B6-A2DD-6368901705A2}"/>
              </a:ext>
            </a:extLst>
          </p:cNvPr>
          <p:cNvSpPr txBox="1"/>
          <p:nvPr/>
        </p:nvSpPr>
        <p:spPr>
          <a:xfrm>
            <a:off x="4216401" y="2734556"/>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23" name="TextBox 22">
            <a:extLst>
              <a:ext uri="{FF2B5EF4-FFF2-40B4-BE49-F238E27FC236}">
                <a16:creationId xmlns:a16="http://schemas.microsoft.com/office/drawing/2014/main" id="{2F5A2418-4060-6371-C181-C7D567A49628}"/>
              </a:ext>
            </a:extLst>
          </p:cNvPr>
          <p:cNvSpPr txBox="1"/>
          <p:nvPr/>
        </p:nvSpPr>
        <p:spPr>
          <a:xfrm>
            <a:off x="5215469" y="2734556"/>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4" name="TextBox 23">
            <a:extLst>
              <a:ext uri="{FF2B5EF4-FFF2-40B4-BE49-F238E27FC236}">
                <a16:creationId xmlns:a16="http://schemas.microsoft.com/office/drawing/2014/main" id="{97113253-9513-32B9-02BB-63503A75C83F}"/>
              </a:ext>
            </a:extLst>
          </p:cNvPr>
          <p:cNvSpPr txBox="1"/>
          <p:nvPr/>
        </p:nvSpPr>
        <p:spPr>
          <a:xfrm>
            <a:off x="6714071" y="2734556"/>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25" name="TextBox 24">
            <a:extLst>
              <a:ext uri="{FF2B5EF4-FFF2-40B4-BE49-F238E27FC236}">
                <a16:creationId xmlns:a16="http://schemas.microsoft.com/office/drawing/2014/main" id="{FB88B26E-F6B4-C507-CCEA-2B67AA26C349}"/>
              </a:ext>
            </a:extLst>
          </p:cNvPr>
          <p:cNvSpPr txBox="1"/>
          <p:nvPr/>
        </p:nvSpPr>
        <p:spPr>
          <a:xfrm>
            <a:off x="3716867" y="323789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6" name="TextBox 25">
            <a:extLst>
              <a:ext uri="{FF2B5EF4-FFF2-40B4-BE49-F238E27FC236}">
                <a16:creationId xmlns:a16="http://schemas.microsoft.com/office/drawing/2014/main" id="{05447B14-C397-F6A4-3C59-CCEAB0D520BA}"/>
              </a:ext>
            </a:extLst>
          </p:cNvPr>
          <p:cNvSpPr txBox="1"/>
          <p:nvPr/>
        </p:nvSpPr>
        <p:spPr>
          <a:xfrm>
            <a:off x="4715935" y="323789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27" name="TextBox 26">
            <a:extLst>
              <a:ext uri="{FF2B5EF4-FFF2-40B4-BE49-F238E27FC236}">
                <a16:creationId xmlns:a16="http://schemas.microsoft.com/office/drawing/2014/main" id="{38A560E1-79CE-E8AC-8396-1A7DD3FA3215}"/>
              </a:ext>
            </a:extLst>
          </p:cNvPr>
          <p:cNvSpPr txBox="1"/>
          <p:nvPr/>
        </p:nvSpPr>
        <p:spPr>
          <a:xfrm>
            <a:off x="5215469" y="323789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28" name="TextBox 27">
            <a:extLst>
              <a:ext uri="{FF2B5EF4-FFF2-40B4-BE49-F238E27FC236}">
                <a16:creationId xmlns:a16="http://schemas.microsoft.com/office/drawing/2014/main" id="{25C5B91E-DA53-3214-0C77-325A4C5FB06E}"/>
              </a:ext>
            </a:extLst>
          </p:cNvPr>
          <p:cNvSpPr txBox="1"/>
          <p:nvPr/>
        </p:nvSpPr>
        <p:spPr>
          <a:xfrm>
            <a:off x="7213604" y="3237891"/>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29" name="TextBox 28">
            <a:extLst>
              <a:ext uri="{FF2B5EF4-FFF2-40B4-BE49-F238E27FC236}">
                <a16:creationId xmlns:a16="http://schemas.microsoft.com/office/drawing/2014/main" id="{03B45BA0-E35B-EBC9-7251-98B316984661}"/>
              </a:ext>
            </a:extLst>
          </p:cNvPr>
          <p:cNvSpPr txBox="1"/>
          <p:nvPr/>
        </p:nvSpPr>
        <p:spPr>
          <a:xfrm>
            <a:off x="3217333" y="3741226"/>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30" name="TextBox 29">
            <a:extLst>
              <a:ext uri="{FF2B5EF4-FFF2-40B4-BE49-F238E27FC236}">
                <a16:creationId xmlns:a16="http://schemas.microsoft.com/office/drawing/2014/main" id="{25643571-43E3-84DA-86AB-549DBC228D03}"/>
              </a:ext>
            </a:extLst>
          </p:cNvPr>
          <p:cNvSpPr txBox="1"/>
          <p:nvPr/>
        </p:nvSpPr>
        <p:spPr>
          <a:xfrm>
            <a:off x="3716867" y="374122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31" name="TextBox 30">
            <a:extLst>
              <a:ext uri="{FF2B5EF4-FFF2-40B4-BE49-F238E27FC236}">
                <a16:creationId xmlns:a16="http://schemas.microsoft.com/office/drawing/2014/main" id="{37136F24-6148-8458-5C73-0A620F3CB96D}"/>
              </a:ext>
            </a:extLst>
          </p:cNvPr>
          <p:cNvSpPr txBox="1"/>
          <p:nvPr/>
        </p:nvSpPr>
        <p:spPr>
          <a:xfrm>
            <a:off x="5715003" y="3741226"/>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32" name="TextBox 31">
            <a:extLst>
              <a:ext uri="{FF2B5EF4-FFF2-40B4-BE49-F238E27FC236}">
                <a16:creationId xmlns:a16="http://schemas.microsoft.com/office/drawing/2014/main" id="{7F04A175-FC62-F9FA-5FEE-367A52BE00CC}"/>
              </a:ext>
            </a:extLst>
          </p:cNvPr>
          <p:cNvSpPr txBox="1"/>
          <p:nvPr/>
        </p:nvSpPr>
        <p:spPr>
          <a:xfrm>
            <a:off x="6214537" y="3741226"/>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33" name="TextBox 32">
            <a:extLst>
              <a:ext uri="{FF2B5EF4-FFF2-40B4-BE49-F238E27FC236}">
                <a16:creationId xmlns:a16="http://schemas.microsoft.com/office/drawing/2014/main" id="{0A3751CE-CE73-6F46-1B38-7C0EE6F9F972}"/>
              </a:ext>
            </a:extLst>
          </p:cNvPr>
          <p:cNvSpPr txBox="1"/>
          <p:nvPr/>
        </p:nvSpPr>
        <p:spPr>
          <a:xfrm>
            <a:off x="6714071" y="374122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34" name="TextBox 33">
            <a:extLst>
              <a:ext uri="{FF2B5EF4-FFF2-40B4-BE49-F238E27FC236}">
                <a16:creationId xmlns:a16="http://schemas.microsoft.com/office/drawing/2014/main" id="{BAB6B5AA-90F3-AA5C-3E5F-AA90BE375F2C}"/>
              </a:ext>
            </a:extLst>
          </p:cNvPr>
          <p:cNvSpPr txBox="1"/>
          <p:nvPr/>
        </p:nvSpPr>
        <p:spPr>
          <a:xfrm>
            <a:off x="7213604" y="3741226"/>
            <a:ext cx="462845" cy="584775"/>
          </a:xfrm>
          <a:prstGeom prst="rect">
            <a:avLst/>
          </a:prstGeom>
          <a:solidFill>
            <a:srgbClr val="92D050">
              <a:alpha val="30000"/>
            </a:srgbClr>
          </a:solidFill>
        </p:spPr>
        <p:txBody>
          <a:bodyPr wrap="square" rtlCol="0">
            <a:spAutoFit/>
          </a:bodyPr>
          <a:lstStyle/>
          <a:p>
            <a:pPr algn="ctr"/>
            <a:endParaRPr lang="en-US" sz="3200" dirty="0"/>
          </a:p>
        </p:txBody>
      </p:sp>
      <p:sp>
        <p:nvSpPr>
          <p:cNvPr id="35" name="TextBox 34">
            <a:extLst>
              <a:ext uri="{FF2B5EF4-FFF2-40B4-BE49-F238E27FC236}">
                <a16:creationId xmlns:a16="http://schemas.microsoft.com/office/drawing/2014/main" id="{0DDF8CE3-14DF-2BAF-86E7-CC5BAFF2B0A8}"/>
              </a:ext>
            </a:extLst>
          </p:cNvPr>
          <p:cNvSpPr txBox="1"/>
          <p:nvPr/>
        </p:nvSpPr>
        <p:spPr>
          <a:xfrm>
            <a:off x="3217333" y="424456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36" name="TextBox 35">
            <a:extLst>
              <a:ext uri="{FF2B5EF4-FFF2-40B4-BE49-F238E27FC236}">
                <a16:creationId xmlns:a16="http://schemas.microsoft.com/office/drawing/2014/main" id="{EF94CF00-A474-0329-12C6-34536863B459}"/>
              </a:ext>
            </a:extLst>
          </p:cNvPr>
          <p:cNvSpPr txBox="1"/>
          <p:nvPr/>
        </p:nvSpPr>
        <p:spPr>
          <a:xfrm>
            <a:off x="4216401" y="4244561"/>
            <a:ext cx="462845" cy="584775"/>
          </a:xfrm>
          <a:prstGeom prst="rect">
            <a:avLst/>
          </a:prstGeom>
          <a:solidFill>
            <a:srgbClr val="FF0000">
              <a:alpha val="30000"/>
            </a:srgbClr>
          </a:solidFill>
        </p:spPr>
        <p:txBody>
          <a:bodyPr wrap="square" rtlCol="0">
            <a:spAutoFit/>
          </a:bodyPr>
          <a:lstStyle/>
          <a:p>
            <a:pPr algn="ctr"/>
            <a:r>
              <a:rPr lang="en-US" sz="3200" dirty="0"/>
              <a:t>3</a:t>
            </a:r>
          </a:p>
        </p:txBody>
      </p:sp>
      <p:sp>
        <p:nvSpPr>
          <p:cNvPr id="37" name="TextBox 36">
            <a:extLst>
              <a:ext uri="{FF2B5EF4-FFF2-40B4-BE49-F238E27FC236}">
                <a16:creationId xmlns:a16="http://schemas.microsoft.com/office/drawing/2014/main" id="{074031AE-7EE5-4B06-1956-6A5A8BD1AD25}"/>
              </a:ext>
            </a:extLst>
          </p:cNvPr>
          <p:cNvSpPr txBox="1"/>
          <p:nvPr/>
        </p:nvSpPr>
        <p:spPr>
          <a:xfrm>
            <a:off x="5715003" y="424456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38" name="TextBox 37">
            <a:extLst>
              <a:ext uri="{FF2B5EF4-FFF2-40B4-BE49-F238E27FC236}">
                <a16:creationId xmlns:a16="http://schemas.microsoft.com/office/drawing/2014/main" id="{5A5543A6-CE19-D2EA-3AA7-FD9110CDFD4E}"/>
              </a:ext>
            </a:extLst>
          </p:cNvPr>
          <p:cNvSpPr txBox="1"/>
          <p:nvPr/>
        </p:nvSpPr>
        <p:spPr>
          <a:xfrm>
            <a:off x="6214537" y="424456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39" name="TextBox 38">
            <a:extLst>
              <a:ext uri="{FF2B5EF4-FFF2-40B4-BE49-F238E27FC236}">
                <a16:creationId xmlns:a16="http://schemas.microsoft.com/office/drawing/2014/main" id="{C440D509-8ADD-191A-4EC8-BF83468B9488}"/>
              </a:ext>
            </a:extLst>
          </p:cNvPr>
          <p:cNvSpPr txBox="1"/>
          <p:nvPr/>
        </p:nvSpPr>
        <p:spPr>
          <a:xfrm>
            <a:off x="6714071" y="4244561"/>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40" name="TextBox 39">
            <a:extLst>
              <a:ext uri="{FF2B5EF4-FFF2-40B4-BE49-F238E27FC236}">
                <a16:creationId xmlns:a16="http://schemas.microsoft.com/office/drawing/2014/main" id="{1DE9278F-BED6-695E-912F-F7B8985ED937}"/>
              </a:ext>
            </a:extLst>
          </p:cNvPr>
          <p:cNvSpPr txBox="1"/>
          <p:nvPr/>
        </p:nvSpPr>
        <p:spPr>
          <a:xfrm>
            <a:off x="7213604" y="424456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41" name="TextBox 40">
            <a:extLst>
              <a:ext uri="{FF2B5EF4-FFF2-40B4-BE49-F238E27FC236}">
                <a16:creationId xmlns:a16="http://schemas.microsoft.com/office/drawing/2014/main" id="{441B1299-4DBB-5B29-09C7-4AF9E78A5CBE}"/>
              </a:ext>
            </a:extLst>
          </p:cNvPr>
          <p:cNvSpPr txBox="1"/>
          <p:nvPr/>
        </p:nvSpPr>
        <p:spPr>
          <a:xfrm>
            <a:off x="3217333" y="4747898"/>
            <a:ext cx="462845" cy="584775"/>
          </a:xfrm>
          <a:prstGeom prst="rect">
            <a:avLst/>
          </a:prstGeom>
          <a:solidFill>
            <a:srgbClr val="92D050">
              <a:alpha val="30000"/>
            </a:srgbClr>
          </a:solidFill>
        </p:spPr>
        <p:txBody>
          <a:bodyPr wrap="square" rtlCol="0">
            <a:spAutoFit/>
          </a:bodyPr>
          <a:lstStyle/>
          <a:p>
            <a:pPr algn="ctr"/>
            <a:endParaRPr lang="en-US" sz="3200" dirty="0"/>
          </a:p>
        </p:txBody>
      </p:sp>
      <p:sp>
        <p:nvSpPr>
          <p:cNvPr id="42" name="TextBox 41">
            <a:extLst>
              <a:ext uri="{FF2B5EF4-FFF2-40B4-BE49-F238E27FC236}">
                <a16:creationId xmlns:a16="http://schemas.microsoft.com/office/drawing/2014/main" id="{4FB87535-AF3D-F6FE-3103-C91999768931}"/>
              </a:ext>
            </a:extLst>
          </p:cNvPr>
          <p:cNvSpPr txBox="1"/>
          <p:nvPr/>
        </p:nvSpPr>
        <p:spPr>
          <a:xfrm>
            <a:off x="3716867" y="4747898"/>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43" name="TextBox 42">
            <a:extLst>
              <a:ext uri="{FF2B5EF4-FFF2-40B4-BE49-F238E27FC236}">
                <a16:creationId xmlns:a16="http://schemas.microsoft.com/office/drawing/2014/main" id="{1A7135A0-1954-6EF3-EA85-BE6579CD82A0}"/>
              </a:ext>
            </a:extLst>
          </p:cNvPr>
          <p:cNvSpPr txBox="1"/>
          <p:nvPr/>
        </p:nvSpPr>
        <p:spPr>
          <a:xfrm>
            <a:off x="4216401" y="4747898"/>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44" name="TextBox 43">
            <a:extLst>
              <a:ext uri="{FF2B5EF4-FFF2-40B4-BE49-F238E27FC236}">
                <a16:creationId xmlns:a16="http://schemas.microsoft.com/office/drawing/2014/main" id="{1FA4FA00-21FB-2852-715A-AED8C3153165}"/>
              </a:ext>
            </a:extLst>
          </p:cNvPr>
          <p:cNvSpPr txBox="1"/>
          <p:nvPr/>
        </p:nvSpPr>
        <p:spPr>
          <a:xfrm>
            <a:off x="7157158" y="1522145"/>
            <a:ext cx="570089" cy="230832"/>
          </a:xfrm>
          <a:prstGeom prst="rect">
            <a:avLst/>
          </a:prstGeom>
          <a:noFill/>
        </p:spPr>
        <p:txBody>
          <a:bodyPr wrap="square" rtlCol="0">
            <a:spAutoFit/>
          </a:bodyPr>
          <a:lstStyle/>
          <a:p>
            <a:pPr algn="ctr"/>
            <a:r>
              <a:rPr lang="en-US" sz="900" dirty="0"/>
              <a:t>457</a:t>
            </a:r>
          </a:p>
        </p:txBody>
      </p:sp>
      <p:sp>
        <p:nvSpPr>
          <p:cNvPr id="45" name="TextBox 44">
            <a:extLst>
              <a:ext uri="{FF2B5EF4-FFF2-40B4-BE49-F238E27FC236}">
                <a16:creationId xmlns:a16="http://schemas.microsoft.com/office/drawing/2014/main" id="{AF20D6E1-928D-73E1-6318-D440BE9D1F4B}"/>
              </a:ext>
            </a:extLst>
          </p:cNvPr>
          <p:cNvSpPr txBox="1"/>
          <p:nvPr/>
        </p:nvSpPr>
        <p:spPr>
          <a:xfrm>
            <a:off x="4143022" y="5028752"/>
            <a:ext cx="570089" cy="230832"/>
          </a:xfrm>
          <a:prstGeom prst="rect">
            <a:avLst/>
          </a:prstGeom>
          <a:noFill/>
        </p:spPr>
        <p:txBody>
          <a:bodyPr wrap="square" rtlCol="0">
            <a:spAutoFit/>
          </a:bodyPr>
          <a:lstStyle/>
          <a:p>
            <a:pPr algn="ctr"/>
            <a:r>
              <a:rPr lang="en-US" sz="900" dirty="0"/>
              <a:t>457</a:t>
            </a:r>
          </a:p>
        </p:txBody>
      </p:sp>
      <p:sp>
        <p:nvSpPr>
          <p:cNvPr id="46" name="TextBox 45">
            <a:extLst>
              <a:ext uri="{FF2B5EF4-FFF2-40B4-BE49-F238E27FC236}">
                <a16:creationId xmlns:a16="http://schemas.microsoft.com/office/drawing/2014/main" id="{2E22D588-5ACD-E6CB-4BFC-229EDBF4E21A}"/>
              </a:ext>
            </a:extLst>
          </p:cNvPr>
          <p:cNvSpPr txBox="1"/>
          <p:nvPr/>
        </p:nvSpPr>
        <p:spPr>
          <a:xfrm>
            <a:off x="6654802" y="1522145"/>
            <a:ext cx="570089" cy="230832"/>
          </a:xfrm>
          <a:prstGeom prst="rect">
            <a:avLst/>
          </a:prstGeom>
          <a:noFill/>
        </p:spPr>
        <p:txBody>
          <a:bodyPr wrap="square" rtlCol="0">
            <a:spAutoFit/>
          </a:bodyPr>
          <a:lstStyle/>
          <a:p>
            <a:pPr algn="ctr"/>
            <a:r>
              <a:rPr lang="en-US" sz="900" dirty="0"/>
              <a:t>456789</a:t>
            </a:r>
          </a:p>
        </p:txBody>
      </p:sp>
      <p:sp>
        <p:nvSpPr>
          <p:cNvPr id="47" name="TextBox 46">
            <a:extLst>
              <a:ext uri="{FF2B5EF4-FFF2-40B4-BE49-F238E27FC236}">
                <a16:creationId xmlns:a16="http://schemas.microsoft.com/office/drawing/2014/main" id="{F2F99C4C-757F-2EFA-79EF-A245150994D5}"/>
              </a:ext>
            </a:extLst>
          </p:cNvPr>
          <p:cNvSpPr txBox="1"/>
          <p:nvPr/>
        </p:nvSpPr>
        <p:spPr>
          <a:xfrm>
            <a:off x="3640666" y="5028752"/>
            <a:ext cx="570089" cy="230832"/>
          </a:xfrm>
          <a:prstGeom prst="rect">
            <a:avLst/>
          </a:prstGeom>
          <a:noFill/>
        </p:spPr>
        <p:txBody>
          <a:bodyPr wrap="square" rtlCol="0">
            <a:spAutoFit/>
          </a:bodyPr>
          <a:lstStyle/>
          <a:p>
            <a:pPr algn="ctr"/>
            <a:r>
              <a:rPr lang="en-US" sz="900" dirty="0"/>
              <a:t>456789</a:t>
            </a:r>
          </a:p>
        </p:txBody>
      </p:sp>
      <p:sp>
        <p:nvSpPr>
          <p:cNvPr id="48" name="TextBox 47">
            <a:extLst>
              <a:ext uri="{FF2B5EF4-FFF2-40B4-BE49-F238E27FC236}">
                <a16:creationId xmlns:a16="http://schemas.microsoft.com/office/drawing/2014/main" id="{326BE1B9-67E6-E196-B40A-E48C88EB5490}"/>
              </a:ext>
            </a:extLst>
          </p:cNvPr>
          <p:cNvSpPr txBox="1"/>
          <p:nvPr/>
        </p:nvSpPr>
        <p:spPr>
          <a:xfrm>
            <a:off x="6654802" y="772726"/>
            <a:ext cx="570089" cy="230832"/>
          </a:xfrm>
          <a:prstGeom prst="rect">
            <a:avLst/>
          </a:prstGeom>
          <a:noFill/>
        </p:spPr>
        <p:txBody>
          <a:bodyPr wrap="square" rtlCol="0">
            <a:spAutoFit/>
          </a:bodyPr>
          <a:lstStyle/>
          <a:p>
            <a:pPr algn="ctr"/>
            <a:r>
              <a:rPr lang="en-US" sz="900" dirty="0"/>
              <a:t>489</a:t>
            </a:r>
          </a:p>
        </p:txBody>
      </p:sp>
      <p:sp>
        <p:nvSpPr>
          <p:cNvPr id="49" name="TextBox 48">
            <a:extLst>
              <a:ext uri="{FF2B5EF4-FFF2-40B4-BE49-F238E27FC236}">
                <a16:creationId xmlns:a16="http://schemas.microsoft.com/office/drawing/2014/main" id="{4DDF8F27-123E-E106-71DE-83FECDD249FE}"/>
              </a:ext>
            </a:extLst>
          </p:cNvPr>
          <p:cNvSpPr txBox="1"/>
          <p:nvPr/>
        </p:nvSpPr>
        <p:spPr>
          <a:xfrm>
            <a:off x="3138310" y="5028752"/>
            <a:ext cx="570089" cy="230832"/>
          </a:xfrm>
          <a:prstGeom prst="rect">
            <a:avLst/>
          </a:prstGeom>
          <a:noFill/>
        </p:spPr>
        <p:txBody>
          <a:bodyPr wrap="square" rtlCol="0">
            <a:spAutoFit/>
          </a:bodyPr>
          <a:lstStyle/>
          <a:p>
            <a:pPr algn="ctr"/>
            <a:r>
              <a:rPr lang="en-US" sz="900" dirty="0"/>
              <a:t>489</a:t>
            </a:r>
          </a:p>
        </p:txBody>
      </p:sp>
      <p:sp>
        <p:nvSpPr>
          <p:cNvPr id="50" name="TextBox 49">
            <a:extLst>
              <a:ext uri="{FF2B5EF4-FFF2-40B4-BE49-F238E27FC236}">
                <a16:creationId xmlns:a16="http://schemas.microsoft.com/office/drawing/2014/main" id="{DE9E3501-AD82-55AC-1FCF-B36AA150BB22}"/>
              </a:ext>
            </a:extLst>
          </p:cNvPr>
          <p:cNvSpPr txBox="1"/>
          <p:nvPr/>
        </p:nvSpPr>
        <p:spPr>
          <a:xfrm>
            <a:off x="6152446" y="1402877"/>
            <a:ext cx="570089" cy="230832"/>
          </a:xfrm>
          <a:prstGeom prst="rect">
            <a:avLst/>
          </a:prstGeom>
          <a:noFill/>
        </p:spPr>
        <p:txBody>
          <a:bodyPr wrap="square" rtlCol="0">
            <a:spAutoFit/>
          </a:bodyPr>
          <a:lstStyle/>
          <a:p>
            <a:pPr algn="ctr"/>
            <a:r>
              <a:rPr lang="en-US" sz="900" dirty="0"/>
              <a:t>5678</a:t>
            </a:r>
          </a:p>
        </p:txBody>
      </p:sp>
      <p:sp>
        <p:nvSpPr>
          <p:cNvPr id="51" name="TextBox 50">
            <a:extLst>
              <a:ext uri="{FF2B5EF4-FFF2-40B4-BE49-F238E27FC236}">
                <a16:creationId xmlns:a16="http://schemas.microsoft.com/office/drawing/2014/main" id="{9DA2B5A2-C6D3-49FA-D58E-D5119D2EF1EC}"/>
              </a:ext>
            </a:extLst>
          </p:cNvPr>
          <p:cNvSpPr txBox="1"/>
          <p:nvPr/>
        </p:nvSpPr>
        <p:spPr>
          <a:xfrm>
            <a:off x="3138310" y="4408541"/>
            <a:ext cx="570089" cy="230832"/>
          </a:xfrm>
          <a:prstGeom prst="rect">
            <a:avLst/>
          </a:prstGeom>
          <a:noFill/>
        </p:spPr>
        <p:txBody>
          <a:bodyPr wrap="square" rtlCol="0">
            <a:spAutoFit/>
          </a:bodyPr>
          <a:lstStyle/>
          <a:p>
            <a:pPr algn="ctr"/>
            <a:r>
              <a:rPr lang="en-US" sz="900" dirty="0"/>
              <a:t>5678</a:t>
            </a:r>
          </a:p>
        </p:txBody>
      </p:sp>
      <p:sp>
        <p:nvSpPr>
          <p:cNvPr id="52" name="TextBox 51">
            <a:extLst>
              <a:ext uri="{FF2B5EF4-FFF2-40B4-BE49-F238E27FC236}">
                <a16:creationId xmlns:a16="http://schemas.microsoft.com/office/drawing/2014/main" id="{E0A6923D-3FA9-3920-30B0-C2D21C8A42BF}"/>
              </a:ext>
            </a:extLst>
          </p:cNvPr>
          <p:cNvSpPr txBox="1"/>
          <p:nvPr/>
        </p:nvSpPr>
        <p:spPr>
          <a:xfrm>
            <a:off x="3640666" y="3406653"/>
            <a:ext cx="570089" cy="230832"/>
          </a:xfrm>
          <a:prstGeom prst="rect">
            <a:avLst/>
          </a:prstGeom>
          <a:noFill/>
        </p:spPr>
        <p:txBody>
          <a:bodyPr wrap="square" rtlCol="0">
            <a:spAutoFit/>
          </a:bodyPr>
          <a:lstStyle/>
          <a:p>
            <a:pPr algn="ctr"/>
            <a:r>
              <a:rPr lang="en-US" sz="900" dirty="0"/>
              <a:t>234567</a:t>
            </a:r>
          </a:p>
        </p:txBody>
      </p:sp>
      <p:sp>
        <p:nvSpPr>
          <p:cNvPr id="53" name="TextBox 52">
            <a:extLst>
              <a:ext uri="{FF2B5EF4-FFF2-40B4-BE49-F238E27FC236}">
                <a16:creationId xmlns:a16="http://schemas.microsoft.com/office/drawing/2014/main" id="{6821B213-05CC-47C8-5B0C-CE40470AB7D2}"/>
              </a:ext>
            </a:extLst>
          </p:cNvPr>
          <p:cNvSpPr txBox="1"/>
          <p:nvPr/>
        </p:nvSpPr>
        <p:spPr>
          <a:xfrm>
            <a:off x="3640666" y="4026865"/>
            <a:ext cx="570089" cy="230832"/>
          </a:xfrm>
          <a:prstGeom prst="rect">
            <a:avLst/>
          </a:prstGeom>
          <a:noFill/>
        </p:spPr>
        <p:txBody>
          <a:bodyPr wrap="square" rtlCol="0">
            <a:spAutoFit/>
          </a:bodyPr>
          <a:lstStyle/>
          <a:p>
            <a:pPr algn="ctr"/>
            <a:r>
              <a:rPr lang="en-US" sz="900" dirty="0"/>
              <a:t>456789</a:t>
            </a:r>
          </a:p>
        </p:txBody>
      </p:sp>
      <p:sp>
        <p:nvSpPr>
          <p:cNvPr id="54" name="TextBox 53">
            <a:extLst>
              <a:ext uri="{FF2B5EF4-FFF2-40B4-BE49-F238E27FC236}">
                <a16:creationId xmlns:a16="http://schemas.microsoft.com/office/drawing/2014/main" id="{9D5B9394-156F-4E0E-FA58-F6992C0E1744}"/>
              </a:ext>
            </a:extLst>
          </p:cNvPr>
          <p:cNvSpPr txBox="1"/>
          <p:nvPr/>
        </p:nvSpPr>
        <p:spPr>
          <a:xfrm>
            <a:off x="3138310" y="3788329"/>
            <a:ext cx="570089" cy="230832"/>
          </a:xfrm>
          <a:prstGeom prst="rect">
            <a:avLst/>
          </a:prstGeom>
          <a:noFill/>
        </p:spPr>
        <p:txBody>
          <a:bodyPr wrap="square" rtlCol="0">
            <a:spAutoFit/>
          </a:bodyPr>
          <a:lstStyle/>
          <a:p>
            <a:pPr algn="ctr"/>
            <a:r>
              <a:rPr lang="en-US" sz="900" dirty="0"/>
              <a:t>145678</a:t>
            </a:r>
          </a:p>
        </p:txBody>
      </p:sp>
      <p:sp>
        <p:nvSpPr>
          <p:cNvPr id="55" name="TextBox 54">
            <a:extLst>
              <a:ext uri="{FF2B5EF4-FFF2-40B4-BE49-F238E27FC236}">
                <a16:creationId xmlns:a16="http://schemas.microsoft.com/office/drawing/2014/main" id="{A961AD5A-2934-7B98-1FA7-F5C71C7CCA22}"/>
              </a:ext>
            </a:extLst>
          </p:cNvPr>
          <p:cNvSpPr txBox="1"/>
          <p:nvPr/>
        </p:nvSpPr>
        <p:spPr>
          <a:xfrm>
            <a:off x="6152446" y="2023089"/>
            <a:ext cx="570089" cy="230832"/>
          </a:xfrm>
          <a:prstGeom prst="rect">
            <a:avLst/>
          </a:prstGeom>
          <a:noFill/>
        </p:spPr>
        <p:txBody>
          <a:bodyPr wrap="square" rtlCol="0">
            <a:spAutoFit/>
          </a:bodyPr>
          <a:lstStyle/>
          <a:p>
            <a:pPr algn="ctr"/>
            <a:r>
              <a:rPr lang="en-US" sz="900" dirty="0"/>
              <a:t>145678</a:t>
            </a:r>
          </a:p>
        </p:txBody>
      </p:sp>
      <p:sp>
        <p:nvSpPr>
          <p:cNvPr id="56" name="TextBox 55">
            <a:extLst>
              <a:ext uri="{FF2B5EF4-FFF2-40B4-BE49-F238E27FC236}">
                <a16:creationId xmlns:a16="http://schemas.microsoft.com/office/drawing/2014/main" id="{07B08569-2C51-FE08-7318-32A554D657BC}"/>
              </a:ext>
            </a:extLst>
          </p:cNvPr>
          <p:cNvSpPr txBox="1"/>
          <p:nvPr/>
        </p:nvSpPr>
        <p:spPr>
          <a:xfrm>
            <a:off x="6654802" y="1784553"/>
            <a:ext cx="570089" cy="230832"/>
          </a:xfrm>
          <a:prstGeom prst="rect">
            <a:avLst/>
          </a:prstGeom>
          <a:noFill/>
        </p:spPr>
        <p:txBody>
          <a:bodyPr wrap="square" rtlCol="0">
            <a:spAutoFit/>
          </a:bodyPr>
          <a:lstStyle/>
          <a:p>
            <a:pPr algn="ctr"/>
            <a:r>
              <a:rPr lang="en-US" sz="900" dirty="0"/>
              <a:t>456789</a:t>
            </a:r>
          </a:p>
        </p:txBody>
      </p:sp>
      <p:sp>
        <p:nvSpPr>
          <p:cNvPr id="57" name="TextBox 56">
            <a:extLst>
              <a:ext uri="{FF2B5EF4-FFF2-40B4-BE49-F238E27FC236}">
                <a16:creationId xmlns:a16="http://schemas.microsoft.com/office/drawing/2014/main" id="{705853C3-F27B-35D5-CA75-9CF6FC6FEB75}"/>
              </a:ext>
            </a:extLst>
          </p:cNvPr>
          <p:cNvSpPr txBox="1"/>
          <p:nvPr/>
        </p:nvSpPr>
        <p:spPr>
          <a:xfrm>
            <a:off x="6654802" y="2524033"/>
            <a:ext cx="570089" cy="230832"/>
          </a:xfrm>
          <a:prstGeom prst="rect">
            <a:avLst/>
          </a:prstGeom>
          <a:noFill/>
        </p:spPr>
        <p:txBody>
          <a:bodyPr wrap="square" rtlCol="0">
            <a:spAutoFit/>
          </a:bodyPr>
          <a:lstStyle/>
          <a:p>
            <a:pPr algn="ctr"/>
            <a:r>
              <a:rPr lang="en-US" sz="900" dirty="0"/>
              <a:t>234567</a:t>
            </a:r>
          </a:p>
        </p:txBody>
      </p:sp>
      <p:sp>
        <p:nvSpPr>
          <p:cNvPr id="58" name="TextBox 57">
            <a:extLst>
              <a:ext uri="{FF2B5EF4-FFF2-40B4-BE49-F238E27FC236}">
                <a16:creationId xmlns:a16="http://schemas.microsoft.com/office/drawing/2014/main" id="{E72DAEB6-C2C4-C8EF-36E4-CAA153D23FFE}"/>
              </a:ext>
            </a:extLst>
          </p:cNvPr>
          <p:cNvSpPr txBox="1"/>
          <p:nvPr/>
        </p:nvSpPr>
        <p:spPr>
          <a:xfrm>
            <a:off x="4143022" y="1903821"/>
            <a:ext cx="570089" cy="230832"/>
          </a:xfrm>
          <a:prstGeom prst="rect">
            <a:avLst/>
          </a:prstGeom>
          <a:noFill/>
        </p:spPr>
        <p:txBody>
          <a:bodyPr wrap="square" rtlCol="0">
            <a:spAutoFit/>
          </a:bodyPr>
          <a:lstStyle/>
          <a:p>
            <a:pPr algn="ctr"/>
            <a:r>
              <a:rPr lang="en-US" sz="900" dirty="0"/>
              <a:t>457</a:t>
            </a:r>
          </a:p>
        </p:txBody>
      </p:sp>
      <p:sp>
        <p:nvSpPr>
          <p:cNvPr id="59" name="TextBox 58">
            <a:extLst>
              <a:ext uri="{FF2B5EF4-FFF2-40B4-BE49-F238E27FC236}">
                <a16:creationId xmlns:a16="http://schemas.microsoft.com/office/drawing/2014/main" id="{FB56A725-3CF3-5258-C1E0-284421E25C65}"/>
              </a:ext>
            </a:extLst>
          </p:cNvPr>
          <p:cNvSpPr txBox="1"/>
          <p:nvPr/>
        </p:nvSpPr>
        <p:spPr>
          <a:xfrm>
            <a:off x="3640666" y="2404765"/>
            <a:ext cx="570089" cy="230832"/>
          </a:xfrm>
          <a:prstGeom prst="rect">
            <a:avLst/>
          </a:prstGeom>
          <a:noFill/>
        </p:spPr>
        <p:txBody>
          <a:bodyPr wrap="square" rtlCol="0">
            <a:spAutoFit/>
          </a:bodyPr>
          <a:lstStyle/>
          <a:p>
            <a:pPr algn="ctr"/>
            <a:r>
              <a:rPr lang="en-US" sz="900" dirty="0"/>
              <a:t>234567</a:t>
            </a:r>
          </a:p>
        </p:txBody>
      </p:sp>
      <p:sp>
        <p:nvSpPr>
          <p:cNvPr id="60" name="TextBox 59">
            <a:extLst>
              <a:ext uri="{FF2B5EF4-FFF2-40B4-BE49-F238E27FC236}">
                <a16:creationId xmlns:a16="http://schemas.microsoft.com/office/drawing/2014/main" id="{1DFB0D54-18C2-1EF6-14DD-D4994FC33D82}"/>
              </a:ext>
            </a:extLst>
          </p:cNvPr>
          <p:cNvSpPr txBox="1"/>
          <p:nvPr/>
        </p:nvSpPr>
        <p:spPr>
          <a:xfrm>
            <a:off x="4143022" y="2905709"/>
            <a:ext cx="570089" cy="230832"/>
          </a:xfrm>
          <a:prstGeom prst="rect">
            <a:avLst/>
          </a:prstGeom>
          <a:noFill/>
        </p:spPr>
        <p:txBody>
          <a:bodyPr wrap="square" rtlCol="0">
            <a:spAutoFit/>
          </a:bodyPr>
          <a:lstStyle/>
          <a:p>
            <a:pPr algn="ctr"/>
            <a:r>
              <a:rPr lang="en-US" sz="900" dirty="0"/>
              <a:t>2457</a:t>
            </a:r>
          </a:p>
        </p:txBody>
      </p:sp>
      <p:sp>
        <p:nvSpPr>
          <p:cNvPr id="61" name="TextBox 60">
            <a:extLst>
              <a:ext uri="{FF2B5EF4-FFF2-40B4-BE49-F238E27FC236}">
                <a16:creationId xmlns:a16="http://schemas.microsoft.com/office/drawing/2014/main" id="{C345C871-84B9-5A04-512C-0C47AD7F718D}"/>
              </a:ext>
            </a:extLst>
          </p:cNvPr>
          <p:cNvSpPr txBox="1"/>
          <p:nvPr/>
        </p:nvSpPr>
        <p:spPr>
          <a:xfrm>
            <a:off x="6152446" y="2285497"/>
            <a:ext cx="570089" cy="230832"/>
          </a:xfrm>
          <a:prstGeom prst="rect">
            <a:avLst/>
          </a:prstGeom>
          <a:noFill/>
        </p:spPr>
        <p:txBody>
          <a:bodyPr wrap="square" rtlCol="0">
            <a:spAutoFit/>
          </a:bodyPr>
          <a:lstStyle/>
          <a:p>
            <a:pPr algn="ctr"/>
            <a:r>
              <a:rPr lang="en-US" sz="900" dirty="0"/>
              <a:t>2457</a:t>
            </a:r>
          </a:p>
        </p:txBody>
      </p:sp>
      <p:sp>
        <p:nvSpPr>
          <p:cNvPr id="62" name="TextBox 61">
            <a:extLst>
              <a:ext uri="{FF2B5EF4-FFF2-40B4-BE49-F238E27FC236}">
                <a16:creationId xmlns:a16="http://schemas.microsoft.com/office/drawing/2014/main" id="{4E8F3301-65CB-E849-0E4E-A23B86BB54D1}"/>
              </a:ext>
            </a:extLst>
          </p:cNvPr>
          <p:cNvSpPr txBox="1"/>
          <p:nvPr/>
        </p:nvSpPr>
        <p:spPr>
          <a:xfrm>
            <a:off x="6654802" y="2905709"/>
            <a:ext cx="570089" cy="230832"/>
          </a:xfrm>
          <a:prstGeom prst="rect">
            <a:avLst/>
          </a:prstGeom>
          <a:noFill/>
        </p:spPr>
        <p:txBody>
          <a:bodyPr wrap="square" rtlCol="0">
            <a:spAutoFit/>
          </a:bodyPr>
          <a:lstStyle/>
          <a:p>
            <a:pPr algn="ctr"/>
            <a:r>
              <a:rPr lang="en-US" sz="900" dirty="0"/>
              <a:t>234567</a:t>
            </a:r>
          </a:p>
        </p:txBody>
      </p:sp>
      <p:sp>
        <p:nvSpPr>
          <p:cNvPr id="63" name="TextBox 62">
            <a:extLst>
              <a:ext uri="{FF2B5EF4-FFF2-40B4-BE49-F238E27FC236}">
                <a16:creationId xmlns:a16="http://schemas.microsoft.com/office/drawing/2014/main" id="{11FD6F69-19ED-8F50-1739-9EFE8AC2DDA6}"/>
              </a:ext>
            </a:extLst>
          </p:cNvPr>
          <p:cNvSpPr txBox="1"/>
          <p:nvPr/>
        </p:nvSpPr>
        <p:spPr>
          <a:xfrm>
            <a:off x="7157158" y="3406653"/>
            <a:ext cx="570089" cy="230832"/>
          </a:xfrm>
          <a:prstGeom prst="rect">
            <a:avLst/>
          </a:prstGeom>
          <a:noFill/>
        </p:spPr>
        <p:txBody>
          <a:bodyPr wrap="square" rtlCol="0">
            <a:spAutoFit/>
          </a:bodyPr>
          <a:lstStyle/>
          <a:p>
            <a:pPr algn="ctr"/>
            <a:r>
              <a:rPr lang="en-US" sz="900" dirty="0"/>
              <a:t>457</a:t>
            </a:r>
          </a:p>
        </p:txBody>
      </p:sp>
      <p:sp>
        <p:nvSpPr>
          <p:cNvPr id="64" name="TextBox 63">
            <a:extLst>
              <a:ext uri="{FF2B5EF4-FFF2-40B4-BE49-F238E27FC236}">
                <a16:creationId xmlns:a16="http://schemas.microsoft.com/office/drawing/2014/main" id="{75A7FFAB-5B03-C7A8-8E5D-39B12732CAF6}"/>
              </a:ext>
            </a:extLst>
          </p:cNvPr>
          <p:cNvSpPr txBox="1"/>
          <p:nvPr/>
        </p:nvSpPr>
        <p:spPr>
          <a:xfrm>
            <a:off x="4645378" y="1283609"/>
            <a:ext cx="570089" cy="230832"/>
          </a:xfrm>
          <a:prstGeom prst="rect">
            <a:avLst/>
          </a:prstGeom>
          <a:noFill/>
        </p:spPr>
        <p:txBody>
          <a:bodyPr wrap="square" rtlCol="0">
            <a:spAutoFit/>
          </a:bodyPr>
          <a:lstStyle/>
          <a:p>
            <a:pPr algn="ctr"/>
            <a:r>
              <a:rPr lang="en-US" sz="900" dirty="0"/>
              <a:t>46</a:t>
            </a:r>
          </a:p>
        </p:txBody>
      </p:sp>
      <p:sp>
        <p:nvSpPr>
          <p:cNvPr id="65" name="TextBox 64">
            <a:extLst>
              <a:ext uri="{FF2B5EF4-FFF2-40B4-BE49-F238E27FC236}">
                <a16:creationId xmlns:a16="http://schemas.microsoft.com/office/drawing/2014/main" id="{239E4289-A066-EB2F-DC0E-A6B79E9D5772}"/>
              </a:ext>
            </a:extLst>
          </p:cNvPr>
          <p:cNvSpPr txBox="1"/>
          <p:nvPr/>
        </p:nvSpPr>
        <p:spPr>
          <a:xfrm>
            <a:off x="5147734" y="1903821"/>
            <a:ext cx="570089" cy="230832"/>
          </a:xfrm>
          <a:prstGeom prst="rect">
            <a:avLst/>
          </a:prstGeom>
          <a:noFill/>
        </p:spPr>
        <p:txBody>
          <a:bodyPr wrap="square" rtlCol="0">
            <a:spAutoFit/>
          </a:bodyPr>
          <a:lstStyle/>
          <a:p>
            <a:pPr algn="ctr"/>
            <a:r>
              <a:rPr lang="en-US" sz="900" dirty="0"/>
              <a:t>1679</a:t>
            </a:r>
          </a:p>
        </p:txBody>
      </p:sp>
      <p:sp>
        <p:nvSpPr>
          <p:cNvPr id="66" name="TextBox 65">
            <a:extLst>
              <a:ext uri="{FF2B5EF4-FFF2-40B4-BE49-F238E27FC236}">
                <a16:creationId xmlns:a16="http://schemas.microsoft.com/office/drawing/2014/main" id="{B2A52071-134F-7788-AA99-13BAA98DE81A}"/>
              </a:ext>
            </a:extLst>
          </p:cNvPr>
          <p:cNvSpPr txBox="1"/>
          <p:nvPr/>
        </p:nvSpPr>
        <p:spPr>
          <a:xfrm>
            <a:off x="5147734" y="2524033"/>
            <a:ext cx="570089" cy="230832"/>
          </a:xfrm>
          <a:prstGeom prst="rect">
            <a:avLst/>
          </a:prstGeom>
          <a:noFill/>
        </p:spPr>
        <p:txBody>
          <a:bodyPr wrap="square" rtlCol="0">
            <a:spAutoFit/>
          </a:bodyPr>
          <a:lstStyle/>
          <a:p>
            <a:pPr algn="ctr"/>
            <a:r>
              <a:rPr lang="en-US" sz="900" dirty="0"/>
              <a:t>2567</a:t>
            </a:r>
          </a:p>
        </p:txBody>
      </p:sp>
      <p:sp>
        <p:nvSpPr>
          <p:cNvPr id="67" name="TextBox 66">
            <a:extLst>
              <a:ext uri="{FF2B5EF4-FFF2-40B4-BE49-F238E27FC236}">
                <a16:creationId xmlns:a16="http://schemas.microsoft.com/office/drawing/2014/main" id="{1CC3F256-793E-A752-98D5-3E2044EEF5D6}"/>
              </a:ext>
            </a:extLst>
          </p:cNvPr>
          <p:cNvSpPr txBox="1"/>
          <p:nvPr/>
        </p:nvSpPr>
        <p:spPr>
          <a:xfrm>
            <a:off x="7157158" y="3907597"/>
            <a:ext cx="570089" cy="230832"/>
          </a:xfrm>
          <a:prstGeom prst="rect">
            <a:avLst/>
          </a:prstGeom>
          <a:noFill/>
        </p:spPr>
        <p:txBody>
          <a:bodyPr wrap="square" rtlCol="0">
            <a:spAutoFit/>
          </a:bodyPr>
          <a:lstStyle/>
          <a:p>
            <a:pPr algn="ctr"/>
            <a:r>
              <a:rPr lang="en-US" sz="900" dirty="0"/>
              <a:t>46</a:t>
            </a:r>
          </a:p>
        </p:txBody>
      </p:sp>
      <p:sp>
        <p:nvSpPr>
          <p:cNvPr id="68" name="TextBox 67">
            <a:extLst>
              <a:ext uri="{FF2B5EF4-FFF2-40B4-BE49-F238E27FC236}">
                <a16:creationId xmlns:a16="http://schemas.microsoft.com/office/drawing/2014/main" id="{9700DBBD-A6D8-5794-9198-DD65C8E70756}"/>
              </a:ext>
            </a:extLst>
          </p:cNvPr>
          <p:cNvSpPr txBox="1"/>
          <p:nvPr/>
        </p:nvSpPr>
        <p:spPr>
          <a:xfrm>
            <a:off x="6654802" y="4527809"/>
            <a:ext cx="570089" cy="230832"/>
          </a:xfrm>
          <a:prstGeom prst="rect">
            <a:avLst/>
          </a:prstGeom>
          <a:noFill/>
        </p:spPr>
        <p:txBody>
          <a:bodyPr wrap="square" rtlCol="0">
            <a:spAutoFit/>
          </a:bodyPr>
          <a:lstStyle/>
          <a:p>
            <a:pPr algn="ctr"/>
            <a:r>
              <a:rPr lang="en-US" sz="900" dirty="0"/>
              <a:t>2567</a:t>
            </a:r>
          </a:p>
        </p:txBody>
      </p:sp>
      <p:sp>
        <p:nvSpPr>
          <p:cNvPr id="69" name="TextBox 68">
            <a:extLst>
              <a:ext uri="{FF2B5EF4-FFF2-40B4-BE49-F238E27FC236}">
                <a16:creationId xmlns:a16="http://schemas.microsoft.com/office/drawing/2014/main" id="{C6904CF0-FB18-1D6B-0BD5-22DBA5C9EF21}"/>
              </a:ext>
            </a:extLst>
          </p:cNvPr>
          <p:cNvSpPr txBox="1"/>
          <p:nvPr/>
        </p:nvSpPr>
        <p:spPr>
          <a:xfrm>
            <a:off x="7157158" y="4527809"/>
            <a:ext cx="570089" cy="230832"/>
          </a:xfrm>
          <a:prstGeom prst="rect">
            <a:avLst/>
          </a:prstGeom>
          <a:noFill/>
        </p:spPr>
        <p:txBody>
          <a:bodyPr wrap="square" rtlCol="0">
            <a:spAutoFit/>
          </a:bodyPr>
          <a:lstStyle/>
          <a:p>
            <a:pPr algn="ctr"/>
            <a:r>
              <a:rPr lang="en-US" sz="900" dirty="0"/>
              <a:t>1679</a:t>
            </a:r>
          </a:p>
        </p:txBody>
      </p:sp>
      <p:sp>
        <p:nvSpPr>
          <p:cNvPr id="70" name="TextBox 69">
            <a:extLst>
              <a:ext uri="{FF2B5EF4-FFF2-40B4-BE49-F238E27FC236}">
                <a16:creationId xmlns:a16="http://schemas.microsoft.com/office/drawing/2014/main" id="{1B88D3AA-9466-6469-6D29-8C669B5C481B}"/>
              </a:ext>
            </a:extLst>
          </p:cNvPr>
          <p:cNvSpPr txBox="1"/>
          <p:nvPr/>
        </p:nvSpPr>
        <p:spPr>
          <a:xfrm>
            <a:off x="5650090" y="2285497"/>
            <a:ext cx="570089" cy="230832"/>
          </a:xfrm>
          <a:prstGeom prst="rect">
            <a:avLst/>
          </a:prstGeom>
          <a:noFill/>
        </p:spPr>
        <p:txBody>
          <a:bodyPr wrap="square" rtlCol="0">
            <a:spAutoFit/>
          </a:bodyPr>
          <a:lstStyle/>
          <a:p>
            <a:pPr algn="ctr"/>
            <a:r>
              <a:rPr lang="en-US" sz="900" dirty="0"/>
              <a:t>23467</a:t>
            </a:r>
          </a:p>
        </p:txBody>
      </p:sp>
      <p:sp>
        <p:nvSpPr>
          <p:cNvPr id="71" name="TextBox 70">
            <a:extLst>
              <a:ext uri="{FF2B5EF4-FFF2-40B4-BE49-F238E27FC236}">
                <a16:creationId xmlns:a16="http://schemas.microsoft.com/office/drawing/2014/main" id="{5B5D9377-F912-1B2B-714A-EBD6409C4D69}"/>
              </a:ext>
            </a:extLst>
          </p:cNvPr>
          <p:cNvSpPr txBox="1"/>
          <p:nvPr/>
        </p:nvSpPr>
        <p:spPr>
          <a:xfrm>
            <a:off x="5147734" y="2905709"/>
            <a:ext cx="570089" cy="230832"/>
          </a:xfrm>
          <a:prstGeom prst="rect">
            <a:avLst/>
          </a:prstGeom>
          <a:noFill/>
        </p:spPr>
        <p:txBody>
          <a:bodyPr wrap="square" rtlCol="0">
            <a:spAutoFit/>
          </a:bodyPr>
          <a:lstStyle/>
          <a:p>
            <a:pPr algn="ctr"/>
            <a:r>
              <a:rPr lang="en-US" sz="900" dirty="0"/>
              <a:t>125678</a:t>
            </a:r>
          </a:p>
        </p:txBody>
      </p:sp>
      <p:sp>
        <p:nvSpPr>
          <p:cNvPr id="72" name="TextBox 71">
            <a:extLst>
              <a:ext uri="{FF2B5EF4-FFF2-40B4-BE49-F238E27FC236}">
                <a16:creationId xmlns:a16="http://schemas.microsoft.com/office/drawing/2014/main" id="{EF42B20D-A1A9-A258-566F-BB9F0EABAFF0}"/>
              </a:ext>
            </a:extLst>
          </p:cNvPr>
          <p:cNvSpPr txBox="1"/>
          <p:nvPr/>
        </p:nvSpPr>
        <p:spPr>
          <a:xfrm>
            <a:off x="4645378" y="3525921"/>
            <a:ext cx="570089" cy="230832"/>
          </a:xfrm>
          <a:prstGeom prst="rect">
            <a:avLst/>
          </a:prstGeom>
          <a:noFill/>
        </p:spPr>
        <p:txBody>
          <a:bodyPr wrap="square" rtlCol="0">
            <a:spAutoFit/>
          </a:bodyPr>
          <a:lstStyle/>
          <a:p>
            <a:pPr algn="ctr"/>
            <a:r>
              <a:rPr lang="en-US" sz="900" dirty="0"/>
              <a:t>268</a:t>
            </a:r>
          </a:p>
        </p:txBody>
      </p:sp>
      <p:sp>
        <p:nvSpPr>
          <p:cNvPr id="74" name="TextBox 73">
            <a:extLst>
              <a:ext uri="{FF2B5EF4-FFF2-40B4-BE49-F238E27FC236}">
                <a16:creationId xmlns:a16="http://schemas.microsoft.com/office/drawing/2014/main" id="{935766A2-3860-A6E4-6097-4E359FCD304F}"/>
              </a:ext>
            </a:extLst>
          </p:cNvPr>
          <p:cNvSpPr txBox="1"/>
          <p:nvPr/>
        </p:nvSpPr>
        <p:spPr>
          <a:xfrm>
            <a:off x="6152446" y="4527809"/>
            <a:ext cx="570089" cy="230832"/>
          </a:xfrm>
          <a:prstGeom prst="rect">
            <a:avLst/>
          </a:prstGeom>
          <a:noFill/>
        </p:spPr>
        <p:txBody>
          <a:bodyPr wrap="square" rtlCol="0">
            <a:spAutoFit/>
          </a:bodyPr>
          <a:lstStyle/>
          <a:p>
            <a:pPr algn="ctr"/>
            <a:r>
              <a:rPr lang="en-US" sz="900" dirty="0"/>
              <a:t>125678</a:t>
            </a:r>
          </a:p>
        </p:txBody>
      </p:sp>
      <p:sp>
        <p:nvSpPr>
          <p:cNvPr id="75" name="TextBox 74">
            <a:extLst>
              <a:ext uri="{FF2B5EF4-FFF2-40B4-BE49-F238E27FC236}">
                <a16:creationId xmlns:a16="http://schemas.microsoft.com/office/drawing/2014/main" id="{D189E878-F7D9-1DB1-4E1B-2E012A72DA11}"/>
              </a:ext>
            </a:extLst>
          </p:cNvPr>
          <p:cNvSpPr txBox="1"/>
          <p:nvPr/>
        </p:nvSpPr>
        <p:spPr>
          <a:xfrm>
            <a:off x="6654802" y="3788329"/>
            <a:ext cx="570089" cy="230832"/>
          </a:xfrm>
          <a:prstGeom prst="rect">
            <a:avLst/>
          </a:prstGeom>
          <a:noFill/>
        </p:spPr>
        <p:txBody>
          <a:bodyPr wrap="square" rtlCol="0">
            <a:spAutoFit/>
          </a:bodyPr>
          <a:lstStyle/>
          <a:p>
            <a:pPr algn="ctr"/>
            <a:r>
              <a:rPr lang="en-US" sz="900" dirty="0"/>
              <a:t>23467</a:t>
            </a:r>
          </a:p>
        </p:txBody>
      </p:sp>
      <p:sp>
        <p:nvSpPr>
          <p:cNvPr id="76" name="TextBox 75">
            <a:extLst>
              <a:ext uri="{FF2B5EF4-FFF2-40B4-BE49-F238E27FC236}">
                <a16:creationId xmlns:a16="http://schemas.microsoft.com/office/drawing/2014/main" id="{CBE7011E-4A0B-D281-8E43-3B1053BE5C5B}"/>
              </a:ext>
            </a:extLst>
          </p:cNvPr>
          <p:cNvSpPr txBox="1"/>
          <p:nvPr/>
        </p:nvSpPr>
        <p:spPr>
          <a:xfrm>
            <a:off x="5650090" y="4527809"/>
            <a:ext cx="570089" cy="230832"/>
          </a:xfrm>
          <a:prstGeom prst="rect">
            <a:avLst/>
          </a:prstGeom>
          <a:noFill/>
        </p:spPr>
        <p:txBody>
          <a:bodyPr wrap="square" rtlCol="0">
            <a:spAutoFit/>
          </a:bodyPr>
          <a:lstStyle/>
          <a:p>
            <a:pPr algn="ctr"/>
            <a:r>
              <a:rPr lang="en-US" sz="900" dirty="0"/>
              <a:t>268</a:t>
            </a:r>
          </a:p>
        </p:txBody>
      </p:sp>
      <p:sp>
        <p:nvSpPr>
          <p:cNvPr id="73" name="TextBox 72">
            <a:extLst>
              <a:ext uri="{FF2B5EF4-FFF2-40B4-BE49-F238E27FC236}">
                <a16:creationId xmlns:a16="http://schemas.microsoft.com/office/drawing/2014/main" id="{7D6AD551-A1CA-8532-DC8F-120B831AD57F}"/>
              </a:ext>
            </a:extLst>
          </p:cNvPr>
          <p:cNvSpPr txBox="1"/>
          <p:nvPr/>
        </p:nvSpPr>
        <p:spPr>
          <a:xfrm>
            <a:off x="5147734" y="3287385"/>
            <a:ext cx="570089" cy="230832"/>
          </a:xfrm>
          <a:prstGeom prst="rect">
            <a:avLst/>
          </a:prstGeom>
          <a:noFill/>
        </p:spPr>
        <p:txBody>
          <a:bodyPr wrap="square" rtlCol="0">
            <a:spAutoFit/>
          </a:bodyPr>
          <a:lstStyle/>
          <a:p>
            <a:pPr algn="ctr"/>
            <a:r>
              <a:rPr lang="en-US" sz="900" dirty="0"/>
              <a:t>235678</a:t>
            </a:r>
          </a:p>
        </p:txBody>
      </p:sp>
      <p:sp>
        <p:nvSpPr>
          <p:cNvPr id="77" name="TextBox 76">
            <a:extLst>
              <a:ext uri="{FF2B5EF4-FFF2-40B4-BE49-F238E27FC236}">
                <a16:creationId xmlns:a16="http://schemas.microsoft.com/office/drawing/2014/main" id="{48BFB566-5940-D7BD-127C-BC8C84A863B0}"/>
              </a:ext>
            </a:extLst>
          </p:cNvPr>
          <p:cNvSpPr txBox="1"/>
          <p:nvPr/>
        </p:nvSpPr>
        <p:spPr>
          <a:xfrm>
            <a:off x="5650090" y="4026865"/>
            <a:ext cx="570089" cy="369332"/>
          </a:xfrm>
          <a:prstGeom prst="rect">
            <a:avLst/>
          </a:prstGeom>
          <a:noFill/>
        </p:spPr>
        <p:txBody>
          <a:bodyPr wrap="square" rtlCol="0">
            <a:spAutoFit/>
          </a:bodyPr>
          <a:lstStyle/>
          <a:p>
            <a:pPr algn="ctr"/>
            <a:r>
              <a:rPr lang="en-US" sz="900" dirty="0"/>
              <a:t>1236789</a:t>
            </a:r>
          </a:p>
        </p:txBody>
      </p:sp>
      <p:sp>
        <p:nvSpPr>
          <p:cNvPr id="78" name="TextBox 77">
            <a:extLst>
              <a:ext uri="{FF2B5EF4-FFF2-40B4-BE49-F238E27FC236}">
                <a16:creationId xmlns:a16="http://schemas.microsoft.com/office/drawing/2014/main" id="{C2E1F75D-EA06-8031-6A08-48F79DF1E53A}"/>
              </a:ext>
            </a:extLst>
          </p:cNvPr>
          <p:cNvSpPr txBox="1"/>
          <p:nvPr/>
        </p:nvSpPr>
        <p:spPr>
          <a:xfrm>
            <a:off x="6152446" y="3788329"/>
            <a:ext cx="570089" cy="230832"/>
          </a:xfrm>
          <a:prstGeom prst="rect">
            <a:avLst/>
          </a:prstGeom>
          <a:noFill/>
        </p:spPr>
        <p:txBody>
          <a:bodyPr wrap="square" rtlCol="0">
            <a:spAutoFit/>
          </a:bodyPr>
          <a:lstStyle/>
          <a:p>
            <a:pPr algn="ctr"/>
            <a:r>
              <a:rPr lang="en-US" sz="900" dirty="0"/>
              <a:t>235678</a:t>
            </a:r>
          </a:p>
        </p:txBody>
      </p:sp>
      <p:sp>
        <p:nvSpPr>
          <p:cNvPr id="79" name="TextBox 78">
            <a:extLst>
              <a:ext uri="{FF2B5EF4-FFF2-40B4-BE49-F238E27FC236}">
                <a16:creationId xmlns:a16="http://schemas.microsoft.com/office/drawing/2014/main" id="{DFDFA5C7-CBB2-3D5B-0E10-83CC45861A58}"/>
              </a:ext>
            </a:extLst>
          </p:cNvPr>
          <p:cNvSpPr txBox="1"/>
          <p:nvPr/>
        </p:nvSpPr>
        <p:spPr>
          <a:xfrm>
            <a:off x="6214537" y="3237891"/>
            <a:ext cx="462845" cy="584775"/>
          </a:xfrm>
          <a:prstGeom prst="rect">
            <a:avLst/>
          </a:prstGeom>
          <a:noFill/>
        </p:spPr>
        <p:txBody>
          <a:bodyPr wrap="square" rtlCol="0">
            <a:spAutoFit/>
          </a:bodyPr>
          <a:lstStyle/>
          <a:p>
            <a:pPr algn="ctr"/>
            <a:r>
              <a:rPr lang="en-US" sz="3200" dirty="0"/>
              <a:t>9</a:t>
            </a:r>
          </a:p>
        </p:txBody>
      </p:sp>
    </p:spTree>
    <p:extLst>
      <p:ext uri="{BB962C8B-B14F-4D97-AF65-F5344CB8AC3E}">
        <p14:creationId xmlns:p14="http://schemas.microsoft.com/office/powerpoint/2010/main" val="33247904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C60907-8CCC-BEDC-DF15-25A33A9A23AF}"/>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62BD1E29-74E1-700B-871F-FFF2DF75669E}"/>
              </a:ext>
            </a:extLst>
          </p:cNvPr>
          <p:cNvSpPr>
            <a:spLocks noGrp="1"/>
          </p:cNvSpPr>
          <p:nvPr>
            <p:ph sz="half" idx="1"/>
          </p:nvPr>
        </p:nvSpPr>
        <p:spPr/>
        <p:txBody>
          <a:bodyPr/>
          <a:lstStyle/>
          <a:p>
            <a:r>
              <a:rPr lang="en-US" dirty="0"/>
              <a:t>Complete upper right block.</a:t>
            </a:r>
          </a:p>
        </p:txBody>
      </p:sp>
      <p:pic>
        <p:nvPicPr>
          <p:cNvPr id="4" name="Picture 3" descr="A grid of sudoku puzzle&#10;&#10;Description automatically generated">
            <a:extLst>
              <a:ext uri="{FF2B5EF4-FFF2-40B4-BE49-F238E27FC236}">
                <a16:creationId xmlns:a16="http://schemas.microsoft.com/office/drawing/2014/main" id="{B26CD240-B39F-635B-9299-6ED91139CB76}"/>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272A9E89-88CC-279F-710A-C7564C515DD5}"/>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0A20C798-7D83-6A33-67BE-12EECC58631F}"/>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296BF3CA-9AB9-E2B9-9A81-75941308B477}"/>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B16EF0D9-05E5-21EE-8B0F-FD1ED32D8A2B}"/>
              </a:ext>
            </a:extLst>
          </p:cNvPr>
          <p:cNvSpPr txBox="1"/>
          <p:nvPr/>
        </p:nvSpPr>
        <p:spPr>
          <a:xfrm>
            <a:off x="4715935" y="1224551"/>
            <a:ext cx="462845" cy="584775"/>
          </a:xfrm>
          <a:prstGeom prst="rect">
            <a:avLst/>
          </a:prstGeom>
          <a:solidFill>
            <a:srgbClr val="92D050">
              <a:alpha val="30000"/>
            </a:srgbClr>
          </a:solidFill>
        </p:spPr>
        <p:txBody>
          <a:bodyPr wrap="square" rtlCol="0">
            <a:spAutoFit/>
          </a:bodyPr>
          <a:lstStyle/>
          <a:p>
            <a:pPr algn="ctr"/>
            <a:endParaRPr lang="en-US" sz="3200" dirty="0"/>
          </a:p>
        </p:txBody>
      </p:sp>
      <p:sp>
        <p:nvSpPr>
          <p:cNvPr id="8" name="TextBox 7">
            <a:extLst>
              <a:ext uri="{FF2B5EF4-FFF2-40B4-BE49-F238E27FC236}">
                <a16:creationId xmlns:a16="http://schemas.microsoft.com/office/drawing/2014/main" id="{6526F5F0-EC83-FF74-21F4-AED01D6E0067}"/>
              </a:ext>
            </a:extLst>
          </p:cNvPr>
          <p:cNvSpPr txBox="1"/>
          <p:nvPr/>
        </p:nvSpPr>
        <p:spPr>
          <a:xfrm>
            <a:off x="6214537" y="122455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9" name="TextBox 8">
            <a:extLst>
              <a:ext uri="{FF2B5EF4-FFF2-40B4-BE49-F238E27FC236}">
                <a16:creationId xmlns:a16="http://schemas.microsoft.com/office/drawing/2014/main" id="{49AF4D02-1AA5-DD0D-AE68-0D1A3A0598F6}"/>
              </a:ext>
            </a:extLst>
          </p:cNvPr>
          <p:cNvSpPr txBox="1"/>
          <p:nvPr/>
        </p:nvSpPr>
        <p:spPr>
          <a:xfrm>
            <a:off x="6714071" y="1224551"/>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10" name="TextBox 9">
            <a:extLst>
              <a:ext uri="{FF2B5EF4-FFF2-40B4-BE49-F238E27FC236}">
                <a16:creationId xmlns:a16="http://schemas.microsoft.com/office/drawing/2014/main" id="{648406F8-ECAE-060A-D133-F6B50BECB5DB}"/>
              </a:ext>
            </a:extLst>
          </p:cNvPr>
          <p:cNvSpPr txBox="1"/>
          <p:nvPr/>
        </p:nvSpPr>
        <p:spPr>
          <a:xfrm>
            <a:off x="7213604" y="122455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11" name="TextBox 10">
            <a:extLst>
              <a:ext uri="{FF2B5EF4-FFF2-40B4-BE49-F238E27FC236}">
                <a16:creationId xmlns:a16="http://schemas.microsoft.com/office/drawing/2014/main" id="{1C244BBA-B81F-96E3-E9D4-3442121342B0}"/>
              </a:ext>
            </a:extLst>
          </p:cNvPr>
          <p:cNvSpPr txBox="1"/>
          <p:nvPr/>
        </p:nvSpPr>
        <p:spPr>
          <a:xfrm>
            <a:off x="6714071" y="721216"/>
            <a:ext cx="462845" cy="584775"/>
          </a:xfrm>
          <a:prstGeom prst="rect">
            <a:avLst/>
          </a:prstGeom>
          <a:solidFill>
            <a:srgbClr val="92D050">
              <a:alpha val="30000"/>
            </a:srgbClr>
          </a:solidFill>
        </p:spPr>
        <p:txBody>
          <a:bodyPr wrap="square" rtlCol="0">
            <a:spAutoFit/>
          </a:bodyPr>
          <a:lstStyle/>
          <a:p>
            <a:pPr algn="ctr"/>
            <a:endParaRPr lang="en-US" sz="3200" dirty="0"/>
          </a:p>
        </p:txBody>
      </p:sp>
      <p:sp>
        <p:nvSpPr>
          <p:cNvPr id="12" name="TextBox 11">
            <a:extLst>
              <a:ext uri="{FF2B5EF4-FFF2-40B4-BE49-F238E27FC236}">
                <a16:creationId xmlns:a16="http://schemas.microsoft.com/office/drawing/2014/main" id="{FEF8775F-7087-2F83-DBCB-1CB10D982E6C}"/>
              </a:ext>
            </a:extLst>
          </p:cNvPr>
          <p:cNvSpPr txBox="1"/>
          <p:nvPr/>
        </p:nvSpPr>
        <p:spPr>
          <a:xfrm>
            <a:off x="7213604" y="721216"/>
            <a:ext cx="462845" cy="584775"/>
          </a:xfrm>
          <a:prstGeom prst="rect">
            <a:avLst/>
          </a:prstGeom>
          <a:solidFill>
            <a:srgbClr val="FF0000">
              <a:alpha val="30000"/>
            </a:srgbClr>
          </a:solidFill>
        </p:spPr>
        <p:txBody>
          <a:bodyPr wrap="square" rtlCol="0">
            <a:spAutoFit/>
          </a:bodyPr>
          <a:lstStyle/>
          <a:p>
            <a:pPr algn="ctr"/>
            <a:r>
              <a:rPr lang="en-US" sz="3200" dirty="0"/>
              <a:t>3</a:t>
            </a:r>
          </a:p>
        </p:txBody>
      </p:sp>
      <p:sp>
        <p:nvSpPr>
          <p:cNvPr id="13" name="TextBox 12">
            <a:extLst>
              <a:ext uri="{FF2B5EF4-FFF2-40B4-BE49-F238E27FC236}">
                <a16:creationId xmlns:a16="http://schemas.microsoft.com/office/drawing/2014/main" id="{99DC7FE0-1B94-CE7C-ABE2-7B8CB50D287F}"/>
              </a:ext>
            </a:extLst>
          </p:cNvPr>
          <p:cNvSpPr txBox="1"/>
          <p:nvPr/>
        </p:nvSpPr>
        <p:spPr>
          <a:xfrm>
            <a:off x="4216401" y="1727886"/>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14" name="TextBox 13">
            <a:extLst>
              <a:ext uri="{FF2B5EF4-FFF2-40B4-BE49-F238E27FC236}">
                <a16:creationId xmlns:a16="http://schemas.microsoft.com/office/drawing/2014/main" id="{936A5AD5-BDF1-C800-787A-601D73A828B8}"/>
              </a:ext>
            </a:extLst>
          </p:cNvPr>
          <p:cNvSpPr txBox="1"/>
          <p:nvPr/>
        </p:nvSpPr>
        <p:spPr>
          <a:xfrm>
            <a:off x="5215469" y="1727886"/>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15" name="TextBox 14">
            <a:extLst>
              <a:ext uri="{FF2B5EF4-FFF2-40B4-BE49-F238E27FC236}">
                <a16:creationId xmlns:a16="http://schemas.microsoft.com/office/drawing/2014/main" id="{356826F9-D58D-9937-1978-78A2F71FF056}"/>
              </a:ext>
            </a:extLst>
          </p:cNvPr>
          <p:cNvSpPr txBox="1"/>
          <p:nvPr/>
        </p:nvSpPr>
        <p:spPr>
          <a:xfrm>
            <a:off x="6214537" y="1727886"/>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16" name="TextBox 15">
            <a:extLst>
              <a:ext uri="{FF2B5EF4-FFF2-40B4-BE49-F238E27FC236}">
                <a16:creationId xmlns:a16="http://schemas.microsoft.com/office/drawing/2014/main" id="{9D5B6B8D-70E3-9E8B-7373-3A1DFD271E48}"/>
              </a:ext>
            </a:extLst>
          </p:cNvPr>
          <p:cNvSpPr txBox="1"/>
          <p:nvPr/>
        </p:nvSpPr>
        <p:spPr>
          <a:xfrm>
            <a:off x="6714071" y="172788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17" name="TextBox 16">
            <a:extLst>
              <a:ext uri="{FF2B5EF4-FFF2-40B4-BE49-F238E27FC236}">
                <a16:creationId xmlns:a16="http://schemas.microsoft.com/office/drawing/2014/main" id="{C9FAB0ED-0587-5802-5853-8C46D85D9114}"/>
              </a:ext>
            </a:extLst>
          </p:cNvPr>
          <p:cNvSpPr txBox="1"/>
          <p:nvPr/>
        </p:nvSpPr>
        <p:spPr>
          <a:xfrm>
            <a:off x="3716867" y="223122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18" name="TextBox 17">
            <a:extLst>
              <a:ext uri="{FF2B5EF4-FFF2-40B4-BE49-F238E27FC236}">
                <a16:creationId xmlns:a16="http://schemas.microsoft.com/office/drawing/2014/main" id="{DE90C668-DB1C-7634-297A-B92EAA7351E8}"/>
              </a:ext>
            </a:extLst>
          </p:cNvPr>
          <p:cNvSpPr txBox="1"/>
          <p:nvPr/>
        </p:nvSpPr>
        <p:spPr>
          <a:xfrm>
            <a:off x="5215469" y="2231221"/>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19" name="TextBox 18">
            <a:extLst>
              <a:ext uri="{FF2B5EF4-FFF2-40B4-BE49-F238E27FC236}">
                <a16:creationId xmlns:a16="http://schemas.microsoft.com/office/drawing/2014/main" id="{F0E586A7-2CF6-BB62-758C-E20689664B31}"/>
              </a:ext>
            </a:extLst>
          </p:cNvPr>
          <p:cNvSpPr txBox="1"/>
          <p:nvPr/>
        </p:nvSpPr>
        <p:spPr>
          <a:xfrm>
            <a:off x="5715003" y="2231221"/>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20" name="TextBox 19">
            <a:extLst>
              <a:ext uri="{FF2B5EF4-FFF2-40B4-BE49-F238E27FC236}">
                <a16:creationId xmlns:a16="http://schemas.microsoft.com/office/drawing/2014/main" id="{CBD18C56-A49E-C226-2898-B507CC5C4D31}"/>
              </a:ext>
            </a:extLst>
          </p:cNvPr>
          <p:cNvSpPr txBox="1"/>
          <p:nvPr/>
        </p:nvSpPr>
        <p:spPr>
          <a:xfrm>
            <a:off x="6214537" y="223122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21" name="TextBox 20">
            <a:extLst>
              <a:ext uri="{FF2B5EF4-FFF2-40B4-BE49-F238E27FC236}">
                <a16:creationId xmlns:a16="http://schemas.microsoft.com/office/drawing/2014/main" id="{A624B741-2778-2C69-7513-C71B9539E9F4}"/>
              </a:ext>
            </a:extLst>
          </p:cNvPr>
          <p:cNvSpPr txBox="1"/>
          <p:nvPr/>
        </p:nvSpPr>
        <p:spPr>
          <a:xfrm>
            <a:off x="6714071" y="223122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2" name="TextBox 21">
            <a:extLst>
              <a:ext uri="{FF2B5EF4-FFF2-40B4-BE49-F238E27FC236}">
                <a16:creationId xmlns:a16="http://schemas.microsoft.com/office/drawing/2014/main" id="{A3573AFB-923B-F623-97E5-A8454ECAE594}"/>
              </a:ext>
            </a:extLst>
          </p:cNvPr>
          <p:cNvSpPr txBox="1"/>
          <p:nvPr/>
        </p:nvSpPr>
        <p:spPr>
          <a:xfrm>
            <a:off x="4216401" y="2734556"/>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23" name="TextBox 22">
            <a:extLst>
              <a:ext uri="{FF2B5EF4-FFF2-40B4-BE49-F238E27FC236}">
                <a16:creationId xmlns:a16="http://schemas.microsoft.com/office/drawing/2014/main" id="{4C032D44-28EC-92A2-0110-D724E3C45E76}"/>
              </a:ext>
            </a:extLst>
          </p:cNvPr>
          <p:cNvSpPr txBox="1"/>
          <p:nvPr/>
        </p:nvSpPr>
        <p:spPr>
          <a:xfrm>
            <a:off x="5215469" y="2734556"/>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4" name="TextBox 23">
            <a:extLst>
              <a:ext uri="{FF2B5EF4-FFF2-40B4-BE49-F238E27FC236}">
                <a16:creationId xmlns:a16="http://schemas.microsoft.com/office/drawing/2014/main" id="{09C1823F-ED5A-3125-7B7E-E2539289E5F0}"/>
              </a:ext>
            </a:extLst>
          </p:cNvPr>
          <p:cNvSpPr txBox="1"/>
          <p:nvPr/>
        </p:nvSpPr>
        <p:spPr>
          <a:xfrm>
            <a:off x="6714071" y="2734556"/>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25" name="TextBox 24">
            <a:extLst>
              <a:ext uri="{FF2B5EF4-FFF2-40B4-BE49-F238E27FC236}">
                <a16:creationId xmlns:a16="http://schemas.microsoft.com/office/drawing/2014/main" id="{1D2127EB-B68E-40F5-2E17-3EDC78B45E59}"/>
              </a:ext>
            </a:extLst>
          </p:cNvPr>
          <p:cNvSpPr txBox="1"/>
          <p:nvPr/>
        </p:nvSpPr>
        <p:spPr>
          <a:xfrm>
            <a:off x="3716867" y="323789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6" name="TextBox 25">
            <a:extLst>
              <a:ext uri="{FF2B5EF4-FFF2-40B4-BE49-F238E27FC236}">
                <a16:creationId xmlns:a16="http://schemas.microsoft.com/office/drawing/2014/main" id="{E78416BB-A22D-F429-8092-866DAF6388F8}"/>
              </a:ext>
            </a:extLst>
          </p:cNvPr>
          <p:cNvSpPr txBox="1"/>
          <p:nvPr/>
        </p:nvSpPr>
        <p:spPr>
          <a:xfrm>
            <a:off x="4715935" y="323789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27" name="TextBox 26">
            <a:extLst>
              <a:ext uri="{FF2B5EF4-FFF2-40B4-BE49-F238E27FC236}">
                <a16:creationId xmlns:a16="http://schemas.microsoft.com/office/drawing/2014/main" id="{8AFE4CD0-EA5C-B807-42C3-3568F2D39B83}"/>
              </a:ext>
            </a:extLst>
          </p:cNvPr>
          <p:cNvSpPr txBox="1"/>
          <p:nvPr/>
        </p:nvSpPr>
        <p:spPr>
          <a:xfrm>
            <a:off x="5215469" y="323789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28" name="TextBox 27">
            <a:extLst>
              <a:ext uri="{FF2B5EF4-FFF2-40B4-BE49-F238E27FC236}">
                <a16:creationId xmlns:a16="http://schemas.microsoft.com/office/drawing/2014/main" id="{69EC136B-BFAD-4288-ACC5-691AB7D405E8}"/>
              </a:ext>
            </a:extLst>
          </p:cNvPr>
          <p:cNvSpPr txBox="1"/>
          <p:nvPr/>
        </p:nvSpPr>
        <p:spPr>
          <a:xfrm>
            <a:off x="7213604" y="3237891"/>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29" name="TextBox 28">
            <a:extLst>
              <a:ext uri="{FF2B5EF4-FFF2-40B4-BE49-F238E27FC236}">
                <a16:creationId xmlns:a16="http://schemas.microsoft.com/office/drawing/2014/main" id="{86FA0254-3DCA-767C-213D-940E664B6B13}"/>
              </a:ext>
            </a:extLst>
          </p:cNvPr>
          <p:cNvSpPr txBox="1"/>
          <p:nvPr/>
        </p:nvSpPr>
        <p:spPr>
          <a:xfrm>
            <a:off x="3217333" y="3741226"/>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30" name="TextBox 29">
            <a:extLst>
              <a:ext uri="{FF2B5EF4-FFF2-40B4-BE49-F238E27FC236}">
                <a16:creationId xmlns:a16="http://schemas.microsoft.com/office/drawing/2014/main" id="{776103A3-DA62-0F58-8182-ABD07404F03F}"/>
              </a:ext>
            </a:extLst>
          </p:cNvPr>
          <p:cNvSpPr txBox="1"/>
          <p:nvPr/>
        </p:nvSpPr>
        <p:spPr>
          <a:xfrm>
            <a:off x="3716867" y="374122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31" name="TextBox 30">
            <a:extLst>
              <a:ext uri="{FF2B5EF4-FFF2-40B4-BE49-F238E27FC236}">
                <a16:creationId xmlns:a16="http://schemas.microsoft.com/office/drawing/2014/main" id="{091C9111-21EC-AF10-2F7F-B23FA5C67BD5}"/>
              </a:ext>
            </a:extLst>
          </p:cNvPr>
          <p:cNvSpPr txBox="1"/>
          <p:nvPr/>
        </p:nvSpPr>
        <p:spPr>
          <a:xfrm>
            <a:off x="5715003" y="3741226"/>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32" name="TextBox 31">
            <a:extLst>
              <a:ext uri="{FF2B5EF4-FFF2-40B4-BE49-F238E27FC236}">
                <a16:creationId xmlns:a16="http://schemas.microsoft.com/office/drawing/2014/main" id="{4D09E5C8-CC96-A020-28AD-57807AECF5DE}"/>
              </a:ext>
            </a:extLst>
          </p:cNvPr>
          <p:cNvSpPr txBox="1"/>
          <p:nvPr/>
        </p:nvSpPr>
        <p:spPr>
          <a:xfrm>
            <a:off x="6214537" y="3741226"/>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33" name="TextBox 32">
            <a:extLst>
              <a:ext uri="{FF2B5EF4-FFF2-40B4-BE49-F238E27FC236}">
                <a16:creationId xmlns:a16="http://schemas.microsoft.com/office/drawing/2014/main" id="{B961FFA1-2FB0-C968-6FD2-4A1F9CB85ED3}"/>
              </a:ext>
            </a:extLst>
          </p:cNvPr>
          <p:cNvSpPr txBox="1"/>
          <p:nvPr/>
        </p:nvSpPr>
        <p:spPr>
          <a:xfrm>
            <a:off x="6714071" y="374122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34" name="TextBox 33">
            <a:extLst>
              <a:ext uri="{FF2B5EF4-FFF2-40B4-BE49-F238E27FC236}">
                <a16:creationId xmlns:a16="http://schemas.microsoft.com/office/drawing/2014/main" id="{601AE5C5-7D3E-FF60-AF2A-162D6E6D116F}"/>
              </a:ext>
            </a:extLst>
          </p:cNvPr>
          <p:cNvSpPr txBox="1"/>
          <p:nvPr/>
        </p:nvSpPr>
        <p:spPr>
          <a:xfrm>
            <a:off x="7213604" y="3741226"/>
            <a:ext cx="462845" cy="584775"/>
          </a:xfrm>
          <a:prstGeom prst="rect">
            <a:avLst/>
          </a:prstGeom>
          <a:solidFill>
            <a:srgbClr val="92D050">
              <a:alpha val="30000"/>
            </a:srgbClr>
          </a:solidFill>
        </p:spPr>
        <p:txBody>
          <a:bodyPr wrap="square" rtlCol="0">
            <a:spAutoFit/>
          </a:bodyPr>
          <a:lstStyle/>
          <a:p>
            <a:pPr algn="ctr"/>
            <a:endParaRPr lang="en-US" sz="3200" dirty="0"/>
          </a:p>
        </p:txBody>
      </p:sp>
      <p:sp>
        <p:nvSpPr>
          <p:cNvPr id="35" name="TextBox 34">
            <a:extLst>
              <a:ext uri="{FF2B5EF4-FFF2-40B4-BE49-F238E27FC236}">
                <a16:creationId xmlns:a16="http://schemas.microsoft.com/office/drawing/2014/main" id="{A12902FB-59E2-9B54-45E1-2E1AE867B04B}"/>
              </a:ext>
            </a:extLst>
          </p:cNvPr>
          <p:cNvSpPr txBox="1"/>
          <p:nvPr/>
        </p:nvSpPr>
        <p:spPr>
          <a:xfrm>
            <a:off x="3217333" y="424456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36" name="TextBox 35">
            <a:extLst>
              <a:ext uri="{FF2B5EF4-FFF2-40B4-BE49-F238E27FC236}">
                <a16:creationId xmlns:a16="http://schemas.microsoft.com/office/drawing/2014/main" id="{09B8C3CB-1F22-9EEA-E641-A0FEE55F84A3}"/>
              </a:ext>
            </a:extLst>
          </p:cNvPr>
          <p:cNvSpPr txBox="1"/>
          <p:nvPr/>
        </p:nvSpPr>
        <p:spPr>
          <a:xfrm>
            <a:off x="4216401" y="4244561"/>
            <a:ext cx="462845" cy="584775"/>
          </a:xfrm>
          <a:prstGeom prst="rect">
            <a:avLst/>
          </a:prstGeom>
          <a:solidFill>
            <a:srgbClr val="FF0000">
              <a:alpha val="30000"/>
            </a:srgbClr>
          </a:solidFill>
        </p:spPr>
        <p:txBody>
          <a:bodyPr wrap="square" rtlCol="0">
            <a:spAutoFit/>
          </a:bodyPr>
          <a:lstStyle/>
          <a:p>
            <a:pPr algn="ctr"/>
            <a:r>
              <a:rPr lang="en-US" sz="3200" dirty="0"/>
              <a:t>3</a:t>
            </a:r>
          </a:p>
        </p:txBody>
      </p:sp>
      <p:sp>
        <p:nvSpPr>
          <p:cNvPr id="37" name="TextBox 36">
            <a:extLst>
              <a:ext uri="{FF2B5EF4-FFF2-40B4-BE49-F238E27FC236}">
                <a16:creationId xmlns:a16="http://schemas.microsoft.com/office/drawing/2014/main" id="{209D67F2-31BF-5673-E2F2-40CE9E918133}"/>
              </a:ext>
            </a:extLst>
          </p:cNvPr>
          <p:cNvSpPr txBox="1"/>
          <p:nvPr/>
        </p:nvSpPr>
        <p:spPr>
          <a:xfrm>
            <a:off x="5715003" y="424456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38" name="TextBox 37">
            <a:extLst>
              <a:ext uri="{FF2B5EF4-FFF2-40B4-BE49-F238E27FC236}">
                <a16:creationId xmlns:a16="http://schemas.microsoft.com/office/drawing/2014/main" id="{43C08963-2878-88E7-A25D-D9012F9A9E2B}"/>
              </a:ext>
            </a:extLst>
          </p:cNvPr>
          <p:cNvSpPr txBox="1"/>
          <p:nvPr/>
        </p:nvSpPr>
        <p:spPr>
          <a:xfrm>
            <a:off x="6214537" y="424456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39" name="TextBox 38">
            <a:extLst>
              <a:ext uri="{FF2B5EF4-FFF2-40B4-BE49-F238E27FC236}">
                <a16:creationId xmlns:a16="http://schemas.microsoft.com/office/drawing/2014/main" id="{84C2362E-9EF3-4623-4467-E3D37E10C9FF}"/>
              </a:ext>
            </a:extLst>
          </p:cNvPr>
          <p:cNvSpPr txBox="1"/>
          <p:nvPr/>
        </p:nvSpPr>
        <p:spPr>
          <a:xfrm>
            <a:off x="6714071" y="4244561"/>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40" name="TextBox 39">
            <a:extLst>
              <a:ext uri="{FF2B5EF4-FFF2-40B4-BE49-F238E27FC236}">
                <a16:creationId xmlns:a16="http://schemas.microsoft.com/office/drawing/2014/main" id="{349C822D-FE01-97A7-5316-7BBE81F7E534}"/>
              </a:ext>
            </a:extLst>
          </p:cNvPr>
          <p:cNvSpPr txBox="1"/>
          <p:nvPr/>
        </p:nvSpPr>
        <p:spPr>
          <a:xfrm>
            <a:off x="7213604" y="424456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41" name="TextBox 40">
            <a:extLst>
              <a:ext uri="{FF2B5EF4-FFF2-40B4-BE49-F238E27FC236}">
                <a16:creationId xmlns:a16="http://schemas.microsoft.com/office/drawing/2014/main" id="{BD4A499F-0444-1259-A775-9CD531DB2631}"/>
              </a:ext>
            </a:extLst>
          </p:cNvPr>
          <p:cNvSpPr txBox="1"/>
          <p:nvPr/>
        </p:nvSpPr>
        <p:spPr>
          <a:xfrm>
            <a:off x="3217333" y="4747898"/>
            <a:ext cx="462845" cy="584775"/>
          </a:xfrm>
          <a:prstGeom prst="rect">
            <a:avLst/>
          </a:prstGeom>
          <a:solidFill>
            <a:srgbClr val="92D050">
              <a:alpha val="30000"/>
            </a:srgbClr>
          </a:solidFill>
        </p:spPr>
        <p:txBody>
          <a:bodyPr wrap="square" rtlCol="0">
            <a:spAutoFit/>
          </a:bodyPr>
          <a:lstStyle/>
          <a:p>
            <a:pPr algn="ctr"/>
            <a:endParaRPr lang="en-US" sz="3200" dirty="0"/>
          </a:p>
        </p:txBody>
      </p:sp>
      <p:sp>
        <p:nvSpPr>
          <p:cNvPr id="42" name="TextBox 41">
            <a:extLst>
              <a:ext uri="{FF2B5EF4-FFF2-40B4-BE49-F238E27FC236}">
                <a16:creationId xmlns:a16="http://schemas.microsoft.com/office/drawing/2014/main" id="{413B9B8E-F87D-BFDC-5581-9E7D3E630640}"/>
              </a:ext>
            </a:extLst>
          </p:cNvPr>
          <p:cNvSpPr txBox="1"/>
          <p:nvPr/>
        </p:nvSpPr>
        <p:spPr>
          <a:xfrm>
            <a:off x="3716867" y="4747898"/>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43" name="TextBox 42">
            <a:extLst>
              <a:ext uri="{FF2B5EF4-FFF2-40B4-BE49-F238E27FC236}">
                <a16:creationId xmlns:a16="http://schemas.microsoft.com/office/drawing/2014/main" id="{EA506531-2ABB-7DFA-08AA-C110E51DECB2}"/>
              </a:ext>
            </a:extLst>
          </p:cNvPr>
          <p:cNvSpPr txBox="1"/>
          <p:nvPr/>
        </p:nvSpPr>
        <p:spPr>
          <a:xfrm>
            <a:off x="4216401" y="4747898"/>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44" name="TextBox 43">
            <a:extLst>
              <a:ext uri="{FF2B5EF4-FFF2-40B4-BE49-F238E27FC236}">
                <a16:creationId xmlns:a16="http://schemas.microsoft.com/office/drawing/2014/main" id="{C46C50C4-9C8E-099E-CDDC-8A9D8ADF4548}"/>
              </a:ext>
            </a:extLst>
          </p:cNvPr>
          <p:cNvSpPr txBox="1"/>
          <p:nvPr/>
        </p:nvSpPr>
        <p:spPr>
          <a:xfrm>
            <a:off x="7157158" y="1522145"/>
            <a:ext cx="570089" cy="230832"/>
          </a:xfrm>
          <a:prstGeom prst="rect">
            <a:avLst/>
          </a:prstGeom>
          <a:noFill/>
        </p:spPr>
        <p:txBody>
          <a:bodyPr wrap="square" rtlCol="0">
            <a:spAutoFit/>
          </a:bodyPr>
          <a:lstStyle/>
          <a:p>
            <a:pPr algn="ctr"/>
            <a:r>
              <a:rPr lang="en-US" sz="900" dirty="0"/>
              <a:t>457</a:t>
            </a:r>
          </a:p>
        </p:txBody>
      </p:sp>
      <p:sp>
        <p:nvSpPr>
          <p:cNvPr id="45" name="TextBox 44">
            <a:extLst>
              <a:ext uri="{FF2B5EF4-FFF2-40B4-BE49-F238E27FC236}">
                <a16:creationId xmlns:a16="http://schemas.microsoft.com/office/drawing/2014/main" id="{BBE71DA3-7CAF-5CC7-229A-119FCE7EA2D3}"/>
              </a:ext>
            </a:extLst>
          </p:cNvPr>
          <p:cNvSpPr txBox="1"/>
          <p:nvPr/>
        </p:nvSpPr>
        <p:spPr>
          <a:xfrm>
            <a:off x="4143022" y="5028752"/>
            <a:ext cx="570089" cy="230832"/>
          </a:xfrm>
          <a:prstGeom prst="rect">
            <a:avLst/>
          </a:prstGeom>
          <a:noFill/>
        </p:spPr>
        <p:txBody>
          <a:bodyPr wrap="square" rtlCol="0">
            <a:spAutoFit/>
          </a:bodyPr>
          <a:lstStyle/>
          <a:p>
            <a:pPr algn="ctr"/>
            <a:r>
              <a:rPr lang="en-US" sz="900" dirty="0"/>
              <a:t>457</a:t>
            </a:r>
          </a:p>
        </p:txBody>
      </p:sp>
      <p:sp>
        <p:nvSpPr>
          <p:cNvPr id="46" name="TextBox 45">
            <a:extLst>
              <a:ext uri="{FF2B5EF4-FFF2-40B4-BE49-F238E27FC236}">
                <a16:creationId xmlns:a16="http://schemas.microsoft.com/office/drawing/2014/main" id="{988706EA-2C8B-848F-EA6F-AF4041D01072}"/>
              </a:ext>
            </a:extLst>
          </p:cNvPr>
          <p:cNvSpPr txBox="1"/>
          <p:nvPr/>
        </p:nvSpPr>
        <p:spPr>
          <a:xfrm>
            <a:off x="6654802" y="1522145"/>
            <a:ext cx="570089" cy="230832"/>
          </a:xfrm>
          <a:prstGeom prst="rect">
            <a:avLst/>
          </a:prstGeom>
          <a:noFill/>
        </p:spPr>
        <p:txBody>
          <a:bodyPr wrap="square" rtlCol="0">
            <a:spAutoFit/>
          </a:bodyPr>
          <a:lstStyle/>
          <a:p>
            <a:pPr algn="ctr"/>
            <a:r>
              <a:rPr lang="en-US" sz="900" dirty="0"/>
              <a:t>456789</a:t>
            </a:r>
          </a:p>
        </p:txBody>
      </p:sp>
      <p:sp>
        <p:nvSpPr>
          <p:cNvPr id="47" name="TextBox 46">
            <a:extLst>
              <a:ext uri="{FF2B5EF4-FFF2-40B4-BE49-F238E27FC236}">
                <a16:creationId xmlns:a16="http://schemas.microsoft.com/office/drawing/2014/main" id="{2B0B86B6-D560-D1AA-A3B6-5C2DB4FDFCC9}"/>
              </a:ext>
            </a:extLst>
          </p:cNvPr>
          <p:cNvSpPr txBox="1"/>
          <p:nvPr/>
        </p:nvSpPr>
        <p:spPr>
          <a:xfrm>
            <a:off x="3640666" y="5028752"/>
            <a:ext cx="570089" cy="230832"/>
          </a:xfrm>
          <a:prstGeom prst="rect">
            <a:avLst/>
          </a:prstGeom>
          <a:noFill/>
        </p:spPr>
        <p:txBody>
          <a:bodyPr wrap="square" rtlCol="0">
            <a:spAutoFit/>
          </a:bodyPr>
          <a:lstStyle/>
          <a:p>
            <a:pPr algn="ctr"/>
            <a:r>
              <a:rPr lang="en-US" sz="900" dirty="0"/>
              <a:t>456789</a:t>
            </a:r>
          </a:p>
        </p:txBody>
      </p:sp>
      <p:sp>
        <p:nvSpPr>
          <p:cNvPr id="48" name="TextBox 47">
            <a:extLst>
              <a:ext uri="{FF2B5EF4-FFF2-40B4-BE49-F238E27FC236}">
                <a16:creationId xmlns:a16="http://schemas.microsoft.com/office/drawing/2014/main" id="{6812E761-C3C0-851A-D5B6-BE10765EC56D}"/>
              </a:ext>
            </a:extLst>
          </p:cNvPr>
          <p:cNvSpPr txBox="1"/>
          <p:nvPr/>
        </p:nvSpPr>
        <p:spPr>
          <a:xfrm>
            <a:off x="6654802" y="772726"/>
            <a:ext cx="570089" cy="230832"/>
          </a:xfrm>
          <a:prstGeom prst="rect">
            <a:avLst/>
          </a:prstGeom>
          <a:noFill/>
        </p:spPr>
        <p:txBody>
          <a:bodyPr wrap="square" rtlCol="0">
            <a:spAutoFit/>
          </a:bodyPr>
          <a:lstStyle/>
          <a:p>
            <a:pPr algn="ctr"/>
            <a:r>
              <a:rPr lang="en-US" sz="900" dirty="0"/>
              <a:t>489</a:t>
            </a:r>
          </a:p>
        </p:txBody>
      </p:sp>
      <p:sp>
        <p:nvSpPr>
          <p:cNvPr id="49" name="TextBox 48">
            <a:extLst>
              <a:ext uri="{FF2B5EF4-FFF2-40B4-BE49-F238E27FC236}">
                <a16:creationId xmlns:a16="http://schemas.microsoft.com/office/drawing/2014/main" id="{00AD7763-0559-69E0-FF0A-04ABF5D402AA}"/>
              </a:ext>
            </a:extLst>
          </p:cNvPr>
          <p:cNvSpPr txBox="1"/>
          <p:nvPr/>
        </p:nvSpPr>
        <p:spPr>
          <a:xfrm>
            <a:off x="3138310" y="5028752"/>
            <a:ext cx="570089" cy="230832"/>
          </a:xfrm>
          <a:prstGeom prst="rect">
            <a:avLst/>
          </a:prstGeom>
          <a:noFill/>
        </p:spPr>
        <p:txBody>
          <a:bodyPr wrap="square" rtlCol="0">
            <a:spAutoFit/>
          </a:bodyPr>
          <a:lstStyle/>
          <a:p>
            <a:pPr algn="ctr"/>
            <a:r>
              <a:rPr lang="en-US" sz="900" dirty="0"/>
              <a:t>489</a:t>
            </a:r>
          </a:p>
        </p:txBody>
      </p:sp>
      <p:sp>
        <p:nvSpPr>
          <p:cNvPr id="50" name="TextBox 49">
            <a:extLst>
              <a:ext uri="{FF2B5EF4-FFF2-40B4-BE49-F238E27FC236}">
                <a16:creationId xmlns:a16="http://schemas.microsoft.com/office/drawing/2014/main" id="{FE8B2F4C-1ED9-FE27-7BE9-401B3DA1E576}"/>
              </a:ext>
            </a:extLst>
          </p:cNvPr>
          <p:cNvSpPr txBox="1"/>
          <p:nvPr/>
        </p:nvSpPr>
        <p:spPr>
          <a:xfrm>
            <a:off x="6152446" y="1402877"/>
            <a:ext cx="570089" cy="230832"/>
          </a:xfrm>
          <a:prstGeom prst="rect">
            <a:avLst/>
          </a:prstGeom>
          <a:noFill/>
        </p:spPr>
        <p:txBody>
          <a:bodyPr wrap="square" rtlCol="0">
            <a:spAutoFit/>
          </a:bodyPr>
          <a:lstStyle/>
          <a:p>
            <a:pPr algn="ctr"/>
            <a:r>
              <a:rPr lang="en-US" sz="900" dirty="0"/>
              <a:t>5678</a:t>
            </a:r>
          </a:p>
        </p:txBody>
      </p:sp>
      <p:sp>
        <p:nvSpPr>
          <p:cNvPr id="51" name="TextBox 50">
            <a:extLst>
              <a:ext uri="{FF2B5EF4-FFF2-40B4-BE49-F238E27FC236}">
                <a16:creationId xmlns:a16="http://schemas.microsoft.com/office/drawing/2014/main" id="{51AE809B-885B-0B84-B780-B0B71491BA4B}"/>
              </a:ext>
            </a:extLst>
          </p:cNvPr>
          <p:cNvSpPr txBox="1"/>
          <p:nvPr/>
        </p:nvSpPr>
        <p:spPr>
          <a:xfrm>
            <a:off x="3138310" y="4408541"/>
            <a:ext cx="570089" cy="230832"/>
          </a:xfrm>
          <a:prstGeom prst="rect">
            <a:avLst/>
          </a:prstGeom>
          <a:noFill/>
        </p:spPr>
        <p:txBody>
          <a:bodyPr wrap="square" rtlCol="0">
            <a:spAutoFit/>
          </a:bodyPr>
          <a:lstStyle/>
          <a:p>
            <a:pPr algn="ctr"/>
            <a:r>
              <a:rPr lang="en-US" sz="900" dirty="0"/>
              <a:t>5678</a:t>
            </a:r>
          </a:p>
        </p:txBody>
      </p:sp>
      <p:sp>
        <p:nvSpPr>
          <p:cNvPr id="52" name="TextBox 51">
            <a:extLst>
              <a:ext uri="{FF2B5EF4-FFF2-40B4-BE49-F238E27FC236}">
                <a16:creationId xmlns:a16="http://schemas.microsoft.com/office/drawing/2014/main" id="{672141BD-B7EE-DC19-C619-CD8C13020F0E}"/>
              </a:ext>
            </a:extLst>
          </p:cNvPr>
          <p:cNvSpPr txBox="1"/>
          <p:nvPr/>
        </p:nvSpPr>
        <p:spPr>
          <a:xfrm>
            <a:off x="3640666" y="3406653"/>
            <a:ext cx="570089" cy="230832"/>
          </a:xfrm>
          <a:prstGeom prst="rect">
            <a:avLst/>
          </a:prstGeom>
          <a:noFill/>
        </p:spPr>
        <p:txBody>
          <a:bodyPr wrap="square" rtlCol="0">
            <a:spAutoFit/>
          </a:bodyPr>
          <a:lstStyle/>
          <a:p>
            <a:pPr algn="ctr"/>
            <a:r>
              <a:rPr lang="en-US" sz="900" dirty="0"/>
              <a:t>234567</a:t>
            </a:r>
          </a:p>
        </p:txBody>
      </p:sp>
      <p:sp>
        <p:nvSpPr>
          <p:cNvPr id="53" name="TextBox 52">
            <a:extLst>
              <a:ext uri="{FF2B5EF4-FFF2-40B4-BE49-F238E27FC236}">
                <a16:creationId xmlns:a16="http://schemas.microsoft.com/office/drawing/2014/main" id="{B9701DC8-A7CC-77F4-BE96-A56251FAC58F}"/>
              </a:ext>
            </a:extLst>
          </p:cNvPr>
          <p:cNvSpPr txBox="1"/>
          <p:nvPr/>
        </p:nvSpPr>
        <p:spPr>
          <a:xfrm>
            <a:off x="3640666" y="4026865"/>
            <a:ext cx="570089" cy="230832"/>
          </a:xfrm>
          <a:prstGeom prst="rect">
            <a:avLst/>
          </a:prstGeom>
          <a:noFill/>
        </p:spPr>
        <p:txBody>
          <a:bodyPr wrap="square" rtlCol="0">
            <a:spAutoFit/>
          </a:bodyPr>
          <a:lstStyle/>
          <a:p>
            <a:pPr algn="ctr"/>
            <a:r>
              <a:rPr lang="en-US" sz="900" dirty="0"/>
              <a:t>456789</a:t>
            </a:r>
          </a:p>
        </p:txBody>
      </p:sp>
      <p:sp>
        <p:nvSpPr>
          <p:cNvPr id="54" name="TextBox 53">
            <a:extLst>
              <a:ext uri="{FF2B5EF4-FFF2-40B4-BE49-F238E27FC236}">
                <a16:creationId xmlns:a16="http://schemas.microsoft.com/office/drawing/2014/main" id="{A9414439-3391-0C8B-0912-00D421102ED9}"/>
              </a:ext>
            </a:extLst>
          </p:cNvPr>
          <p:cNvSpPr txBox="1"/>
          <p:nvPr/>
        </p:nvSpPr>
        <p:spPr>
          <a:xfrm>
            <a:off x="3138310" y="3788329"/>
            <a:ext cx="570089" cy="230832"/>
          </a:xfrm>
          <a:prstGeom prst="rect">
            <a:avLst/>
          </a:prstGeom>
          <a:noFill/>
        </p:spPr>
        <p:txBody>
          <a:bodyPr wrap="square" rtlCol="0">
            <a:spAutoFit/>
          </a:bodyPr>
          <a:lstStyle/>
          <a:p>
            <a:pPr algn="ctr"/>
            <a:r>
              <a:rPr lang="en-US" sz="900" dirty="0"/>
              <a:t>145678</a:t>
            </a:r>
          </a:p>
        </p:txBody>
      </p:sp>
      <p:sp>
        <p:nvSpPr>
          <p:cNvPr id="55" name="TextBox 54">
            <a:extLst>
              <a:ext uri="{FF2B5EF4-FFF2-40B4-BE49-F238E27FC236}">
                <a16:creationId xmlns:a16="http://schemas.microsoft.com/office/drawing/2014/main" id="{5EA12708-24EF-20E4-4DC0-0F6B5F553F90}"/>
              </a:ext>
            </a:extLst>
          </p:cNvPr>
          <p:cNvSpPr txBox="1"/>
          <p:nvPr/>
        </p:nvSpPr>
        <p:spPr>
          <a:xfrm>
            <a:off x="6152446" y="2023089"/>
            <a:ext cx="570089" cy="230832"/>
          </a:xfrm>
          <a:prstGeom prst="rect">
            <a:avLst/>
          </a:prstGeom>
          <a:noFill/>
        </p:spPr>
        <p:txBody>
          <a:bodyPr wrap="square" rtlCol="0">
            <a:spAutoFit/>
          </a:bodyPr>
          <a:lstStyle/>
          <a:p>
            <a:pPr algn="ctr"/>
            <a:r>
              <a:rPr lang="en-US" sz="900" dirty="0"/>
              <a:t>145678</a:t>
            </a:r>
          </a:p>
        </p:txBody>
      </p:sp>
      <p:sp>
        <p:nvSpPr>
          <p:cNvPr id="56" name="TextBox 55">
            <a:extLst>
              <a:ext uri="{FF2B5EF4-FFF2-40B4-BE49-F238E27FC236}">
                <a16:creationId xmlns:a16="http://schemas.microsoft.com/office/drawing/2014/main" id="{D73FC122-A7CA-6955-836F-EF9AC9357768}"/>
              </a:ext>
            </a:extLst>
          </p:cNvPr>
          <p:cNvSpPr txBox="1"/>
          <p:nvPr/>
        </p:nvSpPr>
        <p:spPr>
          <a:xfrm>
            <a:off x="6654802" y="1784553"/>
            <a:ext cx="570089" cy="230832"/>
          </a:xfrm>
          <a:prstGeom prst="rect">
            <a:avLst/>
          </a:prstGeom>
          <a:noFill/>
        </p:spPr>
        <p:txBody>
          <a:bodyPr wrap="square" rtlCol="0">
            <a:spAutoFit/>
          </a:bodyPr>
          <a:lstStyle/>
          <a:p>
            <a:pPr algn="ctr"/>
            <a:r>
              <a:rPr lang="en-US" sz="900" dirty="0"/>
              <a:t>456789</a:t>
            </a:r>
          </a:p>
        </p:txBody>
      </p:sp>
      <p:sp>
        <p:nvSpPr>
          <p:cNvPr id="57" name="TextBox 56">
            <a:extLst>
              <a:ext uri="{FF2B5EF4-FFF2-40B4-BE49-F238E27FC236}">
                <a16:creationId xmlns:a16="http://schemas.microsoft.com/office/drawing/2014/main" id="{30C4B35C-9818-FEE1-9A72-CF2D2F1DBF68}"/>
              </a:ext>
            </a:extLst>
          </p:cNvPr>
          <p:cNvSpPr txBox="1"/>
          <p:nvPr/>
        </p:nvSpPr>
        <p:spPr>
          <a:xfrm>
            <a:off x="6654802" y="2524033"/>
            <a:ext cx="570089" cy="230832"/>
          </a:xfrm>
          <a:prstGeom prst="rect">
            <a:avLst/>
          </a:prstGeom>
          <a:noFill/>
        </p:spPr>
        <p:txBody>
          <a:bodyPr wrap="square" rtlCol="0">
            <a:spAutoFit/>
          </a:bodyPr>
          <a:lstStyle/>
          <a:p>
            <a:pPr algn="ctr"/>
            <a:r>
              <a:rPr lang="en-US" sz="900" dirty="0"/>
              <a:t>234567</a:t>
            </a:r>
          </a:p>
        </p:txBody>
      </p:sp>
      <p:sp>
        <p:nvSpPr>
          <p:cNvPr id="58" name="TextBox 57">
            <a:extLst>
              <a:ext uri="{FF2B5EF4-FFF2-40B4-BE49-F238E27FC236}">
                <a16:creationId xmlns:a16="http://schemas.microsoft.com/office/drawing/2014/main" id="{E8DB2A6E-FAF8-5B6C-06D5-3DBE9A5F872A}"/>
              </a:ext>
            </a:extLst>
          </p:cNvPr>
          <p:cNvSpPr txBox="1"/>
          <p:nvPr/>
        </p:nvSpPr>
        <p:spPr>
          <a:xfrm>
            <a:off x="4143022" y="1903821"/>
            <a:ext cx="570089" cy="230832"/>
          </a:xfrm>
          <a:prstGeom prst="rect">
            <a:avLst/>
          </a:prstGeom>
          <a:noFill/>
        </p:spPr>
        <p:txBody>
          <a:bodyPr wrap="square" rtlCol="0">
            <a:spAutoFit/>
          </a:bodyPr>
          <a:lstStyle/>
          <a:p>
            <a:pPr algn="ctr"/>
            <a:r>
              <a:rPr lang="en-US" sz="900" dirty="0"/>
              <a:t>457</a:t>
            </a:r>
          </a:p>
        </p:txBody>
      </p:sp>
      <p:sp>
        <p:nvSpPr>
          <p:cNvPr id="59" name="TextBox 58">
            <a:extLst>
              <a:ext uri="{FF2B5EF4-FFF2-40B4-BE49-F238E27FC236}">
                <a16:creationId xmlns:a16="http://schemas.microsoft.com/office/drawing/2014/main" id="{2810CE75-F802-7685-4FCA-8A2CFBB86BD4}"/>
              </a:ext>
            </a:extLst>
          </p:cNvPr>
          <p:cNvSpPr txBox="1"/>
          <p:nvPr/>
        </p:nvSpPr>
        <p:spPr>
          <a:xfrm>
            <a:off x="3640666" y="2404765"/>
            <a:ext cx="570089" cy="230832"/>
          </a:xfrm>
          <a:prstGeom prst="rect">
            <a:avLst/>
          </a:prstGeom>
          <a:noFill/>
        </p:spPr>
        <p:txBody>
          <a:bodyPr wrap="square" rtlCol="0">
            <a:spAutoFit/>
          </a:bodyPr>
          <a:lstStyle/>
          <a:p>
            <a:pPr algn="ctr"/>
            <a:r>
              <a:rPr lang="en-US" sz="900" dirty="0"/>
              <a:t>234567</a:t>
            </a:r>
          </a:p>
        </p:txBody>
      </p:sp>
      <p:sp>
        <p:nvSpPr>
          <p:cNvPr id="60" name="TextBox 59">
            <a:extLst>
              <a:ext uri="{FF2B5EF4-FFF2-40B4-BE49-F238E27FC236}">
                <a16:creationId xmlns:a16="http://schemas.microsoft.com/office/drawing/2014/main" id="{88CC20D5-0B0D-9CB1-5BD6-DEF4ED3FE287}"/>
              </a:ext>
            </a:extLst>
          </p:cNvPr>
          <p:cNvSpPr txBox="1"/>
          <p:nvPr/>
        </p:nvSpPr>
        <p:spPr>
          <a:xfrm>
            <a:off x="4143022" y="2905709"/>
            <a:ext cx="570089" cy="230832"/>
          </a:xfrm>
          <a:prstGeom prst="rect">
            <a:avLst/>
          </a:prstGeom>
          <a:noFill/>
        </p:spPr>
        <p:txBody>
          <a:bodyPr wrap="square" rtlCol="0">
            <a:spAutoFit/>
          </a:bodyPr>
          <a:lstStyle/>
          <a:p>
            <a:pPr algn="ctr"/>
            <a:r>
              <a:rPr lang="en-US" sz="900" dirty="0"/>
              <a:t>2457</a:t>
            </a:r>
          </a:p>
        </p:txBody>
      </p:sp>
      <p:sp>
        <p:nvSpPr>
          <p:cNvPr id="61" name="TextBox 60">
            <a:extLst>
              <a:ext uri="{FF2B5EF4-FFF2-40B4-BE49-F238E27FC236}">
                <a16:creationId xmlns:a16="http://schemas.microsoft.com/office/drawing/2014/main" id="{5B5F60C5-1FB3-C032-6EF4-91521E9BFBD7}"/>
              </a:ext>
            </a:extLst>
          </p:cNvPr>
          <p:cNvSpPr txBox="1"/>
          <p:nvPr/>
        </p:nvSpPr>
        <p:spPr>
          <a:xfrm>
            <a:off x="6152446" y="2285497"/>
            <a:ext cx="570089" cy="230832"/>
          </a:xfrm>
          <a:prstGeom prst="rect">
            <a:avLst/>
          </a:prstGeom>
          <a:noFill/>
        </p:spPr>
        <p:txBody>
          <a:bodyPr wrap="square" rtlCol="0">
            <a:spAutoFit/>
          </a:bodyPr>
          <a:lstStyle/>
          <a:p>
            <a:pPr algn="ctr"/>
            <a:r>
              <a:rPr lang="en-US" sz="900" dirty="0"/>
              <a:t>2457</a:t>
            </a:r>
          </a:p>
        </p:txBody>
      </p:sp>
      <p:sp>
        <p:nvSpPr>
          <p:cNvPr id="62" name="TextBox 61">
            <a:extLst>
              <a:ext uri="{FF2B5EF4-FFF2-40B4-BE49-F238E27FC236}">
                <a16:creationId xmlns:a16="http://schemas.microsoft.com/office/drawing/2014/main" id="{F7D0D0DC-C17F-2D56-885D-CF3F8A2CBFB5}"/>
              </a:ext>
            </a:extLst>
          </p:cNvPr>
          <p:cNvSpPr txBox="1"/>
          <p:nvPr/>
        </p:nvSpPr>
        <p:spPr>
          <a:xfrm>
            <a:off x="6654802" y="2905709"/>
            <a:ext cx="570089" cy="230832"/>
          </a:xfrm>
          <a:prstGeom prst="rect">
            <a:avLst/>
          </a:prstGeom>
          <a:noFill/>
        </p:spPr>
        <p:txBody>
          <a:bodyPr wrap="square" rtlCol="0">
            <a:spAutoFit/>
          </a:bodyPr>
          <a:lstStyle/>
          <a:p>
            <a:pPr algn="ctr"/>
            <a:r>
              <a:rPr lang="en-US" sz="900" dirty="0"/>
              <a:t>234567</a:t>
            </a:r>
          </a:p>
        </p:txBody>
      </p:sp>
      <p:sp>
        <p:nvSpPr>
          <p:cNvPr id="63" name="TextBox 62">
            <a:extLst>
              <a:ext uri="{FF2B5EF4-FFF2-40B4-BE49-F238E27FC236}">
                <a16:creationId xmlns:a16="http://schemas.microsoft.com/office/drawing/2014/main" id="{61FF131F-726B-3F2E-D2C9-C40A87057155}"/>
              </a:ext>
            </a:extLst>
          </p:cNvPr>
          <p:cNvSpPr txBox="1"/>
          <p:nvPr/>
        </p:nvSpPr>
        <p:spPr>
          <a:xfrm>
            <a:off x="7157158" y="3406653"/>
            <a:ext cx="570089" cy="230832"/>
          </a:xfrm>
          <a:prstGeom prst="rect">
            <a:avLst/>
          </a:prstGeom>
          <a:noFill/>
        </p:spPr>
        <p:txBody>
          <a:bodyPr wrap="square" rtlCol="0">
            <a:spAutoFit/>
          </a:bodyPr>
          <a:lstStyle/>
          <a:p>
            <a:pPr algn="ctr"/>
            <a:r>
              <a:rPr lang="en-US" sz="900" dirty="0"/>
              <a:t>457</a:t>
            </a:r>
          </a:p>
        </p:txBody>
      </p:sp>
      <p:sp>
        <p:nvSpPr>
          <p:cNvPr id="64" name="TextBox 63">
            <a:extLst>
              <a:ext uri="{FF2B5EF4-FFF2-40B4-BE49-F238E27FC236}">
                <a16:creationId xmlns:a16="http://schemas.microsoft.com/office/drawing/2014/main" id="{13AEBA1C-C150-9CB6-6CAC-FC4DE207A453}"/>
              </a:ext>
            </a:extLst>
          </p:cNvPr>
          <p:cNvSpPr txBox="1"/>
          <p:nvPr/>
        </p:nvSpPr>
        <p:spPr>
          <a:xfrm>
            <a:off x="4645378" y="1283609"/>
            <a:ext cx="570089" cy="230832"/>
          </a:xfrm>
          <a:prstGeom prst="rect">
            <a:avLst/>
          </a:prstGeom>
          <a:noFill/>
        </p:spPr>
        <p:txBody>
          <a:bodyPr wrap="square" rtlCol="0">
            <a:spAutoFit/>
          </a:bodyPr>
          <a:lstStyle/>
          <a:p>
            <a:pPr algn="ctr"/>
            <a:r>
              <a:rPr lang="en-US" sz="900" dirty="0"/>
              <a:t>46</a:t>
            </a:r>
          </a:p>
        </p:txBody>
      </p:sp>
      <p:sp>
        <p:nvSpPr>
          <p:cNvPr id="65" name="TextBox 64">
            <a:extLst>
              <a:ext uri="{FF2B5EF4-FFF2-40B4-BE49-F238E27FC236}">
                <a16:creationId xmlns:a16="http://schemas.microsoft.com/office/drawing/2014/main" id="{75E3E05D-DF44-8F96-1530-FA5AFEAD76DD}"/>
              </a:ext>
            </a:extLst>
          </p:cNvPr>
          <p:cNvSpPr txBox="1"/>
          <p:nvPr/>
        </p:nvSpPr>
        <p:spPr>
          <a:xfrm>
            <a:off x="5147734" y="1903821"/>
            <a:ext cx="570089" cy="230832"/>
          </a:xfrm>
          <a:prstGeom prst="rect">
            <a:avLst/>
          </a:prstGeom>
          <a:noFill/>
        </p:spPr>
        <p:txBody>
          <a:bodyPr wrap="square" rtlCol="0">
            <a:spAutoFit/>
          </a:bodyPr>
          <a:lstStyle/>
          <a:p>
            <a:pPr algn="ctr"/>
            <a:r>
              <a:rPr lang="en-US" sz="900" dirty="0"/>
              <a:t>1679</a:t>
            </a:r>
          </a:p>
        </p:txBody>
      </p:sp>
      <p:sp>
        <p:nvSpPr>
          <p:cNvPr id="66" name="TextBox 65">
            <a:extLst>
              <a:ext uri="{FF2B5EF4-FFF2-40B4-BE49-F238E27FC236}">
                <a16:creationId xmlns:a16="http://schemas.microsoft.com/office/drawing/2014/main" id="{644B5290-39C0-01D4-0A88-ADA992BE5585}"/>
              </a:ext>
            </a:extLst>
          </p:cNvPr>
          <p:cNvSpPr txBox="1"/>
          <p:nvPr/>
        </p:nvSpPr>
        <p:spPr>
          <a:xfrm>
            <a:off x="5147734" y="2524033"/>
            <a:ext cx="570089" cy="230832"/>
          </a:xfrm>
          <a:prstGeom prst="rect">
            <a:avLst/>
          </a:prstGeom>
          <a:noFill/>
        </p:spPr>
        <p:txBody>
          <a:bodyPr wrap="square" rtlCol="0">
            <a:spAutoFit/>
          </a:bodyPr>
          <a:lstStyle/>
          <a:p>
            <a:pPr algn="ctr"/>
            <a:r>
              <a:rPr lang="en-US" sz="900" dirty="0"/>
              <a:t>2567</a:t>
            </a:r>
          </a:p>
        </p:txBody>
      </p:sp>
      <p:sp>
        <p:nvSpPr>
          <p:cNvPr id="67" name="TextBox 66">
            <a:extLst>
              <a:ext uri="{FF2B5EF4-FFF2-40B4-BE49-F238E27FC236}">
                <a16:creationId xmlns:a16="http://schemas.microsoft.com/office/drawing/2014/main" id="{691229E6-DD52-E2EF-D965-C0F09654110C}"/>
              </a:ext>
            </a:extLst>
          </p:cNvPr>
          <p:cNvSpPr txBox="1"/>
          <p:nvPr/>
        </p:nvSpPr>
        <p:spPr>
          <a:xfrm>
            <a:off x="7157158" y="3907597"/>
            <a:ext cx="570089" cy="230832"/>
          </a:xfrm>
          <a:prstGeom prst="rect">
            <a:avLst/>
          </a:prstGeom>
          <a:noFill/>
        </p:spPr>
        <p:txBody>
          <a:bodyPr wrap="square" rtlCol="0">
            <a:spAutoFit/>
          </a:bodyPr>
          <a:lstStyle/>
          <a:p>
            <a:pPr algn="ctr"/>
            <a:r>
              <a:rPr lang="en-US" sz="900" dirty="0"/>
              <a:t>46</a:t>
            </a:r>
          </a:p>
        </p:txBody>
      </p:sp>
      <p:sp>
        <p:nvSpPr>
          <p:cNvPr id="68" name="TextBox 67">
            <a:extLst>
              <a:ext uri="{FF2B5EF4-FFF2-40B4-BE49-F238E27FC236}">
                <a16:creationId xmlns:a16="http://schemas.microsoft.com/office/drawing/2014/main" id="{59FF77A1-955B-C5C5-1D7F-775CFCB736CC}"/>
              </a:ext>
            </a:extLst>
          </p:cNvPr>
          <p:cNvSpPr txBox="1"/>
          <p:nvPr/>
        </p:nvSpPr>
        <p:spPr>
          <a:xfrm>
            <a:off x="6654802" y="4527809"/>
            <a:ext cx="570089" cy="230832"/>
          </a:xfrm>
          <a:prstGeom prst="rect">
            <a:avLst/>
          </a:prstGeom>
          <a:noFill/>
        </p:spPr>
        <p:txBody>
          <a:bodyPr wrap="square" rtlCol="0">
            <a:spAutoFit/>
          </a:bodyPr>
          <a:lstStyle/>
          <a:p>
            <a:pPr algn="ctr"/>
            <a:r>
              <a:rPr lang="en-US" sz="900" dirty="0"/>
              <a:t>2567</a:t>
            </a:r>
          </a:p>
        </p:txBody>
      </p:sp>
      <p:sp>
        <p:nvSpPr>
          <p:cNvPr id="69" name="TextBox 68">
            <a:extLst>
              <a:ext uri="{FF2B5EF4-FFF2-40B4-BE49-F238E27FC236}">
                <a16:creationId xmlns:a16="http://schemas.microsoft.com/office/drawing/2014/main" id="{EF6FEEBF-8B72-4D6D-51E9-8A7051DF698C}"/>
              </a:ext>
            </a:extLst>
          </p:cNvPr>
          <p:cNvSpPr txBox="1"/>
          <p:nvPr/>
        </p:nvSpPr>
        <p:spPr>
          <a:xfrm>
            <a:off x="7157158" y="4527809"/>
            <a:ext cx="570089" cy="230832"/>
          </a:xfrm>
          <a:prstGeom prst="rect">
            <a:avLst/>
          </a:prstGeom>
          <a:noFill/>
        </p:spPr>
        <p:txBody>
          <a:bodyPr wrap="square" rtlCol="0">
            <a:spAutoFit/>
          </a:bodyPr>
          <a:lstStyle/>
          <a:p>
            <a:pPr algn="ctr"/>
            <a:r>
              <a:rPr lang="en-US" sz="900" dirty="0"/>
              <a:t>1679</a:t>
            </a:r>
          </a:p>
        </p:txBody>
      </p:sp>
      <p:sp>
        <p:nvSpPr>
          <p:cNvPr id="70" name="TextBox 69">
            <a:extLst>
              <a:ext uri="{FF2B5EF4-FFF2-40B4-BE49-F238E27FC236}">
                <a16:creationId xmlns:a16="http://schemas.microsoft.com/office/drawing/2014/main" id="{85D35614-734B-004A-B740-4139E40A4620}"/>
              </a:ext>
            </a:extLst>
          </p:cNvPr>
          <p:cNvSpPr txBox="1"/>
          <p:nvPr/>
        </p:nvSpPr>
        <p:spPr>
          <a:xfrm>
            <a:off x="5650090" y="2285497"/>
            <a:ext cx="570089" cy="230832"/>
          </a:xfrm>
          <a:prstGeom prst="rect">
            <a:avLst/>
          </a:prstGeom>
          <a:noFill/>
        </p:spPr>
        <p:txBody>
          <a:bodyPr wrap="square" rtlCol="0">
            <a:spAutoFit/>
          </a:bodyPr>
          <a:lstStyle/>
          <a:p>
            <a:pPr algn="ctr"/>
            <a:r>
              <a:rPr lang="en-US" sz="900" dirty="0"/>
              <a:t>23467</a:t>
            </a:r>
          </a:p>
        </p:txBody>
      </p:sp>
      <p:sp>
        <p:nvSpPr>
          <p:cNvPr id="71" name="TextBox 70">
            <a:extLst>
              <a:ext uri="{FF2B5EF4-FFF2-40B4-BE49-F238E27FC236}">
                <a16:creationId xmlns:a16="http://schemas.microsoft.com/office/drawing/2014/main" id="{7672AE2E-8F61-C35D-26ED-3D5907583B15}"/>
              </a:ext>
            </a:extLst>
          </p:cNvPr>
          <p:cNvSpPr txBox="1"/>
          <p:nvPr/>
        </p:nvSpPr>
        <p:spPr>
          <a:xfrm>
            <a:off x="5147734" y="2905709"/>
            <a:ext cx="570089" cy="230832"/>
          </a:xfrm>
          <a:prstGeom prst="rect">
            <a:avLst/>
          </a:prstGeom>
          <a:noFill/>
        </p:spPr>
        <p:txBody>
          <a:bodyPr wrap="square" rtlCol="0">
            <a:spAutoFit/>
          </a:bodyPr>
          <a:lstStyle/>
          <a:p>
            <a:pPr algn="ctr"/>
            <a:r>
              <a:rPr lang="en-US" sz="900" dirty="0"/>
              <a:t>125678</a:t>
            </a:r>
          </a:p>
        </p:txBody>
      </p:sp>
      <p:sp>
        <p:nvSpPr>
          <p:cNvPr id="72" name="TextBox 71">
            <a:extLst>
              <a:ext uri="{FF2B5EF4-FFF2-40B4-BE49-F238E27FC236}">
                <a16:creationId xmlns:a16="http://schemas.microsoft.com/office/drawing/2014/main" id="{EC1067B0-584C-37FE-03C9-40E346091820}"/>
              </a:ext>
            </a:extLst>
          </p:cNvPr>
          <p:cNvSpPr txBox="1"/>
          <p:nvPr/>
        </p:nvSpPr>
        <p:spPr>
          <a:xfrm>
            <a:off x="4645378" y="3525921"/>
            <a:ext cx="570089" cy="230832"/>
          </a:xfrm>
          <a:prstGeom prst="rect">
            <a:avLst/>
          </a:prstGeom>
          <a:noFill/>
        </p:spPr>
        <p:txBody>
          <a:bodyPr wrap="square" rtlCol="0">
            <a:spAutoFit/>
          </a:bodyPr>
          <a:lstStyle/>
          <a:p>
            <a:pPr algn="ctr"/>
            <a:r>
              <a:rPr lang="en-US" sz="900" dirty="0"/>
              <a:t>268</a:t>
            </a:r>
          </a:p>
        </p:txBody>
      </p:sp>
      <p:sp>
        <p:nvSpPr>
          <p:cNvPr id="74" name="TextBox 73">
            <a:extLst>
              <a:ext uri="{FF2B5EF4-FFF2-40B4-BE49-F238E27FC236}">
                <a16:creationId xmlns:a16="http://schemas.microsoft.com/office/drawing/2014/main" id="{21280DAD-029B-749E-E9D6-67248D996CB9}"/>
              </a:ext>
            </a:extLst>
          </p:cNvPr>
          <p:cNvSpPr txBox="1"/>
          <p:nvPr/>
        </p:nvSpPr>
        <p:spPr>
          <a:xfrm>
            <a:off x="6152446" y="4527809"/>
            <a:ext cx="570089" cy="230832"/>
          </a:xfrm>
          <a:prstGeom prst="rect">
            <a:avLst/>
          </a:prstGeom>
          <a:noFill/>
        </p:spPr>
        <p:txBody>
          <a:bodyPr wrap="square" rtlCol="0">
            <a:spAutoFit/>
          </a:bodyPr>
          <a:lstStyle/>
          <a:p>
            <a:pPr algn="ctr"/>
            <a:r>
              <a:rPr lang="en-US" sz="900" dirty="0"/>
              <a:t>125678</a:t>
            </a:r>
          </a:p>
        </p:txBody>
      </p:sp>
      <p:sp>
        <p:nvSpPr>
          <p:cNvPr id="75" name="TextBox 74">
            <a:extLst>
              <a:ext uri="{FF2B5EF4-FFF2-40B4-BE49-F238E27FC236}">
                <a16:creationId xmlns:a16="http://schemas.microsoft.com/office/drawing/2014/main" id="{0F15D9BC-AD70-B560-680C-459F9E0DE009}"/>
              </a:ext>
            </a:extLst>
          </p:cNvPr>
          <p:cNvSpPr txBox="1"/>
          <p:nvPr/>
        </p:nvSpPr>
        <p:spPr>
          <a:xfrm>
            <a:off x="6654802" y="3788329"/>
            <a:ext cx="570089" cy="230832"/>
          </a:xfrm>
          <a:prstGeom prst="rect">
            <a:avLst/>
          </a:prstGeom>
          <a:noFill/>
        </p:spPr>
        <p:txBody>
          <a:bodyPr wrap="square" rtlCol="0">
            <a:spAutoFit/>
          </a:bodyPr>
          <a:lstStyle/>
          <a:p>
            <a:pPr algn="ctr"/>
            <a:r>
              <a:rPr lang="en-US" sz="900" dirty="0"/>
              <a:t>23467</a:t>
            </a:r>
          </a:p>
        </p:txBody>
      </p:sp>
      <p:sp>
        <p:nvSpPr>
          <p:cNvPr id="76" name="TextBox 75">
            <a:extLst>
              <a:ext uri="{FF2B5EF4-FFF2-40B4-BE49-F238E27FC236}">
                <a16:creationId xmlns:a16="http://schemas.microsoft.com/office/drawing/2014/main" id="{86D6C739-1938-8FCD-30D8-32A89C726288}"/>
              </a:ext>
            </a:extLst>
          </p:cNvPr>
          <p:cNvSpPr txBox="1"/>
          <p:nvPr/>
        </p:nvSpPr>
        <p:spPr>
          <a:xfrm>
            <a:off x="5650090" y="4527809"/>
            <a:ext cx="570089" cy="230832"/>
          </a:xfrm>
          <a:prstGeom prst="rect">
            <a:avLst/>
          </a:prstGeom>
          <a:noFill/>
        </p:spPr>
        <p:txBody>
          <a:bodyPr wrap="square" rtlCol="0">
            <a:spAutoFit/>
          </a:bodyPr>
          <a:lstStyle/>
          <a:p>
            <a:pPr algn="ctr"/>
            <a:r>
              <a:rPr lang="en-US" sz="900" dirty="0"/>
              <a:t>268</a:t>
            </a:r>
          </a:p>
        </p:txBody>
      </p:sp>
      <p:sp>
        <p:nvSpPr>
          <p:cNvPr id="73" name="TextBox 72">
            <a:extLst>
              <a:ext uri="{FF2B5EF4-FFF2-40B4-BE49-F238E27FC236}">
                <a16:creationId xmlns:a16="http://schemas.microsoft.com/office/drawing/2014/main" id="{5AFA662F-4B2B-289F-0D85-0DF5D01B3D63}"/>
              </a:ext>
            </a:extLst>
          </p:cNvPr>
          <p:cNvSpPr txBox="1"/>
          <p:nvPr/>
        </p:nvSpPr>
        <p:spPr>
          <a:xfrm>
            <a:off x="5147734" y="3287385"/>
            <a:ext cx="570089" cy="230832"/>
          </a:xfrm>
          <a:prstGeom prst="rect">
            <a:avLst/>
          </a:prstGeom>
          <a:noFill/>
        </p:spPr>
        <p:txBody>
          <a:bodyPr wrap="square" rtlCol="0">
            <a:spAutoFit/>
          </a:bodyPr>
          <a:lstStyle/>
          <a:p>
            <a:pPr algn="ctr"/>
            <a:r>
              <a:rPr lang="en-US" sz="900" dirty="0"/>
              <a:t>235678</a:t>
            </a:r>
          </a:p>
        </p:txBody>
      </p:sp>
      <p:sp>
        <p:nvSpPr>
          <p:cNvPr id="77" name="TextBox 76">
            <a:extLst>
              <a:ext uri="{FF2B5EF4-FFF2-40B4-BE49-F238E27FC236}">
                <a16:creationId xmlns:a16="http://schemas.microsoft.com/office/drawing/2014/main" id="{643903FF-EBAC-91C8-1BC8-8571BD7F3E5C}"/>
              </a:ext>
            </a:extLst>
          </p:cNvPr>
          <p:cNvSpPr txBox="1"/>
          <p:nvPr/>
        </p:nvSpPr>
        <p:spPr>
          <a:xfrm>
            <a:off x="5650090" y="4026865"/>
            <a:ext cx="570089" cy="369332"/>
          </a:xfrm>
          <a:prstGeom prst="rect">
            <a:avLst/>
          </a:prstGeom>
          <a:noFill/>
        </p:spPr>
        <p:txBody>
          <a:bodyPr wrap="square" rtlCol="0">
            <a:spAutoFit/>
          </a:bodyPr>
          <a:lstStyle/>
          <a:p>
            <a:pPr algn="ctr"/>
            <a:r>
              <a:rPr lang="en-US" sz="900" dirty="0"/>
              <a:t>1236789</a:t>
            </a:r>
          </a:p>
        </p:txBody>
      </p:sp>
      <p:sp>
        <p:nvSpPr>
          <p:cNvPr id="78" name="TextBox 77">
            <a:extLst>
              <a:ext uri="{FF2B5EF4-FFF2-40B4-BE49-F238E27FC236}">
                <a16:creationId xmlns:a16="http://schemas.microsoft.com/office/drawing/2014/main" id="{CFE3CF16-F8D6-6552-563E-D99ADAB533A6}"/>
              </a:ext>
            </a:extLst>
          </p:cNvPr>
          <p:cNvSpPr txBox="1"/>
          <p:nvPr/>
        </p:nvSpPr>
        <p:spPr>
          <a:xfrm>
            <a:off x="6152446" y="3788329"/>
            <a:ext cx="570089" cy="230832"/>
          </a:xfrm>
          <a:prstGeom prst="rect">
            <a:avLst/>
          </a:prstGeom>
          <a:noFill/>
        </p:spPr>
        <p:txBody>
          <a:bodyPr wrap="square" rtlCol="0">
            <a:spAutoFit/>
          </a:bodyPr>
          <a:lstStyle/>
          <a:p>
            <a:pPr algn="ctr"/>
            <a:r>
              <a:rPr lang="en-US" sz="900" dirty="0"/>
              <a:t>235678</a:t>
            </a:r>
          </a:p>
        </p:txBody>
      </p:sp>
      <p:sp>
        <p:nvSpPr>
          <p:cNvPr id="79" name="TextBox 78">
            <a:extLst>
              <a:ext uri="{FF2B5EF4-FFF2-40B4-BE49-F238E27FC236}">
                <a16:creationId xmlns:a16="http://schemas.microsoft.com/office/drawing/2014/main" id="{9BCBA439-BEDF-DC55-9512-BF8105A1C0A8}"/>
              </a:ext>
            </a:extLst>
          </p:cNvPr>
          <p:cNvSpPr txBox="1"/>
          <p:nvPr/>
        </p:nvSpPr>
        <p:spPr>
          <a:xfrm>
            <a:off x="6214537" y="3237891"/>
            <a:ext cx="462845" cy="584775"/>
          </a:xfrm>
          <a:prstGeom prst="rect">
            <a:avLst/>
          </a:prstGeom>
          <a:noFill/>
        </p:spPr>
        <p:txBody>
          <a:bodyPr wrap="square" rtlCol="0">
            <a:spAutoFit/>
          </a:bodyPr>
          <a:lstStyle/>
          <a:p>
            <a:pPr algn="ctr"/>
            <a:r>
              <a:rPr lang="en-US" sz="3200" dirty="0"/>
              <a:t>9</a:t>
            </a:r>
          </a:p>
        </p:txBody>
      </p:sp>
      <p:sp>
        <p:nvSpPr>
          <p:cNvPr id="80" name="TextBox 79">
            <a:extLst>
              <a:ext uri="{FF2B5EF4-FFF2-40B4-BE49-F238E27FC236}">
                <a16:creationId xmlns:a16="http://schemas.microsoft.com/office/drawing/2014/main" id="{A579DB3B-C649-217A-7A13-559D2FEC0F8D}"/>
              </a:ext>
            </a:extLst>
          </p:cNvPr>
          <p:cNvSpPr txBox="1"/>
          <p:nvPr/>
        </p:nvSpPr>
        <p:spPr>
          <a:xfrm>
            <a:off x="6152446" y="901933"/>
            <a:ext cx="570089" cy="230832"/>
          </a:xfrm>
          <a:prstGeom prst="rect">
            <a:avLst/>
          </a:prstGeom>
          <a:noFill/>
        </p:spPr>
        <p:txBody>
          <a:bodyPr wrap="square" rtlCol="0">
            <a:spAutoFit/>
          </a:bodyPr>
          <a:lstStyle/>
          <a:p>
            <a:pPr algn="ctr"/>
            <a:r>
              <a:rPr lang="en-US" sz="900" dirty="0"/>
              <a:t>148</a:t>
            </a:r>
          </a:p>
        </p:txBody>
      </p:sp>
    </p:spTree>
    <p:extLst>
      <p:ext uri="{BB962C8B-B14F-4D97-AF65-F5344CB8AC3E}">
        <p14:creationId xmlns:p14="http://schemas.microsoft.com/office/powerpoint/2010/main" val="113728349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0EAD9C-6654-A112-6D22-93D4B1E60714}"/>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F21425FB-6E8D-F755-85F1-4552C379C46B}"/>
              </a:ext>
            </a:extLst>
          </p:cNvPr>
          <p:cNvSpPr>
            <a:spLocks noGrp="1"/>
          </p:cNvSpPr>
          <p:nvPr>
            <p:ph sz="half" idx="1"/>
          </p:nvPr>
        </p:nvSpPr>
        <p:spPr/>
        <p:txBody>
          <a:bodyPr/>
          <a:lstStyle/>
          <a:p>
            <a:r>
              <a:rPr lang="en-US" dirty="0"/>
              <a:t>The lower left block contains the same set of colored cells as the upper right block. So, the set of white cells must also be the same: a 2 and one of 148.</a:t>
            </a:r>
          </a:p>
        </p:txBody>
      </p:sp>
      <p:pic>
        <p:nvPicPr>
          <p:cNvPr id="4" name="Picture 3" descr="A grid of sudoku puzzle&#10;&#10;Description automatically generated">
            <a:extLst>
              <a:ext uri="{FF2B5EF4-FFF2-40B4-BE49-F238E27FC236}">
                <a16:creationId xmlns:a16="http://schemas.microsoft.com/office/drawing/2014/main" id="{2A11BC30-3A58-868B-C760-08604BDB588F}"/>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7BF14FCD-FDE5-59DB-805D-663E47AC81BE}"/>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D20D5DE4-5887-45ED-B3B2-02EA1B1F6F23}"/>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E67006B5-AAC9-C184-D4BA-CFA56377161C}"/>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3FC432D2-B9C6-D710-5BA2-D57CF99C4761}"/>
              </a:ext>
            </a:extLst>
          </p:cNvPr>
          <p:cNvSpPr txBox="1"/>
          <p:nvPr/>
        </p:nvSpPr>
        <p:spPr>
          <a:xfrm>
            <a:off x="4715935" y="1224551"/>
            <a:ext cx="462845" cy="584775"/>
          </a:xfrm>
          <a:prstGeom prst="rect">
            <a:avLst/>
          </a:prstGeom>
          <a:solidFill>
            <a:srgbClr val="92D050">
              <a:alpha val="30000"/>
            </a:srgbClr>
          </a:solidFill>
        </p:spPr>
        <p:txBody>
          <a:bodyPr wrap="square" rtlCol="0">
            <a:spAutoFit/>
          </a:bodyPr>
          <a:lstStyle/>
          <a:p>
            <a:pPr algn="ctr"/>
            <a:endParaRPr lang="en-US" sz="3200" dirty="0"/>
          </a:p>
        </p:txBody>
      </p:sp>
      <p:sp>
        <p:nvSpPr>
          <p:cNvPr id="8" name="TextBox 7">
            <a:extLst>
              <a:ext uri="{FF2B5EF4-FFF2-40B4-BE49-F238E27FC236}">
                <a16:creationId xmlns:a16="http://schemas.microsoft.com/office/drawing/2014/main" id="{9C9D0E1C-1D7B-CCDD-A640-B2222E82358D}"/>
              </a:ext>
            </a:extLst>
          </p:cNvPr>
          <p:cNvSpPr txBox="1"/>
          <p:nvPr/>
        </p:nvSpPr>
        <p:spPr>
          <a:xfrm>
            <a:off x="6214537" y="122455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9" name="TextBox 8">
            <a:extLst>
              <a:ext uri="{FF2B5EF4-FFF2-40B4-BE49-F238E27FC236}">
                <a16:creationId xmlns:a16="http://schemas.microsoft.com/office/drawing/2014/main" id="{C8711F61-63E7-C8FB-77CA-F85A2D5E3B58}"/>
              </a:ext>
            </a:extLst>
          </p:cNvPr>
          <p:cNvSpPr txBox="1"/>
          <p:nvPr/>
        </p:nvSpPr>
        <p:spPr>
          <a:xfrm>
            <a:off x="6714071" y="1224551"/>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10" name="TextBox 9">
            <a:extLst>
              <a:ext uri="{FF2B5EF4-FFF2-40B4-BE49-F238E27FC236}">
                <a16:creationId xmlns:a16="http://schemas.microsoft.com/office/drawing/2014/main" id="{BABA859E-BDCC-332F-DAF6-A76DB36DD486}"/>
              </a:ext>
            </a:extLst>
          </p:cNvPr>
          <p:cNvSpPr txBox="1"/>
          <p:nvPr/>
        </p:nvSpPr>
        <p:spPr>
          <a:xfrm>
            <a:off x="7213604" y="122455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11" name="TextBox 10">
            <a:extLst>
              <a:ext uri="{FF2B5EF4-FFF2-40B4-BE49-F238E27FC236}">
                <a16:creationId xmlns:a16="http://schemas.microsoft.com/office/drawing/2014/main" id="{4F0D5D4B-9169-EA63-F3E0-E7773CC20AF0}"/>
              </a:ext>
            </a:extLst>
          </p:cNvPr>
          <p:cNvSpPr txBox="1"/>
          <p:nvPr/>
        </p:nvSpPr>
        <p:spPr>
          <a:xfrm>
            <a:off x="6714071" y="721216"/>
            <a:ext cx="462845" cy="584775"/>
          </a:xfrm>
          <a:prstGeom prst="rect">
            <a:avLst/>
          </a:prstGeom>
          <a:solidFill>
            <a:srgbClr val="92D050">
              <a:alpha val="30000"/>
            </a:srgbClr>
          </a:solidFill>
        </p:spPr>
        <p:txBody>
          <a:bodyPr wrap="square" rtlCol="0">
            <a:spAutoFit/>
          </a:bodyPr>
          <a:lstStyle/>
          <a:p>
            <a:pPr algn="ctr"/>
            <a:endParaRPr lang="en-US" sz="3200" dirty="0"/>
          </a:p>
        </p:txBody>
      </p:sp>
      <p:sp>
        <p:nvSpPr>
          <p:cNvPr id="12" name="TextBox 11">
            <a:extLst>
              <a:ext uri="{FF2B5EF4-FFF2-40B4-BE49-F238E27FC236}">
                <a16:creationId xmlns:a16="http://schemas.microsoft.com/office/drawing/2014/main" id="{7F4DA02D-51F5-7CB1-6484-FB841C24B93F}"/>
              </a:ext>
            </a:extLst>
          </p:cNvPr>
          <p:cNvSpPr txBox="1"/>
          <p:nvPr/>
        </p:nvSpPr>
        <p:spPr>
          <a:xfrm>
            <a:off x="7213604" y="721216"/>
            <a:ext cx="462845" cy="584775"/>
          </a:xfrm>
          <a:prstGeom prst="rect">
            <a:avLst/>
          </a:prstGeom>
          <a:solidFill>
            <a:srgbClr val="FF0000">
              <a:alpha val="30000"/>
            </a:srgbClr>
          </a:solidFill>
        </p:spPr>
        <p:txBody>
          <a:bodyPr wrap="square" rtlCol="0">
            <a:spAutoFit/>
          </a:bodyPr>
          <a:lstStyle/>
          <a:p>
            <a:pPr algn="ctr"/>
            <a:r>
              <a:rPr lang="en-US" sz="3200" dirty="0"/>
              <a:t>3</a:t>
            </a:r>
          </a:p>
        </p:txBody>
      </p:sp>
      <p:sp>
        <p:nvSpPr>
          <p:cNvPr id="13" name="TextBox 12">
            <a:extLst>
              <a:ext uri="{FF2B5EF4-FFF2-40B4-BE49-F238E27FC236}">
                <a16:creationId xmlns:a16="http://schemas.microsoft.com/office/drawing/2014/main" id="{7CEE2562-8A2F-818B-BEC3-AFF03287A848}"/>
              </a:ext>
            </a:extLst>
          </p:cNvPr>
          <p:cNvSpPr txBox="1"/>
          <p:nvPr/>
        </p:nvSpPr>
        <p:spPr>
          <a:xfrm>
            <a:off x="4216401" y="1727886"/>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14" name="TextBox 13">
            <a:extLst>
              <a:ext uri="{FF2B5EF4-FFF2-40B4-BE49-F238E27FC236}">
                <a16:creationId xmlns:a16="http://schemas.microsoft.com/office/drawing/2014/main" id="{14317491-3760-D163-617C-A0CE1D8467BC}"/>
              </a:ext>
            </a:extLst>
          </p:cNvPr>
          <p:cNvSpPr txBox="1"/>
          <p:nvPr/>
        </p:nvSpPr>
        <p:spPr>
          <a:xfrm>
            <a:off x="5215469" y="1727886"/>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15" name="TextBox 14">
            <a:extLst>
              <a:ext uri="{FF2B5EF4-FFF2-40B4-BE49-F238E27FC236}">
                <a16:creationId xmlns:a16="http://schemas.microsoft.com/office/drawing/2014/main" id="{50D59632-B29B-CF05-AEC7-788C2E004372}"/>
              </a:ext>
            </a:extLst>
          </p:cNvPr>
          <p:cNvSpPr txBox="1"/>
          <p:nvPr/>
        </p:nvSpPr>
        <p:spPr>
          <a:xfrm>
            <a:off x="6214537" y="1727886"/>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16" name="TextBox 15">
            <a:extLst>
              <a:ext uri="{FF2B5EF4-FFF2-40B4-BE49-F238E27FC236}">
                <a16:creationId xmlns:a16="http://schemas.microsoft.com/office/drawing/2014/main" id="{C4895FE1-5ABE-F478-EB25-4225FAE79E99}"/>
              </a:ext>
            </a:extLst>
          </p:cNvPr>
          <p:cNvSpPr txBox="1"/>
          <p:nvPr/>
        </p:nvSpPr>
        <p:spPr>
          <a:xfrm>
            <a:off x="6714071" y="172788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17" name="TextBox 16">
            <a:extLst>
              <a:ext uri="{FF2B5EF4-FFF2-40B4-BE49-F238E27FC236}">
                <a16:creationId xmlns:a16="http://schemas.microsoft.com/office/drawing/2014/main" id="{916C88B8-6527-C015-1815-8185A3232977}"/>
              </a:ext>
            </a:extLst>
          </p:cNvPr>
          <p:cNvSpPr txBox="1"/>
          <p:nvPr/>
        </p:nvSpPr>
        <p:spPr>
          <a:xfrm>
            <a:off x="3716867" y="223122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18" name="TextBox 17">
            <a:extLst>
              <a:ext uri="{FF2B5EF4-FFF2-40B4-BE49-F238E27FC236}">
                <a16:creationId xmlns:a16="http://schemas.microsoft.com/office/drawing/2014/main" id="{DD8C72B6-ADA6-2092-1D4D-098D0203A7C5}"/>
              </a:ext>
            </a:extLst>
          </p:cNvPr>
          <p:cNvSpPr txBox="1"/>
          <p:nvPr/>
        </p:nvSpPr>
        <p:spPr>
          <a:xfrm>
            <a:off x="5215469" y="2231221"/>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19" name="TextBox 18">
            <a:extLst>
              <a:ext uri="{FF2B5EF4-FFF2-40B4-BE49-F238E27FC236}">
                <a16:creationId xmlns:a16="http://schemas.microsoft.com/office/drawing/2014/main" id="{51AA1BC3-DEE9-FAAE-42A3-168515E93A71}"/>
              </a:ext>
            </a:extLst>
          </p:cNvPr>
          <p:cNvSpPr txBox="1"/>
          <p:nvPr/>
        </p:nvSpPr>
        <p:spPr>
          <a:xfrm>
            <a:off x="5715003" y="2231221"/>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20" name="TextBox 19">
            <a:extLst>
              <a:ext uri="{FF2B5EF4-FFF2-40B4-BE49-F238E27FC236}">
                <a16:creationId xmlns:a16="http://schemas.microsoft.com/office/drawing/2014/main" id="{B0B8D8C3-40D5-5D2D-B088-FD5931C47656}"/>
              </a:ext>
            </a:extLst>
          </p:cNvPr>
          <p:cNvSpPr txBox="1"/>
          <p:nvPr/>
        </p:nvSpPr>
        <p:spPr>
          <a:xfrm>
            <a:off x="6214537" y="223122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21" name="TextBox 20">
            <a:extLst>
              <a:ext uri="{FF2B5EF4-FFF2-40B4-BE49-F238E27FC236}">
                <a16:creationId xmlns:a16="http://schemas.microsoft.com/office/drawing/2014/main" id="{9695A533-64D2-6A69-52E2-06D790E3B993}"/>
              </a:ext>
            </a:extLst>
          </p:cNvPr>
          <p:cNvSpPr txBox="1"/>
          <p:nvPr/>
        </p:nvSpPr>
        <p:spPr>
          <a:xfrm>
            <a:off x="6714071" y="223122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2" name="TextBox 21">
            <a:extLst>
              <a:ext uri="{FF2B5EF4-FFF2-40B4-BE49-F238E27FC236}">
                <a16:creationId xmlns:a16="http://schemas.microsoft.com/office/drawing/2014/main" id="{DD49FF65-9380-FACC-BDF9-185857F9B870}"/>
              </a:ext>
            </a:extLst>
          </p:cNvPr>
          <p:cNvSpPr txBox="1"/>
          <p:nvPr/>
        </p:nvSpPr>
        <p:spPr>
          <a:xfrm>
            <a:off x="4216401" y="2734556"/>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23" name="TextBox 22">
            <a:extLst>
              <a:ext uri="{FF2B5EF4-FFF2-40B4-BE49-F238E27FC236}">
                <a16:creationId xmlns:a16="http://schemas.microsoft.com/office/drawing/2014/main" id="{56BEF70F-3452-5BF4-907C-E1D7E9D3DEF8}"/>
              </a:ext>
            </a:extLst>
          </p:cNvPr>
          <p:cNvSpPr txBox="1"/>
          <p:nvPr/>
        </p:nvSpPr>
        <p:spPr>
          <a:xfrm>
            <a:off x="5215469" y="2734556"/>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4" name="TextBox 23">
            <a:extLst>
              <a:ext uri="{FF2B5EF4-FFF2-40B4-BE49-F238E27FC236}">
                <a16:creationId xmlns:a16="http://schemas.microsoft.com/office/drawing/2014/main" id="{F67E87EA-D406-2CCC-C9B8-609E06645C8B}"/>
              </a:ext>
            </a:extLst>
          </p:cNvPr>
          <p:cNvSpPr txBox="1"/>
          <p:nvPr/>
        </p:nvSpPr>
        <p:spPr>
          <a:xfrm>
            <a:off x="6714071" y="2734556"/>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25" name="TextBox 24">
            <a:extLst>
              <a:ext uri="{FF2B5EF4-FFF2-40B4-BE49-F238E27FC236}">
                <a16:creationId xmlns:a16="http://schemas.microsoft.com/office/drawing/2014/main" id="{3E83694F-17FF-70B0-BA28-343CCAA70CCB}"/>
              </a:ext>
            </a:extLst>
          </p:cNvPr>
          <p:cNvSpPr txBox="1"/>
          <p:nvPr/>
        </p:nvSpPr>
        <p:spPr>
          <a:xfrm>
            <a:off x="3716867" y="323789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6" name="TextBox 25">
            <a:extLst>
              <a:ext uri="{FF2B5EF4-FFF2-40B4-BE49-F238E27FC236}">
                <a16:creationId xmlns:a16="http://schemas.microsoft.com/office/drawing/2014/main" id="{17801D8B-C59A-748F-EF36-8D0D2E10F30B}"/>
              </a:ext>
            </a:extLst>
          </p:cNvPr>
          <p:cNvSpPr txBox="1"/>
          <p:nvPr/>
        </p:nvSpPr>
        <p:spPr>
          <a:xfrm>
            <a:off x="4715935" y="323789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27" name="TextBox 26">
            <a:extLst>
              <a:ext uri="{FF2B5EF4-FFF2-40B4-BE49-F238E27FC236}">
                <a16:creationId xmlns:a16="http://schemas.microsoft.com/office/drawing/2014/main" id="{34A4272F-8FB8-6BA7-74F8-09CA348DE549}"/>
              </a:ext>
            </a:extLst>
          </p:cNvPr>
          <p:cNvSpPr txBox="1"/>
          <p:nvPr/>
        </p:nvSpPr>
        <p:spPr>
          <a:xfrm>
            <a:off x="5215469" y="323789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28" name="TextBox 27">
            <a:extLst>
              <a:ext uri="{FF2B5EF4-FFF2-40B4-BE49-F238E27FC236}">
                <a16:creationId xmlns:a16="http://schemas.microsoft.com/office/drawing/2014/main" id="{20CEC6E4-9853-27F3-E9AA-E94EF297C9B2}"/>
              </a:ext>
            </a:extLst>
          </p:cNvPr>
          <p:cNvSpPr txBox="1"/>
          <p:nvPr/>
        </p:nvSpPr>
        <p:spPr>
          <a:xfrm>
            <a:off x="7213604" y="3237891"/>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29" name="TextBox 28">
            <a:extLst>
              <a:ext uri="{FF2B5EF4-FFF2-40B4-BE49-F238E27FC236}">
                <a16:creationId xmlns:a16="http://schemas.microsoft.com/office/drawing/2014/main" id="{C15935E4-E4DB-C919-3B93-8AF545CEAAF5}"/>
              </a:ext>
            </a:extLst>
          </p:cNvPr>
          <p:cNvSpPr txBox="1"/>
          <p:nvPr/>
        </p:nvSpPr>
        <p:spPr>
          <a:xfrm>
            <a:off x="3217333" y="3741226"/>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30" name="TextBox 29">
            <a:extLst>
              <a:ext uri="{FF2B5EF4-FFF2-40B4-BE49-F238E27FC236}">
                <a16:creationId xmlns:a16="http://schemas.microsoft.com/office/drawing/2014/main" id="{69591CCC-C6A4-8BA9-5F44-F38B4B70B841}"/>
              </a:ext>
            </a:extLst>
          </p:cNvPr>
          <p:cNvSpPr txBox="1"/>
          <p:nvPr/>
        </p:nvSpPr>
        <p:spPr>
          <a:xfrm>
            <a:off x="3716867" y="374122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31" name="TextBox 30">
            <a:extLst>
              <a:ext uri="{FF2B5EF4-FFF2-40B4-BE49-F238E27FC236}">
                <a16:creationId xmlns:a16="http://schemas.microsoft.com/office/drawing/2014/main" id="{D7357164-D7E4-9C4C-57F2-3B5C55D9EE59}"/>
              </a:ext>
            </a:extLst>
          </p:cNvPr>
          <p:cNvSpPr txBox="1"/>
          <p:nvPr/>
        </p:nvSpPr>
        <p:spPr>
          <a:xfrm>
            <a:off x="5715003" y="3741226"/>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32" name="TextBox 31">
            <a:extLst>
              <a:ext uri="{FF2B5EF4-FFF2-40B4-BE49-F238E27FC236}">
                <a16:creationId xmlns:a16="http://schemas.microsoft.com/office/drawing/2014/main" id="{B848D202-F4D1-88DC-3478-6063D1D0210D}"/>
              </a:ext>
            </a:extLst>
          </p:cNvPr>
          <p:cNvSpPr txBox="1"/>
          <p:nvPr/>
        </p:nvSpPr>
        <p:spPr>
          <a:xfrm>
            <a:off x="6214537" y="3741226"/>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33" name="TextBox 32">
            <a:extLst>
              <a:ext uri="{FF2B5EF4-FFF2-40B4-BE49-F238E27FC236}">
                <a16:creationId xmlns:a16="http://schemas.microsoft.com/office/drawing/2014/main" id="{16A09F54-F461-95FB-D434-4C10601ABD7C}"/>
              </a:ext>
            </a:extLst>
          </p:cNvPr>
          <p:cNvSpPr txBox="1"/>
          <p:nvPr/>
        </p:nvSpPr>
        <p:spPr>
          <a:xfrm>
            <a:off x="6714071" y="374122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34" name="TextBox 33">
            <a:extLst>
              <a:ext uri="{FF2B5EF4-FFF2-40B4-BE49-F238E27FC236}">
                <a16:creationId xmlns:a16="http://schemas.microsoft.com/office/drawing/2014/main" id="{F3E50B11-A9E8-AC15-F3EC-0121A942EFE0}"/>
              </a:ext>
            </a:extLst>
          </p:cNvPr>
          <p:cNvSpPr txBox="1"/>
          <p:nvPr/>
        </p:nvSpPr>
        <p:spPr>
          <a:xfrm>
            <a:off x="7213604" y="3741226"/>
            <a:ext cx="462845" cy="584775"/>
          </a:xfrm>
          <a:prstGeom prst="rect">
            <a:avLst/>
          </a:prstGeom>
          <a:solidFill>
            <a:srgbClr val="92D050">
              <a:alpha val="30000"/>
            </a:srgbClr>
          </a:solidFill>
        </p:spPr>
        <p:txBody>
          <a:bodyPr wrap="square" rtlCol="0">
            <a:spAutoFit/>
          </a:bodyPr>
          <a:lstStyle/>
          <a:p>
            <a:pPr algn="ctr"/>
            <a:endParaRPr lang="en-US" sz="3200" dirty="0"/>
          </a:p>
        </p:txBody>
      </p:sp>
      <p:sp>
        <p:nvSpPr>
          <p:cNvPr id="35" name="TextBox 34">
            <a:extLst>
              <a:ext uri="{FF2B5EF4-FFF2-40B4-BE49-F238E27FC236}">
                <a16:creationId xmlns:a16="http://schemas.microsoft.com/office/drawing/2014/main" id="{14566160-8202-AA66-CF35-7BF7F8CEF2EC}"/>
              </a:ext>
            </a:extLst>
          </p:cNvPr>
          <p:cNvSpPr txBox="1"/>
          <p:nvPr/>
        </p:nvSpPr>
        <p:spPr>
          <a:xfrm>
            <a:off x="3217333" y="424456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36" name="TextBox 35">
            <a:extLst>
              <a:ext uri="{FF2B5EF4-FFF2-40B4-BE49-F238E27FC236}">
                <a16:creationId xmlns:a16="http://schemas.microsoft.com/office/drawing/2014/main" id="{7FF38689-53FA-2090-6FD6-C7096E5912E8}"/>
              </a:ext>
            </a:extLst>
          </p:cNvPr>
          <p:cNvSpPr txBox="1"/>
          <p:nvPr/>
        </p:nvSpPr>
        <p:spPr>
          <a:xfrm>
            <a:off x="4216401" y="4244561"/>
            <a:ext cx="462845" cy="584775"/>
          </a:xfrm>
          <a:prstGeom prst="rect">
            <a:avLst/>
          </a:prstGeom>
          <a:solidFill>
            <a:srgbClr val="FF0000">
              <a:alpha val="30000"/>
            </a:srgbClr>
          </a:solidFill>
        </p:spPr>
        <p:txBody>
          <a:bodyPr wrap="square" rtlCol="0">
            <a:spAutoFit/>
          </a:bodyPr>
          <a:lstStyle/>
          <a:p>
            <a:pPr algn="ctr"/>
            <a:r>
              <a:rPr lang="en-US" sz="3200" dirty="0"/>
              <a:t>3</a:t>
            </a:r>
          </a:p>
        </p:txBody>
      </p:sp>
      <p:sp>
        <p:nvSpPr>
          <p:cNvPr id="37" name="TextBox 36">
            <a:extLst>
              <a:ext uri="{FF2B5EF4-FFF2-40B4-BE49-F238E27FC236}">
                <a16:creationId xmlns:a16="http://schemas.microsoft.com/office/drawing/2014/main" id="{A3FB5B46-DBF6-1BF8-8EA5-60CBC1C2B732}"/>
              </a:ext>
            </a:extLst>
          </p:cNvPr>
          <p:cNvSpPr txBox="1"/>
          <p:nvPr/>
        </p:nvSpPr>
        <p:spPr>
          <a:xfrm>
            <a:off x="5715003" y="424456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38" name="TextBox 37">
            <a:extLst>
              <a:ext uri="{FF2B5EF4-FFF2-40B4-BE49-F238E27FC236}">
                <a16:creationId xmlns:a16="http://schemas.microsoft.com/office/drawing/2014/main" id="{882F70B9-6AE3-55DF-40FB-16E979BD6E6D}"/>
              </a:ext>
            </a:extLst>
          </p:cNvPr>
          <p:cNvSpPr txBox="1"/>
          <p:nvPr/>
        </p:nvSpPr>
        <p:spPr>
          <a:xfrm>
            <a:off x="6214537" y="424456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39" name="TextBox 38">
            <a:extLst>
              <a:ext uri="{FF2B5EF4-FFF2-40B4-BE49-F238E27FC236}">
                <a16:creationId xmlns:a16="http://schemas.microsoft.com/office/drawing/2014/main" id="{2B4ECD71-45C6-47C4-775A-24489CCD04C6}"/>
              </a:ext>
            </a:extLst>
          </p:cNvPr>
          <p:cNvSpPr txBox="1"/>
          <p:nvPr/>
        </p:nvSpPr>
        <p:spPr>
          <a:xfrm>
            <a:off x="6714071" y="4244561"/>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40" name="TextBox 39">
            <a:extLst>
              <a:ext uri="{FF2B5EF4-FFF2-40B4-BE49-F238E27FC236}">
                <a16:creationId xmlns:a16="http://schemas.microsoft.com/office/drawing/2014/main" id="{6AF25B6D-5BED-DA57-F454-BA034E73F45E}"/>
              </a:ext>
            </a:extLst>
          </p:cNvPr>
          <p:cNvSpPr txBox="1"/>
          <p:nvPr/>
        </p:nvSpPr>
        <p:spPr>
          <a:xfrm>
            <a:off x="7213604" y="424456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41" name="TextBox 40">
            <a:extLst>
              <a:ext uri="{FF2B5EF4-FFF2-40B4-BE49-F238E27FC236}">
                <a16:creationId xmlns:a16="http://schemas.microsoft.com/office/drawing/2014/main" id="{B3319055-1EE4-990D-FDB6-F3ADD7F21DE4}"/>
              </a:ext>
            </a:extLst>
          </p:cNvPr>
          <p:cNvSpPr txBox="1"/>
          <p:nvPr/>
        </p:nvSpPr>
        <p:spPr>
          <a:xfrm>
            <a:off x="3217333" y="4747898"/>
            <a:ext cx="462845" cy="584775"/>
          </a:xfrm>
          <a:prstGeom prst="rect">
            <a:avLst/>
          </a:prstGeom>
          <a:solidFill>
            <a:srgbClr val="92D050">
              <a:alpha val="30000"/>
            </a:srgbClr>
          </a:solidFill>
        </p:spPr>
        <p:txBody>
          <a:bodyPr wrap="square" rtlCol="0">
            <a:spAutoFit/>
          </a:bodyPr>
          <a:lstStyle/>
          <a:p>
            <a:pPr algn="ctr"/>
            <a:endParaRPr lang="en-US" sz="3200" dirty="0"/>
          </a:p>
        </p:txBody>
      </p:sp>
      <p:sp>
        <p:nvSpPr>
          <p:cNvPr id="42" name="TextBox 41">
            <a:extLst>
              <a:ext uri="{FF2B5EF4-FFF2-40B4-BE49-F238E27FC236}">
                <a16:creationId xmlns:a16="http://schemas.microsoft.com/office/drawing/2014/main" id="{2706A547-61F7-5807-5278-BEF92F31C182}"/>
              </a:ext>
            </a:extLst>
          </p:cNvPr>
          <p:cNvSpPr txBox="1"/>
          <p:nvPr/>
        </p:nvSpPr>
        <p:spPr>
          <a:xfrm>
            <a:off x="3716867" y="4747898"/>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43" name="TextBox 42">
            <a:extLst>
              <a:ext uri="{FF2B5EF4-FFF2-40B4-BE49-F238E27FC236}">
                <a16:creationId xmlns:a16="http://schemas.microsoft.com/office/drawing/2014/main" id="{8F4ADF5D-3FAA-AC6F-6871-C1F9CF5536B7}"/>
              </a:ext>
            </a:extLst>
          </p:cNvPr>
          <p:cNvSpPr txBox="1"/>
          <p:nvPr/>
        </p:nvSpPr>
        <p:spPr>
          <a:xfrm>
            <a:off x="4216401" y="4747898"/>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44" name="TextBox 43">
            <a:extLst>
              <a:ext uri="{FF2B5EF4-FFF2-40B4-BE49-F238E27FC236}">
                <a16:creationId xmlns:a16="http://schemas.microsoft.com/office/drawing/2014/main" id="{365191A8-19DC-972B-CC42-FF38B9DD11C0}"/>
              </a:ext>
            </a:extLst>
          </p:cNvPr>
          <p:cNvSpPr txBox="1"/>
          <p:nvPr/>
        </p:nvSpPr>
        <p:spPr>
          <a:xfrm>
            <a:off x="7157158" y="1522145"/>
            <a:ext cx="570089" cy="230832"/>
          </a:xfrm>
          <a:prstGeom prst="rect">
            <a:avLst/>
          </a:prstGeom>
          <a:noFill/>
        </p:spPr>
        <p:txBody>
          <a:bodyPr wrap="square" rtlCol="0">
            <a:spAutoFit/>
          </a:bodyPr>
          <a:lstStyle/>
          <a:p>
            <a:pPr algn="ctr"/>
            <a:r>
              <a:rPr lang="en-US" sz="900" dirty="0"/>
              <a:t>457</a:t>
            </a:r>
          </a:p>
        </p:txBody>
      </p:sp>
      <p:sp>
        <p:nvSpPr>
          <p:cNvPr id="45" name="TextBox 44">
            <a:extLst>
              <a:ext uri="{FF2B5EF4-FFF2-40B4-BE49-F238E27FC236}">
                <a16:creationId xmlns:a16="http://schemas.microsoft.com/office/drawing/2014/main" id="{21090447-3C51-7096-BE94-76EAF935110F}"/>
              </a:ext>
            </a:extLst>
          </p:cNvPr>
          <p:cNvSpPr txBox="1"/>
          <p:nvPr/>
        </p:nvSpPr>
        <p:spPr>
          <a:xfrm>
            <a:off x="4143022" y="5028752"/>
            <a:ext cx="570089" cy="230832"/>
          </a:xfrm>
          <a:prstGeom prst="rect">
            <a:avLst/>
          </a:prstGeom>
          <a:noFill/>
        </p:spPr>
        <p:txBody>
          <a:bodyPr wrap="square" rtlCol="0">
            <a:spAutoFit/>
          </a:bodyPr>
          <a:lstStyle/>
          <a:p>
            <a:pPr algn="ctr"/>
            <a:r>
              <a:rPr lang="en-US" sz="900" dirty="0"/>
              <a:t>457</a:t>
            </a:r>
          </a:p>
        </p:txBody>
      </p:sp>
      <p:sp>
        <p:nvSpPr>
          <p:cNvPr id="46" name="TextBox 45">
            <a:extLst>
              <a:ext uri="{FF2B5EF4-FFF2-40B4-BE49-F238E27FC236}">
                <a16:creationId xmlns:a16="http://schemas.microsoft.com/office/drawing/2014/main" id="{CD2DA1BB-1A89-CEBA-8F9D-CD97FC6D3609}"/>
              </a:ext>
            </a:extLst>
          </p:cNvPr>
          <p:cNvSpPr txBox="1"/>
          <p:nvPr/>
        </p:nvSpPr>
        <p:spPr>
          <a:xfrm>
            <a:off x="6654802" y="1522145"/>
            <a:ext cx="570089" cy="230832"/>
          </a:xfrm>
          <a:prstGeom prst="rect">
            <a:avLst/>
          </a:prstGeom>
          <a:noFill/>
        </p:spPr>
        <p:txBody>
          <a:bodyPr wrap="square" rtlCol="0">
            <a:spAutoFit/>
          </a:bodyPr>
          <a:lstStyle/>
          <a:p>
            <a:pPr algn="ctr"/>
            <a:r>
              <a:rPr lang="en-US" sz="900" dirty="0"/>
              <a:t>456789</a:t>
            </a:r>
          </a:p>
        </p:txBody>
      </p:sp>
      <p:sp>
        <p:nvSpPr>
          <p:cNvPr id="47" name="TextBox 46">
            <a:extLst>
              <a:ext uri="{FF2B5EF4-FFF2-40B4-BE49-F238E27FC236}">
                <a16:creationId xmlns:a16="http://schemas.microsoft.com/office/drawing/2014/main" id="{03BD4E2D-1BB6-E07E-E824-F635D3EB1E07}"/>
              </a:ext>
            </a:extLst>
          </p:cNvPr>
          <p:cNvSpPr txBox="1"/>
          <p:nvPr/>
        </p:nvSpPr>
        <p:spPr>
          <a:xfrm>
            <a:off x="3640666" y="5028752"/>
            <a:ext cx="570089" cy="230832"/>
          </a:xfrm>
          <a:prstGeom prst="rect">
            <a:avLst/>
          </a:prstGeom>
          <a:noFill/>
        </p:spPr>
        <p:txBody>
          <a:bodyPr wrap="square" rtlCol="0">
            <a:spAutoFit/>
          </a:bodyPr>
          <a:lstStyle/>
          <a:p>
            <a:pPr algn="ctr"/>
            <a:r>
              <a:rPr lang="en-US" sz="900" dirty="0"/>
              <a:t>456789</a:t>
            </a:r>
          </a:p>
        </p:txBody>
      </p:sp>
      <p:sp>
        <p:nvSpPr>
          <p:cNvPr id="48" name="TextBox 47">
            <a:extLst>
              <a:ext uri="{FF2B5EF4-FFF2-40B4-BE49-F238E27FC236}">
                <a16:creationId xmlns:a16="http://schemas.microsoft.com/office/drawing/2014/main" id="{4FCC0A91-CC8F-1383-4EDA-678FE9225B95}"/>
              </a:ext>
            </a:extLst>
          </p:cNvPr>
          <p:cNvSpPr txBox="1"/>
          <p:nvPr/>
        </p:nvSpPr>
        <p:spPr>
          <a:xfrm>
            <a:off x="6654802" y="772726"/>
            <a:ext cx="570089" cy="230832"/>
          </a:xfrm>
          <a:prstGeom prst="rect">
            <a:avLst/>
          </a:prstGeom>
          <a:noFill/>
        </p:spPr>
        <p:txBody>
          <a:bodyPr wrap="square" rtlCol="0">
            <a:spAutoFit/>
          </a:bodyPr>
          <a:lstStyle/>
          <a:p>
            <a:pPr algn="ctr"/>
            <a:r>
              <a:rPr lang="en-US" sz="900" dirty="0"/>
              <a:t>489</a:t>
            </a:r>
          </a:p>
        </p:txBody>
      </p:sp>
      <p:sp>
        <p:nvSpPr>
          <p:cNvPr id="49" name="TextBox 48">
            <a:extLst>
              <a:ext uri="{FF2B5EF4-FFF2-40B4-BE49-F238E27FC236}">
                <a16:creationId xmlns:a16="http://schemas.microsoft.com/office/drawing/2014/main" id="{2D329CDF-0F66-CA7A-EA14-F3A750D5F11C}"/>
              </a:ext>
            </a:extLst>
          </p:cNvPr>
          <p:cNvSpPr txBox="1"/>
          <p:nvPr/>
        </p:nvSpPr>
        <p:spPr>
          <a:xfrm>
            <a:off x="3138310" y="5028752"/>
            <a:ext cx="570089" cy="230832"/>
          </a:xfrm>
          <a:prstGeom prst="rect">
            <a:avLst/>
          </a:prstGeom>
          <a:noFill/>
        </p:spPr>
        <p:txBody>
          <a:bodyPr wrap="square" rtlCol="0">
            <a:spAutoFit/>
          </a:bodyPr>
          <a:lstStyle/>
          <a:p>
            <a:pPr algn="ctr"/>
            <a:r>
              <a:rPr lang="en-US" sz="900" dirty="0"/>
              <a:t>489</a:t>
            </a:r>
          </a:p>
        </p:txBody>
      </p:sp>
      <p:sp>
        <p:nvSpPr>
          <p:cNvPr id="50" name="TextBox 49">
            <a:extLst>
              <a:ext uri="{FF2B5EF4-FFF2-40B4-BE49-F238E27FC236}">
                <a16:creationId xmlns:a16="http://schemas.microsoft.com/office/drawing/2014/main" id="{1B50481D-B778-6D26-D2DB-52A62D2F8C9B}"/>
              </a:ext>
            </a:extLst>
          </p:cNvPr>
          <p:cNvSpPr txBox="1"/>
          <p:nvPr/>
        </p:nvSpPr>
        <p:spPr>
          <a:xfrm>
            <a:off x="6152446" y="1402877"/>
            <a:ext cx="570089" cy="230832"/>
          </a:xfrm>
          <a:prstGeom prst="rect">
            <a:avLst/>
          </a:prstGeom>
          <a:noFill/>
        </p:spPr>
        <p:txBody>
          <a:bodyPr wrap="square" rtlCol="0">
            <a:spAutoFit/>
          </a:bodyPr>
          <a:lstStyle/>
          <a:p>
            <a:pPr algn="ctr"/>
            <a:r>
              <a:rPr lang="en-US" sz="900" dirty="0"/>
              <a:t>5678</a:t>
            </a:r>
          </a:p>
        </p:txBody>
      </p:sp>
      <p:sp>
        <p:nvSpPr>
          <p:cNvPr id="51" name="TextBox 50">
            <a:extLst>
              <a:ext uri="{FF2B5EF4-FFF2-40B4-BE49-F238E27FC236}">
                <a16:creationId xmlns:a16="http://schemas.microsoft.com/office/drawing/2014/main" id="{520844B3-0D47-02EA-F7A3-C9E484447E89}"/>
              </a:ext>
            </a:extLst>
          </p:cNvPr>
          <p:cNvSpPr txBox="1"/>
          <p:nvPr/>
        </p:nvSpPr>
        <p:spPr>
          <a:xfrm>
            <a:off x="3138310" y="4408541"/>
            <a:ext cx="570089" cy="230832"/>
          </a:xfrm>
          <a:prstGeom prst="rect">
            <a:avLst/>
          </a:prstGeom>
          <a:noFill/>
        </p:spPr>
        <p:txBody>
          <a:bodyPr wrap="square" rtlCol="0">
            <a:spAutoFit/>
          </a:bodyPr>
          <a:lstStyle/>
          <a:p>
            <a:pPr algn="ctr"/>
            <a:r>
              <a:rPr lang="en-US" sz="900" dirty="0"/>
              <a:t>5678</a:t>
            </a:r>
          </a:p>
        </p:txBody>
      </p:sp>
      <p:sp>
        <p:nvSpPr>
          <p:cNvPr id="52" name="TextBox 51">
            <a:extLst>
              <a:ext uri="{FF2B5EF4-FFF2-40B4-BE49-F238E27FC236}">
                <a16:creationId xmlns:a16="http://schemas.microsoft.com/office/drawing/2014/main" id="{F6A73029-D31F-62E7-11D2-2788E5B88378}"/>
              </a:ext>
            </a:extLst>
          </p:cNvPr>
          <p:cNvSpPr txBox="1"/>
          <p:nvPr/>
        </p:nvSpPr>
        <p:spPr>
          <a:xfrm>
            <a:off x="3640666" y="3406653"/>
            <a:ext cx="570089" cy="230832"/>
          </a:xfrm>
          <a:prstGeom prst="rect">
            <a:avLst/>
          </a:prstGeom>
          <a:noFill/>
        </p:spPr>
        <p:txBody>
          <a:bodyPr wrap="square" rtlCol="0">
            <a:spAutoFit/>
          </a:bodyPr>
          <a:lstStyle/>
          <a:p>
            <a:pPr algn="ctr"/>
            <a:r>
              <a:rPr lang="en-US" sz="900" dirty="0"/>
              <a:t>234567</a:t>
            </a:r>
          </a:p>
        </p:txBody>
      </p:sp>
      <p:sp>
        <p:nvSpPr>
          <p:cNvPr id="53" name="TextBox 52">
            <a:extLst>
              <a:ext uri="{FF2B5EF4-FFF2-40B4-BE49-F238E27FC236}">
                <a16:creationId xmlns:a16="http://schemas.microsoft.com/office/drawing/2014/main" id="{D3045079-64EE-87F7-0B92-94F583E79093}"/>
              </a:ext>
            </a:extLst>
          </p:cNvPr>
          <p:cNvSpPr txBox="1"/>
          <p:nvPr/>
        </p:nvSpPr>
        <p:spPr>
          <a:xfrm>
            <a:off x="3640666" y="4026865"/>
            <a:ext cx="570089" cy="230832"/>
          </a:xfrm>
          <a:prstGeom prst="rect">
            <a:avLst/>
          </a:prstGeom>
          <a:noFill/>
        </p:spPr>
        <p:txBody>
          <a:bodyPr wrap="square" rtlCol="0">
            <a:spAutoFit/>
          </a:bodyPr>
          <a:lstStyle/>
          <a:p>
            <a:pPr algn="ctr"/>
            <a:r>
              <a:rPr lang="en-US" sz="900" dirty="0"/>
              <a:t>456789</a:t>
            </a:r>
          </a:p>
        </p:txBody>
      </p:sp>
      <p:sp>
        <p:nvSpPr>
          <p:cNvPr id="54" name="TextBox 53">
            <a:extLst>
              <a:ext uri="{FF2B5EF4-FFF2-40B4-BE49-F238E27FC236}">
                <a16:creationId xmlns:a16="http://schemas.microsoft.com/office/drawing/2014/main" id="{21B06238-3C46-C270-15B0-8E4CA385299F}"/>
              </a:ext>
            </a:extLst>
          </p:cNvPr>
          <p:cNvSpPr txBox="1"/>
          <p:nvPr/>
        </p:nvSpPr>
        <p:spPr>
          <a:xfrm>
            <a:off x="3138310" y="3788329"/>
            <a:ext cx="570089" cy="230832"/>
          </a:xfrm>
          <a:prstGeom prst="rect">
            <a:avLst/>
          </a:prstGeom>
          <a:noFill/>
        </p:spPr>
        <p:txBody>
          <a:bodyPr wrap="square" rtlCol="0">
            <a:spAutoFit/>
          </a:bodyPr>
          <a:lstStyle/>
          <a:p>
            <a:pPr algn="ctr"/>
            <a:r>
              <a:rPr lang="en-US" sz="900" dirty="0"/>
              <a:t>145678</a:t>
            </a:r>
          </a:p>
        </p:txBody>
      </p:sp>
      <p:sp>
        <p:nvSpPr>
          <p:cNvPr id="55" name="TextBox 54">
            <a:extLst>
              <a:ext uri="{FF2B5EF4-FFF2-40B4-BE49-F238E27FC236}">
                <a16:creationId xmlns:a16="http://schemas.microsoft.com/office/drawing/2014/main" id="{3903CC19-F8EF-9538-2160-6C0E0FA1F97E}"/>
              </a:ext>
            </a:extLst>
          </p:cNvPr>
          <p:cNvSpPr txBox="1"/>
          <p:nvPr/>
        </p:nvSpPr>
        <p:spPr>
          <a:xfrm>
            <a:off x="6152446" y="2023089"/>
            <a:ext cx="570089" cy="230832"/>
          </a:xfrm>
          <a:prstGeom prst="rect">
            <a:avLst/>
          </a:prstGeom>
          <a:noFill/>
        </p:spPr>
        <p:txBody>
          <a:bodyPr wrap="square" rtlCol="0">
            <a:spAutoFit/>
          </a:bodyPr>
          <a:lstStyle/>
          <a:p>
            <a:pPr algn="ctr"/>
            <a:r>
              <a:rPr lang="en-US" sz="900" dirty="0"/>
              <a:t>145678</a:t>
            </a:r>
          </a:p>
        </p:txBody>
      </p:sp>
      <p:sp>
        <p:nvSpPr>
          <p:cNvPr id="56" name="TextBox 55">
            <a:extLst>
              <a:ext uri="{FF2B5EF4-FFF2-40B4-BE49-F238E27FC236}">
                <a16:creationId xmlns:a16="http://schemas.microsoft.com/office/drawing/2014/main" id="{85E69168-D46C-A6AC-B12C-3D83BD83F8DC}"/>
              </a:ext>
            </a:extLst>
          </p:cNvPr>
          <p:cNvSpPr txBox="1"/>
          <p:nvPr/>
        </p:nvSpPr>
        <p:spPr>
          <a:xfrm>
            <a:off x="6654802" y="1784553"/>
            <a:ext cx="570089" cy="230832"/>
          </a:xfrm>
          <a:prstGeom prst="rect">
            <a:avLst/>
          </a:prstGeom>
          <a:noFill/>
        </p:spPr>
        <p:txBody>
          <a:bodyPr wrap="square" rtlCol="0">
            <a:spAutoFit/>
          </a:bodyPr>
          <a:lstStyle/>
          <a:p>
            <a:pPr algn="ctr"/>
            <a:r>
              <a:rPr lang="en-US" sz="900" dirty="0"/>
              <a:t>456789</a:t>
            </a:r>
          </a:p>
        </p:txBody>
      </p:sp>
      <p:sp>
        <p:nvSpPr>
          <p:cNvPr id="57" name="TextBox 56">
            <a:extLst>
              <a:ext uri="{FF2B5EF4-FFF2-40B4-BE49-F238E27FC236}">
                <a16:creationId xmlns:a16="http://schemas.microsoft.com/office/drawing/2014/main" id="{30B7E560-6946-2369-5C67-97D2523C5385}"/>
              </a:ext>
            </a:extLst>
          </p:cNvPr>
          <p:cNvSpPr txBox="1"/>
          <p:nvPr/>
        </p:nvSpPr>
        <p:spPr>
          <a:xfrm>
            <a:off x="6654802" y="2524033"/>
            <a:ext cx="570089" cy="230832"/>
          </a:xfrm>
          <a:prstGeom prst="rect">
            <a:avLst/>
          </a:prstGeom>
          <a:noFill/>
        </p:spPr>
        <p:txBody>
          <a:bodyPr wrap="square" rtlCol="0">
            <a:spAutoFit/>
          </a:bodyPr>
          <a:lstStyle/>
          <a:p>
            <a:pPr algn="ctr"/>
            <a:r>
              <a:rPr lang="en-US" sz="900" dirty="0"/>
              <a:t>234567</a:t>
            </a:r>
          </a:p>
        </p:txBody>
      </p:sp>
      <p:sp>
        <p:nvSpPr>
          <p:cNvPr id="58" name="TextBox 57">
            <a:extLst>
              <a:ext uri="{FF2B5EF4-FFF2-40B4-BE49-F238E27FC236}">
                <a16:creationId xmlns:a16="http://schemas.microsoft.com/office/drawing/2014/main" id="{D8B21481-2F78-1477-BC10-0A0715643520}"/>
              </a:ext>
            </a:extLst>
          </p:cNvPr>
          <p:cNvSpPr txBox="1"/>
          <p:nvPr/>
        </p:nvSpPr>
        <p:spPr>
          <a:xfrm>
            <a:off x="4143022" y="1903821"/>
            <a:ext cx="570089" cy="230832"/>
          </a:xfrm>
          <a:prstGeom prst="rect">
            <a:avLst/>
          </a:prstGeom>
          <a:noFill/>
        </p:spPr>
        <p:txBody>
          <a:bodyPr wrap="square" rtlCol="0">
            <a:spAutoFit/>
          </a:bodyPr>
          <a:lstStyle/>
          <a:p>
            <a:pPr algn="ctr"/>
            <a:r>
              <a:rPr lang="en-US" sz="900" dirty="0"/>
              <a:t>457</a:t>
            </a:r>
          </a:p>
        </p:txBody>
      </p:sp>
      <p:sp>
        <p:nvSpPr>
          <p:cNvPr id="59" name="TextBox 58">
            <a:extLst>
              <a:ext uri="{FF2B5EF4-FFF2-40B4-BE49-F238E27FC236}">
                <a16:creationId xmlns:a16="http://schemas.microsoft.com/office/drawing/2014/main" id="{5E1F2EA9-A25A-F4C4-CCD2-D9A872483850}"/>
              </a:ext>
            </a:extLst>
          </p:cNvPr>
          <p:cNvSpPr txBox="1"/>
          <p:nvPr/>
        </p:nvSpPr>
        <p:spPr>
          <a:xfrm>
            <a:off x="3640666" y="2404765"/>
            <a:ext cx="570089" cy="230832"/>
          </a:xfrm>
          <a:prstGeom prst="rect">
            <a:avLst/>
          </a:prstGeom>
          <a:noFill/>
        </p:spPr>
        <p:txBody>
          <a:bodyPr wrap="square" rtlCol="0">
            <a:spAutoFit/>
          </a:bodyPr>
          <a:lstStyle/>
          <a:p>
            <a:pPr algn="ctr"/>
            <a:r>
              <a:rPr lang="en-US" sz="900" dirty="0"/>
              <a:t>234567</a:t>
            </a:r>
          </a:p>
        </p:txBody>
      </p:sp>
      <p:sp>
        <p:nvSpPr>
          <p:cNvPr id="60" name="TextBox 59">
            <a:extLst>
              <a:ext uri="{FF2B5EF4-FFF2-40B4-BE49-F238E27FC236}">
                <a16:creationId xmlns:a16="http://schemas.microsoft.com/office/drawing/2014/main" id="{168D420B-E501-B0D1-756E-F0DABE93F254}"/>
              </a:ext>
            </a:extLst>
          </p:cNvPr>
          <p:cNvSpPr txBox="1"/>
          <p:nvPr/>
        </p:nvSpPr>
        <p:spPr>
          <a:xfrm>
            <a:off x="4143022" y="2905709"/>
            <a:ext cx="570089" cy="230832"/>
          </a:xfrm>
          <a:prstGeom prst="rect">
            <a:avLst/>
          </a:prstGeom>
          <a:noFill/>
        </p:spPr>
        <p:txBody>
          <a:bodyPr wrap="square" rtlCol="0">
            <a:spAutoFit/>
          </a:bodyPr>
          <a:lstStyle/>
          <a:p>
            <a:pPr algn="ctr"/>
            <a:r>
              <a:rPr lang="en-US" sz="900" dirty="0"/>
              <a:t>2457</a:t>
            </a:r>
          </a:p>
        </p:txBody>
      </p:sp>
      <p:sp>
        <p:nvSpPr>
          <p:cNvPr id="61" name="TextBox 60">
            <a:extLst>
              <a:ext uri="{FF2B5EF4-FFF2-40B4-BE49-F238E27FC236}">
                <a16:creationId xmlns:a16="http://schemas.microsoft.com/office/drawing/2014/main" id="{6C8F6452-AD51-B6AF-1CF7-E923B8CD5A10}"/>
              </a:ext>
            </a:extLst>
          </p:cNvPr>
          <p:cNvSpPr txBox="1"/>
          <p:nvPr/>
        </p:nvSpPr>
        <p:spPr>
          <a:xfrm>
            <a:off x="6152446" y="2285497"/>
            <a:ext cx="570089" cy="230832"/>
          </a:xfrm>
          <a:prstGeom prst="rect">
            <a:avLst/>
          </a:prstGeom>
          <a:noFill/>
        </p:spPr>
        <p:txBody>
          <a:bodyPr wrap="square" rtlCol="0">
            <a:spAutoFit/>
          </a:bodyPr>
          <a:lstStyle/>
          <a:p>
            <a:pPr algn="ctr"/>
            <a:r>
              <a:rPr lang="en-US" sz="900" dirty="0"/>
              <a:t>2457</a:t>
            </a:r>
          </a:p>
        </p:txBody>
      </p:sp>
      <p:sp>
        <p:nvSpPr>
          <p:cNvPr id="62" name="TextBox 61">
            <a:extLst>
              <a:ext uri="{FF2B5EF4-FFF2-40B4-BE49-F238E27FC236}">
                <a16:creationId xmlns:a16="http://schemas.microsoft.com/office/drawing/2014/main" id="{47EC1682-1007-C0F1-7767-4E154CB7D2A9}"/>
              </a:ext>
            </a:extLst>
          </p:cNvPr>
          <p:cNvSpPr txBox="1"/>
          <p:nvPr/>
        </p:nvSpPr>
        <p:spPr>
          <a:xfrm>
            <a:off x="6654802" y="2905709"/>
            <a:ext cx="570089" cy="230832"/>
          </a:xfrm>
          <a:prstGeom prst="rect">
            <a:avLst/>
          </a:prstGeom>
          <a:noFill/>
        </p:spPr>
        <p:txBody>
          <a:bodyPr wrap="square" rtlCol="0">
            <a:spAutoFit/>
          </a:bodyPr>
          <a:lstStyle/>
          <a:p>
            <a:pPr algn="ctr"/>
            <a:r>
              <a:rPr lang="en-US" sz="900" dirty="0"/>
              <a:t>234567</a:t>
            </a:r>
          </a:p>
        </p:txBody>
      </p:sp>
      <p:sp>
        <p:nvSpPr>
          <p:cNvPr id="63" name="TextBox 62">
            <a:extLst>
              <a:ext uri="{FF2B5EF4-FFF2-40B4-BE49-F238E27FC236}">
                <a16:creationId xmlns:a16="http://schemas.microsoft.com/office/drawing/2014/main" id="{1D2A1D79-CF70-F549-50C0-6587179CF87C}"/>
              </a:ext>
            </a:extLst>
          </p:cNvPr>
          <p:cNvSpPr txBox="1"/>
          <p:nvPr/>
        </p:nvSpPr>
        <p:spPr>
          <a:xfrm>
            <a:off x="7157158" y="3406653"/>
            <a:ext cx="570089" cy="230832"/>
          </a:xfrm>
          <a:prstGeom prst="rect">
            <a:avLst/>
          </a:prstGeom>
          <a:noFill/>
        </p:spPr>
        <p:txBody>
          <a:bodyPr wrap="square" rtlCol="0">
            <a:spAutoFit/>
          </a:bodyPr>
          <a:lstStyle/>
          <a:p>
            <a:pPr algn="ctr"/>
            <a:r>
              <a:rPr lang="en-US" sz="900" dirty="0"/>
              <a:t>457</a:t>
            </a:r>
          </a:p>
        </p:txBody>
      </p:sp>
      <p:sp>
        <p:nvSpPr>
          <p:cNvPr id="64" name="TextBox 63">
            <a:extLst>
              <a:ext uri="{FF2B5EF4-FFF2-40B4-BE49-F238E27FC236}">
                <a16:creationId xmlns:a16="http://schemas.microsoft.com/office/drawing/2014/main" id="{67851D3E-7E1A-33FA-7AC8-12D1B855AE2F}"/>
              </a:ext>
            </a:extLst>
          </p:cNvPr>
          <p:cNvSpPr txBox="1"/>
          <p:nvPr/>
        </p:nvSpPr>
        <p:spPr>
          <a:xfrm>
            <a:off x="4645378" y="1283609"/>
            <a:ext cx="570089" cy="230832"/>
          </a:xfrm>
          <a:prstGeom prst="rect">
            <a:avLst/>
          </a:prstGeom>
          <a:noFill/>
        </p:spPr>
        <p:txBody>
          <a:bodyPr wrap="square" rtlCol="0">
            <a:spAutoFit/>
          </a:bodyPr>
          <a:lstStyle/>
          <a:p>
            <a:pPr algn="ctr"/>
            <a:r>
              <a:rPr lang="en-US" sz="900" dirty="0"/>
              <a:t>46</a:t>
            </a:r>
          </a:p>
        </p:txBody>
      </p:sp>
      <p:sp>
        <p:nvSpPr>
          <p:cNvPr id="65" name="TextBox 64">
            <a:extLst>
              <a:ext uri="{FF2B5EF4-FFF2-40B4-BE49-F238E27FC236}">
                <a16:creationId xmlns:a16="http://schemas.microsoft.com/office/drawing/2014/main" id="{A1A59226-5012-A2BC-6BCE-8540EB54A8E5}"/>
              </a:ext>
            </a:extLst>
          </p:cNvPr>
          <p:cNvSpPr txBox="1"/>
          <p:nvPr/>
        </p:nvSpPr>
        <p:spPr>
          <a:xfrm>
            <a:off x="5147734" y="1903821"/>
            <a:ext cx="570089" cy="230832"/>
          </a:xfrm>
          <a:prstGeom prst="rect">
            <a:avLst/>
          </a:prstGeom>
          <a:noFill/>
        </p:spPr>
        <p:txBody>
          <a:bodyPr wrap="square" rtlCol="0">
            <a:spAutoFit/>
          </a:bodyPr>
          <a:lstStyle/>
          <a:p>
            <a:pPr algn="ctr"/>
            <a:r>
              <a:rPr lang="en-US" sz="900" dirty="0"/>
              <a:t>1679</a:t>
            </a:r>
          </a:p>
        </p:txBody>
      </p:sp>
      <p:sp>
        <p:nvSpPr>
          <p:cNvPr id="66" name="TextBox 65">
            <a:extLst>
              <a:ext uri="{FF2B5EF4-FFF2-40B4-BE49-F238E27FC236}">
                <a16:creationId xmlns:a16="http://schemas.microsoft.com/office/drawing/2014/main" id="{30237A75-C0EB-41B8-94B2-B35DD40A9EA0}"/>
              </a:ext>
            </a:extLst>
          </p:cNvPr>
          <p:cNvSpPr txBox="1"/>
          <p:nvPr/>
        </p:nvSpPr>
        <p:spPr>
          <a:xfrm>
            <a:off x="5147734" y="2524033"/>
            <a:ext cx="570089" cy="230832"/>
          </a:xfrm>
          <a:prstGeom prst="rect">
            <a:avLst/>
          </a:prstGeom>
          <a:noFill/>
        </p:spPr>
        <p:txBody>
          <a:bodyPr wrap="square" rtlCol="0">
            <a:spAutoFit/>
          </a:bodyPr>
          <a:lstStyle/>
          <a:p>
            <a:pPr algn="ctr"/>
            <a:r>
              <a:rPr lang="en-US" sz="900" dirty="0"/>
              <a:t>2567</a:t>
            </a:r>
          </a:p>
        </p:txBody>
      </p:sp>
      <p:sp>
        <p:nvSpPr>
          <p:cNvPr id="67" name="TextBox 66">
            <a:extLst>
              <a:ext uri="{FF2B5EF4-FFF2-40B4-BE49-F238E27FC236}">
                <a16:creationId xmlns:a16="http://schemas.microsoft.com/office/drawing/2014/main" id="{292E342F-0D4E-9FDC-3707-908482ED3D4D}"/>
              </a:ext>
            </a:extLst>
          </p:cNvPr>
          <p:cNvSpPr txBox="1"/>
          <p:nvPr/>
        </p:nvSpPr>
        <p:spPr>
          <a:xfrm>
            <a:off x="7157158" y="3907597"/>
            <a:ext cx="570089" cy="230832"/>
          </a:xfrm>
          <a:prstGeom prst="rect">
            <a:avLst/>
          </a:prstGeom>
          <a:noFill/>
        </p:spPr>
        <p:txBody>
          <a:bodyPr wrap="square" rtlCol="0">
            <a:spAutoFit/>
          </a:bodyPr>
          <a:lstStyle/>
          <a:p>
            <a:pPr algn="ctr"/>
            <a:r>
              <a:rPr lang="en-US" sz="900" dirty="0"/>
              <a:t>46</a:t>
            </a:r>
          </a:p>
        </p:txBody>
      </p:sp>
      <p:sp>
        <p:nvSpPr>
          <p:cNvPr id="68" name="TextBox 67">
            <a:extLst>
              <a:ext uri="{FF2B5EF4-FFF2-40B4-BE49-F238E27FC236}">
                <a16:creationId xmlns:a16="http://schemas.microsoft.com/office/drawing/2014/main" id="{1844485E-2C18-2E63-7F36-4C642A604BB5}"/>
              </a:ext>
            </a:extLst>
          </p:cNvPr>
          <p:cNvSpPr txBox="1"/>
          <p:nvPr/>
        </p:nvSpPr>
        <p:spPr>
          <a:xfrm>
            <a:off x="6654802" y="4527809"/>
            <a:ext cx="570089" cy="230832"/>
          </a:xfrm>
          <a:prstGeom prst="rect">
            <a:avLst/>
          </a:prstGeom>
          <a:noFill/>
        </p:spPr>
        <p:txBody>
          <a:bodyPr wrap="square" rtlCol="0">
            <a:spAutoFit/>
          </a:bodyPr>
          <a:lstStyle/>
          <a:p>
            <a:pPr algn="ctr"/>
            <a:r>
              <a:rPr lang="en-US" sz="900" dirty="0"/>
              <a:t>2567</a:t>
            </a:r>
          </a:p>
        </p:txBody>
      </p:sp>
      <p:sp>
        <p:nvSpPr>
          <p:cNvPr id="69" name="TextBox 68">
            <a:extLst>
              <a:ext uri="{FF2B5EF4-FFF2-40B4-BE49-F238E27FC236}">
                <a16:creationId xmlns:a16="http://schemas.microsoft.com/office/drawing/2014/main" id="{12B09399-DB97-40FF-5DE4-9B0E1FE071EF}"/>
              </a:ext>
            </a:extLst>
          </p:cNvPr>
          <p:cNvSpPr txBox="1"/>
          <p:nvPr/>
        </p:nvSpPr>
        <p:spPr>
          <a:xfrm>
            <a:off x="7157158" y="4527809"/>
            <a:ext cx="570089" cy="230832"/>
          </a:xfrm>
          <a:prstGeom prst="rect">
            <a:avLst/>
          </a:prstGeom>
          <a:noFill/>
        </p:spPr>
        <p:txBody>
          <a:bodyPr wrap="square" rtlCol="0">
            <a:spAutoFit/>
          </a:bodyPr>
          <a:lstStyle/>
          <a:p>
            <a:pPr algn="ctr"/>
            <a:r>
              <a:rPr lang="en-US" sz="900" dirty="0"/>
              <a:t>1679</a:t>
            </a:r>
          </a:p>
        </p:txBody>
      </p:sp>
      <p:sp>
        <p:nvSpPr>
          <p:cNvPr id="70" name="TextBox 69">
            <a:extLst>
              <a:ext uri="{FF2B5EF4-FFF2-40B4-BE49-F238E27FC236}">
                <a16:creationId xmlns:a16="http://schemas.microsoft.com/office/drawing/2014/main" id="{EAD9736B-0793-31BC-2322-AACDAE678F93}"/>
              </a:ext>
            </a:extLst>
          </p:cNvPr>
          <p:cNvSpPr txBox="1"/>
          <p:nvPr/>
        </p:nvSpPr>
        <p:spPr>
          <a:xfrm>
            <a:off x="5650090" y="2285497"/>
            <a:ext cx="570089" cy="230832"/>
          </a:xfrm>
          <a:prstGeom prst="rect">
            <a:avLst/>
          </a:prstGeom>
          <a:noFill/>
        </p:spPr>
        <p:txBody>
          <a:bodyPr wrap="square" rtlCol="0">
            <a:spAutoFit/>
          </a:bodyPr>
          <a:lstStyle/>
          <a:p>
            <a:pPr algn="ctr"/>
            <a:r>
              <a:rPr lang="en-US" sz="900" dirty="0"/>
              <a:t>23467</a:t>
            </a:r>
          </a:p>
        </p:txBody>
      </p:sp>
      <p:sp>
        <p:nvSpPr>
          <p:cNvPr id="71" name="TextBox 70">
            <a:extLst>
              <a:ext uri="{FF2B5EF4-FFF2-40B4-BE49-F238E27FC236}">
                <a16:creationId xmlns:a16="http://schemas.microsoft.com/office/drawing/2014/main" id="{92CA52FF-6C51-F3DC-50B1-F82A6A7A547E}"/>
              </a:ext>
            </a:extLst>
          </p:cNvPr>
          <p:cNvSpPr txBox="1"/>
          <p:nvPr/>
        </p:nvSpPr>
        <p:spPr>
          <a:xfrm>
            <a:off x="5147734" y="2905709"/>
            <a:ext cx="570089" cy="230832"/>
          </a:xfrm>
          <a:prstGeom prst="rect">
            <a:avLst/>
          </a:prstGeom>
          <a:noFill/>
        </p:spPr>
        <p:txBody>
          <a:bodyPr wrap="square" rtlCol="0">
            <a:spAutoFit/>
          </a:bodyPr>
          <a:lstStyle/>
          <a:p>
            <a:pPr algn="ctr"/>
            <a:r>
              <a:rPr lang="en-US" sz="900" dirty="0"/>
              <a:t>125678</a:t>
            </a:r>
          </a:p>
        </p:txBody>
      </p:sp>
      <p:sp>
        <p:nvSpPr>
          <p:cNvPr id="72" name="TextBox 71">
            <a:extLst>
              <a:ext uri="{FF2B5EF4-FFF2-40B4-BE49-F238E27FC236}">
                <a16:creationId xmlns:a16="http://schemas.microsoft.com/office/drawing/2014/main" id="{3BA3A3CE-2DF8-DDC6-2E4D-276FEF57828D}"/>
              </a:ext>
            </a:extLst>
          </p:cNvPr>
          <p:cNvSpPr txBox="1"/>
          <p:nvPr/>
        </p:nvSpPr>
        <p:spPr>
          <a:xfrm>
            <a:off x="4645378" y="3525921"/>
            <a:ext cx="570089" cy="230832"/>
          </a:xfrm>
          <a:prstGeom prst="rect">
            <a:avLst/>
          </a:prstGeom>
          <a:noFill/>
        </p:spPr>
        <p:txBody>
          <a:bodyPr wrap="square" rtlCol="0">
            <a:spAutoFit/>
          </a:bodyPr>
          <a:lstStyle/>
          <a:p>
            <a:pPr algn="ctr"/>
            <a:r>
              <a:rPr lang="en-US" sz="900" dirty="0"/>
              <a:t>268</a:t>
            </a:r>
          </a:p>
        </p:txBody>
      </p:sp>
      <p:sp>
        <p:nvSpPr>
          <p:cNvPr id="74" name="TextBox 73">
            <a:extLst>
              <a:ext uri="{FF2B5EF4-FFF2-40B4-BE49-F238E27FC236}">
                <a16:creationId xmlns:a16="http://schemas.microsoft.com/office/drawing/2014/main" id="{B74BD659-C112-2ADC-98C9-985DB2FACD8C}"/>
              </a:ext>
            </a:extLst>
          </p:cNvPr>
          <p:cNvSpPr txBox="1"/>
          <p:nvPr/>
        </p:nvSpPr>
        <p:spPr>
          <a:xfrm>
            <a:off x="6152446" y="4527809"/>
            <a:ext cx="570089" cy="230832"/>
          </a:xfrm>
          <a:prstGeom prst="rect">
            <a:avLst/>
          </a:prstGeom>
          <a:noFill/>
        </p:spPr>
        <p:txBody>
          <a:bodyPr wrap="square" rtlCol="0">
            <a:spAutoFit/>
          </a:bodyPr>
          <a:lstStyle/>
          <a:p>
            <a:pPr algn="ctr"/>
            <a:r>
              <a:rPr lang="en-US" sz="900" dirty="0"/>
              <a:t>125678</a:t>
            </a:r>
          </a:p>
        </p:txBody>
      </p:sp>
      <p:sp>
        <p:nvSpPr>
          <p:cNvPr id="75" name="TextBox 74">
            <a:extLst>
              <a:ext uri="{FF2B5EF4-FFF2-40B4-BE49-F238E27FC236}">
                <a16:creationId xmlns:a16="http://schemas.microsoft.com/office/drawing/2014/main" id="{73805450-3215-F947-7E13-DE34688CD209}"/>
              </a:ext>
            </a:extLst>
          </p:cNvPr>
          <p:cNvSpPr txBox="1"/>
          <p:nvPr/>
        </p:nvSpPr>
        <p:spPr>
          <a:xfrm>
            <a:off x="6654802" y="3788329"/>
            <a:ext cx="570089" cy="230832"/>
          </a:xfrm>
          <a:prstGeom prst="rect">
            <a:avLst/>
          </a:prstGeom>
          <a:noFill/>
        </p:spPr>
        <p:txBody>
          <a:bodyPr wrap="square" rtlCol="0">
            <a:spAutoFit/>
          </a:bodyPr>
          <a:lstStyle/>
          <a:p>
            <a:pPr algn="ctr"/>
            <a:r>
              <a:rPr lang="en-US" sz="900" dirty="0"/>
              <a:t>23467</a:t>
            </a:r>
          </a:p>
        </p:txBody>
      </p:sp>
      <p:sp>
        <p:nvSpPr>
          <p:cNvPr id="76" name="TextBox 75">
            <a:extLst>
              <a:ext uri="{FF2B5EF4-FFF2-40B4-BE49-F238E27FC236}">
                <a16:creationId xmlns:a16="http://schemas.microsoft.com/office/drawing/2014/main" id="{F027DCED-87C9-F52D-50B5-D56B75D93E3B}"/>
              </a:ext>
            </a:extLst>
          </p:cNvPr>
          <p:cNvSpPr txBox="1"/>
          <p:nvPr/>
        </p:nvSpPr>
        <p:spPr>
          <a:xfrm>
            <a:off x="5650090" y="4527809"/>
            <a:ext cx="570089" cy="230832"/>
          </a:xfrm>
          <a:prstGeom prst="rect">
            <a:avLst/>
          </a:prstGeom>
          <a:noFill/>
        </p:spPr>
        <p:txBody>
          <a:bodyPr wrap="square" rtlCol="0">
            <a:spAutoFit/>
          </a:bodyPr>
          <a:lstStyle/>
          <a:p>
            <a:pPr algn="ctr"/>
            <a:r>
              <a:rPr lang="en-US" sz="900" dirty="0"/>
              <a:t>268</a:t>
            </a:r>
          </a:p>
        </p:txBody>
      </p:sp>
      <p:sp>
        <p:nvSpPr>
          <p:cNvPr id="73" name="TextBox 72">
            <a:extLst>
              <a:ext uri="{FF2B5EF4-FFF2-40B4-BE49-F238E27FC236}">
                <a16:creationId xmlns:a16="http://schemas.microsoft.com/office/drawing/2014/main" id="{F867A170-55C5-644D-783D-58BDCB04A1EE}"/>
              </a:ext>
            </a:extLst>
          </p:cNvPr>
          <p:cNvSpPr txBox="1"/>
          <p:nvPr/>
        </p:nvSpPr>
        <p:spPr>
          <a:xfrm>
            <a:off x="5147734" y="3287385"/>
            <a:ext cx="570089" cy="230832"/>
          </a:xfrm>
          <a:prstGeom prst="rect">
            <a:avLst/>
          </a:prstGeom>
          <a:noFill/>
        </p:spPr>
        <p:txBody>
          <a:bodyPr wrap="square" rtlCol="0">
            <a:spAutoFit/>
          </a:bodyPr>
          <a:lstStyle/>
          <a:p>
            <a:pPr algn="ctr"/>
            <a:r>
              <a:rPr lang="en-US" sz="900" dirty="0"/>
              <a:t>235678</a:t>
            </a:r>
          </a:p>
        </p:txBody>
      </p:sp>
      <p:sp>
        <p:nvSpPr>
          <p:cNvPr id="77" name="TextBox 76">
            <a:extLst>
              <a:ext uri="{FF2B5EF4-FFF2-40B4-BE49-F238E27FC236}">
                <a16:creationId xmlns:a16="http://schemas.microsoft.com/office/drawing/2014/main" id="{C972160D-B308-7DF3-5151-AD7493AAFD91}"/>
              </a:ext>
            </a:extLst>
          </p:cNvPr>
          <p:cNvSpPr txBox="1"/>
          <p:nvPr/>
        </p:nvSpPr>
        <p:spPr>
          <a:xfrm>
            <a:off x="5650090" y="4026865"/>
            <a:ext cx="570089" cy="369332"/>
          </a:xfrm>
          <a:prstGeom prst="rect">
            <a:avLst/>
          </a:prstGeom>
          <a:noFill/>
        </p:spPr>
        <p:txBody>
          <a:bodyPr wrap="square" rtlCol="0">
            <a:spAutoFit/>
          </a:bodyPr>
          <a:lstStyle/>
          <a:p>
            <a:pPr algn="ctr"/>
            <a:r>
              <a:rPr lang="en-US" sz="900" dirty="0"/>
              <a:t>1236789</a:t>
            </a:r>
          </a:p>
        </p:txBody>
      </p:sp>
      <p:sp>
        <p:nvSpPr>
          <p:cNvPr id="78" name="TextBox 77">
            <a:extLst>
              <a:ext uri="{FF2B5EF4-FFF2-40B4-BE49-F238E27FC236}">
                <a16:creationId xmlns:a16="http://schemas.microsoft.com/office/drawing/2014/main" id="{03E31654-241B-32CB-BCC8-050B6E2BED73}"/>
              </a:ext>
            </a:extLst>
          </p:cNvPr>
          <p:cNvSpPr txBox="1"/>
          <p:nvPr/>
        </p:nvSpPr>
        <p:spPr>
          <a:xfrm>
            <a:off x="6152446" y="3788329"/>
            <a:ext cx="570089" cy="230832"/>
          </a:xfrm>
          <a:prstGeom prst="rect">
            <a:avLst/>
          </a:prstGeom>
          <a:noFill/>
        </p:spPr>
        <p:txBody>
          <a:bodyPr wrap="square" rtlCol="0">
            <a:spAutoFit/>
          </a:bodyPr>
          <a:lstStyle/>
          <a:p>
            <a:pPr algn="ctr"/>
            <a:r>
              <a:rPr lang="en-US" sz="900" dirty="0"/>
              <a:t>235678</a:t>
            </a:r>
          </a:p>
        </p:txBody>
      </p:sp>
      <p:sp>
        <p:nvSpPr>
          <p:cNvPr id="79" name="TextBox 78">
            <a:extLst>
              <a:ext uri="{FF2B5EF4-FFF2-40B4-BE49-F238E27FC236}">
                <a16:creationId xmlns:a16="http://schemas.microsoft.com/office/drawing/2014/main" id="{FD9B01BC-287E-6B3C-D993-BA87417CF055}"/>
              </a:ext>
            </a:extLst>
          </p:cNvPr>
          <p:cNvSpPr txBox="1"/>
          <p:nvPr/>
        </p:nvSpPr>
        <p:spPr>
          <a:xfrm>
            <a:off x="6214537" y="3237891"/>
            <a:ext cx="462845" cy="584775"/>
          </a:xfrm>
          <a:prstGeom prst="rect">
            <a:avLst/>
          </a:prstGeom>
          <a:noFill/>
        </p:spPr>
        <p:txBody>
          <a:bodyPr wrap="square" rtlCol="0">
            <a:spAutoFit/>
          </a:bodyPr>
          <a:lstStyle/>
          <a:p>
            <a:pPr algn="ctr"/>
            <a:r>
              <a:rPr lang="en-US" sz="3200" dirty="0"/>
              <a:t>9</a:t>
            </a:r>
          </a:p>
        </p:txBody>
      </p:sp>
      <p:sp>
        <p:nvSpPr>
          <p:cNvPr id="80" name="TextBox 79">
            <a:extLst>
              <a:ext uri="{FF2B5EF4-FFF2-40B4-BE49-F238E27FC236}">
                <a16:creationId xmlns:a16="http://schemas.microsoft.com/office/drawing/2014/main" id="{BFA4CE42-8461-E6C3-CC0D-B7B157BFA8AB}"/>
              </a:ext>
            </a:extLst>
          </p:cNvPr>
          <p:cNvSpPr txBox="1"/>
          <p:nvPr/>
        </p:nvSpPr>
        <p:spPr>
          <a:xfrm>
            <a:off x="6152446" y="901933"/>
            <a:ext cx="570089" cy="230832"/>
          </a:xfrm>
          <a:prstGeom prst="rect">
            <a:avLst/>
          </a:prstGeom>
          <a:noFill/>
        </p:spPr>
        <p:txBody>
          <a:bodyPr wrap="square" rtlCol="0">
            <a:spAutoFit/>
          </a:bodyPr>
          <a:lstStyle/>
          <a:p>
            <a:pPr algn="ctr"/>
            <a:r>
              <a:rPr lang="en-US" sz="900" dirty="0"/>
              <a:t>148</a:t>
            </a:r>
          </a:p>
        </p:txBody>
      </p:sp>
      <p:sp>
        <p:nvSpPr>
          <p:cNvPr id="81" name="TextBox 80">
            <a:extLst>
              <a:ext uri="{FF2B5EF4-FFF2-40B4-BE49-F238E27FC236}">
                <a16:creationId xmlns:a16="http://schemas.microsoft.com/office/drawing/2014/main" id="{B42A00AE-D208-0D4D-EBC1-576031BA0041}"/>
              </a:ext>
            </a:extLst>
          </p:cNvPr>
          <p:cNvSpPr txBox="1"/>
          <p:nvPr/>
        </p:nvSpPr>
        <p:spPr>
          <a:xfrm>
            <a:off x="4143022" y="3907597"/>
            <a:ext cx="570089" cy="230832"/>
          </a:xfrm>
          <a:prstGeom prst="rect">
            <a:avLst/>
          </a:prstGeom>
          <a:noFill/>
        </p:spPr>
        <p:txBody>
          <a:bodyPr wrap="square" rtlCol="0">
            <a:spAutoFit/>
          </a:bodyPr>
          <a:lstStyle/>
          <a:p>
            <a:pPr algn="ctr"/>
            <a:r>
              <a:rPr lang="en-US" sz="900" dirty="0"/>
              <a:t>248</a:t>
            </a:r>
          </a:p>
        </p:txBody>
      </p:sp>
      <p:sp>
        <p:nvSpPr>
          <p:cNvPr id="82" name="TextBox 81">
            <a:extLst>
              <a:ext uri="{FF2B5EF4-FFF2-40B4-BE49-F238E27FC236}">
                <a16:creationId xmlns:a16="http://schemas.microsoft.com/office/drawing/2014/main" id="{185BE53A-CD60-9844-5901-A40BAAF61C34}"/>
              </a:ext>
            </a:extLst>
          </p:cNvPr>
          <p:cNvSpPr txBox="1"/>
          <p:nvPr/>
        </p:nvSpPr>
        <p:spPr>
          <a:xfrm>
            <a:off x="3640666" y="4408541"/>
            <a:ext cx="570089" cy="230832"/>
          </a:xfrm>
          <a:prstGeom prst="rect">
            <a:avLst/>
          </a:prstGeom>
          <a:noFill/>
        </p:spPr>
        <p:txBody>
          <a:bodyPr wrap="square" rtlCol="0">
            <a:spAutoFit/>
          </a:bodyPr>
          <a:lstStyle/>
          <a:p>
            <a:pPr algn="ctr"/>
            <a:r>
              <a:rPr lang="en-US" sz="900" dirty="0"/>
              <a:t>128</a:t>
            </a:r>
          </a:p>
        </p:txBody>
      </p:sp>
    </p:spTree>
    <p:extLst>
      <p:ext uri="{BB962C8B-B14F-4D97-AF65-F5344CB8AC3E}">
        <p14:creationId xmlns:p14="http://schemas.microsoft.com/office/powerpoint/2010/main" val="227183969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05C3C7-A7A8-CB64-B820-762FBC4C3D5E}"/>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49982294-E7A6-E4A9-D51D-000C73C555D6}"/>
              </a:ext>
            </a:extLst>
          </p:cNvPr>
          <p:cNvSpPr>
            <a:spLocks noGrp="1"/>
          </p:cNvSpPr>
          <p:nvPr>
            <p:ph sz="half" idx="1"/>
          </p:nvPr>
        </p:nvSpPr>
        <p:spPr/>
        <p:txBody>
          <a:bodyPr>
            <a:normAutofit lnSpcReduction="10000"/>
          </a:bodyPr>
          <a:lstStyle/>
          <a:p>
            <a:r>
              <a:rPr lang="en-US" dirty="0"/>
              <a:t>Focus on the light green 46 cells. They cannot be 6. The upper right and lower left blocks contain analogous colored cells. The bottom 46, if 6, would veto the two blue cells. The upper 46, if 6, would veto the dark green, yellow, and orange cells. There would be no place remaining for a 6 in the upper right block.</a:t>
            </a:r>
          </a:p>
        </p:txBody>
      </p:sp>
      <p:pic>
        <p:nvPicPr>
          <p:cNvPr id="4" name="Picture 3" descr="A grid of sudoku puzzle&#10;&#10;Description automatically generated">
            <a:extLst>
              <a:ext uri="{FF2B5EF4-FFF2-40B4-BE49-F238E27FC236}">
                <a16:creationId xmlns:a16="http://schemas.microsoft.com/office/drawing/2014/main" id="{3B68EDAB-17A8-4F8A-89F1-E5DC1C19F98F}"/>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89CB2902-4886-5134-41A0-2707361A4B9D}"/>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05B701BD-50EE-91CB-D325-2A04CB904A4F}"/>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CE21457C-CA21-A22A-3841-45E1784684C1}"/>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7EAA48F3-8BA9-4F8D-1986-D8D05295D163}"/>
              </a:ext>
            </a:extLst>
          </p:cNvPr>
          <p:cNvSpPr txBox="1"/>
          <p:nvPr/>
        </p:nvSpPr>
        <p:spPr>
          <a:xfrm>
            <a:off x="4715935" y="1224551"/>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8" name="TextBox 7">
            <a:extLst>
              <a:ext uri="{FF2B5EF4-FFF2-40B4-BE49-F238E27FC236}">
                <a16:creationId xmlns:a16="http://schemas.microsoft.com/office/drawing/2014/main" id="{DAAC2396-809B-99F9-D1B9-B33FD4581416}"/>
              </a:ext>
            </a:extLst>
          </p:cNvPr>
          <p:cNvSpPr txBox="1"/>
          <p:nvPr/>
        </p:nvSpPr>
        <p:spPr>
          <a:xfrm>
            <a:off x="6214537" y="122455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9" name="TextBox 8">
            <a:extLst>
              <a:ext uri="{FF2B5EF4-FFF2-40B4-BE49-F238E27FC236}">
                <a16:creationId xmlns:a16="http://schemas.microsoft.com/office/drawing/2014/main" id="{117089EF-51F6-988F-1150-A8138537A2B5}"/>
              </a:ext>
            </a:extLst>
          </p:cNvPr>
          <p:cNvSpPr txBox="1"/>
          <p:nvPr/>
        </p:nvSpPr>
        <p:spPr>
          <a:xfrm>
            <a:off x="6714071" y="1224551"/>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10" name="TextBox 9">
            <a:extLst>
              <a:ext uri="{FF2B5EF4-FFF2-40B4-BE49-F238E27FC236}">
                <a16:creationId xmlns:a16="http://schemas.microsoft.com/office/drawing/2014/main" id="{DAD35157-F598-B3A9-1254-3865E4580AD4}"/>
              </a:ext>
            </a:extLst>
          </p:cNvPr>
          <p:cNvSpPr txBox="1"/>
          <p:nvPr/>
        </p:nvSpPr>
        <p:spPr>
          <a:xfrm>
            <a:off x="7213604" y="122455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11" name="TextBox 10">
            <a:extLst>
              <a:ext uri="{FF2B5EF4-FFF2-40B4-BE49-F238E27FC236}">
                <a16:creationId xmlns:a16="http://schemas.microsoft.com/office/drawing/2014/main" id="{68C4BA78-2557-489C-4A80-4D0B2D5EFB3F}"/>
              </a:ext>
            </a:extLst>
          </p:cNvPr>
          <p:cNvSpPr txBox="1"/>
          <p:nvPr/>
        </p:nvSpPr>
        <p:spPr>
          <a:xfrm>
            <a:off x="6714071" y="721216"/>
            <a:ext cx="462845" cy="584775"/>
          </a:xfrm>
          <a:prstGeom prst="rect">
            <a:avLst/>
          </a:prstGeom>
          <a:solidFill>
            <a:srgbClr val="92D050">
              <a:alpha val="30000"/>
            </a:srgbClr>
          </a:solidFill>
        </p:spPr>
        <p:txBody>
          <a:bodyPr wrap="square" rtlCol="0">
            <a:spAutoFit/>
          </a:bodyPr>
          <a:lstStyle/>
          <a:p>
            <a:pPr algn="ctr"/>
            <a:endParaRPr lang="en-US" sz="3200" dirty="0"/>
          </a:p>
        </p:txBody>
      </p:sp>
      <p:sp>
        <p:nvSpPr>
          <p:cNvPr id="12" name="TextBox 11">
            <a:extLst>
              <a:ext uri="{FF2B5EF4-FFF2-40B4-BE49-F238E27FC236}">
                <a16:creationId xmlns:a16="http://schemas.microsoft.com/office/drawing/2014/main" id="{E58DAACF-00BC-5A5F-1C74-3C657E450FF5}"/>
              </a:ext>
            </a:extLst>
          </p:cNvPr>
          <p:cNvSpPr txBox="1"/>
          <p:nvPr/>
        </p:nvSpPr>
        <p:spPr>
          <a:xfrm>
            <a:off x="7213604" y="721216"/>
            <a:ext cx="462845" cy="584775"/>
          </a:xfrm>
          <a:prstGeom prst="rect">
            <a:avLst/>
          </a:prstGeom>
          <a:solidFill>
            <a:srgbClr val="FF0000">
              <a:alpha val="30000"/>
            </a:srgbClr>
          </a:solidFill>
        </p:spPr>
        <p:txBody>
          <a:bodyPr wrap="square" rtlCol="0">
            <a:spAutoFit/>
          </a:bodyPr>
          <a:lstStyle/>
          <a:p>
            <a:pPr algn="ctr"/>
            <a:r>
              <a:rPr lang="en-US" sz="3200" dirty="0"/>
              <a:t>3</a:t>
            </a:r>
          </a:p>
        </p:txBody>
      </p:sp>
      <p:sp>
        <p:nvSpPr>
          <p:cNvPr id="13" name="TextBox 12">
            <a:extLst>
              <a:ext uri="{FF2B5EF4-FFF2-40B4-BE49-F238E27FC236}">
                <a16:creationId xmlns:a16="http://schemas.microsoft.com/office/drawing/2014/main" id="{8182F109-4A38-E22A-1D23-DEB2D7C2EB7B}"/>
              </a:ext>
            </a:extLst>
          </p:cNvPr>
          <p:cNvSpPr txBox="1"/>
          <p:nvPr/>
        </p:nvSpPr>
        <p:spPr>
          <a:xfrm>
            <a:off x="4216401" y="1727886"/>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14" name="TextBox 13">
            <a:extLst>
              <a:ext uri="{FF2B5EF4-FFF2-40B4-BE49-F238E27FC236}">
                <a16:creationId xmlns:a16="http://schemas.microsoft.com/office/drawing/2014/main" id="{A7F0E12A-7C80-4C87-740B-3528F8E3B464}"/>
              </a:ext>
            </a:extLst>
          </p:cNvPr>
          <p:cNvSpPr txBox="1"/>
          <p:nvPr/>
        </p:nvSpPr>
        <p:spPr>
          <a:xfrm>
            <a:off x="5215469" y="1727886"/>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15" name="TextBox 14">
            <a:extLst>
              <a:ext uri="{FF2B5EF4-FFF2-40B4-BE49-F238E27FC236}">
                <a16:creationId xmlns:a16="http://schemas.microsoft.com/office/drawing/2014/main" id="{E36E01E8-13E3-A61D-0248-588559AB7F8D}"/>
              </a:ext>
            </a:extLst>
          </p:cNvPr>
          <p:cNvSpPr txBox="1"/>
          <p:nvPr/>
        </p:nvSpPr>
        <p:spPr>
          <a:xfrm>
            <a:off x="6214537" y="1727886"/>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16" name="TextBox 15">
            <a:extLst>
              <a:ext uri="{FF2B5EF4-FFF2-40B4-BE49-F238E27FC236}">
                <a16:creationId xmlns:a16="http://schemas.microsoft.com/office/drawing/2014/main" id="{2C2BC52F-7E41-69F8-45FE-BE5A10D408D4}"/>
              </a:ext>
            </a:extLst>
          </p:cNvPr>
          <p:cNvSpPr txBox="1"/>
          <p:nvPr/>
        </p:nvSpPr>
        <p:spPr>
          <a:xfrm>
            <a:off x="6714071" y="172788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17" name="TextBox 16">
            <a:extLst>
              <a:ext uri="{FF2B5EF4-FFF2-40B4-BE49-F238E27FC236}">
                <a16:creationId xmlns:a16="http://schemas.microsoft.com/office/drawing/2014/main" id="{71265838-D67A-0DE2-0E10-DCA9528557DC}"/>
              </a:ext>
            </a:extLst>
          </p:cNvPr>
          <p:cNvSpPr txBox="1"/>
          <p:nvPr/>
        </p:nvSpPr>
        <p:spPr>
          <a:xfrm>
            <a:off x="3716867" y="223122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18" name="TextBox 17">
            <a:extLst>
              <a:ext uri="{FF2B5EF4-FFF2-40B4-BE49-F238E27FC236}">
                <a16:creationId xmlns:a16="http://schemas.microsoft.com/office/drawing/2014/main" id="{067EC11E-171A-D9E6-5ECB-6EC7278FE286}"/>
              </a:ext>
            </a:extLst>
          </p:cNvPr>
          <p:cNvSpPr txBox="1"/>
          <p:nvPr/>
        </p:nvSpPr>
        <p:spPr>
          <a:xfrm>
            <a:off x="5215469" y="2231221"/>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19" name="TextBox 18">
            <a:extLst>
              <a:ext uri="{FF2B5EF4-FFF2-40B4-BE49-F238E27FC236}">
                <a16:creationId xmlns:a16="http://schemas.microsoft.com/office/drawing/2014/main" id="{9AB6201B-96CB-F91C-E1F9-4CD1013A9583}"/>
              </a:ext>
            </a:extLst>
          </p:cNvPr>
          <p:cNvSpPr txBox="1"/>
          <p:nvPr/>
        </p:nvSpPr>
        <p:spPr>
          <a:xfrm>
            <a:off x="5715003" y="2231221"/>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20" name="TextBox 19">
            <a:extLst>
              <a:ext uri="{FF2B5EF4-FFF2-40B4-BE49-F238E27FC236}">
                <a16:creationId xmlns:a16="http://schemas.microsoft.com/office/drawing/2014/main" id="{6E897791-C2A4-D6FA-6BAB-3C154E7CAA45}"/>
              </a:ext>
            </a:extLst>
          </p:cNvPr>
          <p:cNvSpPr txBox="1"/>
          <p:nvPr/>
        </p:nvSpPr>
        <p:spPr>
          <a:xfrm>
            <a:off x="6214537" y="223122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21" name="TextBox 20">
            <a:extLst>
              <a:ext uri="{FF2B5EF4-FFF2-40B4-BE49-F238E27FC236}">
                <a16:creationId xmlns:a16="http://schemas.microsoft.com/office/drawing/2014/main" id="{40ABF58D-9E8C-82FF-4D27-0F87CAEC1264}"/>
              </a:ext>
            </a:extLst>
          </p:cNvPr>
          <p:cNvSpPr txBox="1"/>
          <p:nvPr/>
        </p:nvSpPr>
        <p:spPr>
          <a:xfrm>
            <a:off x="6714071" y="223122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2" name="TextBox 21">
            <a:extLst>
              <a:ext uri="{FF2B5EF4-FFF2-40B4-BE49-F238E27FC236}">
                <a16:creationId xmlns:a16="http://schemas.microsoft.com/office/drawing/2014/main" id="{AA61AEB5-C2DF-0466-F822-2D35A9E85419}"/>
              </a:ext>
            </a:extLst>
          </p:cNvPr>
          <p:cNvSpPr txBox="1"/>
          <p:nvPr/>
        </p:nvSpPr>
        <p:spPr>
          <a:xfrm>
            <a:off x="4216401" y="2734556"/>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23" name="TextBox 22">
            <a:extLst>
              <a:ext uri="{FF2B5EF4-FFF2-40B4-BE49-F238E27FC236}">
                <a16:creationId xmlns:a16="http://schemas.microsoft.com/office/drawing/2014/main" id="{85D8C703-F717-9EE1-71C9-218C43E6288D}"/>
              </a:ext>
            </a:extLst>
          </p:cNvPr>
          <p:cNvSpPr txBox="1"/>
          <p:nvPr/>
        </p:nvSpPr>
        <p:spPr>
          <a:xfrm>
            <a:off x="5215469" y="2734556"/>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4" name="TextBox 23">
            <a:extLst>
              <a:ext uri="{FF2B5EF4-FFF2-40B4-BE49-F238E27FC236}">
                <a16:creationId xmlns:a16="http://schemas.microsoft.com/office/drawing/2014/main" id="{36C1963F-AE7A-C286-87FB-CF4B493EC27E}"/>
              </a:ext>
            </a:extLst>
          </p:cNvPr>
          <p:cNvSpPr txBox="1"/>
          <p:nvPr/>
        </p:nvSpPr>
        <p:spPr>
          <a:xfrm>
            <a:off x="6714071" y="2734556"/>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25" name="TextBox 24">
            <a:extLst>
              <a:ext uri="{FF2B5EF4-FFF2-40B4-BE49-F238E27FC236}">
                <a16:creationId xmlns:a16="http://schemas.microsoft.com/office/drawing/2014/main" id="{6935B481-93B2-F8E5-4BB4-B7B5A37F028A}"/>
              </a:ext>
            </a:extLst>
          </p:cNvPr>
          <p:cNvSpPr txBox="1"/>
          <p:nvPr/>
        </p:nvSpPr>
        <p:spPr>
          <a:xfrm>
            <a:off x="3716867" y="323789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6" name="TextBox 25">
            <a:extLst>
              <a:ext uri="{FF2B5EF4-FFF2-40B4-BE49-F238E27FC236}">
                <a16:creationId xmlns:a16="http://schemas.microsoft.com/office/drawing/2014/main" id="{80C22DC0-93F0-B9CD-5D8C-4CC4BBC86F76}"/>
              </a:ext>
            </a:extLst>
          </p:cNvPr>
          <p:cNvSpPr txBox="1"/>
          <p:nvPr/>
        </p:nvSpPr>
        <p:spPr>
          <a:xfrm>
            <a:off x="4715935" y="323789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27" name="TextBox 26">
            <a:extLst>
              <a:ext uri="{FF2B5EF4-FFF2-40B4-BE49-F238E27FC236}">
                <a16:creationId xmlns:a16="http://schemas.microsoft.com/office/drawing/2014/main" id="{A959A8E6-A545-2388-4F7F-7264F2A00CC8}"/>
              </a:ext>
            </a:extLst>
          </p:cNvPr>
          <p:cNvSpPr txBox="1"/>
          <p:nvPr/>
        </p:nvSpPr>
        <p:spPr>
          <a:xfrm>
            <a:off x="5215469" y="323789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28" name="TextBox 27">
            <a:extLst>
              <a:ext uri="{FF2B5EF4-FFF2-40B4-BE49-F238E27FC236}">
                <a16:creationId xmlns:a16="http://schemas.microsoft.com/office/drawing/2014/main" id="{64F2ECCF-219A-2EE6-177E-8002CAD4C8D1}"/>
              </a:ext>
            </a:extLst>
          </p:cNvPr>
          <p:cNvSpPr txBox="1"/>
          <p:nvPr/>
        </p:nvSpPr>
        <p:spPr>
          <a:xfrm>
            <a:off x="7213604" y="3237891"/>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29" name="TextBox 28">
            <a:extLst>
              <a:ext uri="{FF2B5EF4-FFF2-40B4-BE49-F238E27FC236}">
                <a16:creationId xmlns:a16="http://schemas.microsoft.com/office/drawing/2014/main" id="{5F944A57-FBDE-9081-A2B5-B9DCF414FC38}"/>
              </a:ext>
            </a:extLst>
          </p:cNvPr>
          <p:cNvSpPr txBox="1"/>
          <p:nvPr/>
        </p:nvSpPr>
        <p:spPr>
          <a:xfrm>
            <a:off x="3217333" y="3741226"/>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30" name="TextBox 29">
            <a:extLst>
              <a:ext uri="{FF2B5EF4-FFF2-40B4-BE49-F238E27FC236}">
                <a16:creationId xmlns:a16="http://schemas.microsoft.com/office/drawing/2014/main" id="{5D3B6A92-9B0C-179D-669F-64F93520B1AD}"/>
              </a:ext>
            </a:extLst>
          </p:cNvPr>
          <p:cNvSpPr txBox="1"/>
          <p:nvPr/>
        </p:nvSpPr>
        <p:spPr>
          <a:xfrm>
            <a:off x="3716867" y="374122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31" name="TextBox 30">
            <a:extLst>
              <a:ext uri="{FF2B5EF4-FFF2-40B4-BE49-F238E27FC236}">
                <a16:creationId xmlns:a16="http://schemas.microsoft.com/office/drawing/2014/main" id="{18DEE553-E4D9-39A8-1BAD-A811120FF36F}"/>
              </a:ext>
            </a:extLst>
          </p:cNvPr>
          <p:cNvSpPr txBox="1"/>
          <p:nvPr/>
        </p:nvSpPr>
        <p:spPr>
          <a:xfrm>
            <a:off x="5715003" y="3741226"/>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32" name="TextBox 31">
            <a:extLst>
              <a:ext uri="{FF2B5EF4-FFF2-40B4-BE49-F238E27FC236}">
                <a16:creationId xmlns:a16="http://schemas.microsoft.com/office/drawing/2014/main" id="{5EAD3A9A-8176-D464-6A93-3F6C97ACDEAD}"/>
              </a:ext>
            </a:extLst>
          </p:cNvPr>
          <p:cNvSpPr txBox="1"/>
          <p:nvPr/>
        </p:nvSpPr>
        <p:spPr>
          <a:xfrm>
            <a:off x="6214537" y="3741226"/>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33" name="TextBox 32">
            <a:extLst>
              <a:ext uri="{FF2B5EF4-FFF2-40B4-BE49-F238E27FC236}">
                <a16:creationId xmlns:a16="http://schemas.microsoft.com/office/drawing/2014/main" id="{D00DB059-0961-4EF7-E414-0D792CD58F79}"/>
              </a:ext>
            </a:extLst>
          </p:cNvPr>
          <p:cNvSpPr txBox="1"/>
          <p:nvPr/>
        </p:nvSpPr>
        <p:spPr>
          <a:xfrm>
            <a:off x="6714071" y="374122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34" name="TextBox 33">
            <a:extLst>
              <a:ext uri="{FF2B5EF4-FFF2-40B4-BE49-F238E27FC236}">
                <a16:creationId xmlns:a16="http://schemas.microsoft.com/office/drawing/2014/main" id="{0BDB2D00-0C64-0475-A008-2CABB1D65F89}"/>
              </a:ext>
            </a:extLst>
          </p:cNvPr>
          <p:cNvSpPr txBox="1"/>
          <p:nvPr/>
        </p:nvSpPr>
        <p:spPr>
          <a:xfrm>
            <a:off x="7213604" y="3741226"/>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35" name="TextBox 34">
            <a:extLst>
              <a:ext uri="{FF2B5EF4-FFF2-40B4-BE49-F238E27FC236}">
                <a16:creationId xmlns:a16="http://schemas.microsoft.com/office/drawing/2014/main" id="{9A59D00B-A7F2-457D-9B8E-ABE207E0133A}"/>
              </a:ext>
            </a:extLst>
          </p:cNvPr>
          <p:cNvSpPr txBox="1"/>
          <p:nvPr/>
        </p:nvSpPr>
        <p:spPr>
          <a:xfrm>
            <a:off x="3217333" y="424456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36" name="TextBox 35">
            <a:extLst>
              <a:ext uri="{FF2B5EF4-FFF2-40B4-BE49-F238E27FC236}">
                <a16:creationId xmlns:a16="http://schemas.microsoft.com/office/drawing/2014/main" id="{94AB8854-E49E-06F2-FBB6-E7AD796FCE96}"/>
              </a:ext>
            </a:extLst>
          </p:cNvPr>
          <p:cNvSpPr txBox="1"/>
          <p:nvPr/>
        </p:nvSpPr>
        <p:spPr>
          <a:xfrm>
            <a:off x="4216401" y="4244561"/>
            <a:ext cx="462845" cy="584775"/>
          </a:xfrm>
          <a:prstGeom prst="rect">
            <a:avLst/>
          </a:prstGeom>
          <a:solidFill>
            <a:srgbClr val="FF0000">
              <a:alpha val="30000"/>
            </a:srgbClr>
          </a:solidFill>
        </p:spPr>
        <p:txBody>
          <a:bodyPr wrap="square" rtlCol="0">
            <a:spAutoFit/>
          </a:bodyPr>
          <a:lstStyle/>
          <a:p>
            <a:pPr algn="ctr"/>
            <a:r>
              <a:rPr lang="en-US" sz="3200" dirty="0"/>
              <a:t>3</a:t>
            </a:r>
          </a:p>
        </p:txBody>
      </p:sp>
      <p:sp>
        <p:nvSpPr>
          <p:cNvPr id="37" name="TextBox 36">
            <a:extLst>
              <a:ext uri="{FF2B5EF4-FFF2-40B4-BE49-F238E27FC236}">
                <a16:creationId xmlns:a16="http://schemas.microsoft.com/office/drawing/2014/main" id="{9C74E1BE-A462-3816-0628-17F61F68BF2F}"/>
              </a:ext>
            </a:extLst>
          </p:cNvPr>
          <p:cNvSpPr txBox="1"/>
          <p:nvPr/>
        </p:nvSpPr>
        <p:spPr>
          <a:xfrm>
            <a:off x="5715003" y="424456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38" name="TextBox 37">
            <a:extLst>
              <a:ext uri="{FF2B5EF4-FFF2-40B4-BE49-F238E27FC236}">
                <a16:creationId xmlns:a16="http://schemas.microsoft.com/office/drawing/2014/main" id="{966C6F84-AAEA-37BC-CEF7-001273341E64}"/>
              </a:ext>
            </a:extLst>
          </p:cNvPr>
          <p:cNvSpPr txBox="1"/>
          <p:nvPr/>
        </p:nvSpPr>
        <p:spPr>
          <a:xfrm>
            <a:off x="6214537" y="424456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39" name="TextBox 38">
            <a:extLst>
              <a:ext uri="{FF2B5EF4-FFF2-40B4-BE49-F238E27FC236}">
                <a16:creationId xmlns:a16="http://schemas.microsoft.com/office/drawing/2014/main" id="{A8FAE0AA-891D-35D4-3CA0-9D79ADA953B5}"/>
              </a:ext>
            </a:extLst>
          </p:cNvPr>
          <p:cNvSpPr txBox="1"/>
          <p:nvPr/>
        </p:nvSpPr>
        <p:spPr>
          <a:xfrm>
            <a:off x="6714071" y="4244561"/>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40" name="TextBox 39">
            <a:extLst>
              <a:ext uri="{FF2B5EF4-FFF2-40B4-BE49-F238E27FC236}">
                <a16:creationId xmlns:a16="http://schemas.microsoft.com/office/drawing/2014/main" id="{E4882A45-72F5-7E49-2BFA-641A663A5258}"/>
              </a:ext>
            </a:extLst>
          </p:cNvPr>
          <p:cNvSpPr txBox="1"/>
          <p:nvPr/>
        </p:nvSpPr>
        <p:spPr>
          <a:xfrm>
            <a:off x="7213604" y="424456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41" name="TextBox 40">
            <a:extLst>
              <a:ext uri="{FF2B5EF4-FFF2-40B4-BE49-F238E27FC236}">
                <a16:creationId xmlns:a16="http://schemas.microsoft.com/office/drawing/2014/main" id="{617415B0-77AE-1CE7-06C9-DAEA0F30394B}"/>
              </a:ext>
            </a:extLst>
          </p:cNvPr>
          <p:cNvSpPr txBox="1"/>
          <p:nvPr/>
        </p:nvSpPr>
        <p:spPr>
          <a:xfrm>
            <a:off x="3217333" y="4747898"/>
            <a:ext cx="462845" cy="584775"/>
          </a:xfrm>
          <a:prstGeom prst="rect">
            <a:avLst/>
          </a:prstGeom>
          <a:solidFill>
            <a:srgbClr val="92D050">
              <a:alpha val="30000"/>
            </a:srgbClr>
          </a:solidFill>
        </p:spPr>
        <p:txBody>
          <a:bodyPr wrap="square" rtlCol="0">
            <a:spAutoFit/>
          </a:bodyPr>
          <a:lstStyle/>
          <a:p>
            <a:pPr algn="ctr"/>
            <a:endParaRPr lang="en-US" sz="3200" dirty="0"/>
          </a:p>
        </p:txBody>
      </p:sp>
      <p:sp>
        <p:nvSpPr>
          <p:cNvPr id="42" name="TextBox 41">
            <a:extLst>
              <a:ext uri="{FF2B5EF4-FFF2-40B4-BE49-F238E27FC236}">
                <a16:creationId xmlns:a16="http://schemas.microsoft.com/office/drawing/2014/main" id="{DAFDF482-5850-10E8-3250-FB0F6629335E}"/>
              </a:ext>
            </a:extLst>
          </p:cNvPr>
          <p:cNvSpPr txBox="1"/>
          <p:nvPr/>
        </p:nvSpPr>
        <p:spPr>
          <a:xfrm>
            <a:off x="3716867" y="4747898"/>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43" name="TextBox 42">
            <a:extLst>
              <a:ext uri="{FF2B5EF4-FFF2-40B4-BE49-F238E27FC236}">
                <a16:creationId xmlns:a16="http://schemas.microsoft.com/office/drawing/2014/main" id="{8D9CEEC1-2CF6-13B5-7BF4-1F43163FABE4}"/>
              </a:ext>
            </a:extLst>
          </p:cNvPr>
          <p:cNvSpPr txBox="1"/>
          <p:nvPr/>
        </p:nvSpPr>
        <p:spPr>
          <a:xfrm>
            <a:off x="4216401" y="4747898"/>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44" name="TextBox 43">
            <a:extLst>
              <a:ext uri="{FF2B5EF4-FFF2-40B4-BE49-F238E27FC236}">
                <a16:creationId xmlns:a16="http://schemas.microsoft.com/office/drawing/2014/main" id="{910AC1D6-CF47-DD90-8036-1EE694BD9B82}"/>
              </a:ext>
            </a:extLst>
          </p:cNvPr>
          <p:cNvSpPr txBox="1"/>
          <p:nvPr/>
        </p:nvSpPr>
        <p:spPr>
          <a:xfrm>
            <a:off x="7157158" y="1522145"/>
            <a:ext cx="570089" cy="230832"/>
          </a:xfrm>
          <a:prstGeom prst="rect">
            <a:avLst/>
          </a:prstGeom>
          <a:noFill/>
        </p:spPr>
        <p:txBody>
          <a:bodyPr wrap="square" rtlCol="0">
            <a:spAutoFit/>
          </a:bodyPr>
          <a:lstStyle/>
          <a:p>
            <a:pPr algn="ctr"/>
            <a:r>
              <a:rPr lang="en-US" sz="900" dirty="0"/>
              <a:t>457</a:t>
            </a:r>
          </a:p>
        </p:txBody>
      </p:sp>
      <p:sp>
        <p:nvSpPr>
          <p:cNvPr id="45" name="TextBox 44">
            <a:extLst>
              <a:ext uri="{FF2B5EF4-FFF2-40B4-BE49-F238E27FC236}">
                <a16:creationId xmlns:a16="http://schemas.microsoft.com/office/drawing/2014/main" id="{D8676278-1F45-F748-AEEC-5A416C957CC0}"/>
              </a:ext>
            </a:extLst>
          </p:cNvPr>
          <p:cNvSpPr txBox="1"/>
          <p:nvPr/>
        </p:nvSpPr>
        <p:spPr>
          <a:xfrm>
            <a:off x="4143022" y="5028752"/>
            <a:ext cx="570089" cy="230832"/>
          </a:xfrm>
          <a:prstGeom prst="rect">
            <a:avLst/>
          </a:prstGeom>
          <a:noFill/>
        </p:spPr>
        <p:txBody>
          <a:bodyPr wrap="square" rtlCol="0">
            <a:spAutoFit/>
          </a:bodyPr>
          <a:lstStyle/>
          <a:p>
            <a:pPr algn="ctr"/>
            <a:r>
              <a:rPr lang="en-US" sz="900" dirty="0"/>
              <a:t>457</a:t>
            </a:r>
          </a:p>
        </p:txBody>
      </p:sp>
      <p:sp>
        <p:nvSpPr>
          <p:cNvPr id="46" name="TextBox 45">
            <a:extLst>
              <a:ext uri="{FF2B5EF4-FFF2-40B4-BE49-F238E27FC236}">
                <a16:creationId xmlns:a16="http://schemas.microsoft.com/office/drawing/2014/main" id="{943F48BA-0491-A8A6-D04A-A573E364064E}"/>
              </a:ext>
            </a:extLst>
          </p:cNvPr>
          <p:cNvSpPr txBox="1"/>
          <p:nvPr/>
        </p:nvSpPr>
        <p:spPr>
          <a:xfrm>
            <a:off x="6654802" y="1522145"/>
            <a:ext cx="570089" cy="230832"/>
          </a:xfrm>
          <a:prstGeom prst="rect">
            <a:avLst/>
          </a:prstGeom>
          <a:noFill/>
        </p:spPr>
        <p:txBody>
          <a:bodyPr wrap="square" rtlCol="0">
            <a:spAutoFit/>
          </a:bodyPr>
          <a:lstStyle/>
          <a:p>
            <a:pPr algn="ctr"/>
            <a:r>
              <a:rPr lang="en-US" sz="900" dirty="0"/>
              <a:t>456789</a:t>
            </a:r>
          </a:p>
        </p:txBody>
      </p:sp>
      <p:sp>
        <p:nvSpPr>
          <p:cNvPr id="47" name="TextBox 46">
            <a:extLst>
              <a:ext uri="{FF2B5EF4-FFF2-40B4-BE49-F238E27FC236}">
                <a16:creationId xmlns:a16="http://schemas.microsoft.com/office/drawing/2014/main" id="{B493F75C-FC5A-99AD-8B67-F86EC17E64C5}"/>
              </a:ext>
            </a:extLst>
          </p:cNvPr>
          <p:cNvSpPr txBox="1"/>
          <p:nvPr/>
        </p:nvSpPr>
        <p:spPr>
          <a:xfrm>
            <a:off x="3640666" y="5028752"/>
            <a:ext cx="570089" cy="230832"/>
          </a:xfrm>
          <a:prstGeom prst="rect">
            <a:avLst/>
          </a:prstGeom>
          <a:noFill/>
        </p:spPr>
        <p:txBody>
          <a:bodyPr wrap="square" rtlCol="0">
            <a:spAutoFit/>
          </a:bodyPr>
          <a:lstStyle/>
          <a:p>
            <a:pPr algn="ctr"/>
            <a:r>
              <a:rPr lang="en-US" sz="900" dirty="0"/>
              <a:t>456789</a:t>
            </a:r>
          </a:p>
        </p:txBody>
      </p:sp>
      <p:sp>
        <p:nvSpPr>
          <p:cNvPr id="48" name="TextBox 47">
            <a:extLst>
              <a:ext uri="{FF2B5EF4-FFF2-40B4-BE49-F238E27FC236}">
                <a16:creationId xmlns:a16="http://schemas.microsoft.com/office/drawing/2014/main" id="{7C1EEF2D-3B03-40B0-D52D-A143004100B8}"/>
              </a:ext>
            </a:extLst>
          </p:cNvPr>
          <p:cNvSpPr txBox="1"/>
          <p:nvPr/>
        </p:nvSpPr>
        <p:spPr>
          <a:xfrm>
            <a:off x="6654802" y="772726"/>
            <a:ext cx="570089" cy="230832"/>
          </a:xfrm>
          <a:prstGeom prst="rect">
            <a:avLst/>
          </a:prstGeom>
          <a:noFill/>
        </p:spPr>
        <p:txBody>
          <a:bodyPr wrap="square" rtlCol="0">
            <a:spAutoFit/>
          </a:bodyPr>
          <a:lstStyle/>
          <a:p>
            <a:pPr algn="ctr"/>
            <a:r>
              <a:rPr lang="en-US" sz="900" dirty="0"/>
              <a:t>489</a:t>
            </a:r>
          </a:p>
        </p:txBody>
      </p:sp>
      <p:sp>
        <p:nvSpPr>
          <p:cNvPr id="49" name="TextBox 48">
            <a:extLst>
              <a:ext uri="{FF2B5EF4-FFF2-40B4-BE49-F238E27FC236}">
                <a16:creationId xmlns:a16="http://schemas.microsoft.com/office/drawing/2014/main" id="{D331BADB-D3DB-9471-2868-8BBDE3C811C3}"/>
              </a:ext>
            </a:extLst>
          </p:cNvPr>
          <p:cNvSpPr txBox="1"/>
          <p:nvPr/>
        </p:nvSpPr>
        <p:spPr>
          <a:xfrm>
            <a:off x="3138310" y="5028752"/>
            <a:ext cx="570089" cy="230832"/>
          </a:xfrm>
          <a:prstGeom prst="rect">
            <a:avLst/>
          </a:prstGeom>
          <a:noFill/>
        </p:spPr>
        <p:txBody>
          <a:bodyPr wrap="square" rtlCol="0">
            <a:spAutoFit/>
          </a:bodyPr>
          <a:lstStyle/>
          <a:p>
            <a:pPr algn="ctr"/>
            <a:r>
              <a:rPr lang="en-US" sz="900" dirty="0"/>
              <a:t>489</a:t>
            </a:r>
          </a:p>
        </p:txBody>
      </p:sp>
      <p:sp>
        <p:nvSpPr>
          <p:cNvPr id="50" name="TextBox 49">
            <a:extLst>
              <a:ext uri="{FF2B5EF4-FFF2-40B4-BE49-F238E27FC236}">
                <a16:creationId xmlns:a16="http://schemas.microsoft.com/office/drawing/2014/main" id="{12F53C9B-7823-444D-F16C-52F70A354037}"/>
              </a:ext>
            </a:extLst>
          </p:cNvPr>
          <p:cNvSpPr txBox="1"/>
          <p:nvPr/>
        </p:nvSpPr>
        <p:spPr>
          <a:xfrm>
            <a:off x="6152446" y="1402877"/>
            <a:ext cx="570089" cy="230832"/>
          </a:xfrm>
          <a:prstGeom prst="rect">
            <a:avLst/>
          </a:prstGeom>
          <a:noFill/>
        </p:spPr>
        <p:txBody>
          <a:bodyPr wrap="square" rtlCol="0">
            <a:spAutoFit/>
          </a:bodyPr>
          <a:lstStyle/>
          <a:p>
            <a:pPr algn="ctr"/>
            <a:r>
              <a:rPr lang="en-US" sz="900" dirty="0"/>
              <a:t>5678</a:t>
            </a:r>
          </a:p>
        </p:txBody>
      </p:sp>
      <p:sp>
        <p:nvSpPr>
          <p:cNvPr id="51" name="TextBox 50">
            <a:extLst>
              <a:ext uri="{FF2B5EF4-FFF2-40B4-BE49-F238E27FC236}">
                <a16:creationId xmlns:a16="http://schemas.microsoft.com/office/drawing/2014/main" id="{24115BDD-9BB4-2A22-C7C3-E53D1DD0BD2C}"/>
              </a:ext>
            </a:extLst>
          </p:cNvPr>
          <p:cNvSpPr txBox="1"/>
          <p:nvPr/>
        </p:nvSpPr>
        <p:spPr>
          <a:xfrm>
            <a:off x="3138310" y="4408541"/>
            <a:ext cx="570089" cy="230832"/>
          </a:xfrm>
          <a:prstGeom prst="rect">
            <a:avLst/>
          </a:prstGeom>
          <a:noFill/>
        </p:spPr>
        <p:txBody>
          <a:bodyPr wrap="square" rtlCol="0">
            <a:spAutoFit/>
          </a:bodyPr>
          <a:lstStyle/>
          <a:p>
            <a:pPr algn="ctr"/>
            <a:r>
              <a:rPr lang="en-US" sz="900" dirty="0"/>
              <a:t>5678</a:t>
            </a:r>
          </a:p>
        </p:txBody>
      </p:sp>
      <p:sp>
        <p:nvSpPr>
          <p:cNvPr id="52" name="TextBox 51">
            <a:extLst>
              <a:ext uri="{FF2B5EF4-FFF2-40B4-BE49-F238E27FC236}">
                <a16:creationId xmlns:a16="http://schemas.microsoft.com/office/drawing/2014/main" id="{62EFB91E-E2E4-2DB2-5828-21F470D4F3B0}"/>
              </a:ext>
            </a:extLst>
          </p:cNvPr>
          <p:cNvSpPr txBox="1"/>
          <p:nvPr/>
        </p:nvSpPr>
        <p:spPr>
          <a:xfrm>
            <a:off x="3640666" y="3406653"/>
            <a:ext cx="570089" cy="230832"/>
          </a:xfrm>
          <a:prstGeom prst="rect">
            <a:avLst/>
          </a:prstGeom>
          <a:noFill/>
        </p:spPr>
        <p:txBody>
          <a:bodyPr wrap="square" rtlCol="0">
            <a:spAutoFit/>
          </a:bodyPr>
          <a:lstStyle/>
          <a:p>
            <a:pPr algn="ctr"/>
            <a:r>
              <a:rPr lang="en-US" sz="900" dirty="0"/>
              <a:t>234567</a:t>
            </a:r>
          </a:p>
        </p:txBody>
      </p:sp>
      <p:sp>
        <p:nvSpPr>
          <p:cNvPr id="53" name="TextBox 52">
            <a:extLst>
              <a:ext uri="{FF2B5EF4-FFF2-40B4-BE49-F238E27FC236}">
                <a16:creationId xmlns:a16="http://schemas.microsoft.com/office/drawing/2014/main" id="{0B7C3C65-6AE1-DBA4-05B9-83C96B804A38}"/>
              </a:ext>
            </a:extLst>
          </p:cNvPr>
          <p:cNvSpPr txBox="1"/>
          <p:nvPr/>
        </p:nvSpPr>
        <p:spPr>
          <a:xfrm>
            <a:off x="3640666" y="4026865"/>
            <a:ext cx="570089" cy="230832"/>
          </a:xfrm>
          <a:prstGeom prst="rect">
            <a:avLst/>
          </a:prstGeom>
          <a:noFill/>
        </p:spPr>
        <p:txBody>
          <a:bodyPr wrap="square" rtlCol="0">
            <a:spAutoFit/>
          </a:bodyPr>
          <a:lstStyle/>
          <a:p>
            <a:pPr algn="ctr"/>
            <a:r>
              <a:rPr lang="en-US" sz="900" dirty="0"/>
              <a:t>456789</a:t>
            </a:r>
          </a:p>
        </p:txBody>
      </p:sp>
      <p:sp>
        <p:nvSpPr>
          <p:cNvPr id="54" name="TextBox 53">
            <a:extLst>
              <a:ext uri="{FF2B5EF4-FFF2-40B4-BE49-F238E27FC236}">
                <a16:creationId xmlns:a16="http://schemas.microsoft.com/office/drawing/2014/main" id="{482DB885-8A29-AC0C-4E1F-5039F9795E12}"/>
              </a:ext>
            </a:extLst>
          </p:cNvPr>
          <p:cNvSpPr txBox="1"/>
          <p:nvPr/>
        </p:nvSpPr>
        <p:spPr>
          <a:xfrm>
            <a:off x="3138310" y="3788329"/>
            <a:ext cx="570089" cy="230832"/>
          </a:xfrm>
          <a:prstGeom prst="rect">
            <a:avLst/>
          </a:prstGeom>
          <a:noFill/>
        </p:spPr>
        <p:txBody>
          <a:bodyPr wrap="square" rtlCol="0">
            <a:spAutoFit/>
          </a:bodyPr>
          <a:lstStyle/>
          <a:p>
            <a:pPr algn="ctr"/>
            <a:r>
              <a:rPr lang="en-US" sz="900" dirty="0"/>
              <a:t>145678</a:t>
            </a:r>
          </a:p>
        </p:txBody>
      </p:sp>
      <p:sp>
        <p:nvSpPr>
          <p:cNvPr id="55" name="TextBox 54">
            <a:extLst>
              <a:ext uri="{FF2B5EF4-FFF2-40B4-BE49-F238E27FC236}">
                <a16:creationId xmlns:a16="http://schemas.microsoft.com/office/drawing/2014/main" id="{965437FB-5925-FA6E-08E3-7E74DE5EBF52}"/>
              </a:ext>
            </a:extLst>
          </p:cNvPr>
          <p:cNvSpPr txBox="1"/>
          <p:nvPr/>
        </p:nvSpPr>
        <p:spPr>
          <a:xfrm>
            <a:off x="6152446" y="2023089"/>
            <a:ext cx="570089" cy="230832"/>
          </a:xfrm>
          <a:prstGeom prst="rect">
            <a:avLst/>
          </a:prstGeom>
          <a:noFill/>
        </p:spPr>
        <p:txBody>
          <a:bodyPr wrap="square" rtlCol="0">
            <a:spAutoFit/>
          </a:bodyPr>
          <a:lstStyle/>
          <a:p>
            <a:pPr algn="ctr"/>
            <a:r>
              <a:rPr lang="en-US" sz="900" dirty="0"/>
              <a:t>145678</a:t>
            </a:r>
          </a:p>
        </p:txBody>
      </p:sp>
      <p:sp>
        <p:nvSpPr>
          <p:cNvPr id="56" name="TextBox 55">
            <a:extLst>
              <a:ext uri="{FF2B5EF4-FFF2-40B4-BE49-F238E27FC236}">
                <a16:creationId xmlns:a16="http://schemas.microsoft.com/office/drawing/2014/main" id="{646DE015-72CC-3C01-5378-60D5AD592205}"/>
              </a:ext>
            </a:extLst>
          </p:cNvPr>
          <p:cNvSpPr txBox="1"/>
          <p:nvPr/>
        </p:nvSpPr>
        <p:spPr>
          <a:xfrm>
            <a:off x="6654802" y="1784553"/>
            <a:ext cx="570089" cy="230832"/>
          </a:xfrm>
          <a:prstGeom prst="rect">
            <a:avLst/>
          </a:prstGeom>
          <a:noFill/>
        </p:spPr>
        <p:txBody>
          <a:bodyPr wrap="square" rtlCol="0">
            <a:spAutoFit/>
          </a:bodyPr>
          <a:lstStyle/>
          <a:p>
            <a:pPr algn="ctr"/>
            <a:r>
              <a:rPr lang="en-US" sz="900" dirty="0"/>
              <a:t>456789</a:t>
            </a:r>
          </a:p>
        </p:txBody>
      </p:sp>
      <p:sp>
        <p:nvSpPr>
          <p:cNvPr id="57" name="TextBox 56">
            <a:extLst>
              <a:ext uri="{FF2B5EF4-FFF2-40B4-BE49-F238E27FC236}">
                <a16:creationId xmlns:a16="http://schemas.microsoft.com/office/drawing/2014/main" id="{8221B94F-5387-E1C6-81B2-322B839DEA1D}"/>
              </a:ext>
            </a:extLst>
          </p:cNvPr>
          <p:cNvSpPr txBox="1"/>
          <p:nvPr/>
        </p:nvSpPr>
        <p:spPr>
          <a:xfrm>
            <a:off x="6654802" y="2524033"/>
            <a:ext cx="570089" cy="230832"/>
          </a:xfrm>
          <a:prstGeom prst="rect">
            <a:avLst/>
          </a:prstGeom>
          <a:noFill/>
        </p:spPr>
        <p:txBody>
          <a:bodyPr wrap="square" rtlCol="0">
            <a:spAutoFit/>
          </a:bodyPr>
          <a:lstStyle/>
          <a:p>
            <a:pPr algn="ctr"/>
            <a:r>
              <a:rPr lang="en-US" sz="900" dirty="0"/>
              <a:t>234567</a:t>
            </a:r>
          </a:p>
        </p:txBody>
      </p:sp>
      <p:sp>
        <p:nvSpPr>
          <p:cNvPr id="58" name="TextBox 57">
            <a:extLst>
              <a:ext uri="{FF2B5EF4-FFF2-40B4-BE49-F238E27FC236}">
                <a16:creationId xmlns:a16="http://schemas.microsoft.com/office/drawing/2014/main" id="{FFB444D4-F497-00E1-428A-EDB07458B736}"/>
              </a:ext>
            </a:extLst>
          </p:cNvPr>
          <p:cNvSpPr txBox="1"/>
          <p:nvPr/>
        </p:nvSpPr>
        <p:spPr>
          <a:xfrm>
            <a:off x="4143022" y="1903821"/>
            <a:ext cx="570089" cy="230832"/>
          </a:xfrm>
          <a:prstGeom prst="rect">
            <a:avLst/>
          </a:prstGeom>
          <a:noFill/>
        </p:spPr>
        <p:txBody>
          <a:bodyPr wrap="square" rtlCol="0">
            <a:spAutoFit/>
          </a:bodyPr>
          <a:lstStyle/>
          <a:p>
            <a:pPr algn="ctr"/>
            <a:r>
              <a:rPr lang="en-US" sz="900" dirty="0"/>
              <a:t>457</a:t>
            </a:r>
          </a:p>
        </p:txBody>
      </p:sp>
      <p:sp>
        <p:nvSpPr>
          <p:cNvPr id="59" name="TextBox 58">
            <a:extLst>
              <a:ext uri="{FF2B5EF4-FFF2-40B4-BE49-F238E27FC236}">
                <a16:creationId xmlns:a16="http://schemas.microsoft.com/office/drawing/2014/main" id="{2ED5C88A-D04E-6036-9D7C-567F5FDEC3A9}"/>
              </a:ext>
            </a:extLst>
          </p:cNvPr>
          <p:cNvSpPr txBox="1"/>
          <p:nvPr/>
        </p:nvSpPr>
        <p:spPr>
          <a:xfrm>
            <a:off x="3640666" y="2404765"/>
            <a:ext cx="570089" cy="230832"/>
          </a:xfrm>
          <a:prstGeom prst="rect">
            <a:avLst/>
          </a:prstGeom>
          <a:noFill/>
        </p:spPr>
        <p:txBody>
          <a:bodyPr wrap="square" rtlCol="0">
            <a:spAutoFit/>
          </a:bodyPr>
          <a:lstStyle/>
          <a:p>
            <a:pPr algn="ctr"/>
            <a:r>
              <a:rPr lang="en-US" sz="900" dirty="0"/>
              <a:t>234567</a:t>
            </a:r>
          </a:p>
        </p:txBody>
      </p:sp>
      <p:sp>
        <p:nvSpPr>
          <p:cNvPr id="60" name="TextBox 59">
            <a:extLst>
              <a:ext uri="{FF2B5EF4-FFF2-40B4-BE49-F238E27FC236}">
                <a16:creationId xmlns:a16="http://schemas.microsoft.com/office/drawing/2014/main" id="{53988201-A702-EE31-ECA5-6C4F9C85EC60}"/>
              </a:ext>
            </a:extLst>
          </p:cNvPr>
          <p:cNvSpPr txBox="1"/>
          <p:nvPr/>
        </p:nvSpPr>
        <p:spPr>
          <a:xfrm>
            <a:off x="4143022" y="2905709"/>
            <a:ext cx="570089" cy="230832"/>
          </a:xfrm>
          <a:prstGeom prst="rect">
            <a:avLst/>
          </a:prstGeom>
          <a:noFill/>
        </p:spPr>
        <p:txBody>
          <a:bodyPr wrap="square" rtlCol="0">
            <a:spAutoFit/>
          </a:bodyPr>
          <a:lstStyle/>
          <a:p>
            <a:pPr algn="ctr"/>
            <a:r>
              <a:rPr lang="en-US" sz="900" dirty="0"/>
              <a:t>2457</a:t>
            </a:r>
          </a:p>
        </p:txBody>
      </p:sp>
      <p:sp>
        <p:nvSpPr>
          <p:cNvPr id="61" name="TextBox 60">
            <a:extLst>
              <a:ext uri="{FF2B5EF4-FFF2-40B4-BE49-F238E27FC236}">
                <a16:creationId xmlns:a16="http://schemas.microsoft.com/office/drawing/2014/main" id="{441D1910-622B-1E6F-6988-0CCDE07A2C51}"/>
              </a:ext>
            </a:extLst>
          </p:cNvPr>
          <p:cNvSpPr txBox="1"/>
          <p:nvPr/>
        </p:nvSpPr>
        <p:spPr>
          <a:xfrm>
            <a:off x="6152446" y="2285497"/>
            <a:ext cx="570089" cy="230832"/>
          </a:xfrm>
          <a:prstGeom prst="rect">
            <a:avLst/>
          </a:prstGeom>
          <a:noFill/>
        </p:spPr>
        <p:txBody>
          <a:bodyPr wrap="square" rtlCol="0">
            <a:spAutoFit/>
          </a:bodyPr>
          <a:lstStyle/>
          <a:p>
            <a:pPr algn="ctr"/>
            <a:r>
              <a:rPr lang="en-US" sz="900" dirty="0"/>
              <a:t>2457</a:t>
            </a:r>
          </a:p>
        </p:txBody>
      </p:sp>
      <p:sp>
        <p:nvSpPr>
          <p:cNvPr id="62" name="TextBox 61">
            <a:extLst>
              <a:ext uri="{FF2B5EF4-FFF2-40B4-BE49-F238E27FC236}">
                <a16:creationId xmlns:a16="http://schemas.microsoft.com/office/drawing/2014/main" id="{728CA892-F182-8F22-1D23-D2EA413FC965}"/>
              </a:ext>
            </a:extLst>
          </p:cNvPr>
          <p:cNvSpPr txBox="1"/>
          <p:nvPr/>
        </p:nvSpPr>
        <p:spPr>
          <a:xfrm>
            <a:off x="6654802" y="2905709"/>
            <a:ext cx="570089" cy="230832"/>
          </a:xfrm>
          <a:prstGeom prst="rect">
            <a:avLst/>
          </a:prstGeom>
          <a:noFill/>
        </p:spPr>
        <p:txBody>
          <a:bodyPr wrap="square" rtlCol="0">
            <a:spAutoFit/>
          </a:bodyPr>
          <a:lstStyle/>
          <a:p>
            <a:pPr algn="ctr"/>
            <a:r>
              <a:rPr lang="en-US" sz="900" dirty="0"/>
              <a:t>234567</a:t>
            </a:r>
          </a:p>
        </p:txBody>
      </p:sp>
      <p:sp>
        <p:nvSpPr>
          <p:cNvPr id="63" name="TextBox 62">
            <a:extLst>
              <a:ext uri="{FF2B5EF4-FFF2-40B4-BE49-F238E27FC236}">
                <a16:creationId xmlns:a16="http://schemas.microsoft.com/office/drawing/2014/main" id="{4623D7A1-78FB-DF28-D703-A5FFAB9BB4BB}"/>
              </a:ext>
            </a:extLst>
          </p:cNvPr>
          <p:cNvSpPr txBox="1"/>
          <p:nvPr/>
        </p:nvSpPr>
        <p:spPr>
          <a:xfrm>
            <a:off x="7157158" y="3406653"/>
            <a:ext cx="570089" cy="230832"/>
          </a:xfrm>
          <a:prstGeom prst="rect">
            <a:avLst/>
          </a:prstGeom>
          <a:noFill/>
        </p:spPr>
        <p:txBody>
          <a:bodyPr wrap="square" rtlCol="0">
            <a:spAutoFit/>
          </a:bodyPr>
          <a:lstStyle/>
          <a:p>
            <a:pPr algn="ctr"/>
            <a:r>
              <a:rPr lang="en-US" sz="900" dirty="0"/>
              <a:t>457</a:t>
            </a:r>
          </a:p>
        </p:txBody>
      </p:sp>
      <p:sp>
        <p:nvSpPr>
          <p:cNvPr id="65" name="TextBox 64">
            <a:extLst>
              <a:ext uri="{FF2B5EF4-FFF2-40B4-BE49-F238E27FC236}">
                <a16:creationId xmlns:a16="http://schemas.microsoft.com/office/drawing/2014/main" id="{D6290AA3-1F0B-08E8-441B-891C0DEF15BB}"/>
              </a:ext>
            </a:extLst>
          </p:cNvPr>
          <p:cNvSpPr txBox="1"/>
          <p:nvPr/>
        </p:nvSpPr>
        <p:spPr>
          <a:xfrm>
            <a:off x="5147734" y="1903821"/>
            <a:ext cx="570089" cy="230832"/>
          </a:xfrm>
          <a:prstGeom prst="rect">
            <a:avLst/>
          </a:prstGeom>
          <a:noFill/>
        </p:spPr>
        <p:txBody>
          <a:bodyPr wrap="square" rtlCol="0">
            <a:spAutoFit/>
          </a:bodyPr>
          <a:lstStyle/>
          <a:p>
            <a:pPr algn="ctr"/>
            <a:r>
              <a:rPr lang="en-US" sz="900" dirty="0"/>
              <a:t>1679</a:t>
            </a:r>
          </a:p>
        </p:txBody>
      </p:sp>
      <p:sp>
        <p:nvSpPr>
          <p:cNvPr id="66" name="TextBox 65">
            <a:extLst>
              <a:ext uri="{FF2B5EF4-FFF2-40B4-BE49-F238E27FC236}">
                <a16:creationId xmlns:a16="http://schemas.microsoft.com/office/drawing/2014/main" id="{EEE461D1-299B-55A9-EA4F-61EC5970C88F}"/>
              </a:ext>
            </a:extLst>
          </p:cNvPr>
          <p:cNvSpPr txBox="1"/>
          <p:nvPr/>
        </p:nvSpPr>
        <p:spPr>
          <a:xfrm>
            <a:off x="5147734" y="2524033"/>
            <a:ext cx="570089" cy="230832"/>
          </a:xfrm>
          <a:prstGeom prst="rect">
            <a:avLst/>
          </a:prstGeom>
          <a:noFill/>
        </p:spPr>
        <p:txBody>
          <a:bodyPr wrap="square" rtlCol="0">
            <a:spAutoFit/>
          </a:bodyPr>
          <a:lstStyle/>
          <a:p>
            <a:pPr algn="ctr"/>
            <a:r>
              <a:rPr lang="en-US" sz="900" dirty="0"/>
              <a:t>2567</a:t>
            </a:r>
          </a:p>
        </p:txBody>
      </p:sp>
      <p:sp>
        <p:nvSpPr>
          <p:cNvPr id="68" name="TextBox 67">
            <a:extLst>
              <a:ext uri="{FF2B5EF4-FFF2-40B4-BE49-F238E27FC236}">
                <a16:creationId xmlns:a16="http://schemas.microsoft.com/office/drawing/2014/main" id="{CE2BFE2E-D240-ABD1-78B4-D3F341155DDB}"/>
              </a:ext>
            </a:extLst>
          </p:cNvPr>
          <p:cNvSpPr txBox="1"/>
          <p:nvPr/>
        </p:nvSpPr>
        <p:spPr>
          <a:xfrm>
            <a:off x="6654802" y="4527809"/>
            <a:ext cx="570089" cy="230832"/>
          </a:xfrm>
          <a:prstGeom prst="rect">
            <a:avLst/>
          </a:prstGeom>
          <a:noFill/>
        </p:spPr>
        <p:txBody>
          <a:bodyPr wrap="square" rtlCol="0">
            <a:spAutoFit/>
          </a:bodyPr>
          <a:lstStyle/>
          <a:p>
            <a:pPr algn="ctr"/>
            <a:r>
              <a:rPr lang="en-US" sz="900" dirty="0"/>
              <a:t>2567</a:t>
            </a:r>
          </a:p>
        </p:txBody>
      </p:sp>
      <p:sp>
        <p:nvSpPr>
          <p:cNvPr id="69" name="TextBox 68">
            <a:extLst>
              <a:ext uri="{FF2B5EF4-FFF2-40B4-BE49-F238E27FC236}">
                <a16:creationId xmlns:a16="http://schemas.microsoft.com/office/drawing/2014/main" id="{D6BDD35B-530B-9202-7F98-B1B952A36ED3}"/>
              </a:ext>
            </a:extLst>
          </p:cNvPr>
          <p:cNvSpPr txBox="1"/>
          <p:nvPr/>
        </p:nvSpPr>
        <p:spPr>
          <a:xfrm>
            <a:off x="7157158" y="4527809"/>
            <a:ext cx="570089" cy="230832"/>
          </a:xfrm>
          <a:prstGeom prst="rect">
            <a:avLst/>
          </a:prstGeom>
          <a:noFill/>
        </p:spPr>
        <p:txBody>
          <a:bodyPr wrap="square" rtlCol="0">
            <a:spAutoFit/>
          </a:bodyPr>
          <a:lstStyle/>
          <a:p>
            <a:pPr algn="ctr"/>
            <a:r>
              <a:rPr lang="en-US" sz="900" dirty="0"/>
              <a:t>1679</a:t>
            </a:r>
          </a:p>
        </p:txBody>
      </p:sp>
      <p:sp>
        <p:nvSpPr>
          <p:cNvPr id="70" name="TextBox 69">
            <a:extLst>
              <a:ext uri="{FF2B5EF4-FFF2-40B4-BE49-F238E27FC236}">
                <a16:creationId xmlns:a16="http://schemas.microsoft.com/office/drawing/2014/main" id="{4F1A6846-FC61-9B2E-CA51-9325C8235E19}"/>
              </a:ext>
            </a:extLst>
          </p:cNvPr>
          <p:cNvSpPr txBox="1"/>
          <p:nvPr/>
        </p:nvSpPr>
        <p:spPr>
          <a:xfrm>
            <a:off x="5650090" y="2285497"/>
            <a:ext cx="570089" cy="230832"/>
          </a:xfrm>
          <a:prstGeom prst="rect">
            <a:avLst/>
          </a:prstGeom>
          <a:noFill/>
        </p:spPr>
        <p:txBody>
          <a:bodyPr wrap="square" rtlCol="0">
            <a:spAutoFit/>
          </a:bodyPr>
          <a:lstStyle/>
          <a:p>
            <a:pPr algn="ctr"/>
            <a:r>
              <a:rPr lang="en-US" sz="900" dirty="0"/>
              <a:t>23467</a:t>
            </a:r>
          </a:p>
        </p:txBody>
      </p:sp>
      <p:sp>
        <p:nvSpPr>
          <p:cNvPr id="71" name="TextBox 70">
            <a:extLst>
              <a:ext uri="{FF2B5EF4-FFF2-40B4-BE49-F238E27FC236}">
                <a16:creationId xmlns:a16="http://schemas.microsoft.com/office/drawing/2014/main" id="{F1F3FDF8-1B3D-D775-4C8F-34486FF56809}"/>
              </a:ext>
            </a:extLst>
          </p:cNvPr>
          <p:cNvSpPr txBox="1"/>
          <p:nvPr/>
        </p:nvSpPr>
        <p:spPr>
          <a:xfrm>
            <a:off x="5147734" y="2905709"/>
            <a:ext cx="570089" cy="230832"/>
          </a:xfrm>
          <a:prstGeom prst="rect">
            <a:avLst/>
          </a:prstGeom>
          <a:noFill/>
        </p:spPr>
        <p:txBody>
          <a:bodyPr wrap="square" rtlCol="0">
            <a:spAutoFit/>
          </a:bodyPr>
          <a:lstStyle/>
          <a:p>
            <a:pPr algn="ctr"/>
            <a:r>
              <a:rPr lang="en-US" sz="900" dirty="0"/>
              <a:t>125678</a:t>
            </a:r>
          </a:p>
        </p:txBody>
      </p:sp>
      <p:sp>
        <p:nvSpPr>
          <p:cNvPr id="72" name="TextBox 71">
            <a:extLst>
              <a:ext uri="{FF2B5EF4-FFF2-40B4-BE49-F238E27FC236}">
                <a16:creationId xmlns:a16="http://schemas.microsoft.com/office/drawing/2014/main" id="{63878528-D4D0-0E80-E888-A138BD30E0E1}"/>
              </a:ext>
            </a:extLst>
          </p:cNvPr>
          <p:cNvSpPr txBox="1"/>
          <p:nvPr/>
        </p:nvSpPr>
        <p:spPr>
          <a:xfrm>
            <a:off x="4645378" y="3525921"/>
            <a:ext cx="570089" cy="230832"/>
          </a:xfrm>
          <a:prstGeom prst="rect">
            <a:avLst/>
          </a:prstGeom>
          <a:noFill/>
        </p:spPr>
        <p:txBody>
          <a:bodyPr wrap="square" rtlCol="0">
            <a:spAutoFit/>
          </a:bodyPr>
          <a:lstStyle/>
          <a:p>
            <a:pPr algn="ctr"/>
            <a:r>
              <a:rPr lang="en-US" sz="900" dirty="0"/>
              <a:t>268</a:t>
            </a:r>
          </a:p>
        </p:txBody>
      </p:sp>
      <p:sp>
        <p:nvSpPr>
          <p:cNvPr id="74" name="TextBox 73">
            <a:extLst>
              <a:ext uri="{FF2B5EF4-FFF2-40B4-BE49-F238E27FC236}">
                <a16:creationId xmlns:a16="http://schemas.microsoft.com/office/drawing/2014/main" id="{DD9D289E-575E-3DC5-4A60-1690B06A1A2D}"/>
              </a:ext>
            </a:extLst>
          </p:cNvPr>
          <p:cNvSpPr txBox="1"/>
          <p:nvPr/>
        </p:nvSpPr>
        <p:spPr>
          <a:xfrm>
            <a:off x="6152446" y="4527809"/>
            <a:ext cx="570089" cy="230832"/>
          </a:xfrm>
          <a:prstGeom prst="rect">
            <a:avLst/>
          </a:prstGeom>
          <a:noFill/>
        </p:spPr>
        <p:txBody>
          <a:bodyPr wrap="square" rtlCol="0">
            <a:spAutoFit/>
          </a:bodyPr>
          <a:lstStyle/>
          <a:p>
            <a:pPr algn="ctr"/>
            <a:r>
              <a:rPr lang="en-US" sz="900" dirty="0"/>
              <a:t>125678</a:t>
            </a:r>
          </a:p>
        </p:txBody>
      </p:sp>
      <p:sp>
        <p:nvSpPr>
          <p:cNvPr id="75" name="TextBox 74">
            <a:extLst>
              <a:ext uri="{FF2B5EF4-FFF2-40B4-BE49-F238E27FC236}">
                <a16:creationId xmlns:a16="http://schemas.microsoft.com/office/drawing/2014/main" id="{B827DDE4-1B07-C863-F2C0-13E2E3F55F77}"/>
              </a:ext>
            </a:extLst>
          </p:cNvPr>
          <p:cNvSpPr txBox="1"/>
          <p:nvPr/>
        </p:nvSpPr>
        <p:spPr>
          <a:xfrm>
            <a:off x="6654802" y="3788329"/>
            <a:ext cx="570089" cy="230832"/>
          </a:xfrm>
          <a:prstGeom prst="rect">
            <a:avLst/>
          </a:prstGeom>
          <a:noFill/>
        </p:spPr>
        <p:txBody>
          <a:bodyPr wrap="square" rtlCol="0">
            <a:spAutoFit/>
          </a:bodyPr>
          <a:lstStyle/>
          <a:p>
            <a:pPr algn="ctr"/>
            <a:r>
              <a:rPr lang="en-US" sz="900" dirty="0"/>
              <a:t>23467</a:t>
            </a:r>
          </a:p>
        </p:txBody>
      </p:sp>
      <p:sp>
        <p:nvSpPr>
          <p:cNvPr id="76" name="TextBox 75">
            <a:extLst>
              <a:ext uri="{FF2B5EF4-FFF2-40B4-BE49-F238E27FC236}">
                <a16:creationId xmlns:a16="http://schemas.microsoft.com/office/drawing/2014/main" id="{CDACF49A-84EE-A8D6-BC9B-00B41CF20EE7}"/>
              </a:ext>
            </a:extLst>
          </p:cNvPr>
          <p:cNvSpPr txBox="1"/>
          <p:nvPr/>
        </p:nvSpPr>
        <p:spPr>
          <a:xfrm>
            <a:off x="5650090" y="4527809"/>
            <a:ext cx="570089" cy="230832"/>
          </a:xfrm>
          <a:prstGeom prst="rect">
            <a:avLst/>
          </a:prstGeom>
          <a:noFill/>
        </p:spPr>
        <p:txBody>
          <a:bodyPr wrap="square" rtlCol="0">
            <a:spAutoFit/>
          </a:bodyPr>
          <a:lstStyle/>
          <a:p>
            <a:pPr algn="ctr"/>
            <a:r>
              <a:rPr lang="en-US" sz="900" dirty="0"/>
              <a:t>268</a:t>
            </a:r>
          </a:p>
        </p:txBody>
      </p:sp>
      <p:sp>
        <p:nvSpPr>
          <p:cNvPr id="73" name="TextBox 72">
            <a:extLst>
              <a:ext uri="{FF2B5EF4-FFF2-40B4-BE49-F238E27FC236}">
                <a16:creationId xmlns:a16="http://schemas.microsoft.com/office/drawing/2014/main" id="{6ECE0B2C-F71E-A417-7B0E-B7FE4C018A35}"/>
              </a:ext>
            </a:extLst>
          </p:cNvPr>
          <p:cNvSpPr txBox="1"/>
          <p:nvPr/>
        </p:nvSpPr>
        <p:spPr>
          <a:xfrm>
            <a:off x="5147734" y="3287385"/>
            <a:ext cx="570089" cy="230832"/>
          </a:xfrm>
          <a:prstGeom prst="rect">
            <a:avLst/>
          </a:prstGeom>
          <a:noFill/>
        </p:spPr>
        <p:txBody>
          <a:bodyPr wrap="square" rtlCol="0">
            <a:spAutoFit/>
          </a:bodyPr>
          <a:lstStyle/>
          <a:p>
            <a:pPr algn="ctr"/>
            <a:r>
              <a:rPr lang="en-US" sz="900" dirty="0"/>
              <a:t>235678</a:t>
            </a:r>
          </a:p>
        </p:txBody>
      </p:sp>
      <p:sp>
        <p:nvSpPr>
          <p:cNvPr id="77" name="TextBox 76">
            <a:extLst>
              <a:ext uri="{FF2B5EF4-FFF2-40B4-BE49-F238E27FC236}">
                <a16:creationId xmlns:a16="http://schemas.microsoft.com/office/drawing/2014/main" id="{B5B9F306-F48B-DAA2-1E18-13BEE8CA4B19}"/>
              </a:ext>
            </a:extLst>
          </p:cNvPr>
          <p:cNvSpPr txBox="1"/>
          <p:nvPr/>
        </p:nvSpPr>
        <p:spPr>
          <a:xfrm>
            <a:off x="5650090" y="4026865"/>
            <a:ext cx="570089" cy="369332"/>
          </a:xfrm>
          <a:prstGeom prst="rect">
            <a:avLst/>
          </a:prstGeom>
          <a:noFill/>
        </p:spPr>
        <p:txBody>
          <a:bodyPr wrap="square" rtlCol="0">
            <a:spAutoFit/>
          </a:bodyPr>
          <a:lstStyle/>
          <a:p>
            <a:pPr algn="ctr"/>
            <a:r>
              <a:rPr lang="en-US" sz="900" dirty="0"/>
              <a:t>1236789</a:t>
            </a:r>
          </a:p>
        </p:txBody>
      </p:sp>
      <p:sp>
        <p:nvSpPr>
          <p:cNvPr id="78" name="TextBox 77">
            <a:extLst>
              <a:ext uri="{FF2B5EF4-FFF2-40B4-BE49-F238E27FC236}">
                <a16:creationId xmlns:a16="http://schemas.microsoft.com/office/drawing/2014/main" id="{A9300839-2F0F-A5B0-DAE9-5A67708DD3A1}"/>
              </a:ext>
            </a:extLst>
          </p:cNvPr>
          <p:cNvSpPr txBox="1"/>
          <p:nvPr/>
        </p:nvSpPr>
        <p:spPr>
          <a:xfrm>
            <a:off x="6152446" y="3788329"/>
            <a:ext cx="570089" cy="230832"/>
          </a:xfrm>
          <a:prstGeom prst="rect">
            <a:avLst/>
          </a:prstGeom>
          <a:noFill/>
        </p:spPr>
        <p:txBody>
          <a:bodyPr wrap="square" rtlCol="0">
            <a:spAutoFit/>
          </a:bodyPr>
          <a:lstStyle/>
          <a:p>
            <a:pPr algn="ctr"/>
            <a:r>
              <a:rPr lang="en-US" sz="900" dirty="0"/>
              <a:t>235678</a:t>
            </a:r>
          </a:p>
        </p:txBody>
      </p:sp>
      <p:sp>
        <p:nvSpPr>
          <p:cNvPr id="79" name="TextBox 78">
            <a:extLst>
              <a:ext uri="{FF2B5EF4-FFF2-40B4-BE49-F238E27FC236}">
                <a16:creationId xmlns:a16="http://schemas.microsoft.com/office/drawing/2014/main" id="{C13A88D6-165E-0A26-3784-47957D4094D0}"/>
              </a:ext>
            </a:extLst>
          </p:cNvPr>
          <p:cNvSpPr txBox="1"/>
          <p:nvPr/>
        </p:nvSpPr>
        <p:spPr>
          <a:xfrm>
            <a:off x="6214537" y="3237891"/>
            <a:ext cx="462845" cy="584775"/>
          </a:xfrm>
          <a:prstGeom prst="rect">
            <a:avLst/>
          </a:prstGeom>
          <a:noFill/>
        </p:spPr>
        <p:txBody>
          <a:bodyPr wrap="square" rtlCol="0">
            <a:spAutoFit/>
          </a:bodyPr>
          <a:lstStyle/>
          <a:p>
            <a:pPr algn="ctr"/>
            <a:r>
              <a:rPr lang="en-US" sz="3200" dirty="0"/>
              <a:t>9</a:t>
            </a:r>
          </a:p>
        </p:txBody>
      </p:sp>
      <p:sp>
        <p:nvSpPr>
          <p:cNvPr id="80" name="TextBox 79">
            <a:extLst>
              <a:ext uri="{FF2B5EF4-FFF2-40B4-BE49-F238E27FC236}">
                <a16:creationId xmlns:a16="http://schemas.microsoft.com/office/drawing/2014/main" id="{17E1B875-219B-7EB5-BBDC-7D6B97999A40}"/>
              </a:ext>
            </a:extLst>
          </p:cNvPr>
          <p:cNvSpPr txBox="1"/>
          <p:nvPr/>
        </p:nvSpPr>
        <p:spPr>
          <a:xfrm>
            <a:off x="6152446" y="901933"/>
            <a:ext cx="570089" cy="230832"/>
          </a:xfrm>
          <a:prstGeom prst="rect">
            <a:avLst/>
          </a:prstGeom>
          <a:noFill/>
        </p:spPr>
        <p:txBody>
          <a:bodyPr wrap="square" rtlCol="0">
            <a:spAutoFit/>
          </a:bodyPr>
          <a:lstStyle/>
          <a:p>
            <a:pPr algn="ctr"/>
            <a:r>
              <a:rPr lang="en-US" sz="900" dirty="0"/>
              <a:t>148</a:t>
            </a:r>
          </a:p>
        </p:txBody>
      </p:sp>
      <p:sp>
        <p:nvSpPr>
          <p:cNvPr id="81" name="TextBox 80">
            <a:extLst>
              <a:ext uri="{FF2B5EF4-FFF2-40B4-BE49-F238E27FC236}">
                <a16:creationId xmlns:a16="http://schemas.microsoft.com/office/drawing/2014/main" id="{7A6D313B-03D3-D88D-3B94-B91E775DB6D2}"/>
              </a:ext>
            </a:extLst>
          </p:cNvPr>
          <p:cNvSpPr txBox="1"/>
          <p:nvPr/>
        </p:nvSpPr>
        <p:spPr>
          <a:xfrm>
            <a:off x="4143022" y="3907597"/>
            <a:ext cx="570089" cy="230832"/>
          </a:xfrm>
          <a:prstGeom prst="rect">
            <a:avLst/>
          </a:prstGeom>
          <a:noFill/>
        </p:spPr>
        <p:txBody>
          <a:bodyPr wrap="square" rtlCol="0">
            <a:spAutoFit/>
          </a:bodyPr>
          <a:lstStyle/>
          <a:p>
            <a:pPr algn="ctr"/>
            <a:r>
              <a:rPr lang="en-US" sz="900" dirty="0"/>
              <a:t>248</a:t>
            </a:r>
          </a:p>
        </p:txBody>
      </p:sp>
      <p:sp>
        <p:nvSpPr>
          <p:cNvPr id="82" name="TextBox 81">
            <a:extLst>
              <a:ext uri="{FF2B5EF4-FFF2-40B4-BE49-F238E27FC236}">
                <a16:creationId xmlns:a16="http://schemas.microsoft.com/office/drawing/2014/main" id="{6462BDAA-7B70-B7B9-77FA-5F42CFB4C19A}"/>
              </a:ext>
            </a:extLst>
          </p:cNvPr>
          <p:cNvSpPr txBox="1"/>
          <p:nvPr/>
        </p:nvSpPr>
        <p:spPr>
          <a:xfrm>
            <a:off x="3640666" y="4408541"/>
            <a:ext cx="570089" cy="230832"/>
          </a:xfrm>
          <a:prstGeom prst="rect">
            <a:avLst/>
          </a:prstGeom>
          <a:noFill/>
        </p:spPr>
        <p:txBody>
          <a:bodyPr wrap="square" rtlCol="0">
            <a:spAutoFit/>
          </a:bodyPr>
          <a:lstStyle/>
          <a:p>
            <a:pPr algn="ctr"/>
            <a:r>
              <a:rPr lang="en-US" sz="900" dirty="0"/>
              <a:t>128</a:t>
            </a:r>
          </a:p>
        </p:txBody>
      </p:sp>
    </p:spTree>
    <p:extLst>
      <p:ext uri="{BB962C8B-B14F-4D97-AF65-F5344CB8AC3E}">
        <p14:creationId xmlns:p14="http://schemas.microsoft.com/office/powerpoint/2010/main" val="3648581086"/>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EE6C927-72A3-D5E0-FD46-2A7E7695F199}"/>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E5933190-A8C0-7167-A064-9F784FB5B7BA}"/>
              </a:ext>
            </a:extLst>
          </p:cNvPr>
          <p:cNvSpPr>
            <a:spLocks noGrp="1"/>
          </p:cNvSpPr>
          <p:nvPr>
            <p:ph sz="half" idx="1"/>
          </p:nvPr>
        </p:nvSpPr>
        <p:spPr/>
        <p:txBody>
          <a:bodyPr>
            <a:normAutofit/>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B4AFEF61-B9C6-AA10-3A87-632AEE575046}"/>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F56B0A03-6F85-AA95-008F-63149B72857E}"/>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DDCD01B4-3C4D-5C6F-2341-B3888A24E723}"/>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74E538F2-C065-A829-0492-2EAC338A7560}"/>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8A5652AF-72D1-3029-C210-095D26F6CDDF}"/>
              </a:ext>
            </a:extLst>
          </p:cNvPr>
          <p:cNvSpPr txBox="1"/>
          <p:nvPr/>
        </p:nvSpPr>
        <p:spPr>
          <a:xfrm>
            <a:off x="4715935" y="1224551"/>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8" name="TextBox 7">
            <a:extLst>
              <a:ext uri="{FF2B5EF4-FFF2-40B4-BE49-F238E27FC236}">
                <a16:creationId xmlns:a16="http://schemas.microsoft.com/office/drawing/2014/main" id="{29CBDE9F-85F5-32AE-E193-44AA6E61CBB8}"/>
              </a:ext>
            </a:extLst>
          </p:cNvPr>
          <p:cNvSpPr txBox="1"/>
          <p:nvPr/>
        </p:nvSpPr>
        <p:spPr>
          <a:xfrm>
            <a:off x="6214537" y="122455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9" name="TextBox 8">
            <a:extLst>
              <a:ext uri="{FF2B5EF4-FFF2-40B4-BE49-F238E27FC236}">
                <a16:creationId xmlns:a16="http://schemas.microsoft.com/office/drawing/2014/main" id="{6A88AC7C-FEBB-23B7-4A6C-87EBC4329FE1}"/>
              </a:ext>
            </a:extLst>
          </p:cNvPr>
          <p:cNvSpPr txBox="1"/>
          <p:nvPr/>
        </p:nvSpPr>
        <p:spPr>
          <a:xfrm>
            <a:off x="6714071" y="1224551"/>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10" name="TextBox 9">
            <a:extLst>
              <a:ext uri="{FF2B5EF4-FFF2-40B4-BE49-F238E27FC236}">
                <a16:creationId xmlns:a16="http://schemas.microsoft.com/office/drawing/2014/main" id="{D29B5CE8-01F4-4944-16D5-C57E5B5C64ED}"/>
              </a:ext>
            </a:extLst>
          </p:cNvPr>
          <p:cNvSpPr txBox="1"/>
          <p:nvPr/>
        </p:nvSpPr>
        <p:spPr>
          <a:xfrm>
            <a:off x="7213604" y="122455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11" name="TextBox 10">
            <a:extLst>
              <a:ext uri="{FF2B5EF4-FFF2-40B4-BE49-F238E27FC236}">
                <a16:creationId xmlns:a16="http://schemas.microsoft.com/office/drawing/2014/main" id="{57D731DD-DC44-E1B5-1888-79B911738246}"/>
              </a:ext>
            </a:extLst>
          </p:cNvPr>
          <p:cNvSpPr txBox="1"/>
          <p:nvPr/>
        </p:nvSpPr>
        <p:spPr>
          <a:xfrm>
            <a:off x="6714071" y="721216"/>
            <a:ext cx="462845" cy="584775"/>
          </a:xfrm>
          <a:prstGeom prst="rect">
            <a:avLst/>
          </a:prstGeom>
          <a:solidFill>
            <a:srgbClr val="92D050">
              <a:alpha val="30000"/>
            </a:srgbClr>
          </a:solidFill>
        </p:spPr>
        <p:txBody>
          <a:bodyPr wrap="square" rtlCol="0">
            <a:spAutoFit/>
          </a:bodyPr>
          <a:lstStyle/>
          <a:p>
            <a:pPr algn="ctr"/>
            <a:endParaRPr lang="en-US" sz="3200" dirty="0"/>
          </a:p>
        </p:txBody>
      </p:sp>
      <p:sp>
        <p:nvSpPr>
          <p:cNvPr id="12" name="TextBox 11">
            <a:extLst>
              <a:ext uri="{FF2B5EF4-FFF2-40B4-BE49-F238E27FC236}">
                <a16:creationId xmlns:a16="http://schemas.microsoft.com/office/drawing/2014/main" id="{18127051-CFA6-485D-EE5C-D7FEA3222D7F}"/>
              </a:ext>
            </a:extLst>
          </p:cNvPr>
          <p:cNvSpPr txBox="1"/>
          <p:nvPr/>
        </p:nvSpPr>
        <p:spPr>
          <a:xfrm>
            <a:off x="7213604" y="721216"/>
            <a:ext cx="462845" cy="584775"/>
          </a:xfrm>
          <a:prstGeom prst="rect">
            <a:avLst/>
          </a:prstGeom>
          <a:solidFill>
            <a:srgbClr val="FF0000">
              <a:alpha val="30000"/>
            </a:srgbClr>
          </a:solidFill>
        </p:spPr>
        <p:txBody>
          <a:bodyPr wrap="square" rtlCol="0">
            <a:spAutoFit/>
          </a:bodyPr>
          <a:lstStyle/>
          <a:p>
            <a:pPr algn="ctr"/>
            <a:r>
              <a:rPr lang="en-US" sz="3200" dirty="0"/>
              <a:t>3</a:t>
            </a:r>
          </a:p>
        </p:txBody>
      </p:sp>
      <p:sp>
        <p:nvSpPr>
          <p:cNvPr id="13" name="TextBox 12">
            <a:extLst>
              <a:ext uri="{FF2B5EF4-FFF2-40B4-BE49-F238E27FC236}">
                <a16:creationId xmlns:a16="http://schemas.microsoft.com/office/drawing/2014/main" id="{E3F68DED-2C31-71BD-3929-F0DB86DF4483}"/>
              </a:ext>
            </a:extLst>
          </p:cNvPr>
          <p:cNvSpPr txBox="1"/>
          <p:nvPr/>
        </p:nvSpPr>
        <p:spPr>
          <a:xfrm>
            <a:off x="4216401" y="1727886"/>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14" name="TextBox 13">
            <a:extLst>
              <a:ext uri="{FF2B5EF4-FFF2-40B4-BE49-F238E27FC236}">
                <a16:creationId xmlns:a16="http://schemas.microsoft.com/office/drawing/2014/main" id="{4DBB4052-41C2-1B83-D559-A90BDC2E38F3}"/>
              </a:ext>
            </a:extLst>
          </p:cNvPr>
          <p:cNvSpPr txBox="1"/>
          <p:nvPr/>
        </p:nvSpPr>
        <p:spPr>
          <a:xfrm>
            <a:off x="5215469" y="1727886"/>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15" name="TextBox 14">
            <a:extLst>
              <a:ext uri="{FF2B5EF4-FFF2-40B4-BE49-F238E27FC236}">
                <a16:creationId xmlns:a16="http://schemas.microsoft.com/office/drawing/2014/main" id="{741A0B82-E5A6-D0F5-41E3-057061413C14}"/>
              </a:ext>
            </a:extLst>
          </p:cNvPr>
          <p:cNvSpPr txBox="1"/>
          <p:nvPr/>
        </p:nvSpPr>
        <p:spPr>
          <a:xfrm>
            <a:off x="6214537" y="1727886"/>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16" name="TextBox 15">
            <a:extLst>
              <a:ext uri="{FF2B5EF4-FFF2-40B4-BE49-F238E27FC236}">
                <a16:creationId xmlns:a16="http://schemas.microsoft.com/office/drawing/2014/main" id="{7FA4F6EC-8D95-22ED-1DC7-1A02C310C35F}"/>
              </a:ext>
            </a:extLst>
          </p:cNvPr>
          <p:cNvSpPr txBox="1"/>
          <p:nvPr/>
        </p:nvSpPr>
        <p:spPr>
          <a:xfrm>
            <a:off x="6714071" y="172788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17" name="TextBox 16">
            <a:extLst>
              <a:ext uri="{FF2B5EF4-FFF2-40B4-BE49-F238E27FC236}">
                <a16:creationId xmlns:a16="http://schemas.microsoft.com/office/drawing/2014/main" id="{D87329FB-A711-9B62-7AF2-3D1F755EA2C6}"/>
              </a:ext>
            </a:extLst>
          </p:cNvPr>
          <p:cNvSpPr txBox="1"/>
          <p:nvPr/>
        </p:nvSpPr>
        <p:spPr>
          <a:xfrm>
            <a:off x="3716867" y="223122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18" name="TextBox 17">
            <a:extLst>
              <a:ext uri="{FF2B5EF4-FFF2-40B4-BE49-F238E27FC236}">
                <a16:creationId xmlns:a16="http://schemas.microsoft.com/office/drawing/2014/main" id="{88556FA4-662A-BEBE-9A48-EAB974BB1448}"/>
              </a:ext>
            </a:extLst>
          </p:cNvPr>
          <p:cNvSpPr txBox="1"/>
          <p:nvPr/>
        </p:nvSpPr>
        <p:spPr>
          <a:xfrm>
            <a:off x="5215469" y="2231221"/>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19" name="TextBox 18">
            <a:extLst>
              <a:ext uri="{FF2B5EF4-FFF2-40B4-BE49-F238E27FC236}">
                <a16:creationId xmlns:a16="http://schemas.microsoft.com/office/drawing/2014/main" id="{D18E5677-D4C5-AD37-DE57-F128EF96B7E0}"/>
              </a:ext>
            </a:extLst>
          </p:cNvPr>
          <p:cNvSpPr txBox="1"/>
          <p:nvPr/>
        </p:nvSpPr>
        <p:spPr>
          <a:xfrm>
            <a:off x="5715003" y="2231221"/>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20" name="TextBox 19">
            <a:extLst>
              <a:ext uri="{FF2B5EF4-FFF2-40B4-BE49-F238E27FC236}">
                <a16:creationId xmlns:a16="http://schemas.microsoft.com/office/drawing/2014/main" id="{BE35A982-2298-7D98-B3E0-4713183EA4AD}"/>
              </a:ext>
            </a:extLst>
          </p:cNvPr>
          <p:cNvSpPr txBox="1"/>
          <p:nvPr/>
        </p:nvSpPr>
        <p:spPr>
          <a:xfrm>
            <a:off x="6214537" y="223122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21" name="TextBox 20">
            <a:extLst>
              <a:ext uri="{FF2B5EF4-FFF2-40B4-BE49-F238E27FC236}">
                <a16:creationId xmlns:a16="http://schemas.microsoft.com/office/drawing/2014/main" id="{8BAF0AC7-5895-8D2E-D51F-EACE4A906033}"/>
              </a:ext>
            </a:extLst>
          </p:cNvPr>
          <p:cNvSpPr txBox="1"/>
          <p:nvPr/>
        </p:nvSpPr>
        <p:spPr>
          <a:xfrm>
            <a:off x="6714071" y="223122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2" name="TextBox 21">
            <a:extLst>
              <a:ext uri="{FF2B5EF4-FFF2-40B4-BE49-F238E27FC236}">
                <a16:creationId xmlns:a16="http://schemas.microsoft.com/office/drawing/2014/main" id="{6FE5BFD2-26CE-6E19-1BA4-7B007182B863}"/>
              </a:ext>
            </a:extLst>
          </p:cNvPr>
          <p:cNvSpPr txBox="1"/>
          <p:nvPr/>
        </p:nvSpPr>
        <p:spPr>
          <a:xfrm>
            <a:off x="4216401" y="2734556"/>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23" name="TextBox 22">
            <a:extLst>
              <a:ext uri="{FF2B5EF4-FFF2-40B4-BE49-F238E27FC236}">
                <a16:creationId xmlns:a16="http://schemas.microsoft.com/office/drawing/2014/main" id="{9A4A9805-AA18-EC77-EC85-0F570DCCD1F2}"/>
              </a:ext>
            </a:extLst>
          </p:cNvPr>
          <p:cNvSpPr txBox="1"/>
          <p:nvPr/>
        </p:nvSpPr>
        <p:spPr>
          <a:xfrm>
            <a:off x="5215469" y="2734556"/>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4" name="TextBox 23">
            <a:extLst>
              <a:ext uri="{FF2B5EF4-FFF2-40B4-BE49-F238E27FC236}">
                <a16:creationId xmlns:a16="http://schemas.microsoft.com/office/drawing/2014/main" id="{E7CB6535-D8AF-BA27-7AD7-AC5DF5945981}"/>
              </a:ext>
            </a:extLst>
          </p:cNvPr>
          <p:cNvSpPr txBox="1"/>
          <p:nvPr/>
        </p:nvSpPr>
        <p:spPr>
          <a:xfrm>
            <a:off x="6714071" y="2734556"/>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25" name="TextBox 24">
            <a:extLst>
              <a:ext uri="{FF2B5EF4-FFF2-40B4-BE49-F238E27FC236}">
                <a16:creationId xmlns:a16="http://schemas.microsoft.com/office/drawing/2014/main" id="{3C11227D-585B-067D-A04B-7994311069B2}"/>
              </a:ext>
            </a:extLst>
          </p:cNvPr>
          <p:cNvSpPr txBox="1"/>
          <p:nvPr/>
        </p:nvSpPr>
        <p:spPr>
          <a:xfrm>
            <a:off x="3716867" y="323789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6" name="TextBox 25">
            <a:extLst>
              <a:ext uri="{FF2B5EF4-FFF2-40B4-BE49-F238E27FC236}">
                <a16:creationId xmlns:a16="http://schemas.microsoft.com/office/drawing/2014/main" id="{AA6A3272-A9DF-E915-DBEF-CD41F13EB5A1}"/>
              </a:ext>
            </a:extLst>
          </p:cNvPr>
          <p:cNvSpPr txBox="1"/>
          <p:nvPr/>
        </p:nvSpPr>
        <p:spPr>
          <a:xfrm>
            <a:off x="4715935" y="323789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27" name="TextBox 26">
            <a:extLst>
              <a:ext uri="{FF2B5EF4-FFF2-40B4-BE49-F238E27FC236}">
                <a16:creationId xmlns:a16="http://schemas.microsoft.com/office/drawing/2014/main" id="{EAF01A5D-8FA8-095E-9FC2-9A04DCDF9822}"/>
              </a:ext>
            </a:extLst>
          </p:cNvPr>
          <p:cNvSpPr txBox="1"/>
          <p:nvPr/>
        </p:nvSpPr>
        <p:spPr>
          <a:xfrm>
            <a:off x="5215469" y="323789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28" name="TextBox 27">
            <a:extLst>
              <a:ext uri="{FF2B5EF4-FFF2-40B4-BE49-F238E27FC236}">
                <a16:creationId xmlns:a16="http://schemas.microsoft.com/office/drawing/2014/main" id="{7C01BA64-7885-92DB-E318-B65B132914EC}"/>
              </a:ext>
            </a:extLst>
          </p:cNvPr>
          <p:cNvSpPr txBox="1"/>
          <p:nvPr/>
        </p:nvSpPr>
        <p:spPr>
          <a:xfrm>
            <a:off x="7213604" y="3237891"/>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29" name="TextBox 28">
            <a:extLst>
              <a:ext uri="{FF2B5EF4-FFF2-40B4-BE49-F238E27FC236}">
                <a16:creationId xmlns:a16="http://schemas.microsoft.com/office/drawing/2014/main" id="{4A4353DE-D677-5560-5F20-D2C8B53B1CB0}"/>
              </a:ext>
            </a:extLst>
          </p:cNvPr>
          <p:cNvSpPr txBox="1"/>
          <p:nvPr/>
        </p:nvSpPr>
        <p:spPr>
          <a:xfrm>
            <a:off x="3217333" y="3741226"/>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30" name="TextBox 29">
            <a:extLst>
              <a:ext uri="{FF2B5EF4-FFF2-40B4-BE49-F238E27FC236}">
                <a16:creationId xmlns:a16="http://schemas.microsoft.com/office/drawing/2014/main" id="{F3C9904E-DB12-A0CF-6BF4-E5DEF748B3D0}"/>
              </a:ext>
            </a:extLst>
          </p:cNvPr>
          <p:cNvSpPr txBox="1"/>
          <p:nvPr/>
        </p:nvSpPr>
        <p:spPr>
          <a:xfrm>
            <a:off x="3716867" y="374122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31" name="TextBox 30">
            <a:extLst>
              <a:ext uri="{FF2B5EF4-FFF2-40B4-BE49-F238E27FC236}">
                <a16:creationId xmlns:a16="http://schemas.microsoft.com/office/drawing/2014/main" id="{D432651A-4494-184E-4519-58A4ABA9F1A7}"/>
              </a:ext>
            </a:extLst>
          </p:cNvPr>
          <p:cNvSpPr txBox="1"/>
          <p:nvPr/>
        </p:nvSpPr>
        <p:spPr>
          <a:xfrm>
            <a:off x="5715003" y="3741226"/>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32" name="TextBox 31">
            <a:extLst>
              <a:ext uri="{FF2B5EF4-FFF2-40B4-BE49-F238E27FC236}">
                <a16:creationId xmlns:a16="http://schemas.microsoft.com/office/drawing/2014/main" id="{2404EAC9-ABC9-F8BF-5B87-4CE7090F9A61}"/>
              </a:ext>
            </a:extLst>
          </p:cNvPr>
          <p:cNvSpPr txBox="1"/>
          <p:nvPr/>
        </p:nvSpPr>
        <p:spPr>
          <a:xfrm>
            <a:off x="6214537" y="3741226"/>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33" name="TextBox 32">
            <a:extLst>
              <a:ext uri="{FF2B5EF4-FFF2-40B4-BE49-F238E27FC236}">
                <a16:creationId xmlns:a16="http://schemas.microsoft.com/office/drawing/2014/main" id="{9422882C-9C93-44A5-0673-422EB582BCE6}"/>
              </a:ext>
            </a:extLst>
          </p:cNvPr>
          <p:cNvSpPr txBox="1"/>
          <p:nvPr/>
        </p:nvSpPr>
        <p:spPr>
          <a:xfrm>
            <a:off x="6714071" y="374122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34" name="TextBox 33">
            <a:extLst>
              <a:ext uri="{FF2B5EF4-FFF2-40B4-BE49-F238E27FC236}">
                <a16:creationId xmlns:a16="http://schemas.microsoft.com/office/drawing/2014/main" id="{5C672435-5465-A359-90DD-DC9636B410CE}"/>
              </a:ext>
            </a:extLst>
          </p:cNvPr>
          <p:cNvSpPr txBox="1"/>
          <p:nvPr/>
        </p:nvSpPr>
        <p:spPr>
          <a:xfrm>
            <a:off x="7213604" y="3741226"/>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35" name="TextBox 34">
            <a:extLst>
              <a:ext uri="{FF2B5EF4-FFF2-40B4-BE49-F238E27FC236}">
                <a16:creationId xmlns:a16="http://schemas.microsoft.com/office/drawing/2014/main" id="{22AEEAD1-7AC0-3BA1-539D-58AE0FD56B1B}"/>
              </a:ext>
            </a:extLst>
          </p:cNvPr>
          <p:cNvSpPr txBox="1"/>
          <p:nvPr/>
        </p:nvSpPr>
        <p:spPr>
          <a:xfrm>
            <a:off x="3217333" y="424456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36" name="TextBox 35">
            <a:extLst>
              <a:ext uri="{FF2B5EF4-FFF2-40B4-BE49-F238E27FC236}">
                <a16:creationId xmlns:a16="http://schemas.microsoft.com/office/drawing/2014/main" id="{57531921-DD9B-D8C7-076C-3207BB49E731}"/>
              </a:ext>
            </a:extLst>
          </p:cNvPr>
          <p:cNvSpPr txBox="1"/>
          <p:nvPr/>
        </p:nvSpPr>
        <p:spPr>
          <a:xfrm>
            <a:off x="4216401" y="4244561"/>
            <a:ext cx="462845" cy="584775"/>
          </a:xfrm>
          <a:prstGeom prst="rect">
            <a:avLst/>
          </a:prstGeom>
          <a:solidFill>
            <a:srgbClr val="FF0000">
              <a:alpha val="30000"/>
            </a:srgbClr>
          </a:solidFill>
        </p:spPr>
        <p:txBody>
          <a:bodyPr wrap="square" rtlCol="0">
            <a:spAutoFit/>
          </a:bodyPr>
          <a:lstStyle/>
          <a:p>
            <a:pPr algn="ctr"/>
            <a:r>
              <a:rPr lang="en-US" sz="3200" dirty="0"/>
              <a:t>3</a:t>
            </a:r>
          </a:p>
        </p:txBody>
      </p:sp>
      <p:sp>
        <p:nvSpPr>
          <p:cNvPr id="37" name="TextBox 36">
            <a:extLst>
              <a:ext uri="{FF2B5EF4-FFF2-40B4-BE49-F238E27FC236}">
                <a16:creationId xmlns:a16="http://schemas.microsoft.com/office/drawing/2014/main" id="{4755D4C4-ABDA-1BB3-F666-A723C5D0907C}"/>
              </a:ext>
            </a:extLst>
          </p:cNvPr>
          <p:cNvSpPr txBox="1"/>
          <p:nvPr/>
        </p:nvSpPr>
        <p:spPr>
          <a:xfrm>
            <a:off x="5715003" y="424456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38" name="TextBox 37">
            <a:extLst>
              <a:ext uri="{FF2B5EF4-FFF2-40B4-BE49-F238E27FC236}">
                <a16:creationId xmlns:a16="http://schemas.microsoft.com/office/drawing/2014/main" id="{C89979FC-011F-B77B-22FE-20279570D64C}"/>
              </a:ext>
            </a:extLst>
          </p:cNvPr>
          <p:cNvSpPr txBox="1"/>
          <p:nvPr/>
        </p:nvSpPr>
        <p:spPr>
          <a:xfrm>
            <a:off x="6214537" y="424456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39" name="TextBox 38">
            <a:extLst>
              <a:ext uri="{FF2B5EF4-FFF2-40B4-BE49-F238E27FC236}">
                <a16:creationId xmlns:a16="http://schemas.microsoft.com/office/drawing/2014/main" id="{2A96A12E-E60C-1CE6-5268-A7AEA1E0F795}"/>
              </a:ext>
            </a:extLst>
          </p:cNvPr>
          <p:cNvSpPr txBox="1"/>
          <p:nvPr/>
        </p:nvSpPr>
        <p:spPr>
          <a:xfrm>
            <a:off x="6714071" y="4244561"/>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40" name="TextBox 39">
            <a:extLst>
              <a:ext uri="{FF2B5EF4-FFF2-40B4-BE49-F238E27FC236}">
                <a16:creationId xmlns:a16="http://schemas.microsoft.com/office/drawing/2014/main" id="{6C1FBA4F-E575-E4A3-D6F2-6594BDFB27D7}"/>
              </a:ext>
            </a:extLst>
          </p:cNvPr>
          <p:cNvSpPr txBox="1"/>
          <p:nvPr/>
        </p:nvSpPr>
        <p:spPr>
          <a:xfrm>
            <a:off x="7213604" y="424456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41" name="TextBox 40">
            <a:extLst>
              <a:ext uri="{FF2B5EF4-FFF2-40B4-BE49-F238E27FC236}">
                <a16:creationId xmlns:a16="http://schemas.microsoft.com/office/drawing/2014/main" id="{C523824E-8212-51F6-20F5-02B0B64DB42B}"/>
              </a:ext>
            </a:extLst>
          </p:cNvPr>
          <p:cNvSpPr txBox="1"/>
          <p:nvPr/>
        </p:nvSpPr>
        <p:spPr>
          <a:xfrm>
            <a:off x="3217333" y="4747898"/>
            <a:ext cx="462845" cy="584775"/>
          </a:xfrm>
          <a:prstGeom prst="rect">
            <a:avLst/>
          </a:prstGeom>
          <a:solidFill>
            <a:srgbClr val="92D050">
              <a:alpha val="30000"/>
            </a:srgbClr>
          </a:solidFill>
        </p:spPr>
        <p:txBody>
          <a:bodyPr wrap="square" rtlCol="0">
            <a:spAutoFit/>
          </a:bodyPr>
          <a:lstStyle/>
          <a:p>
            <a:pPr algn="ctr"/>
            <a:endParaRPr lang="en-US" sz="3200" dirty="0"/>
          </a:p>
        </p:txBody>
      </p:sp>
      <p:sp>
        <p:nvSpPr>
          <p:cNvPr id="42" name="TextBox 41">
            <a:extLst>
              <a:ext uri="{FF2B5EF4-FFF2-40B4-BE49-F238E27FC236}">
                <a16:creationId xmlns:a16="http://schemas.microsoft.com/office/drawing/2014/main" id="{98143AC9-DDD8-945F-553E-D408928D86BE}"/>
              </a:ext>
            </a:extLst>
          </p:cNvPr>
          <p:cNvSpPr txBox="1"/>
          <p:nvPr/>
        </p:nvSpPr>
        <p:spPr>
          <a:xfrm>
            <a:off x="3716867" y="4747898"/>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43" name="TextBox 42">
            <a:extLst>
              <a:ext uri="{FF2B5EF4-FFF2-40B4-BE49-F238E27FC236}">
                <a16:creationId xmlns:a16="http://schemas.microsoft.com/office/drawing/2014/main" id="{30504381-BE30-A2C2-711B-E3B44D80EA43}"/>
              </a:ext>
            </a:extLst>
          </p:cNvPr>
          <p:cNvSpPr txBox="1"/>
          <p:nvPr/>
        </p:nvSpPr>
        <p:spPr>
          <a:xfrm>
            <a:off x="4216401" y="4747898"/>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44" name="TextBox 43">
            <a:extLst>
              <a:ext uri="{FF2B5EF4-FFF2-40B4-BE49-F238E27FC236}">
                <a16:creationId xmlns:a16="http://schemas.microsoft.com/office/drawing/2014/main" id="{644406FC-4A06-7567-145B-9C0002DE73F6}"/>
              </a:ext>
            </a:extLst>
          </p:cNvPr>
          <p:cNvSpPr txBox="1"/>
          <p:nvPr/>
        </p:nvSpPr>
        <p:spPr>
          <a:xfrm>
            <a:off x="7157158" y="1522145"/>
            <a:ext cx="570089" cy="230832"/>
          </a:xfrm>
          <a:prstGeom prst="rect">
            <a:avLst/>
          </a:prstGeom>
          <a:noFill/>
        </p:spPr>
        <p:txBody>
          <a:bodyPr wrap="square" rtlCol="0">
            <a:spAutoFit/>
          </a:bodyPr>
          <a:lstStyle/>
          <a:p>
            <a:pPr algn="ctr"/>
            <a:r>
              <a:rPr lang="en-US" sz="900" dirty="0"/>
              <a:t>57</a:t>
            </a:r>
          </a:p>
        </p:txBody>
      </p:sp>
      <p:sp>
        <p:nvSpPr>
          <p:cNvPr id="45" name="TextBox 44">
            <a:extLst>
              <a:ext uri="{FF2B5EF4-FFF2-40B4-BE49-F238E27FC236}">
                <a16:creationId xmlns:a16="http://schemas.microsoft.com/office/drawing/2014/main" id="{7E07CD50-303D-38AE-F9C2-E150CD57EC79}"/>
              </a:ext>
            </a:extLst>
          </p:cNvPr>
          <p:cNvSpPr txBox="1"/>
          <p:nvPr/>
        </p:nvSpPr>
        <p:spPr>
          <a:xfrm>
            <a:off x="4143022" y="5028752"/>
            <a:ext cx="570089" cy="230832"/>
          </a:xfrm>
          <a:prstGeom prst="rect">
            <a:avLst/>
          </a:prstGeom>
          <a:noFill/>
        </p:spPr>
        <p:txBody>
          <a:bodyPr wrap="square" rtlCol="0">
            <a:spAutoFit/>
          </a:bodyPr>
          <a:lstStyle/>
          <a:p>
            <a:pPr algn="ctr"/>
            <a:r>
              <a:rPr lang="en-US" sz="900" dirty="0"/>
              <a:t>57</a:t>
            </a:r>
          </a:p>
        </p:txBody>
      </p:sp>
      <p:sp>
        <p:nvSpPr>
          <p:cNvPr id="46" name="TextBox 45">
            <a:extLst>
              <a:ext uri="{FF2B5EF4-FFF2-40B4-BE49-F238E27FC236}">
                <a16:creationId xmlns:a16="http://schemas.microsoft.com/office/drawing/2014/main" id="{7491449E-4BBB-8CC1-A43C-5F5905C06B09}"/>
              </a:ext>
            </a:extLst>
          </p:cNvPr>
          <p:cNvSpPr txBox="1"/>
          <p:nvPr/>
        </p:nvSpPr>
        <p:spPr>
          <a:xfrm>
            <a:off x="6654802" y="1522145"/>
            <a:ext cx="570089" cy="230832"/>
          </a:xfrm>
          <a:prstGeom prst="rect">
            <a:avLst/>
          </a:prstGeom>
          <a:noFill/>
        </p:spPr>
        <p:txBody>
          <a:bodyPr wrap="square" rtlCol="0">
            <a:spAutoFit/>
          </a:bodyPr>
          <a:lstStyle/>
          <a:p>
            <a:pPr algn="ctr"/>
            <a:r>
              <a:rPr lang="en-US" sz="900" dirty="0"/>
              <a:t>56789</a:t>
            </a:r>
          </a:p>
        </p:txBody>
      </p:sp>
      <p:sp>
        <p:nvSpPr>
          <p:cNvPr id="47" name="TextBox 46">
            <a:extLst>
              <a:ext uri="{FF2B5EF4-FFF2-40B4-BE49-F238E27FC236}">
                <a16:creationId xmlns:a16="http://schemas.microsoft.com/office/drawing/2014/main" id="{02DADB17-B5AC-D951-C5F9-21D0BAF8647A}"/>
              </a:ext>
            </a:extLst>
          </p:cNvPr>
          <p:cNvSpPr txBox="1"/>
          <p:nvPr/>
        </p:nvSpPr>
        <p:spPr>
          <a:xfrm>
            <a:off x="3640666" y="5028752"/>
            <a:ext cx="570089" cy="230832"/>
          </a:xfrm>
          <a:prstGeom prst="rect">
            <a:avLst/>
          </a:prstGeom>
          <a:noFill/>
        </p:spPr>
        <p:txBody>
          <a:bodyPr wrap="square" rtlCol="0">
            <a:spAutoFit/>
          </a:bodyPr>
          <a:lstStyle/>
          <a:p>
            <a:pPr algn="ctr"/>
            <a:r>
              <a:rPr lang="en-US" sz="900" dirty="0"/>
              <a:t>56789</a:t>
            </a:r>
          </a:p>
        </p:txBody>
      </p:sp>
      <p:sp>
        <p:nvSpPr>
          <p:cNvPr id="48" name="TextBox 47">
            <a:extLst>
              <a:ext uri="{FF2B5EF4-FFF2-40B4-BE49-F238E27FC236}">
                <a16:creationId xmlns:a16="http://schemas.microsoft.com/office/drawing/2014/main" id="{7754CAE8-6794-A502-32F9-3EC4DC87539B}"/>
              </a:ext>
            </a:extLst>
          </p:cNvPr>
          <p:cNvSpPr txBox="1"/>
          <p:nvPr/>
        </p:nvSpPr>
        <p:spPr>
          <a:xfrm>
            <a:off x="6654802" y="772726"/>
            <a:ext cx="570089" cy="230832"/>
          </a:xfrm>
          <a:prstGeom prst="rect">
            <a:avLst/>
          </a:prstGeom>
          <a:noFill/>
        </p:spPr>
        <p:txBody>
          <a:bodyPr wrap="square" rtlCol="0">
            <a:spAutoFit/>
          </a:bodyPr>
          <a:lstStyle/>
          <a:p>
            <a:pPr algn="ctr"/>
            <a:r>
              <a:rPr lang="en-US" sz="900" dirty="0"/>
              <a:t>489</a:t>
            </a:r>
          </a:p>
        </p:txBody>
      </p:sp>
      <p:sp>
        <p:nvSpPr>
          <p:cNvPr id="49" name="TextBox 48">
            <a:extLst>
              <a:ext uri="{FF2B5EF4-FFF2-40B4-BE49-F238E27FC236}">
                <a16:creationId xmlns:a16="http://schemas.microsoft.com/office/drawing/2014/main" id="{190FC04C-81FE-B59C-D8F1-EDEEB4E378BF}"/>
              </a:ext>
            </a:extLst>
          </p:cNvPr>
          <p:cNvSpPr txBox="1"/>
          <p:nvPr/>
        </p:nvSpPr>
        <p:spPr>
          <a:xfrm>
            <a:off x="3138310" y="5028752"/>
            <a:ext cx="570089" cy="230832"/>
          </a:xfrm>
          <a:prstGeom prst="rect">
            <a:avLst/>
          </a:prstGeom>
          <a:noFill/>
        </p:spPr>
        <p:txBody>
          <a:bodyPr wrap="square" rtlCol="0">
            <a:spAutoFit/>
          </a:bodyPr>
          <a:lstStyle/>
          <a:p>
            <a:pPr algn="ctr"/>
            <a:r>
              <a:rPr lang="en-US" sz="900" dirty="0"/>
              <a:t>489</a:t>
            </a:r>
          </a:p>
        </p:txBody>
      </p:sp>
      <p:sp>
        <p:nvSpPr>
          <p:cNvPr id="50" name="TextBox 49">
            <a:extLst>
              <a:ext uri="{FF2B5EF4-FFF2-40B4-BE49-F238E27FC236}">
                <a16:creationId xmlns:a16="http://schemas.microsoft.com/office/drawing/2014/main" id="{EE133ECD-FE03-7A8E-CE44-7D5CD0A9A1FE}"/>
              </a:ext>
            </a:extLst>
          </p:cNvPr>
          <p:cNvSpPr txBox="1"/>
          <p:nvPr/>
        </p:nvSpPr>
        <p:spPr>
          <a:xfrm>
            <a:off x="6152446" y="1402877"/>
            <a:ext cx="570089" cy="230832"/>
          </a:xfrm>
          <a:prstGeom prst="rect">
            <a:avLst/>
          </a:prstGeom>
          <a:noFill/>
        </p:spPr>
        <p:txBody>
          <a:bodyPr wrap="square" rtlCol="0">
            <a:spAutoFit/>
          </a:bodyPr>
          <a:lstStyle/>
          <a:p>
            <a:pPr algn="ctr"/>
            <a:r>
              <a:rPr lang="en-US" sz="900" dirty="0"/>
              <a:t>5678</a:t>
            </a:r>
          </a:p>
        </p:txBody>
      </p:sp>
      <p:sp>
        <p:nvSpPr>
          <p:cNvPr id="51" name="TextBox 50">
            <a:extLst>
              <a:ext uri="{FF2B5EF4-FFF2-40B4-BE49-F238E27FC236}">
                <a16:creationId xmlns:a16="http://schemas.microsoft.com/office/drawing/2014/main" id="{FC071BE9-CBA9-B95C-8B91-57A45E21A841}"/>
              </a:ext>
            </a:extLst>
          </p:cNvPr>
          <p:cNvSpPr txBox="1"/>
          <p:nvPr/>
        </p:nvSpPr>
        <p:spPr>
          <a:xfrm>
            <a:off x="3138310" y="4408541"/>
            <a:ext cx="570089" cy="230832"/>
          </a:xfrm>
          <a:prstGeom prst="rect">
            <a:avLst/>
          </a:prstGeom>
          <a:noFill/>
        </p:spPr>
        <p:txBody>
          <a:bodyPr wrap="square" rtlCol="0">
            <a:spAutoFit/>
          </a:bodyPr>
          <a:lstStyle/>
          <a:p>
            <a:pPr algn="ctr"/>
            <a:r>
              <a:rPr lang="en-US" sz="900" dirty="0"/>
              <a:t>5678</a:t>
            </a:r>
          </a:p>
        </p:txBody>
      </p:sp>
      <p:sp>
        <p:nvSpPr>
          <p:cNvPr id="52" name="TextBox 51">
            <a:extLst>
              <a:ext uri="{FF2B5EF4-FFF2-40B4-BE49-F238E27FC236}">
                <a16:creationId xmlns:a16="http://schemas.microsoft.com/office/drawing/2014/main" id="{83D3C7BF-0A6F-DAF8-5243-1948EA9FE69F}"/>
              </a:ext>
            </a:extLst>
          </p:cNvPr>
          <p:cNvSpPr txBox="1"/>
          <p:nvPr/>
        </p:nvSpPr>
        <p:spPr>
          <a:xfrm>
            <a:off x="3640666" y="3406653"/>
            <a:ext cx="570089" cy="230832"/>
          </a:xfrm>
          <a:prstGeom prst="rect">
            <a:avLst/>
          </a:prstGeom>
          <a:noFill/>
        </p:spPr>
        <p:txBody>
          <a:bodyPr wrap="square" rtlCol="0">
            <a:spAutoFit/>
          </a:bodyPr>
          <a:lstStyle/>
          <a:p>
            <a:pPr algn="ctr"/>
            <a:r>
              <a:rPr lang="en-US" sz="900" dirty="0"/>
              <a:t>234567</a:t>
            </a:r>
          </a:p>
        </p:txBody>
      </p:sp>
      <p:sp>
        <p:nvSpPr>
          <p:cNvPr id="53" name="TextBox 52">
            <a:extLst>
              <a:ext uri="{FF2B5EF4-FFF2-40B4-BE49-F238E27FC236}">
                <a16:creationId xmlns:a16="http://schemas.microsoft.com/office/drawing/2014/main" id="{EB32EAF8-A80B-2476-FAF0-9C807B2E0989}"/>
              </a:ext>
            </a:extLst>
          </p:cNvPr>
          <p:cNvSpPr txBox="1"/>
          <p:nvPr/>
        </p:nvSpPr>
        <p:spPr>
          <a:xfrm>
            <a:off x="3640666" y="4026865"/>
            <a:ext cx="570089" cy="230832"/>
          </a:xfrm>
          <a:prstGeom prst="rect">
            <a:avLst/>
          </a:prstGeom>
          <a:noFill/>
        </p:spPr>
        <p:txBody>
          <a:bodyPr wrap="square" rtlCol="0">
            <a:spAutoFit/>
          </a:bodyPr>
          <a:lstStyle/>
          <a:p>
            <a:pPr algn="ctr"/>
            <a:r>
              <a:rPr lang="en-US" sz="900" dirty="0"/>
              <a:t>56789</a:t>
            </a:r>
          </a:p>
        </p:txBody>
      </p:sp>
      <p:sp>
        <p:nvSpPr>
          <p:cNvPr id="54" name="TextBox 53">
            <a:extLst>
              <a:ext uri="{FF2B5EF4-FFF2-40B4-BE49-F238E27FC236}">
                <a16:creationId xmlns:a16="http://schemas.microsoft.com/office/drawing/2014/main" id="{3EBD9720-2DA3-A74A-BA08-2F238667C9EF}"/>
              </a:ext>
            </a:extLst>
          </p:cNvPr>
          <p:cNvSpPr txBox="1"/>
          <p:nvPr/>
        </p:nvSpPr>
        <p:spPr>
          <a:xfrm>
            <a:off x="3138310" y="3788329"/>
            <a:ext cx="570089" cy="230832"/>
          </a:xfrm>
          <a:prstGeom prst="rect">
            <a:avLst/>
          </a:prstGeom>
          <a:noFill/>
        </p:spPr>
        <p:txBody>
          <a:bodyPr wrap="square" rtlCol="0">
            <a:spAutoFit/>
          </a:bodyPr>
          <a:lstStyle/>
          <a:p>
            <a:pPr algn="ctr"/>
            <a:r>
              <a:rPr lang="en-US" sz="900" dirty="0"/>
              <a:t>15678</a:t>
            </a:r>
          </a:p>
        </p:txBody>
      </p:sp>
      <p:sp>
        <p:nvSpPr>
          <p:cNvPr id="55" name="TextBox 54">
            <a:extLst>
              <a:ext uri="{FF2B5EF4-FFF2-40B4-BE49-F238E27FC236}">
                <a16:creationId xmlns:a16="http://schemas.microsoft.com/office/drawing/2014/main" id="{15C9B439-47EC-8D67-03D9-942A8AEC8157}"/>
              </a:ext>
            </a:extLst>
          </p:cNvPr>
          <p:cNvSpPr txBox="1"/>
          <p:nvPr/>
        </p:nvSpPr>
        <p:spPr>
          <a:xfrm>
            <a:off x="6152446" y="2023089"/>
            <a:ext cx="570089" cy="230832"/>
          </a:xfrm>
          <a:prstGeom prst="rect">
            <a:avLst/>
          </a:prstGeom>
          <a:noFill/>
        </p:spPr>
        <p:txBody>
          <a:bodyPr wrap="square" rtlCol="0">
            <a:spAutoFit/>
          </a:bodyPr>
          <a:lstStyle/>
          <a:p>
            <a:pPr algn="ctr"/>
            <a:r>
              <a:rPr lang="en-US" sz="900" dirty="0"/>
              <a:t>15678</a:t>
            </a:r>
          </a:p>
        </p:txBody>
      </p:sp>
      <p:sp>
        <p:nvSpPr>
          <p:cNvPr id="56" name="TextBox 55">
            <a:extLst>
              <a:ext uri="{FF2B5EF4-FFF2-40B4-BE49-F238E27FC236}">
                <a16:creationId xmlns:a16="http://schemas.microsoft.com/office/drawing/2014/main" id="{A66279E2-797A-C4F4-6F72-3387CB8A6A92}"/>
              </a:ext>
            </a:extLst>
          </p:cNvPr>
          <p:cNvSpPr txBox="1"/>
          <p:nvPr/>
        </p:nvSpPr>
        <p:spPr>
          <a:xfrm>
            <a:off x="6654802" y="1784553"/>
            <a:ext cx="570089" cy="230832"/>
          </a:xfrm>
          <a:prstGeom prst="rect">
            <a:avLst/>
          </a:prstGeom>
          <a:noFill/>
        </p:spPr>
        <p:txBody>
          <a:bodyPr wrap="square" rtlCol="0">
            <a:spAutoFit/>
          </a:bodyPr>
          <a:lstStyle/>
          <a:p>
            <a:pPr algn="ctr"/>
            <a:r>
              <a:rPr lang="en-US" sz="900" dirty="0"/>
              <a:t>56789</a:t>
            </a:r>
          </a:p>
        </p:txBody>
      </p:sp>
      <p:sp>
        <p:nvSpPr>
          <p:cNvPr id="57" name="TextBox 56">
            <a:extLst>
              <a:ext uri="{FF2B5EF4-FFF2-40B4-BE49-F238E27FC236}">
                <a16:creationId xmlns:a16="http://schemas.microsoft.com/office/drawing/2014/main" id="{9A659406-7D6E-15D1-FE26-F834EFFCD93E}"/>
              </a:ext>
            </a:extLst>
          </p:cNvPr>
          <p:cNvSpPr txBox="1"/>
          <p:nvPr/>
        </p:nvSpPr>
        <p:spPr>
          <a:xfrm>
            <a:off x="6654802" y="2524033"/>
            <a:ext cx="570089" cy="230832"/>
          </a:xfrm>
          <a:prstGeom prst="rect">
            <a:avLst/>
          </a:prstGeom>
          <a:noFill/>
        </p:spPr>
        <p:txBody>
          <a:bodyPr wrap="square" rtlCol="0">
            <a:spAutoFit/>
          </a:bodyPr>
          <a:lstStyle/>
          <a:p>
            <a:pPr algn="ctr"/>
            <a:r>
              <a:rPr lang="en-US" sz="900" dirty="0"/>
              <a:t>234567</a:t>
            </a:r>
          </a:p>
        </p:txBody>
      </p:sp>
      <p:sp>
        <p:nvSpPr>
          <p:cNvPr id="58" name="TextBox 57">
            <a:extLst>
              <a:ext uri="{FF2B5EF4-FFF2-40B4-BE49-F238E27FC236}">
                <a16:creationId xmlns:a16="http://schemas.microsoft.com/office/drawing/2014/main" id="{61164846-E910-1D83-11A5-453B8178D4F4}"/>
              </a:ext>
            </a:extLst>
          </p:cNvPr>
          <p:cNvSpPr txBox="1"/>
          <p:nvPr/>
        </p:nvSpPr>
        <p:spPr>
          <a:xfrm>
            <a:off x="4143022" y="1903821"/>
            <a:ext cx="570089" cy="230832"/>
          </a:xfrm>
          <a:prstGeom prst="rect">
            <a:avLst/>
          </a:prstGeom>
          <a:noFill/>
        </p:spPr>
        <p:txBody>
          <a:bodyPr wrap="square" rtlCol="0">
            <a:spAutoFit/>
          </a:bodyPr>
          <a:lstStyle/>
          <a:p>
            <a:pPr algn="ctr"/>
            <a:r>
              <a:rPr lang="en-US" sz="900" dirty="0"/>
              <a:t>75</a:t>
            </a:r>
          </a:p>
        </p:txBody>
      </p:sp>
      <p:sp>
        <p:nvSpPr>
          <p:cNvPr id="59" name="TextBox 58">
            <a:extLst>
              <a:ext uri="{FF2B5EF4-FFF2-40B4-BE49-F238E27FC236}">
                <a16:creationId xmlns:a16="http://schemas.microsoft.com/office/drawing/2014/main" id="{57043735-9D51-6D4F-F7F6-C31A3A79FEFE}"/>
              </a:ext>
            </a:extLst>
          </p:cNvPr>
          <p:cNvSpPr txBox="1"/>
          <p:nvPr/>
        </p:nvSpPr>
        <p:spPr>
          <a:xfrm>
            <a:off x="3640666" y="2404765"/>
            <a:ext cx="570089" cy="230832"/>
          </a:xfrm>
          <a:prstGeom prst="rect">
            <a:avLst/>
          </a:prstGeom>
          <a:noFill/>
        </p:spPr>
        <p:txBody>
          <a:bodyPr wrap="square" rtlCol="0">
            <a:spAutoFit/>
          </a:bodyPr>
          <a:lstStyle/>
          <a:p>
            <a:pPr algn="ctr"/>
            <a:r>
              <a:rPr lang="en-US" sz="900" dirty="0"/>
              <a:t>234567</a:t>
            </a:r>
          </a:p>
        </p:txBody>
      </p:sp>
      <p:sp>
        <p:nvSpPr>
          <p:cNvPr id="60" name="TextBox 59">
            <a:extLst>
              <a:ext uri="{FF2B5EF4-FFF2-40B4-BE49-F238E27FC236}">
                <a16:creationId xmlns:a16="http://schemas.microsoft.com/office/drawing/2014/main" id="{02F10FA4-5DCD-94BB-BB3B-679D2DB03334}"/>
              </a:ext>
            </a:extLst>
          </p:cNvPr>
          <p:cNvSpPr txBox="1"/>
          <p:nvPr/>
        </p:nvSpPr>
        <p:spPr>
          <a:xfrm>
            <a:off x="4143022" y="2905709"/>
            <a:ext cx="570089" cy="230832"/>
          </a:xfrm>
          <a:prstGeom prst="rect">
            <a:avLst/>
          </a:prstGeom>
          <a:noFill/>
        </p:spPr>
        <p:txBody>
          <a:bodyPr wrap="square" rtlCol="0">
            <a:spAutoFit/>
          </a:bodyPr>
          <a:lstStyle/>
          <a:p>
            <a:pPr algn="ctr"/>
            <a:r>
              <a:rPr lang="en-US" sz="900" dirty="0"/>
              <a:t>2457</a:t>
            </a:r>
          </a:p>
        </p:txBody>
      </p:sp>
      <p:sp>
        <p:nvSpPr>
          <p:cNvPr id="61" name="TextBox 60">
            <a:extLst>
              <a:ext uri="{FF2B5EF4-FFF2-40B4-BE49-F238E27FC236}">
                <a16:creationId xmlns:a16="http://schemas.microsoft.com/office/drawing/2014/main" id="{1ABDF4AA-1C41-436E-A73E-E8B66E46E7E6}"/>
              </a:ext>
            </a:extLst>
          </p:cNvPr>
          <p:cNvSpPr txBox="1"/>
          <p:nvPr/>
        </p:nvSpPr>
        <p:spPr>
          <a:xfrm>
            <a:off x="6152446" y="2285497"/>
            <a:ext cx="570089" cy="230832"/>
          </a:xfrm>
          <a:prstGeom prst="rect">
            <a:avLst/>
          </a:prstGeom>
          <a:noFill/>
        </p:spPr>
        <p:txBody>
          <a:bodyPr wrap="square" rtlCol="0">
            <a:spAutoFit/>
          </a:bodyPr>
          <a:lstStyle/>
          <a:p>
            <a:pPr algn="ctr"/>
            <a:r>
              <a:rPr lang="en-US" sz="900" dirty="0"/>
              <a:t>2457</a:t>
            </a:r>
          </a:p>
        </p:txBody>
      </p:sp>
      <p:sp>
        <p:nvSpPr>
          <p:cNvPr id="62" name="TextBox 61">
            <a:extLst>
              <a:ext uri="{FF2B5EF4-FFF2-40B4-BE49-F238E27FC236}">
                <a16:creationId xmlns:a16="http://schemas.microsoft.com/office/drawing/2014/main" id="{7A0C60B5-3EC4-78B2-8CA9-976BBE1E50D5}"/>
              </a:ext>
            </a:extLst>
          </p:cNvPr>
          <p:cNvSpPr txBox="1"/>
          <p:nvPr/>
        </p:nvSpPr>
        <p:spPr>
          <a:xfrm>
            <a:off x="6654802" y="2905709"/>
            <a:ext cx="570089" cy="230832"/>
          </a:xfrm>
          <a:prstGeom prst="rect">
            <a:avLst/>
          </a:prstGeom>
          <a:noFill/>
        </p:spPr>
        <p:txBody>
          <a:bodyPr wrap="square" rtlCol="0">
            <a:spAutoFit/>
          </a:bodyPr>
          <a:lstStyle/>
          <a:p>
            <a:pPr algn="ctr"/>
            <a:r>
              <a:rPr lang="en-US" sz="900" dirty="0"/>
              <a:t>234567</a:t>
            </a:r>
          </a:p>
        </p:txBody>
      </p:sp>
      <p:sp>
        <p:nvSpPr>
          <p:cNvPr id="63" name="TextBox 62">
            <a:extLst>
              <a:ext uri="{FF2B5EF4-FFF2-40B4-BE49-F238E27FC236}">
                <a16:creationId xmlns:a16="http://schemas.microsoft.com/office/drawing/2014/main" id="{DE3DD9AD-249B-22C6-DD84-0801221EFA35}"/>
              </a:ext>
            </a:extLst>
          </p:cNvPr>
          <p:cNvSpPr txBox="1"/>
          <p:nvPr/>
        </p:nvSpPr>
        <p:spPr>
          <a:xfrm>
            <a:off x="7157158" y="3406653"/>
            <a:ext cx="570089" cy="230832"/>
          </a:xfrm>
          <a:prstGeom prst="rect">
            <a:avLst/>
          </a:prstGeom>
          <a:noFill/>
        </p:spPr>
        <p:txBody>
          <a:bodyPr wrap="square" rtlCol="0">
            <a:spAutoFit/>
          </a:bodyPr>
          <a:lstStyle/>
          <a:p>
            <a:pPr algn="ctr"/>
            <a:r>
              <a:rPr lang="en-US" sz="900" dirty="0"/>
              <a:t>75</a:t>
            </a:r>
          </a:p>
        </p:txBody>
      </p:sp>
      <p:sp>
        <p:nvSpPr>
          <p:cNvPr id="65" name="TextBox 64">
            <a:extLst>
              <a:ext uri="{FF2B5EF4-FFF2-40B4-BE49-F238E27FC236}">
                <a16:creationId xmlns:a16="http://schemas.microsoft.com/office/drawing/2014/main" id="{B30F223C-820B-FB6A-F6DB-E76D6660FA6D}"/>
              </a:ext>
            </a:extLst>
          </p:cNvPr>
          <p:cNvSpPr txBox="1"/>
          <p:nvPr/>
        </p:nvSpPr>
        <p:spPr>
          <a:xfrm>
            <a:off x="5147734" y="1903821"/>
            <a:ext cx="570089" cy="230832"/>
          </a:xfrm>
          <a:prstGeom prst="rect">
            <a:avLst/>
          </a:prstGeom>
          <a:noFill/>
        </p:spPr>
        <p:txBody>
          <a:bodyPr wrap="square" rtlCol="0">
            <a:spAutoFit/>
          </a:bodyPr>
          <a:lstStyle/>
          <a:p>
            <a:pPr algn="ctr"/>
            <a:r>
              <a:rPr lang="en-US" sz="900" dirty="0"/>
              <a:t>1679</a:t>
            </a:r>
          </a:p>
        </p:txBody>
      </p:sp>
      <p:sp>
        <p:nvSpPr>
          <p:cNvPr id="66" name="TextBox 65">
            <a:extLst>
              <a:ext uri="{FF2B5EF4-FFF2-40B4-BE49-F238E27FC236}">
                <a16:creationId xmlns:a16="http://schemas.microsoft.com/office/drawing/2014/main" id="{699D4226-B5AB-55F2-23EC-750B6CA5710D}"/>
              </a:ext>
            </a:extLst>
          </p:cNvPr>
          <p:cNvSpPr txBox="1"/>
          <p:nvPr/>
        </p:nvSpPr>
        <p:spPr>
          <a:xfrm>
            <a:off x="5147734" y="2524033"/>
            <a:ext cx="570089" cy="230832"/>
          </a:xfrm>
          <a:prstGeom prst="rect">
            <a:avLst/>
          </a:prstGeom>
          <a:noFill/>
        </p:spPr>
        <p:txBody>
          <a:bodyPr wrap="square" rtlCol="0">
            <a:spAutoFit/>
          </a:bodyPr>
          <a:lstStyle/>
          <a:p>
            <a:pPr algn="ctr"/>
            <a:r>
              <a:rPr lang="en-US" sz="900" dirty="0"/>
              <a:t>2567</a:t>
            </a:r>
          </a:p>
        </p:txBody>
      </p:sp>
      <p:sp>
        <p:nvSpPr>
          <p:cNvPr id="68" name="TextBox 67">
            <a:extLst>
              <a:ext uri="{FF2B5EF4-FFF2-40B4-BE49-F238E27FC236}">
                <a16:creationId xmlns:a16="http://schemas.microsoft.com/office/drawing/2014/main" id="{25FAAA95-5854-B4E6-2020-CDA94234D2B4}"/>
              </a:ext>
            </a:extLst>
          </p:cNvPr>
          <p:cNvSpPr txBox="1"/>
          <p:nvPr/>
        </p:nvSpPr>
        <p:spPr>
          <a:xfrm>
            <a:off x="6654802" y="4527809"/>
            <a:ext cx="570089" cy="230832"/>
          </a:xfrm>
          <a:prstGeom prst="rect">
            <a:avLst/>
          </a:prstGeom>
          <a:noFill/>
        </p:spPr>
        <p:txBody>
          <a:bodyPr wrap="square" rtlCol="0">
            <a:spAutoFit/>
          </a:bodyPr>
          <a:lstStyle/>
          <a:p>
            <a:pPr algn="ctr"/>
            <a:r>
              <a:rPr lang="en-US" sz="900" dirty="0"/>
              <a:t>2567</a:t>
            </a:r>
          </a:p>
        </p:txBody>
      </p:sp>
      <p:sp>
        <p:nvSpPr>
          <p:cNvPr id="69" name="TextBox 68">
            <a:extLst>
              <a:ext uri="{FF2B5EF4-FFF2-40B4-BE49-F238E27FC236}">
                <a16:creationId xmlns:a16="http://schemas.microsoft.com/office/drawing/2014/main" id="{3C11A609-6A25-DAF7-6B91-5EF9304411F2}"/>
              </a:ext>
            </a:extLst>
          </p:cNvPr>
          <p:cNvSpPr txBox="1"/>
          <p:nvPr/>
        </p:nvSpPr>
        <p:spPr>
          <a:xfrm>
            <a:off x="7157158" y="4527809"/>
            <a:ext cx="570089" cy="230832"/>
          </a:xfrm>
          <a:prstGeom prst="rect">
            <a:avLst/>
          </a:prstGeom>
          <a:noFill/>
        </p:spPr>
        <p:txBody>
          <a:bodyPr wrap="square" rtlCol="0">
            <a:spAutoFit/>
          </a:bodyPr>
          <a:lstStyle/>
          <a:p>
            <a:pPr algn="ctr"/>
            <a:r>
              <a:rPr lang="en-US" sz="900" dirty="0"/>
              <a:t>1679</a:t>
            </a:r>
          </a:p>
        </p:txBody>
      </p:sp>
      <p:sp>
        <p:nvSpPr>
          <p:cNvPr id="70" name="TextBox 69">
            <a:extLst>
              <a:ext uri="{FF2B5EF4-FFF2-40B4-BE49-F238E27FC236}">
                <a16:creationId xmlns:a16="http://schemas.microsoft.com/office/drawing/2014/main" id="{974F9551-2A74-4BA5-8561-A42EE4038647}"/>
              </a:ext>
            </a:extLst>
          </p:cNvPr>
          <p:cNvSpPr txBox="1"/>
          <p:nvPr/>
        </p:nvSpPr>
        <p:spPr>
          <a:xfrm>
            <a:off x="5650090" y="2285497"/>
            <a:ext cx="570089" cy="230832"/>
          </a:xfrm>
          <a:prstGeom prst="rect">
            <a:avLst/>
          </a:prstGeom>
          <a:noFill/>
        </p:spPr>
        <p:txBody>
          <a:bodyPr wrap="square" rtlCol="0">
            <a:spAutoFit/>
          </a:bodyPr>
          <a:lstStyle/>
          <a:p>
            <a:pPr algn="ctr"/>
            <a:r>
              <a:rPr lang="en-US" sz="900" dirty="0"/>
              <a:t>2367</a:t>
            </a:r>
          </a:p>
        </p:txBody>
      </p:sp>
      <p:sp>
        <p:nvSpPr>
          <p:cNvPr id="71" name="TextBox 70">
            <a:extLst>
              <a:ext uri="{FF2B5EF4-FFF2-40B4-BE49-F238E27FC236}">
                <a16:creationId xmlns:a16="http://schemas.microsoft.com/office/drawing/2014/main" id="{040BD085-6FEF-9965-975C-0B10F78C6D1D}"/>
              </a:ext>
            </a:extLst>
          </p:cNvPr>
          <p:cNvSpPr txBox="1"/>
          <p:nvPr/>
        </p:nvSpPr>
        <p:spPr>
          <a:xfrm>
            <a:off x="5147734" y="2905709"/>
            <a:ext cx="570089" cy="230832"/>
          </a:xfrm>
          <a:prstGeom prst="rect">
            <a:avLst/>
          </a:prstGeom>
          <a:noFill/>
        </p:spPr>
        <p:txBody>
          <a:bodyPr wrap="square" rtlCol="0">
            <a:spAutoFit/>
          </a:bodyPr>
          <a:lstStyle/>
          <a:p>
            <a:pPr algn="ctr"/>
            <a:r>
              <a:rPr lang="en-US" sz="900" dirty="0"/>
              <a:t>125678</a:t>
            </a:r>
          </a:p>
        </p:txBody>
      </p:sp>
      <p:sp>
        <p:nvSpPr>
          <p:cNvPr id="72" name="TextBox 71">
            <a:extLst>
              <a:ext uri="{FF2B5EF4-FFF2-40B4-BE49-F238E27FC236}">
                <a16:creationId xmlns:a16="http://schemas.microsoft.com/office/drawing/2014/main" id="{FC940EDD-6305-573A-27A7-DB987A4CB8DC}"/>
              </a:ext>
            </a:extLst>
          </p:cNvPr>
          <p:cNvSpPr txBox="1"/>
          <p:nvPr/>
        </p:nvSpPr>
        <p:spPr>
          <a:xfrm>
            <a:off x="4645378" y="3525921"/>
            <a:ext cx="570089" cy="230832"/>
          </a:xfrm>
          <a:prstGeom prst="rect">
            <a:avLst/>
          </a:prstGeom>
          <a:noFill/>
        </p:spPr>
        <p:txBody>
          <a:bodyPr wrap="square" rtlCol="0">
            <a:spAutoFit/>
          </a:bodyPr>
          <a:lstStyle/>
          <a:p>
            <a:pPr algn="ctr"/>
            <a:r>
              <a:rPr lang="en-US" sz="900" dirty="0"/>
              <a:t>268</a:t>
            </a:r>
          </a:p>
        </p:txBody>
      </p:sp>
      <p:sp>
        <p:nvSpPr>
          <p:cNvPr id="74" name="TextBox 73">
            <a:extLst>
              <a:ext uri="{FF2B5EF4-FFF2-40B4-BE49-F238E27FC236}">
                <a16:creationId xmlns:a16="http://schemas.microsoft.com/office/drawing/2014/main" id="{B8B41144-8294-BE31-CD47-B2D3692F7B87}"/>
              </a:ext>
            </a:extLst>
          </p:cNvPr>
          <p:cNvSpPr txBox="1"/>
          <p:nvPr/>
        </p:nvSpPr>
        <p:spPr>
          <a:xfrm>
            <a:off x="6152446" y="4527809"/>
            <a:ext cx="570089" cy="230832"/>
          </a:xfrm>
          <a:prstGeom prst="rect">
            <a:avLst/>
          </a:prstGeom>
          <a:noFill/>
        </p:spPr>
        <p:txBody>
          <a:bodyPr wrap="square" rtlCol="0">
            <a:spAutoFit/>
          </a:bodyPr>
          <a:lstStyle/>
          <a:p>
            <a:pPr algn="ctr"/>
            <a:r>
              <a:rPr lang="en-US" sz="900" dirty="0"/>
              <a:t>125678</a:t>
            </a:r>
          </a:p>
        </p:txBody>
      </p:sp>
      <p:sp>
        <p:nvSpPr>
          <p:cNvPr id="75" name="TextBox 74">
            <a:extLst>
              <a:ext uri="{FF2B5EF4-FFF2-40B4-BE49-F238E27FC236}">
                <a16:creationId xmlns:a16="http://schemas.microsoft.com/office/drawing/2014/main" id="{BB6A1039-5F16-3388-75A7-B4E636DE0795}"/>
              </a:ext>
            </a:extLst>
          </p:cNvPr>
          <p:cNvSpPr txBox="1"/>
          <p:nvPr/>
        </p:nvSpPr>
        <p:spPr>
          <a:xfrm>
            <a:off x="6654802" y="3788329"/>
            <a:ext cx="570089" cy="230832"/>
          </a:xfrm>
          <a:prstGeom prst="rect">
            <a:avLst/>
          </a:prstGeom>
          <a:noFill/>
        </p:spPr>
        <p:txBody>
          <a:bodyPr wrap="square" rtlCol="0">
            <a:spAutoFit/>
          </a:bodyPr>
          <a:lstStyle/>
          <a:p>
            <a:pPr algn="ctr"/>
            <a:r>
              <a:rPr lang="en-US" sz="900" dirty="0"/>
              <a:t>2367</a:t>
            </a:r>
          </a:p>
        </p:txBody>
      </p:sp>
      <p:sp>
        <p:nvSpPr>
          <p:cNvPr id="76" name="TextBox 75">
            <a:extLst>
              <a:ext uri="{FF2B5EF4-FFF2-40B4-BE49-F238E27FC236}">
                <a16:creationId xmlns:a16="http://schemas.microsoft.com/office/drawing/2014/main" id="{72D4B33D-6E47-2847-26AA-1A0D36F2E9C4}"/>
              </a:ext>
            </a:extLst>
          </p:cNvPr>
          <p:cNvSpPr txBox="1"/>
          <p:nvPr/>
        </p:nvSpPr>
        <p:spPr>
          <a:xfrm>
            <a:off x="5650090" y="4527809"/>
            <a:ext cx="570089" cy="230832"/>
          </a:xfrm>
          <a:prstGeom prst="rect">
            <a:avLst/>
          </a:prstGeom>
          <a:noFill/>
        </p:spPr>
        <p:txBody>
          <a:bodyPr wrap="square" rtlCol="0">
            <a:spAutoFit/>
          </a:bodyPr>
          <a:lstStyle/>
          <a:p>
            <a:pPr algn="ctr"/>
            <a:r>
              <a:rPr lang="en-US" sz="900" dirty="0"/>
              <a:t>268</a:t>
            </a:r>
          </a:p>
        </p:txBody>
      </p:sp>
      <p:sp>
        <p:nvSpPr>
          <p:cNvPr id="73" name="TextBox 72">
            <a:extLst>
              <a:ext uri="{FF2B5EF4-FFF2-40B4-BE49-F238E27FC236}">
                <a16:creationId xmlns:a16="http://schemas.microsoft.com/office/drawing/2014/main" id="{75C2A81D-12DD-EE4A-4B8E-4066F7C1839C}"/>
              </a:ext>
            </a:extLst>
          </p:cNvPr>
          <p:cNvSpPr txBox="1"/>
          <p:nvPr/>
        </p:nvSpPr>
        <p:spPr>
          <a:xfrm>
            <a:off x="5147734" y="3287385"/>
            <a:ext cx="570089" cy="230832"/>
          </a:xfrm>
          <a:prstGeom prst="rect">
            <a:avLst/>
          </a:prstGeom>
          <a:noFill/>
        </p:spPr>
        <p:txBody>
          <a:bodyPr wrap="square" rtlCol="0">
            <a:spAutoFit/>
          </a:bodyPr>
          <a:lstStyle/>
          <a:p>
            <a:pPr algn="ctr"/>
            <a:r>
              <a:rPr lang="en-US" sz="900" dirty="0"/>
              <a:t>235678</a:t>
            </a:r>
          </a:p>
        </p:txBody>
      </p:sp>
      <p:sp>
        <p:nvSpPr>
          <p:cNvPr id="77" name="TextBox 76">
            <a:extLst>
              <a:ext uri="{FF2B5EF4-FFF2-40B4-BE49-F238E27FC236}">
                <a16:creationId xmlns:a16="http://schemas.microsoft.com/office/drawing/2014/main" id="{2C52BA69-C4DE-8D82-4BCF-B1FF86D0FC2E}"/>
              </a:ext>
            </a:extLst>
          </p:cNvPr>
          <p:cNvSpPr txBox="1"/>
          <p:nvPr/>
        </p:nvSpPr>
        <p:spPr>
          <a:xfrm>
            <a:off x="5650090" y="4026865"/>
            <a:ext cx="570089" cy="369332"/>
          </a:xfrm>
          <a:prstGeom prst="rect">
            <a:avLst/>
          </a:prstGeom>
          <a:noFill/>
        </p:spPr>
        <p:txBody>
          <a:bodyPr wrap="square" rtlCol="0">
            <a:spAutoFit/>
          </a:bodyPr>
          <a:lstStyle/>
          <a:p>
            <a:pPr algn="ctr"/>
            <a:r>
              <a:rPr lang="en-US" sz="900" dirty="0"/>
              <a:t>1236789</a:t>
            </a:r>
          </a:p>
        </p:txBody>
      </p:sp>
      <p:sp>
        <p:nvSpPr>
          <p:cNvPr id="78" name="TextBox 77">
            <a:extLst>
              <a:ext uri="{FF2B5EF4-FFF2-40B4-BE49-F238E27FC236}">
                <a16:creationId xmlns:a16="http://schemas.microsoft.com/office/drawing/2014/main" id="{7E91C621-7DDA-6863-B8DE-37B689809313}"/>
              </a:ext>
            </a:extLst>
          </p:cNvPr>
          <p:cNvSpPr txBox="1"/>
          <p:nvPr/>
        </p:nvSpPr>
        <p:spPr>
          <a:xfrm>
            <a:off x="6152446" y="3788329"/>
            <a:ext cx="570089" cy="230832"/>
          </a:xfrm>
          <a:prstGeom prst="rect">
            <a:avLst/>
          </a:prstGeom>
          <a:noFill/>
        </p:spPr>
        <p:txBody>
          <a:bodyPr wrap="square" rtlCol="0">
            <a:spAutoFit/>
          </a:bodyPr>
          <a:lstStyle/>
          <a:p>
            <a:pPr algn="ctr"/>
            <a:r>
              <a:rPr lang="en-US" sz="900" dirty="0"/>
              <a:t>235678</a:t>
            </a:r>
          </a:p>
        </p:txBody>
      </p:sp>
      <p:sp>
        <p:nvSpPr>
          <p:cNvPr id="79" name="TextBox 78">
            <a:extLst>
              <a:ext uri="{FF2B5EF4-FFF2-40B4-BE49-F238E27FC236}">
                <a16:creationId xmlns:a16="http://schemas.microsoft.com/office/drawing/2014/main" id="{D58A9222-9869-5E79-6912-DB689ACB801F}"/>
              </a:ext>
            </a:extLst>
          </p:cNvPr>
          <p:cNvSpPr txBox="1"/>
          <p:nvPr/>
        </p:nvSpPr>
        <p:spPr>
          <a:xfrm>
            <a:off x="6214537" y="3237891"/>
            <a:ext cx="462845" cy="584775"/>
          </a:xfrm>
          <a:prstGeom prst="rect">
            <a:avLst/>
          </a:prstGeom>
          <a:noFill/>
        </p:spPr>
        <p:txBody>
          <a:bodyPr wrap="square" rtlCol="0">
            <a:spAutoFit/>
          </a:bodyPr>
          <a:lstStyle/>
          <a:p>
            <a:pPr algn="ctr"/>
            <a:r>
              <a:rPr lang="en-US" sz="3200" dirty="0"/>
              <a:t>9</a:t>
            </a:r>
          </a:p>
        </p:txBody>
      </p:sp>
      <p:sp>
        <p:nvSpPr>
          <p:cNvPr id="80" name="TextBox 79">
            <a:extLst>
              <a:ext uri="{FF2B5EF4-FFF2-40B4-BE49-F238E27FC236}">
                <a16:creationId xmlns:a16="http://schemas.microsoft.com/office/drawing/2014/main" id="{4480EDDF-7233-1971-7FE7-10863F6A940A}"/>
              </a:ext>
            </a:extLst>
          </p:cNvPr>
          <p:cNvSpPr txBox="1"/>
          <p:nvPr/>
        </p:nvSpPr>
        <p:spPr>
          <a:xfrm>
            <a:off x="6152446" y="901933"/>
            <a:ext cx="570089" cy="230832"/>
          </a:xfrm>
          <a:prstGeom prst="rect">
            <a:avLst/>
          </a:prstGeom>
          <a:noFill/>
        </p:spPr>
        <p:txBody>
          <a:bodyPr wrap="square" rtlCol="0">
            <a:spAutoFit/>
          </a:bodyPr>
          <a:lstStyle/>
          <a:p>
            <a:pPr algn="ctr"/>
            <a:r>
              <a:rPr lang="en-US" sz="900" dirty="0"/>
              <a:t>18</a:t>
            </a:r>
          </a:p>
        </p:txBody>
      </p:sp>
      <p:sp>
        <p:nvSpPr>
          <p:cNvPr id="81" name="TextBox 80">
            <a:extLst>
              <a:ext uri="{FF2B5EF4-FFF2-40B4-BE49-F238E27FC236}">
                <a16:creationId xmlns:a16="http://schemas.microsoft.com/office/drawing/2014/main" id="{66E4F971-3382-2AA5-4233-6C656571876C}"/>
              </a:ext>
            </a:extLst>
          </p:cNvPr>
          <p:cNvSpPr txBox="1"/>
          <p:nvPr/>
        </p:nvSpPr>
        <p:spPr>
          <a:xfrm>
            <a:off x="4143022" y="3907597"/>
            <a:ext cx="570089" cy="230832"/>
          </a:xfrm>
          <a:prstGeom prst="rect">
            <a:avLst/>
          </a:prstGeom>
          <a:noFill/>
        </p:spPr>
        <p:txBody>
          <a:bodyPr wrap="square" rtlCol="0">
            <a:spAutoFit/>
          </a:bodyPr>
          <a:lstStyle/>
          <a:p>
            <a:pPr algn="ctr"/>
            <a:r>
              <a:rPr lang="en-US" sz="900" dirty="0"/>
              <a:t>28</a:t>
            </a:r>
          </a:p>
        </p:txBody>
      </p:sp>
      <p:sp>
        <p:nvSpPr>
          <p:cNvPr id="82" name="TextBox 81">
            <a:extLst>
              <a:ext uri="{FF2B5EF4-FFF2-40B4-BE49-F238E27FC236}">
                <a16:creationId xmlns:a16="http://schemas.microsoft.com/office/drawing/2014/main" id="{471A8716-CC82-2748-9892-6863AB1358D0}"/>
              </a:ext>
            </a:extLst>
          </p:cNvPr>
          <p:cNvSpPr txBox="1"/>
          <p:nvPr/>
        </p:nvSpPr>
        <p:spPr>
          <a:xfrm>
            <a:off x="3640666" y="4408541"/>
            <a:ext cx="570089" cy="230832"/>
          </a:xfrm>
          <a:prstGeom prst="rect">
            <a:avLst/>
          </a:prstGeom>
          <a:noFill/>
        </p:spPr>
        <p:txBody>
          <a:bodyPr wrap="square" rtlCol="0">
            <a:spAutoFit/>
          </a:bodyPr>
          <a:lstStyle/>
          <a:p>
            <a:pPr algn="ctr"/>
            <a:r>
              <a:rPr lang="en-US" sz="900" dirty="0"/>
              <a:t>128</a:t>
            </a:r>
          </a:p>
        </p:txBody>
      </p:sp>
    </p:spTree>
    <p:extLst>
      <p:ext uri="{BB962C8B-B14F-4D97-AF65-F5344CB8AC3E}">
        <p14:creationId xmlns:p14="http://schemas.microsoft.com/office/powerpoint/2010/main" val="196960668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0FE704-8590-0740-6FFE-166430483E06}"/>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E62BB16C-1A54-5EDF-039E-2132F19FA631}"/>
              </a:ext>
            </a:extLst>
          </p:cNvPr>
          <p:cNvSpPr>
            <a:spLocks noGrp="1"/>
          </p:cNvSpPr>
          <p:nvPr>
            <p:ph sz="half" idx="1"/>
          </p:nvPr>
        </p:nvSpPr>
        <p:spPr/>
        <p:txBody>
          <a:bodyPr>
            <a:normAutofit/>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7503F813-1515-C048-7C77-C4331175C016}"/>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39DF9EB4-EB16-E045-9E8E-4843A1AB7F42}"/>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927D0771-F393-599C-234D-30FDA82C5B28}"/>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5DCF65B5-4FCF-E571-90F5-BB165B77F54F}"/>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93EA8E38-56E3-696F-A1D2-1D24304D2D78}"/>
              </a:ext>
            </a:extLst>
          </p:cNvPr>
          <p:cNvSpPr txBox="1"/>
          <p:nvPr/>
        </p:nvSpPr>
        <p:spPr>
          <a:xfrm>
            <a:off x="4715935" y="1224551"/>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8" name="TextBox 7">
            <a:extLst>
              <a:ext uri="{FF2B5EF4-FFF2-40B4-BE49-F238E27FC236}">
                <a16:creationId xmlns:a16="http://schemas.microsoft.com/office/drawing/2014/main" id="{C9DBE064-10D5-6532-AC4A-77F4E8E151B1}"/>
              </a:ext>
            </a:extLst>
          </p:cNvPr>
          <p:cNvSpPr txBox="1"/>
          <p:nvPr/>
        </p:nvSpPr>
        <p:spPr>
          <a:xfrm>
            <a:off x="6214537" y="122455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9" name="TextBox 8">
            <a:extLst>
              <a:ext uri="{FF2B5EF4-FFF2-40B4-BE49-F238E27FC236}">
                <a16:creationId xmlns:a16="http://schemas.microsoft.com/office/drawing/2014/main" id="{C4930EBF-E703-D337-9FC0-9B8E58DEF033}"/>
              </a:ext>
            </a:extLst>
          </p:cNvPr>
          <p:cNvSpPr txBox="1"/>
          <p:nvPr/>
        </p:nvSpPr>
        <p:spPr>
          <a:xfrm>
            <a:off x="6714071" y="1224551"/>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10" name="TextBox 9">
            <a:extLst>
              <a:ext uri="{FF2B5EF4-FFF2-40B4-BE49-F238E27FC236}">
                <a16:creationId xmlns:a16="http://schemas.microsoft.com/office/drawing/2014/main" id="{2A50F7C2-77DA-CE62-F580-20F7C6F4821D}"/>
              </a:ext>
            </a:extLst>
          </p:cNvPr>
          <p:cNvSpPr txBox="1"/>
          <p:nvPr/>
        </p:nvSpPr>
        <p:spPr>
          <a:xfrm>
            <a:off x="7213604" y="122455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11" name="TextBox 10">
            <a:extLst>
              <a:ext uri="{FF2B5EF4-FFF2-40B4-BE49-F238E27FC236}">
                <a16:creationId xmlns:a16="http://schemas.microsoft.com/office/drawing/2014/main" id="{3EDB6FFD-07ED-6C18-9143-39468A29932F}"/>
              </a:ext>
            </a:extLst>
          </p:cNvPr>
          <p:cNvSpPr txBox="1"/>
          <p:nvPr/>
        </p:nvSpPr>
        <p:spPr>
          <a:xfrm>
            <a:off x="6714071" y="721216"/>
            <a:ext cx="462845" cy="584775"/>
          </a:xfrm>
          <a:prstGeom prst="rect">
            <a:avLst/>
          </a:prstGeom>
          <a:solidFill>
            <a:srgbClr val="92D050">
              <a:alpha val="30000"/>
            </a:srgbClr>
          </a:solidFill>
        </p:spPr>
        <p:txBody>
          <a:bodyPr wrap="square" rtlCol="0">
            <a:spAutoFit/>
          </a:bodyPr>
          <a:lstStyle/>
          <a:p>
            <a:pPr algn="ctr"/>
            <a:endParaRPr lang="en-US" sz="3200" dirty="0"/>
          </a:p>
        </p:txBody>
      </p:sp>
      <p:sp>
        <p:nvSpPr>
          <p:cNvPr id="12" name="TextBox 11">
            <a:extLst>
              <a:ext uri="{FF2B5EF4-FFF2-40B4-BE49-F238E27FC236}">
                <a16:creationId xmlns:a16="http://schemas.microsoft.com/office/drawing/2014/main" id="{938BD5DE-B7F5-F54B-0FC2-4A02DAF29C43}"/>
              </a:ext>
            </a:extLst>
          </p:cNvPr>
          <p:cNvSpPr txBox="1"/>
          <p:nvPr/>
        </p:nvSpPr>
        <p:spPr>
          <a:xfrm>
            <a:off x="7213604" y="721216"/>
            <a:ext cx="462845" cy="584775"/>
          </a:xfrm>
          <a:prstGeom prst="rect">
            <a:avLst/>
          </a:prstGeom>
          <a:solidFill>
            <a:srgbClr val="FF0000">
              <a:alpha val="30000"/>
            </a:srgbClr>
          </a:solidFill>
        </p:spPr>
        <p:txBody>
          <a:bodyPr wrap="square" rtlCol="0">
            <a:spAutoFit/>
          </a:bodyPr>
          <a:lstStyle/>
          <a:p>
            <a:pPr algn="ctr"/>
            <a:r>
              <a:rPr lang="en-US" sz="3200" dirty="0"/>
              <a:t>3</a:t>
            </a:r>
          </a:p>
        </p:txBody>
      </p:sp>
      <p:sp>
        <p:nvSpPr>
          <p:cNvPr id="13" name="TextBox 12">
            <a:extLst>
              <a:ext uri="{FF2B5EF4-FFF2-40B4-BE49-F238E27FC236}">
                <a16:creationId xmlns:a16="http://schemas.microsoft.com/office/drawing/2014/main" id="{E2FB4059-7440-97D5-7B41-822157697EA6}"/>
              </a:ext>
            </a:extLst>
          </p:cNvPr>
          <p:cNvSpPr txBox="1"/>
          <p:nvPr/>
        </p:nvSpPr>
        <p:spPr>
          <a:xfrm>
            <a:off x="4216401" y="1727886"/>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14" name="TextBox 13">
            <a:extLst>
              <a:ext uri="{FF2B5EF4-FFF2-40B4-BE49-F238E27FC236}">
                <a16:creationId xmlns:a16="http://schemas.microsoft.com/office/drawing/2014/main" id="{2BF62CDF-EF5B-297A-E46F-D3B767C6D765}"/>
              </a:ext>
            </a:extLst>
          </p:cNvPr>
          <p:cNvSpPr txBox="1"/>
          <p:nvPr/>
        </p:nvSpPr>
        <p:spPr>
          <a:xfrm>
            <a:off x="5215469" y="1727886"/>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15" name="TextBox 14">
            <a:extLst>
              <a:ext uri="{FF2B5EF4-FFF2-40B4-BE49-F238E27FC236}">
                <a16:creationId xmlns:a16="http://schemas.microsoft.com/office/drawing/2014/main" id="{7F9B02D5-FFC0-D72C-CFBC-6869BC55159D}"/>
              </a:ext>
            </a:extLst>
          </p:cNvPr>
          <p:cNvSpPr txBox="1"/>
          <p:nvPr/>
        </p:nvSpPr>
        <p:spPr>
          <a:xfrm>
            <a:off x="6214537" y="1727886"/>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16" name="TextBox 15">
            <a:extLst>
              <a:ext uri="{FF2B5EF4-FFF2-40B4-BE49-F238E27FC236}">
                <a16:creationId xmlns:a16="http://schemas.microsoft.com/office/drawing/2014/main" id="{AC46FA83-14ED-AE2A-0E47-AEE602CB06A8}"/>
              </a:ext>
            </a:extLst>
          </p:cNvPr>
          <p:cNvSpPr txBox="1"/>
          <p:nvPr/>
        </p:nvSpPr>
        <p:spPr>
          <a:xfrm>
            <a:off x="6714071" y="172788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17" name="TextBox 16">
            <a:extLst>
              <a:ext uri="{FF2B5EF4-FFF2-40B4-BE49-F238E27FC236}">
                <a16:creationId xmlns:a16="http://schemas.microsoft.com/office/drawing/2014/main" id="{E82DE7EA-4DB7-4B8A-E84F-6C15393E114D}"/>
              </a:ext>
            </a:extLst>
          </p:cNvPr>
          <p:cNvSpPr txBox="1"/>
          <p:nvPr/>
        </p:nvSpPr>
        <p:spPr>
          <a:xfrm>
            <a:off x="3716867" y="223122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18" name="TextBox 17">
            <a:extLst>
              <a:ext uri="{FF2B5EF4-FFF2-40B4-BE49-F238E27FC236}">
                <a16:creationId xmlns:a16="http://schemas.microsoft.com/office/drawing/2014/main" id="{22556B6C-B127-EB30-4356-4A5811FD6656}"/>
              </a:ext>
            </a:extLst>
          </p:cNvPr>
          <p:cNvSpPr txBox="1"/>
          <p:nvPr/>
        </p:nvSpPr>
        <p:spPr>
          <a:xfrm>
            <a:off x="5215469" y="2231221"/>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19" name="TextBox 18">
            <a:extLst>
              <a:ext uri="{FF2B5EF4-FFF2-40B4-BE49-F238E27FC236}">
                <a16:creationId xmlns:a16="http://schemas.microsoft.com/office/drawing/2014/main" id="{72E6006C-AC69-D400-1142-4A62EE8AC574}"/>
              </a:ext>
            </a:extLst>
          </p:cNvPr>
          <p:cNvSpPr txBox="1"/>
          <p:nvPr/>
        </p:nvSpPr>
        <p:spPr>
          <a:xfrm>
            <a:off x="5715003" y="2231221"/>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20" name="TextBox 19">
            <a:extLst>
              <a:ext uri="{FF2B5EF4-FFF2-40B4-BE49-F238E27FC236}">
                <a16:creationId xmlns:a16="http://schemas.microsoft.com/office/drawing/2014/main" id="{374FEABD-6923-D999-ABA6-BDFB018C6558}"/>
              </a:ext>
            </a:extLst>
          </p:cNvPr>
          <p:cNvSpPr txBox="1"/>
          <p:nvPr/>
        </p:nvSpPr>
        <p:spPr>
          <a:xfrm>
            <a:off x="6214537" y="223122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21" name="TextBox 20">
            <a:extLst>
              <a:ext uri="{FF2B5EF4-FFF2-40B4-BE49-F238E27FC236}">
                <a16:creationId xmlns:a16="http://schemas.microsoft.com/office/drawing/2014/main" id="{0FF71DAC-4010-6377-98F0-5805403FBB20}"/>
              </a:ext>
            </a:extLst>
          </p:cNvPr>
          <p:cNvSpPr txBox="1"/>
          <p:nvPr/>
        </p:nvSpPr>
        <p:spPr>
          <a:xfrm>
            <a:off x="6714071" y="223122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2" name="TextBox 21">
            <a:extLst>
              <a:ext uri="{FF2B5EF4-FFF2-40B4-BE49-F238E27FC236}">
                <a16:creationId xmlns:a16="http://schemas.microsoft.com/office/drawing/2014/main" id="{DB582D1B-A5D9-2E5A-9E87-AF524621A8AE}"/>
              </a:ext>
            </a:extLst>
          </p:cNvPr>
          <p:cNvSpPr txBox="1"/>
          <p:nvPr/>
        </p:nvSpPr>
        <p:spPr>
          <a:xfrm>
            <a:off x="4216401" y="2734556"/>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23" name="TextBox 22">
            <a:extLst>
              <a:ext uri="{FF2B5EF4-FFF2-40B4-BE49-F238E27FC236}">
                <a16:creationId xmlns:a16="http://schemas.microsoft.com/office/drawing/2014/main" id="{1CAF78DC-44A9-3324-B280-FEEBE50B881D}"/>
              </a:ext>
            </a:extLst>
          </p:cNvPr>
          <p:cNvSpPr txBox="1"/>
          <p:nvPr/>
        </p:nvSpPr>
        <p:spPr>
          <a:xfrm>
            <a:off x="5215469" y="2734556"/>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4" name="TextBox 23">
            <a:extLst>
              <a:ext uri="{FF2B5EF4-FFF2-40B4-BE49-F238E27FC236}">
                <a16:creationId xmlns:a16="http://schemas.microsoft.com/office/drawing/2014/main" id="{693EEA07-3BC0-05E5-AA99-B900127CF407}"/>
              </a:ext>
            </a:extLst>
          </p:cNvPr>
          <p:cNvSpPr txBox="1"/>
          <p:nvPr/>
        </p:nvSpPr>
        <p:spPr>
          <a:xfrm>
            <a:off x="6714071" y="2734556"/>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25" name="TextBox 24">
            <a:extLst>
              <a:ext uri="{FF2B5EF4-FFF2-40B4-BE49-F238E27FC236}">
                <a16:creationId xmlns:a16="http://schemas.microsoft.com/office/drawing/2014/main" id="{DFB37733-8821-9D04-C0B0-241A9D7635CF}"/>
              </a:ext>
            </a:extLst>
          </p:cNvPr>
          <p:cNvSpPr txBox="1"/>
          <p:nvPr/>
        </p:nvSpPr>
        <p:spPr>
          <a:xfrm>
            <a:off x="3716867" y="323789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6" name="TextBox 25">
            <a:extLst>
              <a:ext uri="{FF2B5EF4-FFF2-40B4-BE49-F238E27FC236}">
                <a16:creationId xmlns:a16="http://schemas.microsoft.com/office/drawing/2014/main" id="{0E8E1AE0-9435-94BE-2F7B-58C24CD42183}"/>
              </a:ext>
            </a:extLst>
          </p:cNvPr>
          <p:cNvSpPr txBox="1"/>
          <p:nvPr/>
        </p:nvSpPr>
        <p:spPr>
          <a:xfrm>
            <a:off x="4715935" y="323789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27" name="TextBox 26">
            <a:extLst>
              <a:ext uri="{FF2B5EF4-FFF2-40B4-BE49-F238E27FC236}">
                <a16:creationId xmlns:a16="http://schemas.microsoft.com/office/drawing/2014/main" id="{94CB4D5C-33BA-A732-119C-54003E38B208}"/>
              </a:ext>
            </a:extLst>
          </p:cNvPr>
          <p:cNvSpPr txBox="1"/>
          <p:nvPr/>
        </p:nvSpPr>
        <p:spPr>
          <a:xfrm>
            <a:off x="5215469" y="323789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28" name="TextBox 27">
            <a:extLst>
              <a:ext uri="{FF2B5EF4-FFF2-40B4-BE49-F238E27FC236}">
                <a16:creationId xmlns:a16="http://schemas.microsoft.com/office/drawing/2014/main" id="{7B9416E8-1180-4D46-4F8F-BB1D4631933D}"/>
              </a:ext>
            </a:extLst>
          </p:cNvPr>
          <p:cNvSpPr txBox="1"/>
          <p:nvPr/>
        </p:nvSpPr>
        <p:spPr>
          <a:xfrm>
            <a:off x="7213604" y="3237891"/>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29" name="TextBox 28">
            <a:extLst>
              <a:ext uri="{FF2B5EF4-FFF2-40B4-BE49-F238E27FC236}">
                <a16:creationId xmlns:a16="http://schemas.microsoft.com/office/drawing/2014/main" id="{06E40B75-315C-A285-F335-7265AA9E6BFD}"/>
              </a:ext>
            </a:extLst>
          </p:cNvPr>
          <p:cNvSpPr txBox="1"/>
          <p:nvPr/>
        </p:nvSpPr>
        <p:spPr>
          <a:xfrm>
            <a:off x="3217333" y="3741226"/>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30" name="TextBox 29">
            <a:extLst>
              <a:ext uri="{FF2B5EF4-FFF2-40B4-BE49-F238E27FC236}">
                <a16:creationId xmlns:a16="http://schemas.microsoft.com/office/drawing/2014/main" id="{834E2551-D33A-D073-CA9C-AD75AC480ED3}"/>
              </a:ext>
            </a:extLst>
          </p:cNvPr>
          <p:cNvSpPr txBox="1"/>
          <p:nvPr/>
        </p:nvSpPr>
        <p:spPr>
          <a:xfrm>
            <a:off x="3716867" y="374122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31" name="TextBox 30">
            <a:extLst>
              <a:ext uri="{FF2B5EF4-FFF2-40B4-BE49-F238E27FC236}">
                <a16:creationId xmlns:a16="http://schemas.microsoft.com/office/drawing/2014/main" id="{B8CE7B6A-D1EA-7603-A639-D94A39FA9B20}"/>
              </a:ext>
            </a:extLst>
          </p:cNvPr>
          <p:cNvSpPr txBox="1"/>
          <p:nvPr/>
        </p:nvSpPr>
        <p:spPr>
          <a:xfrm>
            <a:off x="5715003" y="3741226"/>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32" name="TextBox 31">
            <a:extLst>
              <a:ext uri="{FF2B5EF4-FFF2-40B4-BE49-F238E27FC236}">
                <a16:creationId xmlns:a16="http://schemas.microsoft.com/office/drawing/2014/main" id="{A6F67046-07B5-9B41-2519-B823655FE70A}"/>
              </a:ext>
            </a:extLst>
          </p:cNvPr>
          <p:cNvSpPr txBox="1"/>
          <p:nvPr/>
        </p:nvSpPr>
        <p:spPr>
          <a:xfrm>
            <a:off x="6214537" y="3741226"/>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33" name="TextBox 32">
            <a:extLst>
              <a:ext uri="{FF2B5EF4-FFF2-40B4-BE49-F238E27FC236}">
                <a16:creationId xmlns:a16="http://schemas.microsoft.com/office/drawing/2014/main" id="{F3EBE5F5-5D4C-087C-A2EC-884B6606DAD2}"/>
              </a:ext>
            </a:extLst>
          </p:cNvPr>
          <p:cNvSpPr txBox="1"/>
          <p:nvPr/>
        </p:nvSpPr>
        <p:spPr>
          <a:xfrm>
            <a:off x="6714071" y="374122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34" name="TextBox 33">
            <a:extLst>
              <a:ext uri="{FF2B5EF4-FFF2-40B4-BE49-F238E27FC236}">
                <a16:creationId xmlns:a16="http://schemas.microsoft.com/office/drawing/2014/main" id="{78A6439F-ADEA-9309-5506-6D95182F8F35}"/>
              </a:ext>
            </a:extLst>
          </p:cNvPr>
          <p:cNvSpPr txBox="1"/>
          <p:nvPr/>
        </p:nvSpPr>
        <p:spPr>
          <a:xfrm>
            <a:off x="7213604" y="3741226"/>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35" name="TextBox 34">
            <a:extLst>
              <a:ext uri="{FF2B5EF4-FFF2-40B4-BE49-F238E27FC236}">
                <a16:creationId xmlns:a16="http://schemas.microsoft.com/office/drawing/2014/main" id="{624F9214-EBBF-8FF8-6EDD-6F8BB491A627}"/>
              </a:ext>
            </a:extLst>
          </p:cNvPr>
          <p:cNvSpPr txBox="1"/>
          <p:nvPr/>
        </p:nvSpPr>
        <p:spPr>
          <a:xfrm>
            <a:off x="3217333" y="424456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36" name="TextBox 35">
            <a:extLst>
              <a:ext uri="{FF2B5EF4-FFF2-40B4-BE49-F238E27FC236}">
                <a16:creationId xmlns:a16="http://schemas.microsoft.com/office/drawing/2014/main" id="{F6F0CDC9-24C1-45CA-8E0E-732F180CD35A}"/>
              </a:ext>
            </a:extLst>
          </p:cNvPr>
          <p:cNvSpPr txBox="1"/>
          <p:nvPr/>
        </p:nvSpPr>
        <p:spPr>
          <a:xfrm>
            <a:off x="4216401" y="4244561"/>
            <a:ext cx="462845" cy="584775"/>
          </a:xfrm>
          <a:prstGeom prst="rect">
            <a:avLst/>
          </a:prstGeom>
          <a:solidFill>
            <a:srgbClr val="FF0000">
              <a:alpha val="30000"/>
            </a:srgbClr>
          </a:solidFill>
        </p:spPr>
        <p:txBody>
          <a:bodyPr wrap="square" rtlCol="0">
            <a:spAutoFit/>
          </a:bodyPr>
          <a:lstStyle/>
          <a:p>
            <a:pPr algn="ctr"/>
            <a:r>
              <a:rPr lang="en-US" sz="3200" dirty="0"/>
              <a:t>3</a:t>
            </a:r>
          </a:p>
        </p:txBody>
      </p:sp>
      <p:sp>
        <p:nvSpPr>
          <p:cNvPr id="37" name="TextBox 36">
            <a:extLst>
              <a:ext uri="{FF2B5EF4-FFF2-40B4-BE49-F238E27FC236}">
                <a16:creationId xmlns:a16="http://schemas.microsoft.com/office/drawing/2014/main" id="{EE8D56C6-2BD3-6E05-0648-7BA79AAC684A}"/>
              </a:ext>
            </a:extLst>
          </p:cNvPr>
          <p:cNvSpPr txBox="1"/>
          <p:nvPr/>
        </p:nvSpPr>
        <p:spPr>
          <a:xfrm>
            <a:off x="5715003" y="424456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38" name="TextBox 37">
            <a:extLst>
              <a:ext uri="{FF2B5EF4-FFF2-40B4-BE49-F238E27FC236}">
                <a16:creationId xmlns:a16="http://schemas.microsoft.com/office/drawing/2014/main" id="{91342A25-3DDD-8D23-32B3-1851A80DE5C4}"/>
              </a:ext>
            </a:extLst>
          </p:cNvPr>
          <p:cNvSpPr txBox="1"/>
          <p:nvPr/>
        </p:nvSpPr>
        <p:spPr>
          <a:xfrm>
            <a:off x="6214537" y="424456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39" name="TextBox 38">
            <a:extLst>
              <a:ext uri="{FF2B5EF4-FFF2-40B4-BE49-F238E27FC236}">
                <a16:creationId xmlns:a16="http://schemas.microsoft.com/office/drawing/2014/main" id="{302CCC78-36C0-CF83-89EC-1E1FA175F4CE}"/>
              </a:ext>
            </a:extLst>
          </p:cNvPr>
          <p:cNvSpPr txBox="1"/>
          <p:nvPr/>
        </p:nvSpPr>
        <p:spPr>
          <a:xfrm>
            <a:off x="6714071" y="4244561"/>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40" name="TextBox 39">
            <a:extLst>
              <a:ext uri="{FF2B5EF4-FFF2-40B4-BE49-F238E27FC236}">
                <a16:creationId xmlns:a16="http://schemas.microsoft.com/office/drawing/2014/main" id="{E50ADBBA-E027-252C-CBA2-BE73A3C97E01}"/>
              </a:ext>
            </a:extLst>
          </p:cNvPr>
          <p:cNvSpPr txBox="1"/>
          <p:nvPr/>
        </p:nvSpPr>
        <p:spPr>
          <a:xfrm>
            <a:off x="7213604" y="424456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41" name="TextBox 40">
            <a:extLst>
              <a:ext uri="{FF2B5EF4-FFF2-40B4-BE49-F238E27FC236}">
                <a16:creationId xmlns:a16="http://schemas.microsoft.com/office/drawing/2014/main" id="{264B0592-6CC6-09A6-4F54-C47E1237CFFC}"/>
              </a:ext>
            </a:extLst>
          </p:cNvPr>
          <p:cNvSpPr txBox="1"/>
          <p:nvPr/>
        </p:nvSpPr>
        <p:spPr>
          <a:xfrm>
            <a:off x="3217333" y="4747898"/>
            <a:ext cx="462845" cy="584775"/>
          </a:xfrm>
          <a:prstGeom prst="rect">
            <a:avLst/>
          </a:prstGeom>
          <a:solidFill>
            <a:srgbClr val="92D050">
              <a:alpha val="30000"/>
            </a:srgbClr>
          </a:solidFill>
        </p:spPr>
        <p:txBody>
          <a:bodyPr wrap="square" rtlCol="0">
            <a:spAutoFit/>
          </a:bodyPr>
          <a:lstStyle/>
          <a:p>
            <a:pPr algn="ctr"/>
            <a:endParaRPr lang="en-US" sz="3200" dirty="0"/>
          </a:p>
        </p:txBody>
      </p:sp>
      <p:sp>
        <p:nvSpPr>
          <p:cNvPr id="42" name="TextBox 41">
            <a:extLst>
              <a:ext uri="{FF2B5EF4-FFF2-40B4-BE49-F238E27FC236}">
                <a16:creationId xmlns:a16="http://schemas.microsoft.com/office/drawing/2014/main" id="{3F788304-F81D-4D7F-E276-17263874118B}"/>
              </a:ext>
            </a:extLst>
          </p:cNvPr>
          <p:cNvSpPr txBox="1"/>
          <p:nvPr/>
        </p:nvSpPr>
        <p:spPr>
          <a:xfrm>
            <a:off x="3716867" y="4747898"/>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43" name="TextBox 42">
            <a:extLst>
              <a:ext uri="{FF2B5EF4-FFF2-40B4-BE49-F238E27FC236}">
                <a16:creationId xmlns:a16="http://schemas.microsoft.com/office/drawing/2014/main" id="{D8CF2487-6D05-D0C4-D3AD-AF189A8AC83C}"/>
              </a:ext>
            </a:extLst>
          </p:cNvPr>
          <p:cNvSpPr txBox="1"/>
          <p:nvPr/>
        </p:nvSpPr>
        <p:spPr>
          <a:xfrm>
            <a:off x="4216401" y="4747898"/>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44" name="TextBox 43">
            <a:extLst>
              <a:ext uri="{FF2B5EF4-FFF2-40B4-BE49-F238E27FC236}">
                <a16:creationId xmlns:a16="http://schemas.microsoft.com/office/drawing/2014/main" id="{3BFE75C0-962C-1748-D6F3-EB53D65E3337}"/>
              </a:ext>
            </a:extLst>
          </p:cNvPr>
          <p:cNvSpPr txBox="1"/>
          <p:nvPr/>
        </p:nvSpPr>
        <p:spPr>
          <a:xfrm>
            <a:off x="7157158" y="1522145"/>
            <a:ext cx="570089" cy="230832"/>
          </a:xfrm>
          <a:prstGeom prst="rect">
            <a:avLst/>
          </a:prstGeom>
          <a:noFill/>
        </p:spPr>
        <p:txBody>
          <a:bodyPr wrap="square" rtlCol="0">
            <a:spAutoFit/>
          </a:bodyPr>
          <a:lstStyle/>
          <a:p>
            <a:pPr algn="ctr"/>
            <a:r>
              <a:rPr lang="en-US" sz="900" dirty="0"/>
              <a:t>57</a:t>
            </a:r>
          </a:p>
        </p:txBody>
      </p:sp>
      <p:sp>
        <p:nvSpPr>
          <p:cNvPr id="45" name="TextBox 44">
            <a:extLst>
              <a:ext uri="{FF2B5EF4-FFF2-40B4-BE49-F238E27FC236}">
                <a16:creationId xmlns:a16="http://schemas.microsoft.com/office/drawing/2014/main" id="{767E56D5-2490-26C4-E82E-E7CD80A338D2}"/>
              </a:ext>
            </a:extLst>
          </p:cNvPr>
          <p:cNvSpPr txBox="1"/>
          <p:nvPr/>
        </p:nvSpPr>
        <p:spPr>
          <a:xfrm>
            <a:off x="4143022" y="5028752"/>
            <a:ext cx="570089" cy="230832"/>
          </a:xfrm>
          <a:prstGeom prst="rect">
            <a:avLst/>
          </a:prstGeom>
          <a:noFill/>
        </p:spPr>
        <p:txBody>
          <a:bodyPr wrap="square" rtlCol="0">
            <a:spAutoFit/>
          </a:bodyPr>
          <a:lstStyle/>
          <a:p>
            <a:pPr algn="ctr"/>
            <a:r>
              <a:rPr lang="en-US" sz="900" dirty="0"/>
              <a:t>57</a:t>
            </a:r>
          </a:p>
        </p:txBody>
      </p:sp>
      <p:sp>
        <p:nvSpPr>
          <p:cNvPr id="46" name="TextBox 45">
            <a:extLst>
              <a:ext uri="{FF2B5EF4-FFF2-40B4-BE49-F238E27FC236}">
                <a16:creationId xmlns:a16="http://schemas.microsoft.com/office/drawing/2014/main" id="{B6AC2DE3-FE65-54F3-E145-B9236E5216D9}"/>
              </a:ext>
            </a:extLst>
          </p:cNvPr>
          <p:cNvSpPr txBox="1"/>
          <p:nvPr/>
        </p:nvSpPr>
        <p:spPr>
          <a:xfrm>
            <a:off x="6654802" y="1522145"/>
            <a:ext cx="570089" cy="230832"/>
          </a:xfrm>
          <a:prstGeom prst="rect">
            <a:avLst/>
          </a:prstGeom>
          <a:noFill/>
        </p:spPr>
        <p:txBody>
          <a:bodyPr wrap="square" rtlCol="0">
            <a:spAutoFit/>
          </a:bodyPr>
          <a:lstStyle/>
          <a:p>
            <a:pPr algn="ctr"/>
            <a:r>
              <a:rPr lang="en-US" sz="900" dirty="0"/>
              <a:t>56789</a:t>
            </a:r>
          </a:p>
        </p:txBody>
      </p:sp>
      <p:sp>
        <p:nvSpPr>
          <p:cNvPr id="47" name="TextBox 46">
            <a:extLst>
              <a:ext uri="{FF2B5EF4-FFF2-40B4-BE49-F238E27FC236}">
                <a16:creationId xmlns:a16="http://schemas.microsoft.com/office/drawing/2014/main" id="{0F3A0554-B935-540A-79F9-1339B2A48FF4}"/>
              </a:ext>
            </a:extLst>
          </p:cNvPr>
          <p:cNvSpPr txBox="1"/>
          <p:nvPr/>
        </p:nvSpPr>
        <p:spPr>
          <a:xfrm>
            <a:off x="3640666" y="5028752"/>
            <a:ext cx="570089" cy="230832"/>
          </a:xfrm>
          <a:prstGeom prst="rect">
            <a:avLst/>
          </a:prstGeom>
          <a:noFill/>
        </p:spPr>
        <p:txBody>
          <a:bodyPr wrap="square" rtlCol="0">
            <a:spAutoFit/>
          </a:bodyPr>
          <a:lstStyle/>
          <a:p>
            <a:pPr algn="ctr"/>
            <a:r>
              <a:rPr lang="en-US" sz="900" dirty="0"/>
              <a:t>56789</a:t>
            </a:r>
          </a:p>
        </p:txBody>
      </p:sp>
      <p:sp>
        <p:nvSpPr>
          <p:cNvPr id="48" name="TextBox 47">
            <a:extLst>
              <a:ext uri="{FF2B5EF4-FFF2-40B4-BE49-F238E27FC236}">
                <a16:creationId xmlns:a16="http://schemas.microsoft.com/office/drawing/2014/main" id="{707BA7A0-31DA-81DB-7CD7-075F4D55E6F5}"/>
              </a:ext>
            </a:extLst>
          </p:cNvPr>
          <p:cNvSpPr txBox="1"/>
          <p:nvPr/>
        </p:nvSpPr>
        <p:spPr>
          <a:xfrm>
            <a:off x="6654802" y="772726"/>
            <a:ext cx="570089" cy="230832"/>
          </a:xfrm>
          <a:prstGeom prst="rect">
            <a:avLst/>
          </a:prstGeom>
          <a:noFill/>
        </p:spPr>
        <p:txBody>
          <a:bodyPr wrap="square" rtlCol="0">
            <a:spAutoFit/>
          </a:bodyPr>
          <a:lstStyle/>
          <a:p>
            <a:pPr algn="ctr"/>
            <a:r>
              <a:rPr lang="en-US" sz="900" dirty="0"/>
              <a:t>489</a:t>
            </a:r>
          </a:p>
        </p:txBody>
      </p:sp>
      <p:sp>
        <p:nvSpPr>
          <p:cNvPr id="49" name="TextBox 48">
            <a:extLst>
              <a:ext uri="{FF2B5EF4-FFF2-40B4-BE49-F238E27FC236}">
                <a16:creationId xmlns:a16="http://schemas.microsoft.com/office/drawing/2014/main" id="{4B12C78C-7445-E052-DBE6-3AA1E22C9CC0}"/>
              </a:ext>
            </a:extLst>
          </p:cNvPr>
          <p:cNvSpPr txBox="1"/>
          <p:nvPr/>
        </p:nvSpPr>
        <p:spPr>
          <a:xfrm>
            <a:off x="3138310" y="5028752"/>
            <a:ext cx="570089" cy="230832"/>
          </a:xfrm>
          <a:prstGeom prst="rect">
            <a:avLst/>
          </a:prstGeom>
          <a:noFill/>
        </p:spPr>
        <p:txBody>
          <a:bodyPr wrap="square" rtlCol="0">
            <a:spAutoFit/>
          </a:bodyPr>
          <a:lstStyle/>
          <a:p>
            <a:pPr algn="ctr"/>
            <a:r>
              <a:rPr lang="en-US" sz="900" dirty="0"/>
              <a:t>489</a:t>
            </a:r>
          </a:p>
        </p:txBody>
      </p:sp>
      <p:sp>
        <p:nvSpPr>
          <p:cNvPr id="50" name="TextBox 49">
            <a:extLst>
              <a:ext uri="{FF2B5EF4-FFF2-40B4-BE49-F238E27FC236}">
                <a16:creationId xmlns:a16="http://schemas.microsoft.com/office/drawing/2014/main" id="{0126BE10-B6D2-B607-7C69-23D29E5F3DF9}"/>
              </a:ext>
            </a:extLst>
          </p:cNvPr>
          <p:cNvSpPr txBox="1"/>
          <p:nvPr/>
        </p:nvSpPr>
        <p:spPr>
          <a:xfrm>
            <a:off x="6152446" y="1402877"/>
            <a:ext cx="570089" cy="230832"/>
          </a:xfrm>
          <a:prstGeom prst="rect">
            <a:avLst/>
          </a:prstGeom>
          <a:noFill/>
        </p:spPr>
        <p:txBody>
          <a:bodyPr wrap="square" rtlCol="0">
            <a:spAutoFit/>
          </a:bodyPr>
          <a:lstStyle/>
          <a:p>
            <a:pPr algn="ctr"/>
            <a:r>
              <a:rPr lang="en-US" sz="900" dirty="0"/>
              <a:t>5678</a:t>
            </a:r>
          </a:p>
        </p:txBody>
      </p:sp>
      <p:sp>
        <p:nvSpPr>
          <p:cNvPr id="51" name="TextBox 50">
            <a:extLst>
              <a:ext uri="{FF2B5EF4-FFF2-40B4-BE49-F238E27FC236}">
                <a16:creationId xmlns:a16="http://schemas.microsoft.com/office/drawing/2014/main" id="{EC2E8A9D-7132-08FC-BC17-8A4EA0DD5078}"/>
              </a:ext>
            </a:extLst>
          </p:cNvPr>
          <p:cNvSpPr txBox="1"/>
          <p:nvPr/>
        </p:nvSpPr>
        <p:spPr>
          <a:xfrm>
            <a:off x="3138310" y="4408541"/>
            <a:ext cx="570089" cy="230832"/>
          </a:xfrm>
          <a:prstGeom prst="rect">
            <a:avLst/>
          </a:prstGeom>
          <a:noFill/>
        </p:spPr>
        <p:txBody>
          <a:bodyPr wrap="square" rtlCol="0">
            <a:spAutoFit/>
          </a:bodyPr>
          <a:lstStyle/>
          <a:p>
            <a:pPr algn="ctr"/>
            <a:r>
              <a:rPr lang="en-US" sz="900" dirty="0"/>
              <a:t>5678</a:t>
            </a:r>
          </a:p>
        </p:txBody>
      </p:sp>
      <p:sp>
        <p:nvSpPr>
          <p:cNvPr id="52" name="TextBox 51">
            <a:extLst>
              <a:ext uri="{FF2B5EF4-FFF2-40B4-BE49-F238E27FC236}">
                <a16:creationId xmlns:a16="http://schemas.microsoft.com/office/drawing/2014/main" id="{01ECD7A9-61C9-FAE0-5A8E-3070D5ADB41A}"/>
              </a:ext>
            </a:extLst>
          </p:cNvPr>
          <p:cNvSpPr txBox="1"/>
          <p:nvPr/>
        </p:nvSpPr>
        <p:spPr>
          <a:xfrm>
            <a:off x="3640666" y="3406653"/>
            <a:ext cx="570089" cy="230832"/>
          </a:xfrm>
          <a:prstGeom prst="rect">
            <a:avLst/>
          </a:prstGeom>
          <a:noFill/>
        </p:spPr>
        <p:txBody>
          <a:bodyPr wrap="square" rtlCol="0">
            <a:spAutoFit/>
          </a:bodyPr>
          <a:lstStyle/>
          <a:p>
            <a:pPr algn="ctr"/>
            <a:r>
              <a:rPr lang="en-US" sz="900" dirty="0"/>
              <a:t>234567</a:t>
            </a:r>
          </a:p>
        </p:txBody>
      </p:sp>
      <p:sp>
        <p:nvSpPr>
          <p:cNvPr id="53" name="TextBox 52">
            <a:extLst>
              <a:ext uri="{FF2B5EF4-FFF2-40B4-BE49-F238E27FC236}">
                <a16:creationId xmlns:a16="http://schemas.microsoft.com/office/drawing/2014/main" id="{D769E217-0076-9780-73F2-A91DE34ABD9D}"/>
              </a:ext>
            </a:extLst>
          </p:cNvPr>
          <p:cNvSpPr txBox="1"/>
          <p:nvPr/>
        </p:nvSpPr>
        <p:spPr>
          <a:xfrm>
            <a:off x="3640666" y="4026865"/>
            <a:ext cx="570089" cy="230832"/>
          </a:xfrm>
          <a:prstGeom prst="rect">
            <a:avLst/>
          </a:prstGeom>
          <a:noFill/>
        </p:spPr>
        <p:txBody>
          <a:bodyPr wrap="square" rtlCol="0">
            <a:spAutoFit/>
          </a:bodyPr>
          <a:lstStyle/>
          <a:p>
            <a:pPr algn="ctr"/>
            <a:r>
              <a:rPr lang="en-US" sz="900" dirty="0"/>
              <a:t>56789</a:t>
            </a:r>
          </a:p>
        </p:txBody>
      </p:sp>
      <p:sp>
        <p:nvSpPr>
          <p:cNvPr id="54" name="TextBox 53">
            <a:extLst>
              <a:ext uri="{FF2B5EF4-FFF2-40B4-BE49-F238E27FC236}">
                <a16:creationId xmlns:a16="http://schemas.microsoft.com/office/drawing/2014/main" id="{29297DC1-54A3-0D35-7B18-D95C67D4A051}"/>
              </a:ext>
            </a:extLst>
          </p:cNvPr>
          <p:cNvSpPr txBox="1"/>
          <p:nvPr/>
        </p:nvSpPr>
        <p:spPr>
          <a:xfrm>
            <a:off x="3138310" y="3788329"/>
            <a:ext cx="570089" cy="230832"/>
          </a:xfrm>
          <a:prstGeom prst="rect">
            <a:avLst/>
          </a:prstGeom>
          <a:noFill/>
        </p:spPr>
        <p:txBody>
          <a:bodyPr wrap="square" rtlCol="0">
            <a:spAutoFit/>
          </a:bodyPr>
          <a:lstStyle/>
          <a:p>
            <a:pPr algn="ctr"/>
            <a:r>
              <a:rPr lang="en-US" sz="900" dirty="0"/>
              <a:t>15678</a:t>
            </a:r>
          </a:p>
        </p:txBody>
      </p:sp>
      <p:sp>
        <p:nvSpPr>
          <p:cNvPr id="55" name="TextBox 54">
            <a:extLst>
              <a:ext uri="{FF2B5EF4-FFF2-40B4-BE49-F238E27FC236}">
                <a16:creationId xmlns:a16="http://schemas.microsoft.com/office/drawing/2014/main" id="{CA5F3806-85ED-D350-B58E-E90DBFAAB804}"/>
              </a:ext>
            </a:extLst>
          </p:cNvPr>
          <p:cNvSpPr txBox="1"/>
          <p:nvPr/>
        </p:nvSpPr>
        <p:spPr>
          <a:xfrm>
            <a:off x="6152446" y="2023089"/>
            <a:ext cx="570089" cy="230832"/>
          </a:xfrm>
          <a:prstGeom prst="rect">
            <a:avLst/>
          </a:prstGeom>
          <a:noFill/>
        </p:spPr>
        <p:txBody>
          <a:bodyPr wrap="square" rtlCol="0">
            <a:spAutoFit/>
          </a:bodyPr>
          <a:lstStyle/>
          <a:p>
            <a:pPr algn="ctr"/>
            <a:r>
              <a:rPr lang="en-US" sz="900" dirty="0"/>
              <a:t>15678</a:t>
            </a:r>
          </a:p>
        </p:txBody>
      </p:sp>
      <p:sp>
        <p:nvSpPr>
          <p:cNvPr id="56" name="TextBox 55">
            <a:extLst>
              <a:ext uri="{FF2B5EF4-FFF2-40B4-BE49-F238E27FC236}">
                <a16:creationId xmlns:a16="http://schemas.microsoft.com/office/drawing/2014/main" id="{150AD9BB-F22B-1D4A-DC5F-8ECCC324E485}"/>
              </a:ext>
            </a:extLst>
          </p:cNvPr>
          <p:cNvSpPr txBox="1"/>
          <p:nvPr/>
        </p:nvSpPr>
        <p:spPr>
          <a:xfrm>
            <a:off x="6654802" y="1784553"/>
            <a:ext cx="570089" cy="230832"/>
          </a:xfrm>
          <a:prstGeom prst="rect">
            <a:avLst/>
          </a:prstGeom>
          <a:noFill/>
        </p:spPr>
        <p:txBody>
          <a:bodyPr wrap="square" rtlCol="0">
            <a:spAutoFit/>
          </a:bodyPr>
          <a:lstStyle/>
          <a:p>
            <a:pPr algn="ctr"/>
            <a:r>
              <a:rPr lang="en-US" sz="900" dirty="0"/>
              <a:t>56789</a:t>
            </a:r>
          </a:p>
        </p:txBody>
      </p:sp>
      <p:sp>
        <p:nvSpPr>
          <p:cNvPr id="57" name="TextBox 56">
            <a:extLst>
              <a:ext uri="{FF2B5EF4-FFF2-40B4-BE49-F238E27FC236}">
                <a16:creationId xmlns:a16="http://schemas.microsoft.com/office/drawing/2014/main" id="{B9C6C327-1759-8505-B2CF-4C9CFF3CCE7A}"/>
              </a:ext>
            </a:extLst>
          </p:cNvPr>
          <p:cNvSpPr txBox="1"/>
          <p:nvPr/>
        </p:nvSpPr>
        <p:spPr>
          <a:xfrm>
            <a:off x="6654802" y="2524033"/>
            <a:ext cx="570089" cy="230832"/>
          </a:xfrm>
          <a:prstGeom prst="rect">
            <a:avLst/>
          </a:prstGeom>
          <a:noFill/>
        </p:spPr>
        <p:txBody>
          <a:bodyPr wrap="square" rtlCol="0">
            <a:spAutoFit/>
          </a:bodyPr>
          <a:lstStyle/>
          <a:p>
            <a:pPr algn="ctr"/>
            <a:r>
              <a:rPr lang="en-US" sz="900" dirty="0"/>
              <a:t>234567</a:t>
            </a:r>
          </a:p>
        </p:txBody>
      </p:sp>
      <p:sp>
        <p:nvSpPr>
          <p:cNvPr id="58" name="TextBox 57">
            <a:extLst>
              <a:ext uri="{FF2B5EF4-FFF2-40B4-BE49-F238E27FC236}">
                <a16:creationId xmlns:a16="http://schemas.microsoft.com/office/drawing/2014/main" id="{A13C9D31-321A-7EDB-5F15-AE08BB87BDBD}"/>
              </a:ext>
            </a:extLst>
          </p:cNvPr>
          <p:cNvSpPr txBox="1"/>
          <p:nvPr/>
        </p:nvSpPr>
        <p:spPr>
          <a:xfrm>
            <a:off x="4143022" y="1903821"/>
            <a:ext cx="570089" cy="230832"/>
          </a:xfrm>
          <a:prstGeom prst="rect">
            <a:avLst/>
          </a:prstGeom>
          <a:noFill/>
        </p:spPr>
        <p:txBody>
          <a:bodyPr wrap="square" rtlCol="0">
            <a:spAutoFit/>
          </a:bodyPr>
          <a:lstStyle/>
          <a:p>
            <a:pPr algn="ctr"/>
            <a:r>
              <a:rPr lang="en-US" sz="900" dirty="0"/>
              <a:t>75</a:t>
            </a:r>
          </a:p>
        </p:txBody>
      </p:sp>
      <p:sp>
        <p:nvSpPr>
          <p:cNvPr id="59" name="TextBox 58">
            <a:extLst>
              <a:ext uri="{FF2B5EF4-FFF2-40B4-BE49-F238E27FC236}">
                <a16:creationId xmlns:a16="http://schemas.microsoft.com/office/drawing/2014/main" id="{40A70482-A5A5-A659-1798-DCBCA626ED2E}"/>
              </a:ext>
            </a:extLst>
          </p:cNvPr>
          <p:cNvSpPr txBox="1"/>
          <p:nvPr/>
        </p:nvSpPr>
        <p:spPr>
          <a:xfrm>
            <a:off x="3640666" y="2404765"/>
            <a:ext cx="570089" cy="230832"/>
          </a:xfrm>
          <a:prstGeom prst="rect">
            <a:avLst/>
          </a:prstGeom>
          <a:noFill/>
        </p:spPr>
        <p:txBody>
          <a:bodyPr wrap="square" rtlCol="0">
            <a:spAutoFit/>
          </a:bodyPr>
          <a:lstStyle/>
          <a:p>
            <a:pPr algn="ctr"/>
            <a:r>
              <a:rPr lang="en-US" sz="900" dirty="0"/>
              <a:t>234567</a:t>
            </a:r>
          </a:p>
        </p:txBody>
      </p:sp>
      <p:sp>
        <p:nvSpPr>
          <p:cNvPr id="60" name="TextBox 59">
            <a:extLst>
              <a:ext uri="{FF2B5EF4-FFF2-40B4-BE49-F238E27FC236}">
                <a16:creationId xmlns:a16="http://schemas.microsoft.com/office/drawing/2014/main" id="{3B7F00EC-1BD6-12EA-5392-4518B682EA8C}"/>
              </a:ext>
            </a:extLst>
          </p:cNvPr>
          <p:cNvSpPr txBox="1"/>
          <p:nvPr/>
        </p:nvSpPr>
        <p:spPr>
          <a:xfrm>
            <a:off x="4143022" y="2905709"/>
            <a:ext cx="570089" cy="230832"/>
          </a:xfrm>
          <a:prstGeom prst="rect">
            <a:avLst/>
          </a:prstGeom>
          <a:noFill/>
        </p:spPr>
        <p:txBody>
          <a:bodyPr wrap="square" rtlCol="0">
            <a:spAutoFit/>
          </a:bodyPr>
          <a:lstStyle/>
          <a:p>
            <a:pPr algn="ctr"/>
            <a:r>
              <a:rPr lang="en-US" sz="900" dirty="0"/>
              <a:t>24</a:t>
            </a:r>
          </a:p>
        </p:txBody>
      </p:sp>
      <p:sp>
        <p:nvSpPr>
          <p:cNvPr id="61" name="TextBox 60">
            <a:extLst>
              <a:ext uri="{FF2B5EF4-FFF2-40B4-BE49-F238E27FC236}">
                <a16:creationId xmlns:a16="http://schemas.microsoft.com/office/drawing/2014/main" id="{A90416A1-154E-F813-1BCE-2DEED9DBF86B}"/>
              </a:ext>
            </a:extLst>
          </p:cNvPr>
          <p:cNvSpPr txBox="1"/>
          <p:nvPr/>
        </p:nvSpPr>
        <p:spPr>
          <a:xfrm>
            <a:off x="6152446" y="2285497"/>
            <a:ext cx="570089" cy="230832"/>
          </a:xfrm>
          <a:prstGeom prst="rect">
            <a:avLst/>
          </a:prstGeom>
          <a:noFill/>
        </p:spPr>
        <p:txBody>
          <a:bodyPr wrap="square" rtlCol="0">
            <a:spAutoFit/>
          </a:bodyPr>
          <a:lstStyle/>
          <a:p>
            <a:pPr algn="ctr"/>
            <a:r>
              <a:rPr lang="en-US" sz="900" dirty="0"/>
              <a:t>24</a:t>
            </a:r>
          </a:p>
        </p:txBody>
      </p:sp>
      <p:sp>
        <p:nvSpPr>
          <p:cNvPr id="62" name="TextBox 61">
            <a:extLst>
              <a:ext uri="{FF2B5EF4-FFF2-40B4-BE49-F238E27FC236}">
                <a16:creationId xmlns:a16="http://schemas.microsoft.com/office/drawing/2014/main" id="{76F05F16-9FFC-60BD-122D-3D6E0FBECCE1}"/>
              </a:ext>
            </a:extLst>
          </p:cNvPr>
          <p:cNvSpPr txBox="1"/>
          <p:nvPr/>
        </p:nvSpPr>
        <p:spPr>
          <a:xfrm>
            <a:off x="6654802" y="2905709"/>
            <a:ext cx="570089" cy="230832"/>
          </a:xfrm>
          <a:prstGeom prst="rect">
            <a:avLst/>
          </a:prstGeom>
          <a:noFill/>
        </p:spPr>
        <p:txBody>
          <a:bodyPr wrap="square" rtlCol="0">
            <a:spAutoFit/>
          </a:bodyPr>
          <a:lstStyle/>
          <a:p>
            <a:pPr algn="ctr"/>
            <a:r>
              <a:rPr lang="en-US" sz="900" dirty="0"/>
              <a:t>234567</a:t>
            </a:r>
          </a:p>
        </p:txBody>
      </p:sp>
      <p:sp>
        <p:nvSpPr>
          <p:cNvPr id="63" name="TextBox 62">
            <a:extLst>
              <a:ext uri="{FF2B5EF4-FFF2-40B4-BE49-F238E27FC236}">
                <a16:creationId xmlns:a16="http://schemas.microsoft.com/office/drawing/2014/main" id="{A103E6B3-3B2C-E9FE-4DE9-ED909BD7C310}"/>
              </a:ext>
            </a:extLst>
          </p:cNvPr>
          <p:cNvSpPr txBox="1"/>
          <p:nvPr/>
        </p:nvSpPr>
        <p:spPr>
          <a:xfrm>
            <a:off x="7157158" y="3406653"/>
            <a:ext cx="570089" cy="230832"/>
          </a:xfrm>
          <a:prstGeom prst="rect">
            <a:avLst/>
          </a:prstGeom>
          <a:noFill/>
        </p:spPr>
        <p:txBody>
          <a:bodyPr wrap="square" rtlCol="0">
            <a:spAutoFit/>
          </a:bodyPr>
          <a:lstStyle/>
          <a:p>
            <a:pPr algn="ctr"/>
            <a:r>
              <a:rPr lang="en-US" sz="900" dirty="0"/>
              <a:t>75</a:t>
            </a:r>
          </a:p>
        </p:txBody>
      </p:sp>
      <p:sp>
        <p:nvSpPr>
          <p:cNvPr id="65" name="TextBox 64">
            <a:extLst>
              <a:ext uri="{FF2B5EF4-FFF2-40B4-BE49-F238E27FC236}">
                <a16:creationId xmlns:a16="http://schemas.microsoft.com/office/drawing/2014/main" id="{D4034DDF-445A-5863-510C-6ABF27F6ED84}"/>
              </a:ext>
            </a:extLst>
          </p:cNvPr>
          <p:cNvSpPr txBox="1"/>
          <p:nvPr/>
        </p:nvSpPr>
        <p:spPr>
          <a:xfrm>
            <a:off x="5147734" y="1903821"/>
            <a:ext cx="570089" cy="230832"/>
          </a:xfrm>
          <a:prstGeom prst="rect">
            <a:avLst/>
          </a:prstGeom>
          <a:noFill/>
        </p:spPr>
        <p:txBody>
          <a:bodyPr wrap="square" rtlCol="0">
            <a:spAutoFit/>
          </a:bodyPr>
          <a:lstStyle/>
          <a:p>
            <a:pPr algn="ctr"/>
            <a:r>
              <a:rPr lang="en-US" sz="900" dirty="0"/>
              <a:t>169</a:t>
            </a:r>
          </a:p>
        </p:txBody>
      </p:sp>
      <p:sp>
        <p:nvSpPr>
          <p:cNvPr id="66" name="TextBox 65">
            <a:extLst>
              <a:ext uri="{FF2B5EF4-FFF2-40B4-BE49-F238E27FC236}">
                <a16:creationId xmlns:a16="http://schemas.microsoft.com/office/drawing/2014/main" id="{921E2D55-955B-09F9-7564-44019DBD618C}"/>
              </a:ext>
            </a:extLst>
          </p:cNvPr>
          <p:cNvSpPr txBox="1"/>
          <p:nvPr/>
        </p:nvSpPr>
        <p:spPr>
          <a:xfrm>
            <a:off x="5147734" y="2524033"/>
            <a:ext cx="570089" cy="230832"/>
          </a:xfrm>
          <a:prstGeom prst="rect">
            <a:avLst/>
          </a:prstGeom>
          <a:noFill/>
        </p:spPr>
        <p:txBody>
          <a:bodyPr wrap="square" rtlCol="0">
            <a:spAutoFit/>
          </a:bodyPr>
          <a:lstStyle/>
          <a:p>
            <a:pPr algn="ctr"/>
            <a:r>
              <a:rPr lang="en-US" sz="900" dirty="0"/>
              <a:t>2567</a:t>
            </a:r>
          </a:p>
        </p:txBody>
      </p:sp>
      <p:sp>
        <p:nvSpPr>
          <p:cNvPr id="68" name="TextBox 67">
            <a:extLst>
              <a:ext uri="{FF2B5EF4-FFF2-40B4-BE49-F238E27FC236}">
                <a16:creationId xmlns:a16="http://schemas.microsoft.com/office/drawing/2014/main" id="{B0A053BB-394D-FED3-767A-C3101B16A5FA}"/>
              </a:ext>
            </a:extLst>
          </p:cNvPr>
          <p:cNvSpPr txBox="1"/>
          <p:nvPr/>
        </p:nvSpPr>
        <p:spPr>
          <a:xfrm>
            <a:off x="6654802" y="4527809"/>
            <a:ext cx="570089" cy="230832"/>
          </a:xfrm>
          <a:prstGeom prst="rect">
            <a:avLst/>
          </a:prstGeom>
          <a:noFill/>
        </p:spPr>
        <p:txBody>
          <a:bodyPr wrap="square" rtlCol="0">
            <a:spAutoFit/>
          </a:bodyPr>
          <a:lstStyle/>
          <a:p>
            <a:pPr algn="ctr"/>
            <a:r>
              <a:rPr lang="en-US" sz="900" dirty="0"/>
              <a:t>2567</a:t>
            </a:r>
          </a:p>
        </p:txBody>
      </p:sp>
      <p:sp>
        <p:nvSpPr>
          <p:cNvPr id="69" name="TextBox 68">
            <a:extLst>
              <a:ext uri="{FF2B5EF4-FFF2-40B4-BE49-F238E27FC236}">
                <a16:creationId xmlns:a16="http://schemas.microsoft.com/office/drawing/2014/main" id="{011598A4-C7D6-2283-759A-3409E4CA9CF4}"/>
              </a:ext>
            </a:extLst>
          </p:cNvPr>
          <p:cNvSpPr txBox="1"/>
          <p:nvPr/>
        </p:nvSpPr>
        <p:spPr>
          <a:xfrm>
            <a:off x="7157158" y="4527809"/>
            <a:ext cx="570089" cy="230832"/>
          </a:xfrm>
          <a:prstGeom prst="rect">
            <a:avLst/>
          </a:prstGeom>
          <a:noFill/>
        </p:spPr>
        <p:txBody>
          <a:bodyPr wrap="square" rtlCol="0">
            <a:spAutoFit/>
          </a:bodyPr>
          <a:lstStyle/>
          <a:p>
            <a:pPr algn="ctr"/>
            <a:r>
              <a:rPr lang="en-US" sz="900" dirty="0"/>
              <a:t>169</a:t>
            </a:r>
          </a:p>
        </p:txBody>
      </p:sp>
      <p:sp>
        <p:nvSpPr>
          <p:cNvPr id="70" name="TextBox 69">
            <a:extLst>
              <a:ext uri="{FF2B5EF4-FFF2-40B4-BE49-F238E27FC236}">
                <a16:creationId xmlns:a16="http://schemas.microsoft.com/office/drawing/2014/main" id="{FECB4496-7510-09AF-57CF-F18E6EB083C1}"/>
              </a:ext>
            </a:extLst>
          </p:cNvPr>
          <p:cNvSpPr txBox="1"/>
          <p:nvPr/>
        </p:nvSpPr>
        <p:spPr>
          <a:xfrm>
            <a:off x="5650090" y="2285497"/>
            <a:ext cx="570089" cy="230832"/>
          </a:xfrm>
          <a:prstGeom prst="rect">
            <a:avLst/>
          </a:prstGeom>
          <a:noFill/>
        </p:spPr>
        <p:txBody>
          <a:bodyPr wrap="square" rtlCol="0">
            <a:spAutoFit/>
          </a:bodyPr>
          <a:lstStyle/>
          <a:p>
            <a:pPr algn="ctr"/>
            <a:r>
              <a:rPr lang="en-US" sz="900" dirty="0"/>
              <a:t>2367</a:t>
            </a:r>
          </a:p>
        </p:txBody>
      </p:sp>
      <p:sp>
        <p:nvSpPr>
          <p:cNvPr id="71" name="TextBox 70">
            <a:extLst>
              <a:ext uri="{FF2B5EF4-FFF2-40B4-BE49-F238E27FC236}">
                <a16:creationId xmlns:a16="http://schemas.microsoft.com/office/drawing/2014/main" id="{EB71987A-0FF5-44A1-98E8-81D3A2BB3E39}"/>
              </a:ext>
            </a:extLst>
          </p:cNvPr>
          <p:cNvSpPr txBox="1"/>
          <p:nvPr/>
        </p:nvSpPr>
        <p:spPr>
          <a:xfrm>
            <a:off x="5147734" y="2905709"/>
            <a:ext cx="570089" cy="230832"/>
          </a:xfrm>
          <a:prstGeom prst="rect">
            <a:avLst/>
          </a:prstGeom>
          <a:noFill/>
        </p:spPr>
        <p:txBody>
          <a:bodyPr wrap="square" rtlCol="0">
            <a:spAutoFit/>
          </a:bodyPr>
          <a:lstStyle/>
          <a:p>
            <a:pPr algn="ctr"/>
            <a:r>
              <a:rPr lang="en-US" sz="900" dirty="0"/>
              <a:t>125678</a:t>
            </a:r>
          </a:p>
        </p:txBody>
      </p:sp>
      <p:sp>
        <p:nvSpPr>
          <p:cNvPr id="72" name="TextBox 71">
            <a:extLst>
              <a:ext uri="{FF2B5EF4-FFF2-40B4-BE49-F238E27FC236}">
                <a16:creationId xmlns:a16="http://schemas.microsoft.com/office/drawing/2014/main" id="{42D7A2A3-8A85-A156-2E8C-DCFD2A01B8DD}"/>
              </a:ext>
            </a:extLst>
          </p:cNvPr>
          <p:cNvSpPr txBox="1"/>
          <p:nvPr/>
        </p:nvSpPr>
        <p:spPr>
          <a:xfrm>
            <a:off x="4645378" y="3525921"/>
            <a:ext cx="570089" cy="230832"/>
          </a:xfrm>
          <a:prstGeom prst="rect">
            <a:avLst/>
          </a:prstGeom>
          <a:noFill/>
        </p:spPr>
        <p:txBody>
          <a:bodyPr wrap="square" rtlCol="0">
            <a:spAutoFit/>
          </a:bodyPr>
          <a:lstStyle/>
          <a:p>
            <a:pPr algn="ctr"/>
            <a:r>
              <a:rPr lang="en-US" sz="900" dirty="0"/>
              <a:t>268</a:t>
            </a:r>
          </a:p>
        </p:txBody>
      </p:sp>
      <p:sp>
        <p:nvSpPr>
          <p:cNvPr id="74" name="TextBox 73">
            <a:extLst>
              <a:ext uri="{FF2B5EF4-FFF2-40B4-BE49-F238E27FC236}">
                <a16:creationId xmlns:a16="http://schemas.microsoft.com/office/drawing/2014/main" id="{7DFA6980-F968-A914-E025-D33E26163255}"/>
              </a:ext>
            </a:extLst>
          </p:cNvPr>
          <p:cNvSpPr txBox="1"/>
          <p:nvPr/>
        </p:nvSpPr>
        <p:spPr>
          <a:xfrm>
            <a:off x="6152446" y="4527809"/>
            <a:ext cx="570089" cy="230832"/>
          </a:xfrm>
          <a:prstGeom prst="rect">
            <a:avLst/>
          </a:prstGeom>
          <a:noFill/>
        </p:spPr>
        <p:txBody>
          <a:bodyPr wrap="square" rtlCol="0">
            <a:spAutoFit/>
          </a:bodyPr>
          <a:lstStyle/>
          <a:p>
            <a:pPr algn="ctr"/>
            <a:r>
              <a:rPr lang="en-US" sz="900" dirty="0"/>
              <a:t>125678</a:t>
            </a:r>
          </a:p>
        </p:txBody>
      </p:sp>
      <p:sp>
        <p:nvSpPr>
          <p:cNvPr id="75" name="TextBox 74">
            <a:extLst>
              <a:ext uri="{FF2B5EF4-FFF2-40B4-BE49-F238E27FC236}">
                <a16:creationId xmlns:a16="http://schemas.microsoft.com/office/drawing/2014/main" id="{FCF898EC-CC78-3494-F291-3D73D7487142}"/>
              </a:ext>
            </a:extLst>
          </p:cNvPr>
          <p:cNvSpPr txBox="1"/>
          <p:nvPr/>
        </p:nvSpPr>
        <p:spPr>
          <a:xfrm>
            <a:off x="6654802" y="3788329"/>
            <a:ext cx="570089" cy="230832"/>
          </a:xfrm>
          <a:prstGeom prst="rect">
            <a:avLst/>
          </a:prstGeom>
          <a:noFill/>
        </p:spPr>
        <p:txBody>
          <a:bodyPr wrap="square" rtlCol="0">
            <a:spAutoFit/>
          </a:bodyPr>
          <a:lstStyle/>
          <a:p>
            <a:pPr algn="ctr"/>
            <a:r>
              <a:rPr lang="en-US" sz="900" dirty="0"/>
              <a:t>2367</a:t>
            </a:r>
          </a:p>
        </p:txBody>
      </p:sp>
      <p:sp>
        <p:nvSpPr>
          <p:cNvPr id="76" name="TextBox 75">
            <a:extLst>
              <a:ext uri="{FF2B5EF4-FFF2-40B4-BE49-F238E27FC236}">
                <a16:creationId xmlns:a16="http://schemas.microsoft.com/office/drawing/2014/main" id="{21E9BF00-3323-0522-9186-DACB8CB2B94F}"/>
              </a:ext>
            </a:extLst>
          </p:cNvPr>
          <p:cNvSpPr txBox="1"/>
          <p:nvPr/>
        </p:nvSpPr>
        <p:spPr>
          <a:xfrm>
            <a:off x="5650090" y="4527809"/>
            <a:ext cx="570089" cy="230832"/>
          </a:xfrm>
          <a:prstGeom prst="rect">
            <a:avLst/>
          </a:prstGeom>
          <a:noFill/>
        </p:spPr>
        <p:txBody>
          <a:bodyPr wrap="square" rtlCol="0">
            <a:spAutoFit/>
          </a:bodyPr>
          <a:lstStyle/>
          <a:p>
            <a:pPr algn="ctr"/>
            <a:r>
              <a:rPr lang="en-US" sz="900" dirty="0"/>
              <a:t>268</a:t>
            </a:r>
          </a:p>
        </p:txBody>
      </p:sp>
      <p:sp>
        <p:nvSpPr>
          <p:cNvPr id="73" name="TextBox 72">
            <a:extLst>
              <a:ext uri="{FF2B5EF4-FFF2-40B4-BE49-F238E27FC236}">
                <a16:creationId xmlns:a16="http://schemas.microsoft.com/office/drawing/2014/main" id="{D4610946-CA09-A065-62C4-034EA2B0696A}"/>
              </a:ext>
            </a:extLst>
          </p:cNvPr>
          <p:cNvSpPr txBox="1"/>
          <p:nvPr/>
        </p:nvSpPr>
        <p:spPr>
          <a:xfrm>
            <a:off x="5147734" y="3287385"/>
            <a:ext cx="570089" cy="230832"/>
          </a:xfrm>
          <a:prstGeom prst="rect">
            <a:avLst/>
          </a:prstGeom>
          <a:noFill/>
        </p:spPr>
        <p:txBody>
          <a:bodyPr wrap="square" rtlCol="0">
            <a:spAutoFit/>
          </a:bodyPr>
          <a:lstStyle/>
          <a:p>
            <a:pPr algn="ctr"/>
            <a:r>
              <a:rPr lang="en-US" sz="900" dirty="0"/>
              <a:t>235678</a:t>
            </a:r>
          </a:p>
        </p:txBody>
      </p:sp>
      <p:sp>
        <p:nvSpPr>
          <p:cNvPr id="77" name="TextBox 76">
            <a:extLst>
              <a:ext uri="{FF2B5EF4-FFF2-40B4-BE49-F238E27FC236}">
                <a16:creationId xmlns:a16="http://schemas.microsoft.com/office/drawing/2014/main" id="{F63AB081-593F-7FF9-C2F6-074606A4821C}"/>
              </a:ext>
            </a:extLst>
          </p:cNvPr>
          <p:cNvSpPr txBox="1"/>
          <p:nvPr/>
        </p:nvSpPr>
        <p:spPr>
          <a:xfrm>
            <a:off x="5650090" y="4026865"/>
            <a:ext cx="570089" cy="369332"/>
          </a:xfrm>
          <a:prstGeom prst="rect">
            <a:avLst/>
          </a:prstGeom>
          <a:noFill/>
        </p:spPr>
        <p:txBody>
          <a:bodyPr wrap="square" rtlCol="0">
            <a:spAutoFit/>
          </a:bodyPr>
          <a:lstStyle/>
          <a:p>
            <a:pPr algn="ctr"/>
            <a:r>
              <a:rPr lang="en-US" sz="900" dirty="0"/>
              <a:t>1236789</a:t>
            </a:r>
          </a:p>
        </p:txBody>
      </p:sp>
      <p:sp>
        <p:nvSpPr>
          <p:cNvPr id="78" name="TextBox 77">
            <a:extLst>
              <a:ext uri="{FF2B5EF4-FFF2-40B4-BE49-F238E27FC236}">
                <a16:creationId xmlns:a16="http://schemas.microsoft.com/office/drawing/2014/main" id="{03083319-DFE5-3AD1-9233-A38C9B3630BA}"/>
              </a:ext>
            </a:extLst>
          </p:cNvPr>
          <p:cNvSpPr txBox="1"/>
          <p:nvPr/>
        </p:nvSpPr>
        <p:spPr>
          <a:xfrm>
            <a:off x="6152446" y="3788329"/>
            <a:ext cx="570089" cy="230832"/>
          </a:xfrm>
          <a:prstGeom prst="rect">
            <a:avLst/>
          </a:prstGeom>
          <a:noFill/>
        </p:spPr>
        <p:txBody>
          <a:bodyPr wrap="square" rtlCol="0">
            <a:spAutoFit/>
          </a:bodyPr>
          <a:lstStyle/>
          <a:p>
            <a:pPr algn="ctr"/>
            <a:r>
              <a:rPr lang="en-US" sz="900" dirty="0"/>
              <a:t>235678</a:t>
            </a:r>
          </a:p>
        </p:txBody>
      </p:sp>
      <p:sp>
        <p:nvSpPr>
          <p:cNvPr id="79" name="TextBox 78">
            <a:extLst>
              <a:ext uri="{FF2B5EF4-FFF2-40B4-BE49-F238E27FC236}">
                <a16:creationId xmlns:a16="http://schemas.microsoft.com/office/drawing/2014/main" id="{CB1EB603-3F3C-D939-3EEF-91B66215D9F2}"/>
              </a:ext>
            </a:extLst>
          </p:cNvPr>
          <p:cNvSpPr txBox="1"/>
          <p:nvPr/>
        </p:nvSpPr>
        <p:spPr>
          <a:xfrm>
            <a:off x="6214537" y="3237891"/>
            <a:ext cx="462845" cy="584775"/>
          </a:xfrm>
          <a:prstGeom prst="rect">
            <a:avLst/>
          </a:prstGeom>
          <a:noFill/>
        </p:spPr>
        <p:txBody>
          <a:bodyPr wrap="square" rtlCol="0">
            <a:spAutoFit/>
          </a:bodyPr>
          <a:lstStyle/>
          <a:p>
            <a:pPr algn="ctr"/>
            <a:r>
              <a:rPr lang="en-US" sz="3200" dirty="0"/>
              <a:t>9</a:t>
            </a:r>
          </a:p>
        </p:txBody>
      </p:sp>
      <p:sp>
        <p:nvSpPr>
          <p:cNvPr id="80" name="TextBox 79">
            <a:extLst>
              <a:ext uri="{FF2B5EF4-FFF2-40B4-BE49-F238E27FC236}">
                <a16:creationId xmlns:a16="http://schemas.microsoft.com/office/drawing/2014/main" id="{575DB228-6A73-3ADF-2833-1549EAEC041C}"/>
              </a:ext>
            </a:extLst>
          </p:cNvPr>
          <p:cNvSpPr txBox="1"/>
          <p:nvPr/>
        </p:nvSpPr>
        <p:spPr>
          <a:xfrm>
            <a:off x="6152446" y="901933"/>
            <a:ext cx="570089" cy="230832"/>
          </a:xfrm>
          <a:prstGeom prst="rect">
            <a:avLst/>
          </a:prstGeom>
          <a:noFill/>
        </p:spPr>
        <p:txBody>
          <a:bodyPr wrap="square" rtlCol="0">
            <a:spAutoFit/>
          </a:bodyPr>
          <a:lstStyle/>
          <a:p>
            <a:pPr algn="ctr"/>
            <a:r>
              <a:rPr lang="en-US" sz="900" dirty="0"/>
              <a:t>18</a:t>
            </a:r>
          </a:p>
        </p:txBody>
      </p:sp>
      <p:sp>
        <p:nvSpPr>
          <p:cNvPr id="81" name="TextBox 80">
            <a:extLst>
              <a:ext uri="{FF2B5EF4-FFF2-40B4-BE49-F238E27FC236}">
                <a16:creationId xmlns:a16="http://schemas.microsoft.com/office/drawing/2014/main" id="{CD57C190-F0F8-64EB-11EE-992DE321AAAA}"/>
              </a:ext>
            </a:extLst>
          </p:cNvPr>
          <p:cNvSpPr txBox="1"/>
          <p:nvPr/>
        </p:nvSpPr>
        <p:spPr>
          <a:xfrm>
            <a:off x="4143022" y="3907597"/>
            <a:ext cx="570089" cy="230832"/>
          </a:xfrm>
          <a:prstGeom prst="rect">
            <a:avLst/>
          </a:prstGeom>
          <a:noFill/>
        </p:spPr>
        <p:txBody>
          <a:bodyPr wrap="square" rtlCol="0">
            <a:spAutoFit/>
          </a:bodyPr>
          <a:lstStyle/>
          <a:p>
            <a:pPr algn="ctr"/>
            <a:r>
              <a:rPr lang="en-US" sz="900" dirty="0"/>
              <a:t>28</a:t>
            </a:r>
          </a:p>
        </p:txBody>
      </p:sp>
      <p:sp>
        <p:nvSpPr>
          <p:cNvPr id="82" name="TextBox 81">
            <a:extLst>
              <a:ext uri="{FF2B5EF4-FFF2-40B4-BE49-F238E27FC236}">
                <a16:creationId xmlns:a16="http://schemas.microsoft.com/office/drawing/2014/main" id="{402D40F6-9FC7-E829-B22F-97177210B61A}"/>
              </a:ext>
            </a:extLst>
          </p:cNvPr>
          <p:cNvSpPr txBox="1"/>
          <p:nvPr/>
        </p:nvSpPr>
        <p:spPr>
          <a:xfrm>
            <a:off x="3640666" y="4408541"/>
            <a:ext cx="570089" cy="230832"/>
          </a:xfrm>
          <a:prstGeom prst="rect">
            <a:avLst/>
          </a:prstGeom>
          <a:noFill/>
        </p:spPr>
        <p:txBody>
          <a:bodyPr wrap="square" rtlCol="0">
            <a:spAutoFit/>
          </a:bodyPr>
          <a:lstStyle/>
          <a:p>
            <a:pPr algn="ctr"/>
            <a:r>
              <a:rPr lang="en-US" sz="900" dirty="0"/>
              <a:t>128</a:t>
            </a:r>
          </a:p>
        </p:txBody>
      </p:sp>
    </p:spTree>
    <p:extLst>
      <p:ext uri="{BB962C8B-B14F-4D97-AF65-F5344CB8AC3E}">
        <p14:creationId xmlns:p14="http://schemas.microsoft.com/office/powerpoint/2010/main" val="32029194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FA40C4-5D0D-3ACA-1041-ED95A47F8C0F}"/>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72B4BA70-6B6D-C612-4EAE-0BCAEAD8B996}"/>
              </a:ext>
            </a:extLst>
          </p:cNvPr>
          <p:cNvSpPr>
            <a:spLocks noGrp="1"/>
          </p:cNvSpPr>
          <p:nvPr>
            <p:ph sz="half" idx="1"/>
          </p:nvPr>
        </p:nvSpPr>
        <p:spPr/>
        <p:txBody>
          <a:bodyPr>
            <a:normAutofit/>
          </a:bodyPr>
          <a:lstStyle/>
          <a:p>
            <a:r>
              <a:rPr lang="en-US" dirty="0"/>
              <a:t>Last possible 4’s in upper right and lower left blocks.</a:t>
            </a:r>
          </a:p>
        </p:txBody>
      </p:sp>
      <p:pic>
        <p:nvPicPr>
          <p:cNvPr id="4" name="Picture 3" descr="A grid of sudoku puzzle&#10;&#10;Description automatically generated">
            <a:extLst>
              <a:ext uri="{FF2B5EF4-FFF2-40B4-BE49-F238E27FC236}">
                <a16:creationId xmlns:a16="http://schemas.microsoft.com/office/drawing/2014/main" id="{DF68415D-FBCE-D823-A2E0-A0258D1F8D53}"/>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FC43E821-AB27-941E-BA38-D28808B7D823}"/>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F02394D1-5D85-DC83-AC73-DE86D36F44D3}"/>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1E340DF6-84E3-8D58-57A1-FC5CA952B88A}"/>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06665688-0C86-1A5E-458E-381825DEDA15}"/>
              </a:ext>
            </a:extLst>
          </p:cNvPr>
          <p:cNvSpPr txBox="1"/>
          <p:nvPr/>
        </p:nvSpPr>
        <p:spPr>
          <a:xfrm>
            <a:off x="4715935" y="1224551"/>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8" name="TextBox 7">
            <a:extLst>
              <a:ext uri="{FF2B5EF4-FFF2-40B4-BE49-F238E27FC236}">
                <a16:creationId xmlns:a16="http://schemas.microsoft.com/office/drawing/2014/main" id="{1637D47A-147E-CF63-C32D-EF5F33D09361}"/>
              </a:ext>
            </a:extLst>
          </p:cNvPr>
          <p:cNvSpPr txBox="1"/>
          <p:nvPr/>
        </p:nvSpPr>
        <p:spPr>
          <a:xfrm>
            <a:off x="6214537" y="122455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9" name="TextBox 8">
            <a:extLst>
              <a:ext uri="{FF2B5EF4-FFF2-40B4-BE49-F238E27FC236}">
                <a16:creationId xmlns:a16="http://schemas.microsoft.com/office/drawing/2014/main" id="{4138566F-74D1-10E9-579A-CBEE8B7AC9C9}"/>
              </a:ext>
            </a:extLst>
          </p:cNvPr>
          <p:cNvSpPr txBox="1"/>
          <p:nvPr/>
        </p:nvSpPr>
        <p:spPr>
          <a:xfrm>
            <a:off x="6714071" y="1224551"/>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10" name="TextBox 9">
            <a:extLst>
              <a:ext uri="{FF2B5EF4-FFF2-40B4-BE49-F238E27FC236}">
                <a16:creationId xmlns:a16="http://schemas.microsoft.com/office/drawing/2014/main" id="{A37AF44B-EDF7-376A-E40F-038DFCFDA61A}"/>
              </a:ext>
            </a:extLst>
          </p:cNvPr>
          <p:cNvSpPr txBox="1"/>
          <p:nvPr/>
        </p:nvSpPr>
        <p:spPr>
          <a:xfrm>
            <a:off x="7213604" y="122455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11" name="TextBox 10">
            <a:extLst>
              <a:ext uri="{FF2B5EF4-FFF2-40B4-BE49-F238E27FC236}">
                <a16:creationId xmlns:a16="http://schemas.microsoft.com/office/drawing/2014/main" id="{0763EEF0-2E0C-7B7A-7761-B3DA1E9F5D62}"/>
              </a:ext>
            </a:extLst>
          </p:cNvPr>
          <p:cNvSpPr txBox="1"/>
          <p:nvPr/>
        </p:nvSpPr>
        <p:spPr>
          <a:xfrm>
            <a:off x="6714071" y="721216"/>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12" name="TextBox 11">
            <a:extLst>
              <a:ext uri="{FF2B5EF4-FFF2-40B4-BE49-F238E27FC236}">
                <a16:creationId xmlns:a16="http://schemas.microsoft.com/office/drawing/2014/main" id="{043ECDF2-3835-A923-4480-867CD4673509}"/>
              </a:ext>
            </a:extLst>
          </p:cNvPr>
          <p:cNvSpPr txBox="1"/>
          <p:nvPr/>
        </p:nvSpPr>
        <p:spPr>
          <a:xfrm>
            <a:off x="7213604" y="721216"/>
            <a:ext cx="462845" cy="584775"/>
          </a:xfrm>
          <a:prstGeom prst="rect">
            <a:avLst/>
          </a:prstGeom>
          <a:solidFill>
            <a:srgbClr val="FF0000">
              <a:alpha val="30000"/>
            </a:srgbClr>
          </a:solidFill>
        </p:spPr>
        <p:txBody>
          <a:bodyPr wrap="square" rtlCol="0">
            <a:spAutoFit/>
          </a:bodyPr>
          <a:lstStyle/>
          <a:p>
            <a:pPr algn="ctr"/>
            <a:r>
              <a:rPr lang="en-US" sz="3200" dirty="0"/>
              <a:t>3</a:t>
            </a:r>
          </a:p>
        </p:txBody>
      </p:sp>
      <p:sp>
        <p:nvSpPr>
          <p:cNvPr id="13" name="TextBox 12">
            <a:extLst>
              <a:ext uri="{FF2B5EF4-FFF2-40B4-BE49-F238E27FC236}">
                <a16:creationId xmlns:a16="http://schemas.microsoft.com/office/drawing/2014/main" id="{272C57D3-1497-6487-2159-85E870FDDF75}"/>
              </a:ext>
            </a:extLst>
          </p:cNvPr>
          <p:cNvSpPr txBox="1"/>
          <p:nvPr/>
        </p:nvSpPr>
        <p:spPr>
          <a:xfrm>
            <a:off x="4216401" y="1727886"/>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14" name="TextBox 13">
            <a:extLst>
              <a:ext uri="{FF2B5EF4-FFF2-40B4-BE49-F238E27FC236}">
                <a16:creationId xmlns:a16="http://schemas.microsoft.com/office/drawing/2014/main" id="{00B78A3C-688A-33CB-7000-90597EEC0277}"/>
              </a:ext>
            </a:extLst>
          </p:cNvPr>
          <p:cNvSpPr txBox="1"/>
          <p:nvPr/>
        </p:nvSpPr>
        <p:spPr>
          <a:xfrm>
            <a:off x="5215469" y="1727886"/>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15" name="TextBox 14">
            <a:extLst>
              <a:ext uri="{FF2B5EF4-FFF2-40B4-BE49-F238E27FC236}">
                <a16:creationId xmlns:a16="http://schemas.microsoft.com/office/drawing/2014/main" id="{A526F62F-CC9A-A906-0171-BB384C9D794E}"/>
              </a:ext>
            </a:extLst>
          </p:cNvPr>
          <p:cNvSpPr txBox="1"/>
          <p:nvPr/>
        </p:nvSpPr>
        <p:spPr>
          <a:xfrm>
            <a:off x="6214537" y="1727886"/>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16" name="TextBox 15">
            <a:extLst>
              <a:ext uri="{FF2B5EF4-FFF2-40B4-BE49-F238E27FC236}">
                <a16:creationId xmlns:a16="http://schemas.microsoft.com/office/drawing/2014/main" id="{4DD6D40E-31BF-6816-32F7-2D41E445131D}"/>
              </a:ext>
            </a:extLst>
          </p:cNvPr>
          <p:cNvSpPr txBox="1"/>
          <p:nvPr/>
        </p:nvSpPr>
        <p:spPr>
          <a:xfrm>
            <a:off x="6714071" y="172788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17" name="TextBox 16">
            <a:extLst>
              <a:ext uri="{FF2B5EF4-FFF2-40B4-BE49-F238E27FC236}">
                <a16:creationId xmlns:a16="http://schemas.microsoft.com/office/drawing/2014/main" id="{D44DF390-612B-D69C-CDD2-483EE68B2543}"/>
              </a:ext>
            </a:extLst>
          </p:cNvPr>
          <p:cNvSpPr txBox="1"/>
          <p:nvPr/>
        </p:nvSpPr>
        <p:spPr>
          <a:xfrm>
            <a:off x="3716867" y="223122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18" name="TextBox 17">
            <a:extLst>
              <a:ext uri="{FF2B5EF4-FFF2-40B4-BE49-F238E27FC236}">
                <a16:creationId xmlns:a16="http://schemas.microsoft.com/office/drawing/2014/main" id="{BFB01886-9672-A97A-A4DC-5EAD9C0B6A64}"/>
              </a:ext>
            </a:extLst>
          </p:cNvPr>
          <p:cNvSpPr txBox="1"/>
          <p:nvPr/>
        </p:nvSpPr>
        <p:spPr>
          <a:xfrm>
            <a:off x="5215469" y="2231221"/>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19" name="TextBox 18">
            <a:extLst>
              <a:ext uri="{FF2B5EF4-FFF2-40B4-BE49-F238E27FC236}">
                <a16:creationId xmlns:a16="http://schemas.microsoft.com/office/drawing/2014/main" id="{911183BD-2CF9-22D4-960F-A93E777079AE}"/>
              </a:ext>
            </a:extLst>
          </p:cNvPr>
          <p:cNvSpPr txBox="1"/>
          <p:nvPr/>
        </p:nvSpPr>
        <p:spPr>
          <a:xfrm>
            <a:off x="5715003" y="2231221"/>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20" name="TextBox 19">
            <a:extLst>
              <a:ext uri="{FF2B5EF4-FFF2-40B4-BE49-F238E27FC236}">
                <a16:creationId xmlns:a16="http://schemas.microsoft.com/office/drawing/2014/main" id="{24F6C73E-DF52-8492-D6A5-F8E60EB19F3B}"/>
              </a:ext>
            </a:extLst>
          </p:cNvPr>
          <p:cNvSpPr txBox="1"/>
          <p:nvPr/>
        </p:nvSpPr>
        <p:spPr>
          <a:xfrm>
            <a:off x="6214537" y="223122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21" name="TextBox 20">
            <a:extLst>
              <a:ext uri="{FF2B5EF4-FFF2-40B4-BE49-F238E27FC236}">
                <a16:creationId xmlns:a16="http://schemas.microsoft.com/office/drawing/2014/main" id="{3164E2CA-3B66-8BF8-1889-8AC33F185ADF}"/>
              </a:ext>
            </a:extLst>
          </p:cNvPr>
          <p:cNvSpPr txBox="1"/>
          <p:nvPr/>
        </p:nvSpPr>
        <p:spPr>
          <a:xfrm>
            <a:off x="6714071" y="223122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2" name="TextBox 21">
            <a:extLst>
              <a:ext uri="{FF2B5EF4-FFF2-40B4-BE49-F238E27FC236}">
                <a16:creationId xmlns:a16="http://schemas.microsoft.com/office/drawing/2014/main" id="{8BE5170D-3339-8A06-9138-4F85F866BAC0}"/>
              </a:ext>
            </a:extLst>
          </p:cNvPr>
          <p:cNvSpPr txBox="1"/>
          <p:nvPr/>
        </p:nvSpPr>
        <p:spPr>
          <a:xfrm>
            <a:off x="4216401" y="2734556"/>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23" name="TextBox 22">
            <a:extLst>
              <a:ext uri="{FF2B5EF4-FFF2-40B4-BE49-F238E27FC236}">
                <a16:creationId xmlns:a16="http://schemas.microsoft.com/office/drawing/2014/main" id="{9F8A4FFE-86D7-9590-0246-2E45A505F8B3}"/>
              </a:ext>
            </a:extLst>
          </p:cNvPr>
          <p:cNvSpPr txBox="1"/>
          <p:nvPr/>
        </p:nvSpPr>
        <p:spPr>
          <a:xfrm>
            <a:off x="5215469" y="2734556"/>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4" name="TextBox 23">
            <a:extLst>
              <a:ext uri="{FF2B5EF4-FFF2-40B4-BE49-F238E27FC236}">
                <a16:creationId xmlns:a16="http://schemas.microsoft.com/office/drawing/2014/main" id="{F040B73B-50F5-BDBB-05BC-0049A16348D3}"/>
              </a:ext>
            </a:extLst>
          </p:cNvPr>
          <p:cNvSpPr txBox="1"/>
          <p:nvPr/>
        </p:nvSpPr>
        <p:spPr>
          <a:xfrm>
            <a:off x="6714071" y="2734556"/>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25" name="TextBox 24">
            <a:extLst>
              <a:ext uri="{FF2B5EF4-FFF2-40B4-BE49-F238E27FC236}">
                <a16:creationId xmlns:a16="http://schemas.microsoft.com/office/drawing/2014/main" id="{598D0E3D-6E36-66B3-F986-EAF43966190F}"/>
              </a:ext>
            </a:extLst>
          </p:cNvPr>
          <p:cNvSpPr txBox="1"/>
          <p:nvPr/>
        </p:nvSpPr>
        <p:spPr>
          <a:xfrm>
            <a:off x="3716867" y="323789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6" name="TextBox 25">
            <a:extLst>
              <a:ext uri="{FF2B5EF4-FFF2-40B4-BE49-F238E27FC236}">
                <a16:creationId xmlns:a16="http://schemas.microsoft.com/office/drawing/2014/main" id="{939AAC7D-E2C2-A2CB-0BF1-A507611927B5}"/>
              </a:ext>
            </a:extLst>
          </p:cNvPr>
          <p:cNvSpPr txBox="1"/>
          <p:nvPr/>
        </p:nvSpPr>
        <p:spPr>
          <a:xfrm>
            <a:off x="4715935" y="323789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27" name="TextBox 26">
            <a:extLst>
              <a:ext uri="{FF2B5EF4-FFF2-40B4-BE49-F238E27FC236}">
                <a16:creationId xmlns:a16="http://schemas.microsoft.com/office/drawing/2014/main" id="{D5455BF8-8420-F2DE-3918-F209A31040AD}"/>
              </a:ext>
            </a:extLst>
          </p:cNvPr>
          <p:cNvSpPr txBox="1"/>
          <p:nvPr/>
        </p:nvSpPr>
        <p:spPr>
          <a:xfrm>
            <a:off x="5215469" y="323789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28" name="TextBox 27">
            <a:extLst>
              <a:ext uri="{FF2B5EF4-FFF2-40B4-BE49-F238E27FC236}">
                <a16:creationId xmlns:a16="http://schemas.microsoft.com/office/drawing/2014/main" id="{E44252ED-8070-A987-6865-E51FE0DE8267}"/>
              </a:ext>
            </a:extLst>
          </p:cNvPr>
          <p:cNvSpPr txBox="1"/>
          <p:nvPr/>
        </p:nvSpPr>
        <p:spPr>
          <a:xfrm>
            <a:off x="7213604" y="3237891"/>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29" name="TextBox 28">
            <a:extLst>
              <a:ext uri="{FF2B5EF4-FFF2-40B4-BE49-F238E27FC236}">
                <a16:creationId xmlns:a16="http://schemas.microsoft.com/office/drawing/2014/main" id="{F6E2D5A3-C69C-CBA6-FE00-96F510A52AAE}"/>
              </a:ext>
            </a:extLst>
          </p:cNvPr>
          <p:cNvSpPr txBox="1"/>
          <p:nvPr/>
        </p:nvSpPr>
        <p:spPr>
          <a:xfrm>
            <a:off x="3217333" y="3741226"/>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30" name="TextBox 29">
            <a:extLst>
              <a:ext uri="{FF2B5EF4-FFF2-40B4-BE49-F238E27FC236}">
                <a16:creationId xmlns:a16="http://schemas.microsoft.com/office/drawing/2014/main" id="{8F378598-C640-2168-F959-B0627D1C0962}"/>
              </a:ext>
            </a:extLst>
          </p:cNvPr>
          <p:cNvSpPr txBox="1"/>
          <p:nvPr/>
        </p:nvSpPr>
        <p:spPr>
          <a:xfrm>
            <a:off x="3716867" y="374122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31" name="TextBox 30">
            <a:extLst>
              <a:ext uri="{FF2B5EF4-FFF2-40B4-BE49-F238E27FC236}">
                <a16:creationId xmlns:a16="http://schemas.microsoft.com/office/drawing/2014/main" id="{8C725DC2-DA79-98C2-981D-3DB449FAC46B}"/>
              </a:ext>
            </a:extLst>
          </p:cNvPr>
          <p:cNvSpPr txBox="1"/>
          <p:nvPr/>
        </p:nvSpPr>
        <p:spPr>
          <a:xfrm>
            <a:off x="5715003" y="3741226"/>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32" name="TextBox 31">
            <a:extLst>
              <a:ext uri="{FF2B5EF4-FFF2-40B4-BE49-F238E27FC236}">
                <a16:creationId xmlns:a16="http://schemas.microsoft.com/office/drawing/2014/main" id="{805FD8A3-A279-441A-6D95-CA146659839A}"/>
              </a:ext>
            </a:extLst>
          </p:cNvPr>
          <p:cNvSpPr txBox="1"/>
          <p:nvPr/>
        </p:nvSpPr>
        <p:spPr>
          <a:xfrm>
            <a:off x="6214537" y="3741226"/>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33" name="TextBox 32">
            <a:extLst>
              <a:ext uri="{FF2B5EF4-FFF2-40B4-BE49-F238E27FC236}">
                <a16:creationId xmlns:a16="http://schemas.microsoft.com/office/drawing/2014/main" id="{C7370948-90E3-0CAD-5172-4C9B9ED37767}"/>
              </a:ext>
            </a:extLst>
          </p:cNvPr>
          <p:cNvSpPr txBox="1"/>
          <p:nvPr/>
        </p:nvSpPr>
        <p:spPr>
          <a:xfrm>
            <a:off x="6714071" y="374122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34" name="TextBox 33">
            <a:extLst>
              <a:ext uri="{FF2B5EF4-FFF2-40B4-BE49-F238E27FC236}">
                <a16:creationId xmlns:a16="http://schemas.microsoft.com/office/drawing/2014/main" id="{F0384FE4-0786-EBC8-B2C0-5B58348BF8B8}"/>
              </a:ext>
            </a:extLst>
          </p:cNvPr>
          <p:cNvSpPr txBox="1"/>
          <p:nvPr/>
        </p:nvSpPr>
        <p:spPr>
          <a:xfrm>
            <a:off x="7213604" y="3741226"/>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35" name="TextBox 34">
            <a:extLst>
              <a:ext uri="{FF2B5EF4-FFF2-40B4-BE49-F238E27FC236}">
                <a16:creationId xmlns:a16="http://schemas.microsoft.com/office/drawing/2014/main" id="{993D4D3A-C213-76F8-FBB6-10E6C6A83696}"/>
              </a:ext>
            </a:extLst>
          </p:cNvPr>
          <p:cNvSpPr txBox="1"/>
          <p:nvPr/>
        </p:nvSpPr>
        <p:spPr>
          <a:xfrm>
            <a:off x="3217333" y="424456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36" name="TextBox 35">
            <a:extLst>
              <a:ext uri="{FF2B5EF4-FFF2-40B4-BE49-F238E27FC236}">
                <a16:creationId xmlns:a16="http://schemas.microsoft.com/office/drawing/2014/main" id="{F4382FDB-E29D-1C05-F1D9-9D53578D1DC6}"/>
              </a:ext>
            </a:extLst>
          </p:cNvPr>
          <p:cNvSpPr txBox="1"/>
          <p:nvPr/>
        </p:nvSpPr>
        <p:spPr>
          <a:xfrm>
            <a:off x="4216401" y="4244561"/>
            <a:ext cx="462845" cy="584775"/>
          </a:xfrm>
          <a:prstGeom prst="rect">
            <a:avLst/>
          </a:prstGeom>
          <a:solidFill>
            <a:srgbClr val="FF0000">
              <a:alpha val="30000"/>
            </a:srgbClr>
          </a:solidFill>
        </p:spPr>
        <p:txBody>
          <a:bodyPr wrap="square" rtlCol="0">
            <a:spAutoFit/>
          </a:bodyPr>
          <a:lstStyle/>
          <a:p>
            <a:pPr algn="ctr"/>
            <a:r>
              <a:rPr lang="en-US" sz="3200" dirty="0"/>
              <a:t>3</a:t>
            </a:r>
          </a:p>
        </p:txBody>
      </p:sp>
      <p:sp>
        <p:nvSpPr>
          <p:cNvPr id="37" name="TextBox 36">
            <a:extLst>
              <a:ext uri="{FF2B5EF4-FFF2-40B4-BE49-F238E27FC236}">
                <a16:creationId xmlns:a16="http://schemas.microsoft.com/office/drawing/2014/main" id="{EED02022-8CEE-C1E3-F2A7-A209189E4EFC}"/>
              </a:ext>
            </a:extLst>
          </p:cNvPr>
          <p:cNvSpPr txBox="1"/>
          <p:nvPr/>
        </p:nvSpPr>
        <p:spPr>
          <a:xfrm>
            <a:off x="5715003" y="424456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38" name="TextBox 37">
            <a:extLst>
              <a:ext uri="{FF2B5EF4-FFF2-40B4-BE49-F238E27FC236}">
                <a16:creationId xmlns:a16="http://schemas.microsoft.com/office/drawing/2014/main" id="{2BBBD365-0B9D-68DB-66FD-C6A901318F27}"/>
              </a:ext>
            </a:extLst>
          </p:cNvPr>
          <p:cNvSpPr txBox="1"/>
          <p:nvPr/>
        </p:nvSpPr>
        <p:spPr>
          <a:xfrm>
            <a:off x="6214537" y="424456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39" name="TextBox 38">
            <a:extLst>
              <a:ext uri="{FF2B5EF4-FFF2-40B4-BE49-F238E27FC236}">
                <a16:creationId xmlns:a16="http://schemas.microsoft.com/office/drawing/2014/main" id="{1BB8602C-1C32-A449-E689-32D041E1C352}"/>
              </a:ext>
            </a:extLst>
          </p:cNvPr>
          <p:cNvSpPr txBox="1"/>
          <p:nvPr/>
        </p:nvSpPr>
        <p:spPr>
          <a:xfrm>
            <a:off x="6714071" y="4244561"/>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40" name="TextBox 39">
            <a:extLst>
              <a:ext uri="{FF2B5EF4-FFF2-40B4-BE49-F238E27FC236}">
                <a16:creationId xmlns:a16="http://schemas.microsoft.com/office/drawing/2014/main" id="{931F4D85-A566-B0CC-0501-09B82F5F5573}"/>
              </a:ext>
            </a:extLst>
          </p:cNvPr>
          <p:cNvSpPr txBox="1"/>
          <p:nvPr/>
        </p:nvSpPr>
        <p:spPr>
          <a:xfrm>
            <a:off x="7213604" y="424456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41" name="TextBox 40">
            <a:extLst>
              <a:ext uri="{FF2B5EF4-FFF2-40B4-BE49-F238E27FC236}">
                <a16:creationId xmlns:a16="http://schemas.microsoft.com/office/drawing/2014/main" id="{7807E9D6-CD30-C0BA-E476-14AC4DAD3E9E}"/>
              </a:ext>
            </a:extLst>
          </p:cNvPr>
          <p:cNvSpPr txBox="1"/>
          <p:nvPr/>
        </p:nvSpPr>
        <p:spPr>
          <a:xfrm>
            <a:off x="3217333" y="4747898"/>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42" name="TextBox 41">
            <a:extLst>
              <a:ext uri="{FF2B5EF4-FFF2-40B4-BE49-F238E27FC236}">
                <a16:creationId xmlns:a16="http://schemas.microsoft.com/office/drawing/2014/main" id="{3F78A8B8-60B6-3EA3-80C1-E8829BB3F5C1}"/>
              </a:ext>
            </a:extLst>
          </p:cNvPr>
          <p:cNvSpPr txBox="1"/>
          <p:nvPr/>
        </p:nvSpPr>
        <p:spPr>
          <a:xfrm>
            <a:off x="3716867" y="4747898"/>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43" name="TextBox 42">
            <a:extLst>
              <a:ext uri="{FF2B5EF4-FFF2-40B4-BE49-F238E27FC236}">
                <a16:creationId xmlns:a16="http://schemas.microsoft.com/office/drawing/2014/main" id="{B7F270BD-85F7-28CD-3835-394D28D38707}"/>
              </a:ext>
            </a:extLst>
          </p:cNvPr>
          <p:cNvSpPr txBox="1"/>
          <p:nvPr/>
        </p:nvSpPr>
        <p:spPr>
          <a:xfrm>
            <a:off x="4216401" y="4747898"/>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44" name="TextBox 43">
            <a:extLst>
              <a:ext uri="{FF2B5EF4-FFF2-40B4-BE49-F238E27FC236}">
                <a16:creationId xmlns:a16="http://schemas.microsoft.com/office/drawing/2014/main" id="{1385F7A1-6521-F951-3E70-D1E0899505BF}"/>
              </a:ext>
            </a:extLst>
          </p:cNvPr>
          <p:cNvSpPr txBox="1"/>
          <p:nvPr/>
        </p:nvSpPr>
        <p:spPr>
          <a:xfrm>
            <a:off x="7157158" y="1522145"/>
            <a:ext cx="570089" cy="230832"/>
          </a:xfrm>
          <a:prstGeom prst="rect">
            <a:avLst/>
          </a:prstGeom>
          <a:noFill/>
        </p:spPr>
        <p:txBody>
          <a:bodyPr wrap="square" rtlCol="0">
            <a:spAutoFit/>
          </a:bodyPr>
          <a:lstStyle/>
          <a:p>
            <a:pPr algn="ctr"/>
            <a:r>
              <a:rPr lang="en-US" sz="900" dirty="0"/>
              <a:t>57</a:t>
            </a:r>
          </a:p>
        </p:txBody>
      </p:sp>
      <p:sp>
        <p:nvSpPr>
          <p:cNvPr id="45" name="TextBox 44">
            <a:extLst>
              <a:ext uri="{FF2B5EF4-FFF2-40B4-BE49-F238E27FC236}">
                <a16:creationId xmlns:a16="http://schemas.microsoft.com/office/drawing/2014/main" id="{FEE45477-2F4C-DF16-F617-128C5A7600E0}"/>
              </a:ext>
            </a:extLst>
          </p:cNvPr>
          <p:cNvSpPr txBox="1"/>
          <p:nvPr/>
        </p:nvSpPr>
        <p:spPr>
          <a:xfrm>
            <a:off x="4143022" y="5028752"/>
            <a:ext cx="570089" cy="230832"/>
          </a:xfrm>
          <a:prstGeom prst="rect">
            <a:avLst/>
          </a:prstGeom>
          <a:noFill/>
        </p:spPr>
        <p:txBody>
          <a:bodyPr wrap="square" rtlCol="0">
            <a:spAutoFit/>
          </a:bodyPr>
          <a:lstStyle/>
          <a:p>
            <a:pPr algn="ctr"/>
            <a:r>
              <a:rPr lang="en-US" sz="900" dirty="0"/>
              <a:t>57</a:t>
            </a:r>
          </a:p>
        </p:txBody>
      </p:sp>
      <p:sp>
        <p:nvSpPr>
          <p:cNvPr id="46" name="TextBox 45">
            <a:extLst>
              <a:ext uri="{FF2B5EF4-FFF2-40B4-BE49-F238E27FC236}">
                <a16:creationId xmlns:a16="http://schemas.microsoft.com/office/drawing/2014/main" id="{660199C2-A24F-592F-1CF7-43BF44B0AEC3}"/>
              </a:ext>
            </a:extLst>
          </p:cNvPr>
          <p:cNvSpPr txBox="1"/>
          <p:nvPr/>
        </p:nvSpPr>
        <p:spPr>
          <a:xfrm>
            <a:off x="6654802" y="1522145"/>
            <a:ext cx="570089" cy="230832"/>
          </a:xfrm>
          <a:prstGeom prst="rect">
            <a:avLst/>
          </a:prstGeom>
          <a:noFill/>
        </p:spPr>
        <p:txBody>
          <a:bodyPr wrap="square" rtlCol="0">
            <a:spAutoFit/>
          </a:bodyPr>
          <a:lstStyle/>
          <a:p>
            <a:pPr algn="ctr"/>
            <a:r>
              <a:rPr lang="en-US" sz="900" dirty="0"/>
              <a:t>56789</a:t>
            </a:r>
          </a:p>
        </p:txBody>
      </p:sp>
      <p:sp>
        <p:nvSpPr>
          <p:cNvPr id="47" name="TextBox 46">
            <a:extLst>
              <a:ext uri="{FF2B5EF4-FFF2-40B4-BE49-F238E27FC236}">
                <a16:creationId xmlns:a16="http://schemas.microsoft.com/office/drawing/2014/main" id="{A805C9D3-9882-F712-49F4-C2F1E6E0B818}"/>
              </a:ext>
            </a:extLst>
          </p:cNvPr>
          <p:cNvSpPr txBox="1"/>
          <p:nvPr/>
        </p:nvSpPr>
        <p:spPr>
          <a:xfrm>
            <a:off x="3640666" y="5028752"/>
            <a:ext cx="570089" cy="230832"/>
          </a:xfrm>
          <a:prstGeom prst="rect">
            <a:avLst/>
          </a:prstGeom>
          <a:noFill/>
        </p:spPr>
        <p:txBody>
          <a:bodyPr wrap="square" rtlCol="0">
            <a:spAutoFit/>
          </a:bodyPr>
          <a:lstStyle/>
          <a:p>
            <a:pPr algn="ctr"/>
            <a:r>
              <a:rPr lang="en-US" sz="900" dirty="0"/>
              <a:t>56789</a:t>
            </a:r>
          </a:p>
        </p:txBody>
      </p:sp>
      <p:sp>
        <p:nvSpPr>
          <p:cNvPr id="50" name="TextBox 49">
            <a:extLst>
              <a:ext uri="{FF2B5EF4-FFF2-40B4-BE49-F238E27FC236}">
                <a16:creationId xmlns:a16="http://schemas.microsoft.com/office/drawing/2014/main" id="{58CDC403-1A5C-8588-C8D1-D552BA88DE6F}"/>
              </a:ext>
            </a:extLst>
          </p:cNvPr>
          <p:cNvSpPr txBox="1"/>
          <p:nvPr/>
        </p:nvSpPr>
        <p:spPr>
          <a:xfrm>
            <a:off x="6152446" y="1402877"/>
            <a:ext cx="570089" cy="230832"/>
          </a:xfrm>
          <a:prstGeom prst="rect">
            <a:avLst/>
          </a:prstGeom>
          <a:noFill/>
        </p:spPr>
        <p:txBody>
          <a:bodyPr wrap="square" rtlCol="0">
            <a:spAutoFit/>
          </a:bodyPr>
          <a:lstStyle/>
          <a:p>
            <a:pPr algn="ctr"/>
            <a:r>
              <a:rPr lang="en-US" sz="900" dirty="0"/>
              <a:t>5678</a:t>
            </a:r>
          </a:p>
        </p:txBody>
      </p:sp>
      <p:sp>
        <p:nvSpPr>
          <p:cNvPr id="51" name="TextBox 50">
            <a:extLst>
              <a:ext uri="{FF2B5EF4-FFF2-40B4-BE49-F238E27FC236}">
                <a16:creationId xmlns:a16="http://schemas.microsoft.com/office/drawing/2014/main" id="{BAC60358-B91C-9032-43FA-996136C9FDCE}"/>
              </a:ext>
            </a:extLst>
          </p:cNvPr>
          <p:cNvSpPr txBox="1"/>
          <p:nvPr/>
        </p:nvSpPr>
        <p:spPr>
          <a:xfrm>
            <a:off x="3138310" y="4408541"/>
            <a:ext cx="570089" cy="230832"/>
          </a:xfrm>
          <a:prstGeom prst="rect">
            <a:avLst/>
          </a:prstGeom>
          <a:noFill/>
        </p:spPr>
        <p:txBody>
          <a:bodyPr wrap="square" rtlCol="0">
            <a:spAutoFit/>
          </a:bodyPr>
          <a:lstStyle/>
          <a:p>
            <a:pPr algn="ctr"/>
            <a:r>
              <a:rPr lang="en-US" sz="900" dirty="0"/>
              <a:t>5678</a:t>
            </a:r>
          </a:p>
        </p:txBody>
      </p:sp>
      <p:sp>
        <p:nvSpPr>
          <p:cNvPr id="52" name="TextBox 51">
            <a:extLst>
              <a:ext uri="{FF2B5EF4-FFF2-40B4-BE49-F238E27FC236}">
                <a16:creationId xmlns:a16="http://schemas.microsoft.com/office/drawing/2014/main" id="{90AC45D8-1004-D22D-016E-544458F97ECA}"/>
              </a:ext>
            </a:extLst>
          </p:cNvPr>
          <p:cNvSpPr txBox="1"/>
          <p:nvPr/>
        </p:nvSpPr>
        <p:spPr>
          <a:xfrm>
            <a:off x="3640666" y="3406653"/>
            <a:ext cx="570089" cy="230832"/>
          </a:xfrm>
          <a:prstGeom prst="rect">
            <a:avLst/>
          </a:prstGeom>
          <a:noFill/>
        </p:spPr>
        <p:txBody>
          <a:bodyPr wrap="square" rtlCol="0">
            <a:spAutoFit/>
          </a:bodyPr>
          <a:lstStyle/>
          <a:p>
            <a:pPr algn="ctr"/>
            <a:r>
              <a:rPr lang="en-US" sz="900" dirty="0"/>
              <a:t>234567</a:t>
            </a:r>
          </a:p>
        </p:txBody>
      </p:sp>
      <p:sp>
        <p:nvSpPr>
          <p:cNvPr id="53" name="TextBox 52">
            <a:extLst>
              <a:ext uri="{FF2B5EF4-FFF2-40B4-BE49-F238E27FC236}">
                <a16:creationId xmlns:a16="http://schemas.microsoft.com/office/drawing/2014/main" id="{4DF50058-C7ED-D2D6-CB5B-A2CC85B2DE0F}"/>
              </a:ext>
            </a:extLst>
          </p:cNvPr>
          <p:cNvSpPr txBox="1"/>
          <p:nvPr/>
        </p:nvSpPr>
        <p:spPr>
          <a:xfrm>
            <a:off x="3640666" y="4026865"/>
            <a:ext cx="570089" cy="230832"/>
          </a:xfrm>
          <a:prstGeom prst="rect">
            <a:avLst/>
          </a:prstGeom>
          <a:noFill/>
        </p:spPr>
        <p:txBody>
          <a:bodyPr wrap="square" rtlCol="0">
            <a:spAutoFit/>
          </a:bodyPr>
          <a:lstStyle/>
          <a:p>
            <a:pPr algn="ctr"/>
            <a:r>
              <a:rPr lang="en-US" sz="900" dirty="0"/>
              <a:t>56789</a:t>
            </a:r>
          </a:p>
        </p:txBody>
      </p:sp>
      <p:sp>
        <p:nvSpPr>
          <p:cNvPr id="54" name="TextBox 53">
            <a:extLst>
              <a:ext uri="{FF2B5EF4-FFF2-40B4-BE49-F238E27FC236}">
                <a16:creationId xmlns:a16="http://schemas.microsoft.com/office/drawing/2014/main" id="{B57B8150-AE89-1839-01E0-8FB92890D4A4}"/>
              </a:ext>
            </a:extLst>
          </p:cNvPr>
          <p:cNvSpPr txBox="1"/>
          <p:nvPr/>
        </p:nvSpPr>
        <p:spPr>
          <a:xfrm>
            <a:off x="3138310" y="3788329"/>
            <a:ext cx="570089" cy="230832"/>
          </a:xfrm>
          <a:prstGeom prst="rect">
            <a:avLst/>
          </a:prstGeom>
          <a:noFill/>
        </p:spPr>
        <p:txBody>
          <a:bodyPr wrap="square" rtlCol="0">
            <a:spAutoFit/>
          </a:bodyPr>
          <a:lstStyle/>
          <a:p>
            <a:pPr algn="ctr"/>
            <a:r>
              <a:rPr lang="en-US" sz="900" dirty="0"/>
              <a:t>15678</a:t>
            </a:r>
          </a:p>
        </p:txBody>
      </p:sp>
      <p:sp>
        <p:nvSpPr>
          <p:cNvPr id="55" name="TextBox 54">
            <a:extLst>
              <a:ext uri="{FF2B5EF4-FFF2-40B4-BE49-F238E27FC236}">
                <a16:creationId xmlns:a16="http://schemas.microsoft.com/office/drawing/2014/main" id="{69368B05-A507-9BD2-B718-8C6B004B3A50}"/>
              </a:ext>
            </a:extLst>
          </p:cNvPr>
          <p:cNvSpPr txBox="1"/>
          <p:nvPr/>
        </p:nvSpPr>
        <p:spPr>
          <a:xfrm>
            <a:off x="6152446" y="2023089"/>
            <a:ext cx="570089" cy="230832"/>
          </a:xfrm>
          <a:prstGeom prst="rect">
            <a:avLst/>
          </a:prstGeom>
          <a:noFill/>
        </p:spPr>
        <p:txBody>
          <a:bodyPr wrap="square" rtlCol="0">
            <a:spAutoFit/>
          </a:bodyPr>
          <a:lstStyle/>
          <a:p>
            <a:pPr algn="ctr"/>
            <a:r>
              <a:rPr lang="en-US" sz="900" dirty="0"/>
              <a:t>15678</a:t>
            </a:r>
          </a:p>
        </p:txBody>
      </p:sp>
      <p:sp>
        <p:nvSpPr>
          <p:cNvPr id="56" name="TextBox 55">
            <a:extLst>
              <a:ext uri="{FF2B5EF4-FFF2-40B4-BE49-F238E27FC236}">
                <a16:creationId xmlns:a16="http://schemas.microsoft.com/office/drawing/2014/main" id="{BD4EAF69-2397-BE56-5B66-6CB12E875228}"/>
              </a:ext>
            </a:extLst>
          </p:cNvPr>
          <p:cNvSpPr txBox="1"/>
          <p:nvPr/>
        </p:nvSpPr>
        <p:spPr>
          <a:xfrm>
            <a:off x="6654802" y="1784553"/>
            <a:ext cx="570089" cy="230832"/>
          </a:xfrm>
          <a:prstGeom prst="rect">
            <a:avLst/>
          </a:prstGeom>
          <a:noFill/>
        </p:spPr>
        <p:txBody>
          <a:bodyPr wrap="square" rtlCol="0">
            <a:spAutoFit/>
          </a:bodyPr>
          <a:lstStyle/>
          <a:p>
            <a:pPr algn="ctr"/>
            <a:r>
              <a:rPr lang="en-US" sz="900" dirty="0"/>
              <a:t>56789</a:t>
            </a:r>
          </a:p>
        </p:txBody>
      </p:sp>
      <p:sp>
        <p:nvSpPr>
          <p:cNvPr id="57" name="TextBox 56">
            <a:extLst>
              <a:ext uri="{FF2B5EF4-FFF2-40B4-BE49-F238E27FC236}">
                <a16:creationId xmlns:a16="http://schemas.microsoft.com/office/drawing/2014/main" id="{93FF75C0-220C-B7B9-D1DF-FE7996FCEDEC}"/>
              </a:ext>
            </a:extLst>
          </p:cNvPr>
          <p:cNvSpPr txBox="1"/>
          <p:nvPr/>
        </p:nvSpPr>
        <p:spPr>
          <a:xfrm>
            <a:off x="6654802" y="2524033"/>
            <a:ext cx="570089" cy="230832"/>
          </a:xfrm>
          <a:prstGeom prst="rect">
            <a:avLst/>
          </a:prstGeom>
          <a:noFill/>
        </p:spPr>
        <p:txBody>
          <a:bodyPr wrap="square" rtlCol="0">
            <a:spAutoFit/>
          </a:bodyPr>
          <a:lstStyle/>
          <a:p>
            <a:pPr algn="ctr"/>
            <a:r>
              <a:rPr lang="en-US" sz="900" dirty="0"/>
              <a:t>234567</a:t>
            </a:r>
          </a:p>
        </p:txBody>
      </p:sp>
      <p:sp>
        <p:nvSpPr>
          <p:cNvPr id="58" name="TextBox 57">
            <a:extLst>
              <a:ext uri="{FF2B5EF4-FFF2-40B4-BE49-F238E27FC236}">
                <a16:creationId xmlns:a16="http://schemas.microsoft.com/office/drawing/2014/main" id="{E8DB5429-DE7E-10A1-AF5C-7C1DFC0FBAB0}"/>
              </a:ext>
            </a:extLst>
          </p:cNvPr>
          <p:cNvSpPr txBox="1"/>
          <p:nvPr/>
        </p:nvSpPr>
        <p:spPr>
          <a:xfrm>
            <a:off x="4143022" y="1903821"/>
            <a:ext cx="570089" cy="230832"/>
          </a:xfrm>
          <a:prstGeom prst="rect">
            <a:avLst/>
          </a:prstGeom>
          <a:noFill/>
        </p:spPr>
        <p:txBody>
          <a:bodyPr wrap="square" rtlCol="0">
            <a:spAutoFit/>
          </a:bodyPr>
          <a:lstStyle/>
          <a:p>
            <a:pPr algn="ctr"/>
            <a:r>
              <a:rPr lang="en-US" sz="900" dirty="0"/>
              <a:t>75</a:t>
            </a:r>
          </a:p>
        </p:txBody>
      </p:sp>
      <p:sp>
        <p:nvSpPr>
          <p:cNvPr id="59" name="TextBox 58">
            <a:extLst>
              <a:ext uri="{FF2B5EF4-FFF2-40B4-BE49-F238E27FC236}">
                <a16:creationId xmlns:a16="http://schemas.microsoft.com/office/drawing/2014/main" id="{5F1132C5-154D-0AD0-6F90-AF0E8CAEDD62}"/>
              </a:ext>
            </a:extLst>
          </p:cNvPr>
          <p:cNvSpPr txBox="1"/>
          <p:nvPr/>
        </p:nvSpPr>
        <p:spPr>
          <a:xfrm>
            <a:off x="3640666" y="2404765"/>
            <a:ext cx="570089" cy="230832"/>
          </a:xfrm>
          <a:prstGeom prst="rect">
            <a:avLst/>
          </a:prstGeom>
          <a:noFill/>
        </p:spPr>
        <p:txBody>
          <a:bodyPr wrap="square" rtlCol="0">
            <a:spAutoFit/>
          </a:bodyPr>
          <a:lstStyle/>
          <a:p>
            <a:pPr algn="ctr"/>
            <a:r>
              <a:rPr lang="en-US" sz="900" dirty="0"/>
              <a:t>234567</a:t>
            </a:r>
          </a:p>
        </p:txBody>
      </p:sp>
      <p:sp>
        <p:nvSpPr>
          <p:cNvPr id="60" name="TextBox 59">
            <a:extLst>
              <a:ext uri="{FF2B5EF4-FFF2-40B4-BE49-F238E27FC236}">
                <a16:creationId xmlns:a16="http://schemas.microsoft.com/office/drawing/2014/main" id="{0AE57674-8734-F9FD-975A-538A73E2EAC1}"/>
              </a:ext>
            </a:extLst>
          </p:cNvPr>
          <p:cNvSpPr txBox="1"/>
          <p:nvPr/>
        </p:nvSpPr>
        <p:spPr>
          <a:xfrm>
            <a:off x="4143022" y="2905709"/>
            <a:ext cx="570089" cy="230832"/>
          </a:xfrm>
          <a:prstGeom prst="rect">
            <a:avLst/>
          </a:prstGeom>
          <a:noFill/>
        </p:spPr>
        <p:txBody>
          <a:bodyPr wrap="square" rtlCol="0">
            <a:spAutoFit/>
          </a:bodyPr>
          <a:lstStyle/>
          <a:p>
            <a:pPr algn="ctr"/>
            <a:r>
              <a:rPr lang="en-US" sz="900" dirty="0"/>
              <a:t>24</a:t>
            </a:r>
          </a:p>
        </p:txBody>
      </p:sp>
      <p:sp>
        <p:nvSpPr>
          <p:cNvPr id="61" name="TextBox 60">
            <a:extLst>
              <a:ext uri="{FF2B5EF4-FFF2-40B4-BE49-F238E27FC236}">
                <a16:creationId xmlns:a16="http://schemas.microsoft.com/office/drawing/2014/main" id="{6F3B334D-3F97-6ED3-3AD5-9BFAA32241CF}"/>
              </a:ext>
            </a:extLst>
          </p:cNvPr>
          <p:cNvSpPr txBox="1"/>
          <p:nvPr/>
        </p:nvSpPr>
        <p:spPr>
          <a:xfrm>
            <a:off x="6152446" y="2285497"/>
            <a:ext cx="570089" cy="230832"/>
          </a:xfrm>
          <a:prstGeom prst="rect">
            <a:avLst/>
          </a:prstGeom>
          <a:noFill/>
        </p:spPr>
        <p:txBody>
          <a:bodyPr wrap="square" rtlCol="0">
            <a:spAutoFit/>
          </a:bodyPr>
          <a:lstStyle/>
          <a:p>
            <a:pPr algn="ctr"/>
            <a:r>
              <a:rPr lang="en-US" sz="900" dirty="0"/>
              <a:t>24</a:t>
            </a:r>
          </a:p>
        </p:txBody>
      </p:sp>
      <p:sp>
        <p:nvSpPr>
          <p:cNvPr id="62" name="TextBox 61">
            <a:extLst>
              <a:ext uri="{FF2B5EF4-FFF2-40B4-BE49-F238E27FC236}">
                <a16:creationId xmlns:a16="http://schemas.microsoft.com/office/drawing/2014/main" id="{4FD12D1C-E542-214A-AAF0-63DF0789F40D}"/>
              </a:ext>
            </a:extLst>
          </p:cNvPr>
          <p:cNvSpPr txBox="1"/>
          <p:nvPr/>
        </p:nvSpPr>
        <p:spPr>
          <a:xfrm>
            <a:off x="6654802" y="2905709"/>
            <a:ext cx="570089" cy="230832"/>
          </a:xfrm>
          <a:prstGeom prst="rect">
            <a:avLst/>
          </a:prstGeom>
          <a:noFill/>
        </p:spPr>
        <p:txBody>
          <a:bodyPr wrap="square" rtlCol="0">
            <a:spAutoFit/>
          </a:bodyPr>
          <a:lstStyle/>
          <a:p>
            <a:pPr algn="ctr"/>
            <a:r>
              <a:rPr lang="en-US" sz="900" dirty="0"/>
              <a:t>234567</a:t>
            </a:r>
          </a:p>
        </p:txBody>
      </p:sp>
      <p:sp>
        <p:nvSpPr>
          <p:cNvPr id="63" name="TextBox 62">
            <a:extLst>
              <a:ext uri="{FF2B5EF4-FFF2-40B4-BE49-F238E27FC236}">
                <a16:creationId xmlns:a16="http://schemas.microsoft.com/office/drawing/2014/main" id="{40D10DFC-42C9-E135-9D6A-687A963F3321}"/>
              </a:ext>
            </a:extLst>
          </p:cNvPr>
          <p:cNvSpPr txBox="1"/>
          <p:nvPr/>
        </p:nvSpPr>
        <p:spPr>
          <a:xfrm>
            <a:off x="7157158" y="3406653"/>
            <a:ext cx="570089" cy="230832"/>
          </a:xfrm>
          <a:prstGeom prst="rect">
            <a:avLst/>
          </a:prstGeom>
          <a:noFill/>
        </p:spPr>
        <p:txBody>
          <a:bodyPr wrap="square" rtlCol="0">
            <a:spAutoFit/>
          </a:bodyPr>
          <a:lstStyle/>
          <a:p>
            <a:pPr algn="ctr"/>
            <a:r>
              <a:rPr lang="en-US" sz="900" dirty="0"/>
              <a:t>75</a:t>
            </a:r>
          </a:p>
        </p:txBody>
      </p:sp>
      <p:sp>
        <p:nvSpPr>
          <p:cNvPr id="65" name="TextBox 64">
            <a:extLst>
              <a:ext uri="{FF2B5EF4-FFF2-40B4-BE49-F238E27FC236}">
                <a16:creationId xmlns:a16="http://schemas.microsoft.com/office/drawing/2014/main" id="{D307500F-F533-6B41-D801-F842C3900C8A}"/>
              </a:ext>
            </a:extLst>
          </p:cNvPr>
          <p:cNvSpPr txBox="1"/>
          <p:nvPr/>
        </p:nvSpPr>
        <p:spPr>
          <a:xfrm>
            <a:off x="5147734" y="1903821"/>
            <a:ext cx="570089" cy="230832"/>
          </a:xfrm>
          <a:prstGeom prst="rect">
            <a:avLst/>
          </a:prstGeom>
          <a:noFill/>
        </p:spPr>
        <p:txBody>
          <a:bodyPr wrap="square" rtlCol="0">
            <a:spAutoFit/>
          </a:bodyPr>
          <a:lstStyle/>
          <a:p>
            <a:pPr algn="ctr"/>
            <a:r>
              <a:rPr lang="en-US" sz="900" dirty="0"/>
              <a:t>169</a:t>
            </a:r>
          </a:p>
        </p:txBody>
      </p:sp>
      <p:sp>
        <p:nvSpPr>
          <p:cNvPr id="66" name="TextBox 65">
            <a:extLst>
              <a:ext uri="{FF2B5EF4-FFF2-40B4-BE49-F238E27FC236}">
                <a16:creationId xmlns:a16="http://schemas.microsoft.com/office/drawing/2014/main" id="{61DF1C5E-44F1-7179-64C0-0F28ADED5136}"/>
              </a:ext>
            </a:extLst>
          </p:cNvPr>
          <p:cNvSpPr txBox="1"/>
          <p:nvPr/>
        </p:nvSpPr>
        <p:spPr>
          <a:xfrm>
            <a:off x="5147734" y="2524033"/>
            <a:ext cx="570089" cy="230832"/>
          </a:xfrm>
          <a:prstGeom prst="rect">
            <a:avLst/>
          </a:prstGeom>
          <a:noFill/>
        </p:spPr>
        <p:txBody>
          <a:bodyPr wrap="square" rtlCol="0">
            <a:spAutoFit/>
          </a:bodyPr>
          <a:lstStyle/>
          <a:p>
            <a:pPr algn="ctr"/>
            <a:r>
              <a:rPr lang="en-US" sz="900" dirty="0"/>
              <a:t>2567</a:t>
            </a:r>
          </a:p>
        </p:txBody>
      </p:sp>
      <p:sp>
        <p:nvSpPr>
          <p:cNvPr id="68" name="TextBox 67">
            <a:extLst>
              <a:ext uri="{FF2B5EF4-FFF2-40B4-BE49-F238E27FC236}">
                <a16:creationId xmlns:a16="http://schemas.microsoft.com/office/drawing/2014/main" id="{22CF106B-E1CC-C09D-901A-2B9BB1973BAB}"/>
              </a:ext>
            </a:extLst>
          </p:cNvPr>
          <p:cNvSpPr txBox="1"/>
          <p:nvPr/>
        </p:nvSpPr>
        <p:spPr>
          <a:xfrm>
            <a:off x="6654802" y="4527809"/>
            <a:ext cx="570089" cy="230832"/>
          </a:xfrm>
          <a:prstGeom prst="rect">
            <a:avLst/>
          </a:prstGeom>
          <a:noFill/>
        </p:spPr>
        <p:txBody>
          <a:bodyPr wrap="square" rtlCol="0">
            <a:spAutoFit/>
          </a:bodyPr>
          <a:lstStyle/>
          <a:p>
            <a:pPr algn="ctr"/>
            <a:r>
              <a:rPr lang="en-US" sz="900" dirty="0"/>
              <a:t>2567</a:t>
            </a:r>
          </a:p>
        </p:txBody>
      </p:sp>
      <p:sp>
        <p:nvSpPr>
          <p:cNvPr id="69" name="TextBox 68">
            <a:extLst>
              <a:ext uri="{FF2B5EF4-FFF2-40B4-BE49-F238E27FC236}">
                <a16:creationId xmlns:a16="http://schemas.microsoft.com/office/drawing/2014/main" id="{BA43204B-D638-B16E-A37C-6E0146103168}"/>
              </a:ext>
            </a:extLst>
          </p:cNvPr>
          <p:cNvSpPr txBox="1"/>
          <p:nvPr/>
        </p:nvSpPr>
        <p:spPr>
          <a:xfrm>
            <a:off x="7157158" y="4527809"/>
            <a:ext cx="570089" cy="230832"/>
          </a:xfrm>
          <a:prstGeom prst="rect">
            <a:avLst/>
          </a:prstGeom>
          <a:noFill/>
        </p:spPr>
        <p:txBody>
          <a:bodyPr wrap="square" rtlCol="0">
            <a:spAutoFit/>
          </a:bodyPr>
          <a:lstStyle/>
          <a:p>
            <a:pPr algn="ctr"/>
            <a:r>
              <a:rPr lang="en-US" sz="900" dirty="0"/>
              <a:t>169</a:t>
            </a:r>
          </a:p>
        </p:txBody>
      </p:sp>
      <p:sp>
        <p:nvSpPr>
          <p:cNvPr id="70" name="TextBox 69">
            <a:extLst>
              <a:ext uri="{FF2B5EF4-FFF2-40B4-BE49-F238E27FC236}">
                <a16:creationId xmlns:a16="http://schemas.microsoft.com/office/drawing/2014/main" id="{D5941645-FD76-0D24-4177-F3297807A520}"/>
              </a:ext>
            </a:extLst>
          </p:cNvPr>
          <p:cNvSpPr txBox="1"/>
          <p:nvPr/>
        </p:nvSpPr>
        <p:spPr>
          <a:xfrm>
            <a:off x="5650090" y="2285497"/>
            <a:ext cx="570089" cy="230832"/>
          </a:xfrm>
          <a:prstGeom prst="rect">
            <a:avLst/>
          </a:prstGeom>
          <a:noFill/>
        </p:spPr>
        <p:txBody>
          <a:bodyPr wrap="square" rtlCol="0">
            <a:spAutoFit/>
          </a:bodyPr>
          <a:lstStyle/>
          <a:p>
            <a:pPr algn="ctr"/>
            <a:r>
              <a:rPr lang="en-US" sz="900" dirty="0"/>
              <a:t>2367</a:t>
            </a:r>
          </a:p>
        </p:txBody>
      </p:sp>
      <p:sp>
        <p:nvSpPr>
          <p:cNvPr id="71" name="TextBox 70">
            <a:extLst>
              <a:ext uri="{FF2B5EF4-FFF2-40B4-BE49-F238E27FC236}">
                <a16:creationId xmlns:a16="http://schemas.microsoft.com/office/drawing/2014/main" id="{1437A678-EEFC-2E9C-AAF6-DFDFD4E7C3CE}"/>
              </a:ext>
            </a:extLst>
          </p:cNvPr>
          <p:cNvSpPr txBox="1"/>
          <p:nvPr/>
        </p:nvSpPr>
        <p:spPr>
          <a:xfrm>
            <a:off x="5147734" y="2905709"/>
            <a:ext cx="570089" cy="230832"/>
          </a:xfrm>
          <a:prstGeom prst="rect">
            <a:avLst/>
          </a:prstGeom>
          <a:noFill/>
        </p:spPr>
        <p:txBody>
          <a:bodyPr wrap="square" rtlCol="0">
            <a:spAutoFit/>
          </a:bodyPr>
          <a:lstStyle/>
          <a:p>
            <a:pPr algn="ctr"/>
            <a:r>
              <a:rPr lang="en-US" sz="900" dirty="0"/>
              <a:t>125678</a:t>
            </a:r>
          </a:p>
        </p:txBody>
      </p:sp>
      <p:sp>
        <p:nvSpPr>
          <p:cNvPr id="72" name="TextBox 71">
            <a:extLst>
              <a:ext uri="{FF2B5EF4-FFF2-40B4-BE49-F238E27FC236}">
                <a16:creationId xmlns:a16="http://schemas.microsoft.com/office/drawing/2014/main" id="{541A6D16-F100-89DD-9ED7-953FD701540F}"/>
              </a:ext>
            </a:extLst>
          </p:cNvPr>
          <p:cNvSpPr txBox="1"/>
          <p:nvPr/>
        </p:nvSpPr>
        <p:spPr>
          <a:xfrm>
            <a:off x="4645378" y="3525921"/>
            <a:ext cx="570089" cy="230832"/>
          </a:xfrm>
          <a:prstGeom prst="rect">
            <a:avLst/>
          </a:prstGeom>
          <a:noFill/>
        </p:spPr>
        <p:txBody>
          <a:bodyPr wrap="square" rtlCol="0">
            <a:spAutoFit/>
          </a:bodyPr>
          <a:lstStyle/>
          <a:p>
            <a:pPr algn="ctr"/>
            <a:r>
              <a:rPr lang="en-US" sz="900" dirty="0"/>
              <a:t>268</a:t>
            </a:r>
          </a:p>
        </p:txBody>
      </p:sp>
      <p:sp>
        <p:nvSpPr>
          <p:cNvPr id="74" name="TextBox 73">
            <a:extLst>
              <a:ext uri="{FF2B5EF4-FFF2-40B4-BE49-F238E27FC236}">
                <a16:creationId xmlns:a16="http://schemas.microsoft.com/office/drawing/2014/main" id="{CB21C2FC-E573-2B96-C5DB-A591374B13D0}"/>
              </a:ext>
            </a:extLst>
          </p:cNvPr>
          <p:cNvSpPr txBox="1"/>
          <p:nvPr/>
        </p:nvSpPr>
        <p:spPr>
          <a:xfrm>
            <a:off x="6152446" y="4527809"/>
            <a:ext cx="570089" cy="230832"/>
          </a:xfrm>
          <a:prstGeom prst="rect">
            <a:avLst/>
          </a:prstGeom>
          <a:noFill/>
        </p:spPr>
        <p:txBody>
          <a:bodyPr wrap="square" rtlCol="0">
            <a:spAutoFit/>
          </a:bodyPr>
          <a:lstStyle/>
          <a:p>
            <a:pPr algn="ctr"/>
            <a:r>
              <a:rPr lang="en-US" sz="900" dirty="0"/>
              <a:t>125678</a:t>
            </a:r>
          </a:p>
        </p:txBody>
      </p:sp>
      <p:sp>
        <p:nvSpPr>
          <p:cNvPr id="75" name="TextBox 74">
            <a:extLst>
              <a:ext uri="{FF2B5EF4-FFF2-40B4-BE49-F238E27FC236}">
                <a16:creationId xmlns:a16="http://schemas.microsoft.com/office/drawing/2014/main" id="{C1ACB762-FDF1-D153-7200-CF04811CA8CF}"/>
              </a:ext>
            </a:extLst>
          </p:cNvPr>
          <p:cNvSpPr txBox="1"/>
          <p:nvPr/>
        </p:nvSpPr>
        <p:spPr>
          <a:xfrm>
            <a:off x="6654802" y="3788329"/>
            <a:ext cx="570089" cy="230832"/>
          </a:xfrm>
          <a:prstGeom prst="rect">
            <a:avLst/>
          </a:prstGeom>
          <a:noFill/>
        </p:spPr>
        <p:txBody>
          <a:bodyPr wrap="square" rtlCol="0">
            <a:spAutoFit/>
          </a:bodyPr>
          <a:lstStyle/>
          <a:p>
            <a:pPr algn="ctr"/>
            <a:r>
              <a:rPr lang="en-US" sz="900" dirty="0"/>
              <a:t>2367</a:t>
            </a:r>
          </a:p>
        </p:txBody>
      </p:sp>
      <p:sp>
        <p:nvSpPr>
          <p:cNvPr id="76" name="TextBox 75">
            <a:extLst>
              <a:ext uri="{FF2B5EF4-FFF2-40B4-BE49-F238E27FC236}">
                <a16:creationId xmlns:a16="http://schemas.microsoft.com/office/drawing/2014/main" id="{6B2ECE40-0CF9-32C4-BEAF-C1FCA7900C32}"/>
              </a:ext>
            </a:extLst>
          </p:cNvPr>
          <p:cNvSpPr txBox="1"/>
          <p:nvPr/>
        </p:nvSpPr>
        <p:spPr>
          <a:xfrm>
            <a:off x="5650090" y="4527809"/>
            <a:ext cx="570089" cy="230832"/>
          </a:xfrm>
          <a:prstGeom prst="rect">
            <a:avLst/>
          </a:prstGeom>
          <a:noFill/>
        </p:spPr>
        <p:txBody>
          <a:bodyPr wrap="square" rtlCol="0">
            <a:spAutoFit/>
          </a:bodyPr>
          <a:lstStyle/>
          <a:p>
            <a:pPr algn="ctr"/>
            <a:r>
              <a:rPr lang="en-US" sz="900" dirty="0"/>
              <a:t>268</a:t>
            </a:r>
          </a:p>
        </p:txBody>
      </p:sp>
      <p:sp>
        <p:nvSpPr>
          <p:cNvPr id="73" name="TextBox 72">
            <a:extLst>
              <a:ext uri="{FF2B5EF4-FFF2-40B4-BE49-F238E27FC236}">
                <a16:creationId xmlns:a16="http://schemas.microsoft.com/office/drawing/2014/main" id="{574AE0E0-062F-AB62-EA44-3F1CDA72FE11}"/>
              </a:ext>
            </a:extLst>
          </p:cNvPr>
          <p:cNvSpPr txBox="1"/>
          <p:nvPr/>
        </p:nvSpPr>
        <p:spPr>
          <a:xfrm>
            <a:off x="5147734" y="3287385"/>
            <a:ext cx="570089" cy="230832"/>
          </a:xfrm>
          <a:prstGeom prst="rect">
            <a:avLst/>
          </a:prstGeom>
          <a:noFill/>
        </p:spPr>
        <p:txBody>
          <a:bodyPr wrap="square" rtlCol="0">
            <a:spAutoFit/>
          </a:bodyPr>
          <a:lstStyle/>
          <a:p>
            <a:pPr algn="ctr"/>
            <a:r>
              <a:rPr lang="en-US" sz="900" dirty="0"/>
              <a:t>235678</a:t>
            </a:r>
          </a:p>
        </p:txBody>
      </p:sp>
      <p:sp>
        <p:nvSpPr>
          <p:cNvPr id="77" name="TextBox 76">
            <a:extLst>
              <a:ext uri="{FF2B5EF4-FFF2-40B4-BE49-F238E27FC236}">
                <a16:creationId xmlns:a16="http://schemas.microsoft.com/office/drawing/2014/main" id="{5C62FA5C-D42C-8B4E-E3FA-86D175BE3B6F}"/>
              </a:ext>
            </a:extLst>
          </p:cNvPr>
          <p:cNvSpPr txBox="1"/>
          <p:nvPr/>
        </p:nvSpPr>
        <p:spPr>
          <a:xfrm>
            <a:off x="5650090" y="4026865"/>
            <a:ext cx="570089" cy="369332"/>
          </a:xfrm>
          <a:prstGeom prst="rect">
            <a:avLst/>
          </a:prstGeom>
          <a:noFill/>
        </p:spPr>
        <p:txBody>
          <a:bodyPr wrap="square" rtlCol="0">
            <a:spAutoFit/>
          </a:bodyPr>
          <a:lstStyle/>
          <a:p>
            <a:pPr algn="ctr"/>
            <a:r>
              <a:rPr lang="en-US" sz="900" dirty="0"/>
              <a:t>1236789</a:t>
            </a:r>
          </a:p>
        </p:txBody>
      </p:sp>
      <p:sp>
        <p:nvSpPr>
          <p:cNvPr id="78" name="TextBox 77">
            <a:extLst>
              <a:ext uri="{FF2B5EF4-FFF2-40B4-BE49-F238E27FC236}">
                <a16:creationId xmlns:a16="http://schemas.microsoft.com/office/drawing/2014/main" id="{91C45929-EA86-5292-55A5-DA9C3897263C}"/>
              </a:ext>
            </a:extLst>
          </p:cNvPr>
          <p:cNvSpPr txBox="1"/>
          <p:nvPr/>
        </p:nvSpPr>
        <p:spPr>
          <a:xfrm>
            <a:off x="6152446" y="3788329"/>
            <a:ext cx="570089" cy="230832"/>
          </a:xfrm>
          <a:prstGeom prst="rect">
            <a:avLst/>
          </a:prstGeom>
          <a:noFill/>
        </p:spPr>
        <p:txBody>
          <a:bodyPr wrap="square" rtlCol="0">
            <a:spAutoFit/>
          </a:bodyPr>
          <a:lstStyle/>
          <a:p>
            <a:pPr algn="ctr"/>
            <a:r>
              <a:rPr lang="en-US" sz="900" dirty="0"/>
              <a:t>235678</a:t>
            </a:r>
          </a:p>
        </p:txBody>
      </p:sp>
      <p:sp>
        <p:nvSpPr>
          <p:cNvPr id="79" name="TextBox 78">
            <a:extLst>
              <a:ext uri="{FF2B5EF4-FFF2-40B4-BE49-F238E27FC236}">
                <a16:creationId xmlns:a16="http://schemas.microsoft.com/office/drawing/2014/main" id="{C02496DB-9272-582D-F05F-45D49E243808}"/>
              </a:ext>
            </a:extLst>
          </p:cNvPr>
          <p:cNvSpPr txBox="1"/>
          <p:nvPr/>
        </p:nvSpPr>
        <p:spPr>
          <a:xfrm>
            <a:off x="6214537" y="3237891"/>
            <a:ext cx="462845" cy="584775"/>
          </a:xfrm>
          <a:prstGeom prst="rect">
            <a:avLst/>
          </a:prstGeom>
          <a:noFill/>
        </p:spPr>
        <p:txBody>
          <a:bodyPr wrap="square" rtlCol="0">
            <a:spAutoFit/>
          </a:bodyPr>
          <a:lstStyle/>
          <a:p>
            <a:pPr algn="ctr"/>
            <a:r>
              <a:rPr lang="en-US" sz="3200" dirty="0"/>
              <a:t>9</a:t>
            </a:r>
          </a:p>
        </p:txBody>
      </p:sp>
      <p:sp>
        <p:nvSpPr>
          <p:cNvPr id="80" name="TextBox 79">
            <a:extLst>
              <a:ext uri="{FF2B5EF4-FFF2-40B4-BE49-F238E27FC236}">
                <a16:creationId xmlns:a16="http://schemas.microsoft.com/office/drawing/2014/main" id="{997EE391-74D7-5F78-0860-DF63C21A01EA}"/>
              </a:ext>
            </a:extLst>
          </p:cNvPr>
          <p:cNvSpPr txBox="1"/>
          <p:nvPr/>
        </p:nvSpPr>
        <p:spPr>
          <a:xfrm>
            <a:off x="6152446" y="901933"/>
            <a:ext cx="570089" cy="230832"/>
          </a:xfrm>
          <a:prstGeom prst="rect">
            <a:avLst/>
          </a:prstGeom>
          <a:noFill/>
        </p:spPr>
        <p:txBody>
          <a:bodyPr wrap="square" rtlCol="0">
            <a:spAutoFit/>
          </a:bodyPr>
          <a:lstStyle/>
          <a:p>
            <a:pPr algn="ctr"/>
            <a:r>
              <a:rPr lang="en-US" sz="900" dirty="0"/>
              <a:t>18</a:t>
            </a:r>
          </a:p>
        </p:txBody>
      </p:sp>
      <p:sp>
        <p:nvSpPr>
          <p:cNvPr id="81" name="TextBox 80">
            <a:extLst>
              <a:ext uri="{FF2B5EF4-FFF2-40B4-BE49-F238E27FC236}">
                <a16:creationId xmlns:a16="http://schemas.microsoft.com/office/drawing/2014/main" id="{01C3CC3A-1B32-3A97-84E8-1B736404E0BA}"/>
              </a:ext>
            </a:extLst>
          </p:cNvPr>
          <p:cNvSpPr txBox="1"/>
          <p:nvPr/>
        </p:nvSpPr>
        <p:spPr>
          <a:xfrm>
            <a:off x="4143022" y="3907597"/>
            <a:ext cx="570089" cy="230832"/>
          </a:xfrm>
          <a:prstGeom prst="rect">
            <a:avLst/>
          </a:prstGeom>
          <a:noFill/>
        </p:spPr>
        <p:txBody>
          <a:bodyPr wrap="square" rtlCol="0">
            <a:spAutoFit/>
          </a:bodyPr>
          <a:lstStyle/>
          <a:p>
            <a:pPr algn="ctr"/>
            <a:r>
              <a:rPr lang="en-US" sz="900" dirty="0"/>
              <a:t>28</a:t>
            </a:r>
          </a:p>
        </p:txBody>
      </p:sp>
      <p:sp>
        <p:nvSpPr>
          <p:cNvPr id="82" name="TextBox 81">
            <a:extLst>
              <a:ext uri="{FF2B5EF4-FFF2-40B4-BE49-F238E27FC236}">
                <a16:creationId xmlns:a16="http://schemas.microsoft.com/office/drawing/2014/main" id="{09BAF8FE-FF65-5637-26C6-102220541023}"/>
              </a:ext>
            </a:extLst>
          </p:cNvPr>
          <p:cNvSpPr txBox="1"/>
          <p:nvPr/>
        </p:nvSpPr>
        <p:spPr>
          <a:xfrm>
            <a:off x="3640666" y="4408541"/>
            <a:ext cx="570089" cy="230832"/>
          </a:xfrm>
          <a:prstGeom prst="rect">
            <a:avLst/>
          </a:prstGeom>
          <a:noFill/>
        </p:spPr>
        <p:txBody>
          <a:bodyPr wrap="square" rtlCol="0">
            <a:spAutoFit/>
          </a:bodyPr>
          <a:lstStyle/>
          <a:p>
            <a:pPr algn="ctr"/>
            <a:r>
              <a:rPr lang="en-US" sz="900" dirty="0"/>
              <a:t>128</a:t>
            </a:r>
          </a:p>
        </p:txBody>
      </p:sp>
    </p:spTree>
    <p:extLst>
      <p:ext uri="{BB962C8B-B14F-4D97-AF65-F5344CB8AC3E}">
        <p14:creationId xmlns:p14="http://schemas.microsoft.com/office/powerpoint/2010/main" val="169772603"/>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31AB7A-2B69-F55C-C72B-70373A90C84C}"/>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7E37D104-CD62-ADB5-83FA-30E3E680FC8F}"/>
              </a:ext>
            </a:extLst>
          </p:cNvPr>
          <p:cNvSpPr>
            <a:spLocks noGrp="1"/>
          </p:cNvSpPr>
          <p:nvPr>
            <p:ph sz="half" idx="1"/>
          </p:nvPr>
        </p:nvSpPr>
        <p:spPr/>
        <p:txBody>
          <a:bodyPr>
            <a:normAutofit/>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E256A42B-4DF2-799E-13B6-0977E036166E}"/>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0867ED5B-CDC9-2AE0-06B7-CD8BD2EADB25}"/>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CFE16BB2-ADA5-B796-4A24-EFF3DCEF86D2}"/>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2BB2BBD7-4693-10E8-2F76-FD19F1A96FC5}"/>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BDFC75C0-9985-5A55-20FE-257914B440CB}"/>
              </a:ext>
            </a:extLst>
          </p:cNvPr>
          <p:cNvSpPr txBox="1"/>
          <p:nvPr/>
        </p:nvSpPr>
        <p:spPr>
          <a:xfrm>
            <a:off x="4715935" y="1224551"/>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8" name="TextBox 7">
            <a:extLst>
              <a:ext uri="{FF2B5EF4-FFF2-40B4-BE49-F238E27FC236}">
                <a16:creationId xmlns:a16="http://schemas.microsoft.com/office/drawing/2014/main" id="{7E2ECCAC-67AF-3051-ECF8-2FA097A1DFBA}"/>
              </a:ext>
            </a:extLst>
          </p:cNvPr>
          <p:cNvSpPr txBox="1"/>
          <p:nvPr/>
        </p:nvSpPr>
        <p:spPr>
          <a:xfrm>
            <a:off x="6214537" y="122455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9" name="TextBox 8">
            <a:extLst>
              <a:ext uri="{FF2B5EF4-FFF2-40B4-BE49-F238E27FC236}">
                <a16:creationId xmlns:a16="http://schemas.microsoft.com/office/drawing/2014/main" id="{ECEA1623-B675-46BC-6EF8-D8EF3BE0C036}"/>
              </a:ext>
            </a:extLst>
          </p:cNvPr>
          <p:cNvSpPr txBox="1"/>
          <p:nvPr/>
        </p:nvSpPr>
        <p:spPr>
          <a:xfrm>
            <a:off x="6714071" y="1224551"/>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10" name="TextBox 9">
            <a:extLst>
              <a:ext uri="{FF2B5EF4-FFF2-40B4-BE49-F238E27FC236}">
                <a16:creationId xmlns:a16="http://schemas.microsoft.com/office/drawing/2014/main" id="{AE2CC1CB-B511-333D-B7C3-11583293E064}"/>
              </a:ext>
            </a:extLst>
          </p:cNvPr>
          <p:cNvSpPr txBox="1"/>
          <p:nvPr/>
        </p:nvSpPr>
        <p:spPr>
          <a:xfrm>
            <a:off x="7213604" y="122455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11" name="TextBox 10">
            <a:extLst>
              <a:ext uri="{FF2B5EF4-FFF2-40B4-BE49-F238E27FC236}">
                <a16:creationId xmlns:a16="http://schemas.microsoft.com/office/drawing/2014/main" id="{2A52708F-CFCA-154D-DA10-E6C0B4466C4A}"/>
              </a:ext>
            </a:extLst>
          </p:cNvPr>
          <p:cNvSpPr txBox="1"/>
          <p:nvPr/>
        </p:nvSpPr>
        <p:spPr>
          <a:xfrm>
            <a:off x="6714071" y="721216"/>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12" name="TextBox 11">
            <a:extLst>
              <a:ext uri="{FF2B5EF4-FFF2-40B4-BE49-F238E27FC236}">
                <a16:creationId xmlns:a16="http://schemas.microsoft.com/office/drawing/2014/main" id="{9B45983E-E9E2-80D9-06DD-D960AD3D2B51}"/>
              </a:ext>
            </a:extLst>
          </p:cNvPr>
          <p:cNvSpPr txBox="1"/>
          <p:nvPr/>
        </p:nvSpPr>
        <p:spPr>
          <a:xfrm>
            <a:off x="7213604" y="721216"/>
            <a:ext cx="462845" cy="584775"/>
          </a:xfrm>
          <a:prstGeom prst="rect">
            <a:avLst/>
          </a:prstGeom>
          <a:solidFill>
            <a:srgbClr val="FF0000">
              <a:alpha val="30000"/>
            </a:srgbClr>
          </a:solidFill>
        </p:spPr>
        <p:txBody>
          <a:bodyPr wrap="square" rtlCol="0">
            <a:spAutoFit/>
          </a:bodyPr>
          <a:lstStyle/>
          <a:p>
            <a:pPr algn="ctr"/>
            <a:r>
              <a:rPr lang="en-US" sz="3200" dirty="0"/>
              <a:t>3</a:t>
            </a:r>
          </a:p>
        </p:txBody>
      </p:sp>
      <p:sp>
        <p:nvSpPr>
          <p:cNvPr id="13" name="TextBox 12">
            <a:extLst>
              <a:ext uri="{FF2B5EF4-FFF2-40B4-BE49-F238E27FC236}">
                <a16:creationId xmlns:a16="http://schemas.microsoft.com/office/drawing/2014/main" id="{61CC2B6B-882D-DE4B-A3F4-945AA90F2A69}"/>
              </a:ext>
            </a:extLst>
          </p:cNvPr>
          <p:cNvSpPr txBox="1"/>
          <p:nvPr/>
        </p:nvSpPr>
        <p:spPr>
          <a:xfrm>
            <a:off x="4216401" y="1727886"/>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14" name="TextBox 13">
            <a:extLst>
              <a:ext uri="{FF2B5EF4-FFF2-40B4-BE49-F238E27FC236}">
                <a16:creationId xmlns:a16="http://schemas.microsoft.com/office/drawing/2014/main" id="{61DC926D-5CBC-DCC3-6DCB-4553DFE3B927}"/>
              </a:ext>
            </a:extLst>
          </p:cNvPr>
          <p:cNvSpPr txBox="1"/>
          <p:nvPr/>
        </p:nvSpPr>
        <p:spPr>
          <a:xfrm>
            <a:off x="5215469" y="1727886"/>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15" name="TextBox 14">
            <a:extLst>
              <a:ext uri="{FF2B5EF4-FFF2-40B4-BE49-F238E27FC236}">
                <a16:creationId xmlns:a16="http://schemas.microsoft.com/office/drawing/2014/main" id="{BFEECCB7-29B6-4644-57A3-084EFD5302D1}"/>
              </a:ext>
            </a:extLst>
          </p:cNvPr>
          <p:cNvSpPr txBox="1"/>
          <p:nvPr/>
        </p:nvSpPr>
        <p:spPr>
          <a:xfrm>
            <a:off x="6214537" y="1727886"/>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16" name="TextBox 15">
            <a:extLst>
              <a:ext uri="{FF2B5EF4-FFF2-40B4-BE49-F238E27FC236}">
                <a16:creationId xmlns:a16="http://schemas.microsoft.com/office/drawing/2014/main" id="{99286EEA-3C57-5881-A4CD-B7C6BF2C0E6D}"/>
              </a:ext>
            </a:extLst>
          </p:cNvPr>
          <p:cNvSpPr txBox="1"/>
          <p:nvPr/>
        </p:nvSpPr>
        <p:spPr>
          <a:xfrm>
            <a:off x="6714071" y="172788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17" name="TextBox 16">
            <a:extLst>
              <a:ext uri="{FF2B5EF4-FFF2-40B4-BE49-F238E27FC236}">
                <a16:creationId xmlns:a16="http://schemas.microsoft.com/office/drawing/2014/main" id="{F160F13A-C971-14DA-8D3B-5FF2DD87A967}"/>
              </a:ext>
            </a:extLst>
          </p:cNvPr>
          <p:cNvSpPr txBox="1"/>
          <p:nvPr/>
        </p:nvSpPr>
        <p:spPr>
          <a:xfrm>
            <a:off x="3716867" y="223122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18" name="TextBox 17">
            <a:extLst>
              <a:ext uri="{FF2B5EF4-FFF2-40B4-BE49-F238E27FC236}">
                <a16:creationId xmlns:a16="http://schemas.microsoft.com/office/drawing/2014/main" id="{114274CC-BF32-E9EC-C250-CD951463BAEF}"/>
              </a:ext>
            </a:extLst>
          </p:cNvPr>
          <p:cNvSpPr txBox="1"/>
          <p:nvPr/>
        </p:nvSpPr>
        <p:spPr>
          <a:xfrm>
            <a:off x="5215469" y="2231221"/>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19" name="TextBox 18">
            <a:extLst>
              <a:ext uri="{FF2B5EF4-FFF2-40B4-BE49-F238E27FC236}">
                <a16:creationId xmlns:a16="http://schemas.microsoft.com/office/drawing/2014/main" id="{8D16185F-EBC0-E3B7-4D34-121BFCAAA908}"/>
              </a:ext>
            </a:extLst>
          </p:cNvPr>
          <p:cNvSpPr txBox="1"/>
          <p:nvPr/>
        </p:nvSpPr>
        <p:spPr>
          <a:xfrm>
            <a:off x="5715003" y="2231221"/>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20" name="TextBox 19">
            <a:extLst>
              <a:ext uri="{FF2B5EF4-FFF2-40B4-BE49-F238E27FC236}">
                <a16:creationId xmlns:a16="http://schemas.microsoft.com/office/drawing/2014/main" id="{700A90FC-2BDF-272B-460B-13563CD9E50F}"/>
              </a:ext>
            </a:extLst>
          </p:cNvPr>
          <p:cNvSpPr txBox="1"/>
          <p:nvPr/>
        </p:nvSpPr>
        <p:spPr>
          <a:xfrm>
            <a:off x="6214537" y="223122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21" name="TextBox 20">
            <a:extLst>
              <a:ext uri="{FF2B5EF4-FFF2-40B4-BE49-F238E27FC236}">
                <a16:creationId xmlns:a16="http://schemas.microsoft.com/office/drawing/2014/main" id="{BA4B3BAD-EFE5-FA0A-4F42-8A10901250E3}"/>
              </a:ext>
            </a:extLst>
          </p:cNvPr>
          <p:cNvSpPr txBox="1"/>
          <p:nvPr/>
        </p:nvSpPr>
        <p:spPr>
          <a:xfrm>
            <a:off x="6714071" y="223122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2" name="TextBox 21">
            <a:extLst>
              <a:ext uri="{FF2B5EF4-FFF2-40B4-BE49-F238E27FC236}">
                <a16:creationId xmlns:a16="http://schemas.microsoft.com/office/drawing/2014/main" id="{74ACA3F8-42D9-BB7A-1B72-8D5AB4F9314A}"/>
              </a:ext>
            </a:extLst>
          </p:cNvPr>
          <p:cNvSpPr txBox="1"/>
          <p:nvPr/>
        </p:nvSpPr>
        <p:spPr>
          <a:xfrm>
            <a:off x="4216401" y="2734556"/>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23" name="TextBox 22">
            <a:extLst>
              <a:ext uri="{FF2B5EF4-FFF2-40B4-BE49-F238E27FC236}">
                <a16:creationId xmlns:a16="http://schemas.microsoft.com/office/drawing/2014/main" id="{003EF51F-A62A-BD01-4253-0C28A1279F20}"/>
              </a:ext>
            </a:extLst>
          </p:cNvPr>
          <p:cNvSpPr txBox="1"/>
          <p:nvPr/>
        </p:nvSpPr>
        <p:spPr>
          <a:xfrm>
            <a:off x="5215469" y="2734556"/>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4" name="TextBox 23">
            <a:extLst>
              <a:ext uri="{FF2B5EF4-FFF2-40B4-BE49-F238E27FC236}">
                <a16:creationId xmlns:a16="http://schemas.microsoft.com/office/drawing/2014/main" id="{97FF9B79-8FAE-0C77-60DB-88610F0AE7A5}"/>
              </a:ext>
            </a:extLst>
          </p:cNvPr>
          <p:cNvSpPr txBox="1"/>
          <p:nvPr/>
        </p:nvSpPr>
        <p:spPr>
          <a:xfrm>
            <a:off x="6714071" y="2734556"/>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25" name="TextBox 24">
            <a:extLst>
              <a:ext uri="{FF2B5EF4-FFF2-40B4-BE49-F238E27FC236}">
                <a16:creationId xmlns:a16="http://schemas.microsoft.com/office/drawing/2014/main" id="{111F20DE-8FF7-4BE6-0F43-789E93318E42}"/>
              </a:ext>
            </a:extLst>
          </p:cNvPr>
          <p:cNvSpPr txBox="1"/>
          <p:nvPr/>
        </p:nvSpPr>
        <p:spPr>
          <a:xfrm>
            <a:off x="3716867" y="323789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6" name="TextBox 25">
            <a:extLst>
              <a:ext uri="{FF2B5EF4-FFF2-40B4-BE49-F238E27FC236}">
                <a16:creationId xmlns:a16="http://schemas.microsoft.com/office/drawing/2014/main" id="{7947174A-7154-C36C-01EA-A8C11F21CF9A}"/>
              </a:ext>
            </a:extLst>
          </p:cNvPr>
          <p:cNvSpPr txBox="1"/>
          <p:nvPr/>
        </p:nvSpPr>
        <p:spPr>
          <a:xfrm>
            <a:off x="4715935" y="323789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27" name="TextBox 26">
            <a:extLst>
              <a:ext uri="{FF2B5EF4-FFF2-40B4-BE49-F238E27FC236}">
                <a16:creationId xmlns:a16="http://schemas.microsoft.com/office/drawing/2014/main" id="{6F4F5C6F-99BD-BC52-04CB-46B1E1D2B28A}"/>
              </a:ext>
            </a:extLst>
          </p:cNvPr>
          <p:cNvSpPr txBox="1"/>
          <p:nvPr/>
        </p:nvSpPr>
        <p:spPr>
          <a:xfrm>
            <a:off x="5215469" y="323789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28" name="TextBox 27">
            <a:extLst>
              <a:ext uri="{FF2B5EF4-FFF2-40B4-BE49-F238E27FC236}">
                <a16:creationId xmlns:a16="http://schemas.microsoft.com/office/drawing/2014/main" id="{27D4C57A-9330-6ECA-AC07-DD13BE8F9D25}"/>
              </a:ext>
            </a:extLst>
          </p:cNvPr>
          <p:cNvSpPr txBox="1"/>
          <p:nvPr/>
        </p:nvSpPr>
        <p:spPr>
          <a:xfrm>
            <a:off x="7213604" y="3237891"/>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29" name="TextBox 28">
            <a:extLst>
              <a:ext uri="{FF2B5EF4-FFF2-40B4-BE49-F238E27FC236}">
                <a16:creationId xmlns:a16="http://schemas.microsoft.com/office/drawing/2014/main" id="{50F07F26-B4CE-8C15-DDAB-FBEC887E16F8}"/>
              </a:ext>
            </a:extLst>
          </p:cNvPr>
          <p:cNvSpPr txBox="1"/>
          <p:nvPr/>
        </p:nvSpPr>
        <p:spPr>
          <a:xfrm>
            <a:off x="3217333" y="3741226"/>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30" name="TextBox 29">
            <a:extLst>
              <a:ext uri="{FF2B5EF4-FFF2-40B4-BE49-F238E27FC236}">
                <a16:creationId xmlns:a16="http://schemas.microsoft.com/office/drawing/2014/main" id="{B125C3B7-6901-1A09-632A-5DB9D033D0E6}"/>
              </a:ext>
            </a:extLst>
          </p:cNvPr>
          <p:cNvSpPr txBox="1"/>
          <p:nvPr/>
        </p:nvSpPr>
        <p:spPr>
          <a:xfrm>
            <a:off x="3716867" y="374122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31" name="TextBox 30">
            <a:extLst>
              <a:ext uri="{FF2B5EF4-FFF2-40B4-BE49-F238E27FC236}">
                <a16:creationId xmlns:a16="http://schemas.microsoft.com/office/drawing/2014/main" id="{86A97762-BF5A-18DA-7B7B-75BEF4CC5696}"/>
              </a:ext>
            </a:extLst>
          </p:cNvPr>
          <p:cNvSpPr txBox="1"/>
          <p:nvPr/>
        </p:nvSpPr>
        <p:spPr>
          <a:xfrm>
            <a:off x="5715003" y="3741226"/>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32" name="TextBox 31">
            <a:extLst>
              <a:ext uri="{FF2B5EF4-FFF2-40B4-BE49-F238E27FC236}">
                <a16:creationId xmlns:a16="http://schemas.microsoft.com/office/drawing/2014/main" id="{29CD4510-2D9B-D628-FFB7-07FA0B2A8051}"/>
              </a:ext>
            </a:extLst>
          </p:cNvPr>
          <p:cNvSpPr txBox="1"/>
          <p:nvPr/>
        </p:nvSpPr>
        <p:spPr>
          <a:xfrm>
            <a:off x="6214537" y="3741226"/>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33" name="TextBox 32">
            <a:extLst>
              <a:ext uri="{FF2B5EF4-FFF2-40B4-BE49-F238E27FC236}">
                <a16:creationId xmlns:a16="http://schemas.microsoft.com/office/drawing/2014/main" id="{E0503842-89B0-8690-7505-86C7DDDCE839}"/>
              </a:ext>
            </a:extLst>
          </p:cNvPr>
          <p:cNvSpPr txBox="1"/>
          <p:nvPr/>
        </p:nvSpPr>
        <p:spPr>
          <a:xfrm>
            <a:off x="6714071" y="374122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34" name="TextBox 33">
            <a:extLst>
              <a:ext uri="{FF2B5EF4-FFF2-40B4-BE49-F238E27FC236}">
                <a16:creationId xmlns:a16="http://schemas.microsoft.com/office/drawing/2014/main" id="{CDB74858-8511-5A37-A355-C47669EBB958}"/>
              </a:ext>
            </a:extLst>
          </p:cNvPr>
          <p:cNvSpPr txBox="1"/>
          <p:nvPr/>
        </p:nvSpPr>
        <p:spPr>
          <a:xfrm>
            <a:off x="7213604" y="3741226"/>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35" name="TextBox 34">
            <a:extLst>
              <a:ext uri="{FF2B5EF4-FFF2-40B4-BE49-F238E27FC236}">
                <a16:creationId xmlns:a16="http://schemas.microsoft.com/office/drawing/2014/main" id="{9D2A4A82-D3B7-3165-38FB-94E06D88C03E}"/>
              </a:ext>
            </a:extLst>
          </p:cNvPr>
          <p:cNvSpPr txBox="1"/>
          <p:nvPr/>
        </p:nvSpPr>
        <p:spPr>
          <a:xfrm>
            <a:off x="3217333" y="424456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36" name="TextBox 35">
            <a:extLst>
              <a:ext uri="{FF2B5EF4-FFF2-40B4-BE49-F238E27FC236}">
                <a16:creationId xmlns:a16="http://schemas.microsoft.com/office/drawing/2014/main" id="{051D6B9B-6A60-E394-151C-691112E77582}"/>
              </a:ext>
            </a:extLst>
          </p:cNvPr>
          <p:cNvSpPr txBox="1"/>
          <p:nvPr/>
        </p:nvSpPr>
        <p:spPr>
          <a:xfrm>
            <a:off x="4216401" y="4244561"/>
            <a:ext cx="462845" cy="584775"/>
          </a:xfrm>
          <a:prstGeom prst="rect">
            <a:avLst/>
          </a:prstGeom>
          <a:solidFill>
            <a:srgbClr val="FF0000">
              <a:alpha val="30000"/>
            </a:srgbClr>
          </a:solidFill>
        </p:spPr>
        <p:txBody>
          <a:bodyPr wrap="square" rtlCol="0">
            <a:spAutoFit/>
          </a:bodyPr>
          <a:lstStyle/>
          <a:p>
            <a:pPr algn="ctr"/>
            <a:r>
              <a:rPr lang="en-US" sz="3200" dirty="0"/>
              <a:t>3</a:t>
            </a:r>
          </a:p>
        </p:txBody>
      </p:sp>
      <p:sp>
        <p:nvSpPr>
          <p:cNvPr id="37" name="TextBox 36">
            <a:extLst>
              <a:ext uri="{FF2B5EF4-FFF2-40B4-BE49-F238E27FC236}">
                <a16:creationId xmlns:a16="http://schemas.microsoft.com/office/drawing/2014/main" id="{1B065351-DFB2-2135-2294-49D92049EF0B}"/>
              </a:ext>
            </a:extLst>
          </p:cNvPr>
          <p:cNvSpPr txBox="1"/>
          <p:nvPr/>
        </p:nvSpPr>
        <p:spPr>
          <a:xfrm>
            <a:off x="5715003" y="424456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38" name="TextBox 37">
            <a:extLst>
              <a:ext uri="{FF2B5EF4-FFF2-40B4-BE49-F238E27FC236}">
                <a16:creationId xmlns:a16="http://schemas.microsoft.com/office/drawing/2014/main" id="{E9BB29B1-2C40-87D2-DB1B-F2AF9AEBB570}"/>
              </a:ext>
            </a:extLst>
          </p:cNvPr>
          <p:cNvSpPr txBox="1"/>
          <p:nvPr/>
        </p:nvSpPr>
        <p:spPr>
          <a:xfrm>
            <a:off x="6214537" y="424456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39" name="TextBox 38">
            <a:extLst>
              <a:ext uri="{FF2B5EF4-FFF2-40B4-BE49-F238E27FC236}">
                <a16:creationId xmlns:a16="http://schemas.microsoft.com/office/drawing/2014/main" id="{76101BCC-9C76-ED5E-7DA5-543F645C2FD0}"/>
              </a:ext>
            </a:extLst>
          </p:cNvPr>
          <p:cNvSpPr txBox="1"/>
          <p:nvPr/>
        </p:nvSpPr>
        <p:spPr>
          <a:xfrm>
            <a:off x="6714071" y="4244561"/>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40" name="TextBox 39">
            <a:extLst>
              <a:ext uri="{FF2B5EF4-FFF2-40B4-BE49-F238E27FC236}">
                <a16:creationId xmlns:a16="http://schemas.microsoft.com/office/drawing/2014/main" id="{EEDACC0D-7DA2-18DD-7A0C-0A9F0FD7C2C4}"/>
              </a:ext>
            </a:extLst>
          </p:cNvPr>
          <p:cNvSpPr txBox="1"/>
          <p:nvPr/>
        </p:nvSpPr>
        <p:spPr>
          <a:xfrm>
            <a:off x="7213604" y="424456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41" name="TextBox 40">
            <a:extLst>
              <a:ext uri="{FF2B5EF4-FFF2-40B4-BE49-F238E27FC236}">
                <a16:creationId xmlns:a16="http://schemas.microsoft.com/office/drawing/2014/main" id="{34C62A1A-BD64-F07E-F467-440FD6D33B47}"/>
              </a:ext>
            </a:extLst>
          </p:cNvPr>
          <p:cNvSpPr txBox="1"/>
          <p:nvPr/>
        </p:nvSpPr>
        <p:spPr>
          <a:xfrm>
            <a:off x="3217333" y="4747898"/>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42" name="TextBox 41">
            <a:extLst>
              <a:ext uri="{FF2B5EF4-FFF2-40B4-BE49-F238E27FC236}">
                <a16:creationId xmlns:a16="http://schemas.microsoft.com/office/drawing/2014/main" id="{4938858D-3550-0DAD-1604-F14A9900BD6A}"/>
              </a:ext>
            </a:extLst>
          </p:cNvPr>
          <p:cNvSpPr txBox="1"/>
          <p:nvPr/>
        </p:nvSpPr>
        <p:spPr>
          <a:xfrm>
            <a:off x="3716867" y="4747898"/>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43" name="TextBox 42">
            <a:extLst>
              <a:ext uri="{FF2B5EF4-FFF2-40B4-BE49-F238E27FC236}">
                <a16:creationId xmlns:a16="http://schemas.microsoft.com/office/drawing/2014/main" id="{D641BB41-634F-BAFB-7E13-8A70EC34D68E}"/>
              </a:ext>
            </a:extLst>
          </p:cNvPr>
          <p:cNvSpPr txBox="1"/>
          <p:nvPr/>
        </p:nvSpPr>
        <p:spPr>
          <a:xfrm>
            <a:off x="4216401" y="4747898"/>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44" name="TextBox 43">
            <a:extLst>
              <a:ext uri="{FF2B5EF4-FFF2-40B4-BE49-F238E27FC236}">
                <a16:creationId xmlns:a16="http://schemas.microsoft.com/office/drawing/2014/main" id="{6C36A88A-1070-3326-83D3-CE3EB4BCA147}"/>
              </a:ext>
            </a:extLst>
          </p:cNvPr>
          <p:cNvSpPr txBox="1"/>
          <p:nvPr/>
        </p:nvSpPr>
        <p:spPr>
          <a:xfrm>
            <a:off x="7157158" y="1522145"/>
            <a:ext cx="570089" cy="230832"/>
          </a:xfrm>
          <a:prstGeom prst="rect">
            <a:avLst/>
          </a:prstGeom>
          <a:noFill/>
        </p:spPr>
        <p:txBody>
          <a:bodyPr wrap="square" rtlCol="0">
            <a:spAutoFit/>
          </a:bodyPr>
          <a:lstStyle/>
          <a:p>
            <a:pPr algn="ctr"/>
            <a:r>
              <a:rPr lang="en-US" sz="900" dirty="0"/>
              <a:t>57</a:t>
            </a:r>
          </a:p>
        </p:txBody>
      </p:sp>
      <p:sp>
        <p:nvSpPr>
          <p:cNvPr id="45" name="TextBox 44">
            <a:extLst>
              <a:ext uri="{FF2B5EF4-FFF2-40B4-BE49-F238E27FC236}">
                <a16:creationId xmlns:a16="http://schemas.microsoft.com/office/drawing/2014/main" id="{4C3F4782-993E-A37F-E6CE-5EE4E85EE20A}"/>
              </a:ext>
            </a:extLst>
          </p:cNvPr>
          <p:cNvSpPr txBox="1"/>
          <p:nvPr/>
        </p:nvSpPr>
        <p:spPr>
          <a:xfrm>
            <a:off x="4143022" y="5028752"/>
            <a:ext cx="570089" cy="230832"/>
          </a:xfrm>
          <a:prstGeom prst="rect">
            <a:avLst/>
          </a:prstGeom>
          <a:noFill/>
        </p:spPr>
        <p:txBody>
          <a:bodyPr wrap="square" rtlCol="0">
            <a:spAutoFit/>
          </a:bodyPr>
          <a:lstStyle/>
          <a:p>
            <a:pPr algn="ctr"/>
            <a:r>
              <a:rPr lang="en-US" sz="900" dirty="0"/>
              <a:t>57</a:t>
            </a:r>
          </a:p>
        </p:txBody>
      </p:sp>
      <p:sp>
        <p:nvSpPr>
          <p:cNvPr id="46" name="TextBox 45">
            <a:extLst>
              <a:ext uri="{FF2B5EF4-FFF2-40B4-BE49-F238E27FC236}">
                <a16:creationId xmlns:a16="http://schemas.microsoft.com/office/drawing/2014/main" id="{784DD849-641A-4626-A232-47BDD8B9BE55}"/>
              </a:ext>
            </a:extLst>
          </p:cNvPr>
          <p:cNvSpPr txBox="1"/>
          <p:nvPr/>
        </p:nvSpPr>
        <p:spPr>
          <a:xfrm>
            <a:off x="6654802" y="1522145"/>
            <a:ext cx="570089" cy="230832"/>
          </a:xfrm>
          <a:prstGeom prst="rect">
            <a:avLst/>
          </a:prstGeom>
          <a:noFill/>
        </p:spPr>
        <p:txBody>
          <a:bodyPr wrap="square" rtlCol="0">
            <a:spAutoFit/>
          </a:bodyPr>
          <a:lstStyle/>
          <a:p>
            <a:pPr algn="ctr"/>
            <a:r>
              <a:rPr lang="en-US" sz="900" dirty="0"/>
              <a:t>56789</a:t>
            </a:r>
          </a:p>
        </p:txBody>
      </p:sp>
      <p:sp>
        <p:nvSpPr>
          <p:cNvPr id="47" name="TextBox 46">
            <a:extLst>
              <a:ext uri="{FF2B5EF4-FFF2-40B4-BE49-F238E27FC236}">
                <a16:creationId xmlns:a16="http://schemas.microsoft.com/office/drawing/2014/main" id="{29395147-F6E9-959E-D9F8-1166705DB071}"/>
              </a:ext>
            </a:extLst>
          </p:cNvPr>
          <p:cNvSpPr txBox="1"/>
          <p:nvPr/>
        </p:nvSpPr>
        <p:spPr>
          <a:xfrm>
            <a:off x="3640666" y="5028752"/>
            <a:ext cx="570089" cy="230832"/>
          </a:xfrm>
          <a:prstGeom prst="rect">
            <a:avLst/>
          </a:prstGeom>
          <a:noFill/>
        </p:spPr>
        <p:txBody>
          <a:bodyPr wrap="square" rtlCol="0">
            <a:spAutoFit/>
          </a:bodyPr>
          <a:lstStyle/>
          <a:p>
            <a:pPr algn="ctr"/>
            <a:r>
              <a:rPr lang="en-US" sz="900" dirty="0"/>
              <a:t>56789</a:t>
            </a:r>
          </a:p>
        </p:txBody>
      </p:sp>
      <p:sp>
        <p:nvSpPr>
          <p:cNvPr id="50" name="TextBox 49">
            <a:extLst>
              <a:ext uri="{FF2B5EF4-FFF2-40B4-BE49-F238E27FC236}">
                <a16:creationId xmlns:a16="http://schemas.microsoft.com/office/drawing/2014/main" id="{E013B880-2208-FB0A-8CF5-500134AC300D}"/>
              </a:ext>
            </a:extLst>
          </p:cNvPr>
          <p:cNvSpPr txBox="1"/>
          <p:nvPr/>
        </p:nvSpPr>
        <p:spPr>
          <a:xfrm>
            <a:off x="6152446" y="1402877"/>
            <a:ext cx="570089" cy="230832"/>
          </a:xfrm>
          <a:prstGeom prst="rect">
            <a:avLst/>
          </a:prstGeom>
          <a:noFill/>
        </p:spPr>
        <p:txBody>
          <a:bodyPr wrap="square" rtlCol="0">
            <a:spAutoFit/>
          </a:bodyPr>
          <a:lstStyle/>
          <a:p>
            <a:pPr algn="ctr"/>
            <a:r>
              <a:rPr lang="en-US" sz="900" dirty="0"/>
              <a:t>5678</a:t>
            </a:r>
          </a:p>
        </p:txBody>
      </p:sp>
      <p:sp>
        <p:nvSpPr>
          <p:cNvPr id="51" name="TextBox 50">
            <a:extLst>
              <a:ext uri="{FF2B5EF4-FFF2-40B4-BE49-F238E27FC236}">
                <a16:creationId xmlns:a16="http://schemas.microsoft.com/office/drawing/2014/main" id="{DA43118C-193A-1B77-69FF-C32A0029252C}"/>
              </a:ext>
            </a:extLst>
          </p:cNvPr>
          <p:cNvSpPr txBox="1"/>
          <p:nvPr/>
        </p:nvSpPr>
        <p:spPr>
          <a:xfrm>
            <a:off x="3138310" y="4408541"/>
            <a:ext cx="570089" cy="230832"/>
          </a:xfrm>
          <a:prstGeom prst="rect">
            <a:avLst/>
          </a:prstGeom>
          <a:noFill/>
        </p:spPr>
        <p:txBody>
          <a:bodyPr wrap="square" rtlCol="0">
            <a:spAutoFit/>
          </a:bodyPr>
          <a:lstStyle/>
          <a:p>
            <a:pPr algn="ctr"/>
            <a:r>
              <a:rPr lang="en-US" sz="900" dirty="0"/>
              <a:t>5678</a:t>
            </a:r>
          </a:p>
        </p:txBody>
      </p:sp>
      <p:sp>
        <p:nvSpPr>
          <p:cNvPr id="52" name="TextBox 51">
            <a:extLst>
              <a:ext uri="{FF2B5EF4-FFF2-40B4-BE49-F238E27FC236}">
                <a16:creationId xmlns:a16="http://schemas.microsoft.com/office/drawing/2014/main" id="{D50A4D3D-F55E-238D-D869-5195AA4B0655}"/>
              </a:ext>
            </a:extLst>
          </p:cNvPr>
          <p:cNvSpPr txBox="1"/>
          <p:nvPr/>
        </p:nvSpPr>
        <p:spPr>
          <a:xfrm>
            <a:off x="3640666" y="3406653"/>
            <a:ext cx="570089" cy="230832"/>
          </a:xfrm>
          <a:prstGeom prst="rect">
            <a:avLst/>
          </a:prstGeom>
          <a:noFill/>
        </p:spPr>
        <p:txBody>
          <a:bodyPr wrap="square" rtlCol="0">
            <a:spAutoFit/>
          </a:bodyPr>
          <a:lstStyle/>
          <a:p>
            <a:pPr algn="ctr"/>
            <a:r>
              <a:rPr lang="en-US" sz="900" dirty="0"/>
              <a:t>23567</a:t>
            </a:r>
          </a:p>
        </p:txBody>
      </p:sp>
      <p:sp>
        <p:nvSpPr>
          <p:cNvPr id="53" name="TextBox 52">
            <a:extLst>
              <a:ext uri="{FF2B5EF4-FFF2-40B4-BE49-F238E27FC236}">
                <a16:creationId xmlns:a16="http://schemas.microsoft.com/office/drawing/2014/main" id="{AA87C8A8-8634-A6D9-93E1-9604DBC4FBA4}"/>
              </a:ext>
            </a:extLst>
          </p:cNvPr>
          <p:cNvSpPr txBox="1"/>
          <p:nvPr/>
        </p:nvSpPr>
        <p:spPr>
          <a:xfrm>
            <a:off x="3640666" y="4026865"/>
            <a:ext cx="570089" cy="230832"/>
          </a:xfrm>
          <a:prstGeom prst="rect">
            <a:avLst/>
          </a:prstGeom>
          <a:noFill/>
        </p:spPr>
        <p:txBody>
          <a:bodyPr wrap="square" rtlCol="0">
            <a:spAutoFit/>
          </a:bodyPr>
          <a:lstStyle/>
          <a:p>
            <a:pPr algn="ctr"/>
            <a:r>
              <a:rPr lang="en-US" sz="900" dirty="0"/>
              <a:t>56789</a:t>
            </a:r>
          </a:p>
        </p:txBody>
      </p:sp>
      <p:sp>
        <p:nvSpPr>
          <p:cNvPr id="54" name="TextBox 53">
            <a:extLst>
              <a:ext uri="{FF2B5EF4-FFF2-40B4-BE49-F238E27FC236}">
                <a16:creationId xmlns:a16="http://schemas.microsoft.com/office/drawing/2014/main" id="{B49BE08D-0A6A-393B-0D1F-BA26214BB82E}"/>
              </a:ext>
            </a:extLst>
          </p:cNvPr>
          <p:cNvSpPr txBox="1"/>
          <p:nvPr/>
        </p:nvSpPr>
        <p:spPr>
          <a:xfrm>
            <a:off x="3138310" y="3788329"/>
            <a:ext cx="570089" cy="230832"/>
          </a:xfrm>
          <a:prstGeom prst="rect">
            <a:avLst/>
          </a:prstGeom>
          <a:noFill/>
        </p:spPr>
        <p:txBody>
          <a:bodyPr wrap="square" rtlCol="0">
            <a:spAutoFit/>
          </a:bodyPr>
          <a:lstStyle/>
          <a:p>
            <a:pPr algn="ctr"/>
            <a:r>
              <a:rPr lang="en-US" sz="900" dirty="0"/>
              <a:t>15678</a:t>
            </a:r>
          </a:p>
        </p:txBody>
      </p:sp>
      <p:sp>
        <p:nvSpPr>
          <p:cNvPr id="55" name="TextBox 54">
            <a:extLst>
              <a:ext uri="{FF2B5EF4-FFF2-40B4-BE49-F238E27FC236}">
                <a16:creationId xmlns:a16="http://schemas.microsoft.com/office/drawing/2014/main" id="{BD6872F8-B689-76FF-B486-08DBA3E81AA9}"/>
              </a:ext>
            </a:extLst>
          </p:cNvPr>
          <p:cNvSpPr txBox="1"/>
          <p:nvPr/>
        </p:nvSpPr>
        <p:spPr>
          <a:xfrm>
            <a:off x="6152446" y="2023089"/>
            <a:ext cx="570089" cy="230832"/>
          </a:xfrm>
          <a:prstGeom prst="rect">
            <a:avLst/>
          </a:prstGeom>
          <a:noFill/>
        </p:spPr>
        <p:txBody>
          <a:bodyPr wrap="square" rtlCol="0">
            <a:spAutoFit/>
          </a:bodyPr>
          <a:lstStyle/>
          <a:p>
            <a:pPr algn="ctr"/>
            <a:r>
              <a:rPr lang="en-US" sz="900" dirty="0"/>
              <a:t>15678</a:t>
            </a:r>
          </a:p>
        </p:txBody>
      </p:sp>
      <p:sp>
        <p:nvSpPr>
          <p:cNvPr id="56" name="TextBox 55">
            <a:extLst>
              <a:ext uri="{FF2B5EF4-FFF2-40B4-BE49-F238E27FC236}">
                <a16:creationId xmlns:a16="http://schemas.microsoft.com/office/drawing/2014/main" id="{7CA72CF7-09D3-F07F-DDAC-FBEC2DA9E638}"/>
              </a:ext>
            </a:extLst>
          </p:cNvPr>
          <p:cNvSpPr txBox="1"/>
          <p:nvPr/>
        </p:nvSpPr>
        <p:spPr>
          <a:xfrm>
            <a:off x="6654802" y="1784553"/>
            <a:ext cx="570089" cy="230832"/>
          </a:xfrm>
          <a:prstGeom prst="rect">
            <a:avLst/>
          </a:prstGeom>
          <a:noFill/>
        </p:spPr>
        <p:txBody>
          <a:bodyPr wrap="square" rtlCol="0">
            <a:spAutoFit/>
          </a:bodyPr>
          <a:lstStyle/>
          <a:p>
            <a:pPr algn="ctr"/>
            <a:r>
              <a:rPr lang="en-US" sz="900" dirty="0"/>
              <a:t>56789</a:t>
            </a:r>
          </a:p>
        </p:txBody>
      </p:sp>
      <p:sp>
        <p:nvSpPr>
          <p:cNvPr id="57" name="TextBox 56">
            <a:extLst>
              <a:ext uri="{FF2B5EF4-FFF2-40B4-BE49-F238E27FC236}">
                <a16:creationId xmlns:a16="http://schemas.microsoft.com/office/drawing/2014/main" id="{5A31FA8E-5451-1141-BD14-23E2FA29B8DA}"/>
              </a:ext>
            </a:extLst>
          </p:cNvPr>
          <p:cNvSpPr txBox="1"/>
          <p:nvPr/>
        </p:nvSpPr>
        <p:spPr>
          <a:xfrm>
            <a:off x="6654802" y="2524033"/>
            <a:ext cx="570089" cy="230832"/>
          </a:xfrm>
          <a:prstGeom prst="rect">
            <a:avLst/>
          </a:prstGeom>
          <a:noFill/>
        </p:spPr>
        <p:txBody>
          <a:bodyPr wrap="square" rtlCol="0">
            <a:spAutoFit/>
          </a:bodyPr>
          <a:lstStyle/>
          <a:p>
            <a:pPr algn="ctr"/>
            <a:r>
              <a:rPr lang="en-US" sz="900" dirty="0"/>
              <a:t>23567</a:t>
            </a:r>
          </a:p>
        </p:txBody>
      </p:sp>
      <p:sp>
        <p:nvSpPr>
          <p:cNvPr id="58" name="TextBox 57">
            <a:extLst>
              <a:ext uri="{FF2B5EF4-FFF2-40B4-BE49-F238E27FC236}">
                <a16:creationId xmlns:a16="http://schemas.microsoft.com/office/drawing/2014/main" id="{16586947-6B24-E3B9-F8A2-57E109D2C20E}"/>
              </a:ext>
            </a:extLst>
          </p:cNvPr>
          <p:cNvSpPr txBox="1"/>
          <p:nvPr/>
        </p:nvSpPr>
        <p:spPr>
          <a:xfrm>
            <a:off x="4143022" y="1903821"/>
            <a:ext cx="570089" cy="230832"/>
          </a:xfrm>
          <a:prstGeom prst="rect">
            <a:avLst/>
          </a:prstGeom>
          <a:noFill/>
        </p:spPr>
        <p:txBody>
          <a:bodyPr wrap="square" rtlCol="0">
            <a:spAutoFit/>
          </a:bodyPr>
          <a:lstStyle/>
          <a:p>
            <a:pPr algn="ctr"/>
            <a:r>
              <a:rPr lang="en-US" sz="900" dirty="0"/>
              <a:t>75</a:t>
            </a:r>
          </a:p>
        </p:txBody>
      </p:sp>
      <p:sp>
        <p:nvSpPr>
          <p:cNvPr id="59" name="TextBox 58">
            <a:extLst>
              <a:ext uri="{FF2B5EF4-FFF2-40B4-BE49-F238E27FC236}">
                <a16:creationId xmlns:a16="http://schemas.microsoft.com/office/drawing/2014/main" id="{8A7513AB-20FA-4AEB-A27E-61874716DDB9}"/>
              </a:ext>
            </a:extLst>
          </p:cNvPr>
          <p:cNvSpPr txBox="1"/>
          <p:nvPr/>
        </p:nvSpPr>
        <p:spPr>
          <a:xfrm>
            <a:off x="3640666" y="2404765"/>
            <a:ext cx="570089" cy="230832"/>
          </a:xfrm>
          <a:prstGeom prst="rect">
            <a:avLst/>
          </a:prstGeom>
          <a:noFill/>
        </p:spPr>
        <p:txBody>
          <a:bodyPr wrap="square" rtlCol="0">
            <a:spAutoFit/>
          </a:bodyPr>
          <a:lstStyle/>
          <a:p>
            <a:pPr algn="ctr"/>
            <a:r>
              <a:rPr lang="en-US" sz="900" dirty="0"/>
              <a:t>23567</a:t>
            </a:r>
          </a:p>
        </p:txBody>
      </p:sp>
      <p:sp>
        <p:nvSpPr>
          <p:cNvPr id="60" name="TextBox 59">
            <a:extLst>
              <a:ext uri="{FF2B5EF4-FFF2-40B4-BE49-F238E27FC236}">
                <a16:creationId xmlns:a16="http://schemas.microsoft.com/office/drawing/2014/main" id="{AAB30D6A-5B9B-5B71-3738-06FE57FDA4DA}"/>
              </a:ext>
            </a:extLst>
          </p:cNvPr>
          <p:cNvSpPr txBox="1"/>
          <p:nvPr/>
        </p:nvSpPr>
        <p:spPr>
          <a:xfrm>
            <a:off x="4143022" y="2905709"/>
            <a:ext cx="570089" cy="230832"/>
          </a:xfrm>
          <a:prstGeom prst="rect">
            <a:avLst/>
          </a:prstGeom>
          <a:noFill/>
        </p:spPr>
        <p:txBody>
          <a:bodyPr wrap="square" rtlCol="0">
            <a:spAutoFit/>
          </a:bodyPr>
          <a:lstStyle/>
          <a:p>
            <a:pPr algn="ctr"/>
            <a:r>
              <a:rPr lang="en-US" sz="900" dirty="0"/>
              <a:t>24</a:t>
            </a:r>
          </a:p>
        </p:txBody>
      </p:sp>
      <p:sp>
        <p:nvSpPr>
          <p:cNvPr id="61" name="TextBox 60">
            <a:extLst>
              <a:ext uri="{FF2B5EF4-FFF2-40B4-BE49-F238E27FC236}">
                <a16:creationId xmlns:a16="http://schemas.microsoft.com/office/drawing/2014/main" id="{3CEE754D-BD59-E528-5086-0AD87F8F2CB0}"/>
              </a:ext>
            </a:extLst>
          </p:cNvPr>
          <p:cNvSpPr txBox="1"/>
          <p:nvPr/>
        </p:nvSpPr>
        <p:spPr>
          <a:xfrm>
            <a:off x="6152446" y="2285497"/>
            <a:ext cx="570089" cy="230832"/>
          </a:xfrm>
          <a:prstGeom prst="rect">
            <a:avLst/>
          </a:prstGeom>
          <a:noFill/>
        </p:spPr>
        <p:txBody>
          <a:bodyPr wrap="square" rtlCol="0">
            <a:spAutoFit/>
          </a:bodyPr>
          <a:lstStyle/>
          <a:p>
            <a:pPr algn="ctr"/>
            <a:r>
              <a:rPr lang="en-US" sz="900" dirty="0"/>
              <a:t>24</a:t>
            </a:r>
          </a:p>
        </p:txBody>
      </p:sp>
      <p:sp>
        <p:nvSpPr>
          <p:cNvPr id="62" name="TextBox 61">
            <a:extLst>
              <a:ext uri="{FF2B5EF4-FFF2-40B4-BE49-F238E27FC236}">
                <a16:creationId xmlns:a16="http://schemas.microsoft.com/office/drawing/2014/main" id="{7CE8FEA5-3B92-25F9-41D9-20C674860961}"/>
              </a:ext>
            </a:extLst>
          </p:cNvPr>
          <p:cNvSpPr txBox="1"/>
          <p:nvPr/>
        </p:nvSpPr>
        <p:spPr>
          <a:xfrm>
            <a:off x="6654802" y="2905709"/>
            <a:ext cx="570089" cy="230832"/>
          </a:xfrm>
          <a:prstGeom prst="rect">
            <a:avLst/>
          </a:prstGeom>
          <a:noFill/>
        </p:spPr>
        <p:txBody>
          <a:bodyPr wrap="square" rtlCol="0">
            <a:spAutoFit/>
          </a:bodyPr>
          <a:lstStyle/>
          <a:p>
            <a:pPr algn="ctr"/>
            <a:r>
              <a:rPr lang="en-US" sz="900" dirty="0"/>
              <a:t>23567</a:t>
            </a:r>
          </a:p>
        </p:txBody>
      </p:sp>
      <p:sp>
        <p:nvSpPr>
          <p:cNvPr id="63" name="TextBox 62">
            <a:extLst>
              <a:ext uri="{FF2B5EF4-FFF2-40B4-BE49-F238E27FC236}">
                <a16:creationId xmlns:a16="http://schemas.microsoft.com/office/drawing/2014/main" id="{80677751-960E-ACF9-46C8-396DC1973F1C}"/>
              </a:ext>
            </a:extLst>
          </p:cNvPr>
          <p:cNvSpPr txBox="1"/>
          <p:nvPr/>
        </p:nvSpPr>
        <p:spPr>
          <a:xfrm>
            <a:off x="7157158" y="3406653"/>
            <a:ext cx="570089" cy="230832"/>
          </a:xfrm>
          <a:prstGeom prst="rect">
            <a:avLst/>
          </a:prstGeom>
          <a:noFill/>
        </p:spPr>
        <p:txBody>
          <a:bodyPr wrap="square" rtlCol="0">
            <a:spAutoFit/>
          </a:bodyPr>
          <a:lstStyle/>
          <a:p>
            <a:pPr algn="ctr"/>
            <a:r>
              <a:rPr lang="en-US" sz="900" dirty="0"/>
              <a:t>75</a:t>
            </a:r>
          </a:p>
        </p:txBody>
      </p:sp>
      <p:sp>
        <p:nvSpPr>
          <p:cNvPr id="65" name="TextBox 64">
            <a:extLst>
              <a:ext uri="{FF2B5EF4-FFF2-40B4-BE49-F238E27FC236}">
                <a16:creationId xmlns:a16="http://schemas.microsoft.com/office/drawing/2014/main" id="{A83E99FE-1241-5A20-8C6C-81651AEC73DF}"/>
              </a:ext>
            </a:extLst>
          </p:cNvPr>
          <p:cNvSpPr txBox="1"/>
          <p:nvPr/>
        </p:nvSpPr>
        <p:spPr>
          <a:xfrm>
            <a:off x="5147734" y="1903821"/>
            <a:ext cx="570089" cy="230832"/>
          </a:xfrm>
          <a:prstGeom prst="rect">
            <a:avLst/>
          </a:prstGeom>
          <a:noFill/>
        </p:spPr>
        <p:txBody>
          <a:bodyPr wrap="square" rtlCol="0">
            <a:spAutoFit/>
          </a:bodyPr>
          <a:lstStyle/>
          <a:p>
            <a:pPr algn="ctr"/>
            <a:r>
              <a:rPr lang="en-US" sz="900" dirty="0"/>
              <a:t>169</a:t>
            </a:r>
          </a:p>
        </p:txBody>
      </p:sp>
      <p:sp>
        <p:nvSpPr>
          <p:cNvPr id="66" name="TextBox 65">
            <a:extLst>
              <a:ext uri="{FF2B5EF4-FFF2-40B4-BE49-F238E27FC236}">
                <a16:creationId xmlns:a16="http://schemas.microsoft.com/office/drawing/2014/main" id="{420350BF-E00F-39BC-5A67-1903033F085F}"/>
              </a:ext>
            </a:extLst>
          </p:cNvPr>
          <p:cNvSpPr txBox="1"/>
          <p:nvPr/>
        </p:nvSpPr>
        <p:spPr>
          <a:xfrm>
            <a:off x="5147734" y="2524033"/>
            <a:ext cx="570089" cy="230832"/>
          </a:xfrm>
          <a:prstGeom prst="rect">
            <a:avLst/>
          </a:prstGeom>
          <a:noFill/>
        </p:spPr>
        <p:txBody>
          <a:bodyPr wrap="square" rtlCol="0">
            <a:spAutoFit/>
          </a:bodyPr>
          <a:lstStyle/>
          <a:p>
            <a:pPr algn="ctr"/>
            <a:r>
              <a:rPr lang="en-US" sz="900" dirty="0"/>
              <a:t>2567</a:t>
            </a:r>
          </a:p>
        </p:txBody>
      </p:sp>
      <p:sp>
        <p:nvSpPr>
          <p:cNvPr id="68" name="TextBox 67">
            <a:extLst>
              <a:ext uri="{FF2B5EF4-FFF2-40B4-BE49-F238E27FC236}">
                <a16:creationId xmlns:a16="http://schemas.microsoft.com/office/drawing/2014/main" id="{3D31FB86-9E5C-F756-9528-ED36BC8A815D}"/>
              </a:ext>
            </a:extLst>
          </p:cNvPr>
          <p:cNvSpPr txBox="1"/>
          <p:nvPr/>
        </p:nvSpPr>
        <p:spPr>
          <a:xfrm>
            <a:off x="6654802" y="4527809"/>
            <a:ext cx="570089" cy="230832"/>
          </a:xfrm>
          <a:prstGeom prst="rect">
            <a:avLst/>
          </a:prstGeom>
          <a:noFill/>
        </p:spPr>
        <p:txBody>
          <a:bodyPr wrap="square" rtlCol="0">
            <a:spAutoFit/>
          </a:bodyPr>
          <a:lstStyle/>
          <a:p>
            <a:pPr algn="ctr"/>
            <a:r>
              <a:rPr lang="en-US" sz="900" dirty="0"/>
              <a:t>2567</a:t>
            </a:r>
          </a:p>
        </p:txBody>
      </p:sp>
      <p:sp>
        <p:nvSpPr>
          <p:cNvPr id="69" name="TextBox 68">
            <a:extLst>
              <a:ext uri="{FF2B5EF4-FFF2-40B4-BE49-F238E27FC236}">
                <a16:creationId xmlns:a16="http://schemas.microsoft.com/office/drawing/2014/main" id="{5189CBC6-4A6B-7E2F-FF62-1286076A1C65}"/>
              </a:ext>
            </a:extLst>
          </p:cNvPr>
          <p:cNvSpPr txBox="1"/>
          <p:nvPr/>
        </p:nvSpPr>
        <p:spPr>
          <a:xfrm>
            <a:off x="7157158" y="4527809"/>
            <a:ext cx="570089" cy="230832"/>
          </a:xfrm>
          <a:prstGeom prst="rect">
            <a:avLst/>
          </a:prstGeom>
          <a:noFill/>
        </p:spPr>
        <p:txBody>
          <a:bodyPr wrap="square" rtlCol="0">
            <a:spAutoFit/>
          </a:bodyPr>
          <a:lstStyle/>
          <a:p>
            <a:pPr algn="ctr"/>
            <a:r>
              <a:rPr lang="en-US" sz="900" dirty="0"/>
              <a:t>169</a:t>
            </a:r>
          </a:p>
        </p:txBody>
      </p:sp>
      <p:sp>
        <p:nvSpPr>
          <p:cNvPr id="70" name="TextBox 69">
            <a:extLst>
              <a:ext uri="{FF2B5EF4-FFF2-40B4-BE49-F238E27FC236}">
                <a16:creationId xmlns:a16="http://schemas.microsoft.com/office/drawing/2014/main" id="{27E5581F-55DC-3B3B-DFC9-439C18386FF3}"/>
              </a:ext>
            </a:extLst>
          </p:cNvPr>
          <p:cNvSpPr txBox="1"/>
          <p:nvPr/>
        </p:nvSpPr>
        <p:spPr>
          <a:xfrm>
            <a:off x="5650090" y="2285497"/>
            <a:ext cx="570089" cy="230832"/>
          </a:xfrm>
          <a:prstGeom prst="rect">
            <a:avLst/>
          </a:prstGeom>
          <a:noFill/>
        </p:spPr>
        <p:txBody>
          <a:bodyPr wrap="square" rtlCol="0">
            <a:spAutoFit/>
          </a:bodyPr>
          <a:lstStyle/>
          <a:p>
            <a:pPr algn="ctr"/>
            <a:r>
              <a:rPr lang="en-US" sz="900" dirty="0"/>
              <a:t>2367</a:t>
            </a:r>
          </a:p>
        </p:txBody>
      </p:sp>
      <p:sp>
        <p:nvSpPr>
          <p:cNvPr id="71" name="TextBox 70">
            <a:extLst>
              <a:ext uri="{FF2B5EF4-FFF2-40B4-BE49-F238E27FC236}">
                <a16:creationId xmlns:a16="http://schemas.microsoft.com/office/drawing/2014/main" id="{6F8D46BC-3E99-F375-2BF1-DE8FD5C6A311}"/>
              </a:ext>
            </a:extLst>
          </p:cNvPr>
          <p:cNvSpPr txBox="1"/>
          <p:nvPr/>
        </p:nvSpPr>
        <p:spPr>
          <a:xfrm>
            <a:off x="5147734" y="2905709"/>
            <a:ext cx="570089" cy="230832"/>
          </a:xfrm>
          <a:prstGeom prst="rect">
            <a:avLst/>
          </a:prstGeom>
          <a:noFill/>
        </p:spPr>
        <p:txBody>
          <a:bodyPr wrap="square" rtlCol="0">
            <a:spAutoFit/>
          </a:bodyPr>
          <a:lstStyle/>
          <a:p>
            <a:pPr algn="ctr"/>
            <a:r>
              <a:rPr lang="en-US" sz="900" dirty="0"/>
              <a:t>125678</a:t>
            </a:r>
          </a:p>
        </p:txBody>
      </p:sp>
      <p:sp>
        <p:nvSpPr>
          <p:cNvPr id="72" name="TextBox 71">
            <a:extLst>
              <a:ext uri="{FF2B5EF4-FFF2-40B4-BE49-F238E27FC236}">
                <a16:creationId xmlns:a16="http://schemas.microsoft.com/office/drawing/2014/main" id="{7B9865F7-E4A3-E49D-2920-88047823DFB0}"/>
              </a:ext>
            </a:extLst>
          </p:cNvPr>
          <p:cNvSpPr txBox="1"/>
          <p:nvPr/>
        </p:nvSpPr>
        <p:spPr>
          <a:xfrm>
            <a:off x="4645378" y="3525921"/>
            <a:ext cx="570089" cy="230832"/>
          </a:xfrm>
          <a:prstGeom prst="rect">
            <a:avLst/>
          </a:prstGeom>
          <a:noFill/>
        </p:spPr>
        <p:txBody>
          <a:bodyPr wrap="square" rtlCol="0">
            <a:spAutoFit/>
          </a:bodyPr>
          <a:lstStyle/>
          <a:p>
            <a:pPr algn="ctr"/>
            <a:r>
              <a:rPr lang="en-US" sz="900" dirty="0"/>
              <a:t>268</a:t>
            </a:r>
          </a:p>
        </p:txBody>
      </p:sp>
      <p:sp>
        <p:nvSpPr>
          <p:cNvPr id="74" name="TextBox 73">
            <a:extLst>
              <a:ext uri="{FF2B5EF4-FFF2-40B4-BE49-F238E27FC236}">
                <a16:creationId xmlns:a16="http://schemas.microsoft.com/office/drawing/2014/main" id="{4AC1BC6E-954D-D38F-FA8D-A326DAB879CD}"/>
              </a:ext>
            </a:extLst>
          </p:cNvPr>
          <p:cNvSpPr txBox="1"/>
          <p:nvPr/>
        </p:nvSpPr>
        <p:spPr>
          <a:xfrm>
            <a:off x="6152446" y="4527809"/>
            <a:ext cx="570089" cy="230832"/>
          </a:xfrm>
          <a:prstGeom prst="rect">
            <a:avLst/>
          </a:prstGeom>
          <a:noFill/>
        </p:spPr>
        <p:txBody>
          <a:bodyPr wrap="square" rtlCol="0">
            <a:spAutoFit/>
          </a:bodyPr>
          <a:lstStyle/>
          <a:p>
            <a:pPr algn="ctr"/>
            <a:r>
              <a:rPr lang="en-US" sz="900" dirty="0"/>
              <a:t>125678</a:t>
            </a:r>
          </a:p>
        </p:txBody>
      </p:sp>
      <p:sp>
        <p:nvSpPr>
          <p:cNvPr id="75" name="TextBox 74">
            <a:extLst>
              <a:ext uri="{FF2B5EF4-FFF2-40B4-BE49-F238E27FC236}">
                <a16:creationId xmlns:a16="http://schemas.microsoft.com/office/drawing/2014/main" id="{2E21AE3F-1DC5-D0CB-3229-DFB225A4BD4D}"/>
              </a:ext>
            </a:extLst>
          </p:cNvPr>
          <p:cNvSpPr txBox="1"/>
          <p:nvPr/>
        </p:nvSpPr>
        <p:spPr>
          <a:xfrm>
            <a:off x="6654802" y="3788329"/>
            <a:ext cx="570089" cy="230832"/>
          </a:xfrm>
          <a:prstGeom prst="rect">
            <a:avLst/>
          </a:prstGeom>
          <a:noFill/>
        </p:spPr>
        <p:txBody>
          <a:bodyPr wrap="square" rtlCol="0">
            <a:spAutoFit/>
          </a:bodyPr>
          <a:lstStyle/>
          <a:p>
            <a:pPr algn="ctr"/>
            <a:r>
              <a:rPr lang="en-US" sz="900" dirty="0"/>
              <a:t>2367</a:t>
            </a:r>
          </a:p>
        </p:txBody>
      </p:sp>
      <p:sp>
        <p:nvSpPr>
          <p:cNvPr id="76" name="TextBox 75">
            <a:extLst>
              <a:ext uri="{FF2B5EF4-FFF2-40B4-BE49-F238E27FC236}">
                <a16:creationId xmlns:a16="http://schemas.microsoft.com/office/drawing/2014/main" id="{62E347B0-B31F-22A1-2C8B-1B7B0BC2FD05}"/>
              </a:ext>
            </a:extLst>
          </p:cNvPr>
          <p:cNvSpPr txBox="1"/>
          <p:nvPr/>
        </p:nvSpPr>
        <p:spPr>
          <a:xfrm>
            <a:off x="5650090" y="4527809"/>
            <a:ext cx="570089" cy="230832"/>
          </a:xfrm>
          <a:prstGeom prst="rect">
            <a:avLst/>
          </a:prstGeom>
          <a:noFill/>
        </p:spPr>
        <p:txBody>
          <a:bodyPr wrap="square" rtlCol="0">
            <a:spAutoFit/>
          </a:bodyPr>
          <a:lstStyle/>
          <a:p>
            <a:pPr algn="ctr"/>
            <a:r>
              <a:rPr lang="en-US" sz="900" dirty="0"/>
              <a:t>268</a:t>
            </a:r>
          </a:p>
        </p:txBody>
      </p:sp>
      <p:sp>
        <p:nvSpPr>
          <p:cNvPr id="73" name="TextBox 72">
            <a:extLst>
              <a:ext uri="{FF2B5EF4-FFF2-40B4-BE49-F238E27FC236}">
                <a16:creationId xmlns:a16="http://schemas.microsoft.com/office/drawing/2014/main" id="{B058664D-9F87-8D5E-633F-CB2790A38194}"/>
              </a:ext>
            </a:extLst>
          </p:cNvPr>
          <p:cNvSpPr txBox="1"/>
          <p:nvPr/>
        </p:nvSpPr>
        <p:spPr>
          <a:xfrm>
            <a:off x="5147734" y="3287385"/>
            <a:ext cx="570089" cy="230832"/>
          </a:xfrm>
          <a:prstGeom prst="rect">
            <a:avLst/>
          </a:prstGeom>
          <a:noFill/>
        </p:spPr>
        <p:txBody>
          <a:bodyPr wrap="square" rtlCol="0">
            <a:spAutoFit/>
          </a:bodyPr>
          <a:lstStyle/>
          <a:p>
            <a:pPr algn="ctr"/>
            <a:r>
              <a:rPr lang="en-US" sz="900" dirty="0"/>
              <a:t>235678</a:t>
            </a:r>
          </a:p>
        </p:txBody>
      </p:sp>
      <p:sp>
        <p:nvSpPr>
          <p:cNvPr id="77" name="TextBox 76">
            <a:extLst>
              <a:ext uri="{FF2B5EF4-FFF2-40B4-BE49-F238E27FC236}">
                <a16:creationId xmlns:a16="http://schemas.microsoft.com/office/drawing/2014/main" id="{1E351A9F-BDD6-F67C-50AB-49845D8DD698}"/>
              </a:ext>
            </a:extLst>
          </p:cNvPr>
          <p:cNvSpPr txBox="1"/>
          <p:nvPr/>
        </p:nvSpPr>
        <p:spPr>
          <a:xfrm>
            <a:off x="5650090" y="4026865"/>
            <a:ext cx="570089" cy="369332"/>
          </a:xfrm>
          <a:prstGeom prst="rect">
            <a:avLst/>
          </a:prstGeom>
          <a:noFill/>
        </p:spPr>
        <p:txBody>
          <a:bodyPr wrap="square" rtlCol="0">
            <a:spAutoFit/>
          </a:bodyPr>
          <a:lstStyle/>
          <a:p>
            <a:pPr algn="ctr"/>
            <a:r>
              <a:rPr lang="en-US" sz="900" dirty="0"/>
              <a:t>1236789</a:t>
            </a:r>
          </a:p>
        </p:txBody>
      </p:sp>
      <p:sp>
        <p:nvSpPr>
          <p:cNvPr id="78" name="TextBox 77">
            <a:extLst>
              <a:ext uri="{FF2B5EF4-FFF2-40B4-BE49-F238E27FC236}">
                <a16:creationId xmlns:a16="http://schemas.microsoft.com/office/drawing/2014/main" id="{9195A2FC-E2D7-3633-D155-D54D700052BC}"/>
              </a:ext>
            </a:extLst>
          </p:cNvPr>
          <p:cNvSpPr txBox="1"/>
          <p:nvPr/>
        </p:nvSpPr>
        <p:spPr>
          <a:xfrm>
            <a:off x="6152446" y="3788329"/>
            <a:ext cx="570089" cy="230832"/>
          </a:xfrm>
          <a:prstGeom prst="rect">
            <a:avLst/>
          </a:prstGeom>
          <a:noFill/>
        </p:spPr>
        <p:txBody>
          <a:bodyPr wrap="square" rtlCol="0">
            <a:spAutoFit/>
          </a:bodyPr>
          <a:lstStyle/>
          <a:p>
            <a:pPr algn="ctr"/>
            <a:r>
              <a:rPr lang="en-US" sz="900" dirty="0"/>
              <a:t>235678</a:t>
            </a:r>
          </a:p>
        </p:txBody>
      </p:sp>
      <p:sp>
        <p:nvSpPr>
          <p:cNvPr id="79" name="TextBox 78">
            <a:extLst>
              <a:ext uri="{FF2B5EF4-FFF2-40B4-BE49-F238E27FC236}">
                <a16:creationId xmlns:a16="http://schemas.microsoft.com/office/drawing/2014/main" id="{104AD8E0-2536-DEB4-DFF1-AC1092131155}"/>
              </a:ext>
            </a:extLst>
          </p:cNvPr>
          <p:cNvSpPr txBox="1"/>
          <p:nvPr/>
        </p:nvSpPr>
        <p:spPr>
          <a:xfrm>
            <a:off x="6214537" y="3237891"/>
            <a:ext cx="462845" cy="584775"/>
          </a:xfrm>
          <a:prstGeom prst="rect">
            <a:avLst/>
          </a:prstGeom>
          <a:noFill/>
        </p:spPr>
        <p:txBody>
          <a:bodyPr wrap="square" rtlCol="0">
            <a:spAutoFit/>
          </a:bodyPr>
          <a:lstStyle/>
          <a:p>
            <a:pPr algn="ctr"/>
            <a:r>
              <a:rPr lang="en-US" sz="3200" dirty="0"/>
              <a:t>9</a:t>
            </a:r>
          </a:p>
        </p:txBody>
      </p:sp>
      <p:sp>
        <p:nvSpPr>
          <p:cNvPr id="80" name="TextBox 79">
            <a:extLst>
              <a:ext uri="{FF2B5EF4-FFF2-40B4-BE49-F238E27FC236}">
                <a16:creationId xmlns:a16="http://schemas.microsoft.com/office/drawing/2014/main" id="{459DC15C-2236-6454-A13F-EBA4A53AA03D}"/>
              </a:ext>
            </a:extLst>
          </p:cNvPr>
          <p:cNvSpPr txBox="1"/>
          <p:nvPr/>
        </p:nvSpPr>
        <p:spPr>
          <a:xfrm>
            <a:off x="6152446" y="901933"/>
            <a:ext cx="570089" cy="230832"/>
          </a:xfrm>
          <a:prstGeom prst="rect">
            <a:avLst/>
          </a:prstGeom>
          <a:noFill/>
        </p:spPr>
        <p:txBody>
          <a:bodyPr wrap="square" rtlCol="0">
            <a:spAutoFit/>
          </a:bodyPr>
          <a:lstStyle/>
          <a:p>
            <a:pPr algn="ctr"/>
            <a:r>
              <a:rPr lang="en-US" sz="900" dirty="0"/>
              <a:t>18</a:t>
            </a:r>
          </a:p>
        </p:txBody>
      </p:sp>
      <p:sp>
        <p:nvSpPr>
          <p:cNvPr id="81" name="TextBox 80">
            <a:extLst>
              <a:ext uri="{FF2B5EF4-FFF2-40B4-BE49-F238E27FC236}">
                <a16:creationId xmlns:a16="http://schemas.microsoft.com/office/drawing/2014/main" id="{622CF666-6CB1-85FB-8DEC-6A2F316A4860}"/>
              </a:ext>
            </a:extLst>
          </p:cNvPr>
          <p:cNvSpPr txBox="1"/>
          <p:nvPr/>
        </p:nvSpPr>
        <p:spPr>
          <a:xfrm>
            <a:off x="4143022" y="3907597"/>
            <a:ext cx="570089" cy="230832"/>
          </a:xfrm>
          <a:prstGeom prst="rect">
            <a:avLst/>
          </a:prstGeom>
          <a:noFill/>
        </p:spPr>
        <p:txBody>
          <a:bodyPr wrap="square" rtlCol="0">
            <a:spAutoFit/>
          </a:bodyPr>
          <a:lstStyle/>
          <a:p>
            <a:pPr algn="ctr"/>
            <a:r>
              <a:rPr lang="en-US" sz="900" dirty="0"/>
              <a:t>28</a:t>
            </a:r>
          </a:p>
        </p:txBody>
      </p:sp>
      <p:sp>
        <p:nvSpPr>
          <p:cNvPr id="82" name="TextBox 81">
            <a:extLst>
              <a:ext uri="{FF2B5EF4-FFF2-40B4-BE49-F238E27FC236}">
                <a16:creationId xmlns:a16="http://schemas.microsoft.com/office/drawing/2014/main" id="{C96EF4B0-EFF5-1142-F83D-C8208E6401C1}"/>
              </a:ext>
            </a:extLst>
          </p:cNvPr>
          <p:cNvSpPr txBox="1"/>
          <p:nvPr/>
        </p:nvSpPr>
        <p:spPr>
          <a:xfrm>
            <a:off x="3640666" y="4408541"/>
            <a:ext cx="570089" cy="230832"/>
          </a:xfrm>
          <a:prstGeom prst="rect">
            <a:avLst/>
          </a:prstGeom>
          <a:noFill/>
        </p:spPr>
        <p:txBody>
          <a:bodyPr wrap="square" rtlCol="0">
            <a:spAutoFit/>
          </a:bodyPr>
          <a:lstStyle/>
          <a:p>
            <a:pPr algn="ctr"/>
            <a:r>
              <a:rPr lang="en-US" sz="900" dirty="0"/>
              <a:t>128</a:t>
            </a:r>
          </a:p>
        </p:txBody>
      </p:sp>
    </p:spTree>
    <p:extLst>
      <p:ext uri="{BB962C8B-B14F-4D97-AF65-F5344CB8AC3E}">
        <p14:creationId xmlns:p14="http://schemas.microsoft.com/office/powerpoint/2010/main" val="1569988856"/>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C80F7B3-5D3B-9FD0-27A8-056A29F1DB40}"/>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6A4425EB-A064-AA01-1F78-41EC7EEC4A75}"/>
              </a:ext>
            </a:extLst>
          </p:cNvPr>
          <p:cNvSpPr>
            <a:spLocks noGrp="1"/>
          </p:cNvSpPr>
          <p:nvPr>
            <p:ph sz="half" idx="1"/>
          </p:nvPr>
        </p:nvSpPr>
        <p:spPr/>
        <p:txBody>
          <a:bodyPr>
            <a:normAutofit/>
          </a:bodyPr>
          <a:lstStyle/>
          <a:p>
            <a:r>
              <a:rPr lang="en-US" dirty="0"/>
              <a:t>Last possible 4 in upper left block.</a:t>
            </a:r>
          </a:p>
        </p:txBody>
      </p:sp>
      <p:pic>
        <p:nvPicPr>
          <p:cNvPr id="4" name="Picture 3" descr="A grid of sudoku puzzle&#10;&#10;Description automatically generated">
            <a:extLst>
              <a:ext uri="{FF2B5EF4-FFF2-40B4-BE49-F238E27FC236}">
                <a16:creationId xmlns:a16="http://schemas.microsoft.com/office/drawing/2014/main" id="{DB25EC83-E984-6525-7AC4-12C12F7381AD}"/>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FF450DA6-5427-2EE7-CACB-67457392DCDB}"/>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BF032491-27EC-C270-0495-F448281AFD08}"/>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F8D03E6D-A18E-DD0A-C0DF-C5A14CAF9AAA}"/>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05AC2B9B-DB60-D9C2-D1F1-A9BC4CC82624}"/>
              </a:ext>
            </a:extLst>
          </p:cNvPr>
          <p:cNvSpPr txBox="1"/>
          <p:nvPr/>
        </p:nvSpPr>
        <p:spPr>
          <a:xfrm>
            <a:off x="4715935" y="1224551"/>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8" name="TextBox 7">
            <a:extLst>
              <a:ext uri="{FF2B5EF4-FFF2-40B4-BE49-F238E27FC236}">
                <a16:creationId xmlns:a16="http://schemas.microsoft.com/office/drawing/2014/main" id="{187DAE4E-2A65-E0F3-7106-450A2E0F5E3E}"/>
              </a:ext>
            </a:extLst>
          </p:cNvPr>
          <p:cNvSpPr txBox="1"/>
          <p:nvPr/>
        </p:nvSpPr>
        <p:spPr>
          <a:xfrm>
            <a:off x="6214537" y="122455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9" name="TextBox 8">
            <a:extLst>
              <a:ext uri="{FF2B5EF4-FFF2-40B4-BE49-F238E27FC236}">
                <a16:creationId xmlns:a16="http://schemas.microsoft.com/office/drawing/2014/main" id="{2A0AF884-FB74-5690-FEE4-549CD2990FF1}"/>
              </a:ext>
            </a:extLst>
          </p:cNvPr>
          <p:cNvSpPr txBox="1"/>
          <p:nvPr/>
        </p:nvSpPr>
        <p:spPr>
          <a:xfrm>
            <a:off x="6714071" y="1224551"/>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10" name="TextBox 9">
            <a:extLst>
              <a:ext uri="{FF2B5EF4-FFF2-40B4-BE49-F238E27FC236}">
                <a16:creationId xmlns:a16="http://schemas.microsoft.com/office/drawing/2014/main" id="{662859CA-5645-94DE-3FB4-A40AE1554EF1}"/>
              </a:ext>
            </a:extLst>
          </p:cNvPr>
          <p:cNvSpPr txBox="1"/>
          <p:nvPr/>
        </p:nvSpPr>
        <p:spPr>
          <a:xfrm>
            <a:off x="7213604" y="122455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11" name="TextBox 10">
            <a:extLst>
              <a:ext uri="{FF2B5EF4-FFF2-40B4-BE49-F238E27FC236}">
                <a16:creationId xmlns:a16="http://schemas.microsoft.com/office/drawing/2014/main" id="{A4E5D220-AFF3-8E3C-A5CA-F43D08433ECF}"/>
              </a:ext>
            </a:extLst>
          </p:cNvPr>
          <p:cNvSpPr txBox="1"/>
          <p:nvPr/>
        </p:nvSpPr>
        <p:spPr>
          <a:xfrm>
            <a:off x="6714071" y="721216"/>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12" name="TextBox 11">
            <a:extLst>
              <a:ext uri="{FF2B5EF4-FFF2-40B4-BE49-F238E27FC236}">
                <a16:creationId xmlns:a16="http://schemas.microsoft.com/office/drawing/2014/main" id="{E100FADE-B373-0BD6-DA7B-5283C8BDC2EA}"/>
              </a:ext>
            </a:extLst>
          </p:cNvPr>
          <p:cNvSpPr txBox="1"/>
          <p:nvPr/>
        </p:nvSpPr>
        <p:spPr>
          <a:xfrm>
            <a:off x="7213604" y="721216"/>
            <a:ext cx="462845" cy="584775"/>
          </a:xfrm>
          <a:prstGeom prst="rect">
            <a:avLst/>
          </a:prstGeom>
          <a:solidFill>
            <a:srgbClr val="FF0000">
              <a:alpha val="30000"/>
            </a:srgbClr>
          </a:solidFill>
        </p:spPr>
        <p:txBody>
          <a:bodyPr wrap="square" rtlCol="0">
            <a:spAutoFit/>
          </a:bodyPr>
          <a:lstStyle/>
          <a:p>
            <a:pPr algn="ctr"/>
            <a:r>
              <a:rPr lang="en-US" sz="3200" dirty="0"/>
              <a:t>3</a:t>
            </a:r>
          </a:p>
        </p:txBody>
      </p:sp>
      <p:sp>
        <p:nvSpPr>
          <p:cNvPr id="13" name="TextBox 12">
            <a:extLst>
              <a:ext uri="{FF2B5EF4-FFF2-40B4-BE49-F238E27FC236}">
                <a16:creationId xmlns:a16="http://schemas.microsoft.com/office/drawing/2014/main" id="{5B6BDC4E-A84F-FE58-78B0-47BFF150C333}"/>
              </a:ext>
            </a:extLst>
          </p:cNvPr>
          <p:cNvSpPr txBox="1"/>
          <p:nvPr/>
        </p:nvSpPr>
        <p:spPr>
          <a:xfrm>
            <a:off x="4216401" y="1727886"/>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14" name="TextBox 13">
            <a:extLst>
              <a:ext uri="{FF2B5EF4-FFF2-40B4-BE49-F238E27FC236}">
                <a16:creationId xmlns:a16="http://schemas.microsoft.com/office/drawing/2014/main" id="{EF688809-365E-4B1D-3929-7DA43B809735}"/>
              </a:ext>
            </a:extLst>
          </p:cNvPr>
          <p:cNvSpPr txBox="1"/>
          <p:nvPr/>
        </p:nvSpPr>
        <p:spPr>
          <a:xfrm>
            <a:off x="5215469" y="1727886"/>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15" name="TextBox 14">
            <a:extLst>
              <a:ext uri="{FF2B5EF4-FFF2-40B4-BE49-F238E27FC236}">
                <a16:creationId xmlns:a16="http://schemas.microsoft.com/office/drawing/2014/main" id="{F0F50A38-D018-28BA-7D5E-46FA43BDACFD}"/>
              </a:ext>
            </a:extLst>
          </p:cNvPr>
          <p:cNvSpPr txBox="1"/>
          <p:nvPr/>
        </p:nvSpPr>
        <p:spPr>
          <a:xfrm>
            <a:off x="6214537" y="1727886"/>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16" name="TextBox 15">
            <a:extLst>
              <a:ext uri="{FF2B5EF4-FFF2-40B4-BE49-F238E27FC236}">
                <a16:creationId xmlns:a16="http://schemas.microsoft.com/office/drawing/2014/main" id="{81DBB43D-E696-30DF-E939-0ECB8969649E}"/>
              </a:ext>
            </a:extLst>
          </p:cNvPr>
          <p:cNvSpPr txBox="1"/>
          <p:nvPr/>
        </p:nvSpPr>
        <p:spPr>
          <a:xfrm>
            <a:off x="6714071" y="172788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17" name="TextBox 16">
            <a:extLst>
              <a:ext uri="{FF2B5EF4-FFF2-40B4-BE49-F238E27FC236}">
                <a16:creationId xmlns:a16="http://schemas.microsoft.com/office/drawing/2014/main" id="{B5A8B334-0A83-2171-5AC6-FB9F0A14CD34}"/>
              </a:ext>
            </a:extLst>
          </p:cNvPr>
          <p:cNvSpPr txBox="1"/>
          <p:nvPr/>
        </p:nvSpPr>
        <p:spPr>
          <a:xfrm>
            <a:off x="3716867" y="223122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18" name="TextBox 17">
            <a:extLst>
              <a:ext uri="{FF2B5EF4-FFF2-40B4-BE49-F238E27FC236}">
                <a16:creationId xmlns:a16="http://schemas.microsoft.com/office/drawing/2014/main" id="{DE5563EB-6C74-8B67-85C7-05B4B9CDB8F1}"/>
              </a:ext>
            </a:extLst>
          </p:cNvPr>
          <p:cNvSpPr txBox="1"/>
          <p:nvPr/>
        </p:nvSpPr>
        <p:spPr>
          <a:xfrm>
            <a:off x="5215469" y="2231221"/>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19" name="TextBox 18">
            <a:extLst>
              <a:ext uri="{FF2B5EF4-FFF2-40B4-BE49-F238E27FC236}">
                <a16:creationId xmlns:a16="http://schemas.microsoft.com/office/drawing/2014/main" id="{99751AA0-9C1B-41E3-FA82-B7E80C57917E}"/>
              </a:ext>
            </a:extLst>
          </p:cNvPr>
          <p:cNvSpPr txBox="1"/>
          <p:nvPr/>
        </p:nvSpPr>
        <p:spPr>
          <a:xfrm>
            <a:off x="5715003" y="2231221"/>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20" name="TextBox 19">
            <a:extLst>
              <a:ext uri="{FF2B5EF4-FFF2-40B4-BE49-F238E27FC236}">
                <a16:creationId xmlns:a16="http://schemas.microsoft.com/office/drawing/2014/main" id="{F83838E0-E372-2D9B-340C-996A3D2BF608}"/>
              </a:ext>
            </a:extLst>
          </p:cNvPr>
          <p:cNvSpPr txBox="1"/>
          <p:nvPr/>
        </p:nvSpPr>
        <p:spPr>
          <a:xfrm>
            <a:off x="6214537" y="223122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21" name="TextBox 20">
            <a:extLst>
              <a:ext uri="{FF2B5EF4-FFF2-40B4-BE49-F238E27FC236}">
                <a16:creationId xmlns:a16="http://schemas.microsoft.com/office/drawing/2014/main" id="{8BA9C92C-40F4-5AC0-1CA8-9F960D1C8A90}"/>
              </a:ext>
            </a:extLst>
          </p:cNvPr>
          <p:cNvSpPr txBox="1"/>
          <p:nvPr/>
        </p:nvSpPr>
        <p:spPr>
          <a:xfrm>
            <a:off x="6714071" y="223122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2" name="TextBox 21">
            <a:extLst>
              <a:ext uri="{FF2B5EF4-FFF2-40B4-BE49-F238E27FC236}">
                <a16:creationId xmlns:a16="http://schemas.microsoft.com/office/drawing/2014/main" id="{3F3EF6B4-D396-4418-38A4-AD7B0B783270}"/>
              </a:ext>
            </a:extLst>
          </p:cNvPr>
          <p:cNvSpPr txBox="1"/>
          <p:nvPr/>
        </p:nvSpPr>
        <p:spPr>
          <a:xfrm>
            <a:off x="4216401" y="2734556"/>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23" name="TextBox 22">
            <a:extLst>
              <a:ext uri="{FF2B5EF4-FFF2-40B4-BE49-F238E27FC236}">
                <a16:creationId xmlns:a16="http://schemas.microsoft.com/office/drawing/2014/main" id="{AA9962B1-372C-4F81-9F9E-2CD9B1AE0661}"/>
              </a:ext>
            </a:extLst>
          </p:cNvPr>
          <p:cNvSpPr txBox="1"/>
          <p:nvPr/>
        </p:nvSpPr>
        <p:spPr>
          <a:xfrm>
            <a:off x="5215469" y="2734556"/>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4" name="TextBox 23">
            <a:extLst>
              <a:ext uri="{FF2B5EF4-FFF2-40B4-BE49-F238E27FC236}">
                <a16:creationId xmlns:a16="http://schemas.microsoft.com/office/drawing/2014/main" id="{CCD5651F-1415-1553-DB2E-BCF6999F7A38}"/>
              </a:ext>
            </a:extLst>
          </p:cNvPr>
          <p:cNvSpPr txBox="1"/>
          <p:nvPr/>
        </p:nvSpPr>
        <p:spPr>
          <a:xfrm>
            <a:off x="6714071" y="2734556"/>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25" name="TextBox 24">
            <a:extLst>
              <a:ext uri="{FF2B5EF4-FFF2-40B4-BE49-F238E27FC236}">
                <a16:creationId xmlns:a16="http://schemas.microsoft.com/office/drawing/2014/main" id="{3EA31DFA-3C54-CB00-F597-ABF0212BB0EA}"/>
              </a:ext>
            </a:extLst>
          </p:cNvPr>
          <p:cNvSpPr txBox="1"/>
          <p:nvPr/>
        </p:nvSpPr>
        <p:spPr>
          <a:xfrm>
            <a:off x="3716867" y="323789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6" name="TextBox 25">
            <a:extLst>
              <a:ext uri="{FF2B5EF4-FFF2-40B4-BE49-F238E27FC236}">
                <a16:creationId xmlns:a16="http://schemas.microsoft.com/office/drawing/2014/main" id="{563DC898-86E4-FBE0-D5D6-8EBE77423748}"/>
              </a:ext>
            </a:extLst>
          </p:cNvPr>
          <p:cNvSpPr txBox="1"/>
          <p:nvPr/>
        </p:nvSpPr>
        <p:spPr>
          <a:xfrm>
            <a:off x="4715935" y="323789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27" name="TextBox 26">
            <a:extLst>
              <a:ext uri="{FF2B5EF4-FFF2-40B4-BE49-F238E27FC236}">
                <a16:creationId xmlns:a16="http://schemas.microsoft.com/office/drawing/2014/main" id="{2FAD5DAD-FBE7-B4C8-3C77-5D41EB07B88F}"/>
              </a:ext>
            </a:extLst>
          </p:cNvPr>
          <p:cNvSpPr txBox="1"/>
          <p:nvPr/>
        </p:nvSpPr>
        <p:spPr>
          <a:xfrm>
            <a:off x="5215469" y="323789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28" name="TextBox 27">
            <a:extLst>
              <a:ext uri="{FF2B5EF4-FFF2-40B4-BE49-F238E27FC236}">
                <a16:creationId xmlns:a16="http://schemas.microsoft.com/office/drawing/2014/main" id="{C1E43138-A1E7-1CAC-D223-91AD5326EEA0}"/>
              </a:ext>
            </a:extLst>
          </p:cNvPr>
          <p:cNvSpPr txBox="1"/>
          <p:nvPr/>
        </p:nvSpPr>
        <p:spPr>
          <a:xfrm>
            <a:off x="7213604" y="3237891"/>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29" name="TextBox 28">
            <a:extLst>
              <a:ext uri="{FF2B5EF4-FFF2-40B4-BE49-F238E27FC236}">
                <a16:creationId xmlns:a16="http://schemas.microsoft.com/office/drawing/2014/main" id="{2765BDD0-8C86-063F-1A78-643FF0C3886C}"/>
              </a:ext>
            </a:extLst>
          </p:cNvPr>
          <p:cNvSpPr txBox="1"/>
          <p:nvPr/>
        </p:nvSpPr>
        <p:spPr>
          <a:xfrm>
            <a:off x="3217333" y="3741226"/>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30" name="TextBox 29">
            <a:extLst>
              <a:ext uri="{FF2B5EF4-FFF2-40B4-BE49-F238E27FC236}">
                <a16:creationId xmlns:a16="http://schemas.microsoft.com/office/drawing/2014/main" id="{484FBDDD-FAB9-E5A8-6D83-B16A594EC51D}"/>
              </a:ext>
            </a:extLst>
          </p:cNvPr>
          <p:cNvSpPr txBox="1"/>
          <p:nvPr/>
        </p:nvSpPr>
        <p:spPr>
          <a:xfrm>
            <a:off x="3716867" y="374122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31" name="TextBox 30">
            <a:extLst>
              <a:ext uri="{FF2B5EF4-FFF2-40B4-BE49-F238E27FC236}">
                <a16:creationId xmlns:a16="http://schemas.microsoft.com/office/drawing/2014/main" id="{2958D693-27B6-C38C-9B19-DB068A5CF0B0}"/>
              </a:ext>
            </a:extLst>
          </p:cNvPr>
          <p:cNvSpPr txBox="1"/>
          <p:nvPr/>
        </p:nvSpPr>
        <p:spPr>
          <a:xfrm>
            <a:off x="5715003" y="3741226"/>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32" name="TextBox 31">
            <a:extLst>
              <a:ext uri="{FF2B5EF4-FFF2-40B4-BE49-F238E27FC236}">
                <a16:creationId xmlns:a16="http://schemas.microsoft.com/office/drawing/2014/main" id="{5E55F765-4047-11B9-3118-6A7949EB19A0}"/>
              </a:ext>
            </a:extLst>
          </p:cNvPr>
          <p:cNvSpPr txBox="1"/>
          <p:nvPr/>
        </p:nvSpPr>
        <p:spPr>
          <a:xfrm>
            <a:off x="6214537" y="3741226"/>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33" name="TextBox 32">
            <a:extLst>
              <a:ext uri="{FF2B5EF4-FFF2-40B4-BE49-F238E27FC236}">
                <a16:creationId xmlns:a16="http://schemas.microsoft.com/office/drawing/2014/main" id="{C4DE4ADE-A348-384D-EDA9-1FB2027B1577}"/>
              </a:ext>
            </a:extLst>
          </p:cNvPr>
          <p:cNvSpPr txBox="1"/>
          <p:nvPr/>
        </p:nvSpPr>
        <p:spPr>
          <a:xfrm>
            <a:off x="6714071" y="374122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34" name="TextBox 33">
            <a:extLst>
              <a:ext uri="{FF2B5EF4-FFF2-40B4-BE49-F238E27FC236}">
                <a16:creationId xmlns:a16="http://schemas.microsoft.com/office/drawing/2014/main" id="{667C3682-1BE8-4E9F-5BD5-5DAFC2675981}"/>
              </a:ext>
            </a:extLst>
          </p:cNvPr>
          <p:cNvSpPr txBox="1"/>
          <p:nvPr/>
        </p:nvSpPr>
        <p:spPr>
          <a:xfrm>
            <a:off x="7213604" y="3741226"/>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35" name="TextBox 34">
            <a:extLst>
              <a:ext uri="{FF2B5EF4-FFF2-40B4-BE49-F238E27FC236}">
                <a16:creationId xmlns:a16="http://schemas.microsoft.com/office/drawing/2014/main" id="{60A3EDB4-B3D8-290C-F4E4-DBEEE32683E0}"/>
              </a:ext>
            </a:extLst>
          </p:cNvPr>
          <p:cNvSpPr txBox="1"/>
          <p:nvPr/>
        </p:nvSpPr>
        <p:spPr>
          <a:xfrm>
            <a:off x="3217333" y="424456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36" name="TextBox 35">
            <a:extLst>
              <a:ext uri="{FF2B5EF4-FFF2-40B4-BE49-F238E27FC236}">
                <a16:creationId xmlns:a16="http://schemas.microsoft.com/office/drawing/2014/main" id="{5CF256C6-909B-C3B6-446C-8C537561C44F}"/>
              </a:ext>
            </a:extLst>
          </p:cNvPr>
          <p:cNvSpPr txBox="1"/>
          <p:nvPr/>
        </p:nvSpPr>
        <p:spPr>
          <a:xfrm>
            <a:off x="4216401" y="4244561"/>
            <a:ext cx="462845" cy="584775"/>
          </a:xfrm>
          <a:prstGeom prst="rect">
            <a:avLst/>
          </a:prstGeom>
          <a:solidFill>
            <a:srgbClr val="FF0000">
              <a:alpha val="30000"/>
            </a:srgbClr>
          </a:solidFill>
        </p:spPr>
        <p:txBody>
          <a:bodyPr wrap="square" rtlCol="0">
            <a:spAutoFit/>
          </a:bodyPr>
          <a:lstStyle/>
          <a:p>
            <a:pPr algn="ctr"/>
            <a:r>
              <a:rPr lang="en-US" sz="3200" dirty="0"/>
              <a:t>3</a:t>
            </a:r>
          </a:p>
        </p:txBody>
      </p:sp>
      <p:sp>
        <p:nvSpPr>
          <p:cNvPr id="37" name="TextBox 36">
            <a:extLst>
              <a:ext uri="{FF2B5EF4-FFF2-40B4-BE49-F238E27FC236}">
                <a16:creationId xmlns:a16="http://schemas.microsoft.com/office/drawing/2014/main" id="{60121BC3-76DD-12E4-0D9A-8E57DC9EE8EE}"/>
              </a:ext>
            </a:extLst>
          </p:cNvPr>
          <p:cNvSpPr txBox="1"/>
          <p:nvPr/>
        </p:nvSpPr>
        <p:spPr>
          <a:xfrm>
            <a:off x="5715003" y="424456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38" name="TextBox 37">
            <a:extLst>
              <a:ext uri="{FF2B5EF4-FFF2-40B4-BE49-F238E27FC236}">
                <a16:creationId xmlns:a16="http://schemas.microsoft.com/office/drawing/2014/main" id="{D9295E07-1120-D276-0FE3-F28765658B3D}"/>
              </a:ext>
            </a:extLst>
          </p:cNvPr>
          <p:cNvSpPr txBox="1"/>
          <p:nvPr/>
        </p:nvSpPr>
        <p:spPr>
          <a:xfrm>
            <a:off x="6214537" y="424456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39" name="TextBox 38">
            <a:extLst>
              <a:ext uri="{FF2B5EF4-FFF2-40B4-BE49-F238E27FC236}">
                <a16:creationId xmlns:a16="http://schemas.microsoft.com/office/drawing/2014/main" id="{70E27302-5027-4875-66DC-8C4F54BE51B1}"/>
              </a:ext>
            </a:extLst>
          </p:cNvPr>
          <p:cNvSpPr txBox="1"/>
          <p:nvPr/>
        </p:nvSpPr>
        <p:spPr>
          <a:xfrm>
            <a:off x="6714071" y="4244561"/>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40" name="TextBox 39">
            <a:extLst>
              <a:ext uri="{FF2B5EF4-FFF2-40B4-BE49-F238E27FC236}">
                <a16:creationId xmlns:a16="http://schemas.microsoft.com/office/drawing/2014/main" id="{A267912A-25AB-9B28-819C-E8F606CD13EF}"/>
              </a:ext>
            </a:extLst>
          </p:cNvPr>
          <p:cNvSpPr txBox="1"/>
          <p:nvPr/>
        </p:nvSpPr>
        <p:spPr>
          <a:xfrm>
            <a:off x="7213604" y="424456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41" name="TextBox 40">
            <a:extLst>
              <a:ext uri="{FF2B5EF4-FFF2-40B4-BE49-F238E27FC236}">
                <a16:creationId xmlns:a16="http://schemas.microsoft.com/office/drawing/2014/main" id="{92BDB3BE-1E00-033F-31F6-0DC3A505BB4D}"/>
              </a:ext>
            </a:extLst>
          </p:cNvPr>
          <p:cNvSpPr txBox="1"/>
          <p:nvPr/>
        </p:nvSpPr>
        <p:spPr>
          <a:xfrm>
            <a:off x="3217333" y="4747898"/>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42" name="TextBox 41">
            <a:extLst>
              <a:ext uri="{FF2B5EF4-FFF2-40B4-BE49-F238E27FC236}">
                <a16:creationId xmlns:a16="http://schemas.microsoft.com/office/drawing/2014/main" id="{8B776E84-BB6F-B55B-D2AB-0D468CCF2C68}"/>
              </a:ext>
            </a:extLst>
          </p:cNvPr>
          <p:cNvSpPr txBox="1"/>
          <p:nvPr/>
        </p:nvSpPr>
        <p:spPr>
          <a:xfrm>
            <a:off x="3716867" y="4747898"/>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43" name="TextBox 42">
            <a:extLst>
              <a:ext uri="{FF2B5EF4-FFF2-40B4-BE49-F238E27FC236}">
                <a16:creationId xmlns:a16="http://schemas.microsoft.com/office/drawing/2014/main" id="{97311525-0479-2EE8-8764-8217DD7A343C}"/>
              </a:ext>
            </a:extLst>
          </p:cNvPr>
          <p:cNvSpPr txBox="1"/>
          <p:nvPr/>
        </p:nvSpPr>
        <p:spPr>
          <a:xfrm>
            <a:off x="4216401" y="4747898"/>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44" name="TextBox 43">
            <a:extLst>
              <a:ext uri="{FF2B5EF4-FFF2-40B4-BE49-F238E27FC236}">
                <a16:creationId xmlns:a16="http://schemas.microsoft.com/office/drawing/2014/main" id="{6E72B062-F7E2-CA57-E082-5378AFAB7300}"/>
              </a:ext>
            </a:extLst>
          </p:cNvPr>
          <p:cNvSpPr txBox="1"/>
          <p:nvPr/>
        </p:nvSpPr>
        <p:spPr>
          <a:xfrm>
            <a:off x="7157158" y="1522145"/>
            <a:ext cx="570089" cy="230832"/>
          </a:xfrm>
          <a:prstGeom prst="rect">
            <a:avLst/>
          </a:prstGeom>
          <a:noFill/>
        </p:spPr>
        <p:txBody>
          <a:bodyPr wrap="square" rtlCol="0">
            <a:spAutoFit/>
          </a:bodyPr>
          <a:lstStyle/>
          <a:p>
            <a:pPr algn="ctr"/>
            <a:r>
              <a:rPr lang="en-US" sz="900" dirty="0"/>
              <a:t>57</a:t>
            </a:r>
          </a:p>
        </p:txBody>
      </p:sp>
      <p:sp>
        <p:nvSpPr>
          <p:cNvPr id="45" name="TextBox 44">
            <a:extLst>
              <a:ext uri="{FF2B5EF4-FFF2-40B4-BE49-F238E27FC236}">
                <a16:creationId xmlns:a16="http://schemas.microsoft.com/office/drawing/2014/main" id="{FAEBF4F3-52D2-80F5-EA4F-0E8C93507D7C}"/>
              </a:ext>
            </a:extLst>
          </p:cNvPr>
          <p:cNvSpPr txBox="1"/>
          <p:nvPr/>
        </p:nvSpPr>
        <p:spPr>
          <a:xfrm>
            <a:off x="4143022" y="5028752"/>
            <a:ext cx="570089" cy="230832"/>
          </a:xfrm>
          <a:prstGeom prst="rect">
            <a:avLst/>
          </a:prstGeom>
          <a:noFill/>
        </p:spPr>
        <p:txBody>
          <a:bodyPr wrap="square" rtlCol="0">
            <a:spAutoFit/>
          </a:bodyPr>
          <a:lstStyle/>
          <a:p>
            <a:pPr algn="ctr"/>
            <a:r>
              <a:rPr lang="en-US" sz="900" dirty="0"/>
              <a:t>57</a:t>
            </a:r>
          </a:p>
        </p:txBody>
      </p:sp>
      <p:sp>
        <p:nvSpPr>
          <p:cNvPr id="46" name="TextBox 45">
            <a:extLst>
              <a:ext uri="{FF2B5EF4-FFF2-40B4-BE49-F238E27FC236}">
                <a16:creationId xmlns:a16="http://schemas.microsoft.com/office/drawing/2014/main" id="{71F6333D-D411-2E3F-E8E0-7BBBF8887715}"/>
              </a:ext>
            </a:extLst>
          </p:cNvPr>
          <p:cNvSpPr txBox="1"/>
          <p:nvPr/>
        </p:nvSpPr>
        <p:spPr>
          <a:xfrm>
            <a:off x="6654802" y="1522145"/>
            <a:ext cx="570089" cy="230832"/>
          </a:xfrm>
          <a:prstGeom prst="rect">
            <a:avLst/>
          </a:prstGeom>
          <a:noFill/>
        </p:spPr>
        <p:txBody>
          <a:bodyPr wrap="square" rtlCol="0">
            <a:spAutoFit/>
          </a:bodyPr>
          <a:lstStyle/>
          <a:p>
            <a:pPr algn="ctr"/>
            <a:r>
              <a:rPr lang="en-US" sz="900" dirty="0"/>
              <a:t>56789</a:t>
            </a:r>
          </a:p>
        </p:txBody>
      </p:sp>
      <p:sp>
        <p:nvSpPr>
          <p:cNvPr id="47" name="TextBox 46">
            <a:extLst>
              <a:ext uri="{FF2B5EF4-FFF2-40B4-BE49-F238E27FC236}">
                <a16:creationId xmlns:a16="http://schemas.microsoft.com/office/drawing/2014/main" id="{267F81C1-B52E-A99F-3963-C49AF826330A}"/>
              </a:ext>
            </a:extLst>
          </p:cNvPr>
          <p:cNvSpPr txBox="1"/>
          <p:nvPr/>
        </p:nvSpPr>
        <p:spPr>
          <a:xfrm>
            <a:off x="3640666" y="5028752"/>
            <a:ext cx="570089" cy="230832"/>
          </a:xfrm>
          <a:prstGeom prst="rect">
            <a:avLst/>
          </a:prstGeom>
          <a:noFill/>
        </p:spPr>
        <p:txBody>
          <a:bodyPr wrap="square" rtlCol="0">
            <a:spAutoFit/>
          </a:bodyPr>
          <a:lstStyle/>
          <a:p>
            <a:pPr algn="ctr"/>
            <a:r>
              <a:rPr lang="en-US" sz="900" dirty="0"/>
              <a:t>56789</a:t>
            </a:r>
          </a:p>
        </p:txBody>
      </p:sp>
      <p:sp>
        <p:nvSpPr>
          <p:cNvPr id="50" name="TextBox 49">
            <a:extLst>
              <a:ext uri="{FF2B5EF4-FFF2-40B4-BE49-F238E27FC236}">
                <a16:creationId xmlns:a16="http://schemas.microsoft.com/office/drawing/2014/main" id="{FA07B1B7-5DBB-55FF-2619-04AA856B6FBB}"/>
              </a:ext>
            </a:extLst>
          </p:cNvPr>
          <p:cNvSpPr txBox="1"/>
          <p:nvPr/>
        </p:nvSpPr>
        <p:spPr>
          <a:xfrm>
            <a:off x="6152446" y="1402877"/>
            <a:ext cx="570089" cy="230832"/>
          </a:xfrm>
          <a:prstGeom prst="rect">
            <a:avLst/>
          </a:prstGeom>
          <a:noFill/>
        </p:spPr>
        <p:txBody>
          <a:bodyPr wrap="square" rtlCol="0">
            <a:spAutoFit/>
          </a:bodyPr>
          <a:lstStyle/>
          <a:p>
            <a:pPr algn="ctr"/>
            <a:r>
              <a:rPr lang="en-US" sz="900" dirty="0"/>
              <a:t>5678</a:t>
            </a:r>
          </a:p>
        </p:txBody>
      </p:sp>
      <p:sp>
        <p:nvSpPr>
          <p:cNvPr id="51" name="TextBox 50">
            <a:extLst>
              <a:ext uri="{FF2B5EF4-FFF2-40B4-BE49-F238E27FC236}">
                <a16:creationId xmlns:a16="http://schemas.microsoft.com/office/drawing/2014/main" id="{38DFCB6D-B43F-B602-E997-9F90B78A20ED}"/>
              </a:ext>
            </a:extLst>
          </p:cNvPr>
          <p:cNvSpPr txBox="1"/>
          <p:nvPr/>
        </p:nvSpPr>
        <p:spPr>
          <a:xfrm>
            <a:off x="3138310" y="4408541"/>
            <a:ext cx="570089" cy="230832"/>
          </a:xfrm>
          <a:prstGeom prst="rect">
            <a:avLst/>
          </a:prstGeom>
          <a:noFill/>
        </p:spPr>
        <p:txBody>
          <a:bodyPr wrap="square" rtlCol="0">
            <a:spAutoFit/>
          </a:bodyPr>
          <a:lstStyle/>
          <a:p>
            <a:pPr algn="ctr"/>
            <a:r>
              <a:rPr lang="en-US" sz="900" dirty="0"/>
              <a:t>5678</a:t>
            </a:r>
          </a:p>
        </p:txBody>
      </p:sp>
      <p:sp>
        <p:nvSpPr>
          <p:cNvPr id="52" name="TextBox 51">
            <a:extLst>
              <a:ext uri="{FF2B5EF4-FFF2-40B4-BE49-F238E27FC236}">
                <a16:creationId xmlns:a16="http://schemas.microsoft.com/office/drawing/2014/main" id="{A42F59FA-FD81-F714-BD68-7B50DD49D44B}"/>
              </a:ext>
            </a:extLst>
          </p:cNvPr>
          <p:cNvSpPr txBox="1"/>
          <p:nvPr/>
        </p:nvSpPr>
        <p:spPr>
          <a:xfrm>
            <a:off x="3640666" y="3406653"/>
            <a:ext cx="570089" cy="230832"/>
          </a:xfrm>
          <a:prstGeom prst="rect">
            <a:avLst/>
          </a:prstGeom>
          <a:noFill/>
        </p:spPr>
        <p:txBody>
          <a:bodyPr wrap="square" rtlCol="0">
            <a:spAutoFit/>
          </a:bodyPr>
          <a:lstStyle/>
          <a:p>
            <a:pPr algn="ctr"/>
            <a:r>
              <a:rPr lang="en-US" sz="900" dirty="0"/>
              <a:t>23567</a:t>
            </a:r>
          </a:p>
        </p:txBody>
      </p:sp>
      <p:sp>
        <p:nvSpPr>
          <p:cNvPr id="53" name="TextBox 52">
            <a:extLst>
              <a:ext uri="{FF2B5EF4-FFF2-40B4-BE49-F238E27FC236}">
                <a16:creationId xmlns:a16="http://schemas.microsoft.com/office/drawing/2014/main" id="{78C10108-8669-658D-EB20-E1E628AE73E9}"/>
              </a:ext>
            </a:extLst>
          </p:cNvPr>
          <p:cNvSpPr txBox="1"/>
          <p:nvPr/>
        </p:nvSpPr>
        <p:spPr>
          <a:xfrm>
            <a:off x="3640666" y="4026865"/>
            <a:ext cx="570089" cy="230832"/>
          </a:xfrm>
          <a:prstGeom prst="rect">
            <a:avLst/>
          </a:prstGeom>
          <a:noFill/>
        </p:spPr>
        <p:txBody>
          <a:bodyPr wrap="square" rtlCol="0">
            <a:spAutoFit/>
          </a:bodyPr>
          <a:lstStyle/>
          <a:p>
            <a:pPr algn="ctr"/>
            <a:r>
              <a:rPr lang="en-US" sz="900" dirty="0"/>
              <a:t>56789</a:t>
            </a:r>
          </a:p>
        </p:txBody>
      </p:sp>
      <p:sp>
        <p:nvSpPr>
          <p:cNvPr id="54" name="TextBox 53">
            <a:extLst>
              <a:ext uri="{FF2B5EF4-FFF2-40B4-BE49-F238E27FC236}">
                <a16:creationId xmlns:a16="http://schemas.microsoft.com/office/drawing/2014/main" id="{2C1FB8D1-FA09-01FB-3CCC-0CAB02DC8585}"/>
              </a:ext>
            </a:extLst>
          </p:cNvPr>
          <p:cNvSpPr txBox="1"/>
          <p:nvPr/>
        </p:nvSpPr>
        <p:spPr>
          <a:xfrm>
            <a:off x="3138310" y="3788329"/>
            <a:ext cx="570089" cy="230832"/>
          </a:xfrm>
          <a:prstGeom prst="rect">
            <a:avLst/>
          </a:prstGeom>
          <a:noFill/>
        </p:spPr>
        <p:txBody>
          <a:bodyPr wrap="square" rtlCol="0">
            <a:spAutoFit/>
          </a:bodyPr>
          <a:lstStyle/>
          <a:p>
            <a:pPr algn="ctr"/>
            <a:r>
              <a:rPr lang="en-US" sz="900" dirty="0"/>
              <a:t>15678</a:t>
            </a:r>
          </a:p>
        </p:txBody>
      </p:sp>
      <p:sp>
        <p:nvSpPr>
          <p:cNvPr id="55" name="TextBox 54">
            <a:extLst>
              <a:ext uri="{FF2B5EF4-FFF2-40B4-BE49-F238E27FC236}">
                <a16:creationId xmlns:a16="http://schemas.microsoft.com/office/drawing/2014/main" id="{DEB8D025-BCC7-380D-E10A-E64845847613}"/>
              </a:ext>
            </a:extLst>
          </p:cNvPr>
          <p:cNvSpPr txBox="1"/>
          <p:nvPr/>
        </p:nvSpPr>
        <p:spPr>
          <a:xfrm>
            <a:off x="6152446" y="2023089"/>
            <a:ext cx="570089" cy="230832"/>
          </a:xfrm>
          <a:prstGeom prst="rect">
            <a:avLst/>
          </a:prstGeom>
          <a:noFill/>
        </p:spPr>
        <p:txBody>
          <a:bodyPr wrap="square" rtlCol="0">
            <a:spAutoFit/>
          </a:bodyPr>
          <a:lstStyle/>
          <a:p>
            <a:pPr algn="ctr"/>
            <a:r>
              <a:rPr lang="en-US" sz="900" dirty="0"/>
              <a:t>15678</a:t>
            </a:r>
          </a:p>
        </p:txBody>
      </p:sp>
      <p:sp>
        <p:nvSpPr>
          <p:cNvPr id="56" name="TextBox 55">
            <a:extLst>
              <a:ext uri="{FF2B5EF4-FFF2-40B4-BE49-F238E27FC236}">
                <a16:creationId xmlns:a16="http://schemas.microsoft.com/office/drawing/2014/main" id="{B80CD396-55A6-6A41-59D9-B7DEE1C2BF3B}"/>
              </a:ext>
            </a:extLst>
          </p:cNvPr>
          <p:cNvSpPr txBox="1"/>
          <p:nvPr/>
        </p:nvSpPr>
        <p:spPr>
          <a:xfrm>
            <a:off x="6654802" y="1784553"/>
            <a:ext cx="570089" cy="230832"/>
          </a:xfrm>
          <a:prstGeom prst="rect">
            <a:avLst/>
          </a:prstGeom>
          <a:noFill/>
        </p:spPr>
        <p:txBody>
          <a:bodyPr wrap="square" rtlCol="0">
            <a:spAutoFit/>
          </a:bodyPr>
          <a:lstStyle/>
          <a:p>
            <a:pPr algn="ctr"/>
            <a:r>
              <a:rPr lang="en-US" sz="900" dirty="0"/>
              <a:t>56789</a:t>
            </a:r>
          </a:p>
        </p:txBody>
      </p:sp>
      <p:sp>
        <p:nvSpPr>
          <p:cNvPr id="57" name="TextBox 56">
            <a:extLst>
              <a:ext uri="{FF2B5EF4-FFF2-40B4-BE49-F238E27FC236}">
                <a16:creationId xmlns:a16="http://schemas.microsoft.com/office/drawing/2014/main" id="{F010E594-7A63-AB84-097F-784B8103C9F6}"/>
              </a:ext>
            </a:extLst>
          </p:cNvPr>
          <p:cNvSpPr txBox="1"/>
          <p:nvPr/>
        </p:nvSpPr>
        <p:spPr>
          <a:xfrm>
            <a:off x="6654802" y="2524033"/>
            <a:ext cx="570089" cy="230832"/>
          </a:xfrm>
          <a:prstGeom prst="rect">
            <a:avLst/>
          </a:prstGeom>
          <a:noFill/>
        </p:spPr>
        <p:txBody>
          <a:bodyPr wrap="square" rtlCol="0">
            <a:spAutoFit/>
          </a:bodyPr>
          <a:lstStyle/>
          <a:p>
            <a:pPr algn="ctr"/>
            <a:r>
              <a:rPr lang="en-US" sz="900" dirty="0"/>
              <a:t>23567</a:t>
            </a:r>
          </a:p>
        </p:txBody>
      </p:sp>
      <p:sp>
        <p:nvSpPr>
          <p:cNvPr id="58" name="TextBox 57">
            <a:extLst>
              <a:ext uri="{FF2B5EF4-FFF2-40B4-BE49-F238E27FC236}">
                <a16:creationId xmlns:a16="http://schemas.microsoft.com/office/drawing/2014/main" id="{35C9B76C-F0E8-9D13-8D55-7810DACB57AE}"/>
              </a:ext>
            </a:extLst>
          </p:cNvPr>
          <p:cNvSpPr txBox="1"/>
          <p:nvPr/>
        </p:nvSpPr>
        <p:spPr>
          <a:xfrm>
            <a:off x="4143022" y="1903821"/>
            <a:ext cx="570089" cy="230832"/>
          </a:xfrm>
          <a:prstGeom prst="rect">
            <a:avLst/>
          </a:prstGeom>
          <a:noFill/>
        </p:spPr>
        <p:txBody>
          <a:bodyPr wrap="square" rtlCol="0">
            <a:spAutoFit/>
          </a:bodyPr>
          <a:lstStyle/>
          <a:p>
            <a:pPr algn="ctr"/>
            <a:r>
              <a:rPr lang="en-US" sz="900" dirty="0"/>
              <a:t>75</a:t>
            </a:r>
          </a:p>
        </p:txBody>
      </p:sp>
      <p:sp>
        <p:nvSpPr>
          <p:cNvPr id="59" name="TextBox 58">
            <a:extLst>
              <a:ext uri="{FF2B5EF4-FFF2-40B4-BE49-F238E27FC236}">
                <a16:creationId xmlns:a16="http://schemas.microsoft.com/office/drawing/2014/main" id="{CC72FE09-A7F6-1BE1-645F-36E06FC67FFD}"/>
              </a:ext>
            </a:extLst>
          </p:cNvPr>
          <p:cNvSpPr txBox="1"/>
          <p:nvPr/>
        </p:nvSpPr>
        <p:spPr>
          <a:xfrm>
            <a:off x="3640666" y="2404765"/>
            <a:ext cx="570089" cy="230832"/>
          </a:xfrm>
          <a:prstGeom prst="rect">
            <a:avLst/>
          </a:prstGeom>
          <a:noFill/>
        </p:spPr>
        <p:txBody>
          <a:bodyPr wrap="square" rtlCol="0">
            <a:spAutoFit/>
          </a:bodyPr>
          <a:lstStyle/>
          <a:p>
            <a:pPr algn="ctr"/>
            <a:r>
              <a:rPr lang="en-US" sz="900" dirty="0"/>
              <a:t>23567</a:t>
            </a:r>
          </a:p>
        </p:txBody>
      </p:sp>
      <p:sp>
        <p:nvSpPr>
          <p:cNvPr id="60" name="TextBox 59">
            <a:extLst>
              <a:ext uri="{FF2B5EF4-FFF2-40B4-BE49-F238E27FC236}">
                <a16:creationId xmlns:a16="http://schemas.microsoft.com/office/drawing/2014/main" id="{FC2E2AD5-3B98-5DE6-93B9-C116B2C09167}"/>
              </a:ext>
            </a:extLst>
          </p:cNvPr>
          <p:cNvSpPr txBox="1"/>
          <p:nvPr/>
        </p:nvSpPr>
        <p:spPr>
          <a:xfrm>
            <a:off x="4143022" y="2905709"/>
            <a:ext cx="570089" cy="230832"/>
          </a:xfrm>
          <a:prstGeom prst="rect">
            <a:avLst/>
          </a:prstGeom>
          <a:noFill/>
        </p:spPr>
        <p:txBody>
          <a:bodyPr wrap="square" rtlCol="0">
            <a:spAutoFit/>
          </a:bodyPr>
          <a:lstStyle/>
          <a:p>
            <a:pPr algn="ctr"/>
            <a:r>
              <a:rPr lang="en-US" sz="900" dirty="0"/>
              <a:t>24</a:t>
            </a:r>
          </a:p>
        </p:txBody>
      </p:sp>
      <p:sp>
        <p:nvSpPr>
          <p:cNvPr id="61" name="TextBox 60">
            <a:extLst>
              <a:ext uri="{FF2B5EF4-FFF2-40B4-BE49-F238E27FC236}">
                <a16:creationId xmlns:a16="http://schemas.microsoft.com/office/drawing/2014/main" id="{BB1ED80E-FD46-7AB4-2D99-99E704ACA86F}"/>
              </a:ext>
            </a:extLst>
          </p:cNvPr>
          <p:cNvSpPr txBox="1"/>
          <p:nvPr/>
        </p:nvSpPr>
        <p:spPr>
          <a:xfrm>
            <a:off x="6152446" y="2285497"/>
            <a:ext cx="570089" cy="230832"/>
          </a:xfrm>
          <a:prstGeom prst="rect">
            <a:avLst/>
          </a:prstGeom>
          <a:noFill/>
        </p:spPr>
        <p:txBody>
          <a:bodyPr wrap="square" rtlCol="0">
            <a:spAutoFit/>
          </a:bodyPr>
          <a:lstStyle/>
          <a:p>
            <a:pPr algn="ctr"/>
            <a:r>
              <a:rPr lang="en-US" sz="900" dirty="0"/>
              <a:t>24</a:t>
            </a:r>
          </a:p>
        </p:txBody>
      </p:sp>
      <p:sp>
        <p:nvSpPr>
          <p:cNvPr id="62" name="TextBox 61">
            <a:extLst>
              <a:ext uri="{FF2B5EF4-FFF2-40B4-BE49-F238E27FC236}">
                <a16:creationId xmlns:a16="http://schemas.microsoft.com/office/drawing/2014/main" id="{C0FBCDF0-51CA-DFF1-667F-BFDE7DFCB5D0}"/>
              </a:ext>
            </a:extLst>
          </p:cNvPr>
          <p:cNvSpPr txBox="1"/>
          <p:nvPr/>
        </p:nvSpPr>
        <p:spPr>
          <a:xfrm>
            <a:off x="6654802" y="2905709"/>
            <a:ext cx="570089" cy="230832"/>
          </a:xfrm>
          <a:prstGeom prst="rect">
            <a:avLst/>
          </a:prstGeom>
          <a:noFill/>
        </p:spPr>
        <p:txBody>
          <a:bodyPr wrap="square" rtlCol="0">
            <a:spAutoFit/>
          </a:bodyPr>
          <a:lstStyle/>
          <a:p>
            <a:pPr algn="ctr"/>
            <a:r>
              <a:rPr lang="en-US" sz="900" dirty="0"/>
              <a:t>23567</a:t>
            </a:r>
          </a:p>
        </p:txBody>
      </p:sp>
      <p:sp>
        <p:nvSpPr>
          <p:cNvPr id="63" name="TextBox 62">
            <a:extLst>
              <a:ext uri="{FF2B5EF4-FFF2-40B4-BE49-F238E27FC236}">
                <a16:creationId xmlns:a16="http://schemas.microsoft.com/office/drawing/2014/main" id="{F2985042-8CC8-F32C-94FF-4999326C5510}"/>
              </a:ext>
            </a:extLst>
          </p:cNvPr>
          <p:cNvSpPr txBox="1"/>
          <p:nvPr/>
        </p:nvSpPr>
        <p:spPr>
          <a:xfrm>
            <a:off x="7157158" y="3406653"/>
            <a:ext cx="570089" cy="230832"/>
          </a:xfrm>
          <a:prstGeom prst="rect">
            <a:avLst/>
          </a:prstGeom>
          <a:noFill/>
        </p:spPr>
        <p:txBody>
          <a:bodyPr wrap="square" rtlCol="0">
            <a:spAutoFit/>
          </a:bodyPr>
          <a:lstStyle/>
          <a:p>
            <a:pPr algn="ctr"/>
            <a:r>
              <a:rPr lang="en-US" sz="900" dirty="0"/>
              <a:t>75</a:t>
            </a:r>
          </a:p>
        </p:txBody>
      </p:sp>
      <p:sp>
        <p:nvSpPr>
          <p:cNvPr id="65" name="TextBox 64">
            <a:extLst>
              <a:ext uri="{FF2B5EF4-FFF2-40B4-BE49-F238E27FC236}">
                <a16:creationId xmlns:a16="http://schemas.microsoft.com/office/drawing/2014/main" id="{E05EA63C-5E2E-9440-2245-D68BB1C87059}"/>
              </a:ext>
            </a:extLst>
          </p:cNvPr>
          <p:cNvSpPr txBox="1"/>
          <p:nvPr/>
        </p:nvSpPr>
        <p:spPr>
          <a:xfrm>
            <a:off x="5147734" y="1903821"/>
            <a:ext cx="570089" cy="230832"/>
          </a:xfrm>
          <a:prstGeom prst="rect">
            <a:avLst/>
          </a:prstGeom>
          <a:noFill/>
        </p:spPr>
        <p:txBody>
          <a:bodyPr wrap="square" rtlCol="0">
            <a:spAutoFit/>
          </a:bodyPr>
          <a:lstStyle/>
          <a:p>
            <a:pPr algn="ctr"/>
            <a:r>
              <a:rPr lang="en-US" sz="900" dirty="0"/>
              <a:t>169</a:t>
            </a:r>
          </a:p>
        </p:txBody>
      </p:sp>
      <p:sp>
        <p:nvSpPr>
          <p:cNvPr id="66" name="TextBox 65">
            <a:extLst>
              <a:ext uri="{FF2B5EF4-FFF2-40B4-BE49-F238E27FC236}">
                <a16:creationId xmlns:a16="http://schemas.microsoft.com/office/drawing/2014/main" id="{5CC0E761-D84C-06BD-A72A-7CB34B09A1D1}"/>
              </a:ext>
            </a:extLst>
          </p:cNvPr>
          <p:cNvSpPr txBox="1"/>
          <p:nvPr/>
        </p:nvSpPr>
        <p:spPr>
          <a:xfrm>
            <a:off x="5147734" y="2524033"/>
            <a:ext cx="570089" cy="230832"/>
          </a:xfrm>
          <a:prstGeom prst="rect">
            <a:avLst/>
          </a:prstGeom>
          <a:noFill/>
        </p:spPr>
        <p:txBody>
          <a:bodyPr wrap="square" rtlCol="0">
            <a:spAutoFit/>
          </a:bodyPr>
          <a:lstStyle/>
          <a:p>
            <a:pPr algn="ctr"/>
            <a:r>
              <a:rPr lang="en-US" sz="900" dirty="0"/>
              <a:t>2567</a:t>
            </a:r>
          </a:p>
        </p:txBody>
      </p:sp>
      <p:sp>
        <p:nvSpPr>
          <p:cNvPr id="68" name="TextBox 67">
            <a:extLst>
              <a:ext uri="{FF2B5EF4-FFF2-40B4-BE49-F238E27FC236}">
                <a16:creationId xmlns:a16="http://schemas.microsoft.com/office/drawing/2014/main" id="{BD15BC56-F45E-B382-143E-68A6A3FDFE83}"/>
              </a:ext>
            </a:extLst>
          </p:cNvPr>
          <p:cNvSpPr txBox="1"/>
          <p:nvPr/>
        </p:nvSpPr>
        <p:spPr>
          <a:xfrm>
            <a:off x="6654802" y="4527809"/>
            <a:ext cx="570089" cy="230832"/>
          </a:xfrm>
          <a:prstGeom prst="rect">
            <a:avLst/>
          </a:prstGeom>
          <a:noFill/>
        </p:spPr>
        <p:txBody>
          <a:bodyPr wrap="square" rtlCol="0">
            <a:spAutoFit/>
          </a:bodyPr>
          <a:lstStyle/>
          <a:p>
            <a:pPr algn="ctr"/>
            <a:r>
              <a:rPr lang="en-US" sz="900" dirty="0"/>
              <a:t>2567</a:t>
            </a:r>
          </a:p>
        </p:txBody>
      </p:sp>
      <p:sp>
        <p:nvSpPr>
          <p:cNvPr id="69" name="TextBox 68">
            <a:extLst>
              <a:ext uri="{FF2B5EF4-FFF2-40B4-BE49-F238E27FC236}">
                <a16:creationId xmlns:a16="http://schemas.microsoft.com/office/drawing/2014/main" id="{91C5CB8C-B97F-5D9D-33EC-C8D671EC545F}"/>
              </a:ext>
            </a:extLst>
          </p:cNvPr>
          <p:cNvSpPr txBox="1"/>
          <p:nvPr/>
        </p:nvSpPr>
        <p:spPr>
          <a:xfrm>
            <a:off x="7157158" y="4527809"/>
            <a:ext cx="570089" cy="230832"/>
          </a:xfrm>
          <a:prstGeom prst="rect">
            <a:avLst/>
          </a:prstGeom>
          <a:noFill/>
        </p:spPr>
        <p:txBody>
          <a:bodyPr wrap="square" rtlCol="0">
            <a:spAutoFit/>
          </a:bodyPr>
          <a:lstStyle/>
          <a:p>
            <a:pPr algn="ctr"/>
            <a:r>
              <a:rPr lang="en-US" sz="900" dirty="0"/>
              <a:t>169</a:t>
            </a:r>
          </a:p>
        </p:txBody>
      </p:sp>
      <p:sp>
        <p:nvSpPr>
          <p:cNvPr id="70" name="TextBox 69">
            <a:extLst>
              <a:ext uri="{FF2B5EF4-FFF2-40B4-BE49-F238E27FC236}">
                <a16:creationId xmlns:a16="http://schemas.microsoft.com/office/drawing/2014/main" id="{1F365E53-DDCD-C590-B85E-20509595EF61}"/>
              </a:ext>
            </a:extLst>
          </p:cNvPr>
          <p:cNvSpPr txBox="1"/>
          <p:nvPr/>
        </p:nvSpPr>
        <p:spPr>
          <a:xfrm>
            <a:off x="5650090" y="2285497"/>
            <a:ext cx="570089" cy="230832"/>
          </a:xfrm>
          <a:prstGeom prst="rect">
            <a:avLst/>
          </a:prstGeom>
          <a:noFill/>
        </p:spPr>
        <p:txBody>
          <a:bodyPr wrap="square" rtlCol="0">
            <a:spAutoFit/>
          </a:bodyPr>
          <a:lstStyle/>
          <a:p>
            <a:pPr algn="ctr"/>
            <a:r>
              <a:rPr lang="en-US" sz="900" dirty="0"/>
              <a:t>2367</a:t>
            </a:r>
          </a:p>
        </p:txBody>
      </p:sp>
      <p:sp>
        <p:nvSpPr>
          <p:cNvPr id="71" name="TextBox 70">
            <a:extLst>
              <a:ext uri="{FF2B5EF4-FFF2-40B4-BE49-F238E27FC236}">
                <a16:creationId xmlns:a16="http://schemas.microsoft.com/office/drawing/2014/main" id="{3CC1CE31-B66C-3F6A-E0B4-BAA6FDE7D1D0}"/>
              </a:ext>
            </a:extLst>
          </p:cNvPr>
          <p:cNvSpPr txBox="1"/>
          <p:nvPr/>
        </p:nvSpPr>
        <p:spPr>
          <a:xfrm>
            <a:off x="5147734" y="2905709"/>
            <a:ext cx="570089" cy="230832"/>
          </a:xfrm>
          <a:prstGeom prst="rect">
            <a:avLst/>
          </a:prstGeom>
          <a:noFill/>
        </p:spPr>
        <p:txBody>
          <a:bodyPr wrap="square" rtlCol="0">
            <a:spAutoFit/>
          </a:bodyPr>
          <a:lstStyle/>
          <a:p>
            <a:pPr algn="ctr"/>
            <a:r>
              <a:rPr lang="en-US" sz="900" dirty="0"/>
              <a:t>125678</a:t>
            </a:r>
          </a:p>
        </p:txBody>
      </p:sp>
      <p:sp>
        <p:nvSpPr>
          <p:cNvPr id="72" name="TextBox 71">
            <a:extLst>
              <a:ext uri="{FF2B5EF4-FFF2-40B4-BE49-F238E27FC236}">
                <a16:creationId xmlns:a16="http://schemas.microsoft.com/office/drawing/2014/main" id="{209D2FA7-A7EF-D5F2-9665-7C1254E72D46}"/>
              </a:ext>
            </a:extLst>
          </p:cNvPr>
          <p:cNvSpPr txBox="1"/>
          <p:nvPr/>
        </p:nvSpPr>
        <p:spPr>
          <a:xfrm>
            <a:off x="4645378" y="3525921"/>
            <a:ext cx="570089" cy="230832"/>
          </a:xfrm>
          <a:prstGeom prst="rect">
            <a:avLst/>
          </a:prstGeom>
          <a:noFill/>
        </p:spPr>
        <p:txBody>
          <a:bodyPr wrap="square" rtlCol="0">
            <a:spAutoFit/>
          </a:bodyPr>
          <a:lstStyle/>
          <a:p>
            <a:pPr algn="ctr"/>
            <a:r>
              <a:rPr lang="en-US" sz="900" dirty="0"/>
              <a:t>268</a:t>
            </a:r>
          </a:p>
        </p:txBody>
      </p:sp>
      <p:sp>
        <p:nvSpPr>
          <p:cNvPr id="74" name="TextBox 73">
            <a:extLst>
              <a:ext uri="{FF2B5EF4-FFF2-40B4-BE49-F238E27FC236}">
                <a16:creationId xmlns:a16="http://schemas.microsoft.com/office/drawing/2014/main" id="{79EAE47D-1149-3484-1719-8AA66F443967}"/>
              </a:ext>
            </a:extLst>
          </p:cNvPr>
          <p:cNvSpPr txBox="1"/>
          <p:nvPr/>
        </p:nvSpPr>
        <p:spPr>
          <a:xfrm>
            <a:off x="6152446" y="4527809"/>
            <a:ext cx="570089" cy="230832"/>
          </a:xfrm>
          <a:prstGeom prst="rect">
            <a:avLst/>
          </a:prstGeom>
          <a:noFill/>
        </p:spPr>
        <p:txBody>
          <a:bodyPr wrap="square" rtlCol="0">
            <a:spAutoFit/>
          </a:bodyPr>
          <a:lstStyle/>
          <a:p>
            <a:pPr algn="ctr"/>
            <a:r>
              <a:rPr lang="en-US" sz="900" dirty="0"/>
              <a:t>125678</a:t>
            </a:r>
          </a:p>
        </p:txBody>
      </p:sp>
      <p:sp>
        <p:nvSpPr>
          <p:cNvPr id="75" name="TextBox 74">
            <a:extLst>
              <a:ext uri="{FF2B5EF4-FFF2-40B4-BE49-F238E27FC236}">
                <a16:creationId xmlns:a16="http://schemas.microsoft.com/office/drawing/2014/main" id="{2829A65C-704A-A13D-AD2E-9DC3DB7D83FB}"/>
              </a:ext>
            </a:extLst>
          </p:cNvPr>
          <p:cNvSpPr txBox="1"/>
          <p:nvPr/>
        </p:nvSpPr>
        <p:spPr>
          <a:xfrm>
            <a:off x="6654802" y="3788329"/>
            <a:ext cx="570089" cy="230832"/>
          </a:xfrm>
          <a:prstGeom prst="rect">
            <a:avLst/>
          </a:prstGeom>
          <a:noFill/>
        </p:spPr>
        <p:txBody>
          <a:bodyPr wrap="square" rtlCol="0">
            <a:spAutoFit/>
          </a:bodyPr>
          <a:lstStyle/>
          <a:p>
            <a:pPr algn="ctr"/>
            <a:r>
              <a:rPr lang="en-US" sz="900" dirty="0"/>
              <a:t>2367</a:t>
            </a:r>
          </a:p>
        </p:txBody>
      </p:sp>
      <p:sp>
        <p:nvSpPr>
          <p:cNvPr id="76" name="TextBox 75">
            <a:extLst>
              <a:ext uri="{FF2B5EF4-FFF2-40B4-BE49-F238E27FC236}">
                <a16:creationId xmlns:a16="http://schemas.microsoft.com/office/drawing/2014/main" id="{37CEED3C-6361-49AC-D7BC-23B478B5D2DC}"/>
              </a:ext>
            </a:extLst>
          </p:cNvPr>
          <p:cNvSpPr txBox="1"/>
          <p:nvPr/>
        </p:nvSpPr>
        <p:spPr>
          <a:xfrm>
            <a:off x="5650090" y="4527809"/>
            <a:ext cx="570089" cy="230832"/>
          </a:xfrm>
          <a:prstGeom prst="rect">
            <a:avLst/>
          </a:prstGeom>
          <a:noFill/>
        </p:spPr>
        <p:txBody>
          <a:bodyPr wrap="square" rtlCol="0">
            <a:spAutoFit/>
          </a:bodyPr>
          <a:lstStyle/>
          <a:p>
            <a:pPr algn="ctr"/>
            <a:r>
              <a:rPr lang="en-US" sz="900" dirty="0"/>
              <a:t>268</a:t>
            </a:r>
          </a:p>
        </p:txBody>
      </p:sp>
      <p:sp>
        <p:nvSpPr>
          <p:cNvPr id="73" name="TextBox 72">
            <a:extLst>
              <a:ext uri="{FF2B5EF4-FFF2-40B4-BE49-F238E27FC236}">
                <a16:creationId xmlns:a16="http://schemas.microsoft.com/office/drawing/2014/main" id="{2ECA462E-8ED0-C7FD-1833-95FCDD7D44F5}"/>
              </a:ext>
            </a:extLst>
          </p:cNvPr>
          <p:cNvSpPr txBox="1"/>
          <p:nvPr/>
        </p:nvSpPr>
        <p:spPr>
          <a:xfrm>
            <a:off x="5147734" y="3287385"/>
            <a:ext cx="570089" cy="230832"/>
          </a:xfrm>
          <a:prstGeom prst="rect">
            <a:avLst/>
          </a:prstGeom>
          <a:noFill/>
        </p:spPr>
        <p:txBody>
          <a:bodyPr wrap="square" rtlCol="0">
            <a:spAutoFit/>
          </a:bodyPr>
          <a:lstStyle/>
          <a:p>
            <a:pPr algn="ctr"/>
            <a:r>
              <a:rPr lang="en-US" sz="900" dirty="0"/>
              <a:t>235678</a:t>
            </a:r>
          </a:p>
        </p:txBody>
      </p:sp>
      <p:sp>
        <p:nvSpPr>
          <p:cNvPr id="77" name="TextBox 76">
            <a:extLst>
              <a:ext uri="{FF2B5EF4-FFF2-40B4-BE49-F238E27FC236}">
                <a16:creationId xmlns:a16="http://schemas.microsoft.com/office/drawing/2014/main" id="{7ED740A9-9625-0D07-1BF5-4E12CB547B5E}"/>
              </a:ext>
            </a:extLst>
          </p:cNvPr>
          <p:cNvSpPr txBox="1"/>
          <p:nvPr/>
        </p:nvSpPr>
        <p:spPr>
          <a:xfrm>
            <a:off x="5650090" y="4026865"/>
            <a:ext cx="570089" cy="369332"/>
          </a:xfrm>
          <a:prstGeom prst="rect">
            <a:avLst/>
          </a:prstGeom>
          <a:noFill/>
        </p:spPr>
        <p:txBody>
          <a:bodyPr wrap="square" rtlCol="0">
            <a:spAutoFit/>
          </a:bodyPr>
          <a:lstStyle/>
          <a:p>
            <a:pPr algn="ctr"/>
            <a:r>
              <a:rPr lang="en-US" sz="900" dirty="0"/>
              <a:t>1236789</a:t>
            </a:r>
          </a:p>
        </p:txBody>
      </p:sp>
      <p:sp>
        <p:nvSpPr>
          <p:cNvPr id="78" name="TextBox 77">
            <a:extLst>
              <a:ext uri="{FF2B5EF4-FFF2-40B4-BE49-F238E27FC236}">
                <a16:creationId xmlns:a16="http://schemas.microsoft.com/office/drawing/2014/main" id="{0F15F76E-2391-F956-9463-E1161851588B}"/>
              </a:ext>
            </a:extLst>
          </p:cNvPr>
          <p:cNvSpPr txBox="1"/>
          <p:nvPr/>
        </p:nvSpPr>
        <p:spPr>
          <a:xfrm>
            <a:off x="6152446" y="3788329"/>
            <a:ext cx="570089" cy="230832"/>
          </a:xfrm>
          <a:prstGeom prst="rect">
            <a:avLst/>
          </a:prstGeom>
          <a:noFill/>
        </p:spPr>
        <p:txBody>
          <a:bodyPr wrap="square" rtlCol="0">
            <a:spAutoFit/>
          </a:bodyPr>
          <a:lstStyle/>
          <a:p>
            <a:pPr algn="ctr"/>
            <a:r>
              <a:rPr lang="en-US" sz="900" dirty="0"/>
              <a:t>235678</a:t>
            </a:r>
          </a:p>
        </p:txBody>
      </p:sp>
      <p:sp>
        <p:nvSpPr>
          <p:cNvPr id="79" name="TextBox 78">
            <a:extLst>
              <a:ext uri="{FF2B5EF4-FFF2-40B4-BE49-F238E27FC236}">
                <a16:creationId xmlns:a16="http://schemas.microsoft.com/office/drawing/2014/main" id="{E43E3A12-707F-A7D6-FE61-FC6429B9AB10}"/>
              </a:ext>
            </a:extLst>
          </p:cNvPr>
          <p:cNvSpPr txBox="1"/>
          <p:nvPr/>
        </p:nvSpPr>
        <p:spPr>
          <a:xfrm>
            <a:off x="6214537" y="3237891"/>
            <a:ext cx="462845" cy="584775"/>
          </a:xfrm>
          <a:prstGeom prst="rect">
            <a:avLst/>
          </a:prstGeom>
          <a:noFill/>
        </p:spPr>
        <p:txBody>
          <a:bodyPr wrap="square" rtlCol="0">
            <a:spAutoFit/>
          </a:bodyPr>
          <a:lstStyle/>
          <a:p>
            <a:pPr algn="ctr"/>
            <a:r>
              <a:rPr lang="en-US" sz="3200" dirty="0"/>
              <a:t>9</a:t>
            </a:r>
          </a:p>
        </p:txBody>
      </p:sp>
      <p:sp>
        <p:nvSpPr>
          <p:cNvPr id="80" name="TextBox 79">
            <a:extLst>
              <a:ext uri="{FF2B5EF4-FFF2-40B4-BE49-F238E27FC236}">
                <a16:creationId xmlns:a16="http://schemas.microsoft.com/office/drawing/2014/main" id="{A73369E8-FF9B-5F10-5F1B-744FEE809193}"/>
              </a:ext>
            </a:extLst>
          </p:cNvPr>
          <p:cNvSpPr txBox="1"/>
          <p:nvPr/>
        </p:nvSpPr>
        <p:spPr>
          <a:xfrm>
            <a:off x="6152446" y="901933"/>
            <a:ext cx="570089" cy="230832"/>
          </a:xfrm>
          <a:prstGeom prst="rect">
            <a:avLst/>
          </a:prstGeom>
          <a:noFill/>
        </p:spPr>
        <p:txBody>
          <a:bodyPr wrap="square" rtlCol="0">
            <a:spAutoFit/>
          </a:bodyPr>
          <a:lstStyle/>
          <a:p>
            <a:pPr algn="ctr"/>
            <a:r>
              <a:rPr lang="en-US" sz="900" dirty="0"/>
              <a:t>18</a:t>
            </a:r>
          </a:p>
        </p:txBody>
      </p:sp>
      <p:sp>
        <p:nvSpPr>
          <p:cNvPr id="81" name="TextBox 80">
            <a:extLst>
              <a:ext uri="{FF2B5EF4-FFF2-40B4-BE49-F238E27FC236}">
                <a16:creationId xmlns:a16="http://schemas.microsoft.com/office/drawing/2014/main" id="{4B42C5F2-62AD-D3DB-C58F-8AB6A026B042}"/>
              </a:ext>
            </a:extLst>
          </p:cNvPr>
          <p:cNvSpPr txBox="1"/>
          <p:nvPr/>
        </p:nvSpPr>
        <p:spPr>
          <a:xfrm>
            <a:off x="4143022" y="3907597"/>
            <a:ext cx="570089" cy="230832"/>
          </a:xfrm>
          <a:prstGeom prst="rect">
            <a:avLst/>
          </a:prstGeom>
          <a:noFill/>
        </p:spPr>
        <p:txBody>
          <a:bodyPr wrap="square" rtlCol="0">
            <a:spAutoFit/>
          </a:bodyPr>
          <a:lstStyle/>
          <a:p>
            <a:pPr algn="ctr"/>
            <a:r>
              <a:rPr lang="en-US" sz="900" dirty="0"/>
              <a:t>28</a:t>
            </a:r>
          </a:p>
        </p:txBody>
      </p:sp>
      <p:sp>
        <p:nvSpPr>
          <p:cNvPr id="82" name="TextBox 81">
            <a:extLst>
              <a:ext uri="{FF2B5EF4-FFF2-40B4-BE49-F238E27FC236}">
                <a16:creationId xmlns:a16="http://schemas.microsoft.com/office/drawing/2014/main" id="{EECCDBCD-3044-10BF-AD2E-038CF0807E68}"/>
              </a:ext>
            </a:extLst>
          </p:cNvPr>
          <p:cNvSpPr txBox="1"/>
          <p:nvPr/>
        </p:nvSpPr>
        <p:spPr>
          <a:xfrm>
            <a:off x="3640666" y="4408541"/>
            <a:ext cx="570089" cy="230832"/>
          </a:xfrm>
          <a:prstGeom prst="rect">
            <a:avLst/>
          </a:prstGeom>
          <a:noFill/>
        </p:spPr>
        <p:txBody>
          <a:bodyPr wrap="square" rtlCol="0">
            <a:spAutoFit/>
          </a:bodyPr>
          <a:lstStyle/>
          <a:p>
            <a:pPr algn="ctr"/>
            <a:r>
              <a:rPr lang="en-US" sz="900" dirty="0"/>
              <a:t>128</a:t>
            </a:r>
          </a:p>
        </p:txBody>
      </p:sp>
      <p:sp>
        <p:nvSpPr>
          <p:cNvPr id="48" name="TextBox 47">
            <a:extLst>
              <a:ext uri="{FF2B5EF4-FFF2-40B4-BE49-F238E27FC236}">
                <a16:creationId xmlns:a16="http://schemas.microsoft.com/office/drawing/2014/main" id="{CE1D8E27-E3EA-7C5B-2819-0BBFE295ECB2}"/>
              </a:ext>
            </a:extLst>
          </p:cNvPr>
          <p:cNvSpPr txBox="1"/>
          <p:nvPr/>
        </p:nvSpPr>
        <p:spPr>
          <a:xfrm>
            <a:off x="3716867" y="1727886"/>
            <a:ext cx="462845" cy="584775"/>
          </a:xfrm>
          <a:prstGeom prst="rect">
            <a:avLst/>
          </a:prstGeom>
          <a:noFill/>
        </p:spPr>
        <p:txBody>
          <a:bodyPr wrap="square" rtlCol="0">
            <a:spAutoFit/>
          </a:bodyPr>
          <a:lstStyle/>
          <a:p>
            <a:pPr algn="ctr"/>
            <a:r>
              <a:rPr lang="en-US" sz="3200" dirty="0"/>
              <a:t>4</a:t>
            </a:r>
          </a:p>
        </p:txBody>
      </p:sp>
    </p:spTree>
    <p:extLst>
      <p:ext uri="{BB962C8B-B14F-4D97-AF65-F5344CB8AC3E}">
        <p14:creationId xmlns:p14="http://schemas.microsoft.com/office/powerpoint/2010/main" val="1451227639"/>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F75A11-DDF6-9D9A-9D39-F53056430FA4}"/>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6CEF5F3E-0C07-4215-CD04-79148B43B6D6}"/>
              </a:ext>
            </a:extLst>
          </p:cNvPr>
          <p:cNvSpPr>
            <a:spLocks noGrp="1"/>
          </p:cNvSpPr>
          <p:nvPr>
            <p:ph sz="half" idx="1"/>
          </p:nvPr>
        </p:nvSpPr>
        <p:spPr/>
        <p:txBody>
          <a:bodyPr>
            <a:normAutofit/>
          </a:bodyPr>
          <a:lstStyle/>
          <a:p>
            <a:r>
              <a:rPr lang="en-US" dirty="0"/>
              <a:t>Last possible 4 in Row 4.</a:t>
            </a:r>
          </a:p>
        </p:txBody>
      </p:sp>
      <p:pic>
        <p:nvPicPr>
          <p:cNvPr id="4" name="Picture 3" descr="A grid of sudoku puzzle&#10;&#10;Description automatically generated">
            <a:extLst>
              <a:ext uri="{FF2B5EF4-FFF2-40B4-BE49-F238E27FC236}">
                <a16:creationId xmlns:a16="http://schemas.microsoft.com/office/drawing/2014/main" id="{34A4A715-0A50-2A97-DE06-102EB8E98B38}"/>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9E89A73B-E496-E760-5113-44D994DABE8B}"/>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AA0C5869-81D1-27DF-53DC-52B7E3BC2499}"/>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ADC789D4-34C9-3B3C-0731-B669F22F0C82}"/>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057EE083-C042-5936-0B3A-38B53C45C73A}"/>
              </a:ext>
            </a:extLst>
          </p:cNvPr>
          <p:cNvSpPr txBox="1"/>
          <p:nvPr/>
        </p:nvSpPr>
        <p:spPr>
          <a:xfrm>
            <a:off x="4715935" y="1224551"/>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8" name="TextBox 7">
            <a:extLst>
              <a:ext uri="{FF2B5EF4-FFF2-40B4-BE49-F238E27FC236}">
                <a16:creationId xmlns:a16="http://schemas.microsoft.com/office/drawing/2014/main" id="{13C3051C-8E2E-B071-0C88-86639A885427}"/>
              </a:ext>
            </a:extLst>
          </p:cNvPr>
          <p:cNvSpPr txBox="1"/>
          <p:nvPr/>
        </p:nvSpPr>
        <p:spPr>
          <a:xfrm>
            <a:off x="6214537" y="122455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9" name="TextBox 8">
            <a:extLst>
              <a:ext uri="{FF2B5EF4-FFF2-40B4-BE49-F238E27FC236}">
                <a16:creationId xmlns:a16="http://schemas.microsoft.com/office/drawing/2014/main" id="{F7FBB690-7CE2-4502-AA07-29C29EAF299A}"/>
              </a:ext>
            </a:extLst>
          </p:cNvPr>
          <p:cNvSpPr txBox="1"/>
          <p:nvPr/>
        </p:nvSpPr>
        <p:spPr>
          <a:xfrm>
            <a:off x="6714071" y="1224551"/>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10" name="TextBox 9">
            <a:extLst>
              <a:ext uri="{FF2B5EF4-FFF2-40B4-BE49-F238E27FC236}">
                <a16:creationId xmlns:a16="http://schemas.microsoft.com/office/drawing/2014/main" id="{220F7ACB-E1F8-52B0-A8FC-46B71621B027}"/>
              </a:ext>
            </a:extLst>
          </p:cNvPr>
          <p:cNvSpPr txBox="1"/>
          <p:nvPr/>
        </p:nvSpPr>
        <p:spPr>
          <a:xfrm>
            <a:off x="7213604" y="122455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11" name="TextBox 10">
            <a:extLst>
              <a:ext uri="{FF2B5EF4-FFF2-40B4-BE49-F238E27FC236}">
                <a16:creationId xmlns:a16="http://schemas.microsoft.com/office/drawing/2014/main" id="{E1DA32F6-05FA-C436-40CF-DBDA6E8FE5FB}"/>
              </a:ext>
            </a:extLst>
          </p:cNvPr>
          <p:cNvSpPr txBox="1"/>
          <p:nvPr/>
        </p:nvSpPr>
        <p:spPr>
          <a:xfrm>
            <a:off x="6714071" y="721216"/>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12" name="TextBox 11">
            <a:extLst>
              <a:ext uri="{FF2B5EF4-FFF2-40B4-BE49-F238E27FC236}">
                <a16:creationId xmlns:a16="http://schemas.microsoft.com/office/drawing/2014/main" id="{2095D8A9-0470-013B-4193-FDDBC7111F47}"/>
              </a:ext>
            </a:extLst>
          </p:cNvPr>
          <p:cNvSpPr txBox="1"/>
          <p:nvPr/>
        </p:nvSpPr>
        <p:spPr>
          <a:xfrm>
            <a:off x="7213604" y="721216"/>
            <a:ext cx="462845" cy="584775"/>
          </a:xfrm>
          <a:prstGeom prst="rect">
            <a:avLst/>
          </a:prstGeom>
          <a:solidFill>
            <a:srgbClr val="FF0000">
              <a:alpha val="30000"/>
            </a:srgbClr>
          </a:solidFill>
        </p:spPr>
        <p:txBody>
          <a:bodyPr wrap="square" rtlCol="0">
            <a:spAutoFit/>
          </a:bodyPr>
          <a:lstStyle/>
          <a:p>
            <a:pPr algn="ctr"/>
            <a:r>
              <a:rPr lang="en-US" sz="3200" dirty="0"/>
              <a:t>3</a:t>
            </a:r>
          </a:p>
        </p:txBody>
      </p:sp>
      <p:sp>
        <p:nvSpPr>
          <p:cNvPr id="13" name="TextBox 12">
            <a:extLst>
              <a:ext uri="{FF2B5EF4-FFF2-40B4-BE49-F238E27FC236}">
                <a16:creationId xmlns:a16="http://schemas.microsoft.com/office/drawing/2014/main" id="{DDACC800-FBDC-D6D6-AF11-CCBDD67B5B41}"/>
              </a:ext>
            </a:extLst>
          </p:cNvPr>
          <p:cNvSpPr txBox="1"/>
          <p:nvPr/>
        </p:nvSpPr>
        <p:spPr>
          <a:xfrm>
            <a:off x="4216401" y="1727886"/>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14" name="TextBox 13">
            <a:extLst>
              <a:ext uri="{FF2B5EF4-FFF2-40B4-BE49-F238E27FC236}">
                <a16:creationId xmlns:a16="http://schemas.microsoft.com/office/drawing/2014/main" id="{E98FED03-6EA1-0EDD-3ECD-B9EE9515F709}"/>
              </a:ext>
            </a:extLst>
          </p:cNvPr>
          <p:cNvSpPr txBox="1"/>
          <p:nvPr/>
        </p:nvSpPr>
        <p:spPr>
          <a:xfrm>
            <a:off x="5215469" y="1727886"/>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15" name="TextBox 14">
            <a:extLst>
              <a:ext uri="{FF2B5EF4-FFF2-40B4-BE49-F238E27FC236}">
                <a16:creationId xmlns:a16="http://schemas.microsoft.com/office/drawing/2014/main" id="{D91A227E-08F1-9CDC-D2C5-8AA10A934AAB}"/>
              </a:ext>
            </a:extLst>
          </p:cNvPr>
          <p:cNvSpPr txBox="1"/>
          <p:nvPr/>
        </p:nvSpPr>
        <p:spPr>
          <a:xfrm>
            <a:off x="6214537" y="1727886"/>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16" name="TextBox 15">
            <a:extLst>
              <a:ext uri="{FF2B5EF4-FFF2-40B4-BE49-F238E27FC236}">
                <a16:creationId xmlns:a16="http://schemas.microsoft.com/office/drawing/2014/main" id="{A35772FA-EFCA-CBAB-B292-6592FE06DB96}"/>
              </a:ext>
            </a:extLst>
          </p:cNvPr>
          <p:cNvSpPr txBox="1"/>
          <p:nvPr/>
        </p:nvSpPr>
        <p:spPr>
          <a:xfrm>
            <a:off x="6714071" y="172788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17" name="TextBox 16">
            <a:extLst>
              <a:ext uri="{FF2B5EF4-FFF2-40B4-BE49-F238E27FC236}">
                <a16:creationId xmlns:a16="http://schemas.microsoft.com/office/drawing/2014/main" id="{1173CD49-6671-A6E8-F9B0-5EF59DE716D6}"/>
              </a:ext>
            </a:extLst>
          </p:cNvPr>
          <p:cNvSpPr txBox="1"/>
          <p:nvPr/>
        </p:nvSpPr>
        <p:spPr>
          <a:xfrm>
            <a:off x="3716867" y="223122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18" name="TextBox 17">
            <a:extLst>
              <a:ext uri="{FF2B5EF4-FFF2-40B4-BE49-F238E27FC236}">
                <a16:creationId xmlns:a16="http://schemas.microsoft.com/office/drawing/2014/main" id="{C0CF658D-B3ED-52E0-7E5B-98E250B8584E}"/>
              </a:ext>
            </a:extLst>
          </p:cNvPr>
          <p:cNvSpPr txBox="1"/>
          <p:nvPr/>
        </p:nvSpPr>
        <p:spPr>
          <a:xfrm>
            <a:off x="5215469" y="2231221"/>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19" name="TextBox 18">
            <a:extLst>
              <a:ext uri="{FF2B5EF4-FFF2-40B4-BE49-F238E27FC236}">
                <a16:creationId xmlns:a16="http://schemas.microsoft.com/office/drawing/2014/main" id="{B6FD3817-2830-1733-723C-B799C19F2B58}"/>
              </a:ext>
            </a:extLst>
          </p:cNvPr>
          <p:cNvSpPr txBox="1"/>
          <p:nvPr/>
        </p:nvSpPr>
        <p:spPr>
          <a:xfrm>
            <a:off x="5715003" y="2231221"/>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20" name="TextBox 19">
            <a:extLst>
              <a:ext uri="{FF2B5EF4-FFF2-40B4-BE49-F238E27FC236}">
                <a16:creationId xmlns:a16="http://schemas.microsoft.com/office/drawing/2014/main" id="{5C6A7EB6-A787-FF82-A8E7-A6C7E4B43E99}"/>
              </a:ext>
            </a:extLst>
          </p:cNvPr>
          <p:cNvSpPr txBox="1"/>
          <p:nvPr/>
        </p:nvSpPr>
        <p:spPr>
          <a:xfrm>
            <a:off x="6214537" y="2231221"/>
            <a:ext cx="462845" cy="584775"/>
          </a:xfrm>
          <a:prstGeom prst="rect">
            <a:avLst/>
          </a:prstGeom>
          <a:solidFill>
            <a:srgbClr val="FF0000">
              <a:alpha val="30000"/>
            </a:srgbClr>
          </a:solidFill>
        </p:spPr>
        <p:txBody>
          <a:bodyPr wrap="square" rtlCol="0">
            <a:spAutoFit/>
          </a:bodyPr>
          <a:lstStyle/>
          <a:p>
            <a:pPr algn="ctr"/>
            <a:r>
              <a:rPr lang="en-US" sz="3200" dirty="0"/>
              <a:t>4</a:t>
            </a:r>
          </a:p>
        </p:txBody>
      </p:sp>
      <p:sp>
        <p:nvSpPr>
          <p:cNvPr id="21" name="TextBox 20">
            <a:extLst>
              <a:ext uri="{FF2B5EF4-FFF2-40B4-BE49-F238E27FC236}">
                <a16:creationId xmlns:a16="http://schemas.microsoft.com/office/drawing/2014/main" id="{A5B01F76-ECF8-64F1-F154-CD7CEC582BEE}"/>
              </a:ext>
            </a:extLst>
          </p:cNvPr>
          <p:cNvSpPr txBox="1"/>
          <p:nvPr/>
        </p:nvSpPr>
        <p:spPr>
          <a:xfrm>
            <a:off x="6714071" y="223122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2" name="TextBox 21">
            <a:extLst>
              <a:ext uri="{FF2B5EF4-FFF2-40B4-BE49-F238E27FC236}">
                <a16:creationId xmlns:a16="http://schemas.microsoft.com/office/drawing/2014/main" id="{4E360FCB-D1C3-6185-73E2-B327DDFEB3ED}"/>
              </a:ext>
            </a:extLst>
          </p:cNvPr>
          <p:cNvSpPr txBox="1"/>
          <p:nvPr/>
        </p:nvSpPr>
        <p:spPr>
          <a:xfrm>
            <a:off x="4216401" y="2734556"/>
            <a:ext cx="462845" cy="584775"/>
          </a:xfrm>
          <a:prstGeom prst="rect">
            <a:avLst/>
          </a:prstGeom>
          <a:solidFill>
            <a:srgbClr val="FF0000">
              <a:alpha val="30000"/>
            </a:srgbClr>
          </a:solidFill>
        </p:spPr>
        <p:txBody>
          <a:bodyPr wrap="square" rtlCol="0">
            <a:spAutoFit/>
          </a:bodyPr>
          <a:lstStyle/>
          <a:p>
            <a:pPr algn="ctr"/>
            <a:r>
              <a:rPr lang="en-US" sz="3200" dirty="0"/>
              <a:t>4</a:t>
            </a:r>
          </a:p>
        </p:txBody>
      </p:sp>
      <p:sp>
        <p:nvSpPr>
          <p:cNvPr id="23" name="TextBox 22">
            <a:extLst>
              <a:ext uri="{FF2B5EF4-FFF2-40B4-BE49-F238E27FC236}">
                <a16:creationId xmlns:a16="http://schemas.microsoft.com/office/drawing/2014/main" id="{33755E2F-0942-DB9C-FD52-6EB59D57E4D5}"/>
              </a:ext>
            </a:extLst>
          </p:cNvPr>
          <p:cNvSpPr txBox="1"/>
          <p:nvPr/>
        </p:nvSpPr>
        <p:spPr>
          <a:xfrm>
            <a:off x="5215469" y="2734556"/>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4" name="TextBox 23">
            <a:extLst>
              <a:ext uri="{FF2B5EF4-FFF2-40B4-BE49-F238E27FC236}">
                <a16:creationId xmlns:a16="http://schemas.microsoft.com/office/drawing/2014/main" id="{65DE1DE0-5032-87E9-F9AB-6F7185EA9D54}"/>
              </a:ext>
            </a:extLst>
          </p:cNvPr>
          <p:cNvSpPr txBox="1"/>
          <p:nvPr/>
        </p:nvSpPr>
        <p:spPr>
          <a:xfrm>
            <a:off x="6714071" y="2734556"/>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25" name="TextBox 24">
            <a:extLst>
              <a:ext uri="{FF2B5EF4-FFF2-40B4-BE49-F238E27FC236}">
                <a16:creationId xmlns:a16="http://schemas.microsoft.com/office/drawing/2014/main" id="{4ED39044-13BA-C4D9-02F1-2DE342E3DB97}"/>
              </a:ext>
            </a:extLst>
          </p:cNvPr>
          <p:cNvSpPr txBox="1"/>
          <p:nvPr/>
        </p:nvSpPr>
        <p:spPr>
          <a:xfrm>
            <a:off x="3716867" y="323789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6" name="TextBox 25">
            <a:extLst>
              <a:ext uri="{FF2B5EF4-FFF2-40B4-BE49-F238E27FC236}">
                <a16:creationId xmlns:a16="http://schemas.microsoft.com/office/drawing/2014/main" id="{2F583B5C-5746-69CA-C557-BB4161BFE66A}"/>
              </a:ext>
            </a:extLst>
          </p:cNvPr>
          <p:cNvSpPr txBox="1"/>
          <p:nvPr/>
        </p:nvSpPr>
        <p:spPr>
          <a:xfrm>
            <a:off x="4715935" y="323789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27" name="TextBox 26">
            <a:extLst>
              <a:ext uri="{FF2B5EF4-FFF2-40B4-BE49-F238E27FC236}">
                <a16:creationId xmlns:a16="http://schemas.microsoft.com/office/drawing/2014/main" id="{E56F3C0B-2503-FB78-2ECF-08290BAC12C6}"/>
              </a:ext>
            </a:extLst>
          </p:cNvPr>
          <p:cNvSpPr txBox="1"/>
          <p:nvPr/>
        </p:nvSpPr>
        <p:spPr>
          <a:xfrm>
            <a:off x="5215469" y="323789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28" name="TextBox 27">
            <a:extLst>
              <a:ext uri="{FF2B5EF4-FFF2-40B4-BE49-F238E27FC236}">
                <a16:creationId xmlns:a16="http://schemas.microsoft.com/office/drawing/2014/main" id="{23E06E51-E53C-1DA0-9C5B-7A1B75AE24C6}"/>
              </a:ext>
            </a:extLst>
          </p:cNvPr>
          <p:cNvSpPr txBox="1"/>
          <p:nvPr/>
        </p:nvSpPr>
        <p:spPr>
          <a:xfrm>
            <a:off x="7213604" y="3237891"/>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29" name="TextBox 28">
            <a:extLst>
              <a:ext uri="{FF2B5EF4-FFF2-40B4-BE49-F238E27FC236}">
                <a16:creationId xmlns:a16="http://schemas.microsoft.com/office/drawing/2014/main" id="{E1C3420D-892E-D142-6227-D85728111CF9}"/>
              </a:ext>
            </a:extLst>
          </p:cNvPr>
          <p:cNvSpPr txBox="1"/>
          <p:nvPr/>
        </p:nvSpPr>
        <p:spPr>
          <a:xfrm>
            <a:off x="3217333" y="3741226"/>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30" name="TextBox 29">
            <a:extLst>
              <a:ext uri="{FF2B5EF4-FFF2-40B4-BE49-F238E27FC236}">
                <a16:creationId xmlns:a16="http://schemas.microsoft.com/office/drawing/2014/main" id="{DB8D5B4B-BC71-3856-6A99-B91314D33CB9}"/>
              </a:ext>
            </a:extLst>
          </p:cNvPr>
          <p:cNvSpPr txBox="1"/>
          <p:nvPr/>
        </p:nvSpPr>
        <p:spPr>
          <a:xfrm>
            <a:off x="3716867" y="374122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31" name="TextBox 30">
            <a:extLst>
              <a:ext uri="{FF2B5EF4-FFF2-40B4-BE49-F238E27FC236}">
                <a16:creationId xmlns:a16="http://schemas.microsoft.com/office/drawing/2014/main" id="{A42478F9-C03E-87AF-0903-AC6515FCA7C6}"/>
              </a:ext>
            </a:extLst>
          </p:cNvPr>
          <p:cNvSpPr txBox="1"/>
          <p:nvPr/>
        </p:nvSpPr>
        <p:spPr>
          <a:xfrm>
            <a:off x="5715003" y="3741226"/>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32" name="TextBox 31">
            <a:extLst>
              <a:ext uri="{FF2B5EF4-FFF2-40B4-BE49-F238E27FC236}">
                <a16:creationId xmlns:a16="http://schemas.microsoft.com/office/drawing/2014/main" id="{29AC78B2-C04B-FCCF-78AA-C7A207A2BD57}"/>
              </a:ext>
            </a:extLst>
          </p:cNvPr>
          <p:cNvSpPr txBox="1"/>
          <p:nvPr/>
        </p:nvSpPr>
        <p:spPr>
          <a:xfrm>
            <a:off x="6214537" y="3741226"/>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33" name="TextBox 32">
            <a:extLst>
              <a:ext uri="{FF2B5EF4-FFF2-40B4-BE49-F238E27FC236}">
                <a16:creationId xmlns:a16="http://schemas.microsoft.com/office/drawing/2014/main" id="{9E95E99A-454E-281D-BEEB-910C3541336A}"/>
              </a:ext>
            </a:extLst>
          </p:cNvPr>
          <p:cNvSpPr txBox="1"/>
          <p:nvPr/>
        </p:nvSpPr>
        <p:spPr>
          <a:xfrm>
            <a:off x="6714071" y="374122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34" name="TextBox 33">
            <a:extLst>
              <a:ext uri="{FF2B5EF4-FFF2-40B4-BE49-F238E27FC236}">
                <a16:creationId xmlns:a16="http://schemas.microsoft.com/office/drawing/2014/main" id="{756206E1-10F7-5E42-F1A8-606C9CCC4E1C}"/>
              </a:ext>
            </a:extLst>
          </p:cNvPr>
          <p:cNvSpPr txBox="1"/>
          <p:nvPr/>
        </p:nvSpPr>
        <p:spPr>
          <a:xfrm>
            <a:off x="7213604" y="3741226"/>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35" name="TextBox 34">
            <a:extLst>
              <a:ext uri="{FF2B5EF4-FFF2-40B4-BE49-F238E27FC236}">
                <a16:creationId xmlns:a16="http://schemas.microsoft.com/office/drawing/2014/main" id="{8091B356-0A4C-B59D-82B5-DFDA1EAB56C1}"/>
              </a:ext>
            </a:extLst>
          </p:cNvPr>
          <p:cNvSpPr txBox="1"/>
          <p:nvPr/>
        </p:nvSpPr>
        <p:spPr>
          <a:xfrm>
            <a:off x="3217333" y="424456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36" name="TextBox 35">
            <a:extLst>
              <a:ext uri="{FF2B5EF4-FFF2-40B4-BE49-F238E27FC236}">
                <a16:creationId xmlns:a16="http://schemas.microsoft.com/office/drawing/2014/main" id="{5A631A2E-AAA4-A5CE-0769-6A9CA607231A}"/>
              </a:ext>
            </a:extLst>
          </p:cNvPr>
          <p:cNvSpPr txBox="1"/>
          <p:nvPr/>
        </p:nvSpPr>
        <p:spPr>
          <a:xfrm>
            <a:off x="4216401" y="4244561"/>
            <a:ext cx="462845" cy="584775"/>
          </a:xfrm>
          <a:prstGeom prst="rect">
            <a:avLst/>
          </a:prstGeom>
          <a:solidFill>
            <a:srgbClr val="FF0000">
              <a:alpha val="30000"/>
            </a:srgbClr>
          </a:solidFill>
        </p:spPr>
        <p:txBody>
          <a:bodyPr wrap="square" rtlCol="0">
            <a:spAutoFit/>
          </a:bodyPr>
          <a:lstStyle/>
          <a:p>
            <a:pPr algn="ctr"/>
            <a:r>
              <a:rPr lang="en-US" sz="3200" dirty="0"/>
              <a:t>3</a:t>
            </a:r>
          </a:p>
        </p:txBody>
      </p:sp>
      <p:sp>
        <p:nvSpPr>
          <p:cNvPr id="37" name="TextBox 36">
            <a:extLst>
              <a:ext uri="{FF2B5EF4-FFF2-40B4-BE49-F238E27FC236}">
                <a16:creationId xmlns:a16="http://schemas.microsoft.com/office/drawing/2014/main" id="{346D02E6-6B91-43DE-CA5B-5C8110730B0F}"/>
              </a:ext>
            </a:extLst>
          </p:cNvPr>
          <p:cNvSpPr txBox="1"/>
          <p:nvPr/>
        </p:nvSpPr>
        <p:spPr>
          <a:xfrm>
            <a:off x="5715003" y="424456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38" name="TextBox 37">
            <a:extLst>
              <a:ext uri="{FF2B5EF4-FFF2-40B4-BE49-F238E27FC236}">
                <a16:creationId xmlns:a16="http://schemas.microsoft.com/office/drawing/2014/main" id="{DE64C119-C7F2-D580-2076-1A47125E5659}"/>
              </a:ext>
            </a:extLst>
          </p:cNvPr>
          <p:cNvSpPr txBox="1"/>
          <p:nvPr/>
        </p:nvSpPr>
        <p:spPr>
          <a:xfrm>
            <a:off x="6214537" y="424456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39" name="TextBox 38">
            <a:extLst>
              <a:ext uri="{FF2B5EF4-FFF2-40B4-BE49-F238E27FC236}">
                <a16:creationId xmlns:a16="http://schemas.microsoft.com/office/drawing/2014/main" id="{B94B332C-21F6-86E0-6318-883B6BE6AA0F}"/>
              </a:ext>
            </a:extLst>
          </p:cNvPr>
          <p:cNvSpPr txBox="1"/>
          <p:nvPr/>
        </p:nvSpPr>
        <p:spPr>
          <a:xfrm>
            <a:off x="6714071" y="4244561"/>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40" name="TextBox 39">
            <a:extLst>
              <a:ext uri="{FF2B5EF4-FFF2-40B4-BE49-F238E27FC236}">
                <a16:creationId xmlns:a16="http://schemas.microsoft.com/office/drawing/2014/main" id="{8F6DEA5E-B70C-7B91-070D-D8620BEEDBE8}"/>
              </a:ext>
            </a:extLst>
          </p:cNvPr>
          <p:cNvSpPr txBox="1"/>
          <p:nvPr/>
        </p:nvSpPr>
        <p:spPr>
          <a:xfrm>
            <a:off x="7213604" y="424456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41" name="TextBox 40">
            <a:extLst>
              <a:ext uri="{FF2B5EF4-FFF2-40B4-BE49-F238E27FC236}">
                <a16:creationId xmlns:a16="http://schemas.microsoft.com/office/drawing/2014/main" id="{A9DEEB06-FFA7-EA99-5F90-3A55049FA1EC}"/>
              </a:ext>
            </a:extLst>
          </p:cNvPr>
          <p:cNvSpPr txBox="1"/>
          <p:nvPr/>
        </p:nvSpPr>
        <p:spPr>
          <a:xfrm>
            <a:off x="3217333" y="4747898"/>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42" name="TextBox 41">
            <a:extLst>
              <a:ext uri="{FF2B5EF4-FFF2-40B4-BE49-F238E27FC236}">
                <a16:creationId xmlns:a16="http://schemas.microsoft.com/office/drawing/2014/main" id="{886C1AAC-56FF-D764-C34D-0A40035ED4A3}"/>
              </a:ext>
            </a:extLst>
          </p:cNvPr>
          <p:cNvSpPr txBox="1"/>
          <p:nvPr/>
        </p:nvSpPr>
        <p:spPr>
          <a:xfrm>
            <a:off x="3716867" y="4747898"/>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43" name="TextBox 42">
            <a:extLst>
              <a:ext uri="{FF2B5EF4-FFF2-40B4-BE49-F238E27FC236}">
                <a16:creationId xmlns:a16="http://schemas.microsoft.com/office/drawing/2014/main" id="{1051F3A6-C4C1-3549-8BE2-B2378CC76281}"/>
              </a:ext>
            </a:extLst>
          </p:cNvPr>
          <p:cNvSpPr txBox="1"/>
          <p:nvPr/>
        </p:nvSpPr>
        <p:spPr>
          <a:xfrm>
            <a:off x="4216401" y="4747898"/>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44" name="TextBox 43">
            <a:extLst>
              <a:ext uri="{FF2B5EF4-FFF2-40B4-BE49-F238E27FC236}">
                <a16:creationId xmlns:a16="http://schemas.microsoft.com/office/drawing/2014/main" id="{9BCFE993-FBB9-4D8E-7BAB-43FD9D94E683}"/>
              </a:ext>
            </a:extLst>
          </p:cNvPr>
          <p:cNvSpPr txBox="1"/>
          <p:nvPr/>
        </p:nvSpPr>
        <p:spPr>
          <a:xfrm>
            <a:off x="7157158" y="1522145"/>
            <a:ext cx="570089" cy="230832"/>
          </a:xfrm>
          <a:prstGeom prst="rect">
            <a:avLst/>
          </a:prstGeom>
          <a:noFill/>
        </p:spPr>
        <p:txBody>
          <a:bodyPr wrap="square" rtlCol="0">
            <a:spAutoFit/>
          </a:bodyPr>
          <a:lstStyle/>
          <a:p>
            <a:pPr algn="ctr"/>
            <a:r>
              <a:rPr lang="en-US" sz="900" dirty="0"/>
              <a:t>57</a:t>
            </a:r>
          </a:p>
        </p:txBody>
      </p:sp>
      <p:sp>
        <p:nvSpPr>
          <p:cNvPr id="45" name="TextBox 44">
            <a:extLst>
              <a:ext uri="{FF2B5EF4-FFF2-40B4-BE49-F238E27FC236}">
                <a16:creationId xmlns:a16="http://schemas.microsoft.com/office/drawing/2014/main" id="{809656B2-7C1C-BF3D-0CB1-6C35D496626C}"/>
              </a:ext>
            </a:extLst>
          </p:cNvPr>
          <p:cNvSpPr txBox="1"/>
          <p:nvPr/>
        </p:nvSpPr>
        <p:spPr>
          <a:xfrm>
            <a:off x="4143022" y="5028752"/>
            <a:ext cx="570089" cy="230832"/>
          </a:xfrm>
          <a:prstGeom prst="rect">
            <a:avLst/>
          </a:prstGeom>
          <a:noFill/>
        </p:spPr>
        <p:txBody>
          <a:bodyPr wrap="square" rtlCol="0">
            <a:spAutoFit/>
          </a:bodyPr>
          <a:lstStyle/>
          <a:p>
            <a:pPr algn="ctr"/>
            <a:r>
              <a:rPr lang="en-US" sz="900" dirty="0"/>
              <a:t>57</a:t>
            </a:r>
          </a:p>
        </p:txBody>
      </p:sp>
      <p:sp>
        <p:nvSpPr>
          <p:cNvPr id="46" name="TextBox 45">
            <a:extLst>
              <a:ext uri="{FF2B5EF4-FFF2-40B4-BE49-F238E27FC236}">
                <a16:creationId xmlns:a16="http://schemas.microsoft.com/office/drawing/2014/main" id="{260B3141-6A1D-B3FF-ECBF-4506326771AF}"/>
              </a:ext>
            </a:extLst>
          </p:cNvPr>
          <p:cNvSpPr txBox="1"/>
          <p:nvPr/>
        </p:nvSpPr>
        <p:spPr>
          <a:xfrm>
            <a:off x="6654802" y="1522145"/>
            <a:ext cx="570089" cy="230832"/>
          </a:xfrm>
          <a:prstGeom prst="rect">
            <a:avLst/>
          </a:prstGeom>
          <a:noFill/>
        </p:spPr>
        <p:txBody>
          <a:bodyPr wrap="square" rtlCol="0">
            <a:spAutoFit/>
          </a:bodyPr>
          <a:lstStyle/>
          <a:p>
            <a:pPr algn="ctr"/>
            <a:r>
              <a:rPr lang="en-US" sz="900" dirty="0"/>
              <a:t>56789</a:t>
            </a:r>
          </a:p>
        </p:txBody>
      </p:sp>
      <p:sp>
        <p:nvSpPr>
          <p:cNvPr id="47" name="TextBox 46">
            <a:extLst>
              <a:ext uri="{FF2B5EF4-FFF2-40B4-BE49-F238E27FC236}">
                <a16:creationId xmlns:a16="http://schemas.microsoft.com/office/drawing/2014/main" id="{E49B6325-62CD-C0AD-1768-A230A01A2317}"/>
              </a:ext>
            </a:extLst>
          </p:cNvPr>
          <p:cNvSpPr txBox="1"/>
          <p:nvPr/>
        </p:nvSpPr>
        <p:spPr>
          <a:xfrm>
            <a:off x="3640666" y="5028752"/>
            <a:ext cx="570089" cy="230832"/>
          </a:xfrm>
          <a:prstGeom prst="rect">
            <a:avLst/>
          </a:prstGeom>
          <a:noFill/>
        </p:spPr>
        <p:txBody>
          <a:bodyPr wrap="square" rtlCol="0">
            <a:spAutoFit/>
          </a:bodyPr>
          <a:lstStyle/>
          <a:p>
            <a:pPr algn="ctr"/>
            <a:r>
              <a:rPr lang="en-US" sz="900" dirty="0"/>
              <a:t>56789</a:t>
            </a:r>
          </a:p>
        </p:txBody>
      </p:sp>
      <p:sp>
        <p:nvSpPr>
          <p:cNvPr id="50" name="TextBox 49">
            <a:extLst>
              <a:ext uri="{FF2B5EF4-FFF2-40B4-BE49-F238E27FC236}">
                <a16:creationId xmlns:a16="http://schemas.microsoft.com/office/drawing/2014/main" id="{F2B391E9-8547-A97C-52E8-59D6DED40F00}"/>
              </a:ext>
            </a:extLst>
          </p:cNvPr>
          <p:cNvSpPr txBox="1"/>
          <p:nvPr/>
        </p:nvSpPr>
        <p:spPr>
          <a:xfrm>
            <a:off x="6152446" y="1402877"/>
            <a:ext cx="570089" cy="230832"/>
          </a:xfrm>
          <a:prstGeom prst="rect">
            <a:avLst/>
          </a:prstGeom>
          <a:noFill/>
        </p:spPr>
        <p:txBody>
          <a:bodyPr wrap="square" rtlCol="0">
            <a:spAutoFit/>
          </a:bodyPr>
          <a:lstStyle/>
          <a:p>
            <a:pPr algn="ctr"/>
            <a:r>
              <a:rPr lang="en-US" sz="900" dirty="0"/>
              <a:t>5678</a:t>
            </a:r>
          </a:p>
        </p:txBody>
      </p:sp>
      <p:sp>
        <p:nvSpPr>
          <p:cNvPr id="51" name="TextBox 50">
            <a:extLst>
              <a:ext uri="{FF2B5EF4-FFF2-40B4-BE49-F238E27FC236}">
                <a16:creationId xmlns:a16="http://schemas.microsoft.com/office/drawing/2014/main" id="{88043835-29A1-9FA0-F298-F24C0B8CB987}"/>
              </a:ext>
            </a:extLst>
          </p:cNvPr>
          <p:cNvSpPr txBox="1"/>
          <p:nvPr/>
        </p:nvSpPr>
        <p:spPr>
          <a:xfrm>
            <a:off x="3138310" y="4408541"/>
            <a:ext cx="570089" cy="230832"/>
          </a:xfrm>
          <a:prstGeom prst="rect">
            <a:avLst/>
          </a:prstGeom>
          <a:noFill/>
        </p:spPr>
        <p:txBody>
          <a:bodyPr wrap="square" rtlCol="0">
            <a:spAutoFit/>
          </a:bodyPr>
          <a:lstStyle/>
          <a:p>
            <a:pPr algn="ctr"/>
            <a:r>
              <a:rPr lang="en-US" sz="900" dirty="0"/>
              <a:t>5678</a:t>
            </a:r>
          </a:p>
        </p:txBody>
      </p:sp>
      <p:sp>
        <p:nvSpPr>
          <p:cNvPr id="52" name="TextBox 51">
            <a:extLst>
              <a:ext uri="{FF2B5EF4-FFF2-40B4-BE49-F238E27FC236}">
                <a16:creationId xmlns:a16="http://schemas.microsoft.com/office/drawing/2014/main" id="{50DC9E16-D23F-05AD-8FA4-55FFCFE26D8B}"/>
              </a:ext>
            </a:extLst>
          </p:cNvPr>
          <p:cNvSpPr txBox="1"/>
          <p:nvPr/>
        </p:nvSpPr>
        <p:spPr>
          <a:xfrm>
            <a:off x="3640666" y="3406653"/>
            <a:ext cx="570089" cy="230832"/>
          </a:xfrm>
          <a:prstGeom prst="rect">
            <a:avLst/>
          </a:prstGeom>
          <a:noFill/>
        </p:spPr>
        <p:txBody>
          <a:bodyPr wrap="square" rtlCol="0">
            <a:spAutoFit/>
          </a:bodyPr>
          <a:lstStyle/>
          <a:p>
            <a:pPr algn="ctr"/>
            <a:r>
              <a:rPr lang="en-US" sz="900" dirty="0"/>
              <a:t>23567</a:t>
            </a:r>
          </a:p>
        </p:txBody>
      </p:sp>
      <p:sp>
        <p:nvSpPr>
          <p:cNvPr id="53" name="TextBox 52">
            <a:extLst>
              <a:ext uri="{FF2B5EF4-FFF2-40B4-BE49-F238E27FC236}">
                <a16:creationId xmlns:a16="http://schemas.microsoft.com/office/drawing/2014/main" id="{DEAFA8EF-7FB4-B6F5-F8ED-61B6DE08354F}"/>
              </a:ext>
            </a:extLst>
          </p:cNvPr>
          <p:cNvSpPr txBox="1"/>
          <p:nvPr/>
        </p:nvSpPr>
        <p:spPr>
          <a:xfrm>
            <a:off x="3640666" y="4026865"/>
            <a:ext cx="570089" cy="230832"/>
          </a:xfrm>
          <a:prstGeom prst="rect">
            <a:avLst/>
          </a:prstGeom>
          <a:noFill/>
        </p:spPr>
        <p:txBody>
          <a:bodyPr wrap="square" rtlCol="0">
            <a:spAutoFit/>
          </a:bodyPr>
          <a:lstStyle/>
          <a:p>
            <a:pPr algn="ctr"/>
            <a:r>
              <a:rPr lang="en-US" sz="900" dirty="0"/>
              <a:t>56789</a:t>
            </a:r>
          </a:p>
        </p:txBody>
      </p:sp>
      <p:sp>
        <p:nvSpPr>
          <p:cNvPr id="54" name="TextBox 53">
            <a:extLst>
              <a:ext uri="{FF2B5EF4-FFF2-40B4-BE49-F238E27FC236}">
                <a16:creationId xmlns:a16="http://schemas.microsoft.com/office/drawing/2014/main" id="{F9F8643F-F478-BD40-06DC-B50BF749580A}"/>
              </a:ext>
            </a:extLst>
          </p:cNvPr>
          <p:cNvSpPr txBox="1"/>
          <p:nvPr/>
        </p:nvSpPr>
        <p:spPr>
          <a:xfrm>
            <a:off x="3138310" y="3788329"/>
            <a:ext cx="570089" cy="230832"/>
          </a:xfrm>
          <a:prstGeom prst="rect">
            <a:avLst/>
          </a:prstGeom>
          <a:noFill/>
        </p:spPr>
        <p:txBody>
          <a:bodyPr wrap="square" rtlCol="0">
            <a:spAutoFit/>
          </a:bodyPr>
          <a:lstStyle/>
          <a:p>
            <a:pPr algn="ctr"/>
            <a:r>
              <a:rPr lang="en-US" sz="900" dirty="0"/>
              <a:t>15678</a:t>
            </a:r>
          </a:p>
        </p:txBody>
      </p:sp>
      <p:sp>
        <p:nvSpPr>
          <p:cNvPr id="55" name="TextBox 54">
            <a:extLst>
              <a:ext uri="{FF2B5EF4-FFF2-40B4-BE49-F238E27FC236}">
                <a16:creationId xmlns:a16="http://schemas.microsoft.com/office/drawing/2014/main" id="{79BA8909-954D-96FB-6B09-0804BEE421F5}"/>
              </a:ext>
            </a:extLst>
          </p:cNvPr>
          <p:cNvSpPr txBox="1"/>
          <p:nvPr/>
        </p:nvSpPr>
        <p:spPr>
          <a:xfrm>
            <a:off x="6152446" y="2023089"/>
            <a:ext cx="570089" cy="230832"/>
          </a:xfrm>
          <a:prstGeom prst="rect">
            <a:avLst/>
          </a:prstGeom>
          <a:noFill/>
        </p:spPr>
        <p:txBody>
          <a:bodyPr wrap="square" rtlCol="0">
            <a:spAutoFit/>
          </a:bodyPr>
          <a:lstStyle/>
          <a:p>
            <a:pPr algn="ctr"/>
            <a:r>
              <a:rPr lang="en-US" sz="900" dirty="0"/>
              <a:t>15678</a:t>
            </a:r>
          </a:p>
        </p:txBody>
      </p:sp>
      <p:sp>
        <p:nvSpPr>
          <p:cNvPr id="56" name="TextBox 55">
            <a:extLst>
              <a:ext uri="{FF2B5EF4-FFF2-40B4-BE49-F238E27FC236}">
                <a16:creationId xmlns:a16="http://schemas.microsoft.com/office/drawing/2014/main" id="{88E48E4E-2771-F92E-D7BC-798542CFB4CA}"/>
              </a:ext>
            </a:extLst>
          </p:cNvPr>
          <p:cNvSpPr txBox="1"/>
          <p:nvPr/>
        </p:nvSpPr>
        <p:spPr>
          <a:xfrm>
            <a:off x="6654802" y="1784553"/>
            <a:ext cx="570089" cy="230832"/>
          </a:xfrm>
          <a:prstGeom prst="rect">
            <a:avLst/>
          </a:prstGeom>
          <a:noFill/>
        </p:spPr>
        <p:txBody>
          <a:bodyPr wrap="square" rtlCol="0">
            <a:spAutoFit/>
          </a:bodyPr>
          <a:lstStyle/>
          <a:p>
            <a:pPr algn="ctr"/>
            <a:r>
              <a:rPr lang="en-US" sz="900" dirty="0"/>
              <a:t>56789</a:t>
            </a:r>
          </a:p>
        </p:txBody>
      </p:sp>
      <p:sp>
        <p:nvSpPr>
          <p:cNvPr id="57" name="TextBox 56">
            <a:extLst>
              <a:ext uri="{FF2B5EF4-FFF2-40B4-BE49-F238E27FC236}">
                <a16:creationId xmlns:a16="http://schemas.microsoft.com/office/drawing/2014/main" id="{8536DCCF-0227-E8C7-535D-5ED87B3F2339}"/>
              </a:ext>
            </a:extLst>
          </p:cNvPr>
          <p:cNvSpPr txBox="1"/>
          <p:nvPr/>
        </p:nvSpPr>
        <p:spPr>
          <a:xfrm>
            <a:off x="6654802" y="2524033"/>
            <a:ext cx="570089" cy="230832"/>
          </a:xfrm>
          <a:prstGeom prst="rect">
            <a:avLst/>
          </a:prstGeom>
          <a:noFill/>
        </p:spPr>
        <p:txBody>
          <a:bodyPr wrap="square" rtlCol="0">
            <a:spAutoFit/>
          </a:bodyPr>
          <a:lstStyle/>
          <a:p>
            <a:pPr algn="ctr"/>
            <a:r>
              <a:rPr lang="en-US" sz="900" dirty="0"/>
              <a:t>23567</a:t>
            </a:r>
          </a:p>
        </p:txBody>
      </p:sp>
      <p:sp>
        <p:nvSpPr>
          <p:cNvPr id="58" name="TextBox 57">
            <a:extLst>
              <a:ext uri="{FF2B5EF4-FFF2-40B4-BE49-F238E27FC236}">
                <a16:creationId xmlns:a16="http://schemas.microsoft.com/office/drawing/2014/main" id="{0E35A107-A0C2-A1B6-6269-FD3C93EEABDB}"/>
              </a:ext>
            </a:extLst>
          </p:cNvPr>
          <p:cNvSpPr txBox="1"/>
          <p:nvPr/>
        </p:nvSpPr>
        <p:spPr>
          <a:xfrm>
            <a:off x="4143022" y="1903821"/>
            <a:ext cx="570089" cy="230832"/>
          </a:xfrm>
          <a:prstGeom prst="rect">
            <a:avLst/>
          </a:prstGeom>
          <a:noFill/>
        </p:spPr>
        <p:txBody>
          <a:bodyPr wrap="square" rtlCol="0">
            <a:spAutoFit/>
          </a:bodyPr>
          <a:lstStyle/>
          <a:p>
            <a:pPr algn="ctr"/>
            <a:r>
              <a:rPr lang="en-US" sz="900" dirty="0"/>
              <a:t>75</a:t>
            </a:r>
          </a:p>
        </p:txBody>
      </p:sp>
      <p:sp>
        <p:nvSpPr>
          <p:cNvPr id="59" name="TextBox 58">
            <a:extLst>
              <a:ext uri="{FF2B5EF4-FFF2-40B4-BE49-F238E27FC236}">
                <a16:creationId xmlns:a16="http://schemas.microsoft.com/office/drawing/2014/main" id="{8B0F8F3E-838D-B8AB-DF01-341EDCCC0F52}"/>
              </a:ext>
            </a:extLst>
          </p:cNvPr>
          <p:cNvSpPr txBox="1"/>
          <p:nvPr/>
        </p:nvSpPr>
        <p:spPr>
          <a:xfrm>
            <a:off x="3640666" y="2404765"/>
            <a:ext cx="570089" cy="230832"/>
          </a:xfrm>
          <a:prstGeom prst="rect">
            <a:avLst/>
          </a:prstGeom>
          <a:noFill/>
        </p:spPr>
        <p:txBody>
          <a:bodyPr wrap="square" rtlCol="0">
            <a:spAutoFit/>
          </a:bodyPr>
          <a:lstStyle/>
          <a:p>
            <a:pPr algn="ctr"/>
            <a:r>
              <a:rPr lang="en-US" sz="900" dirty="0"/>
              <a:t>23567</a:t>
            </a:r>
          </a:p>
        </p:txBody>
      </p:sp>
      <p:sp>
        <p:nvSpPr>
          <p:cNvPr id="62" name="TextBox 61">
            <a:extLst>
              <a:ext uri="{FF2B5EF4-FFF2-40B4-BE49-F238E27FC236}">
                <a16:creationId xmlns:a16="http://schemas.microsoft.com/office/drawing/2014/main" id="{75DADC72-2E95-E005-8684-37262238737D}"/>
              </a:ext>
            </a:extLst>
          </p:cNvPr>
          <p:cNvSpPr txBox="1"/>
          <p:nvPr/>
        </p:nvSpPr>
        <p:spPr>
          <a:xfrm>
            <a:off x="6654802" y="2905709"/>
            <a:ext cx="570089" cy="230832"/>
          </a:xfrm>
          <a:prstGeom prst="rect">
            <a:avLst/>
          </a:prstGeom>
          <a:noFill/>
        </p:spPr>
        <p:txBody>
          <a:bodyPr wrap="square" rtlCol="0">
            <a:spAutoFit/>
          </a:bodyPr>
          <a:lstStyle/>
          <a:p>
            <a:pPr algn="ctr"/>
            <a:r>
              <a:rPr lang="en-US" sz="900" dirty="0"/>
              <a:t>23567</a:t>
            </a:r>
          </a:p>
        </p:txBody>
      </p:sp>
      <p:sp>
        <p:nvSpPr>
          <p:cNvPr id="63" name="TextBox 62">
            <a:extLst>
              <a:ext uri="{FF2B5EF4-FFF2-40B4-BE49-F238E27FC236}">
                <a16:creationId xmlns:a16="http://schemas.microsoft.com/office/drawing/2014/main" id="{EF1AA757-00CC-16D0-3448-900894990D5C}"/>
              </a:ext>
            </a:extLst>
          </p:cNvPr>
          <p:cNvSpPr txBox="1"/>
          <p:nvPr/>
        </p:nvSpPr>
        <p:spPr>
          <a:xfrm>
            <a:off x="7157158" y="3406653"/>
            <a:ext cx="570089" cy="230832"/>
          </a:xfrm>
          <a:prstGeom prst="rect">
            <a:avLst/>
          </a:prstGeom>
          <a:noFill/>
        </p:spPr>
        <p:txBody>
          <a:bodyPr wrap="square" rtlCol="0">
            <a:spAutoFit/>
          </a:bodyPr>
          <a:lstStyle/>
          <a:p>
            <a:pPr algn="ctr"/>
            <a:r>
              <a:rPr lang="en-US" sz="900" dirty="0"/>
              <a:t>75</a:t>
            </a:r>
          </a:p>
        </p:txBody>
      </p:sp>
      <p:sp>
        <p:nvSpPr>
          <p:cNvPr id="65" name="TextBox 64">
            <a:extLst>
              <a:ext uri="{FF2B5EF4-FFF2-40B4-BE49-F238E27FC236}">
                <a16:creationId xmlns:a16="http://schemas.microsoft.com/office/drawing/2014/main" id="{746BD2BC-DD7C-9A2D-DE6F-FDEE26F290B1}"/>
              </a:ext>
            </a:extLst>
          </p:cNvPr>
          <p:cNvSpPr txBox="1"/>
          <p:nvPr/>
        </p:nvSpPr>
        <p:spPr>
          <a:xfrm>
            <a:off x="5147734" y="1903821"/>
            <a:ext cx="570089" cy="230832"/>
          </a:xfrm>
          <a:prstGeom prst="rect">
            <a:avLst/>
          </a:prstGeom>
          <a:noFill/>
        </p:spPr>
        <p:txBody>
          <a:bodyPr wrap="square" rtlCol="0">
            <a:spAutoFit/>
          </a:bodyPr>
          <a:lstStyle/>
          <a:p>
            <a:pPr algn="ctr"/>
            <a:r>
              <a:rPr lang="en-US" sz="900" dirty="0"/>
              <a:t>169</a:t>
            </a:r>
          </a:p>
        </p:txBody>
      </p:sp>
      <p:sp>
        <p:nvSpPr>
          <p:cNvPr id="66" name="TextBox 65">
            <a:extLst>
              <a:ext uri="{FF2B5EF4-FFF2-40B4-BE49-F238E27FC236}">
                <a16:creationId xmlns:a16="http://schemas.microsoft.com/office/drawing/2014/main" id="{AB9B2826-4743-CA6E-2ACE-3EA2200290E6}"/>
              </a:ext>
            </a:extLst>
          </p:cNvPr>
          <p:cNvSpPr txBox="1"/>
          <p:nvPr/>
        </p:nvSpPr>
        <p:spPr>
          <a:xfrm>
            <a:off x="5147734" y="2524033"/>
            <a:ext cx="570089" cy="230832"/>
          </a:xfrm>
          <a:prstGeom prst="rect">
            <a:avLst/>
          </a:prstGeom>
          <a:noFill/>
        </p:spPr>
        <p:txBody>
          <a:bodyPr wrap="square" rtlCol="0">
            <a:spAutoFit/>
          </a:bodyPr>
          <a:lstStyle/>
          <a:p>
            <a:pPr algn="ctr"/>
            <a:r>
              <a:rPr lang="en-US" sz="900" dirty="0"/>
              <a:t>2567</a:t>
            </a:r>
          </a:p>
        </p:txBody>
      </p:sp>
      <p:sp>
        <p:nvSpPr>
          <p:cNvPr id="68" name="TextBox 67">
            <a:extLst>
              <a:ext uri="{FF2B5EF4-FFF2-40B4-BE49-F238E27FC236}">
                <a16:creationId xmlns:a16="http://schemas.microsoft.com/office/drawing/2014/main" id="{C99DB050-E50A-C637-24E4-0538BFFD26E2}"/>
              </a:ext>
            </a:extLst>
          </p:cNvPr>
          <p:cNvSpPr txBox="1"/>
          <p:nvPr/>
        </p:nvSpPr>
        <p:spPr>
          <a:xfrm>
            <a:off x="6654802" y="4527809"/>
            <a:ext cx="570089" cy="230832"/>
          </a:xfrm>
          <a:prstGeom prst="rect">
            <a:avLst/>
          </a:prstGeom>
          <a:noFill/>
        </p:spPr>
        <p:txBody>
          <a:bodyPr wrap="square" rtlCol="0">
            <a:spAutoFit/>
          </a:bodyPr>
          <a:lstStyle/>
          <a:p>
            <a:pPr algn="ctr"/>
            <a:r>
              <a:rPr lang="en-US" sz="900" dirty="0"/>
              <a:t>2567</a:t>
            </a:r>
          </a:p>
        </p:txBody>
      </p:sp>
      <p:sp>
        <p:nvSpPr>
          <p:cNvPr id="69" name="TextBox 68">
            <a:extLst>
              <a:ext uri="{FF2B5EF4-FFF2-40B4-BE49-F238E27FC236}">
                <a16:creationId xmlns:a16="http://schemas.microsoft.com/office/drawing/2014/main" id="{092B6A0F-D8E2-6812-372D-B077A6A40E43}"/>
              </a:ext>
            </a:extLst>
          </p:cNvPr>
          <p:cNvSpPr txBox="1"/>
          <p:nvPr/>
        </p:nvSpPr>
        <p:spPr>
          <a:xfrm>
            <a:off x="7157158" y="4527809"/>
            <a:ext cx="570089" cy="230832"/>
          </a:xfrm>
          <a:prstGeom prst="rect">
            <a:avLst/>
          </a:prstGeom>
          <a:noFill/>
        </p:spPr>
        <p:txBody>
          <a:bodyPr wrap="square" rtlCol="0">
            <a:spAutoFit/>
          </a:bodyPr>
          <a:lstStyle/>
          <a:p>
            <a:pPr algn="ctr"/>
            <a:r>
              <a:rPr lang="en-US" sz="900" dirty="0"/>
              <a:t>169</a:t>
            </a:r>
          </a:p>
        </p:txBody>
      </p:sp>
      <p:sp>
        <p:nvSpPr>
          <p:cNvPr id="70" name="TextBox 69">
            <a:extLst>
              <a:ext uri="{FF2B5EF4-FFF2-40B4-BE49-F238E27FC236}">
                <a16:creationId xmlns:a16="http://schemas.microsoft.com/office/drawing/2014/main" id="{7E1C4381-5456-54D0-A9AF-E01691465311}"/>
              </a:ext>
            </a:extLst>
          </p:cNvPr>
          <p:cNvSpPr txBox="1"/>
          <p:nvPr/>
        </p:nvSpPr>
        <p:spPr>
          <a:xfrm>
            <a:off x="5650090" y="2285497"/>
            <a:ext cx="570089" cy="230832"/>
          </a:xfrm>
          <a:prstGeom prst="rect">
            <a:avLst/>
          </a:prstGeom>
          <a:noFill/>
        </p:spPr>
        <p:txBody>
          <a:bodyPr wrap="square" rtlCol="0">
            <a:spAutoFit/>
          </a:bodyPr>
          <a:lstStyle/>
          <a:p>
            <a:pPr algn="ctr"/>
            <a:r>
              <a:rPr lang="en-US" sz="900" dirty="0"/>
              <a:t>2367</a:t>
            </a:r>
          </a:p>
        </p:txBody>
      </p:sp>
      <p:sp>
        <p:nvSpPr>
          <p:cNvPr id="71" name="TextBox 70">
            <a:extLst>
              <a:ext uri="{FF2B5EF4-FFF2-40B4-BE49-F238E27FC236}">
                <a16:creationId xmlns:a16="http://schemas.microsoft.com/office/drawing/2014/main" id="{8252E39B-45E3-5F87-B356-FB21307929F8}"/>
              </a:ext>
            </a:extLst>
          </p:cNvPr>
          <p:cNvSpPr txBox="1"/>
          <p:nvPr/>
        </p:nvSpPr>
        <p:spPr>
          <a:xfrm>
            <a:off x="5147734" y="2905709"/>
            <a:ext cx="570089" cy="230832"/>
          </a:xfrm>
          <a:prstGeom prst="rect">
            <a:avLst/>
          </a:prstGeom>
          <a:noFill/>
        </p:spPr>
        <p:txBody>
          <a:bodyPr wrap="square" rtlCol="0">
            <a:spAutoFit/>
          </a:bodyPr>
          <a:lstStyle/>
          <a:p>
            <a:pPr algn="ctr"/>
            <a:r>
              <a:rPr lang="en-US" sz="900" dirty="0"/>
              <a:t>125678</a:t>
            </a:r>
          </a:p>
        </p:txBody>
      </p:sp>
      <p:sp>
        <p:nvSpPr>
          <p:cNvPr id="72" name="TextBox 71">
            <a:extLst>
              <a:ext uri="{FF2B5EF4-FFF2-40B4-BE49-F238E27FC236}">
                <a16:creationId xmlns:a16="http://schemas.microsoft.com/office/drawing/2014/main" id="{F44AA678-EA18-20A2-ACB4-5AEEFC49B1A7}"/>
              </a:ext>
            </a:extLst>
          </p:cNvPr>
          <p:cNvSpPr txBox="1"/>
          <p:nvPr/>
        </p:nvSpPr>
        <p:spPr>
          <a:xfrm>
            <a:off x="4645378" y="3525921"/>
            <a:ext cx="570089" cy="230832"/>
          </a:xfrm>
          <a:prstGeom prst="rect">
            <a:avLst/>
          </a:prstGeom>
          <a:noFill/>
        </p:spPr>
        <p:txBody>
          <a:bodyPr wrap="square" rtlCol="0">
            <a:spAutoFit/>
          </a:bodyPr>
          <a:lstStyle/>
          <a:p>
            <a:pPr algn="ctr"/>
            <a:r>
              <a:rPr lang="en-US" sz="900" dirty="0"/>
              <a:t>268</a:t>
            </a:r>
          </a:p>
        </p:txBody>
      </p:sp>
      <p:sp>
        <p:nvSpPr>
          <p:cNvPr id="74" name="TextBox 73">
            <a:extLst>
              <a:ext uri="{FF2B5EF4-FFF2-40B4-BE49-F238E27FC236}">
                <a16:creationId xmlns:a16="http://schemas.microsoft.com/office/drawing/2014/main" id="{76FCD14C-0220-7006-5E4B-1290E219D6F1}"/>
              </a:ext>
            </a:extLst>
          </p:cNvPr>
          <p:cNvSpPr txBox="1"/>
          <p:nvPr/>
        </p:nvSpPr>
        <p:spPr>
          <a:xfrm>
            <a:off x="6152446" y="4527809"/>
            <a:ext cx="570089" cy="230832"/>
          </a:xfrm>
          <a:prstGeom prst="rect">
            <a:avLst/>
          </a:prstGeom>
          <a:noFill/>
        </p:spPr>
        <p:txBody>
          <a:bodyPr wrap="square" rtlCol="0">
            <a:spAutoFit/>
          </a:bodyPr>
          <a:lstStyle/>
          <a:p>
            <a:pPr algn="ctr"/>
            <a:r>
              <a:rPr lang="en-US" sz="900" dirty="0"/>
              <a:t>125678</a:t>
            </a:r>
          </a:p>
        </p:txBody>
      </p:sp>
      <p:sp>
        <p:nvSpPr>
          <p:cNvPr id="75" name="TextBox 74">
            <a:extLst>
              <a:ext uri="{FF2B5EF4-FFF2-40B4-BE49-F238E27FC236}">
                <a16:creationId xmlns:a16="http://schemas.microsoft.com/office/drawing/2014/main" id="{63B92E50-92A9-76CD-A4E6-29EE54F17541}"/>
              </a:ext>
            </a:extLst>
          </p:cNvPr>
          <p:cNvSpPr txBox="1"/>
          <p:nvPr/>
        </p:nvSpPr>
        <p:spPr>
          <a:xfrm>
            <a:off x="6654802" y="3788329"/>
            <a:ext cx="570089" cy="230832"/>
          </a:xfrm>
          <a:prstGeom prst="rect">
            <a:avLst/>
          </a:prstGeom>
          <a:noFill/>
        </p:spPr>
        <p:txBody>
          <a:bodyPr wrap="square" rtlCol="0">
            <a:spAutoFit/>
          </a:bodyPr>
          <a:lstStyle/>
          <a:p>
            <a:pPr algn="ctr"/>
            <a:r>
              <a:rPr lang="en-US" sz="900" dirty="0"/>
              <a:t>2367</a:t>
            </a:r>
          </a:p>
        </p:txBody>
      </p:sp>
      <p:sp>
        <p:nvSpPr>
          <p:cNvPr id="76" name="TextBox 75">
            <a:extLst>
              <a:ext uri="{FF2B5EF4-FFF2-40B4-BE49-F238E27FC236}">
                <a16:creationId xmlns:a16="http://schemas.microsoft.com/office/drawing/2014/main" id="{E154A720-5280-76CF-7ACF-2211A2A3B89B}"/>
              </a:ext>
            </a:extLst>
          </p:cNvPr>
          <p:cNvSpPr txBox="1"/>
          <p:nvPr/>
        </p:nvSpPr>
        <p:spPr>
          <a:xfrm>
            <a:off x="5650090" y="4527809"/>
            <a:ext cx="570089" cy="230832"/>
          </a:xfrm>
          <a:prstGeom prst="rect">
            <a:avLst/>
          </a:prstGeom>
          <a:noFill/>
        </p:spPr>
        <p:txBody>
          <a:bodyPr wrap="square" rtlCol="0">
            <a:spAutoFit/>
          </a:bodyPr>
          <a:lstStyle/>
          <a:p>
            <a:pPr algn="ctr"/>
            <a:r>
              <a:rPr lang="en-US" sz="900" dirty="0"/>
              <a:t>268</a:t>
            </a:r>
          </a:p>
        </p:txBody>
      </p:sp>
      <p:sp>
        <p:nvSpPr>
          <p:cNvPr id="73" name="TextBox 72">
            <a:extLst>
              <a:ext uri="{FF2B5EF4-FFF2-40B4-BE49-F238E27FC236}">
                <a16:creationId xmlns:a16="http://schemas.microsoft.com/office/drawing/2014/main" id="{E1DABBEE-32AD-0805-A2E3-CAB37A627884}"/>
              </a:ext>
            </a:extLst>
          </p:cNvPr>
          <p:cNvSpPr txBox="1"/>
          <p:nvPr/>
        </p:nvSpPr>
        <p:spPr>
          <a:xfrm>
            <a:off x="5147734" y="3287385"/>
            <a:ext cx="570089" cy="230832"/>
          </a:xfrm>
          <a:prstGeom prst="rect">
            <a:avLst/>
          </a:prstGeom>
          <a:noFill/>
        </p:spPr>
        <p:txBody>
          <a:bodyPr wrap="square" rtlCol="0">
            <a:spAutoFit/>
          </a:bodyPr>
          <a:lstStyle/>
          <a:p>
            <a:pPr algn="ctr"/>
            <a:r>
              <a:rPr lang="en-US" sz="900" dirty="0"/>
              <a:t>235678</a:t>
            </a:r>
          </a:p>
        </p:txBody>
      </p:sp>
      <p:sp>
        <p:nvSpPr>
          <p:cNvPr id="77" name="TextBox 76">
            <a:extLst>
              <a:ext uri="{FF2B5EF4-FFF2-40B4-BE49-F238E27FC236}">
                <a16:creationId xmlns:a16="http://schemas.microsoft.com/office/drawing/2014/main" id="{A223C68F-92A4-0ABD-F5A1-5CFF04D48370}"/>
              </a:ext>
            </a:extLst>
          </p:cNvPr>
          <p:cNvSpPr txBox="1"/>
          <p:nvPr/>
        </p:nvSpPr>
        <p:spPr>
          <a:xfrm>
            <a:off x="5650090" y="4026865"/>
            <a:ext cx="570089" cy="369332"/>
          </a:xfrm>
          <a:prstGeom prst="rect">
            <a:avLst/>
          </a:prstGeom>
          <a:noFill/>
        </p:spPr>
        <p:txBody>
          <a:bodyPr wrap="square" rtlCol="0">
            <a:spAutoFit/>
          </a:bodyPr>
          <a:lstStyle/>
          <a:p>
            <a:pPr algn="ctr"/>
            <a:r>
              <a:rPr lang="en-US" sz="900" dirty="0"/>
              <a:t>1236789</a:t>
            </a:r>
          </a:p>
        </p:txBody>
      </p:sp>
      <p:sp>
        <p:nvSpPr>
          <p:cNvPr id="78" name="TextBox 77">
            <a:extLst>
              <a:ext uri="{FF2B5EF4-FFF2-40B4-BE49-F238E27FC236}">
                <a16:creationId xmlns:a16="http://schemas.microsoft.com/office/drawing/2014/main" id="{F69D846F-9327-C883-835A-D54C4510535C}"/>
              </a:ext>
            </a:extLst>
          </p:cNvPr>
          <p:cNvSpPr txBox="1"/>
          <p:nvPr/>
        </p:nvSpPr>
        <p:spPr>
          <a:xfrm>
            <a:off x="6152446" y="3788329"/>
            <a:ext cx="570089" cy="230832"/>
          </a:xfrm>
          <a:prstGeom prst="rect">
            <a:avLst/>
          </a:prstGeom>
          <a:noFill/>
        </p:spPr>
        <p:txBody>
          <a:bodyPr wrap="square" rtlCol="0">
            <a:spAutoFit/>
          </a:bodyPr>
          <a:lstStyle/>
          <a:p>
            <a:pPr algn="ctr"/>
            <a:r>
              <a:rPr lang="en-US" sz="900" dirty="0"/>
              <a:t>235678</a:t>
            </a:r>
          </a:p>
        </p:txBody>
      </p:sp>
      <p:sp>
        <p:nvSpPr>
          <p:cNvPr id="79" name="TextBox 78">
            <a:extLst>
              <a:ext uri="{FF2B5EF4-FFF2-40B4-BE49-F238E27FC236}">
                <a16:creationId xmlns:a16="http://schemas.microsoft.com/office/drawing/2014/main" id="{889DB62B-0806-F5D1-5EEF-BD39A5181611}"/>
              </a:ext>
            </a:extLst>
          </p:cNvPr>
          <p:cNvSpPr txBox="1"/>
          <p:nvPr/>
        </p:nvSpPr>
        <p:spPr>
          <a:xfrm>
            <a:off x="6214537" y="3237891"/>
            <a:ext cx="462845" cy="584775"/>
          </a:xfrm>
          <a:prstGeom prst="rect">
            <a:avLst/>
          </a:prstGeom>
          <a:noFill/>
        </p:spPr>
        <p:txBody>
          <a:bodyPr wrap="square" rtlCol="0">
            <a:spAutoFit/>
          </a:bodyPr>
          <a:lstStyle/>
          <a:p>
            <a:pPr algn="ctr"/>
            <a:r>
              <a:rPr lang="en-US" sz="3200" dirty="0"/>
              <a:t>9</a:t>
            </a:r>
          </a:p>
        </p:txBody>
      </p:sp>
      <p:sp>
        <p:nvSpPr>
          <p:cNvPr id="80" name="TextBox 79">
            <a:extLst>
              <a:ext uri="{FF2B5EF4-FFF2-40B4-BE49-F238E27FC236}">
                <a16:creationId xmlns:a16="http://schemas.microsoft.com/office/drawing/2014/main" id="{0BF09C2C-DFD6-D10C-6FC3-FAC83D4D65F9}"/>
              </a:ext>
            </a:extLst>
          </p:cNvPr>
          <p:cNvSpPr txBox="1"/>
          <p:nvPr/>
        </p:nvSpPr>
        <p:spPr>
          <a:xfrm>
            <a:off x="6152446" y="901933"/>
            <a:ext cx="570089" cy="230832"/>
          </a:xfrm>
          <a:prstGeom prst="rect">
            <a:avLst/>
          </a:prstGeom>
          <a:noFill/>
        </p:spPr>
        <p:txBody>
          <a:bodyPr wrap="square" rtlCol="0">
            <a:spAutoFit/>
          </a:bodyPr>
          <a:lstStyle/>
          <a:p>
            <a:pPr algn="ctr"/>
            <a:r>
              <a:rPr lang="en-US" sz="900" dirty="0"/>
              <a:t>18</a:t>
            </a:r>
          </a:p>
        </p:txBody>
      </p:sp>
      <p:sp>
        <p:nvSpPr>
          <p:cNvPr id="81" name="TextBox 80">
            <a:extLst>
              <a:ext uri="{FF2B5EF4-FFF2-40B4-BE49-F238E27FC236}">
                <a16:creationId xmlns:a16="http://schemas.microsoft.com/office/drawing/2014/main" id="{7B641861-46BD-1449-6E4E-AA2BE1525941}"/>
              </a:ext>
            </a:extLst>
          </p:cNvPr>
          <p:cNvSpPr txBox="1"/>
          <p:nvPr/>
        </p:nvSpPr>
        <p:spPr>
          <a:xfrm>
            <a:off x="4143022" y="3907597"/>
            <a:ext cx="570089" cy="230832"/>
          </a:xfrm>
          <a:prstGeom prst="rect">
            <a:avLst/>
          </a:prstGeom>
          <a:noFill/>
        </p:spPr>
        <p:txBody>
          <a:bodyPr wrap="square" rtlCol="0">
            <a:spAutoFit/>
          </a:bodyPr>
          <a:lstStyle/>
          <a:p>
            <a:pPr algn="ctr"/>
            <a:r>
              <a:rPr lang="en-US" sz="900" dirty="0"/>
              <a:t>28</a:t>
            </a:r>
          </a:p>
        </p:txBody>
      </p:sp>
      <p:sp>
        <p:nvSpPr>
          <p:cNvPr id="82" name="TextBox 81">
            <a:extLst>
              <a:ext uri="{FF2B5EF4-FFF2-40B4-BE49-F238E27FC236}">
                <a16:creationId xmlns:a16="http://schemas.microsoft.com/office/drawing/2014/main" id="{8E46C63F-3E6F-48F7-DD53-83B72A84BBFA}"/>
              </a:ext>
            </a:extLst>
          </p:cNvPr>
          <p:cNvSpPr txBox="1"/>
          <p:nvPr/>
        </p:nvSpPr>
        <p:spPr>
          <a:xfrm>
            <a:off x="3640666" y="4408541"/>
            <a:ext cx="570089" cy="230832"/>
          </a:xfrm>
          <a:prstGeom prst="rect">
            <a:avLst/>
          </a:prstGeom>
          <a:noFill/>
        </p:spPr>
        <p:txBody>
          <a:bodyPr wrap="square" rtlCol="0">
            <a:spAutoFit/>
          </a:bodyPr>
          <a:lstStyle/>
          <a:p>
            <a:pPr algn="ctr"/>
            <a:r>
              <a:rPr lang="en-US" sz="900" dirty="0"/>
              <a:t>128</a:t>
            </a:r>
          </a:p>
        </p:txBody>
      </p:sp>
      <p:sp>
        <p:nvSpPr>
          <p:cNvPr id="48" name="TextBox 47">
            <a:extLst>
              <a:ext uri="{FF2B5EF4-FFF2-40B4-BE49-F238E27FC236}">
                <a16:creationId xmlns:a16="http://schemas.microsoft.com/office/drawing/2014/main" id="{204F8B02-C063-3156-4B23-D2D3A8D905A4}"/>
              </a:ext>
            </a:extLst>
          </p:cNvPr>
          <p:cNvSpPr txBox="1"/>
          <p:nvPr/>
        </p:nvSpPr>
        <p:spPr>
          <a:xfrm>
            <a:off x="3716867" y="1727886"/>
            <a:ext cx="462845" cy="584775"/>
          </a:xfrm>
          <a:prstGeom prst="rect">
            <a:avLst/>
          </a:prstGeom>
          <a:noFill/>
        </p:spPr>
        <p:txBody>
          <a:bodyPr wrap="square" rtlCol="0">
            <a:spAutoFit/>
          </a:bodyPr>
          <a:lstStyle/>
          <a:p>
            <a:pPr algn="ctr"/>
            <a:r>
              <a:rPr lang="en-US" sz="3200" dirty="0"/>
              <a:t>4</a:t>
            </a:r>
          </a:p>
        </p:txBody>
      </p:sp>
    </p:spTree>
    <p:extLst>
      <p:ext uri="{BB962C8B-B14F-4D97-AF65-F5344CB8AC3E}">
        <p14:creationId xmlns:p14="http://schemas.microsoft.com/office/powerpoint/2010/main" val="2836208655"/>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E4B0C2-8ECF-14E4-3722-6AC8D8E9E058}"/>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5E01176B-8809-456D-7889-0D98BDE3FB6E}"/>
              </a:ext>
            </a:extLst>
          </p:cNvPr>
          <p:cNvSpPr>
            <a:spLocks noGrp="1"/>
          </p:cNvSpPr>
          <p:nvPr>
            <p:ph sz="half" idx="1"/>
          </p:nvPr>
        </p:nvSpPr>
        <p:spPr/>
        <p:txBody>
          <a:bodyPr>
            <a:normAutofit/>
          </a:bodyPr>
          <a:lstStyle/>
          <a:p>
            <a:r>
              <a:rPr lang="en-US" dirty="0"/>
              <a:t>Last possible 4 in center block.</a:t>
            </a:r>
          </a:p>
          <a:p>
            <a:r>
              <a:rPr lang="en-US" dirty="0"/>
              <a:t>(All 4’s in the puzzle are now assigned.)</a:t>
            </a:r>
          </a:p>
        </p:txBody>
      </p:sp>
      <p:pic>
        <p:nvPicPr>
          <p:cNvPr id="4" name="Picture 3" descr="A grid of sudoku puzzle&#10;&#10;Description automatically generated">
            <a:extLst>
              <a:ext uri="{FF2B5EF4-FFF2-40B4-BE49-F238E27FC236}">
                <a16:creationId xmlns:a16="http://schemas.microsoft.com/office/drawing/2014/main" id="{635ADFC6-7CE4-58AE-CE97-B67953BCB39F}"/>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CDC46EF8-D4F4-C967-D195-74E044658F6E}"/>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8F738247-D6E1-FFD4-CDA7-582A0D9C072B}"/>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1F23523E-03E0-A87C-1279-D37310F056AC}"/>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F63D8C1A-FD5D-4A4B-9C79-4FE0DBFD6E41}"/>
              </a:ext>
            </a:extLst>
          </p:cNvPr>
          <p:cNvSpPr txBox="1"/>
          <p:nvPr/>
        </p:nvSpPr>
        <p:spPr>
          <a:xfrm>
            <a:off x="4715935" y="1224551"/>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8" name="TextBox 7">
            <a:extLst>
              <a:ext uri="{FF2B5EF4-FFF2-40B4-BE49-F238E27FC236}">
                <a16:creationId xmlns:a16="http://schemas.microsoft.com/office/drawing/2014/main" id="{037D7E44-6B7E-6277-A79E-5358EBB00833}"/>
              </a:ext>
            </a:extLst>
          </p:cNvPr>
          <p:cNvSpPr txBox="1"/>
          <p:nvPr/>
        </p:nvSpPr>
        <p:spPr>
          <a:xfrm>
            <a:off x="6214537" y="122455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9" name="TextBox 8">
            <a:extLst>
              <a:ext uri="{FF2B5EF4-FFF2-40B4-BE49-F238E27FC236}">
                <a16:creationId xmlns:a16="http://schemas.microsoft.com/office/drawing/2014/main" id="{6AEE08DC-2DD0-27D6-D170-27AEFC863C5B}"/>
              </a:ext>
            </a:extLst>
          </p:cNvPr>
          <p:cNvSpPr txBox="1"/>
          <p:nvPr/>
        </p:nvSpPr>
        <p:spPr>
          <a:xfrm>
            <a:off x="6714071" y="1224551"/>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10" name="TextBox 9">
            <a:extLst>
              <a:ext uri="{FF2B5EF4-FFF2-40B4-BE49-F238E27FC236}">
                <a16:creationId xmlns:a16="http://schemas.microsoft.com/office/drawing/2014/main" id="{1B3D3CEF-0C2B-150B-135F-2C2A6C44CBA7}"/>
              </a:ext>
            </a:extLst>
          </p:cNvPr>
          <p:cNvSpPr txBox="1"/>
          <p:nvPr/>
        </p:nvSpPr>
        <p:spPr>
          <a:xfrm>
            <a:off x="7213604" y="122455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11" name="TextBox 10">
            <a:extLst>
              <a:ext uri="{FF2B5EF4-FFF2-40B4-BE49-F238E27FC236}">
                <a16:creationId xmlns:a16="http://schemas.microsoft.com/office/drawing/2014/main" id="{ABFED0ED-1A54-C12D-DAE7-E5C23A9D9945}"/>
              </a:ext>
            </a:extLst>
          </p:cNvPr>
          <p:cNvSpPr txBox="1"/>
          <p:nvPr/>
        </p:nvSpPr>
        <p:spPr>
          <a:xfrm>
            <a:off x="6714071" y="721216"/>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12" name="TextBox 11">
            <a:extLst>
              <a:ext uri="{FF2B5EF4-FFF2-40B4-BE49-F238E27FC236}">
                <a16:creationId xmlns:a16="http://schemas.microsoft.com/office/drawing/2014/main" id="{DB87605D-3656-DBB8-6276-EC7580FA1DB4}"/>
              </a:ext>
            </a:extLst>
          </p:cNvPr>
          <p:cNvSpPr txBox="1"/>
          <p:nvPr/>
        </p:nvSpPr>
        <p:spPr>
          <a:xfrm>
            <a:off x="7213604" y="721216"/>
            <a:ext cx="462845" cy="584775"/>
          </a:xfrm>
          <a:prstGeom prst="rect">
            <a:avLst/>
          </a:prstGeom>
          <a:solidFill>
            <a:srgbClr val="FF0000">
              <a:alpha val="30000"/>
            </a:srgbClr>
          </a:solidFill>
        </p:spPr>
        <p:txBody>
          <a:bodyPr wrap="square" rtlCol="0">
            <a:spAutoFit/>
          </a:bodyPr>
          <a:lstStyle/>
          <a:p>
            <a:pPr algn="ctr"/>
            <a:r>
              <a:rPr lang="en-US" sz="3200" dirty="0"/>
              <a:t>3</a:t>
            </a:r>
          </a:p>
        </p:txBody>
      </p:sp>
      <p:sp>
        <p:nvSpPr>
          <p:cNvPr id="13" name="TextBox 12">
            <a:extLst>
              <a:ext uri="{FF2B5EF4-FFF2-40B4-BE49-F238E27FC236}">
                <a16:creationId xmlns:a16="http://schemas.microsoft.com/office/drawing/2014/main" id="{162E55EE-8F20-B270-0518-6A5DDCCF9738}"/>
              </a:ext>
            </a:extLst>
          </p:cNvPr>
          <p:cNvSpPr txBox="1"/>
          <p:nvPr/>
        </p:nvSpPr>
        <p:spPr>
          <a:xfrm>
            <a:off x="4216401" y="1727886"/>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14" name="TextBox 13">
            <a:extLst>
              <a:ext uri="{FF2B5EF4-FFF2-40B4-BE49-F238E27FC236}">
                <a16:creationId xmlns:a16="http://schemas.microsoft.com/office/drawing/2014/main" id="{82CB0B58-5FFE-2D41-C949-AD2809F588DE}"/>
              </a:ext>
            </a:extLst>
          </p:cNvPr>
          <p:cNvSpPr txBox="1"/>
          <p:nvPr/>
        </p:nvSpPr>
        <p:spPr>
          <a:xfrm>
            <a:off x="5215469" y="1727886"/>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15" name="TextBox 14">
            <a:extLst>
              <a:ext uri="{FF2B5EF4-FFF2-40B4-BE49-F238E27FC236}">
                <a16:creationId xmlns:a16="http://schemas.microsoft.com/office/drawing/2014/main" id="{3E5D85DD-EF28-A506-24CD-7372E1CBC60A}"/>
              </a:ext>
            </a:extLst>
          </p:cNvPr>
          <p:cNvSpPr txBox="1"/>
          <p:nvPr/>
        </p:nvSpPr>
        <p:spPr>
          <a:xfrm>
            <a:off x="6214537" y="1727886"/>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16" name="TextBox 15">
            <a:extLst>
              <a:ext uri="{FF2B5EF4-FFF2-40B4-BE49-F238E27FC236}">
                <a16:creationId xmlns:a16="http://schemas.microsoft.com/office/drawing/2014/main" id="{409B13D6-9427-C9D5-5F83-88B81F1FEE04}"/>
              </a:ext>
            </a:extLst>
          </p:cNvPr>
          <p:cNvSpPr txBox="1"/>
          <p:nvPr/>
        </p:nvSpPr>
        <p:spPr>
          <a:xfrm>
            <a:off x="6714071" y="172788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17" name="TextBox 16">
            <a:extLst>
              <a:ext uri="{FF2B5EF4-FFF2-40B4-BE49-F238E27FC236}">
                <a16:creationId xmlns:a16="http://schemas.microsoft.com/office/drawing/2014/main" id="{C1D6D06F-BE53-3E02-679B-D16F9AA49CA1}"/>
              </a:ext>
            </a:extLst>
          </p:cNvPr>
          <p:cNvSpPr txBox="1"/>
          <p:nvPr/>
        </p:nvSpPr>
        <p:spPr>
          <a:xfrm>
            <a:off x="3716867" y="223122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18" name="TextBox 17">
            <a:extLst>
              <a:ext uri="{FF2B5EF4-FFF2-40B4-BE49-F238E27FC236}">
                <a16:creationId xmlns:a16="http://schemas.microsoft.com/office/drawing/2014/main" id="{9544A30B-F5D2-FF08-60B2-F220F10091EF}"/>
              </a:ext>
            </a:extLst>
          </p:cNvPr>
          <p:cNvSpPr txBox="1"/>
          <p:nvPr/>
        </p:nvSpPr>
        <p:spPr>
          <a:xfrm>
            <a:off x="5215469" y="2231221"/>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19" name="TextBox 18">
            <a:extLst>
              <a:ext uri="{FF2B5EF4-FFF2-40B4-BE49-F238E27FC236}">
                <a16:creationId xmlns:a16="http://schemas.microsoft.com/office/drawing/2014/main" id="{24D333CA-C6D4-875B-0A97-313BA34BA8CF}"/>
              </a:ext>
            </a:extLst>
          </p:cNvPr>
          <p:cNvSpPr txBox="1"/>
          <p:nvPr/>
        </p:nvSpPr>
        <p:spPr>
          <a:xfrm>
            <a:off x="5715003" y="2231221"/>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20" name="TextBox 19">
            <a:extLst>
              <a:ext uri="{FF2B5EF4-FFF2-40B4-BE49-F238E27FC236}">
                <a16:creationId xmlns:a16="http://schemas.microsoft.com/office/drawing/2014/main" id="{F94CABFD-EF3D-9D91-07B1-C8878695AF0F}"/>
              </a:ext>
            </a:extLst>
          </p:cNvPr>
          <p:cNvSpPr txBox="1"/>
          <p:nvPr/>
        </p:nvSpPr>
        <p:spPr>
          <a:xfrm>
            <a:off x="6214537" y="2231221"/>
            <a:ext cx="462845" cy="584775"/>
          </a:xfrm>
          <a:prstGeom prst="rect">
            <a:avLst/>
          </a:prstGeom>
          <a:solidFill>
            <a:srgbClr val="FF0000">
              <a:alpha val="30000"/>
            </a:srgbClr>
          </a:solidFill>
        </p:spPr>
        <p:txBody>
          <a:bodyPr wrap="square" rtlCol="0">
            <a:spAutoFit/>
          </a:bodyPr>
          <a:lstStyle/>
          <a:p>
            <a:pPr algn="ctr"/>
            <a:r>
              <a:rPr lang="en-US" sz="3200" dirty="0"/>
              <a:t>4</a:t>
            </a:r>
          </a:p>
        </p:txBody>
      </p:sp>
      <p:sp>
        <p:nvSpPr>
          <p:cNvPr id="21" name="TextBox 20">
            <a:extLst>
              <a:ext uri="{FF2B5EF4-FFF2-40B4-BE49-F238E27FC236}">
                <a16:creationId xmlns:a16="http://schemas.microsoft.com/office/drawing/2014/main" id="{E78F75ED-FB31-85EE-C557-D9A7CEF0D16A}"/>
              </a:ext>
            </a:extLst>
          </p:cNvPr>
          <p:cNvSpPr txBox="1"/>
          <p:nvPr/>
        </p:nvSpPr>
        <p:spPr>
          <a:xfrm>
            <a:off x="6714071" y="223122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2" name="TextBox 21">
            <a:extLst>
              <a:ext uri="{FF2B5EF4-FFF2-40B4-BE49-F238E27FC236}">
                <a16:creationId xmlns:a16="http://schemas.microsoft.com/office/drawing/2014/main" id="{D0375E54-095E-0AB4-F395-2B676E015369}"/>
              </a:ext>
            </a:extLst>
          </p:cNvPr>
          <p:cNvSpPr txBox="1"/>
          <p:nvPr/>
        </p:nvSpPr>
        <p:spPr>
          <a:xfrm>
            <a:off x="4216401" y="2734556"/>
            <a:ext cx="462845" cy="584775"/>
          </a:xfrm>
          <a:prstGeom prst="rect">
            <a:avLst/>
          </a:prstGeom>
          <a:solidFill>
            <a:srgbClr val="FF0000">
              <a:alpha val="30000"/>
            </a:srgbClr>
          </a:solidFill>
        </p:spPr>
        <p:txBody>
          <a:bodyPr wrap="square" rtlCol="0">
            <a:spAutoFit/>
          </a:bodyPr>
          <a:lstStyle/>
          <a:p>
            <a:pPr algn="ctr"/>
            <a:r>
              <a:rPr lang="en-US" sz="3200" dirty="0"/>
              <a:t>4</a:t>
            </a:r>
          </a:p>
        </p:txBody>
      </p:sp>
      <p:sp>
        <p:nvSpPr>
          <p:cNvPr id="23" name="TextBox 22">
            <a:extLst>
              <a:ext uri="{FF2B5EF4-FFF2-40B4-BE49-F238E27FC236}">
                <a16:creationId xmlns:a16="http://schemas.microsoft.com/office/drawing/2014/main" id="{D1D0A096-2B69-1BCE-F72F-9510034C575C}"/>
              </a:ext>
            </a:extLst>
          </p:cNvPr>
          <p:cNvSpPr txBox="1"/>
          <p:nvPr/>
        </p:nvSpPr>
        <p:spPr>
          <a:xfrm>
            <a:off x="5215469" y="2734556"/>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4" name="TextBox 23">
            <a:extLst>
              <a:ext uri="{FF2B5EF4-FFF2-40B4-BE49-F238E27FC236}">
                <a16:creationId xmlns:a16="http://schemas.microsoft.com/office/drawing/2014/main" id="{3E478718-C4C6-D714-84A1-53721C6C4646}"/>
              </a:ext>
            </a:extLst>
          </p:cNvPr>
          <p:cNvSpPr txBox="1"/>
          <p:nvPr/>
        </p:nvSpPr>
        <p:spPr>
          <a:xfrm>
            <a:off x="6714071" y="2734556"/>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25" name="TextBox 24">
            <a:extLst>
              <a:ext uri="{FF2B5EF4-FFF2-40B4-BE49-F238E27FC236}">
                <a16:creationId xmlns:a16="http://schemas.microsoft.com/office/drawing/2014/main" id="{54FD7A69-55E2-0021-CFF4-B5DB3EFEC1AF}"/>
              </a:ext>
            </a:extLst>
          </p:cNvPr>
          <p:cNvSpPr txBox="1"/>
          <p:nvPr/>
        </p:nvSpPr>
        <p:spPr>
          <a:xfrm>
            <a:off x="3716867" y="323789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6" name="TextBox 25">
            <a:extLst>
              <a:ext uri="{FF2B5EF4-FFF2-40B4-BE49-F238E27FC236}">
                <a16:creationId xmlns:a16="http://schemas.microsoft.com/office/drawing/2014/main" id="{8A4FF885-4F77-D0FE-E22B-1E3AD8E94B07}"/>
              </a:ext>
            </a:extLst>
          </p:cNvPr>
          <p:cNvSpPr txBox="1"/>
          <p:nvPr/>
        </p:nvSpPr>
        <p:spPr>
          <a:xfrm>
            <a:off x="4715935" y="323789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27" name="TextBox 26">
            <a:extLst>
              <a:ext uri="{FF2B5EF4-FFF2-40B4-BE49-F238E27FC236}">
                <a16:creationId xmlns:a16="http://schemas.microsoft.com/office/drawing/2014/main" id="{AAB63DDC-FB6E-DB93-5588-570E754082C4}"/>
              </a:ext>
            </a:extLst>
          </p:cNvPr>
          <p:cNvSpPr txBox="1"/>
          <p:nvPr/>
        </p:nvSpPr>
        <p:spPr>
          <a:xfrm>
            <a:off x="5215469" y="323789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28" name="TextBox 27">
            <a:extLst>
              <a:ext uri="{FF2B5EF4-FFF2-40B4-BE49-F238E27FC236}">
                <a16:creationId xmlns:a16="http://schemas.microsoft.com/office/drawing/2014/main" id="{B9139787-9810-A23D-8C25-565D4AD4FC1B}"/>
              </a:ext>
            </a:extLst>
          </p:cNvPr>
          <p:cNvSpPr txBox="1"/>
          <p:nvPr/>
        </p:nvSpPr>
        <p:spPr>
          <a:xfrm>
            <a:off x="7213604" y="3237891"/>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29" name="TextBox 28">
            <a:extLst>
              <a:ext uri="{FF2B5EF4-FFF2-40B4-BE49-F238E27FC236}">
                <a16:creationId xmlns:a16="http://schemas.microsoft.com/office/drawing/2014/main" id="{F33ED5F9-6695-9B40-6AE3-7A2810C36848}"/>
              </a:ext>
            </a:extLst>
          </p:cNvPr>
          <p:cNvSpPr txBox="1"/>
          <p:nvPr/>
        </p:nvSpPr>
        <p:spPr>
          <a:xfrm>
            <a:off x="3217333" y="3741226"/>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30" name="TextBox 29">
            <a:extLst>
              <a:ext uri="{FF2B5EF4-FFF2-40B4-BE49-F238E27FC236}">
                <a16:creationId xmlns:a16="http://schemas.microsoft.com/office/drawing/2014/main" id="{01898EE7-3A3B-60BA-ED4A-AB77FA58376C}"/>
              </a:ext>
            </a:extLst>
          </p:cNvPr>
          <p:cNvSpPr txBox="1"/>
          <p:nvPr/>
        </p:nvSpPr>
        <p:spPr>
          <a:xfrm>
            <a:off x="3716867" y="374122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31" name="TextBox 30">
            <a:extLst>
              <a:ext uri="{FF2B5EF4-FFF2-40B4-BE49-F238E27FC236}">
                <a16:creationId xmlns:a16="http://schemas.microsoft.com/office/drawing/2014/main" id="{9E30752C-25B5-F005-72E6-7F0C635400F0}"/>
              </a:ext>
            </a:extLst>
          </p:cNvPr>
          <p:cNvSpPr txBox="1"/>
          <p:nvPr/>
        </p:nvSpPr>
        <p:spPr>
          <a:xfrm>
            <a:off x="5715003" y="3741226"/>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32" name="TextBox 31">
            <a:extLst>
              <a:ext uri="{FF2B5EF4-FFF2-40B4-BE49-F238E27FC236}">
                <a16:creationId xmlns:a16="http://schemas.microsoft.com/office/drawing/2014/main" id="{12AE761C-7402-32BB-8A01-02F5B9E0FAE7}"/>
              </a:ext>
            </a:extLst>
          </p:cNvPr>
          <p:cNvSpPr txBox="1"/>
          <p:nvPr/>
        </p:nvSpPr>
        <p:spPr>
          <a:xfrm>
            <a:off x="6214537" y="3741226"/>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33" name="TextBox 32">
            <a:extLst>
              <a:ext uri="{FF2B5EF4-FFF2-40B4-BE49-F238E27FC236}">
                <a16:creationId xmlns:a16="http://schemas.microsoft.com/office/drawing/2014/main" id="{D14D935A-A115-5CC6-D98C-45763A94967B}"/>
              </a:ext>
            </a:extLst>
          </p:cNvPr>
          <p:cNvSpPr txBox="1"/>
          <p:nvPr/>
        </p:nvSpPr>
        <p:spPr>
          <a:xfrm>
            <a:off x="6714071" y="374122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34" name="TextBox 33">
            <a:extLst>
              <a:ext uri="{FF2B5EF4-FFF2-40B4-BE49-F238E27FC236}">
                <a16:creationId xmlns:a16="http://schemas.microsoft.com/office/drawing/2014/main" id="{C512C5BC-B8D8-EF26-84DF-CDCBF0D389B3}"/>
              </a:ext>
            </a:extLst>
          </p:cNvPr>
          <p:cNvSpPr txBox="1"/>
          <p:nvPr/>
        </p:nvSpPr>
        <p:spPr>
          <a:xfrm>
            <a:off x="7213604" y="3741226"/>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35" name="TextBox 34">
            <a:extLst>
              <a:ext uri="{FF2B5EF4-FFF2-40B4-BE49-F238E27FC236}">
                <a16:creationId xmlns:a16="http://schemas.microsoft.com/office/drawing/2014/main" id="{FB551421-8173-1E77-E3C4-9CD92A8E63A6}"/>
              </a:ext>
            </a:extLst>
          </p:cNvPr>
          <p:cNvSpPr txBox="1"/>
          <p:nvPr/>
        </p:nvSpPr>
        <p:spPr>
          <a:xfrm>
            <a:off x="3217333" y="424456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36" name="TextBox 35">
            <a:extLst>
              <a:ext uri="{FF2B5EF4-FFF2-40B4-BE49-F238E27FC236}">
                <a16:creationId xmlns:a16="http://schemas.microsoft.com/office/drawing/2014/main" id="{1DA4B2FC-DD4A-3F7B-2185-ED4114C90666}"/>
              </a:ext>
            </a:extLst>
          </p:cNvPr>
          <p:cNvSpPr txBox="1"/>
          <p:nvPr/>
        </p:nvSpPr>
        <p:spPr>
          <a:xfrm>
            <a:off x="4216401" y="4244561"/>
            <a:ext cx="462845" cy="584775"/>
          </a:xfrm>
          <a:prstGeom prst="rect">
            <a:avLst/>
          </a:prstGeom>
          <a:solidFill>
            <a:srgbClr val="FF0000">
              <a:alpha val="30000"/>
            </a:srgbClr>
          </a:solidFill>
        </p:spPr>
        <p:txBody>
          <a:bodyPr wrap="square" rtlCol="0">
            <a:spAutoFit/>
          </a:bodyPr>
          <a:lstStyle/>
          <a:p>
            <a:pPr algn="ctr"/>
            <a:r>
              <a:rPr lang="en-US" sz="3200" dirty="0"/>
              <a:t>3</a:t>
            </a:r>
          </a:p>
        </p:txBody>
      </p:sp>
      <p:sp>
        <p:nvSpPr>
          <p:cNvPr id="37" name="TextBox 36">
            <a:extLst>
              <a:ext uri="{FF2B5EF4-FFF2-40B4-BE49-F238E27FC236}">
                <a16:creationId xmlns:a16="http://schemas.microsoft.com/office/drawing/2014/main" id="{7B85706B-89DB-D686-CDD7-28AEA6AFD957}"/>
              </a:ext>
            </a:extLst>
          </p:cNvPr>
          <p:cNvSpPr txBox="1"/>
          <p:nvPr/>
        </p:nvSpPr>
        <p:spPr>
          <a:xfrm>
            <a:off x="5715003" y="424456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38" name="TextBox 37">
            <a:extLst>
              <a:ext uri="{FF2B5EF4-FFF2-40B4-BE49-F238E27FC236}">
                <a16:creationId xmlns:a16="http://schemas.microsoft.com/office/drawing/2014/main" id="{C861CE5C-6F24-D4B7-0D33-430BD4D09603}"/>
              </a:ext>
            </a:extLst>
          </p:cNvPr>
          <p:cNvSpPr txBox="1"/>
          <p:nvPr/>
        </p:nvSpPr>
        <p:spPr>
          <a:xfrm>
            <a:off x="6214537" y="424456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39" name="TextBox 38">
            <a:extLst>
              <a:ext uri="{FF2B5EF4-FFF2-40B4-BE49-F238E27FC236}">
                <a16:creationId xmlns:a16="http://schemas.microsoft.com/office/drawing/2014/main" id="{C946ACD3-FD45-398B-AF0D-AB36C349ADF5}"/>
              </a:ext>
            </a:extLst>
          </p:cNvPr>
          <p:cNvSpPr txBox="1"/>
          <p:nvPr/>
        </p:nvSpPr>
        <p:spPr>
          <a:xfrm>
            <a:off x="6714071" y="4244561"/>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40" name="TextBox 39">
            <a:extLst>
              <a:ext uri="{FF2B5EF4-FFF2-40B4-BE49-F238E27FC236}">
                <a16:creationId xmlns:a16="http://schemas.microsoft.com/office/drawing/2014/main" id="{0A20CA61-51B2-75C4-789B-8413F31169DC}"/>
              </a:ext>
            </a:extLst>
          </p:cNvPr>
          <p:cNvSpPr txBox="1"/>
          <p:nvPr/>
        </p:nvSpPr>
        <p:spPr>
          <a:xfrm>
            <a:off x="7213604" y="424456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41" name="TextBox 40">
            <a:extLst>
              <a:ext uri="{FF2B5EF4-FFF2-40B4-BE49-F238E27FC236}">
                <a16:creationId xmlns:a16="http://schemas.microsoft.com/office/drawing/2014/main" id="{98F57110-D179-1165-28F8-16AA9D504976}"/>
              </a:ext>
            </a:extLst>
          </p:cNvPr>
          <p:cNvSpPr txBox="1"/>
          <p:nvPr/>
        </p:nvSpPr>
        <p:spPr>
          <a:xfrm>
            <a:off x="3217333" y="4747898"/>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42" name="TextBox 41">
            <a:extLst>
              <a:ext uri="{FF2B5EF4-FFF2-40B4-BE49-F238E27FC236}">
                <a16:creationId xmlns:a16="http://schemas.microsoft.com/office/drawing/2014/main" id="{33658A65-6AF3-1C92-2491-1263E2E6494C}"/>
              </a:ext>
            </a:extLst>
          </p:cNvPr>
          <p:cNvSpPr txBox="1"/>
          <p:nvPr/>
        </p:nvSpPr>
        <p:spPr>
          <a:xfrm>
            <a:off x="3716867" y="4747898"/>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43" name="TextBox 42">
            <a:extLst>
              <a:ext uri="{FF2B5EF4-FFF2-40B4-BE49-F238E27FC236}">
                <a16:creationId xmlns:a16="http://schemas.microsoft.com/office/drawing/2014/main" id="{EA6825F5-3241-1548-5CB9-A88D2AF7A4FC}"/>
              </a:ext>
            </a:extLst>
          </p:cNvPr>
          <p:cNvSpPr txBox="1"/>
          <p:nvPr/>
        </p:nvSpPr>
        <p:spPr>
          <a:xfrm>
            <a:off x="4216401" y="4747898"/>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44" name="TextBox 43">
            <a:extLst>
              <a:ext uri="{FF2B5EF4-FFF2-40B4-BE49-F238E27FC236}">
                <a16:creationId xmlns:a16="http://schemas.microsoft.com/office/drawing/2014/main" id="{F7B4577C-D699-2A2A-EFAA-BC7CB31B0FE6}"/>
              </a:ext>
            </a:extLst>
          </p:cNvPr>
          <p:cNvSpPr txBox="1"/>
          <p:nvPr/>
        </p:nvSpPr>
        <p:spPr>
          <a:xfrm>
            <a:off x="7157158" y="1522145"/>
            <a:ext cx="570089" cy="230832"/>
          </a:xfrm>
          <a:prstGeom prst="rect">
            <a:avLst/>
          </a:prstGeom>
          <a:noFill/>
        </p:spPr>
        <p:txBody>
          <a:bodyPr wrap="square" rtlCol="0">
            <a:spAutoFit/>
          </a:bodyPr>
          <a:lstStyle/>
          <a:p>
            <a:pPr algn="ctr"/>
            <a:r>
              <a:rPr lang="en-US" sz="900" dirty="0"/>
              <a:t>57</a:t>
            </a:r>
          </a:p>
        </p:txBody>
      </p:sp>
      <p:sp>
        <p:nvSpPr>
          <p:cNvPr id="45" name="TextBox 44">
            <a:extLst>
              <a:ext uri="{FF2B5EF4-FFF2-40B4-BE49-F238E27FC236}">
                <a16:creationId xmlns:a16="http://schemas.microsoft.com/office/drawing/2014/main" id="{C66B3877-63C5-741D-A973-37EC94F085E0}"/>
              </a:ext>
            </a:extLst>
          </p:cNvPr>
          <p:cNvSpPr txBox="1"/>
          <p:nvPr/>
        </p:nvSpPr>
        <p:spPr>
          <a:xfrm>
            <a:off x="4143022" y="5028752"/>
            <a:ext cx="570089" cy="230832"/>
          </a:xfrm>
          <a:prstGeom prst="rect">
            <a:avLst/>
          </a:prstGeom>
          <a:noFill/>
        </p:spPr>
        <p:txBody>
          <a:bodyPr wrap="square" rtlCol="0">
            <a:spAutoFit/>
          </a:bodyPr>
          <a:lstStyle/>
          <a:p>
            <a:pPr algn="ctr"/>
            <a:r>
              <a:rPr lang="en-US" sz="900" dirty="0"/>
              <a:t>57</a:t>
            </a:r>
          </a:p>
        </p:txBody>
      </p:sp>
      <p:sp>
        <p:nvSpPr>
          <p:cNvPr id="46" name="TextBox 45">
            <a:extLst>
              <a:ext uri="{FF2B5EF4-FFF2-40B4-BE49-F238E27FC236}">
                <a16:creationId xmlns:a16="http://schemas.microsoft.com/office/drawing/2014/main" id="{D52D756B-A597-34FB-4303-108F3533B555}"/>
              </a:ext>
            </a:extLst>
          </p:cNvPr>
          <p:cNvSpPr txBox="1"/>
          <p:nvPr/>
        </p:nvSpPr>
        <p:spPr>
          <a:xfrm>
            <a:off x="6654802" y="1522145"/>
            <a:ext cx="570089" cy="230832"/>
          </a:xfrm>
          <a:prstGeom prst="rect">
            <a:avLst/>
          </a:prstGeom>
          <a:noFill/>
        </p:spPr>
        <p:txBody>
          <a:bodyPr wrap="square" rtlCol="0">
            <a:spAutoFit/>
          </a:bodyPr>
          <a:lstStyle/>
          <a:p>
            <a:pPr algn="ctr"/>
            <a:r>
              <a:rPr lang="en-US" sz="900" dirty="0"/>
              <a:t>56789</a:t>
            </a:r>
          </a:p>
        </p:txBody>
      </p:sp>
      <p:sp>
        <p:nvSpPr>
          <p:cNvPr id="47" name="TextBox 46">
            <a:extLst>
              <a:ext uri="{FF2B5EF4-FFF2-40B4-BE49-F238E27FC236}">
                <a16:creationId xmlns:a16="http://schemas.microsoft.com/office/drawing/2014/main" id="{3306E8C7-DF2A-E6F1-9A69-7CF5A3D24DDF}"/>
              </a:ext>
            </a:extLst>
          </p:cNvPr>
          <p:cNvSpPr txBox="1"/>
          <p:nvPr/>
        </p:nvSpPr>
        <p:spPr>
          <a:xfrm>
            <a:off x="3640666" y="5028752"/>
            <a:ext cx="570089" cy="230832"/>
          </a:xfrm>
          <a:prstGeom prst="rect">
            <a:avLst/>
          </a:prstGeom>
          <a:noFill/>
        </p:spPr>
        <p:txBody>
          <a:bodyPr wrap="square" rtlCol="0">
            <a:spAutoFit/>
          </a:bodyPr>
          <a:lstStyle/>
          <a:p>
            <a:pPr algn="ctr"/>
            <a:r>
              <a:rPr lang="en-US" sz="900" dirty="0"/>
              <a:t>56789</a:t>
            </a:r>
          </a:p>
        </p:txBody>
      </p:sp>
      <p:sp>
        <p:nvSpPr>
          <p:cNvPr id="50" name="TextBox 49">
            <a:extLst>
              <a:ext uri="{FF2B5EF4-FFF2-40B4-BE49-F238E27FC236}">
                <a16:creationId xmlns:a16="http://schemas.microsoft.com/office/drawing/2014/main" id="{BB894984-B542-CCFE-4911-41468FFAA08F}"/>
              </a:ext>
            </a:extLst>
          </p:cNvPr>
          <p:cNvSpPr txBox="1"/>
          <p:nvPr/>
        </p:nvSpPr>
        <p:spPr>
          <a:xfrm>
            <a:off x="6152446" y="1402877"/>
            <a:ext cx="570089" cy="230832"/>
          </a:xfrm>
          <a:prstGeom prst="rect">
            <a:avLst/>
          </a:prstGeom>
          <a:noFill/>
        </p:spPr>
        <p:txBody>
          <a:bodyPr wrap="square" rtlCol="0">
            <a:spAutoFit/>
          </a:bodyPr>
          <a:lstStyle/>
          <a:p>
            <a:pPr algn="ctr"/>
            <a:r>
              <a:rPr lang="en-US" sz="900" dirty="0"/>
              <a:t>5678</a:t>
            </a:r>
          </a:p>
        </p:txBody>
      </p:sp>
      <p:sp>
        <p:nvSpPr>
          <p:cNvPr id="51" name="TextBox 50">
            <a:extLst>
              <a:ext uri="{FF2B5EF4-FFF2-40B4-BE49-F238E27FC236}">
                <a16:creationId xmlns:a16="http://schemas.microsoft.com/office/drawing/2014/main" id="{455F7FDE-33BE-C949-8A2E-D9EBDEBF577C}"/>
              </a:ext>
            </a:extLst>
          </p:cNvPr>
          <p:cNvSpPr txBox="1"/>
          <p:nvPr/>
        </p:nvSpPr>
        <p:spPr>
          <a:xfrm>
            <a:off x="3138310" y="4408541"/>
            <a:ext cx="570089" cy="230832"/>
          </a:xfrm>
          <a:prstGeom prst="rect">
            <a:avLst/>
          </a:prstGeom>
          <a:noFill/>
        </p:spPr>
        <p:txBody>
          <a:bodyPr wrap="square" rtlCol="0">
            <a:spAutoFit/>
          </a:bodyPr>
          <a:lstStyle/>
          <a:p>
            <a:pPr algn="ctr"/>
            <a:r>
              <a:rPr lang="en-US" sz="900" dirty="0"/>
              <a:t>5678</a:t>
            </a:r>
          </a:p>
        </p:txBody>
      </p:sp>
      <p:sp>
        <p:nvSpPr>
          <p:cNvPr id="52" name="TextBox 51">
            <a:extLst>
              <a:ext uri="{FF2B5EF4-FFF2-40B4-BE49-F238E27FC236}">
                <a16:creationId xmlns:a16="http://schemas.microsoft.com/office/drawing/2014/main" id="{DB3BDA46-EE7A-8BF8-73B7-65EDC6536CF6}"/>
              </a:ext>
            </a:extLst>
          </p:cNvPr>
          <p:cNvSpPr txBox="1"/>
          <p:nvPr/>
        </p:nvSpPr>
        <p:spPr>
          <a:xfrm>
            <a:off x="3640666" y="3406653"/>
            <a:ext cx="570089" cy="230832"/>
          </a:xfrm>
          <a:prstGeom prst="rect">
            <a:avLst/>
          </a:prstGeom>
          <a:noFill/>
        </p:spPr>
        <p:txBody>
          <a:bodyPr wrap="square" rtlCol="0">
            <a:spAutoFit/>
          </a:bodyPr>
          <a:lstStyle/>
          <a:p>
            <a:pPr algn="ctr"/>
            <a:r>
              <a:rPr lang="en-US" sz="900" dirty="0"/>
              <a:t>23567</a:t>
            </a:r>
          </a:p>
        </p:txBody>
      </p:sp>
      <p:sp>
        <p:nvSpPr>
          <p:cNvPr id="53" name="TextBox 52">
            <a:extLst>
              <a:ext uri="{FF2B5EF4-FFF2-40B4-BE49-F238E27FC236}">
                <a16:creationId xmlns:a16="http://schemas.microsoft.com/office/drawing/2014/main" id="{829723A3-F4EF-EE6D-1465-0EE33B2130D3}"/>
              </a:ext>
            </a:extLst>
          </p:cNvPr>
          <p:cNvSpPr txBox="1"/>
          <p:nvPr/>
        </p:nvSpPr>
        <p:spPr>
          <a:xfrm>
            <a:off x="3640666" y="4026865"/>
            <a:ext cx="570089" cy="230832"/>
          </a:xfrm>
          <a:prstGeom prst="rect">
            <a:avLst/>
          </a:prstGeom>
          <a:noFill/>
        </p:spPr>
        <p:txBody>
          <a:bodyPr wrap="square" rtlCol="0">
            <a:spAutoFit/>
          </a:bodyPr>
          <a:lstStyle/>
          <a:p>
            <a:pPr algn="ctr"/>
            <a:r>
              <a:rPr lang="en-US" sz="900" dirty="0"/>
              <a:t>56789</a:t>
            </a:r>
          </a:p>
        </p:txBody>
      </p:sp>
      <p:sp>
        <p:nvSpPr>
          <p:cNvPr id="54" name="TextBox 53">
            <a:extLst>
              <a:ext uri="{FF2B5EF4-FFF2-40B4-BE49-F238E27FC236}">
                <a16:creationId xmlns:a16="http://schemas.microsoft.com/office/drawing/2014/main" id="{E75F88E1-2098-A1CF-BAE6-5AD958F6D18E}"/>
              </a:ext>
            </a:extLst>
          </p:cNvPr>
          <p:cNvSpPr txBox="1"/>
          <p:nvPr/>
        </p:nvSpPr>
        <p:spPr>
          <a:xfrm>
            <a:off x="3138310" y="3788329"/>
            <a:ext cx="570089" cy="230832"/>
          </a:xfrm>
          <a:prstGeom prst="rect">
            <a:avLst/>
          </a:prstGeom>
          <a:noFill/>
        </p:spPr>
        <p:txBody>
          <a:bodyPr wrap="square" rtlCol="0">
            <a:spAutoFit/>
          </a:bodyPr>
          <a:lstStyle/>
          <a:p>
            <a:pPr algn="ctr"/>
            <a:r>
              <a:rPr lang="en-US" sz="900" dirty="0"/>
              <a:t>15678</a:t>
            </a:r>
          </a:p>
        </p:txBody>
      </p:sp>
      <p:sp>
        <p:nvSpPr>
          <p:cNvPr id="55" name="TextBox 54">
            <a:extLst>
              <a:ext uri="{FF2B5EF4-FFF2-40B4-BE49-F238E27FC236}">
                <a16:creationId xmlns:a16="http://schemas.microsoft.com/office/drawing/2014/main" id="{0761E241-7B7B-211E-A0C1-B3A6E8CC3FA3}"/>
              </a:ext>
            </a:extLst>
          </p:cNvPr>
          <p:cNvSpPr txBox="1"/>
          <p:nvPr/>
        </p:nvSpPr>
        <p:spPr>
          <a:xfrm>
            <a:off x="6152446" y="2023089"/>
            <a:ext cx="570089" cy="230832"/>
          </a:xfrm>
          <a:prstGeom prst="rect">
            <a:avLst/>
          </a:prstGeom>
          <a:noFill/>
        </p:spPr>
        <p:txBody>
          <a:bodyPr wrap="square" rtlCol="0">
            <a:spAutoFit/>
          </a:bodyPr>
          <a:lstStyle/>
          <a:p>
            <a:pPr algn="ctr"/>
            <a:r>
              <a:rPr lang="en-US" sz="900" dirty="0"/>
              <a:t>15678</a:t>
            </a:r>
          </a:p>
        </p:txBody>
      </p:sp>
      <p:sp>
        <p:nvSpPr>
          <p:cNvPr id="56" name="TextBox 55">
            <a:extLst>
              <a:ext uri="{FF2B5EF4-FFF2-40B4-BE49-F238E27FC236}">
                <a16:creationId xmlns:a16="http://schemas.microsoft.com/office/drawing/2014/main" id="{E79926B7-C934-5687-9C0B-1D412BCEC04F}"/>
              </a:ext>
            </a:extLst>
          </p:cNvPr>
          <p:cNvSpPr txBox="1"/>
          <p:nvPr/>
        </p:nvSpPr>
        <p:spPr>
          <a:xfrm>
            <a:off x="6654802" y="1784553"/>
            <a:ext cx="570089" cy="230832"/>
          </a:xfrm>
          <a:prstGeom prst="rect">
            <a:avLst/>
          </a:prstGeom>
          <a:noFill/>
        </p:spPr>
        <p:txBody>
          <a:bodyPr wrap="square" rtlCol="0">
            <a:spAutoFit/>
          </a:bodyPr>
          <a:lstStyle/>
          <a:p>
            <a:pPr algn="ctr"/>
            <a:r>
              <a:rPr lang="en-US" sz="900" dirty="0"/>
              <a:t>56789</a:t>
            </a:r>
          </a:p>
        </p:txBody>
      </p:sp>
      <p:sp>
        <p:nvSpPr>
          <p:cNvPr id="57" name="TextBox 56">
            <a:extLst>
              <a:ext uri="{FF2B5EF4-FFF2-40B4-BE49-F238E27FC236}">
                <a16:creationId xmlns:a16="http://schemas.microsoft.com/office/drawing/2014/main" id="{48457DD5-8D05-8582-EF21-914EC88F802F}"/>
              </a:ext>
            </a:extLst>
          </p:cNvPr>
          <p:cNvSpPr txBox="1"/>
          <p:nvPr/>
        </p:nvSpPr>
        <p:spPr>
          <a:xfrm>
            <a:off x="6654802" y="2524033"/>
            <a:ext cx="570089" cy="230832"/>
          </a:xfrm>
          <a:prstGeom prst="rect">
            <a:avLst/>
          </a:prstGeom>
          <a:noFill/>
        </p:spPr>
        <p:txBody>
          <a:bodyPr wrap="square" rtlCol="0">
            <a:spAutoFit/>
          </a:bodyPr>
          <a:lstStyle/>
          <a:p>
            <a:pPr algn="ctr"/>
            <a:r>
              <a:rPr lang="en-US" sz="900" dirty="0"/>
              <a:t>23567</a:t>
            </a:r>
          </a:p>
        </p:txBody>
      </p:sp>
      <p:sp>
        <p:nvSpPr>
          <p:cNvPr id="58" name="TextBox 57">
            <a:extLst>
              <a:ext uri="{FF2B5EF4-FFF2-40B4-BE49-F238E27FC236}">
                <a16:creationId xmlns:a16="http://schemas.microsoft.com/office/drawing/2014/main" id="{542991C9-FA96-FE7A-4A69-336A892820A2}"/>
              </a:ext>
            </a:extLst>
          </p:cNvPr>
          <p:cNvSpPr txBox="1"/>
          <p:nvPr/>
        </p:nvSpPr>
        <p:spPr>
          <a:xfrm>
            <a:off x="4143022" y="1903821"/>
            <a:ext cx="570089" cy="230832"/>
          </a:xfrm>
          <a:prstGeom prst="rect">
            <a:avLst/>
          </a:prstGeom>
          <a:noFill/>
        </p:spPr>
        <p:txBody>
          <a:bodyPr wrap="square" rtlCol="0">
            <a:spAutoFit/>
          </a:bodyPr>
          <a:lstStyle/>
          <a:p>
            <a:pPr algn="ctr"/>
            <a:r>
              <a:rPr lang="en-US" sz="900" dirty="0"/>
              <a:t>75</a:t>
            </a:r>
          </a:p>
        </p:txBody>
      </p:sp>
      <p:sp>
        <p:nvSpPr>
          <p:cNvPr id="59" name="TextBox 58">
            <a:extLst>
              <a:ext uri="{FF2B5EF4-FFF2-40B4-BE49-F238E27FC236}">
                <a16:creationId xmlns:a16="http://schemas.microsoft.com/office/drawing/2014/main" id="{40821079-9DCF-CBF9-258F-07208064360D}"/>
              </a:ext>
            </a:extLst>
          </p:cNvPr>
          <p:cNvSpPr txBox="1"/>
          <p:nvPr/>
        </p:nvSpPr>
        <p:spPr>
          <a:xfrm>
            <a:off x="3640666" y="2404765"/>
            <a:ext cx="570089" cy="230832"/>
          </a:xfrm>
          <a:prstGeom prst="rect">
            <a:avLst/>
          </a:prstGeom>
          <a:noFill/>
        </p:spPr>
        <p:txBody>
          <a:bodyPr wrap="square" rtlCol="0">
            <a:spAutoFit/>
          </a:bodyPr>
          <a:lstStyle/>
          <a:p>
            <a:pPr algn="ctr"/>
            <a:r>
              <a:rPr lang="en-US" sz="900" dirty="0"/>
              <a:t>23567</a:t>
            </a:r>
          </a:p>
        </p:txBody>
      </p:sp>
      <p:sp>
        <p:nvSpPr>
          <p:cNvPr id="62" name="TextBox 61">
            <a:extLst>
              <a:ext uri="{FF2B5EF4-FFF2-40B4-BE49-F238E27FC236}">
                <a16:creationId xmlns:a16="http://schemas.microsoft.com/office/drawing/2014/main" id="{34132280-1059-ECD8-1936-5CCD077B00BE}"/>
              </a:ext>
            </a:extLst>
          </p:cNvPr>
          <p:cNvSpPr txBox="1"/>
          <p:nvPr/>
        </p:nvSpPr>
        <p:spPr>
          <a:xfrm>
            <a:off x="6654802" y="2905709"/>
            <a:ext cx="570089" cy="230832"/>
          </a:xfrm>
          <a:prstGeom prst="rect">
            <a:avLst/>
          </a:prstGeom>
          <a:noFill/>
        </p:spPr>
        <p:txBody>
          <a:bodyPr wrap="square" rtlCol="0">
            <a:spAutoFit/>
          </a:bodyPr>
          <a:lstStyle/>
          <a:p>
            <a:pPr algn="ctr"/>
            <a:r>
              <a:rPr lang="en-US" sz="900" dirty="0"/>
              <a:t>23567</a:t>
            </a:r>
          </a:p>
        </p:txBody>
      </p:sp>
      <p:sp>
        <p:nvSpPr>
          <p:cNvPr id="63" name="TextBox 62">
            <a:extLst>
              <a:ext uri="{FF2B5EF4-FFF2-40B4-BE49-F238E27FC236}">
                <a16:creationId xmlns:a16="http://schemas.microsoft.com/office/drawing/2014/main" id="{DA212AF2-92F7-9BC2-2306-C8108377DCB6}"/>
              </a:ext>
            </a:extLst>
          </p:cNvPr>
          <p:cNvSpPr txBox="1"/>
          <p:nvPr/>
        </p:nvSpPr>
        <p:spPr>
          <a:xfrm>
            <a:off x="7157158" y="3406653"/>
            <a:ext cx="570089" cy="230832"/>
          </a:xfrm>
          <a:prstGeom prst="rect">
            <a:avLst/>
          </a:prstGeom>
          <a:noFill/>
        </p:spPr>
        <p:txBody>
          <a:bodyPr wrap="square" rtlCol="0">
            <a:spAutoFit/>
          </a:bodyPr>
          <a:lstStyle/>
          <a:p>
            <a:pPr algn="ctr"/>
            <a:r>
              <a:rPr lang="en-US" sz="900" dirty="0"/>
              <a:t>75</a:t>
            </a:r>
          </a:p>
        </p:txBody>
      </p:sp>
      <p:sp>
        <p:nvSpPr>
          <p:cNvPr id="65" name="TextBox 64">
            <a:extLst>
              <a:ext uri="{FF2B5EF4-FFF2-40B4-BE49-F238E27FC236}">
                <a16:creationId xmlns:a16="http://schemas.microsoft.com/office/drawing/2014/main" id="{3BA5AA0F-8239-1BF9-8CC2-F6364CB74E09}"/>
              </a:ext>
            </a:extLst>
          </p:cNvPr>
          <p:cNvSpPr txBox="1"/>
          <p:nvPr/>
        </p:nvSpPr>
        <p:spPr>
          <a:xfrm>
            <a:off x="5147734" y="1903821"/>
            <a:ext cx="570089" cy="230832"/>
          </a:xfrm>
          <a:prstGeom prst="rect">
            <a:avLst/>
          </a:prstGeom>
          <a:noFill/>
        </p:spPr>
        <p:txBody>
          <a:bodyPr wrap="square" rtlCol="0">
            <a:spAutoFit/>
          </a:bodyPr>
          <a:lstStyle/>
          <a:p>
            <a:pPr algn="ctr"/>
            <a:r>
              <a:rPr lang="en-US" sz="900" dirty="0"/>
              <a:t>169</a:t>
            </a:r>
          </a:p>
        </p:txBody>
      </p:sp>
      <p:sp>
        <p:nvSpPr>
          <p:cNvPr id="66" name="TextBox 65">
            <a:extLst>
              <a:ext uri="{FF2B5EF4-FFF2-40B4-BE49-F238E27FC236}">
                <a16:creationId xmlns:a16="http://schemas.microsoft.com/office/drawing/2014/main" id="{41D4DBEE-483F-CBA8-D4E0-60015A818383}"/>
              </a:ext>
            </a:extLst>
          </p:cNvPr>
          <p:cNvSpPr txBox="1"/>
          <p:nvPr/>
        </p:nvSpPr>
        <p:spPr>
          <a:xfrm>
            <a:off x="5147734" y="2524033"/>
            <a:ext cx="570089" cy="230832"/>
          </a:xfrm>
          <a:prstGeom prst="rect">
            <a:avLst/>
          </a:prstGeom>
          <a:noFill/>
        </p:spPr>
        <p:txBody>
          <a:bodyPr wrap="square" rtlCol="0">
            <a:spAutoFit/>
          </a:bodyPr>
          <a:lstStyle/>
          <a:p>
            <a:pPr algn="ctr"/>
            <a:r>
              <a:rPr lang="en-US" sz="900" dirty="0"/>
              <a:t>2567</a:t>
            </a:r>
          </a:p>
        </p:txBody>
      </p:sp>
      <p:sp>
        <p:nvSpPr>
          <p:cNvPr id="68" name="TextBox 67">
            <a:extLst>
              <a:ext uri="{FF2B5EF4-FFF2-40B4-BE49-F238E27FC236}">
                <a16:creationId xmlns:a16="http://schemas.microsoft.com/office/drawing/2014/main" id="{BF9BC526-6BC6-FA60-FE98-2D86076A42A3}"/>
              </a:ext>
            </a:extLst>
          </p:cNvPr>
          <p:cNvSpPr txBox="1"/>
          <p:nvPr/>
        </p:nvSpPr>
        <p:spPr>
          <a:xfrm>
            <a:off x="6654802" y="4527809"/>
            <a:ext cx="570089" cy="230832"/>
          </a:xfrm>
          <a:prstGeom prst="rect">
            <a:avLst/>
          </a:prstGeom>
          <a:noFill/>
        </p:spPr>
        <p:txBody>
          <a:bodyPr wrap="square" rtlCol="0">
            <a:spAutoFit/>
          </a:bodyPr>
          <a:lstStyle/>
          <a:p>
            <a:pPr algn="ctr"/>
            <a:r>
              <a:rPr lang="en-US" sz="900" dirty="0"/>
              <a:t>2567</a:t>
            </a:r>
          </a:p>
        </p:txBody>
      </p:sp>
      <p:sp>
        <p:nvSpPr>
          <p:cNvPr id="69" name="TextBox 68">
            <a:extLst>
              <a:ext uri="{FF2B5EF4-FFF2-40B4-BE49-F238E27FC236}">
                <a16:creationId xmlns:a16="http://schemas.microsoft.com/office/drawing/2014/main" id="{21EB3235-3AFE-F127-E451-707DAB0F57C0}"/>
              </a:ext>
            </a:extLst>
          </p:cNvPr>
          <p:cNvSpPr txBox="1"/>
          <p:nvPr/>
        </p:nvSpPr>
        <p:spPr>
          <a:xfrm>
            <a:off x="7157158" y="4527809"/>
            <a:ext cx="570089" cy="230832"/>
          </a:xfrm>
          <a:prstGeom prst="rect">
            <a:avLst/>
          </a:prstGeom>
          <a:noFill/>
        </p:spPr>
        <p:txBody>
          <a:bodyPr wrap="square" rtlCol="0">
            <a:spAutoFit/>
          </a:bodyPr>
          <a:lstStyle/>
          <a:p>
            <a:pPr algn="ctr"/>
            <a:r>
              <a:rPr lang="en-US" sz="900" dirty="0"/>
              <a:t>169</a:t>
            </a:r>
          </a:p>
        </p:txBody>
      </p:sp>
      <p:sp>
        <p:nvSpPr>
          <p:cNvPr id="70" name="TextBox 69">
            <a:extLst>
              <a:ext uri="{FF2B5EF4-FFF2-40B4-BE49-F238E27FC236}">
                <a16:creationId xmlns:a16="http://schemas.microsoft.com/office/drawing/2014/main" id="{A33A69E0-C8F3-A6B4-3DE8-3FF4163005AC}"/>
              </a:ext>
            </a:extLst>
          </p:cNvPr>
          <p:cNvSpPr txBox="1"/>
          <p:nvPr/>
        </p:nvSpPr>
        <p:spPr>
          <a:xfrm>
            <a:off x="5650090" y="2285497"/>
            <a:ext cx="570089" cy="230832"/>
          </a:xfrm>
          <a:prstGeom prst="rect">
            <a:avLst/>
          </a:prstGeom>
          <a:noFill/>
        </p:spPr>
        <p:txBody>
          <a:bodyPr wrap="square" rtlCol="0">
            <a:spAutoFit/>
          </a:bodyPr>
          <a:lstStyle/>
          <a:p>
            <a:pPr algn="ctr"/>
            <a:r>
              <a:rPr lang="en-US" sz="900" dirty="0"/>
              <a:t>2367</a:t>
            </a:r>
          </a:p>
        </p:txBody>
      </p:sp>
      <p:sp>
        <p:nvSpPr>
          <p:cNvPr id="71" name="TextBox 70">
            <a:extLst>
              <a:ext uri="{FF2B5EF4-FFF2-40B4-BE49-F238E27FC236}">
                <a16:creationId xmlns:a16="http://schemas.microsoft.com/office/drawing/2014/main" id="{9B7CB130-264A-5503-900E-184AB2B1B059}"/>
              </a:ext>
            </a:extLst>
          </p:cNvPr>
          <p:cNvSpPr txBox="1"/>
          <p:nvPr/>
        </p:nvSpPr>
        <p:spPr>
          <a:xfrm>
            <a:off x="5147734" y="2905709"/>
            <a:ext cx="570089" cy="230832"/>
          </a:xfrm>
          <a:prstGeom prst="rect">
            <a:avLst/>
          </a:prstGeom>
          <a:noFill/>
        </p:spPr>
        <p:txBody>
          <a:bodyPr wrap="square" rtlCol="0">
            <a:spAutoFit/>
          </a:bodyPr>
          <a:lstStyle/>
          <a:p>
            <a:pPr algn="ctr"/>
            <a:r>
              <a:rPr lang="en-US" sz="900" dirty="0"/>
              <a:t>125678</a:t>
            </a:r>
          </a:p>
        </p:txBody>
      </p:sp>
      <p:sp>
        <p:nvSpPr>
          <p:cNvPr id="72" name="TextBox 71">
            <a:extLst>
              <a:ext uri="{FF2B5EF4-FFF2-40B4-BE49-F238E27FC236}">
                <a16:creationId xmlns:a16="http://schemas.microsoft.com/office/drawing/2014/main" id="{F673C6E1-04B7-AE06-D9A5-35E7BE392BC0}"/>
              </a:ext>
            </a:extLst>
          </p:cNvPr>
          <p:cNvSpPr txBox="1"/>
          <p:nvPr/>
        </p:nvSpPr>
        <p:spPr>
          <a:xfrm>
            <a:off x="4645378" y="3525921"/>
            <a:ext cx="570089" cy="230832"/>
          </a:xfrm>
          <a:prstGeom prst="rect">
            <a:avLst/>
          </a:prstGeom>
          <a:noFill/>
        </p:spPr>
        <p:txBody>
          <a:bodyPr wrap="square" rtlCol="0">
            <a:spAutoFit/>
          </a:bodyPr>
          <a:lstStyle/>
          <a:p>
            <a:pPr algn="ctr"/>
            <a:r>
              <a:rPr lang="en-US" sz="900" dirty="0"/>
              <a:t>268</a:t>
            </a:r>
          </a:p>
        </p:txBody>
      </p:sp>
      <p:sp>
        <p:nvSpPr>
          <p:cNvPr id="74" name="TextBox 73">
            <a:extLst>
              <a:ext uri="{FF2B5EF4-FFF2-40B4-BE49-F238E27FC236}">
                <a16:creationId xmlns:a16="http://schemas.microsoft.com/office/drawing/2014/main" id="{5E200D9B-83B1-0D65-A201-590E4A71B9BD}"/>
              </a:ext>
            </a:extLst>
          </p:cNvPr>
          <p:cNvSpPr txBox="1"/>
          <p:nvPr/>
        </p:nvSpPr>
        <p:spPr>
          <a:xfrm>
            <a:off x="6152446" y="4527809"/>
            <a:ext cx="570089" cy="230832"/>
          </a:xfrm>
          <a:prstGeom prst="rect">
            <a:avLst/>
          </a:prstGeom>
          <a:noFill/>
        </p:spPr>
        <p:txBody>
          <a:bodyPr wrap="square" rtlCol="0">
            <a:spAutoFit/>
          </a:bodyPr>
          <a:lstStyle/>
          <a:p>
            <a:pPr algn="ctr"/>
            <a:r>
              <a:rPr lang="en-US" sz="900" dirty="0"/>
              <a:t>125678</a:t>
            </a:r>
          </a:p>
        </p:txBody>
      </p:sp>
      <p:sp>
        <p:nvSpPr>
          <p:cNvPr id="75" name="TextBox 74">
            <a:extLst>
              <a:ext uri="{FF2B5EF4-FFF2-40B4-BE49-F238E27FC236}">
                <a16:creationId xmlns:a16="http://schemas.microsoft.com/office/drawing/2014/main" id="{DAB7431D-AF1B-7E1E-2B4B-B569D01B2CE7}"/>
              </a:ext>
            </a:extLst>
          </p:cNvPr>
          <p:cNvSpPr txBox="1"/>
          <p:nvPr/>
        </p:nvSpPr>
        <p:spPr>
          <a:xfrm>
            <a:off x="6654802" y="3788329"/>
            <a:ext cx="570089" cy="230832"/>
          </a:xfrm>
          <a:prstGeom prst="rect">
            <a:avLst/>
          </a:prstGeom>
          <a:noFill/>
        </p:spPr>
        <p:txBody>
          <a:bodyPr wrap="square" rtlCol="0">
            <a:spAutoFit/>
          </a:bodyPr>
          <a:lstStyle/>
          <a:p>
            <a:pPr algn="ctr"/>
            <a:r>
              <a:rPr lang="en-US" sz="900" dirty="0"/>
              <a:t>2367</a:t>
            </a:r>
          </a:p>
        </p:txBody>
      </p:sp>
      <p:sp>
        <p:nvSpPr>
          <p:cNvPr id="76" name="TextBox 75">
            <a:extLst>
              <a:ext uri="{FF2B5EF4-FFF2-40B4-BE49-F238E27FC236}">
                <a16:creationId xmlns:a16="http://schemas.microsoft.com/office/drawing/2014/main" id="{4E9CCE45-C3D2-82FC-1996-CA29267933D0}"/>
              </a:ext>
            </a:extLst>
          </p:cNvPr>
          <p:cNvSpPr txBox="1"/>
          <p:nvPr/>
        </p:nvSpPr>
        <p:spPr>
          <a:xfrm>
            <a:off x="5650090" y="4527809"/>
            <a:ext cx="570089" cy="230832"/>
          </a:xfrm>
          <a:prstGeom prst="rect">
            <a:avLst/>
          </a:prstGeom>
          <a:noFill/>
        </p:spPr>
        <p:txBody>
          <a:bodyPr wrap="square" rtlCol="0">
            <a:spAutoFit/>
          </a:bodyPr>
          <a:lstStyle/>
          <a:p>
            <a:pPr algn="ctr"/>
            <a:r>
              <a:rPr lang="en-US" sz="900" dirty="0"/>
              <a:t>268</a:t>
            </a:r>
          </a:p>
        </p:txBody>
      </p:sp>
      <p:sp>
        <p:nvSpPr>
          <p:cNvPr id="73" name="TextBox 72">
            <a:extLst>
              <a:ext uri="{FF2B5EF4-FFF2-40B4-BE49-F238E27FC236}">
                <a16:creationId xmlns:a16="http://schemas.microsoft.com/office/drawing/2014/main" id="{6E0D7AFA-934E-CE4B-CD2E-712EF2EE9FCB}"/>
              </a:ext>
            </a:extLst>
          </p:cNvPr>
          <p:cNvSpPr txBox="1"/>
          <p:nvPr/>
        </p:nvSpPr>
        <p:spPr>
          <a:xfrm>
            <a:off x="5147734" y="3287385"/>
            <a:ext cx="570089" cy="230832"/>
          </a:xfrm>
          <a:prstGeom prst="rect">
            <a:avLst/>
          </a:prstGeom>
          <a:noFill/>
        </p:spPr>
        <p:txBody>
          <a:bodyPr wrap="square" rtlCol="0">
            <a:spAutoFit/>
          </a:bodyPr>
          <a:lstStyle/>
          <a:p>
            <a:pPr algn="ctr"/>
            <a:r>
              <a:rPr lang="en-US" sz="900" dirty="0"/>
              <a:t>235678</a:t>
            </a:r>
          </a:p>
        </p:txBody>
      </p:sp>
      <p:sp>
        <p:nvSpPr>
          <p:cNvPr id="77" name="TextBox 76">
            <a:extLst>
              <a:ext uri="{FF2B5EF4-FFF2-40B4-BE49-F238E27FC236}">
                <a16:creationId xmlns:a16="http://schemas.microsoft.com/office/drawing/2014/main" id="{5FF813DF-382B-CEBD-FB3A-C53CBCAE643C}"/>
              </a:ext>
            </a:extLst>
          </p:cNvPr>
          <p:cNvSpPr txBox="1"/>
          <p:nvPr/>
        </p:nvSpPr>
        <p:spPr>
          <a:xfrm>
            <a:off x="5650090" y="4026865"/>
            <a:ext cx="570089" cy="369332"/>
          </a:xfrm>
          <a:prstGeom prst="rect">
            <a:avLst/>
          </a:prstGeom>
          <a:noFill/>
        </p:spPr>
        <p:txBody>
          <a:bodyPr wrap="square" rtlCol="0">
            <a:spAutoFit/>
          </a:bodyPr>
          <a:lstStyle/>
          <a:p>
            <a:pPr algn="ctr"/>
            <a:r>
              <a:rPr lang="en-US" sz="900" dirty="0"/>
              <a:t>1236789</a:t>
            </a:r>
          </a:p>
        </p:txBody>
      </p:sp>
      <p:sp>
        <p:nvSpPr>
          <p:cNvPr id="78" name="TextBox 77">
            <a:extLst>
              <a:ext uri="{FF2B5EF4-FFF2-40B4-BE49-F238E27FC236}">
                <a16:creationId xmlns:a16="http://schemas.microsoft.com/office/drawing/2014/main" id="{2238CA6B-A7DE-9C03-0907-66D20C973A34}"/>
              </a:ext>
            </a:extLst>
          </p:cNvPr>
          <p:cNvSpPr txBox="1"/>
          <p:nvPr/>
        </p:nvSpPr>
        <p:spPr>
          <a:xfrm>
            <a:off x="6152446" y="3788329"/>
            <a:ext cx="570089" cy="230832"/>
          </a:xfrm>
          <a:prstGeom prst="rect">
            <a:avLst/>
          </a:prstGeom>
          <a:noFill/>
        </p:spPr>
        <p:txBody>
          <a:bodyPr wrap="square" rtlCol="0">
            <a:spAutoFit/>
          </a:bodyPr>
          <a:lstStyle/>
          <a:p>
            <a:pPr algn="ctr"/>
            <a:r>
              <a:rPr lang="en-US" sz="900" dirty="0"/>
              <a:t>235678</a:t>
            </a:r>
          </a:p>
        </p:txBody>
      </p:sp>
      <p:sp>
        <p:nvSpPr>
          <p:cNvPr id="79" name="TextBox 78">
            <a:extLst>
              <a:ext uri="{FF2B5EF4-FFF2-40B4-BE49-F238E27FC236}">
                <a16:creationId xmlns:a16="http://schemas.microsoft.com/office/drawing/2014/main" id="{05223CAC-D56A-0456-F9E0-2AE1F1E1DBC2}"/>
              </a:ext>
            </a:extLst>
          </p:cNvPr>
          <p:cNvSpPr txBox="1"/>
          <p:nvPr/>
        </p:nvSpPr>
        <p:spPr>
          <a:xfrm>
            <a:off x="6214537" y="3237891"/>
            <a:ext cx="462845" cy="584775"/>
          </a:xfrm>
          <a:prstGeom prst="rect">
            <a:avLst/>
          </a:prstGeom>
          <a:noFill/>
        </p:spPr>
        <p:txBody>
          <a:bodyPr wrap="square" rtlCol="0">
            <a:spAutoFit/>
          </a:bodyPr>
          <a:lstStyle/>
          <a:p>
            <a:pPr algn="ctr"/>
            <a:r>
              <a:rPr lang="en-US" sz="3200" dirty="0"/>
              <a:t>9</a:t>
            </a:r>
          </a:p>
        </p:txBody>
      </p:sp>
      <p:sp>
        <p:nvSpPr>
          <p:cNvPr id="80" name="TextBox 79">
            <a:extLst>
              <a:ext uri="{FF2B5EF4-FFF2-40B4-BE49-F238E27FC236}">
                <a16:creationId xmlns:a16="http://schemas.microsoft.com/office/drawing/2014/main" id="{40954935-8C63-6C18-DA0D-A17226CE1207}"/>
              </a:ext>
            </a:extLst>
          </p:cNvPr>
          <p:cNvSpPr txBox="1"/>
          <p:nvPr/>
        </p:nvSpPr>
        <p:spPr>
          <a:xfrm>
            <a:off x="6152446" y="901933"/>
            <a:ext cx="570089" cy="230832"/>
          </a:xfrm>
          <a:prstGeom prst="rect">
            <a:avLst/>
          </a:prstGeom>
          <a:noFill/>
        </p:spPr>
        <p:txBody>
          <a:bodyPr wrap="square" rtlCol="0">
            <a:spAutoFit/>
          </a:bodyPr>
          <a:lstStyle/>
          <a:p>
            <a:pPr algn="ctr"/>
            <a:r>
              <a:rPr lang="en-US" sz="900" dirty="0"/>
              <a:t>18</a:t>
            </a:r>
          </a:p>
        </p:txBody>
      </p:sp>
      <p:sp>
        <p:nvSpPr>
          <p:cNvPr id="81" name="TextBox 80">
            <a:extLst>
              <a:ext uri="{FF2B5EF4-FFF2-40B4-BE49-F238E27FC236}">
                <a16:creationId xmlns:a16="http://schemas.microsoft.com/office/drawing/2014/main" id="{59431C16-FD35-4F12-899C-87555D25F92D}"/>
              </a:ext>
            </a:extLst>
          </p:cNvPr>
          <p:cNvSpPr txBox="1"/>
          <p:nvPr/>
        </p:nvSpPr>
        <p:spPr>
          <a:xfrm>
            <a:off x="4143022" y="3907597"/>
            <a:ext cx="570089" cy="230832"/>
          </a:xfrm>
          <a:prstGeom prst="rect">
            <a:avLst/>
          </a:prstGeom>
          <a:noFill/>
        </p:spPr>
        <p:txBody>
          <a:bodyPr wrap="square" rtlCol="0">
            <a:spAutoFit/>
          </a:bodyPr>
          <a:lstStyle/>
          <a:p>
            <a:pPr algn="ctr"/>
            <a:r>
              <a:rPr lang="en-US" sz="900" dirty="0"/>
              <a:t>28</a:t>
            </a:r>
          </a:p>
        </p:txBody>
      </p:sp>
      <p:sp>
        <p:nvSpPr>
          <p:cNvPr id="82" name="TextBox 81">
            <a:extLst>
              <a:ext uri="{FF2B5EF4-FFF2-40B4-BE49-F238E27FC236}">
                <a16:creationId xmlns:a16="http://schemas.microsoft.com/office/drawing/2014/main" id="{8DA4F6CA-EBD6-4A07-83E4-A70839183019}"/>
              </a:ext>
            </a:extLst>
          </p:cNvPr>
          <p:cNvSpPr txBox="1"/>
          <p:nvPr/>
        </p:nvSpPr>
        <p:spPr>
          <a:xfrm>
            <a:off x="3640666" y="4408541"/>
            <a:ext cx="570089" cy="230832"/>
          </a:xfrm>
          <a:prstGeom prst="rect">
            <a:avLst/>
          </a:prstGeom>
          <a:noFill/>
        </p:spPr>
        <p:txBody>
          <a:bodyPr wrap="square" rtlCol="0">
            <a:spAutoFit/>
          </a:bodyPr>
          <a:lstStyle/>
          <a:p>
            <a:pPr algn="ctr"/>
            <a:r>
              <a:rPr lang="en-US" sz="900" dirty="0"/>
              <a:t>128</a:t>
            </a:r>
          </a:p>
        </p:txBody>
      </p:sp>
      <p:sp>
        <p:nvSpPr>
          <p:cNvPr id="48" name="TextBox 47">
            <a:extLst>
              <a:ext uri="{FF2B5EF4-FFF2-40B4-BE49-F238E27FC236}">
                <a16:creationId xmlns:a16="http://schemas.microsoft.com/office/drawing/2014/main" id="{4D13F12F-1CAB-3AA3-F2E0-7CC0A527C443}"/>
              </a:ext>
            </a:extLst>
          </p:cNvPr>
          <p:cNvSpPr txBox="1"/>
          <p:nvPr/>
        </p:nvSpPr>
        <p:spPr>
          <a:xfrm>
            <a:off x="3716867" y="1727886"/>
            <a:ext cx="462845" cy="584775"/>
          </a:xfrm>
          <a:prstGeom prst="rect">
            <a:avLst/>
          </a:prstGeom>
          <a:noFill/>
        </p:spPr>
        <p:txBody>
          <a:bodyPr wrap="square" rtlCol="0">
            <a:spAutoFit/>
          </a:bodyPr>
          <a:lstStyle/>
          <a:p>
            <a:pPr algn="ctr"/>
            <a:r>
              <a:rPr lang="en-US" sz="3200" dirty="0"/>
              <a:t>4</a:t>
            </a:r>
          </a:p>
        </p:txBody>
      </p:sp>
      <p:sp>
        <p:nvSpPr>
          <p:cNvPr id="49" name="TextBox 48">
            <a:extLst>
              <a:ext uri="{FF2B5EF4-FFF2-40B4-BE49-F238E27FC236}">
                <a16:creationId xmlns:a16="http://schemas.microsoft.com/office/drawing/2014/main" id="{9AD4D4C2-7F34-F39F-3EEB-41AA0CA0417B}"/>
              </a:ext>
            </a:extLst>
          </p:cNvPr>
          <p:cNvSpPr txBox="1"/>
          <p:nvPr/>
        </p:nvSpPr>
        <p:spPr>
          <a:xfrm>
            <a:off x="5715003" y="3237891"/>
            <a:ext cx="462845" cy="584775"/>
          </a:xfrm>
          <a:prstGeom prst="rect">
            <a:avLst/>
          </a:prstGeom>
          <a:noFill/>
        </p:spPr>
        <p:txBody>
          <a:bodyPr wrap="square" rtlCol="0">
            <a:spAutoFit/>
          </a:bodyPr>
          <a:lstStyle/>
          <a:p>
            <a:pPr algn="ctr"/>
            <a:r>
              <a:rPr lang="en-US" sz="3200" dirty="0"/>
              <a:t>4</a:t>
            </a:r>
          </a:p>
        </p:txBody>
      </p:sp>
    </p:spTree>
    <p:extLst>
      <p:ext uri="{BB962C8B-B14F-4D97-AF65-F5344CB8AC3E}">
        <p14:creationId xmlns:p14="http://schemas.microsoft.com/office/powerpoint/2010/main" val="1403960228"/>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707DD6-754A-0DAB-4F00-8B835A7DD21B}"/>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9DF9D0CF-0EA0-AA54-6E89-BECEEFE14F18}"/>
              </a:ext>
            </a:extLst>
          </p:cNvPr>
          <p:cNvSpPr>
            <a:spLocks noGrp="1"/>
          </p:cNvSpPr>
          <p:nvPr>
            <p:ph sz="half" idx="1"/>
          </p:nvPr>
        </p:nvSpPr>
        <p:spPr/>
        <p:txBody>
          <a:bodyPr>
            <a:normAutofit/>
          </a:bodyPr>
          <a:lstStyle/>
          <a:p>
            <a:r>
              <a:rPr lang="en-US" dirty="0"/>
              <a:t>Last possible 9 in Row 8.</a:t>
            </a:r>
          </a:p>
        </p:txBody>
      </p:sp>
      <p:pic>
        <p:nvPicPr>
          <p:cNvPr id="4" name="Picture 3" descr="A grid of sudoku puzzle&#10;&#10;Description automatically generated">
            <a:extLst>
              <a:ext uri="{FF2B5EF4-FFF2-40B4-BE49-F238E27FC236}">
                <a16:creationId xmlns:a16="http://schemas.microsoft.com/office/drawing/2014/main" id="{2E94FF80-3BB7-722B-A917-F88461FD89AA}"/>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4FCC76CA-375D-1D38-2D3C-C9C3E5680CB5}"/>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C8E1C9D7-75FE-5768-9929-3621BEDB8CAA}"/>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6CAC558F-8EDB-C03E-42EC-2AAFFC48C3C8}"/>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A20051A6-9456-1255-D145-AC69336CE386}"/>
              </a:ext>
            </a:extLst>
          </p:cNvPr>
          <p:cNvSpPr txBox="1"/>
          <p:nvPr/>
        </p:nvSpPr>
        <p:spPr>
          <a:xfrm>
            <a:off x="4715935" y="1224551"/>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8" name="TextBox 7">
            <a:extLst>
              <a:ext uri="{FF2B5EF4-FFF2-40B4-BE49-F238E27FC236}">
                <a16:creationId xmlns:a16="http://schemas.microsoft.com/office/drawing/2014/main" id="{C9B8C4F9-2672-2747-AB5A-DE2EC8A422C3}"/>
              </a:ext>
            </a:extLst>
          </p:cNvPr>
          <p:cNvSpPr txBox="1"/>
          <p:nvPr/>
        </p:nvSpPr>
        <p:spPr>
          <a:xfrm>
            <a:off x="6214537" y="122455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9" name="TextBox 8">
            <a:extLst>
              <a:ext uri="{FF2B5EF4-FFF2-40B4-BE49-F238E27FC236}">
                <a16:creationId xmlns:a16="http://schemas.microsoft.com/office/drawing/2014/main" id="{84488ACE-A542-96CC-1FF5-6370B9DF5B18}"/>
              </a:ext>
            </a:extLst>
          </p:cNvPr>
          <p:cNvSpPr txBox="1"/>
          <p:nvPr/>
        </p:nvSpPr>
        <p:spPr>
          <a:xfrm>
            <a:off x="6714071" y="1224551"/>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10" name="TextBox 9">
            <a:extLst>
              <a:ext uri="{FF2B5EF4-FFF2-40B4-BE49-F238E27FC236}">
                <a16:creationId xmlns:a16="http://schemas.microsoft.com/office/drawing/2014/main" id="{2CD7598A-B93E-238B-00B2-29DE6645800C}"/>
              </a:ext>
            </a:extLst>
          </p:cNvPr>
          <p:cNvSpPr txBox="1"/>
          <p:nvPr/>
        </p:nvSpPr>
        <p:spPr>
          <a:xfrm>
            <a:off x="7213604" y="122455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11" name="TextBox 10">
            <a:extLst>
              <a:ext uri="{FF2B5EF4-FFF2-40B4-BE49-F238E27FC236}">
                <a16:creationId xmlns:a16="http://schemas.microsoft.com/office/drawing/2014/main" id="{A1DA860B-E220-C3A0-865A-40C81B592F9A}"/>
              </a:ext>
            </a:extLst>
          </p:cNvPr>
          <p:cNvSpPr txBox="1"/>
          <p:nvPr/>
        </p:nvSpPr>
        <p:spPr>
          <a:xfrm>
            <a:off x="6714071" y="721216"/>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12" name="TextBox 11">
            <a:extLst>
              <a:ext uri="{FF2B5EF4-FFF2-40B4-BE49-F238E27FC236}">
                <a16:creationId xmlns:a16="http://schemas.microsoft.com/office/drawing/2014/main" id="{3D48C8EB-769B-C9EE-5480-3BE3FCCCDB68}"/>
              </a:ext>
            </a:extLst>
          </p:cNvPr>
          <p:cNvSpPr txBox="1"/>
          <p:nvPr/>
        </p:nvSpPr>
        <p:spPr>
          <a:xfrm>
            <a:off x="7213604" y="721216"/>
            <a:ext cx="462845" cy="584775"/>
          </a:xfrm>
          <a:prstGeom prst="rect">
            <a:avLst/>
          </a:prstGeom>
          <a:solidFill>
            <a:srgbClr val="FF0000">
              <a:alpha val="30000"/>
            </a:srgbClr>
          </a:solidFill>
        </p:spPr>
        <p:txBody>
          <a:bodyPr wrap="square" rtlCol="0">
            <a:spAutoFit/>
          </a:bodyPr>
          <a:lstStyle/>
          <a:p>
            <a:pPr algn="ctr"/>
            <a:r>
              <a:rPr lang="en-US" sz="3200" dirty="0"/>
              <a:t>3</a:t>
            </a:r>
          </a:p>
        </p:txBody>
      </p:sp>
      <p:sp>
        <p:nvSpPr>
          <p:cNvPr id="13" name="TextBox 12">
            <a:extLst>
              <a:ext uri="{FF2B5EF4-FFF2-40B4-BE49-F238E27FC236}">
                <a16:creationId xmlns:a16="http://schemas.microsoft.com/office/drawing/2014/main" id="{C564560D-F4AE-B0E7-64E8-5F536A9C9811}"/>
              </a:ext>
            </a:extLst>
          </p:cNvPr>
          <p:cNvSpPr txBox="1"/>
          <p:nvPr/>
        </p:nvSpPr>
        <p:spPr>
          <a:xfrm>
            <a:off x="4216401" y="1727886"/>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14" name="TextBox 13">
            <a:extLst>
              <a:ext uri="{FF2B5EF4-FFF2-40B4-BE49-F238E27FC236}">
                <a16:creationId xmlns:a16="http://schemas.microsoft.com/office/drawing/2014/main" id="{531A66C8-C8BB-B0E0-E176-17204AB2F24A}"/>
              </a:ext>
            </a:extLst>
          </p:cNvPr>
          <p:cNvSpPr txBox="1"/>
          <p:nvPr/>
        </p:nvSpPr>
        <p:spPr>
          <a:xfrm>
            <a:off x="5215469" y="1727886"/>
            <a:ext cx="462845" cy="584775"/>
          </a:xfrm>
          <a:prstGeom prst="rect">
            <a:avLst/>
          </a:prstGeom>
          <a:solidFill>
            <a:srgbClr val="00B050">
              <a:alpha val="40000"/>
            </a:srgbClr>
          </a:solidFill>
        </p:spPr>
        <p:txBody>
          <a:bodyPr wrap="square" rtlCol="0">
            <a:spAutoFit/>
          </a:bodyPr>
          <a:lstStyle/>
          <a:p>
            <a:pPr algn="ctr"/>
            <a:r>
              <a:rPr lang="en-US" sz="3200" dirty="0"/>
              <a:t>9</a:t>
            </a:r>
          </a:p>
        </p:txBody>
      </p:sp>
      <p:sp>
        <p:nvSpPr>
          <p:cNvPr id="15" name="TextBox 14">
            <a:extLst>
              <a:ext uri="{FF2B5EF4-FFF2-40B4-BE49-F238E27FC236}">
                <a16:creationId xmlns:a16="http://schemas.microsoft.com/office/drawing/2014/main" id="{782CA01E-D041-F0D5-01A1-2DEFAEDD836B}"/>
              </a:ext>
            </a:extLst>
          </p:cNvPr>
          <p:cNvSpPr txBox="1"/>
          <p:nvPr/>
        </p:nvSpPr>
        <p:spPr>
          <a:xfrm>
            <a:off x="6214537" y="1727886"/>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16" name="TextBox 15">
            <a:extLst>
              <a:ext uri="{FF2B5EF4-FFF2-40B4-BE49-F238E27FC236}">
                <a16:creationId xmlns:a16="http://schemas.microsoft.com/office/drawing/2014/main" id="{5C3E3F3C-CE2F-1D00-F561-48C3D2D46A15}"/>
              </a:ext>
            </a:extLst>
          </p:cNvPr>
          <p:cNvSpPr txBox="1"/>
          <p:nvPr/>
        </p:nvSpPr>
        <p:spPr>
          <a:xfrm>
            <a:off x="6714071" y="172788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17" name="TextBox 16">
            <a:extLst>
              <a:ext uri="{FF2B5EF4-FFF2-40B4-BE49-F238E27FC236}">
                <a16:creationId xmlns:a16="http://schemas.microsoft.com/office/drawing/2014/main" id="{A40F02F7-BE1F-0F54-DE0A-CF6867F1D3FF}"/>
              </a:ext>
            </a:extLst>
          </p:cNvPr>
          <p:cNvSpPr txBox="1"/>
          <p:nvPr/>
        </p:nvSpPr>
        <p:spPr>
          <a:xfrm>
            <a:off x="3716867" y="223122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18" name="TextBox 17">
            <a:extLst>
              <a:ext uri="{FF2B5EF4-FFF2-40B4-BE49-F238E27FC236}">
                <a16:creationId xmlns:a16="http://schemas.microsoft.com/office/drawing/2014/main" id="{847761ED-184B-2973-9714-6E56D2FD0B64}"/>
              </a:ext>
            </a:extLst>
          </p:cNvPr>
          <p:cNvSpPr txBox="1"/>
          <p:nvPr/>
        </p:nvSpPr>
        <p:spPr>
          <a:xfrm>
            <a:off x="5215469" y="2231221"/>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19" name="TextBox 18">
            <a:extLst>
              <a:ext uri="{FF2B5EF4-FFF2-40B4-BE49-F238E27FC236}">
                <a16:creationId xmlns:a16="http://schemas.microsoft.com/office/drawing/2014/main" id="{741A9D51-0DDB-5B00-1665-45D42B339DAE}"/>
              </a:ext>
            </a:extLst>
          </p:cNvPr>
          <p:cNvSpPr txBox="1"/>
          <p:nvPr/>
        </p:nvSpPr>
        <p:spPr>
          <a:xfrm>
            <a:off x="5715003" y="2231221"/>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20" name="TextBox 19">
            <a:extLst>
              <a:ext uri="{FF2B5EF4-FFF2-40B4-BE49-F238E27FC236}">
                <a16:creationId xmlns:a16="http://schemas.microsoft.com/office/drawing/2014/main" id="{66D04582-7FCF-49DA-9F3E-AE0C3B529AAF}"/>
              </a:ext>
            </a:extLst>
          </p:cNvPr>
          <p:cNvSpPr txBox="1"/>
          <p:nvPr/>
        </p:nvSpPr>
        <p:spPr>
          <a:xfrm>
            <a:off x="6214537" y="2231221"/>
            <a:ext cx="462845" cy="584775"/>
          </a:xfrm>
          <a:prstGeom prst="rect">
            <a:avLst/>
          </a:prstGeom>
          <a:solidFill>
            <a:srgbClr val="FF0000">
              <a:alpha val="30000"/>
            </a:srgbClr>
          </a:solidFill>
        </p:spPr>
        <p:txBody>
          <a:bodyPr wrap="square" rtlCol="0">
            <a:spAutoFit/>
          </a:bodyPr>
          <a:lstStyle/>
          <a:p>
            <a:pPr algn="ctr"/>
            <a:r>
              <a:rPr lang="en-US" sz="3200" dirty="0"/>
              <a:t>4</a:t>
            </a:r>
          </a:p>
        </p:txBody>
      </p:sp>
      <p:sp>
        <p:nvSpPr>
          <p:cNvPr id="21" name="TextBox 20">
            <a:extLst>
              <a:ext uri="{FF2B5EF4-FFF2-40B4-BE49-F238E27FC236}">
                <a16:creationId xmlns:a16="http://schemas.microsoft.com/office/drawing/2014/main" id="{EB55DFFD-6BB0-9564-D62A-1295FC330258}"/>
              </a:ext>
            </a:extLst>
          </p:cNvPr>
          <p:cNvSpPr txBox="1"/>
          <p:nvPr/>
        </p:nvSpPr>
        <p:spPr>
          <a:xfrm>
            <a:off x="6714071" y="223122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2" name="TextBox 21">
            <a:extLst>
              <a:ext uri="{FF2B5EF4-FFF2-40B4-BE49-F238E27FC236}">
                <a16:creationId xmlns:a16="http://schemas.microsoft.com/office/drawing/2014/main" id="{22638ACF-8F04-35CB-80D8-7322A691FC09}"/>
              </a:ext>
            </a:extLst>
          </p:cNvPr>
          <p:cNvSpPr txBox="1"/>
          <p:nvPr/>
        </p:nvSpPr>
        <p:spPr>
          <a:xfrm>
            <a:off x="4216401" y="2734556"/>
            <a:ext cx="462845" cy="584775"/>
          </a:xfrm>
          <a:prstGeom prst="rect">
            <a:avLst/>
          </a:prstGeom>
          <a:solidFill>
            <a:srgbClr val="FF0000">
              <a:alpha val="30000"/>
            </a:srgbClr>
          </a:solidFill>
        </p:spPr>
        <p:txBody>
          <a:bodyPr wrap="square" rtlCol="0">
            <a:spAutoFit/>
          </a:bodyPr>
          <a:lstStyle/>
          <a:p>
            <a:pPr algn="ctr"/>
            <a:r>
              <a:rPr lang="en-US" sz="3200" dirty="0"/>
              <a:t>4</a:t>
            </a:r>
          </a:p>
        </p:txBody>
      </p:sp>
      <p:sp>
        <p:nvSpPr>
          <p:cNvPr id="23" name="TextBox 22">
            <a:extLst>
              <a:ext uri="{FF2B5EF4-FFF2-40B4-BE49-F238E27FC236}">
                <a16:creationId xmlns:a16="http://schemas.microsoft.com/office/drawing/2014/main" id="{AA4F94C0-A56A-A07E-F0D6-49E521BF0743}"/>
              </a:ext>
            </a:extLst>
          </p:cNvPr>
          <p:cNvSpPr txBox="1"/>
          <p:nvPr/>
        </p:nvSpPr>
        <p:spPr>
          <a:xfrm>
            <a:off x="5215469" y="2734556"/>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4" name="TextBox 23">
            <a:extLst>
              <a:ext uri="{FF2B5EF4-FFF2-40B4-BE49-F238E27FC236}">
                <a16:creationId xmlns:a16="http://schemas.microsoft.com/office/drawing/2014/main" id="{DCDAA2BB-A06A-867B-7F2B-B2F64BCF9EE9}"/>
              </a:ext>
            </a:extLst>
          </p:cNvPr>
          <p:cNvSpPr txBox="1"/>
          <p:nvPr/>
        </p:nvSpPr>
        <p:spPr>
          <a:xfrm>
            <a:off x="6714071" y="2734556"/>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25" name="TextBox 24">
            <a:extLst>
              <a:ext uri="{FF2B5EF4-FFF2-40B4-BE49-F238E27FC236}">
                <a16:creationId xmlns:a16="http://schemas.microsoft.com/office/drawing/2014/main" id="{ED1AFCD2-474E-CCA9-6E81-B6B6E1C79C87}"/>
              </a:ext>
            </a:extLst>
          </p:cNvPr>
          <p:cNvSpPr txBox="1"/>
          <p:nvPr/>
        </p:nvSpPr>
        <p:spPr>
          <a:xfrm>
            <a:off x="3716867" y="323789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6" name="TextBox 25">
            <a:extLst>
              <a:ext uri="{FF2B5EF4-FFF2-40B4-BE49-F238E27FC236}">
                <a16:creationId xmlns:a16="http://schemas.microsoft.com/office/drawing/2014/main" id="{EAFBBC70-5079-2894-0089-6F3A22EB8B5F}"/>
              </a:ext>
            </a:extLst>
          </p:cNvPr>
          <p:cNvSpPr txBox="1"/>
          <p:nvPr/>
        </p:nvSpPr>
        <p:spPr>
          <a:xfrm>
            <a:off x="4715935" y="323789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27" name="TextBox 26">
            <a:extLst>
              <a:ext uri="{FF2B5EF4-FFF2-40B4-BE49-F238E27FC236}">
                <a16:creationId xmlns:a16="http://schemas.microsoft.com/office/drawing/2014/main" id="{C2F54858-2026-BB15-9DC3-645824E89E25}"/>
              </a:ext>
            </a:extLst>
          </p:cNvPr>
          <p:cNvSpPr txBox="1"/>
          <p:nvPr/>
        </p:nvSpPr>
        <p:spPr>
          <a:xfrm>
            <a:off x="5215469" y="323789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28" name="TextBox 27">
            <a:extLst>
              <a:ext uri="{FF2B5EF4-FFF2-40B4-BE49-F238E27FC236}">
                <a16:creationId xmlns:a16="http://schemas.microsoft.com/office/drawing/2014/main" id="{3E97F0E3-CDF8-5EE7-CB37-786C3962C91F}"/>
              </a:ext>
            </a:extLst>
          </p:cNvPr>
          <p:cNvSpPr txBox="1"/>
          <p:nvPr/>
        </p:nvSpPr>
        <p:spPr>
          <a:xfrm>
            <a:off x="7213604" y="3237891"/>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29" name="TextBox 28">
            <a:extLst>
              <a:ext uri="{FF2B5EF4-FFF2-40B4-BE49-F238E27FC236}">
                <a16:creationId xmlns:a16="http://schemas.microsoft.com/office/drawing/2014/main" id="{7B0FA154-BC16-2175-12E9-5B98E6E23360}"/>
              </a:ext>
            </a:extLst>
          </p:cNvPr>
          <p:cNvSpPr txBox="1"/>
          <p:nvPr/>
        </p:nvSpPr>
        <p:spPr>
          <a:xfrm>
            <a:off x="3217333" y="3741226"/>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30" name="TextBox 29">
            <a:extLst>
              <a:ext uri="{FF2B5EF4-FFF2-40B4-BE49-F238E27FC236}">
                <a16:creationId xmlns:a16="http://schemas.microsoft.com/office/drawing/2014/main" id="{D2C0C099-77F2-92EA-0CC1-385D9DA43230}"/>
              </a:ext>
            </a:extLst>
          </p:cNvPr>
          <p:cNvSpPr txBox="1"/>
          <p:nvPr/>
        </p:nvSpPr>
        <p:spPr>
          <a:xfrm>
            <a:off x="3716867" y="374122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31" name="TextBox 30">
            <a:extLst>
              <a:ext uri="{FF2B5EF4-FFF2-40B4-BE49-F238E27FC236}">
                <a16:creationId xmlns:a16="http://schemas.microsoft.com/office/drawing/2014/main" id="{0F788F41-E607-922E-F2D2-B326AB440925}"/>
              </a:ext>
            </a:extLst>
          </p:cNvPr>
          <p:cNvSpPr txBox="1"/>
          <p:nvPr/>
        </p:nvSpPr>
        <p:spPr>
          <a:xfrm>
            <a:off x="5715003" y="3741226"/>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32" name="TextBox 31">
            <a:extLst>
              <a:ext uri="{FF2B5EF4-FFF2-40B4-BE49-F238E27FC236}">
                <a16:creationId xmlns:a16="http://schemas.microsoft.com/office/drawing/2014/main" id="{1E401C01-2F0E-B95A-8007-4F708A599FBB}"/>
              </a:ext>
            </a:extLst>
          </p:cNvPr>
          <p:cNvSpPr txBox="1"/>
          <p:nvPr/>
        </p:nvSpPr>
        <p:spPr>
          <a:xfrm>
            <a:off x="6214537" y="3741226"/>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33" name="TextBox 32">
            <a:extLst>
              <a:ext uri="{FF2B5EF4-FFF2-40B4-BE49-F238E27FC236}">
                <a16:creationId xmlns:a16="http://schemas.microsoft.com/office/drawing/2014/main" id="{1A874AF4-9660-41B4-B4F8-873D8DFC6EA7}"/>
              </a:ext>
            </a:extLst>
          </p:cNvPr>
          <p:cNvSpPr txBox="1"/>
          <p:nvPr/>
        </p:nvSpPr>
        <p:spPr>
          <a:xfrm>
            <a:off x="6714071" y="374122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34" name="TextBox 33">
            <a:extLst>
              <a:ext uri="{FF2B5EF4-FFF2-40B4-BE49-F238E27FC236}">
                <a16:creationId xmlns:a16="http://schemas.microsoft.com/office/drawing/2014/main" id="{CC88FB47-B856-BAB8-638B-0E01316B6F8B}"/>
              </a:ext>
            </a:extLst>
          </p:cNvPr>
          <p:cNvSpPr txBox="1"/>
          <p:nvPr/>
        </p:nvSpPr>
        <p:spPr>
          <a:xfrm>
            <a:off x="7213604" y="3741226"/>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35" name="TextBox 34">
            <a:extLst>
              <a:ext uri="{FF2B5EF4-FFF2-40B4-BE49-F238E27FC236}">
                <a16:creationId xmlns:a16="http://schemas.microsoft.com/office/drawing/2014/main" id="{EC3C57C9-A513-CE6F-85C7-ED2743011A6F}"/>
              </a:ext>
            </a:extLst>
          </p:cNvPr>
          <p:cNvSpPr txBox="1"/>
          <p:nvPr/>
        </p:nvSpPr>
        <p:spPr>
          <a:xfrm>
            <a:off x="3217333" y="424456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36" name="TextBox 35">
            <a:extLst>
              <a:ext uri="{FF2B5EF4-FFF2-40B4-BE49-F238E27FC236}">
                <a16:creationId xmlns:a16="http://schemas.microsoft.com/office/drawing/2014/main" id="{C05D636F-B4F5-012F-3C18-70BC1AF7FF54}"/>
              </a:ext>
            </a:extLst>
          </p:cNvPr>
          <p:cNvSpPr txBox="1"/>
          <p:nvPr/>
        </p:nvSpPr>
        <p:spPr>
          <a:xfrm>
            <a:off x="4216401" y="4244561"/>
            <a:ext cx="462845" cy="584775"/>
          </a:xfrm>
          <a:prstGeom prst="rect">
            <a:avLst/>
          </a:prstGeom>
          <a:solidFill>
            <a:srgbClr val="FF0000">
              <a:alpha val="30000"/>
            </a:srgbClr>
          </a:solidFill>
        </p:spPr>
        <p:txBody>
          <a:bodyPr wrap="square" rtlCol="0">
            <a:spAutoFit/>
          </a:bodyPr>
          <a:lstStyle/>
          <a:p>
            <a:pPr algn="ctr"/>
            <a:r>
              <a:rPr lang="en-US" sz="3200" dirty="0"/>
              <a:t>3</a:t>
            </a:r>
          </a:p>
        </p:txBody>
      </p:sp>
      <p:sp>
        <p:nvSpPr>
          <p:cNvPr id="37" name="TextBox 36">
            <a:extLst>
              <a:ext uri="{FF2B5EF4-FFF2-40B4-BE49-F238E27FC236}">
                <a16:creationId xmlns:a16="http://schemas.microsoft.com/office/drawing/2014/main" id="{D6B82814-3665-0000-4DC6-3DD56AE61029}"/>
              </a:ext>
            </a:extLst>
          </p:cNvPr>
          <p:cNvSpPr txBox="1"/>
          <p:nvPr/>
        </p:nvSpPr>
        <p:spPr>
          <a:xfrm>
            <a:off x="5715003" y="424456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38" name="TextBox 37">
            <a:extLst>
              <a:ext uri="{FF2B5EF4-FFF2-40B4-BE49-F238E27FC236}">
                <a16:creationId xmlns:a16="http://schemas.microsoft.com/office/drawing/2014/main" id="{0DA2E3DC-CADF-C1A3-D817-B769624B5191}"/>
              </a:ext>
            </a:extLst>
          </p:cNvPr>
          <p:cNvSpPr txBox="1"/>
          <p:nvPr/>
        </p:nvSpPr>
        <p:spPr>
          <a:xfrm>
            <a:off x="6214537" y="424456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39" name="TextBox 38">
            <a:extLst>
              <a:ext uri="{FF2B5EF4-FFF2-40B4-BE49-F238E27FC236}">
                <a16:creationId xmlns:a16="http://schemas.microsoft.com/office/drawing/2014/main" id="{58B92B7D-76CB-73BD-7078-2C799A018A51}"/>
              </a:ext>
            </a:extLst>
          </p:cNvPr>
          <p:cNvSpPr txBox="1"/>
          <p:nvPr/>
        </p:nvSpPr>
        <p:spPr>
          <a:xfrm>
            <a:off x="6714071" y="4244561"/>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40" name="TextBox 39">
            <a:extLst>
              <a:ext uri="{FF2B5EF4-FFF2-40B4-BE49-F238E27FC236}">
                <a16:creationId xmlns:a16="http://schemas.microsoft.com/office/drawing/2014/main" id="{EB869D07-ED5C-BA28-265B-E9CE0952143E}"/>
              </a:ext>
            </a:extLst>
          </p:cNvPr>
          <p:cNvSpPr txBox="1"/>
          <p:nvPr/>
        </p:nvSpPr>
        <p:spPr>
          <a:xfrm>
            <a:off x="7213604" y="4244561"/>
            <a:ext cx="462845" cy="584775"/>
          </a:xfrm>
          <a:prstGeom prst="rect">
            <a:avLst/>
          </a:prstGeom>
          <a:solidFill>
            <a:srgbClr val="00B050">
              <a:alpha val="40000"/>
            </a:srgbClr>
          </a:solidFill>
        </p:spPr>
        <p:txBody>
          <a:bodyPr wrap="square" rtlCol="0">
            <a:spAutoFit/>
          </a:bodyPr>
          <a:lstStyle/>
          <a:p>
            <a:pPr algn="ctr"/>
            <a:r>
              <a:rPr lang="en-US" sz="3200" dirty="0"/>
              <a:t>9</a:t>
            </a:r>
          </a:p>
        </p:txBody>
      </p:sp>
      <p:sp>
        <p:nvSpPr>
          <p:cNvPr id="41" name="TextBox 40">
            <a:extLst>
              <a:ext uri="{FF2B5EF4-FFF2-40B4-BE49-F238E27FC236}">
                <a16:creationId xmlns:a16="http://schemas.microsoft.com/office/drawing/2014/main" id="{6708A086-AFA8-1CC0-0BD8-0DFC23EEC271}"/>
              </a:ext>
            </a:extLst>
          </p:cNvPr>
          <p:cNvSpPr txBox="1"/>
          <p:nvPr/>
        </p:nvSpPr>
        <p:spPr>
          <a:xfrm>
            <a:off x="3217333" y="4747898"/>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42" name="TextBox 41">
            <a:extLst>
              <a:ext uri="{FF2B5EF4-FFF2-40B4-BE49-F238E27FC236}">
                <a16:creationId xmlns:a16="http://schemas.microsoft.com/office/drawing/2014/main" id="{A5DFD8F4-1470-9002-0087-492785CC89E0}"/>
              </a:ext>
            </a:extLst>
          </p:cNvPr>
          <p:cNvSpPr txBox="1"/>
          <p:nvPr/>
        </p:nvSpPr>
        <p:spPr>
          <a:xfrm>
            <a:off x="3716867" y="4747898"/>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43" name="TextBox 42">
            <a:extLst>
              <a:ext uri="{FF2B5EF4-FFF2-40B4-BE49-F238E27FC236}">
                <a16:creationId xmlns:a16="http://schemas.microsoft.com/office/drawing/2014/main" id="{A470F5DD-FE5F-42C9-BB24-932E5EE88AC6}"/>
              </a:ext>
            </a:extLst>
          </p:cNvPr>
          <p:cNvSpPr txBox="1"/>
          <p:nvPr/>
        </p:nvSpPr>
        <p:spPr>
          <a:xfrm>
            <a:off x="4216401" y="4747898"/>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44" name="TextBox 43">
            <a:extLst>
              <a:ext uri="{FF2B5EF4-FFF2-40B4-BE49-F238E27FC236}">
                <a16:creationId xmlns:a16="http://schemas.microsoft.com/office/drawing/2014/main" id="{9097529F-2353-641A-D5B4-DA1CE4E73DBC}"/>
              </a:ext>
            </a:extLst>
          </p:cNvPr>
          <p:cNvSpPr txBox="1"/>
          <p:nvPr/>
        </p:nvSpPr>
        <p:spPr>
          <a:xfrm>
            <a:off x="7157158" y="1522145"/>
            <a:ext cx="570089" cy="230832"/>
          </a:xfrm>
          <a:prstGeom prst="rect">
            <a:avLst/>
          </a:prstGeom>
          <a:noFill/>
        </p:spPr>
        <p:txBody>
          <a:bodyPr wrap="square" rtlCol="0">
            <a:spAutoFit/>
          </a:bodyPr>
          <a:lstStyle/>
          <a:p>
            <a:pPr algn="ctr"/>
            <a:r>
              <a:rPr lang="en-US" sz="900" dirty="0"/>
              <a:t>57</a:t>
            </a:r>
          </a:p>
        </p:txBody>
      </p:sp>
      <p:sp>
        <p:nvSpPr>
          <p:cNvPr id="45" name="TextBox 44">
            <a:extLst>
              <a:ext uri="{FF2B5EF4-FFF2-40B4-BE49-F238E27FC236}">
                <a16:creationId xmlns:a16="http://schemas.microsoft.com/office/drawing/2014/main" id="{4A95ABDD-2476-09ED-9FCD-69784ECAB5BF}"/>
              </a:ext>
            </a:extLst>
          </p:cNvPr>
          <p:cNvSpPr txBox="1"/>
          <p:nvPr/>
        </p:nvSpPr>
        <p:spPr>
          <a:xfrm>
            <a:off x="4143022" y="5028752"/>
            <a:ext cx="570089" cy="230832"/>
          </a:xfrm>
          <a:prstGeom prst="rect">
            <a:avLst/>
          </a:prstGeom>
          <a:noFill/>
        </p:spPr>
        <p:txBody>
          <a:bodyPr wrap="square" rtlCol="0">
            <a:spAutoFit/>
          </a:bodyPr>
          <a:lstStyle/>
          <a:p>
            <a:pPr algn="ctr"/>
            <a:r>
              <a:rPr lang="en-US" sz="900" dirty="0"/>
              <a:t>57</a:t>
            </a:r>
          </a:p>
        </p:txBody>
      </p:sp>
      <p:sp>
        <p:nvSpPr>
          <p:cNvPr id="46" name="TextBox 45">
            <a:extLst>
              <a:ext uri="{FF2B5EF4-FFF2-40B4-BE49-F238E27FC236}">
                <a16:creationId xmlns:a16="http://schemas.microsoft.com/office/drawing/2014/main" id="{4CA59138-2DF1-B83E-BE4C-503F99D4C279}"/>
              </a:ext>
            </a:extLst>
          </p:cNvPr>
          <p:cNvSpPr txBox="1"/>
          <p:nvPr/>
        </p:nvSpPr>
        <p:spPr>
          <a:xfrm>
            <a:off x="6654802" y="1522145"/>
            <a:ext cx="570089" cy="230832"/>
          </a:xfrm>
          <a:prstGeom prst="rect">
            <a:avLst/>
          </a:prstGeom>
          <a:noFill/>
        </p:spPr>
        <p:txBody>
          <a:bodyPr wrap="square" rtlCol="0">
            <a:spAutoFit/>
          </a:bodyPr>
          <a:lstStyle/>
          <a:p>
            <a:pPr algn="ctr"/>
            <a:r>
              <a:rPr lang="en-US" sz="900" dirty="0"/>
              <a:t>56789</a:t>
            </a:r>
          </a:p>
        </p:txBody>
      </p:sp>
      <p:sp>
        <p:nvSpPr>
          <p:cNvPr id="47" name="TextBox 46">
            <a:extLst>
              <a:ext uri="{FF2B5EF4-FFF2-40B4-BE49-F238E27FC236}">
                <a16:creationId xmlns:a16="http://schemas.microsoft.com/office/drawing/2014/main" id="{3F1352BD-1C8D-AD76-2ED5-BF5DE0620864}"/>
              </a:ext>
            </a:extLst>
          </p:cNvPr>
          <p:cNvSpPr txBox="1"/>
          <p:nvPr/>
        </p:nvSpPr>
        <p:spPr>
          <a:xfrm>
            <a:off x="3640666" y="5028752"/>
            <a:ext cx="570089" cy="230832"/>
          </a:xfrm>
          <a:prstGeom prst="rect">
            <a:avLst/>
          </a:prstGeom>
          <a:noFill/>
        </p:spPr>
        <p:txBody>
          <a:bodyPr wrap="square" rtlCol="0">
            <a:spAutoFit/>
          </a:bodyPr>
          <a:lstStyle/>
          <a:p>
            <a:pPr algn="ctr"/>
            <a:r>
              <a:rPr lang="en-US" sz="900" dirty="0"/>
              <a:t>56789</a:t>
            </a:r>
          </a:p>
        </p:txBody>
      </p:sp>
      <p:sp>
        <p:nvSpPr>
          <p:cNvPr id="50" name="TextBox 49">
            <a:extLst>
              <a:ext uri="{FF2B5EF4-FFF2-40B4-BE49-F238E27FC236}">
                <a16:creationId xmlns:a16="http://schemas.microsoft.com/office/drawing/2014/main" id="{C4AED6E5-9430-793F-67B5-B07A2BD5CED4}"/>
              </a:ext>
            </a:extLst>
          </p:cNvPr>
          <p:cNvSpPr txBox="1"/>
          <p:nvPr/>
        </p:nvSpPr>
        <p:spPr>
          <a:xfrm>
            <a:off x="6152446" y="1402877"/>
            <a:ext cx="570089" cy="230832"/>
          </a:xfrm>
          <a:prstGeom prst="rect">
            <a:avLst/>
          </a:prstGeom>
          <a:noFill/>
        </p:spPr>
        <p:txBody>
          <a:bodyPr wrap="square" rtlCol="0">
            <a:spAutoFit/>
          </a:bodyPr>
          <a:lstStyle/>
          <a:p>
            <a:pPr algn="ctr"/>
            <a:r>
              <a:rPr lang="en-US" sz="900" dirty="0"/>
              <a:t>5678</a:t>
            </a:r>
          </a:p>
        </p:txBody>
      </p:sp>
      <p:sp>
        <p:nvSpPr>
          <p:cNvPr id="51" name="TextBox 50">
            <a:extLst>
              <a:ext uri="{FF2B5EF4-FFF2-40B4-BE49-F238E27FC236}">
                <a16:creationId xmlns:a16="http://schemas.microsoft.com/office/drawing/2014/main" id="{E6EB1D36-5AC1-4CB9-7821-697CE8809076}"/>
              </a:ext>
            </a:extLst>
          </p:cNvPr>
          <p:cNvSpPr txBox="1"/>
          <p:nvPr/>
        </p:nvSpPr>
        <p:spPr>
          <a:xfrm>
            <a:off x="3138310" y="4408541"/>
            <a:ext cx="570089" cy="230832"/>
          </a:xfrm>
          <a:prstGeom prst="rect">
            <a:avLst/>
          </a:prstGeom>
          <a:noFill/>
        </p:spPr>
        <p:txBody>
          <a:bodyPr wrap="square" rtlCol="0">
            <a:spAutoFit/>
          </a:bodyPr>
          <a:lstStyle/>
          <a:p>
            <a:pPr algn="ctr"/>
            <a:r>
              <a:rPr lang="en-US" sz="900" dirty="0"/>
              <a:t>5678</a:t>
            </a:r>
          </a:p>
        </p:txBody>
      </p:sp>
      <p:sp>
        <p:nvSpPr>
          <p:cNvPr id="52" name="TextBox 51">
            <a:extLst>
              <a:ext uri="{FF2B5EF4-FFF2-40B4-BE49-F238E27FC236}">
                <a16:creationId xmlns:a16="http://schemas.microsoft.com/office/drawing/2014/main" id="{76DE3F13-2413-263D-30FB-A402FA8AB7AB}"/>
              </a:ext>
            </a:extLst>
          </p:cNvPr>
          <p:cNvSpPr txBox="1"/>
          <p:nvPr/>
        </p:nvSpPr>
        <p:spPr>
          <a:xfrm>
            <a:off x="3640666" y="3406653"/>
            <a:ext cx="570089" cy="230832"/>
          </a:xfrm>
          <a:prstGeom prst="rect">
            <a:avLst/>
          </a:prstGeom>
          <a:noFill/>
        </p:spPr>
        <p:txBody>
          <a:bodyPr wrap="square" rtlCol="0">
            <a:spAutoFit/>
          </a:bodyPr>
          <a:lstStyle/>
          <a:p>
            <a:pPr algn="ctr"/>
            <a:r>
              <a:rPr lang="en-US" sz="900" dirty="0"/>
              <a:t>23567</a:t>
            </a:r>
          </a:p>
        </p:txBody>
      </p:sp>
      <p:sp>
        <p:nvSpPr>
          <p:cNvPr id="53" name="TextBox 52">
            <a:extLst>
              <a:ext uri="{FF2B5EF4-FFF2-40B4-BE49-F238E27FC236}">
                <a16:creationId xmlns:a16="http://schemas.microsoft.com/office/drawing/2014/main" id="{A450EE79-6834-0DC5-E47B-C5B5D203BD58}"/>
              </a:ext>
            </a:extLst>
          </p:cNvPr>
          <p:cNvSpPr txBox="1"/>
          <p:nvPr/>
        </p:nvSpPr>
        <p:spPr>
          <a:xfrm>
            <a:off x="3640666" y="4026865"/>
            <a:ext cx="570089" cy="230832"/>
          </a:xfrm>
          <a:prstGeom prst="rect">
            <a:avLst/>
          </a:prstGeom>
          <a:noFill/>
        </p:spPr>
        <p:txBody>
          <a:bodyPr wrap="square" rtlCol="0">
            <a:spAutoFit/>
          </a:bodyPr>
          <a:lstStyle/>
          <a:p>
            <a:pPr algn="ctr"/>
            <a:r>
              <a:rPr lang="en-US" sz="900" dirty="0"/>
              <a:t>56789</a:t>
            </a:r>
          </a:p>
        </p:txBody>
      </p:sp>
      <p:sp>
        <p:nvSpPr>
          <p:cNvPr id="54" name="TextBox 53">
            <a:extLst>
              <a:ext uri="{FF2B5EF4-FFF2-40B4-BE49-F238E27FC236}">
                <a16:creationId xmlns:a16="http://schemas.microsoft.com/office/drawing/2014/main" id="{EE855CCE-571C-D7F9-4AA1-F249742A6369}"/>
              </a:ext>
            </a:extLst>
          </p:cNvPr>
          <p:cNvSpPr txBox="1"/>
          <p:nvPr/>
        </p:nvSpPr>
        <p:spPr>
          <a:xfrm>
            <a:off x="3138310" y="3788329"/>
            <a:ext cx="570089" cy="230832"/>
          </a:xfrm>
          <a:prstGeom prst="rect">
            <a:avLst/>
          </a:prstGeom>
          <a:noFill/>
        </p:spPr>
        <p:txBody>
          <a:bodyPr wrap="square" rtlCol="0">
            <a:spAutoFit/>
          </a:bodyPr>
          <a:lstStyle/>
          <a:p>
            <a:pPr algn="ctr"/>
            <a:r>
              <a:rPr lang="en-US" sz="900" dirty="0"/>
              <a:t>15678</a:t>
            </a:r>
          </a:p>
        </p:txBody>
      </p:sp>
      <p:sp>
        <p:nvSpPr>
          <p:cNvPr id="55" name="TextBox 54">
            <a:extLst>
              <a:ext uri="{FF2B5EF4-FFF2-40B4-BE49-F238E27FC236}">
                <a16:creationId xmlns:a16="http://schemas.microsoft.com/office/drawing/2014/main" id="{3A85D49D-D29E-2524-798A-7E377916DAD2}"/>
              </a:ext>
            </a:extLst>
          </p:cNvPr>
          <p:cNvSpPr txBox="1"/>
          <p:nvPr/>
        </p:nvSpPr>
        <p:spPr>
          <a:xfrm>
            <a:off x="6152446" y="2023089"/>
            <a:ext cx="570089" cy="230832"/>
          </a:xfrm>
          <a:prstGeom prst="rect">
            <a:avLst/>
          </a:prstGeom>
          <a:noFill/>
        </p:spPr>
        <p:txBody>
          <a:bodyPr wrap="square" rtlCol="0">
            <a:spAutoFit/>
          </a:bodyPr>
          <a:lstStyle/>
          <a:p>
            <a:pPr algn="ctr"/>
            <a:r>
              <a:rPr lang="en-US" sz="900" dirty="0"/>
              <a:t>15678</a:t>
            </a:r>
          </a:p>
        </p:txBody>
      </p:sp>
      <p:sp>
        <p:nvSpPr>
          <p:cNvPr id="56" name="TextBox 55">
            <a:extLst>
              <a:ext uri="{FF2B5EF4-FFF2-40B4-BE49-F238E27FC236}">
                <a16:creationId xmlns:a16="http://schemas.microsoft.com/office/drawing/2014/main" id="{BE6DA333-8E89-EC47-CCB0-CF07E68B8BEF}"/>
              </a:ext>
            </a:extLst>
          </p:cNvPr>
          <p:cNvSpPr txBox="1"/>
          <p:nvPr/>
        </p:nvSpPr>
        <p:spPr>
          <a:xfrm>
            <a:off x="6654802" y="1784553"/>
            <a:ext cx="570089" cy="230832"/>
          </a:xfrm>
          <a:prstGeom prst="rect">
            <a:avLst/>
          </a:prstGeom>
          <a:noFill/>
        </p:spPr>
        <p:txBody>
          <a:bodyPr wrap="square" rtlCol="0">
            <a:spAutoFit/>
          </a:bodyPr>
          <a:lstStyle/>
          <a:p>
            <a:pPr algn="ctr"/>
            <a:r>
              <a:rPr lang="en-US" sz="900" dirty="0"/>
              <a:t>56789</a:t>
            </a:r>
          </a:p>
        </p:txBody>
      </p:sp>
      <p:sp>
        <p:nvSpPr>
          <p:cNvPr id="57" name="TextBox 56">
            <a:extLst>
              <a:ext uri="{FF2B5EF4-FFF2-40B4-BE49-F238E27FC236}">
                <a16:creationId xmlns:a16="http://schemas.microsoft.com/office/drawing/2014/main" id="{8A9C8F3C-402F-0DAA-5957-4C18212F4F3B}"/>
              </a:ext>
            </a:extLst>
          </p:cNvPr>
          <p:cNvSpPr txBox="1"/>
          <p:nvPr/>
        </p:nvSpPr>
        <p:spPr>
          <a:xfrm>
            <a:off x="6654802" y="2524033"/>
            <a:ext cx="570089" cy="230832"/>
          </a:xfrm>
          <a:prstGeom prst="rect">
            <a:avLst/>
          </a:prstGeom>
          <a:noFill/>
        </p:spPr>
        <p:txBody>
          <a:bodyPr wrap="square" rtlCol="0">
            <a:spAutoFit/>
          </a:bodyPr>
          <a:lstStyle/>
          <a:p>
            <a:pPr algn="ctr"/>
            <a:r>
              <a:rPr lang="en-US" sz="900" dirty="0"/>
              <a:t>23567</a:t>
            </a:r>
          </a:p>
        </p:txBody>
      </p:sp>
      <p:sp>
        <p:nvSpPr>
          <p:cNvPr id="58" name="TextBox 57">
            <a:extLst>
              <a:ext uri="{FF2B5EF4-FFF2-40B4-BE49-F238E27FC236}">
                <a16:creationId xmlns:a16="http://schemas.microsoft.com/office/drawing/2014/main" id="{31E4E697-EC20-EC14-5934-7652E38B1200}"/>
              </a:ext>
            </a:extLst>
          </p:cNvPr>
          <p:cNvSpPr txBox="1"/>
          <p:nvPr/>
        </p:nvSpPr>
        <p:spPr>
          <a:xfrm>
            <a:off x="4143022" y="1903821"/>
            <a:ext cx="570089" cy="230832"/>
          </a:xfrm>
          <a:prstGeom prst="rect">
            <a:avLst/>
          </a:prstGeom>
          <a:noFill/>
        </p:spPr>
        <p:txBody>
          <a:bodyPr wrap="square" rtlCol="0">
            <a:spAutoFit/>
          </a:bodyPr>
          <a:lstStyle/>
          <a:p>
            <a:pPr algn="ctr"/>
            <a:r>
              <a:rPr lang="en-US" sz="900" dirty="0"/>
              <a:t>75</a:t>
            </a:r>
          </a:p>
        </p:txBody>
      </p:sp>
      <p:sp>
        <p:nvSpPr>
          <p:cNvPr id="59" name="TextBox 58">
            <a:extLst>
              <a:ext uri="{FF2B5EF4-FFF2-40B4-BE49-F238E27FC236}">
                <a16:creationId xmlns:a16="http://schemas.microsoft.com/office/drawing/2014/main" id="{CB5BA95C-4F62-6915-2D50-D53A14EFF4F9}"/>
              </a:ext>
            </a:extLst>
          </p:cNvPr>
          <p:cNvSpPr txBox="1"/>
          <p:nvPr/>
        </p:nvSpPr>
        <p:spPr>
          <a:xfrm>
            <a:off x="3640666" y="2404765"/>
            <a:ext cx="570089" cy="230832"/>
          </a:xfrm>
          <a:prstGeom prst="rect">
            <a:avLst/>
          </a:prstGeom>
          <a:noFill/>
        </p:spPr>
        <p:txBody>
          <a:bodyPr wrap="square" rtlCol="0">
            <a:spAutoFit/>
          </a:bodyPr>
          <a:lstStyle/>
          <a:p>
            <a:pPr algn="ctr"/>
            <a:r>
              <a:rPr lang="en-US" sz="900" dirty="0"/>
              <a:t>23567</a:t>
            </a:r>
          </a:p>
        </p:txBody>
      </p:sp>
      <p:sp>
        <p:nvSpPr>
          <p:cNvPr id="62" name="TextBox 61">
            <a:extLst>
              <a:ext uri="{FF2B5EF4-FFF2-40B4-BE49-F238E27FC236}">
                <a16:creationId xmlns:a16="http://schemas.microsoft.com/office/drawing/2014/main" id="{0C0EB99D-A1FD-63F8-FA2C-0B75990C5665}"/>
              </a:ext>
            </a:extLst>
          </p:cNvPr>
          <p:cNvSpPr txBox="1"/>
          <p:nvPr/>
        </p:nvSpPr>
        <p:spPr>
          <a:xfrm>
            <a:off x="6654802" y="2905709"/>
            <a:ext cx="570089" cy="230832"/>
          </a:xfrm>
          <a:prstGeom prst="rect">
            <a:avLst/>
          </a:prstGeom>
          <a:noFill/>
        </p:spPr>
        <p:txBody>
          <a:bodyPr wrap="square" rtlCol="0">
            <a:spAutoFit/>
          </a:bodyPr>
          <a:lstStyle/>
          <a:p>
            <a:pPr algn="ctr"/>
            <a:r>
              <a:rPr lang="en-US" sz="900" dirty="0"/>
              <a:t>23567</a:t>
            </a:r>
          </a:p>
        </p:txBody>
      </p:sp>
      <p:sp>
        <p:nvSpPr>
          <p:cNvPr id="63" name="TextBox 62">
            <a:extLst>
              <a:ext uri="{FF2B5EF4-FFF2-40B4-BE49-F238E27FC236}">
                <a16:creationId xmlns:a16="http://schemas.microsoft.com/office/drawing/2014/main" id="{F59CB3FC-AE25-C924-6051-9FEDD4CE7C78}"/>
              </a:ext>
            </a:extLst>
          </p:cNvPr>
          <p:cNvSpPr txBox="1"/>
          <p:nvPr/>
        </p:nvSpPr>
        <p:spPr>
          <a:xfrm>
            <a:off x="7157158" y="3406653"/>
            <a:ext cx="570089" cy="230832"/>
          </a:xfrm>
          <a:prstGeom prst="rect">
            <a:avLst/>
          </a:prstGeom>
          <a:noFill/>
        </p:spPr>
        <p:txBody>
          <a:bodyPr wrap="square" rtlCol="0">
            <a:spAutoFit/>
          </a:bodyPr>
          <a:lstStyle/>
          <a:p>
            <a:pPr algn="ctr"/>
            <a:r>
              <a:rPr lang="en-US" sz="900" dirty="0"/>
              <a:t>75</a:t>
            </a:r>
          </a:p>
        </p:txBody>
      </p:sp>
      <p:sp>
        <p:nvSpPr>
          <p:cNvPr id="66" name="TextBox 65">
            <a:extLst>
              <a:ext uri="{FF2B5EF4-FFF2-40B4-BE49-F238E27FC236}">
                <a16:creationId xmlns:a16="http://schemas.microsoft.com/office/drawing/2014/main" id="{0CAF7D61-FC91-1E79-49C7-9329FB2E8FC5}"/>
              </a:ext>
            </a:extLst>
          </p:cNvPr>
          <p:cNvSpPr txBox="1"/>
          <p:nvPr/>
        </p:nvSpPr>
        <p:spPr>
          <a:xfrm>
            <a:off x="5147734" y="2524033"/>
            <a:ext cx="570089" cy="230832"/>
          </a:xfrm>
          <a:prstGeom prst="rect">
            <a:avLst/>
          </a:prstGeom>
          <a:noFill/>
        </p:spPr>
        <p:txBody>
          <a:bodyPr wrap="square" rtlCol="0">
            <a:spAutoFit/>
          </a:bodyPr>
          <a:lstStyle/>
          <a:p>
            <a:pPr algn="ctr"/>
            <a:r>
              <a:rPr lang="en-US" sz="900" dirty="0"/>
              <a:t>2567</a:t>
            </a:r>
          </a:p>
        </p:txBody>
      </p:sp>
      <p:sp>
        <p:nvSpPr>
          <p:cNvPr id="68" name="TextBox 67">
            <a:extLst>
              <a:ext uri="{FF2B5EF4-FFF2-40B4-BE49-F238E27FC236}">
                <a16:creationId xmlns:a16="http://schemas.microsoft.com/office/drawing/2014/main" id="{950AC4B4-31C4-C373-92A5-F58D292E8F43}"/>
              </a:ext>
            </a:extLst>
          </p:cNvPr>
          <p:cNvSpPr txBox="1"/>
          <p:nvPr/>
        </p:nvSpPr>
        <p:spPr>
          <a:xfrm>
            <a:off x="6654802" y="4527809"/>
            <a:ext cx="570089" cy="230832"/>
          </a:xfrm>
          <a:prstGeom prst="rect">
            <a:avLst/>
          </a:prstGeom>
          <a:noFill/>
        </p:spPr>
        <p:txBody>
          <a:bodyPr wrap="square" rtlCol="0">
            <a:spAutoFit/>
          </a:bodyPr>
          <a:lstStyle/>
          <a:p>
            <a:pPr algn="ctr"/>
            <a:r>
              <a:rPr lang="en-US" sz="900" dirty="0"/>
              <a:t>2567</a:t>
            </a:r>
          </a:p>
        </p:txBody>
      </p:sp>
      <p:sp>
        <p:nvSpPr>
          <p:cNvPr id="70" name="TextBox 69">
            <a:extLst>
              <a:ext uri="{FF2B5EF4-FFF2-40B4-BE49-F238E27FC236}">
                <a16:creationId xmlns:a16="http://schemas.microsoft.com/office/drawing/2014/main" id="{FD69C32C-7DC0-03D1-75CD-7F512A9E6FA4}"/>
              </a:ext>
            </a:extLst>
          </p:cNvPr>
          <p:cNvSpPr txBox="1"/>
          <p:nvPr/>
        </p:nvSpPr>
        <p:spPr>
          <a:xfrm>
            <a:off x="5650090" y="2285497"/>
            <a:ext cx="570089" cy="230832"/>
          </a:xfrm>
          <a:prstGeom prst="rect">
            <a:avLst/>
          </a:prstGeom>
          <a:noFill/>
        </p:spPr>
        <p:txBody>
          <a:bodyPr wrap="square" rtlCol="0">
            <a:spAutoFit/>
          </a:bodyPr>
          <a:lstStyle/>
          <a:p>
            <a:pPr algn="ctr"/>
            <a:r>
              <a:rPr lang="en-US" sz="900" dirty="0"/>
              <a:t>2367</a:t>
            </a:r>
          </a:p>
        </p:txBody>
      </p:sp>
      <p:sp>
        <p:nvSpPr>
          <p:cNvPr id="71" name="TextBox 70">
            <a:extLst>
              <a:ext uri="{FF2B5EF4-FFF2-40B4-BE49-F238E27FC236}">
                <a16:creationId xmlns:a16="http://schemas.microsoft.com/office/drawing/2014/main" id="{C5A9273B-9EC4-D7B9-A3CC-054AF83284B2}"/>
              </a:ext>
            </a:extLst>
          </p:cNvPr>
          <p:cNvSpPr txBox="1"/>
          <p:nvPr/>
        </p:nvSpPr>
        <p:spPr>
          <a:xfrm>
            <a:off x="5147734" y="2905709"/>
            <a:ext cx="570089" cy="230832"/>
          </a:xfrm>
          <a:prstGeom prst="rect">
            <a:avLst/>
          </a:prstGeom>
          <a:noFill/>
        </p:spPr>
        <p:txBody>
          <a:bodyPr wrap="square" rtlCol="0">
            <a:spAutoFit/>
          </a:bodyPr>
          <a:lstStyle/>
          <a:p>
            <a:pPr algn="ctr"/>
            <a:r>
              <a:rPr lang="en-US" sz="900" dirty="0"/>
              <a:t>125678</a:t>
            </a:r>
          </a:p>
        </p:txBody>
      </p:sp>
      <p:sp>
        <p:nvSpPr>
          <p:cNvPr id="72" name="TextBox 71">
            <a:extLst>
              <a:ext uri="{FF2B5EF4-FFF2-40B4-BE49-F238E27FC236}">
                <a16:creationId xmlns:a16="http://schemas.microsoft.com/office/drawing/2014/main" id="{3158254F-D2A7-6165-9E39-3BA1BA96333F}"/>
              </a:ext>
            </a:extLst>
          </p:cNvPr>
          <p:cNvSpPr txBox="1"/>
          <p:nvPr/>
        </p:nvSpPr>
        <p:spPr>
          <a:xfrm>
            <a:off x="4645378" y="3525921"/>
            <a:ext cx="570089" cy="230832"/>
          </a:xfrm>
          <a:prstGeom prst="rect">
            <a:avLst/>
          </a:prstGeom>
          <a:noFill/>
        </p:spPr>
        <p:txBody>
          <a:bodyPr wrap="square" rtlCol="0">
            <a:spAutoFit/>
          </a:bodyPr>
          <a:lstStyle/>
          <a:p>
            <a:pPr algn="ctr"/>
            <a:r>
              <a:rPr lang="en-US" sz="900" dirty="0"/>
              <a:t>268</a:t>
            </a:r>
          </a:p>
        </p:txBody>
      </p:sp>
      <p:sp>
        <p:nvSpPr>
          <p:cNvPr id="74" name="TextBox 73">
            <a:extLst>
              <a:ext uri="{FF2B5EF4-FFF2-40B4-BE49-F238E27FC236}">
                <a16:creationId xmlns:a16="http://schemas.microsoft.com/office/drawing/2014/main" id="{3263BAC2-13E9-02F7-B028-5BCB4A1F83E2}"/>
              </a:ext>
            </a:extLst>
          </p:cNvPr>
          <p:cNvSpPr txBox="1"/>
          <p:nvPr/>
        </p:nvSpPr>
        <p:spPr>
          <a:xfrm>
            <a:off x="6152446" y="4527809"/>
            <a:ext cx="570089" cy="230832"/>
          </a:xfrm>
          <a:prstGeom prst="rect">
            <a:avLst/>
          </a:prstGeom>
          <a:noFill/>
        </p:spPr>
        <p:txBody>
          <a:bodyPr wrap="square" rtlCol="0">
            <a:spAutoFit/>
          </a:bodyPr>
          <a:lstStyle/>
          <a:p>
            <a:pPr algn="ctr"/>
            <a:r>
              <a:rPr lang="en-US" sz="900" dirty="0"/>
              <a:t>125678</a:t>
            </a:r>
          </a:p>
        </p:txBody>
      </p:sp>
      <p:sp>
        <p:nvSpPr>
          <p:cNvPr id="75" name="TextBox 74">
            <a:extLst>
              <a:ext uri="{FF2B5EF4-FFF2-40B4-BE49-F238E27FC236}">
                <a16:creationId xmlns:a16="http://schemas.microsoft.com/office/drawing/2014/main" id="{617F5401-5154-F0CC-F99A-D3CE7C501938}"/>
              </a:ext>
            </a:extLst>
          </p:cNvPr>
          <p:cNvSpPr txBox="1"/>
          <p:nvPr/>
        </p:nvSpPr>
        <p:spPr>
          <a:xfrm>
            <a:off x="6654802" y="3788329"/>
            <a:ext cx="570089" cy="230832"/>
          </a:xfrm>
          <a:prstGeom prst="rect">
            <a:avLst/>
          </a:prstGeom>
          <a:noFill/>
        </p:spPr>
        <p:txBody>
          <a:bodyPr wrap="square" rtlCol="0">
            <a:spAutoFit/>
          </a:bodyPr>
          <a:lstStyle/>
          <a:p>
            <a:pPr algn="ctr"/>
            <a:r>
              <a:rPr lang="en-US" sz="900" dirty="0"/>
              <a:t>2367</a:t>
            </a:r>
          </a:p>
        </p:txBody>
      </p:sp>
      <p:sp>
        <p:nvSpPr>
          <p:cNvPr id="76" name="TextBox 75">
            <a:extLst>
              <a:ext uri="{FF2B5EF4-FFF2-40B4-BE49-F238E27FC236}">
                <a16:creationId xmlns:a16="http://schemas.microsoft.com/office/drawing/2014/main" id="{E1FAD63C-2F20-013B-1694-640142FA305F}"/>
              </a:ext>
            </a:extLst>
          </p:cNvPr>
          <p:cNvSpPr txBox="1"/>
          <p:nvPr/>
        </p:nvSpPr>
        <p:spPr>
          <a:xfrm>
            <a:off x="5650090" y="4527809"/>
            <a:ext cx="570089" cy="230832"/>
          </a:xfrm>
          <a:prstGeom prst="rect">
            <a:avLst/>
          </a:prstGeom>
          <a:noFill/>
        </p:spPr>
        <p:txBody>
          <a:bodyPr wrap="square" rtlCol="0">
            <a:spAutoFit/>
          </a:bodyPr>
          <a:lstStyle/>
          <a:p>
            <a:pPr algn="ctr"/>
            <a:r>
              <a:rPr lang="en-US" sz="900" dirty="0"/>
              <a:t>268</a:t>
            </a:r>
          </a:p>
        </p:txBody>
      </p:sp>
      <p:sp>
        <p:nvSpPr>
          <p:cNvPr id="73" name="TextBox 72">
            <a:extLst>
              <a:ext uri="{FF2B5EF4-FFF2-40B4-BE49-F238E27FC236}">
                <a16:creationId xmlns:a16="http://schemas.microsoft.com/office/drawing/2014/main" id="{7B1C0C5A-A81B-57AD-2B40-234F4C73397D}"/>
              </a:ext>
            </a:extLst>
          </p:cNvPr>
          <p:cNvSpPr txBox="1"/>
          <p:nvPr/>
        </p:nvSpPr>
        <p:spPr>
          <a:xfrm>
            <a:off x="5147734" y="3287385"/>
            <a:ext cx="570089" cy="230832"/>
          </a:xfrm>
          <a:prstGeom prst="rect">
            <a:avLst/>
          </a:prstGeom>
          <a:noFill/>
        </p:spPr>
        <p:txBody>
          <a:bodyPr wrap="square" rtlCol="0">
            <a:spAutoFit/>
          </a:bodyPr>
          <a:lstStyle/>
          <a:p>
            <a:pPr algn="ctr"/>
            <a:r>
              <a:rPr lang="en-US" sz="900" dirty="0"/>
              <a:t>235678</a:t>
            </a:r>
          </a:p>
        </p:txBody>
      </p:sp>
      <p:sp>
        <p:nvSpPr>
          <p:cNvPr id="77" name="TextBox 76">
            <a:extLst>
              <a:ext uri="{FF2B5EF4-FFF2-40B4-BE49-F238E27FC236}">
                <a16:creationId xmlns:a16="http://schemas.microsoft.com/office/drawing/2014/main" id="{5B3877A6-1149-2E70-465B-1EBFED301D2A}"/>
              </a:ext>
            </a:extLst>
          </p:cNvPr>
          <p:cNvSpPr txBox="1"/>
          <p:nvPr/>
        </p:nvSpPr>
        <p:spPr>
          <a:xfrm>
            <a:off x="5650090" y="4026865"/>
            <a:ext cx="570089" cy="369332"/>
          </a:xfrm>
          <a:prstGeom prst="rect">
            <a:avLst/>
          </a:prstGeom>
          <a:noFill/>
        </p:spPr>
        <p:txBody>
          <a:bodyPr wrap="square" rtlCol="0">
            <a:spAutoFit/>
          </a:bodyPr>
          <a:lstStyle/>
          <a:p>
            <a:pPr algn="ctr"/>
            <a:r>
              <a:rPr lang="en-US" sz="900" dirty="0"/>
              <a:t>1236789</a:t>
            </a:r>
          </a:p>
        </p:txBody>
      </p:sp>
      <p:sp>
        <p:nvSpPr>
          <p:cNvPr id="78" name="TextBox 77">
            <a:extLst>
              <a:ext uri="{FF2B5EF4-FFF2-40B4-BE49-F238E27FC236}">
                <a16:creationId xmlns:a16="http://schemas.microsoft.com/office/drawing/2014/main" id="{827B66F8-F623-E8F1-190E-10972EC41433}"/>
              </a:ext>
            </a:extLst>
          </p:cNvPr>
          <p:cNvSpPr txBox="1"/>
          <p:nvPr/>
        </p:nvSpPr>
        <p:spPr>
          <a:xfrm>
            <a:off x="6152446" y="3788329"/>
            <a:ext cx="570089" cy="230832"/>
          </a:xfrm>
          <a:prstGeom prst="rect">
            <a:avLst/>
          </a:prstGeom>
          <a:noFill/>
        </p:spPr>
        <p:txBody>
          <a:bodyPr wrap="square" rtlCol="0">
            <a:spAutoFit/>
          </a:bodyPr>
          <a:lstStyle/>
          <a:p>
            <a:pPr algn="ctr"/>
            <a:r>
              <a:rPr lang="en-US" sz="900" dirty="0"/>
              <a:t>235678</a:t>
            </a:r>
          </a:p>
        </p:txBody>
      </p:sp>
      <p:sp>
        <p:nvSpPr>
          <p:cNvPr id="79" name="TextBox 78">
            <a:extLst>
              <a:ext uri="{FF2B5EF4-FFF2-40B4-BE49-F238E27FC236}">
                <a16:creationId xmlns:a16="http://schemas.microsoft.com/office/drawing/2014/main" id="{612FDC50-5C8D-FF9F-2397-6788F7588E66}"/>
              </a:ext>
            </a:extLst>
          </p:cNvPr>
          <p:cNvSpPr txBox="1"/>
          <p:nvPr/>
        </p:nvSpPr>
        <p:spPr>
          <a:xfrm>
            <a:off x="6214537" y="3237891"/>
            <a:ext cx="462845" cy="584775"/>
          </a:xfrm>
          <a:prstGeom prst="rect">
            <a:avLst/>
          </a:prstGeom>
          <a:noFill/>
        </p:spPr>
        <p:txBody>
          <a:bodyPr wrap="square" rtlCol="0">
            <a:spAutoFit/>
          </a:bodyPr>
          <a:lstStyle/>
          <a:p>
            <a:pPr algn="ctr"/>
            <a:r>
              <a:rPr lang="en-US" sz="3200" dirty="0"/>
              <a:t>9</a:t>
            </a:r>
          </a:p>
        </p:txBody>
      </p:sp>
      <p:sp>
        <p:nvSpPr>
          <p:cNvPr id="80" name="TextBox 79">
            <a:extLst>
              <a:ext uri="{FF2B5EF4-FFF2-40B4-BE49-F238E27FC236}">
                <a16:creationId xmlns:a16="http://schemas.microsoft.com/office/drawing/2014/main" id="{F49219BB-AEAD-C433-F911-0E606091D51B}"/>
              </a:ext>
            </a:extLst>
          </p:cNvPr>
          <p:cNvSpPr txBox="1"/>
          <p:nvPr/>
        </p:nvSpPr>
        <p:spPr>
          <a:xfrm>
            <a:off x="6152446" y="901933"/>
            <a:ext cx="570089" cy="230832"/>
          </a:xfrm>
          <a:prstGeom prst="rect">
            <a:avLst/>
          </a:prstGeom>
          <a:noFill/>
        </p:spPr>
        <p:txBody>
          <a:bodyPr wrap="square" rtlCol="0">
            <a:spAutoFit/>
          </a:bodyPr>
          <a:lstStyle/>
          <a:p>
            <a:pPr algn="ctr"/>
            <a:r>
              <a:rPr lang="en-US" sz="900" dirty="0"/>
              <a:t>18</a:t>
            </a:r>
          </a:p>
        </p:txBody>
      </p:sp>
      <p:sp>
        <p:nvSpPr>
          <p:cNvPr id="81" name="TextBox 80">
            <a:extLst>
              <a:ext uri="{FF2B5EF4-FFF2-40B4-BE49-F238E27FC236}">
                <a16:creationId xmlns:a16="http://schemas.microsoft.com/office/drawing/2014/main" id="{3062E8CE-2768-69C8-FE77-8DCD29D6DAEB}"/>
              </a:ext>
            </a:extLst>
          </p:cNvPr>
          <p:cNvSpPr txBox="1"/>
          <p:nvPr/>
        </p:nvSpPr>
        <p:spPr>
          <a:xfrm>
            <a:off x="4143022" y="3907597"/>
            <a:ext cx="570089" cy="230832"/>
          </a:xfrm>
          <a:prstGeom prst="rect">
            <a:avLst/>
          </a:prstGeom>
          <a:noFill/>
        </p:spPr>
        <p:txBody>
          <a:bodyPr wrap="square" rtlCol="0">
            <a:spAutoFit/>
          </a:bodyPr>
          <a:lstStyle/>
          <a:p>
            <a:pPr algn="ctr"/>
            <a:r>
              <a:rPr lang="en-US" sz="900" dirty="0"/>
              <a:t>28</a:t>
            </a:r>
          </a:p>
        </p:txBody>
      </p:sp>
      <p:sp>
        <p:nvSpPr>
          <p:cNvPr id="82" name="TextBox 81">
            <a:extLst>
              <a:ext uri="{FF2B5EF4-FFF2-40B4-BE49-F238E27FC236}">
                <a16:creationId xmlns:a16="http://schemas.microsoft.com/office/drawing/2014/main" id="{DCC587DF-4CBD-0161-6A77-8C61EF3B005A}"/>
              </a:ext>
            </a:extLst>
          </p:cNvPr>
          <p:cNvSpPr txBox="1"/>
          <p:nvPr/>
        </p:nvSpPr>
        <p:spPr>
          <a:xfrm>
            <a:off x="3640666" y="4408541"/>
            <a:ext cx="570089" cy="230832"/>
          </a:xfrm>
          <a:prstGeom prst="rect">
            <a:avLst/>
          </a:prstGeom>
          <a:noFill/>
        </p:spPr>
        <p:txBody>
          <a:bodyPr wrap="square" rtlCol="0">
            <a:spAutoFit/>
          </a:bodyPr>
          <a:lstStyle/>
          <a:p>
            <a:pPr algn="ctr"/>
            <a:r>
              <a:rPr lang="en-US" sz="900" dirty="0"/>
              <a:t>128</a:t>
            </a:r>
          </a:p>
        </p:txBody>
      </p:sp>
      <p:sp>
        <p:nvSpPr>
          <p:cNvPr id="48" name="TextBox 47">
            <a:extLst>
              <a:ext uri="{FF2B5EF4-FFF2-40B4-BE49-F238E27FC236}">
                <a16:creationId xmlns:a16="http://schemas.microsoft.com/office/drawing/2014/main" id="{A32AE660-510C-5DF5-70EE-4430521994EC}"/>
              </a:ext>
            </a:extLst>
          </p:cNvPr>
          <p:cNvSpPr txBox="1"/>
          <p:nvPr/>
        </p:nvSpPr>
        <p:spPr>
          <a:xfrm>
            <a:off x="3716867" y="1727886"/>
            <a:ext cx="462845" cy="584775"/>
          </a:xfrm>
          <a:prstGeom prst="rect">
            <a:avLst/>
          </a:prstGeom>
          <a:noFill/>
        </p:spPr>
        <p:txBody>
          <a:bodyPr wrap="square" rtlCol="0">
            <a:spAutoFit/>
          </a:bodyPr>
          <a:lstStyle/>
          <a:p>
            <a:pPr algn="ctr"/>
            <a:r>
              <a:rPr lang="en-US" sz="3200" dirty="0"/>
              <a:t>4</a:t>
            </a:r>
          </a:p>
        </p:txBody>
      </p:sp>
      <p:sp>
        <p:nvSpPr>
          <p:cNvPr id="49" name="TextBox 48">
            <a:extLst>
              <a:ext uri="{FF2B5EF4-FFF2-40B4-BE49-F238E27FC236}">
                <a16:creationId xmlns:a16="http://schemas.microsoft.com/office/drawing/2014/main" id="{1B7D860B-E9AC-494E-5737-EAB0122C8192}"/>
              </a:ext>
            </a:extLst>
          </p:cNvPr>
          <p:cNvSpPr txBox="1"/>
          <p:nvPr/>
        </p:nvSpPr>
        <p:spPr>
          <a:xfrm>
            <a:off x="5715003" y="3237891"/>
            <a:ext cx="462845" cy="584775"/>
          </a:xfrm>
          <a:prstGeom prst="rect">
            <a:avLst/>
          </a:prstGeom>
          <a:noFill/>
        </p:spPr>
        <p:txBody>
          <a:bodyPr wrap="square" rtlCol="0">
            <a:spAutoFit/>
          </a:bodyPr>
          <a:lstStyle/>
          <a:p>
            <a:pPr algn="ctr"/>
            <a:r>
              <a:rPr lang="en-US" sz="3200" dirty="0"/>
              <a:t>4</a:t>
            </a:r>
          </a:p>
        </p:txBody>
      </p:sp>
    </p:spTree>
    <p:extLst>
      <p:ext uri="{BB962C8B-B14F-4D97-AF65-F5344CB8AC3E}">
        <p14:creationId xmlns:p14="http://schemas.microsoft.com/office/powerpoint/2010/main" val="2171459107"/>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9F91C5-8F1E-7514-D4DF-A6C90710D937}"/>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4E74CF91-5EA8-EBB2-6228-AB74DC26920F}"/>
              </a:ext>
            </a:extLst>
          </p:cNvPr>
          <p:cNvSpPr>
            <a:spLocks noGrp="1"/>
          </p:cNvSpPr>
          <p:nvPr>
            <p:ph sz="half" idx="1"/>
          </p:nvPr>
        </p:nvSpPr>
        <p:spPr/>
        <p:txBody>
          <a:bodyPr>
            <a:normAutofit/>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6252A459-219D-78B3-5C91-3CC716D9D032}"/>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6955CF39-B76F-C0DB-D5BF-BDDB3B96A6B5}"/>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9A2B9F03-BB0C-06EF-3D6A-5CAE38504B12}"/>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DE156E13-E9DA-A064-D781-FC50A126321F}"/>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DF5B5736-86D0-2ADB-F2D8-EF47A02CC389}"/>
              </a:ext>
            </a:extLst>
          </p:cNvPr>
          <p:cNvSpPr txBox="1"/>
          <p:nvPr/>
        </p:nvSpPr>
        <p:spPr>
          <a:xfrm>
            <a:off x="4715935" y="1224551"/>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8" name="TextBox 7">
            <a:extLst>
              <a:ext uri="{FF2B5EF4-FFF2-40B4-BE49-F238E27FC236}">
                <a16:creationId xmlns:a16="http://schemas.microsoft.com/office/drawing/2014/main" id="{A997026A-2E5D-63DB-53B4-1217AE5FC12F}"/>
              </a:ext>
            </a:extLst>
          </p:cNvPr>
          <p:cNvSpPr txBox="1"/>
          <p:nvPr/>
        </p:nvSpPr>
        <p:spPr>
          <a:xfrm>
            <a:off x="6214537" y="122455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9" name="TextBox 8">
            <a:extLst>
              <a:ext uri="{FF2B5EF4-FFF2-40B4-BE49-F238E27FC236}">
                <a16:creationId xmlns:a16="http://schemas.microsoft.com/office/drawing/2014/main" id="{D530DA6F-9D04-F44E-9725-471055435996}"/>
              </a:ext>
            </a:extLst>
          </p:cNvPr>
          <p:cNvSpPr txBox="1"/>
          <p:nvPr/>
        </p:nvSpPr>
        <p:spPr>
          <a:xfrm>
            <a:off x="6714071" y="1224551"/>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10" name="TextBox 9">
            <a:extLst>
              <a:ext uri="{FF2B5EF4-FFF2-40B4-BE49-F238E27FC236}">
                <a16:creationId xmlns:a16="http://schemas.microsoft.com/office/drawing/2014/main" id="{D5C6AB84-0CB3-D245-25DA-7B7A9105C1A9}"/>
              </a:ext>
            </a:extLst>
          </p:cNvPr>
          <p:cNvSpPr txBox="1"/>
          <p:nvPr/>
        </p:nvSpPr>
        <p:spPr>
          <a:xfrm>
            <a:off x="7213604" y="122455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11" name="TextBox 10">
            <a:extLst>
              <a:ext uri="{FF2B5EF4-FFF2-40B4-BE49-F238E27FC236}">
                <a16:creationId xmlns:a16="http://schemas.microsoft.com/office/drawing/2014/main" id="{81C59C31-D7AC-1FDB-2C2E-6FE9815D1323}"/>
              </a:ext>
            </a:extLst>
          </p:cNvPr>
          <p:cNvSpPr txBox="1"/>
          <p:nvPr/>
        </p:nvSpPr>
        <p:spPr>
          <a:xfrm>
            <a:off x="6714071" y="721216"/>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12" name="TextBox 11">
            <a:extLst>
              <a:ext uri="{FF2B5EF4-FFF2-40B4-BE49-F238E27FC236}">
                <a16:creationId xmlns:a16="http://schemas.microsoft.com/office/drawing/2014/main" id="{E3FABCD2-0B2D-3DE0-2DEF-E68247C77FEB}"/>
              </a:ext>
            </a:extLst>
          </p:cNvPr>
          <p:cNvSpPr txBox="1"/>
          <p:nvPr/>
        </p:nvSpPr>
        <p:spPr>
          <a:xfrm>
            <a:off x="7213604" y="721216"/>
            <a:ext cx="462845" cy="584775"/>
          </a:xfrm>
          <a:prstGeom prst="rect">
            <a:avLst/>
          </a:prstGeom>
          <a:solidFill>
            <a:srgbClr val="FF0000">
              <a:alpha val="30000"/>
            </a:srgbClr>
          </a:solidFill>
        </p:spPr>
        <p:txBody>
          <a:bodyPr wrap="square" rtlCol="0">
            <a:spAutoFit/>
          </a:bodyPr>
          <a:lstStyle/>
          <a:p>
            <a:pPr algn="ctr"/>
            <a:r>
              <a:rPr lang="en-US" sz="3200" dirty="0"/>
              <a:t>3</a:t>
            </a:r>
          </a:p>
        </p:txBody>
      </p:sp>
      <p:sp>
        <p:nvSpPr>
          <p:cNvPr id="13" name="TextBox 12">
            <a:extLst>
              <a:ext uri="{FF2B5EF4-FFF2-40B4-BE49-F238E27FC236}">
                <a16:creationId xmlns:a16="http://schemas.microsoft.com/office/drawing/2014/main" id="{45717D6F-0471-5EB2-6B76-7C9FD6DE40A8}"/>
              </a:ext>
            </a:extLst>
          </p:cNvPr>
          <p:cNvSpPr txBox="1"/>
          <p:nvPr/>
        </p:nvSpPr>
        <p:spPr>
          <a:xfrm>
            <a:off x="4216401" y="1727886"/>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14" name="TextBox 13">
            <a:extLst>
              <a:ext uri="{FF2B5EF4-FFF2-40B4-BE49-F238E27FC236}">
                <a16:creationId xmlns:a16="http://schemas.microsoft.com/office/drawing/2014/main" id="{43DEF3D6-EB31-0208-AEAB-C45A4A74CCAB}"/>
              </a:ext>
            </a:extLst>
          </p:cNvPr>
          <p:cNvSpPr txBox="1"/>
          <p:nvPr/>
        </p:nvSpPr>
        <p:spPr>
          <a:xfrm>
            <a:off x="5215469" y="1727886"/>
            <a:ext cx="462845" cy="584775"/>
          </a:xfrm>
          <a:prstGeom prst="rect">
            <a:avLst/>
          </a:prstGeom>
          <a:solidFill>
            <a:srgbClr val="00B050">
              <a:alpha val="40000"/>
            </a:srgbClr>
          </a:solidFill>
        </p:spPr>
        <p:txBody>
          <a:bodyPr wrap="square" rtlCol="0">
            <a:spAutoFit/>
          </a:bodyPr>
          <a:lstStyle/>
          <a:p>
            <a:pPr algn="ctr"/>
            <a:r>
              <a:rPr lang="en-US" sz="3200" dirty="0"/>
              <a:t>9</a:t>
            </a:r>
          </a:p>
        </p:txBody>
      </p:sp>
      <p:sp>
        <p:nvSpPr>
          <p:cNvPr id="15" name="TextBox 14">
            <a:extLst>
              <a:ext uri="{FF2B5EF4-FFF2-40B4-BE49-F238E27FC236}">
                <a16:creationId xmlns:a16="http://schemas.microsoft.com/office/drawing/2014/main" id="{F715A6EC-F64E-0C30-A926-0AA6A0D912A9}"/>
              </a:ext>
            </a:extLst>
          </p:cNvPr>
          <p:cNvSpPr txBox="1"/>
          <p:nvPr/>
        </p:nvSpPr>
        <p:spPr>
          <a:xfrm>
            <a:off x="6214537" y="1727886"/>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16" name="TextBox 15">
            <a:extLst>
              <a:ext uri="{FF2B5EF4-FFF2-40B4-BE49-F238E27FC236}">
                <a16:creationId xmlns:a16="http://schemas.microsoft.com/office/drawing/2014/main" id="{6BF82113-DE6D-30D8-34F3-19F81DA18DB0}"/>
              </a:ext>
            </a:extLst>
          </p:cNvPr>
          <p:cNvSpPr txBox="1"/>
          <p:nvPr/>
        </p:nvSpPr>
        <p:spPr>
          <a:xfrm>
            <a:off x="6714071" y="172788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17" name="TextBox 16">
            <a:extLst>
              <a:ext uri="{FF2B5EF4-FFF2-40B4-BE49-F238E27FC236}">
                <a16:creationId xmlns:a16="http://schemas.microsoft.com/office/drawing/2014/main" id="{69F4F87B-5C5A-D108-0C5C-63ECA63601F9}"/>
              </a:ext>
            </a:extLst>
          </p:cNvPr>
          <p:cNvSpPr txBox="1"/>
          <p:nvPr/>
        </p:nvSpPr>
        <p:spPr>
          <a:xfrm>
            <a:off x="3716867" y="223122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18" name="TextBox 17">
            <a:extLst>
              <a:ext uri="{FF2B5EF4-FFF2-40B4-BE49-F238E27FC236}">
                <a16:creationId xmlns:a16="http://schemas.microsoft.com/office/drawing/2014/main" id="{D0DA82B5-4390-9BBF-5590-3627D75B4AF3}"/>
              </a:ext>
            </a:extLst>
          </p:cNvPr>
          <p:cNvSpPr txBox="1"/>
          <p:nvPr/>
        </p:nvSpPr>
        <p:spPr>
          <a:xfrm>
            <a:off x="5215469" y="2231221"/>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19" name="TextBox 18">
            <a:extLst>
              <a:ext uri="{FF2B5EF4-FFF2-40B4-BE49-F238E27FC236}">
                <a16:creationId xmlns:a16="http://schemas.microsoft.com/office/drawing/2014/main" id="{4F66F0A6-E763-1455-223C-368BE3E292A8}"/>
              </a:ext>
            </a:extLst>
          </p:cNvPr>
          <p:cNvSpPr txBox="1"/>
          <p:nvPr/>
        </p:nvSpPr>
        <p:spPr>
          <a:xfrm>
            <a:off x="5715003" y="2231221"/>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20" name="TextBox 19">
            <a:extLst>
              <a:ext uri="{FF2B5EF4-FFF2-40B4-BE49-F238E27FC236}">
                <a16:creationId xmlns:a16="http://schemas.microsoft.com/office/drawing/2014/main" id="{6FC68FD3-8196-0A26-1CC9-E972C661CA2C}"/>
              </a:ext>
            </a:extLst>
          </p:cNvPr>
          <p:cNvSpPr txBox="1"/>
          <p:nvPr/>
        </p:nvSpPr>
        <p:spPr>
          <a:xfrm>
            <a:off x="6214537" y="2231221"/>
            <a:ext cx="462845" cy="584775"/>
          </a:xfrm>
          <a:prstGeom prst="rect">
            <a:avLst/>
          </a:prstGeom>
          <a:solidFill>
            <a:srgbClr val="FF0000">
              <a:alpha val="30000"/>
            </a:srgbClr>
          </a:solidFill>
        </p:spPr>
        <p:txBody>
          <a:bodyPr wrap="square" rtlCol="0">
            <a:spAutoFit/>
          </a:bodyPr>
          <a:lstStyle/>
          <a:p>
            <a:pPr algn="ctr"/>
            <a:r>
              <a:rPr lang="en-US" sz="3200" dirty="0"/>
              <a:t>4</a:t>
            </a:r>
          </a:p>
        </p:txBody>
      </p:sp>
      <p:sp>
        <p:nvSpPr>
          <p:cNvPr id="21" name="TextBox 20">
            <a:extLst>
              <a:ext uri="{FF2B5EF4-FFF2-40B4-BE49-F238E27FC236}">
                <a16:creationId xmlns:a16="http://schemas.microsoft.com/office/drawing/2014/main" id="{2BD7E694-67C4-7D34-51BA-5B978EB84221}"/>
              </a:ext>
            </a:extLst>
          </p:cNvPr>
          <p:cNvSpPr txBox="1"/>
          <p:nvPr/>
        </p:nvSpPr>
        <p:spPr>
          <a:xfrm>
            <a:off x="6714071" y="223122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2" name="TextBox 21">
            <a:extLst>
              <a:ext uri="{FF2B5EF4-FFF2-40B4-BE49-F238E27FC236}">
                <a16:creationId xmlns:a16="http://schemas.microsoft.com/office/drawing/2014/main" id="{709D4DD1-F7DB-8711-480D-5FCF9D4F669A}"/>
              </a:ext>
            </a:extLst>
          </p:cNvPr>
          <p:cNvSpPr txBox="1"/>
          <p:nvPr/>
        </p:nvSpPr>
        <p:spPr>
          <a:xfrm>
            <a:off x="4216401" y="2734556"/>
            <a:ext cx="462845" cy="584775"/>
          </a:xfrm>
          <a:prstGeom prst="rect">
            <a:avLst/>
          </a:prstGeom>
          <a:solidFill>
            <a:srgbClr val="FF0000">
              <a:alpha val="30000"/>
            </a:srgbClr>
          </a:solidFill>
        </p:spPr>
        <p:txBody>
          <a:bodyPr wrap="square" rtlCol="0">
            <a:spAutoFit/>
          </a:bodyPr>
          <a:lstStyle/>
          <a:p>
            <a:pPr algn="ctr"/>
            <a:r>
              <a:rPr lang="en-US" sz="3200" dirty="0"/>
              <a:t>4</a:t>
            </a:r>
          </a:p>
        </p:txBody>
      </p:sp>
      <p:sp>
        <p:nvSpPr>
          <p:cNvPr id="23" name="TextBox 22">
            <a:extLst>
              <a:ext uri="{FF2B5EF4-FFF2-40B4-BE49-F238E27FC236}">
                <a16:creationId xmlns:a16="http://schemas.microsoft.com/office/drawing/2014/main" id="{63082C7C-2102-4DCC-0D89-51537E64AA6D}"/>
              </a:ext>
            </a:extLst>
          </p:cNvPr>
          <p:cNvSpPr txBox="1"/>
          <p:nvPr/>
        </p:nvSpPr>
        <p:spPr>
          <a:xfrm>
            <a:off x="5215469" y="2734556"/>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4" name="TextBox 23">
            <a:extLst>
              <a:ext uri="{FF2B5EF4-FFF2-40B4-BE49-F238E27FC236}">
                <a16:creationId xmlns:a16="http://schemas.microsoft.com/office/drawing/2014/main" id="{B06EBCA6-388A-BB1D-45AB-277804193EF5}"/>
              </a:ext>
            </a:extLst>
          </p:cNvPr>
          <p:cNvSpPr txBox="1"/>
          <p:nvPr/>
        </p:nvSpPr>
        <p:spPr>
          <a:xfrm>
            <a:off x="6714071" y="2734556"/>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25" name="TextBox 24">
            <a:extLst>
              <a:ext uri="{FF2B5EF4-FFF2-40B4-BE49-F238E27FC236}">
                <a16:creationId xmlns:a16="http://schemas.microsoft.com/office/drawing/2014/main" id="{BADCA2DF-B696-5B06-34F8-182B6096E8FB}"/>
              </a:ext>
            </a:extLst>
          </p:cNvPr>
          <p:cNvSpPr txBox="1"/>
          <p:nvPr/>
        </p:nvSpPr>
        <p:spPr>
          <a:xfrm>
            <a:off x="3716867" y="323789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6" name="TextBox 25">
            <a:extLst>
              <a:ext uri="{FF2B5EF4-FFF2-40B4-BE49-F238E27FC236}">
                <a16:creationId xmlns:a16="http://schemas.microsoft.com/office/drawing/2014/main" id="{1495E5D6-6658-70F2-5526-FEEF8B3E9310}"/>
              </a:ext>
            </a:extLst>
          </p:cNvPr>
          <p:cNvSpPr txBox="1"/>
          <p:nvPr/>
        </p:nvSpPr>
        <p:spPr>
          <a:xfrm>
            <a:off x="4715935" y="323789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27" name="TextBox 26">
            <a:extLst>
              <a:ext uri="{FF2B5EF4-FFF2-40B4-BE49-F238E27FC236}">
                <a16:creationId xmlns:a16="http://schemas.microsoft.com/office/drawing/2014/main" id="{55273D28-9FD8-6431-5ED6-3B0BE3567B90}"/>
              </a:ext>
            </a:extLst>
          </p:cNvPr>
          <p:cNvSpPr txBox="1"/>
          <p:nvPr/>
        </p:nvSpPr>
        <p:spPr>
          <a:xfrm>
            <a:off x="5215469" y="323789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28" name="TextBox 27">
            <a:extLst>
              <a:ext uri="{FF2B5EF4-FFF2-40B4-BE49-F238E27FC236}">
                <a16:creationId xmlns:a16="http://schemas.microsoft.com/office/drawing/2014/main" id="{74956201-C782-90F0-782D-DA0EBB346E40}"/>
              </a:ext>
            </a:extLst>
          </p:cNvPr>
          <p:cNvSpPr txBox="1"/>
          <p:nvPr/>
        </p:nvSpPr>
        <p:spPr>
          <a:xfrm>
            <a:off x="7213604" y="3237891"/>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29" name="TextBox 28">
            <a:extLst>
              <a:ext uri="{FF2B5EF4-FFF2-40B4-BE49-F238E27FC236}">
                <a16:creationId xmlns:a16="http://schemas.microsoft.com/office/drawing/2014/main" id="{321AC402-FC44-755B-BD58-85F9FD12D694}"/>
              </a:ext>
            </a:extLst>
          </p:cNvPr>
          <p:cNvSpPr txBox="1"/>
          <p:nvPr/>
        </p:nvSpPr>
        <p:spPr>
          <a:xfrm>
            <a:off x="3217333" y="3741226"/>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30" name="TextBox 29">
            <a:extLst>
              <a:ext uri="{FF2B5EF4-FFF2-40B4-BE49-F238E27FC236}">
                <a16:creationId xmlns:a16="http://schemas.microsoft.com/office/drawing/2014/main" id="{4415CA25-53B5-1EE7-368F-A8708069D421}"/>
              </a:ext>
            </a:extLst>
          </p:cNvPr>
          <p:cNvSpPr txBox="1"/>
          <p:nvPr/>
        </p:nvSpPr>
        <p:spPr>
          <a:xfrm>
            <a:off x="3716867" y="374122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31" name="TextBox 30">
            <a:extLst>
              <a:ext uri="{FF2B5EF4-FFF2-40B4-BE49-F238E27FC236}">
                <a16:creationId xmlns:a16="http://schemas.microsoft.com/office/drawing/2014/main" id="{DD5D339A-C888-5D22-57DF-4D58594AF93E}"/>
              </a:ext>
            </a:extLst>
          </p:cNvPr>
          <p:cNvSpPr txBox="1"/>
          <p:nvPr/>
        </p:nvSpPr>
        <p:spPr>
          <a:xfrm>
            <a:off x="5715003" y="3741226"/>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32" name="TextBox 31">
            <a:extLst>
              <a:ext uri="{FF2B5EF4-FFF2-40B4-BE49-F238E27FC236}">
                <a16:creationId xmlns:a16="http://schemas.microsoft.com/office/drawing/2014/main" id="{2B140025-5C55-6991-EEDB-D237F6B4DF74}"/>
              </a:ext>
            </a:extLst>
          </p:cNvPr>
          <p:cNvSpPr txBox="1"/>
          <p:nvPr/>
        </p:nvSpPr>
        <p:spPr>
          <a:xfrm>
            <a:off x="6214537" y="3741226"/>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33" name="TextBox 32">
            <a:extLst>
              <a:ext uri="{FF2B5EF4-FFF2-40B4-BE49-F238E27FC236}">
                <a16:creationId xmlns:a16="http://schemas.microsoft.com/office/drawing/2014/main" id="{9B7839BC-52E7-B246-025F-29FD506DD548}"/>
              </a:ext>
            </a:extLst>
          </p:cNvPr>
          <p:cNvSpPr txBox="1"/>
          <p:nvPr/>
        </p:nvSpPr>
        <p:spPr>
          <a:xfrm>
            <a:off x="6714071" y="374122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34" name="TextBox 33">
            <a:extLst>
              <a:ext uri="{FF2B5EF4-FFF2-40B4-BE49-F238E27FC236}">
                <a16:creationId xmlns:a16="http://schemas.microsoft.com/office/drawing/2014/main" id="{2499E47A-6D19-928D-4CF8-C0677D6BE98E}"/>
              </a:ext>
            </a:extLst>
          </p:cNvPr>
          <p:cNvSpPr txBox="1"/>
          <p:nvPr/>
        </p:nvSpPr>
        <p:spPr>
          <a:xfrm>
            <a:off x="7213604" y="3741226"/>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35" name="TextBox 34">
            <a:extLst>
              <a:ext uri="{FF2B5EF4-FFF2-40B4-BE49-F238E27FC236}">
                <a16:creationId xmlns:a16="http://schemas.microsoft.com/office/drawing/2014/main" id="{41341511-7A69-8D9B-4D74-56A4862AFD89}"/>
              </a:ext>
            </a:extLst>
          </p:cNvPr>
          <p:cNvSpPr txBox="1"/>
          <p:nvPr/>
        </p:nvSpPr>
        <p:spPr>
          <a:xfrm>
            <a:off x="3217333" y="424456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36" name="TextBox 35">
            <a:extLst>
              <a:ext uri="{FF2B5EF4-FFF2-40B4-BE49-F238E27FC236}">
                <a16:creationId xmlns:a16="http://schemas.microsoft.com/office/drawing/2014/main" id="{A694F837-A10A-40BE-7746-79969D6A0A76}"/>
              </a:ext>
            </a:extLst>
          </p:cNvPr>
          <p:cNvSpPr txBox="1"/>
          <p:nvPr/>
        </p:nvSpPr>
        <p:spPr>
          <a:xfrm>
            <a:off x="4216401" y="4244561"/>
            <a:ext cx="462845" cy="584775"/>
          </a:xfrm>
          <a:prstGeom prst="rect">
            <a:avLst/>
          </a:prstGeom>
          <a:solidFill>
            <a:srgbClr val="FF0000">
              <a:alpha val="30000"/>
            </a:srgbClr>
          </a:solidFill>
        </p:spPr>
        <p:txBody>
          <a:bodyPr wrap="square" rtlCol="0">
            <a:spAutoFit/>
          </a:bodyPr>
          <a:lstStyle/>
          <a:p>
            <a:pPr algn="ctr"/>
            <a:r>
              <a:rPr lang="en-US" sz="3200" dirty="0"/>
              <a:t>3</a:t>
            </a:r>
          </a:p>
        </p:txBody>
      </p:sp>
      <p:sp>
        <p:nvSpPr>
          <p:cNvPr id="37" name="TextBox 36">
            <a:extLst>
              <a:ext uri="{FF2B5EF4-FFF2-40B4-BE49-F238E27FC236}">
                <a16:creationId xmlns:a16="http://schemas.microsoft.com/office/drawing/2014/main" id="{8EA28ABB-1A0C-526A-6596-CBFAF66C1D63}"/>
              </a:ext>
            </a:extLst>
          </p:cNvPr>
          <p:cNvSpPr txBox="1"/>
          <p:nvPr/>
        </p:nvSpPr>
        <p:spPr>
          <a:xfrm>
            <a:off x="5715003" y="424456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38" name="TextBox 37">
            <a:extLst>
              <a:ext uri="{FF2B5EF4-FFF2-40B4-BE49-F238E27FC236}">
                <a16:creationId xmlns:a16="http://schemas.microsoft.com/office/drawing/2014/main" id="{7533EF82-85E8-6956-312A-91C5EF54D221}"/>
              </a:ext>
            </a:extLst>
          </p:cNvPr>
          <p:cNvSpPr txBox="1"/>
          <p:nvPr/>
        </p:nvSpPr>
        <p:spPr>
          <a:xfrm>
            <a:off x="6214537" y="424456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39" name="TextBox 38">
            <a:extLst>
              <a:ext uri="{FF2B5EF4-FFF2-40B4-BE49-F238E27FC236}">
                <a16:creationId xmlns:a16="http://schemas.microsoft.com/office/drawing/2014/main" id="{3E05E2BA-F32C-2C93-E0B8-6C7CE1BC292F}"/>
              </a:ext>
            </a:extLst>
          </p:cNvPr>
          <p:cNvSpPr txBox="1"/>
          <p:nvPr/>
        </p:nvSpPr>
        <p:spPr>
          <a:xfrm>
            <a:off x="6714071" y="4244561"/>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40" name="TextBox 39">
            <a:extLst>
              <a:ext uri="{FF2B5EF4-FFF2-40B4-BE49-F238E27FC236}">
                <a16:creationId xmlns:a16="http://schemas.microsoft.com/office/drawing/2014/main" id="{B0756983-0EE1-8D74-5E8C-D385058F53DC}"/>
              </a:ext>
            </a:extLst>
          </p:cNvPr>
          <p:cNvSpPr txBox="1"/>
          <p:nvPr/>
        </p:nvSpPr>
        <p:spPr>
          <a:xfrm>
            <a:off x="7213604" y="4244561"/>
            <a:ext cx="462845" cy="584775"/>
          </a:xfrm>
          <a:prstGeom prst="rect">
            <a:avLst/>
          </a:prstGeom>
          <a:solidFill>
            <a:srgbClr val="00B050">
              <a:alpha val="40000"/>
            </a:srgbClr>
          </a:solidFill>
        </p:spPr>
        <p:txBody>
          <a:bodyPr wrap="square" rtlCol="0">
            <a:spAutoFit/>
          </a:bodyPr>
          <a:lstStyle/>
          <a:p>
            <a:pPr algn="ctr"/>
            <a:r>
              <a:rPr lang="en-US" sz="3200" dirty="0"/>
              <a:t>9</a:t>
            </a:r>
          </a:p>
        </p:txBody>
      </p:sp>
      <p:sp>
        <p:nvSpPr>
          <p:cNvPr id="41" name="TextBox 40">
            <a:extLst>
              <a:ext uri="{FF2B5EF4-FFF2-40B4-BE49-F238E27FC236}">
                <a16:creationId xmlns:a16="http://schemas.microsoft.com/office/drawing/2014/main" id="{1F057CC3-0825-C72B-7816-D4A7AE27B470}"/>
              </a:ext>
            </a:extLst>
          </p:cNvPr>
          <p:cNvSpPr txBox="1"/>
          <p:nvPr/>
        </p:nvSpPr>
        <p:spPr>
          <a:xfrm>
            <a:off x="3217333" y="4747898"/>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42" name="TextBox 41">
            <a:extLst>
              <a:ext uri="{FF2B5EF4-FFF2-40B4-BE49-F238E27FC236}">
                <a16:creationId xmlns:a16="http://schemas.microsoft.com/office/drawing/2014/main" id="{C9F651D4-BEAB-11E8-E764-30DFA3A84890}"/>
              </a:ext>
            </a:extLst>
          </p:cNvPr>
          <p:cNvSpPr txBox="1"/>
          <p:nvPr/>
        </p:nvSpPr>
        <p:spPr>
          <a:xfrm>
            <a:off x="3716867" y="4747898"/>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43" name="TextBox 42">
            <a:extLst>
              <a:ext uri="{FF2B5EF4-FFF2-40B4-BE49-F238E27FC236}">
                <a16:creationId xmlns:a16="http://schemas.microsoft.com/office/drawing/2014/main" id="{7E0019BD-0E1F-72F1-2F1C-A74EA4CF8537}"/>
              </a:ext>
            </a:extLst>
          </p:cNvPr>
          <p:cNvSpPr txBox="1"/>
          <p:nvPr/>
        </p:nvSpPr>
        <p:spPr>
          <a:xfrm>
            <a:off x="4216401" y="4747898"/>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44" name="TextBox 43">
            <a:extLst>
              <a:ext uri="{FF2B5EF4-FFF2-40B4-BE49-F238E27FC236}">
                <a16:creationId xmlns:a16="http://schemas.microsoft.com/office/drawing/2014/main" id="{7A9A698D-7561-C5D3-0457-3806A27DC7CE}"/>
              </a:ext>
            </a:extLst>
          </p:cNvPr>
          <p:cNvSpPr txBox="1"/>
          <p:nvPr/>
        </p:nvSpPr>
        <p:spPr>
          <a:xfrm>
            <a:off x="7157158" y="1522145"/>
            <a:ext cx="570089" cy="230832"/>
          </a:xfrm>
          <a:prstGeom prst="rect">
            <a:avLst/>
          </a:prstGeom>
          <a:noFill/>
        </p:spPr>
        <p:txBody>
          <a:bodyPr wrap="square" rtlCol="0">
            <a:spAutoFit/>
          </a:bodyPr>
          <a:lstStyle/>
          <a:p>
            <a:pPr algn="ctr"/>
            <a:r>
              <a:rPr lang="en-US" sz="900" dirty="0"/>
              <a:t>57</a:t>
            </a:r>
          </a:p>
        </p:txBody>
      </p:sp>
      <p:sp>
        <p:nvSpPr>
          <p:cNvPr id="45" name="TextBox 44">
            <a:extLst>
              <a:ext uri="{FF2B5EF4-FFF2-40B4-BE49-F238E27FC236}">
                <a16:creationId xmlns:a16="http://schemas.microsoft.com/office/drawing/2014/main" id="{DE97B3F7-6CE6-C663-1C08-4572CB3AB4EE}"/>
              </a:ext>
            </a:extLst>
          </p:cNvPr>
          <p:cNvSpPr txBox="1"/>
          <p:nvPr/>
        </p:nvSpPr>
        <p:spPr>
          <a:xfrm>
            <a:off x="4143022" y="5028752"/>
            <a:ext cx="570089" cy="230832"/>
          </a:xfrm>
          <a:prstGeom prst="rect">
            <a:avLst/>
          </a:prstGeom>
          <a:noFill/>
        </p:spPr>
        <p:txBody>
          <a:bodyPr wrap="square" rtlCol="0">
            <a:spAutoFit/>
          </a:bodyPr>
          <a:lstStyle/>
          <a:p>
            <a:pPr algn="ctr"/>
            <a:r>
              <a:rPr lang="en-US" sz="900" dirty="0"/>
              <a:t>57</a:t>
            </a:r>
          </a:p>
        </p:txBody>
      </p:sp>
      <p:sp>
        <p:nvSpPr>
          <p:cNvPr id="46" name="TextBox 45">
            <a:extLst>
              <a:ext uri="{FF2B5EF4-FFF2-40B4-BE49-F238E27FC236}">
                <a16:creationId xmlns:a16="http://schemas.microsoft.com/office/drawing/2014/main" id="{F35B16D4-917F-A536-B57E-DA7E9F717678}"/>
              </a:ext>
            </a:extLst>
          </p:cNvPr>
          <p:cNvSpPr txBox="1"/>
          <p:nvPr/>
        </p:nvSpPr>
        <p:spPr>
          <a:xfrm>
            <a:off x="6654802" y="1522145"/>
            <a:ext cx="570089" cy="230832"/>
          </a:xfrm>
          <a:prstGeom prst="rect">
            <a:avLst/>
          </a:prstGeom>
          <a:noFill/>
        </p:spPr>
        <p:txBody>
          <a:bodyPr wrap="square" rtlCol="0">
            <a:spAutoFit/>
          </a:bodyPr>
          <a:lstStyle/>
          <a:p>
            <a:pPr algn="ctr"/>
            <a:r>
              <a:rPr lang="en-US" sz="900" dirty="0"/>
              <a:t>56789</a:t>
            </a:r>
          </a:p>
        </p:txBody>
      </p:sp>
      <p:sp>
        <p:nvSpPr>
          <p:cNvPr id="47" name="TextBox 46">
            <a:extLst>
              <a:ext uri="{FF2B5EF4-FFF2-40B4-BE49-F238E27FC236}">
                <a16:creationId xmlns:a16="http://schemas.microsoft.com/office/drawing/2014/main" id="{3196FB95-6707-BF98-A7C1-E772DBB27910}"/>
              </a:ext>
            </a:extLst>
          </p:cNvPr>
          <p:cNvSpPr txBox="1"/>
          <p:nvPr/>
        </p:nvSpPr>
        <p:spPr>
          <a:xfrm>
            <a:off x="3640666" y="5028752"/>
            <a:ext cx="570089" cy="230832"/>
          </a:xfrm>
          <a:prstGeom prst="rect">
            <a:avLst/>
          </a:prstGeom>
          <a:noFill/>
        </p:spPr>
        <p:txBody>
          <a:bodyPr wrap="square" rtlCol="0">
            <a:spAutoFit/>
          </a:bodyPr>
          <a:lstStyle/>
          <a:p>
            <a:pPr algn="ctr"/>
            <a:r>
              <a:rPr lang="en-US" sz="900" dirty="0"/>
              <a:t>56789</a:t>
            </a:r>
          </a:p>
        </p:txBody>
      </p:sp>
      <p:sp>
        <p:nvSpPr>
          <p:cNvPr id="50" name="TextBox 49">
            <a:extLst>
              <a:ext uri="{FF2B5EF4-FFF2-40B4-BE49-F238E27FC236}">
                <a16:creationId xmlns:a16="http://schemas.microsoft.com/office/drawing/2014/main" id="{11900A7F-63C5-BA5B-F507-8C54A59C8A49}"/>
              </a:ext>
            </a:extLst>
          </p:cNvPr>
          <p:cNvSpPr txBox="1"/>
          <p:nvPr/>
        </p:nvSpPr>
        <p:spPr>
          <a:xfrm>
            <a:off x="6152446" y="1402877"/>
            <a:ext cx="570089" cy="230832"/>
          </a:xfrm>
          <a:prstGeom prst="rect">
            <a:avLst/>
          </a:prstGeom>
          <a:noFill/>
        </p:spPr>
        <p:txBody>
          <a:bodyPr wrap="square" rtlCol="0">
            <a:spAutoFit/>
          </a:bodyPr>
          <a:lstStyle/>
          <a:p>
            <a:pPr algn="ctr"/>
            <a:r>
              <a:rPr lang="en-US" sz="900" dirty="0"/>
              <a:t>5678</a:t>
            </a:r>
          </a:p>
        </p:txBody>
      </p:sp>
      <p:sp>
        <p:nvSpPr>
          <p:cNvPr id="51" name="TextBox 50">
            <a:extLst>
              <a:ext uri="{FF2B5EF4-FFF2-40B4-BE49-F238E27FC236}">
                <a16:creationId xmlns:a16="http://schemas.microsoft.com/office/drawing/2014/main" id="{5013E866-8B2C-0E6B-EEFE-A1A200E4F6AE}"/>
              </a:ext>
            </a:extLst>
          </p:cNvPr>
          <p:cNvSpPr txBox="1"/>
          <p:nvPr/>
        </p:nvSpPr>
        <p:spPr>
          <a:xfrm>
            <a:off x="3138310" y="4408541"/>
            <a:ext cx="570089" cy="230832"/>
          </a:xfrm>
          <a:prstGeom prst="rect">
            <a:avLst/>
          </a:prstGeom>
          <a:noFill/>
        </p:spPr>
        <p:txBody>
          <a:bodyPr wrap="square" rtlCol="0">
            <a:spAutoFit/>
          </a:bodyPr>
          <a:lstStyle/>
          <a:p>
            <a:pPr algn="ctr"/>
            <a:r>
              <a:rPr lang="en-US" sz="900" dirty="0"/>
              <a:t>5678</a:t>
            </a:r>
          </a:p>
        </p:txBody>
      </p:sp>
      <p:sp>
        <p:nvSpPr>
          <p:cNvPr id="52" name="TextBox 51">
            <a:extLst>
              <a:ext uri="{FF2B5EF4-FFF2-40B4-BE49-F238E27FC236}">
                <a16:creationId xmlns:a16="http://schemas.microsoft.com/office/drawing/2014/main" id="{E336EF3B-C334-C4ED-2944-51F96DF2060E}"/>
              </a:ext>
            </a:extLst>
          </p:cNvPr>
          <p:cNvSpPr txBox="1"/>
          <p:nvPr/>
        </p:nvSpPr>
        <p:spPr>
          <a:xfrm>
            <a:off x="3640666" y="3406653"/>
            <a:ext cx="570089" cy="230832"/>
          </a:xfrm>
          <a:prstGeom prst="rect">
            <a:avLst/>
          </a:prstGeom>
          <a:noFill/>
        </p:spPr>
        <p:txBody>
          <a:bodyPr wrap="square" rtlCol="0">
            <a:spAutoFit/>
          </a:bodyPr>
          <a:lstStyle/>
          <a:p>
            <a:pPr algn="ctr"/>
            <a:r>
              <a:rPr lang="en-US" sz="900" dirty="0"/>
              <a:t>23567</a:t>
            </a:r>
          </a:p>
        </p:txBody>
      </p:sp>
      <p:sp>
        <p:nvSpPr>
          <p:cNvPr id="53" name="TextBox 52">
            <a:extLst>
              <a:ext uri="{FF2B5EF4-FFF2-40B4-BE49-F238E27FC236}">
                <a16:creationId xmlns:a16="http://schemas.microsoft.com/office/drawing/2014/main" id="{FF170CAA-6413-3A58-B49A-2CAD34757D88}"/>
              </a:ext>
            </a:extLst>
          </p:cNvPr>
          <p:cNvSpPr txBox="1"/>
          <p:nvPr/>
        </p:nvSpPr>
        <p:spPr>
          <a:xfrm>
            <a:off x="3640666" y="4026865"/>
            <a:ext cx="570089" cy="230832"/>
          </a:xfrm>
          <a:prstGeom prst="rect">
            <a:avLst/>
          </a:prstGeom>
          <a:noFill/>
        </p:spPr>
        <p:txBody>
          <a:bodyPr wrap="square" rtlCol="0">
            <a:spAutoFit/>
          </a:bodyPr>
          <a:lstStyle/>
          <a:p>
            <a:pPr algn="ctr"/>
            <a:r>
              <a:rPr lang="en-US" sz="900" dirty="0"/>
              <a:t>5678</a:t>
            </a:r>
          </a:p>
        </p:txBody>
      </p:sp>
      <p:sp>
        <p:nvSpPr>
          <p:cNvPr id="54" name="TextBox 53">
            <a:extLst>
              <a:ext uri="{FF2B5EF4-FFF2-40B4-BE49-F238E27FC236}">
                <a16:creationId xmlns:a16="http://schemas.microsoft.com/office/drawing/2014/main" id="{CC056486-B255-F573-9740-959AFEAE1B9B}"/>
              </a:ext>
            </a:extLst>
          </p:cNvPr>
          <p:cNvSpPr txBox="1"/>
          <p:nvPr/>
        </p:nvSpPr>
        <p:spPr>
          <a:xfrm>
            <a:off x="3138310" y="3788329"/>
            <a:ext cx="570089" cy="230832"/>
          </a:xfrm>
          <a:prstGeom prst="rect">
            <a:avLst/>
          </a:prstGeom>
          <a:noFill/>
        </p:spPr>
        <p:txBody>
          <a:bodyPr wrap="square" rtlCol="0">
            <a:spAutoFit/>
          </a:bodyPr>
          <a:lstStyle/>
          <a:p>
            <a:pPr algn="ctr"/>
            <a:r>
              <a:rPr lang="en-US" sz="900" dirty="0"/>
              <a:t>15678</a:t>
            </a:r>
          </a:p>
        </p:txBody>
      </p:sp>
      <p:sp>
        <p:nvSpPr>
          <p:cNvPr id="55" name="TextBox 54">
            <a:extLst>
              <a:ext uri="{FF2B5EF4-FFF2-40B4-BE49-F238E27FC236}">
                <a16:creationId xmlns:a16="http://schemas.microsoft.com/office/drawing/2014/main" id="{9D540AEF-A6DF-2908-4D53-F2CA6CFE1F7F}"/>
              </a:ext>
            </a:extLst>
          </p:cNvPr>
          <p:cNvSpPr txBox="1"/>
          <p:nvPr/>
        </p:nvSpPr>
        <p:spPr>
          <a:xfrm>
            <a:off x="6152446" y="2023089"/>
            <a:ext cx="570089" cy="230832"/>
          </a:xfrm>
          <a:prstGeom prst="rect">
            <a:avLst/>
          </a:prstGeom>
          <a:noFill/>
        </p:spPr>
        <p:txBody>
          <a:bodyPr wrap="square" rtlCol="0">
            <a:spAutoFit/>
          </a:bodyPr>
          <a:lstStyle/>
          <a:p>
            <a:pPr algn="ctr"/>
            <a:r>
              <a:rPr lang="en-US" sz="900" dirty="0"/>
              <a:t>15678</a:t>
            </a:r>
          </a:p>
        </p:txBody>
      </p:sp>
      <p:sp>
        <p:nvSpPr>
          <p:cNvPr id="56" name="TextBox 55">
            <a:extLst>
              <a:ext uri="{FF2B5EF4-FFF2-40B4-BE49-F238E27FC236}">
                <a16:creationId xmlns:a16="http://schemas.microsoft.com/office/drawing/2014/main" id="{752CCE93-8311-8EDC-5711-B92C41B6BF8D}"/>
              </a:ext>
            </a:extLst>
          </p:cNvPr>
          <p:cNvSpPr txBox="1"/>
          <p:nvPr/>
        </p:nvSpPr>
        <p:spPr>
          <a:xfrm>
            <a:off x="6654802" y="1784553"/>
            <a:ext cx="570089" cy="230832"/>
          </a:xfrm>
          <a:prstGeom prst="rect">
            <a:avLst/>
          </a:prstGeom>
          <a:noFill/>
        </p:spPr>
        <p:txBody>
          <a:bodyPr wrap="square" rtlCol="0">
            <a:spAutoFit/>
          </a:bodyPr>
          <a:lstStyle/>
          <a:p>
            <a:pPr algn="ctr"/>
            <a:r>
              <a:rPr lang="en-US" sz="900" dirty="0"/>
              <a:t>5678</a:t>
            </a:r>
          </a:p>
        </p:txBody>
      </p:sp>
      <p:sp>
        <p:nvSpPr>
          <p:cNvPr id="57" name="TextBox 56">
            <a:extLst>
              <a:ext uri="{FF2B5EF4-FFF2-40B4-BE49-F238E27FC236}">
                <a16:creationId xmlns:a16="http://schemas.microsoft.com/office/drawing/2014/main" id="{DC85D603-CE42-7667-3DEF-C7801E9B7E83}"/>
              </a:ext>
            </a:extLst>
          </p:cNvPr>
          <p:cNvSpPr txBox="1"/>
          <p:nvPr/>
        </p:nvSpPr>
        <p:spPr>
          <a:xfrm>
            <a:off x="6654802" y="2524033"/>
            <a:ext cx="570089" cy="230832"/>
          </a:xfrm>
          <a:prstGeom prst="rect">
            <a:avLst/>
          </a:prstGeom>
          <a:noFill/>
        </p:spPr>
        <p:txBody>
          <a:bodyPr wrap="square" rtlCol="0">
            <a:spAutoFit/>
          </a:bodyPr>
          <a:lstStyle/>
          <a:p>
            <a:pPr algn="ctr"/>
            <a:r>
              <a:rPr lang="en-US" sz="900" dirty="0"/>
              <a:t>23567</a:t>
            </a:r>
          </a:p>
        </p:txBody>
      </p:sp>
      <p:sp>
        <p:nvSpPr>
          <p:cNvPr id="58" name="TextBox 57">
            <a:extLst>
              <a:ext uri="{FF2B5EF4-FFF2-40B4-BE49-F238E27FC236}">
                <a16:creationId xmlns:a16="http://schemas.microsoft.com/office/drawing/2014/main" id="{D9D97A59-4FA9-2A09-EE42-8D6FB76A2D1D}"/>
              </a:ext>
            </a:extLst>
          </p:cNvPr>
          <p:cNvSpPr txBox="1"/>
          <p:nvPr/>
        </p:nvSpPr>
        <p:spPr>
          <a:xfrm>
            <a:off x="4143022" y="1903821"/>
            <a:ext cx="570089" cy="230832"/>
          </a:xfrm>
          <a:prstGeom prst="rect">
            <a:avLst/>
          </a:prstGeom>
          <a:noFill/>
        </p:spPr>
        <p:txBody>
          <a:bodyPr wrap="square" rtlCol="0">
            <a:spAutoFit/>
          </a:bodyPr>
          <a:lstStyle/>
          <a:p>
            <a:pPr algn="ctr"/>
            <a:r>
              <a:rPr lang="en-US" sz="900" dirty="0"/>
              <a:t>75</a:t>
            </a:r>
          </a:p>
        </p:txBody>
      </p:sp>
      <p:sp>
        <p:nvSpPr>
          <p:cNvPr id="59" name="TextBox 58">
            <a:extLst>
              <a:ext uri="{FF2B5EF4-FFF2-40B4-BE49-F238E27FC236}">
                <a16:creationId xmlns:a16="http://schemas.microsoft.com/office/drawing/2014/main" id="{B84A0C2A-35A2-EF1A-C33A-2733A0CEE8FA}"/>
              </a:ext>
            </a:extLst>
          </p:cNvPr>
          <p:cNvSpPr txBox="1"/>
          <p:nvPr/>
        </p:nvSpPr>
        <p:spPr>
          <a:xfrm>
            <a:off x="3640666" y="2404765"/>
            <a:ext cx="570089" cy="230832"/>
          </a:xfrm>
          <a:prstGeom prst="rect">
            <a:avLst/>
          </a:prstGeom>
          <a:noFill/>
        </p:spPr>
        <p:txBody>
          <a:bodyPr wrap="square" rtlCol="0">
            <a:spAutoFit/>
          </a:bodyPr>
          <a:lstStyle/>
          <a:p>
            <a:pPr algn="ctr"/>
            <a:r>
              <a:rPr lang="en-US" sz="900" dirty="0"/>
              <a:t>23567</a:t>
            </a:r>
          </a:p>
        </p:txBody>
      </p:sp>
      <p:sp>
        <p:nvSpPr>
          <p:cNvPr id="62" name="TextBox 61">
            <a:extLst>
              <a:ext uri="{FF2B5EF4-FFF2-40B4-BE49-F238E27FC236}">
                <a16:creationId xmlns:a16="http://schemas.microsoft.com/office/drawing/2014/main" id="{398DF9B5-7B0E-C82D-984A-6F9103B1D9DA}"/>
              </a:ext>
            </a:extLst>
          </p:cNvPr>
          <p:cNvSpPr txBox="1"/>
          <p:nvPr/>
        </p:nvSpPr>
        <p:spPr>
          <a:xfrm>
            <a:off x="6654802" y="2905709"/>
            <a:ext cx="570089" cy="230832"/>
          </a:xfrm>
          <a:prstGeom prst="rect">
            <a:avLst/>
          </a:prstGeom>
          <a:noFill/>
        </p:spPr>
        <p:txBody>
          <a:bodyPr wrap="square" rtlCol="0">
            <a:spAutoFit/>
          </a:bodyPr>
          <a:lstStyle/>
          <a:p>
            <a:pPr algn="ctr"/>
            <a:r>
              <a:rPr lang="en-US" sz="900" dirty="0"/>
              <a:t>23567</a:t>
            </a:r>
          </a:p>
        </p:txBody>
      </p:sp>
      <p:sp>
        <p:nvSpPr>
          <p:cNvPr id="63" name="TextBox 62">
            <a:extLst>
              <a:ext uri="{FF2B5EF4-FFF2-40B4-BE49-F238E27FC236}">
                <a16:creationId xmlns:a16="http://schemas.microsoft.com/office/drawing/2014/main" id="{D9C97836-8C41-73FB-EB43-D6A73CB1E13D}"/>
              </a:ext>
            </a:extLst>
          </p:cNvPr>
          <p:cNvSpPr txBox="1"/>
          <p:nvPr/>
        </p:nvSpPr>
        <p:spPr>
          <a:xfrm>
            <a:off x="7157158" y="3406653"/>
            <a:ext cx="570089" cy="230832"/>
          </a:xfrm>
          <a:prstGeom prst="rect">
            <a:avLst/>
          </a:prstGeom>
          <a:noFill/>
        </p:spPr>
        <p:txBody>
          <a:bodyPr wrap="square" rtlCol="0">
            <a:spAutoFit/>
          </a:bodyPr>
          <a:lstStyle/>
          <a:p>
            <a:pPr algn="ctr"/>
            <a:r>
              <a:rPr lang="en-US" sz="900" dirty="0"/>
              <a:t>75</a:t>
            </a:r>
          </a:p>
        </p:txBody>
      </p:sp>
      <p:sp>
        <p:nvSpPr>
          <p:cNvPr id="66" name="TextBox 65">
            <a:extLst>
              <a:ext uri="{FF2B5EF4-FFF2-40B4-BE49-F238E27FC236}">
                <a16:creationId xmlns:a16="http://schemas.microsoft.com/office/drawing/2014/main" id="{71F8FEC0-7274-2AF4-0971-CE71A44AE1DD}"/>
              </a:ext>
            </a:extLst>
          </p:cNvPr>
          <p:cNvSpPr txBox="1"/>
          <p:nvPr/>
        </p:nvSpPr>
        <p:spPr>
          <a:xfrm>
            <a:off x="5147734" y="2524033"/>
            <a:ext cx="570089" cy="230832"/>
          </a:xfrm>
          <a:prstGeom prst="rect">
            <a:avLst/>
          </a:prstGeom>
          <a:noFill/>
        </p:spPr>
        <p:txBody>
          <a:bodyPr wrap="square" rtlCol="0">
            <a:spAutoFit/>
          </a:bodyPr>
          <a:lstStyle/>
          <a:p>
            <a:pPr algn="ctr"/>
            <a:r>
              <a:rPr lang="en-US" sz="900" dirty="0"/>
              <a:t>2567</a:t>
            </a:r>
          </a:p>
        </p:txBody>
      </p:sp>
      <p:sp>
        <p:nvSpPr>
          <p:cNvPr id="68" name="TextBox 67">
            <a:extLst>
              <a:ext uri="{FF2B5EF4-FFF2-40B4-BE49-F238E27FC236}">
                <a16:creationId xmlns:a16="http://schemas.microsoft.com/office/drawing/2014/main" id="{9755CB59-69BE-B769-3B2A-A8C5DB4658A8}"/>
              </a:ext>
            </a:extLst>
          </p:cNvPr>
          <p:cNvSpPr txBox="1"/>
          <p:nvPr/>
        </p:nvSpPr>
        <p:spPr>
          <a:xfrm>
            <a:off x="6654802" y="4527809"/>
            <a:ext cx="570089" cy="230832"/>
          </a:xfrm>
          <a:prstGeom prst="rect">
            <a:avLst/>
          </a:prstGeom>
          <a:noFill/>
        </p:spPr>
        <p:txBody>
          <a:bodyPr wrap="square" rtlCol="0">
            <a:spAutoFit/>
          </a:bodyPr>
          <a:lstStyle/>
          <a:p>
            <a:pPr algn="ctr"/>
            <a:r>
              <a:rPr lang="en-US" sz="900" dirty="0"/>
              <a:t>2567</a:t>
            </a:r>
          </a:p>
        </p:txBody>
      </p:sp>
      <p:sp>
        <p:nvSpPr>
          <p:cNvPr id="70" name="TextBox 69">
            <a:extLst>
              <a:ext uri="{FF2B5EF4-FFF2-40B4-BE49-F238E27FC236}">
                <a16:creationId xmlns:a16="http://schemas.microsoft.com/office/drawing/2014/main" id="{58A36022-465B-9123-061A-7C079B1F7004}"/>
              </a:ext>
            </a:extLst>
          </p:cNvPr>
          <p:cNvSpPr txBox="1"/>
          <p:nvPr/>
        </p:nvSpPr>
        <p:spPr>
          <a:xfrm>
            <a:off x="5650090" y="2285497"/>
            <a:ext cx="570089" cy="230832"/>
          </a:xfrm>
          <a:prstGeom prst="rect">
            <a:avLst/>
          </a:prstGeom>
          <a:noFill/>
        </p:spPr>
        <p:txBody>
          <a:bodyPr wrap="square" rtlCol="0">
            <a:spAutoFit/>
          </a:bodyPr>
          <a:lstStyle/>
          <a:p>
            <a:pPr algn="ctr"/>
            <a:r>
              <a:rPr lang="en-US" sz="900" dirty="0"/>
              <a:t>2367</a:t>
            </a:r>
          </a:p>
        </p:txBody>
      </p:sp>
      <p:sp>
        <p:nvSpPr>
          <p:cNvPr id="71" name="TextBox 70">
            <a:extLst>
              <a:ext uri="{FF2B5EF4-FFF2-40B4-BE49-F238E27FC236}">
                <a16:creationId xmlns:a16="http://schemas.microsoft.com/office/drawing/2014/main" id="{03AD8D22-48FF-7EBB-84B5-3D52E088C874}"/>
              </a:ext>
            </a:extLst>
          </p:cNvPr>
          <p:cNvSpPr txBox="1"/>
          <p:nvPr/>
        </p:nvSpPr>
        <p:spPr>
          <a:xfrm>
            <a:off x="5147734" y="2905709"/>
            <a:ext cx="570089" cy="230832"/>
          </a:xfrm>
          <a:prstGeom prst="rect">
            <a:avLst/>
          </a:prstGeom>
          <a:noFill/>
        </p:spPr>
        <p:txBody>
          <a:bodyPr wrap="square" rtlCol="0">
            <a:spAutoFit/>
          </a:bodyPr>
          <a:lstStyle/>
          <a:p>
            <a:pPr algn="ctr"/>
            <a:r>
              <a:rPr lang="en-US" sz="900" dirty="0"/>
              <a:t>125678</a:t>
            </a:r>
          </a:p>
        </p:txBody>
      </p:sp>
      <p:sp>
        <p:nvSpPr>
          <p:cNvPr id="72" name="TextBox 71">
            <a:extLst>
              <a:ext uri="{FF2B5EF4-FFF2-40B4-BE49-F238E27FC236}">
                <a16:creationId xmlns:a16="http://schemas.microsoft.com/office/drawing/2014/main" id="{1457E9C8-ECD7-8405-CE5B-F653B87A380E}"/>
              </a:ext>
            </a:extLst>
          </p:cNvPr>
          <p:cNvSpPr txBox="1"/>
          <p:nvPr/>
        </p:nvSpPr>
        <p:spPr>
          <a:xfrm>
            <a:off x="4645378" y="3525921"/>
            <a:ext cx="570089" cy="230832"/>
          </a:xfrm>
          <a:prstGeom prst="rect">
            <a:avLst/>
          </a:prstGeom>
          <a:noFill/>
        </p:spPr>
        <p:txBody>
          <a:bodyPr wrap="square" rtlCol="0">
            <a:spAutoFit/>
          </a:bodyPr>
          <a:lstStyle/>
          <a:p>
            <a:pPr algn="ctr"/>
            <a:r>
              <a:rPr lang="en-US" sz="900" dirty="0"/>
              <a:t>268</a:t>
            </a:r>
          </a:p>
        </p:txBody>
      </p:sp>
      <p:sp>
        <p:nvSpPr>
          <p:cNvPr id="74" name="TextBox 73">
            <a:extLst>
              <a:ext uri="{FF2B5EF4-FFF2-40B4-BE49-F238E27FC236}">
                <a16:creationId xmlns:a16="http://schemas.microsoft.com/office/drawing/2014/main" id="{B98D86AD-2A33-6709-66AE-AFEEA9F3AF97}"/>
              </a:ext>
            </a:extLst>
          </p:cNvPr>
          <p:cNvSpPr txBox="1"/>
          <p:nvPr/>
        </p:nvSpPr>
        <p:spPr>
          <a:xfrm>
            <a:off x="6152446" y="4527809"/>
            <a:ext cx="570089" cy="230832"/>
          </a:xfrm>
          <a:prstGeom prst="rect">
            <a:avLst/>
          </a:prstGeom>
          <a:noFill/>
        </p:spPr>
        <p:txBody>
          <a:bodyPr wrap="square" rtlCol="0">
            <a:spAutoFit/>
          </a:bodyPr>
          <a:lstStyle/>
          <a:p>
            <a:pPr algn="ctr"/>
            <a:r>
              <a:rPr lang="en-US" sz="900" dirty="0"/>
              <a:t>125678</a:t>
            </a:r>
          </a:p>
        </p:txBody>
      </p:sp>
      <p:sp>
        <p:nvSpPr>
          <p:cNvPr id="75" name="TextBox 74">
            <a:extLst>
              <a:ext uri="{FF2B5EF4-FFF2-40B4-BE49-F238E27FC236}">
                <a16:creationId xmlns:a16="http://schemas.microsoft.com/office/drawing/2014/main" id="{BC89C025-5F43-4586-F54D-0367B282B5BB}"/>
              </a:ext>
            </a:extLst>
          </p:cNvPr>
          <p:cNvSpPr txBox="1"/>
          <p:nvPr/>
        </p:nvSpPr>
        <p:spPr>
          <a:xfrm>
            <a:off x="6654802" y="3788329"/>
            <a:ext cx="570089" cy="230832"/>
          </a:xfrm>
          <a:prstGeom prst="rect">
            <a:avLst/>
          </a:prstGeom>
          <a:noFill/>
        </p:spPr>
        <p:txBody>
          <a:bodyPr wrap="square" rtlCol="0">
            <a:spAutoFit/>
          </a:bodyPr>
          <a:lstStyle/>
          <a:p>
            <a:pPr algn="ctr"/>
            <a:r>
              <a:rPr lang="en-US" sz="900" dirty="0"/>
              <a:t>2367</a:t>
            </a:r>
          </a:p>
        </p:txBody>
      </p:sp>
      <p:sp>
        <p:nvSpPr>
          <p:cNvPr id="76" name="TextBox 75">
            <a:extLst>
              <a:ext uri="{FF2B5EF4-FFF2-40B4-BE49-F238E27FC236}">
                <a16:creationId xmlns:a16="http://schemas.microsoft.com/office/drawing/2014/main" id="{6C7D390C-4A5B-BBA2-6E14-0E5FA81169FE}"/>
              </a:ext>
            </a:extLst>
          </p:cNvPr>
          <p:cNvSpPr txBox="1"/>
          <p:nvPr/>
        </p:nvSpPr>
        <p:spPr>
          <a:xfrm>
            <a:off x="5650090" y="4527809"/>
            <a:ext cx="570089" cy="230832"/>
          </a:xfrm>
          <a:prstGeom prst="rect">
            <a:avLst/>
          </a:prstGeom>
          <a:noFill/>
        </p:spPr>
        <p:txBody>
          <a:bodyPr wrap="square" rtlCol="0">
            <a:spAutoFit/>
          </a:bodyPr>
          <a:lstStyle/>
          <a:p>
            <a:pPr algn="ctr"/>
            <a:r>
              <a:rPr lang="en-US" sz="900" dirty="0"/>
              <a:t>268</a:t>
            </a:r>
          </a:p>
        </p:txBody>
      </p:sp>
      <p:sp>
        <p:nvSpPr>
          <p:cNvPr id="73" name="TextBox 72">
            <a:extLst>
              <a:ext uri="{FF2B5EF4-FFF2-40B4-BE49-F238E27FC236}">
                <a16:creationId xmlns:a16="http://schemas.microsoft.com/office/drawing/2014/main" id="{509033B1-E902-3CB1-40FC-296DEC8FDD0F}"/>
              </a:ext>
            </a:extLst>
          </p:cNvPr>
          <p:cNvSpPr txBox="1"/>
          <p:nvPr/>
        </p:nvSpPr>
        <p:spPr>
          <a:xfrm>
            <a:off x="5147734" y="3287385"/>
            <a:ext cx="570089" cy="230832"/>
          </a:xfrm>
          <a:prstGeom prst="rect">
            <a:avLst/>
          </a:prstGeom>
          <a:noFill/>
        </p:spPr>
        <p:txBody>
          <a:bodyPr wrap="square" rtlCol="0">
            <a:spAutoFit/>
          </a:bodyPr>
          <a:lstStyle/>
          <a:p>
            <a:pPr algn="ctr"/>
            <a:r>
              <a:rPr lang="en-US" sz="900" dirty="0"/>
              <a:t>235678</a:t>
            </a:r>
          </a:p>
        </p:txBody>
      </p:sp>
      <p:sp>
        <p:nvSpPr>
          <p:cNvPr id="77" name="TextBox 76">
            <a:extLst>
              <a:ext uri="{FF2B5EF4-FFF2-40B4-BE49-F238E27FC236}">
                <a16:creationId xmlns:a16="http://schemas.microsoft.com/office/drawing/2014/main" id="{9A90FBF7-3107-BDED-0914-4F6F914016E8}"/>
              </a:ext>
            </a:extLst>
          </p:cNvPr>
          <p:cNvSpPr txBox="1"/>
          <p:nvPr/>
        </p:nvSpPr>
        <p:spPr>
          <a:xfrm>
            <a:off x="5650090" y="4026865"/>
            <a:ext cx="570089" cy="369332"/>
          </a:xfrm>
          <a:prstGeom prst="rect">
            <a:avLst/>
          </a:prstGeom>
          <a:noFill/>
        </p:spPr>
        <p:txBody>
          <a:bodyPr wrap="square" rtlCol="0">
            <a:spAutoFit/>
          </a:bodyPr>
          <a:lstStyle/>
          <a:p>
            <a:pPr algn="ctr"/>
            <a:r>
              <a:rPr lang="en-US" sz="900" dirty="0"/>
              <a:t>1236789</a:t>
            </a:r>
          </a:p>
        </p:txBody>
      </p:sp>
      <p:sp>
        <p:nvSpPr>
          <p:cNvPr id="78" name="TextBox 77">
            <a:extLst>
              <a:ext uri="{FF2B5EF4-FFF2-40B4-BE49-F238E27FC236}">
                <a16:creationId xmlns:a16="http://schemas.microsoft.com/office/drawing/2014/main" id="{C0EB9E08-2169-D8E3-F87D-14A3AA9329DD}"/>
              </a:ext>
            </a:extLst>
          </p:cNvPr>
          <p:cNvSpPr txBox="1"/>
          <p:nvPr/>
        </p:nvSpPr>
        <p:spPr>
          <a:xfrm>
            <a:off x="6152446" y="3788329"/>
            <a:ext cx="570089" cy="230832"/>
          </a:xfrm>
          <a:prstGeom prst="rect">
            <a:avLst/>
          </a:prstGeom>
          <a:noFill/>
        </p:spPr>
        <p:txBody>
          <a:bodyPr wrap="square" rtlCol="0">
            <a:spAutoFit/>
          </a:bodyPr>
          <a:lstStyle/>
          <a:p>
            <a:pPr algn="ctr"/>
            <a:r>
              <a:rPr lang="en-US" sz="900" dirty="0"/>
              <a:t>235678</a:t>
            </a:r>
          </a:p>
        </p:txBody>
      </p:sp>
      <p:sp>
        <p:nvSpPr>
          <p:cNvPr id="79" name="TextBox 78">
            <a:extLst>
              <a:ext uri="{FF2B5EF4-FFF2-40B4-BE49-F238E27FC236}">
                <a16:creationId xmlns:a16="http://schemas.microsoft.com/office/drawing/2014/main" id="{8C6184E4-B8B8-E11D-C932-085265FD5EC5}"/>
              </a:ext>
            </a:extLst>
          </p:cNvPr>
          <p:cNvSpPr txBox="1"/>
          <p:nvPr/>
        </p:nvSpPr>
        <p:spPr>
          <a:xfrm>
            <a:off x="6214537" y="3237891"/>
            <a:ext cx="462845" cy="584775"/>
          </a:xfrm>
          <a:prstGeom prst="rect">
            <a:avLst/>
          </a:prstGeom>
          <a:noFill/>
        </p:spPr>
        <p:txBody>
          <a:bodyPr wrap="square" rtlCol="0">
            <a:spAutoFit/>
          </a:bodyPr>
          <a:lstStyle/>
          <a:p>
            <a:pPr algn="ctr"/>
            <a:r>
              <a:rPr lang="en-US" sz="3200" dirty="0"/>
              <a:t>9</a:t>
            </a:r>
          </a:p>
        </p:txBody>
      </p:sp>
      <p:sp>
        <p:nvSpPr>
          <p:cNvPr id="80" name="TextBox 79">
            <a:extLst>
              <a:ext uri="{FF2B5EF4-FFF2-40B4-BE49-F238E27FC236}">
                <a16:creationId xmlns:a16="http://schemas.microsoft.com/office/drawing/2014/main" id="{361BD6CB-148B-ACF9-05D7-541E83605CD3}"/>
              </a:ext>
            </a:extLst>
          </p:cNvPr>
          <p:cNvSpPr txBox="1"/>
          <p:nvPr/>
        </p:nvSpPr>
        <p:spPr>
          <a:xfrm>
            <a:off x="6152446" y="901933"/>
            <a:ext cx="570089" cy="230832"/>
          </a:xfrm>
          <a:prstGeom prst="rect">
            <a:avLst/>
          </a:prstGeom>
          <a:noFill/>
        </p:spPr>
        <p:txBody>
          <a:bodyPr wrap="square" rtlCol="0">
            <a:spAutoFit/>
          </a:bodyPr>
          <a:lstStyle/>
          <a:p>
            <a:pPr algn="ctr"/>
            <a:r>
              <a:rPr lang="en-US" sz="900" dirty="0"/>
              <a:t>18</a:t>
            </a:r>
          </a:p>
        </p:txBody>
      </p:sp>
      <p:sp>
        <p:nvSpPr>
          <p:cNvPr id="81" name="TextBox 80">
            <a:extLst>
              <a:ext uri="{FF2B5EF4-FFF2-40B4-BE49-F238E27FC236}">
                <a16:creationId xmlns:a16="http://schemas.microsoft.com/office/drawing/2014/main" id="{8FE7DC1B-7894-53A6-9496-E2AB81D5A2F8}"/>
              </a:ext>
            </a:extLst>
          </p:cNvPr>
          <p:cNvSpPr txBox="1"/>
          <p:nvPr/>
        </p:nvSpPr>
        <p:spPr>
          <a:xfrm>
            <a:off x="4143022" y="3907597"/>
            <a:ext cx="570089" cy="230832"/>
          </a:xfrm>
          <a:prstGeom prst="rect">
            <a:avLst/>
          </a:prstGeom>
          <a:noFill/>
        </p:spPr>
        <p:txBody>
          <a:bodyPr wrap="square" rtlCol="0">
            <a:spAutoFit/>
          </a:bodyPr>
          <a:lstStyle/>
          <a:p>
            <a:pPr algn="ctr"/>
            <a:r>
              <a:rPr lang="en-US" sz="900" dirty="0"/>
              <a:t>28</a:t>
            </a:r>
          </a:p>
        </p:txBody>
      </p:sp>
      <p:sp>
        <p:nvSpPr>
          <p:cNvPr id="82" name="TextBox 81">
            <a:extLst>
              <a:ext uri="{FF2B5EF4-FFF2-40B4-BE49-F238E27FC236}">
                <a16:creationId xmlns:a16="http://schemas.microsoft.com/office/drawing/2014/main" id="{A4A21086-6836-6915-EE0E-02098BC4A897}"/>
              </a:ext>
            </a:extLst>
          </p:cNvPr>
          <p:cNvSpPr txBox="1"/>
          <p:nvPr/>
        </p:nvSpPr>
        <p:spPr>
          <a:xfrm>
            <a:off x="3640666" y="4408541"/>
            <a:ext cx="570089" cy="230832"/>
          </a:xfrm>
          <a:prstGeom prst="rect">
            <a:avLst/>
          </a:prstGeom>
          <a:noFill/>
        </p:spPr>
        <p:txBody>
          <a:bodyPr wrap="square" rtlCol="0">
            <a:spAutoFit/>
          </a:bodyPr>
          <a:lstStyle/>
          <a:p>
            <a:pPr algn="ctr"/>
            <a:r>
              <a:rPr lang="en-US" sz="900" dirty="0"/>
              <a:t>128</a:t>
            </a:r>
          </a:p>
        </p:txBody>
      </p:sp>
      <p:sp>
        <p:nvSpPr>
          <p:cNvPr id="48" name="TextBox 47">
            <a:extLst>
              <a:ext uri="{FF2B5EF4-FFF2-40B4-BE49-F238E27FC236}">
                <a16:creationId xmlns:a16="http://schemas.microsoft.com/office/drawing/2014/main" id="{8AD3E5BA-3EA0-EC1B-5F0C-E754AA6A9CFD}"/>
              </a:ext>
            </a:extLst>
          </p:cNvPr>
          <p:cNvSpPr txBox="1"/>
          <p:nvPr/>
        </p:nvSpPr>
        <p:spPr>
          <a:xfrm>
            <a:off x="3716867" y="1727886"/>
            <a:ext cx="462845" cy="584775"/>
          </a:xfrm>
          <a:prstGeom prst="rect">
            <a:avLst/>
          </a:prstGeom>
          <a:noFill/>
        </p:spPr>
        <p:txBody>
          <a:bodyPr wrap="square" rtlCol="0">
            <a:spAutoFit/>
          </a:bodyPr>
          <a:lstStyle/>
          <a:p>
            <a:pPr algn="ctr"/>
            <a:r>
              <a:rPr lang="en-US" sz="3200" dirty="0"/>
              <a:t>4</a:t>
            </a:r>
          </a:p>
        </p:txBody>
      </p:sp>
      <p:sp>
        <p:nvSpPr>
          <p:cNvPr id="49" name="TextBox 48">
            <a:extLst>
              <a:ext uri="{FF2B5EF4-FFF2-40B4-BE49-F238E27FC236}">
                <a16:creationId xmlns:a16="http://schemas.microsoft.com/office/drawing/2014/main" id="{B121B59F-4748-0D02-6BDA-2435E2DA6F35}"/>
              </a:ext>
            </a:extLst>
          </p:cNvPr>
          <p:cNvSpPr txBox="1"/>
          <p:nvPr/>
        </p:nvSpPr>
        <p:spPr>
          <a:xfrm>
            <a:off x="5715003" y="3237891"/>
            <a:ext cx="462845" cy="584775"/>
          </a:xfrm>
          <a:prstGeom prst="rect">
            <a:avLst/>
          </a:prstGeom>
          <a:noFill/>
        </p:spPr>
        <p:txBody>
          <a:bodyPr wrap="square" rtlCol="0">
            <a:spAutoFit/>
          </a:bodyPr>
          <a:lstStyle/>
          <a:p>
            <a:pPr algn="ctr"/>
            <a:r>
              <a:rPr lang="en-US" sz="3200" dirty="0"/>
              <a:t>4</a:t>
            </a:r>
          </a:p>
        </p:txBody>
      </p:sp>
    </p:spTree>
    <p:extLst>
      <p:ext uri="{BB962C8B-B14F-4D97-AF65-F5344CB8AC3E}">
        <p14:creationId xmlns:p14="http://schemas.microsoft.com/office/powerpoint/2010/main" val="1092393486"/>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D79D46A-2207-B778-7AF3-8DE06759EFB0}"/>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784F6C1C-9BB6-50EC-BB25-0C1D973D930A}"/>
              </a:ext>
            </a:extLst>
          </p:cNvPr>
          <p:cNvSpPr>
            <a:spLocks noGrp="1"/>
          </p:cNvSpPr>
          <p:nvPr>
            <p:ph sz="half" idx="1"/>
          </p:nvPr>
        </p:nvSpPr>
        <p:spPr/>
        <p:txBody>
          <a:bodyPr>
            <a:normAutofit/>
          </a:bodyPr>
          <a:lstStyle/>
          <a:p>
            <a:r>
              <a:rPr lang="en-US" dirty="0"/>
              <a:t>Last possible 9’s in upper right and lower left blocks.</a:t>
            </a:r>
          </a:p>
        </p:txBody>
      </p:sp>
      <p:pic>
        <p:nvPicPr>
          <p:cNvPr id="4" name="Picture 3" descr="A grid of sudoku puzzle&#10;&#10;Description automatically generated">
            <a:extLst>
              <a:ext uri="{FF2B5EF4-FFF2-40B4-BE49-F238E27FC236}">
                <a16:creationId xmlns:a16="http://schemas.microsoft.com/office/drawing/2014/main" id="{B70B1160-FC03-E71B-EF5D-59B04A90DD4C}"/>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9D3502AF-26C4-11D3-CB83-909A9FC194BD}"/>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29E3AAB3-CB52-3EDD-20BC-D8155C420E56}"/>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53BBBA7A-2CEF-E8E6-99DD-AB9FD43AF4ED}"/>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AB3D3DC7-D88B-ACC1-7729-217B94602E74}"/>
              </a:ext>
            </a:extLst>
          </p:cNvPr>
          <p:cNvSpPr txBox="1"/>
          <p:nvPr/>
        </p:nvSpPr>
        <p:spPr>
          <a:xfrm>
            <a:off x="4715935" y="1224551"/>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8" name="TextBox 7">
            <a:extLst>
              <a:ext uri="{FF2B5EF4-FFF2-40B4-BE49-F238E27FC236}">
                <a16:creationId xmlns:a16="http://schemas.microsoft.com/office/drawing/2014/main" id="{8F5EADA0-C5E2-3044-0140-5ADDB98909D6}"/>
              </a:ext>
            </a:extLst>
          </p:cNvPr>
          <p:cNvSpPr txBox="1"/>
          <p:nvPr/>
        </p:nvSpPr>
        <p:spPr>
          <a:xfrm>
            <a:off x="6214537" y="122455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9" name="TextBox 8">
            <a:extLst>
              <a:ext uri="{FF2B5EF4-FFF2-40B4-BE49-F238E27FC236}">
                <a16:creationId xmlns:a16="http://schemas.microsoft.com/office/drawing/2014/main" id="{CCAFC6BB-0AF4-976F-73AA-4D2199F9870D}"/>
              </a:ext>
            </a:extLst>
          </p:cNvPr>
          <p:cNvSpPr txBox="1"/>
          <p:nvPr/>
        </p:nvSpPr>
        <p:spPr>
          <a:xfrm>
            <a:off x="6714071" y="1224551"/>
            <a:ext cx="462845" cy="584775"/>
          </a:xfrm>
          <a:prstGeom prst="rect">
            <a:avLst/>
          </a:prstGeom>
          <a:solidFill>
            <a:srgbClr val="FFFF00">
              <a:alpha val="30000"/>
            </a:srgbClr>
          </a:solidFill>
        </p:spPr>
        <p:txBody>
          <a:bodyPr wrap="square" rtlCol="0">
            <a:spAutoFit/>
          </a:bodyPr>
          <a:lstStyle/>
          <a:p>
            <a:pPr algn="ctr"/>
            <a:r>
              <a:rPr lang="en-US" sz="3200" dirty="0"/>
              <a:t>9</a:t>
            </a:r>
          </a:p>
        </p:txBody>
      </p:sp>
      <p:sp>
        <p:nvSpPr>
          <p:cNvPr id="10" name="TextBox 9">
            <a:extLst>
              <a:ext uri="{FF2B5EF4-FFF2-40B4-BE49-F238E27FC236}">
                <a16:creationId xmlns:a16="http://schemas.microsoft.com/office/drawing/2014/main" id="{F4CB9035-9C2F-1F46-0A18-12656F4BA561}"/>
              </a:ext>
            </a:extLst>
          </p:cNvPr>
          <p:cNvSpPr txBox="1"/>
          <p:nvPr/>
        </p:nvSpPr>
        <p:spPr>
          <a:xfrm>
            <a:off x="7213604" y="122455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11" name="TextBox 10">
            <a:extLst>
              <a:ext uri="{FF2B5EF4-FFF2-40B4-BE49-F238E27FC236}">
                <a16:creationId xmlns:a16="http://schemas.microsoft.com/office/drawing/2014/main" id="{F6391C6C-AC19-F6AC-2D6B-2F4948A742C1}"/>
              </a:ext>
            </a:extLst>
          </p:cNvPr>
          <p:cNvSpPr txBox="1"/>
          <p:nvPr/>
        </p:nvSpPr>
        <p:spPr>
          <a:xfrm>
            <a:off x="6714071" y="721216"/>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12" name="TextBox 11">
            <a:extLst>
              <a:ext uri="{FF2B5EF4-FFF2-40B4-BE49-F238E27FC236}">
                <a16:creationId xmlns:a16="http://schemas.microsoft.com/office/drawing/2014/main" id="{969570EC-999C-A16A-136C-51605FF25C57}"/>
              </a:ext>
            </a:extLst>
          </p:cNvPr>
          <p:cNvSpPr txBox="1"/>
          <p:nvPr/>
        </p:nvSpPr>
        <p:spPr>
          <a:xfrm>
            <a:off x="7213604" y="721216"/>
            <a:ext cx="462845" cy="584775"/>
          </a:xfrm>
          <a:prstGeom prst="rect">
            <a:avLst/>
          </a:prstGeom>
          <a:solidFill>
            <a:srgbClr val="FF0000">
              <a:alpha val="30000"/>
            </a:srgbClr>
          </a:solidFill>
        </p:spPr>
        <p:txBody>
          <a:bodyPr wrap="square" rtlCol="0">
            <a:spAutoFit/>
          </a:bodyPr>
          <a:lstStyle/>
          <a:p>
            <a:pPr algn="ctr"/>
            <a:r>
              <a:rPr lang="en-US" sz="3200" dirty="0"/>
              <a:t>3</a:t>
            </a:r>
          </a:p>
        </p:txBody>
      </p:sp>
      <p:sp>
        <p:nvSpPr>
          <p:cNvPr id="13" name="TextBox 12">
            <a:extLst>
              <a:ext uri="{FF2B5EF4-FFF2-40B4-BE49-F238E27FC236}">
                <a16:creationId xmlns:a16="http://schemas.microsoft.com/office/drawing/2014/main" id="{A8962A0E-3760-6D7D-F421-E60262F0FA1D}"/>
              </a:ext>
            </a:extLst>
          </p:cNvPr>
          <p:cNvSpPr txBox="1"/>
          <p:nvPr/>
        </p:nvSpPr>
        <p:spPr>
          <a:xfrm>
            <a:off x="4216401" y="1727886"/>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14" name="TextBox 13">
            <a:extLst>
              <a:ext uri="{FF2B5EF4-FFF2-40B4-BE49-F238E27FC236}">
                <a16:creationId xmlns:a16="http://schemas.microsoft.com/office/drawing/2014/main" id="{AC681C70-BB8D-D4D6-FEC1-37767BF1EB9B}"/>
              </a:ext>
            </a:extLst>
          </p:cNvPr>
          <p:cNvSpPr txBox="1"/>
          <p:nvPr/>
        </p:nvSpPr>
        <p:spPr>
          <a:xfrm>
            <a:off x="5215469" y="1727886"/>
            <a:ext cx="462845" cy="584775"/>
          </a:xfrm>
          <a:prstGeom prst="rect">
            <a:avLst/>
          </a:prstGeom>
          <a:solidFill>
            <a:srgbClr val="00B050">
              <a:alpha val="40000"/>
            </a:srgbClr>
          </a:solidFill>
        </p:spPr>
        <p:txBody>
          <a:bodyPr wrap="square" rtlCol="0">
            <a:spAutoFit/>
          </a:bodyPr>
          <a:lstStyle/>
          <a:p>
            <a:pPr algn="ctr"/>
            <a:r>
              <a:rPr lang="en-US" sz="3200" dirty="0"/>
              <a:t>9</a:t>
            </a:r>
          </a:p>
        </p:txBody>
      </p:sp>
      <p:sp>
        <p:nvSpPr>
          <p:cNvPr id="15" name="TextBox 14">
            <a:extLst>
              <a:ext uri="{FF2B5EF4-FFF2-40B4-BE49-F238E27FC236}">
                <a16:creationId xmlns:a16="http://schemas.microsoft.com/office/drawing/2014/main" id="{8A2B2669-3415-B61B-B518-50DB5F0CA518}"/>
              </a:ext>
            </a:extLst>
          </p:cNvPr>
          <p:cNvSpPr txBox="1"/>
          <p:nvPr/>
        </p:nvSpPr>
        <p:spPr>
          <a:xfrm>
            <a:off x="6214537" y="1727886"/>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16" name="TextBox 15">
            <a:extLst>
              <a:ext uri="{FF2B5EF4-FFF2-40B4-BE49-F238E27FC236}">
                <a16:creationId xmlns:a16="http://schemas.microsoft.com/office/drawing/2014/main" id="{3EF636D5-4F4F-13F9-BE71-6532A31B298A}"/>
              </a:ext>
            </a:extLst>
          </p:cNvPr>
          <p:cNvSpPr txBox="1"/>
          <p:nvPr/>
        </p:nvSpPr>
        <p:spPr>
          <a:xfrm>
            <a:off x="6714071" y="172788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17" name="TextBox 16">
            <a:extLst>
              <a:ext uri="{FF2B5EF4-FFF2-40B4-BE49-F238E27FC236}">
                <a16:creationId xmlns:a16="http://schemas.microsoft.com/office/drawing/2014/main" id="{C4D21D4E-D044-B1CF-DBD3-A08281FB65D1}"/>
              </a:ext>
            </a:extLst>
          </p:cNvPr>
          <p:cNvSpPr txBox="1"/>
          <p:nvPr/>
        </p:nvSpPr>
        <p:spPr>
          <a:xfrm>
            <a:off x="3716867" y="223122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18" name="TextBox 17">
            <a:extLst>
              <a:ext uri="{FF2B5EF4-FFF2-40B4-BE49-F238E27FC236}">
                <a16:creationId xmlns:a16="http://schemas.microsoft.com/office/drawing/2014/main" id="{875B28DD-ECD0-B150-80DE-69A9E1DD0D42}"/>
              </a:ext>
            </a:extLst>
          </p:cNvPr>
          <p:cNvSpPr txBox="1"/>
          <p:nvPr/>
        </p:nvSpPr>
        <p:spPr>
          <a:xfrm>
            <a:off x="5215469" y="2231221"/>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19" name="TextBox 18">
            <a:extLst>
              <a:ext uri="{FF2B5EF4-FFF2-40B4-BE49-F238E27FC236}">
                <a16:creationId xmlns:a16="http://schemas.microsoft.com/office/drawing/2014/main" id="{8B76A80C-3052-D996-4FE1-E44CC4C1D300}"/>
              </a:ext>
            </a:extLst>
          </p:cNvPr>
          <p:cNvSpPr txBox="1"/>
          <p:nvPr/>
        </p:nvSpPr>
        <p:spPr>
          <a:xfrm>
            <a:off x="5715003" y="2231221"/>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20" name="TextBox 19">
            <a:extLst>
              <a:ext uri="{FF2B5EF4-FFF2-40B4-BE49-F238E27FC236}">
                <a16:creationId xmlns:a16="http://schemas.microsoft.com/office/drawing/2014/main" id="{0180B1F5-153E-9F0B-F965-6CF93B4052A4}"/>
              </a:ext>
            </a:extLst>
          </p:cNvPr>
          <p:cNvSpPr txBox="1"/>
          <p:nvPr/>
        </p:nvSpPr>
        <p:spPr>
          <a:xfrm>
            <a:off x="6214537" y="2231221"/>
            <a:ext cx="462845" cy="584775"/>
          </a:xfrm>
          <a:prstGeom prst="rect">
            <a:avLst/>
          </a:prstGeom>
          <a:solidFill>
            <a:srgbClr val="FF0000">
              <a:alpha val="30000"/>
            </a:srgbClr>
          </a:solidFill>
        </p:spPr>
        <p:txBody>
          <a:bodyPr wrap="square" rtlCol="0">
            <a:spAutoFit/>
          </a:bodyPr>
          <a:lstStyle/>
          <a:p>
            <a:pPr algn="ctr"/>
            <a:r>
              <a:rPr lang="en-US" sz="3200" dirty="0"/>
              <a:t>4</a:t>
            </a:r>
          </a:p>
        </p:txBody>
      </p:sp>
      <p:sp>
        <p:nvSpPr>
          <p:cNvPr id="21" name="TextBox 20">
            <a:extLst>
              <a:ext uri="{FF2B5EF4-FFF2-40B4-BE49-F238E27FC236}">
                <a16:creationId xmlns:a16="http://schemas.microsoft.com/office/drawing/2014/main" id="{7E40A857-2DB9-56AE-FDF0-7A74EE6383F1}"/>
              </a:ext>
            </a:extLst>
          </p:cNvPr>
          <p:cNvSpPr txBox="1"/>
          <p:nvPr/>
        </p:nvSpPr>
        <p:spPr>
          <a:xfrm>
            <a:off x="6714071" y="223122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2" name="TextBox 21">
            <a:extLst>
              <a:ext uri="{FF2B5EF4-FFF2-40B4-BE49-F238E27FC236}">
                <a16:creationId xmlns:a16="http://schemas.microsoft.com/office/drawing/2014/main" id="{77D56C9A-6F8E-610E-1D4B-44770D7D360C}"/>
              </a:ext>
            </a:extLst>
          </p:cNvPr>
          <p:cNvSpPr txBox="1"/>
          <p:nvPr/>
        </p:nvSpPr>
        <p:spPr>
          <a:xfrm>
            <a:off x="4216401" y="2734556"/>
            <a:ext cx="462845" cy="584775"/>
          </a:xfrm>
          <a:prstGeom prst="rect">
            <a:avLst/>
          </a:prstGeom>
          <a:solidFill>
            <a:srgbClr val="FF0000">
              <a:alpha val="30000"/>
            </a:srgbClr>
          </a:solidFill>
        </p:spPr>
        <p:txBody>
          <a:bodyPr wrap="square" rtlCol="0">
            <a:spAutoFit/>
          </a:bodyPr>
          <a:lstStyle/>
          <a:p>
            <a:pPr algn="ctr"/>
            <a:r>
              <a:rPr lang="en-US" sz="3200" dirty="0"/>
              <a:t>4</a:t>
            </a:r>
          </a:p>
        </p:txBody>
      </p:sp>
      <p:sp>
        <p:nvSpPr>
          <p:cNvPr id="23" name="TextBox 22">
            <a:extLst>
              <a:ext uri="{FF2B5EF4-FFF2-40B4-BE49-F238E27FC236}">
                <a16:creationId xmlns:a16="http://schemas.microsoft.com/office/drawing/2014/main" id="{2409C032-4FC8-386B-2557-51A0E3B82ED5}"/>
              </a:ext>
            </a:extLst>
          </p:cNvPr>
          <p:cNvSpPr txBox="1"/>
          <p:nvPr/>
        </p:nvSpPr>
        <p:spPr>
          <a:xfrm>
            <a:off x="5215469" y="2734556"/>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4" name="TextBox 23">
            <a:extLst>
              <a:ext uri="{FF2B5EF4-FFF2-40B4-BE49-F238E27FC236}">
                <a16:creationId xmlns:a16="http://schemas.microsoft.com/office/drawing/2014/main" id="{22739359-76AB-FD45-9C30-50E1099DC863}"/>
              </a:ext>
            </a:extLst>
          </p:cNvPr>
          <p:cNvSpPr txBox="1"/>
          <p:nvPr/>
        </p:nvSpPr>
        <p:spPr>
          <a:xfrm>
            <a:off x="6714071" y="2734556"/>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25" name="TextBox 24">
            <a:extLst>
              <a:ext uri="{FF2B5EF4-FFF2-40B4-BE49-F238E27FC236}">
                <a16:creationId xmlns:a16="http://schemas.microsoft.com/office/drawing/2014/main" id="{45B10A6A-90DF-E1B1-AB0F-38F3156DF041}"/>
              </a:ext>
            </a:extLst>
          </p:cNvPr>
          <p:cNvSpPr txBox="1"/>
          <p:nvPr/>
        </p:nvSpPr>
        <p:spPr>
          <a:xfrm>
            <a:off x="3716867" y="323789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6" name="TextBox 25">
            <a:extLst>
              <a:ext uri="{FF2B5EF4-FFF2-40B4-BE49-F238E27FC236}">
                <a16:creationId xmlns:a16="http://schemas.microsoft.com/office/drawing/2014/main" id="{5BEDF7A7-B06F-0C1D-33CA-2DF12B5860D3}"/>
              </a:ext>
            </a:extLst>
          </p:cNvPr>
          <p:cNvSpPr txBox="1"/>
          <p:nvPr/>
        </p:nvSpPr>
        <p:spPr>
          <a:xfrm>
            <a:off x="4715935" y="323789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27" name="TextBox 26">
            <a:extLst>
              <a:ext uri="{FF2B5EF4-FFF2-40B4-BE49-F238E27FC236}">
                <a16:creationId xmlns:a16="http://schemas.microsoft.com/office/drawing/2014/main" id="{44ABD07D-5057-657A-19C3-30E6AB0A9EAC}"/>
              </a:ext>
            </a:extLst>
          </p:cNvPr>
          <p:cNvSpPr txBox="1"/>
          <p:nvPr/>
        </p:nvSpPr>
        <p:spPr>
          <a:xfrm>
            <a:off x="5215469" y="323789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28" name="TextBox 27">
            <a:extLst>
              <a:ext uri="{FF2B5EF4-FFF2-40B4-BE49-F238E27FC236}">
                <a16:creationId xmlns:a16="http://schemas.microsoft.com/office/drawing/2014/main" id="{8A33776C-8C40-E23C-C5B6-1699E9B7C1AD}"/>
              </a:ext>
            </a:extLst>
          </p:cNvPr>
          <p:cNvSpPr txBox="1"/>
          <p:nvPr/>
        </p:nvSpPr>
        <p:spPr>
          <a:xfrm>
            <a:off x="7213604" y="3237891"/>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29" name="TextBox 28">
            <a:extLst>
              <a:ext uri="{FF2B5EF4-FFF2-40B4-BE49-F238E27FC236}">
                <a16:creationId xmlns:a16="http://schemas.microsoft.com/office/drawing/2014/main" id="{B1A928A5-EB52-BEB5-D21B-0FDA1372A71E}"/>
              </a:ext>
            </a:extLst>
          </p:cNvPr>
          <p:cNvSpPr txBox="1"/>
          <p:nvPr/>
        </p:nvSpPr>
        <p:spPr>
          <a:xfrm>
            <a:off x="3217333" y="3741226"/>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30" name="TextBox 29">
            <a:extLst>
              <a:ext uri="{FF2B5EF4-FFF2-40B4-BE49-F238E27FC236}">
                <a16:creationId xmlns:a16="http://schemas.microsoft.com/office/drawing/2014/main" id="{43B63529-DAEC-7EC0-323B-935080465CC1}"/>
              </a:ext>
            </a:extLst>
          </p:cNvPr>
          <p:cNvSpPr txBox="1"/>
          <p:nvPr/>
        </p:nvSpPr>
        <p:spPr>
          <a:xfrm>
            <a:off x="3716867" y="374122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31" name="TextBox 30">
            <a:extLst>
              <a:ext uri="{FF2B5EF4-FFF2-40B4-BE49-F238E27FC236}">
                <a16:creationId xmlns:a16="http://schemas.microsoft.com/office/drawing/2014/main" id="{E16D62A8-4C01-7726-C3F2-2FBBC520BC84}"/>
              </a:ext>
            </a:extLst>
          </p:cNvPr>
          <p:cNvSpPr txBox="1"/>
          <p:nvPr/>
        </p:nvSpPr>
        <p:spPr>
          <a:xfrm>
            <a:off x="5715003" y="3741226"/>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32" name="TextBox 31">
            <a:extLst>
              <a:ext uri="{FF2B5EF4-FFF2-40B4-BE49-F238E27FC236}">
                <a16:creationId xmlns:a16="http://schemas.microsoft.com/office/drawing/2014/main" id="{96C615DB-68EA-5E08-C6B7-BF9579D1A3AE}"/>
              </a:ext>
            </a:extLst>
          </p:cNvPr>
          <p:cNvSpPr txBox="1"/>
          <p:nvPr/>
        </p:nvSpPr>
        <p:spPr>
          <a:xfrm>
            <a:off x="6214537" y="3741226"/>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33" name="TextBox 32">
            <a:extLst>
              <a:ext uri="{FF2B5EF4-FFF2-40B4-BE49-F238E27FC236}">
                <a16:creationId xmlns:a16="http://schemas.microsoft.com/office/drawing/2014/main" id="{5469130C-D842-575D-9F55-EE4F78E963FC}"/>
              </a:ext>
            </a:extLst>
          </p:cNvPr>
          <p:cNvSpPr txBox="1"/>
          <p:nvPr/>
        </p:nvSpPr>
        <p:spPr>
          <a:xfrm>
            <a:off x="6714071" y="374122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34" name="TextBox 33">
            <a:extLst>
              <a:ext uri="{FF2B5EF4-FFF2-40B4-BE49-F238E27FC236}">
                <a16:creationId xmlns:a16="http://schemas.microsoft.com/office/drawing/2014/main" id="{1B7F6DEC-52C4-1CC4-570A-36950369560C}"/>
              </a:ext>
            </a:extLst>
          </p:cNvPr>
          <p:cNvSpPr txBox="1"/>
          <p:nvPr/>
        </p:nvSpPr>
        <p:spPr>
          <a:xfrm>
            <a:off x="7213604" y="3741226"/>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35" name="TextBox 34">
            <a:extLst>
              <a:ext uri="{FF2B5EF4-FFF2-40B4-BE49-F238E27FC236}">
                <a16:creationId xmlns:a16="http://schemas.microsoft.com/office/drawing/2014/main" id="{6131F2E1-F67F-42D5-7856-790B2F5070DF}"/>
              </a:ext>
            </a:extLst>
          </p:cNvPr>
          <p:cNvSpPr txBox="1"/>
          <p:nvPr/>
        </p:nvSpPr>
        <p:spPr>
          <a:xfrm>
            <a:off x="3217333" y="424456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36" name="TextBox 35">
            <a:extLst>
              <a:ext uri="{FF2B5EF4-FFF2-40B4-BE49-F238E27FC236}">
                <a16:creationId xmlns:a16="http://schemas.microsoft.com/office/drawing/2014/main" id="{11B657AD-C640-65B3-79E5-8513E4862076}"/>
              </a:ext>
            </a:extLst>
          </p:cNvPr>
          <p:cNvSpPr txBox="1"/>
          <p:nvPr/>
        </p:nvSpPr>
        <p:spPr>
          <a:xfrm>
            <a:off x="4216401" y="4244561"/>
            <a:ext cx="462845" cy="584775"/>
          </a:xfrm>
          <a:prstGeom prst="rect">
            <a:avLst/>
          </a:prstGeom>
          <a:solidFill>
            <a:srgbClr val="FF0000">
              <a:alpha val="30000"/>
            </a:srgbClr>
          </a:solidFill>
        </p:spPr>
        <p:txBody>
          <a:bodyPr wrap="square" rtlCol="0">
            <a:spAutoFit/>
          </a:bodyPr>
          <a:lstStyle/>
          <a:p>
            <a:pPr algn="ctr"/>
            <a:r>
              <a:rPr lang="en-US" sz="3200" dirty="0"/>
              <a:t>3</a:t>
            </a:r>
          </a:p>
        </p:txBody>
      </p:sp>
      <p:sp>
        <p:nvSpPr>
          <p:cNvPr id="37" name="TextBox 36">
            <a:extLst>
              <a:ext uri="{FF2B5EF4-FFF2-40B4-BE49-F238E27FC236}">
                <a16:creationId xmlns:a16="http://schemas.microsoft.com/office/drawing/2014/main" id="{FE7F0067-6428-10A7-13D9-C1B97E18741D}"/>
              </a:ext>
            </a:extLst>
          </p:cNvPr>
          <p:cNvSpPr txBox="1"/>
          <p:nvPr/>
        </p:nvSpPr>
        <p:spPr>
          <a:xfrm>
            <a:off x="5715003" y="424456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38" name="TextBox 37">
            <a:extLst>
              <a:ext uri="{FF2B5EF4-FFF2-40B4-BE49-F238E27FC236}">
                <a16:creationId xmlns:a16="http://schemas.microsoft.com/office/drawing/2014/main" id="{E8FE5DB2-669F-98C2-D8E6-B9B211CEC0B2}"/>
              </a:ext>
            </a:extLst>
          </p:cNvPr>
          <p:cNvSpPr txBox="1"/>
          <p:nvPr/>
        </p:nvSpPr>
        <p:spPr>
          <a:xfrm>
            <a:off x="6214537" y="424456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39" name="TextBox 38">
            <a:extLst>
              <a:ext uri="{FF2B5EF4-FFF2-40B4-BE49-F238E27FC236}">
                <a16:creationId xmlns:a16="http://schemas.microsoft.com/office/drawing/2014/main" id="{7D9E1FAC-7519-BB3B-4243-B3BF9B83E447}"/>
              </a:ext>
            </a:extLst>
          </p:cNvPr>
          <p:cNvSpPr txBox="1"/>
          <p:nvPr/>
        </p:nvSpPr>
        <p:spPr>
          <a:xfrm>
            <a:off x="6714071" y="4244561"/>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40" name="TextBox 39">
            <a:extLst>
              <a:ext uri="{FF2B5EF4-FFF2-40B4-BE49-F238E27FC236}">
                <a16:creationId xmlns:a16="http://schemas.microsoft.com/office/drawing/2014/main" id="{67EE09D0-8DD4-0669-2C56-D89B6919EA06}"/>
              </a:ext>
            </a:extLst>
          </p:cNvPr>
          <p:cNvSpPr txBox="1"/>
          <p:nvPr/>
        </p:nvSpPr>
        <p:spPr>
          <a:xfrm>
            <a:off x="7213604" y="4244561"/>
            <a:ext cx="462845" cy="584775"/>
          </a:xfrm>
          <a:prstGeom prst="rect">
            <a:avLst/>
          </a:prstGeom>
          <a:solidFill>
            <a:srgbClr val="00B050">
              <a:alpha val="40000"/>
            </a:srgbClr>
          </a:solidFill>
        </p:spPr>
        <p:txBody>
          <a:bodyPr wrap="square" rtlCol="0">
            <a:spAutoFit/>
          </a:bodyPr>
          <a:lstStyle/>
          <a:p>
            <a:pPr algn="ctr"/>
            <a:r>
              <a:rPr lang="en-US" sz="3200" dirty="0"/>
              <a:t>9</a:t>
            </a:r>
          </a:p>
        </p:txBody>
      </p:sp>
      <p:sp>
        <p:nvSpPr>
          <p:cNvPr id="41" name="TextBox 40">
            <a:extLst>
              <a:ext uri="{FF2B5EF4-FFF2-40B4-BE49-F238E27FC236}">
                <a16:creationId xmlns:a16="http://schemas.microsoft.com/office/drawing/2014/main" id="{F373DDB3-7ACE-E4B6-D98D-C4CD45D797F5}"/>
              </a:ext>
            </a:extLst>
          </p:cNvPr>
          <p:cNvSpPr txBox="1"/>
          <p:nvPr/>
        </p:nvSpPr>
        <p:spPr>
          <a:xfrm>
            <a:off x="3217333" y="4747898"/>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42" name="TextBox 41">
            <a:extLst>
              <a:ext uri="{FF2B5EF4-FFF2-40B4-BE49-F238E27FC236}">
                <a16:creationId xmlns:a16="http://schemas.microsoft.com/office/drawing/2014/main" id="{4DB46B14-773D-7518-DAA1-290E0CB8BBB7}"/>
              </a:ext>
            </a:extLst>
          </p:cNvPr>
          <p:cNvSpPr txBox="1"/>
          <p:nvPr/>
        </p:nvSpPr>
        <p:spPr>
          <a:xfrm>
            <a:off x="3716867" y="4747898"/>
            <a:ext cx="462845" cy="584775"/>
          </a:xfrm>
          <a:prstGeom prst="rect">
            <a:avLst/>
          </a:prstGeom>
          <a:solidFill>
            <a:srgbClr val="FFFF00">
              <a:alpha val="30000"/>
            </a:srgbClr>
          </a:solidFill>
        </p:spPr>
        <p:txBody>
          <a:bodyPr wrap="square" rtlCol="0">
            <a:spAutoFit/>
          </a:bodyPr>
          <a:lstStyle/>
          <a:p>
            <a:pPr algn="ctr"/>
            <a:r>
              <a:rPr lang="en-US" sz="3200" dirty="0"/>
              <a:t>9</a:t>
            </a:r>
          </a:p>
        </p:txBody>
      </p:sp>
      <p:sp>
        <p:nvSpPr>
          <p:cNvPr id="43" name="TextBox 42">
            <a:extLst>
              <a:ext uri="{FF2B5EF4-FFF2-40B4-BE49-F238E27FC236}">
                <a16:creationId xmlns:a16="http://schemas.microsoft.com/office/drawing/2014/main" id="{B104E5F4-B886-03DF-7542-5A347E35C205}"/>
              </a:ext>
            </a:extLst>
          </p:cNvPr>
          <p:cNvSpPr txBox="1"/>
          <p:nvPr/>
        </p:nvSpPr>
        <p:spPr>
          <a:xfrm>
            <a:off x="4216401" y="4747898"/>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44" name="TextBox 43">
            <a:extLst>
              <a:ext uri="{FF2B5EF4-FFF2-40B4-BE49-F238E27FC236}">
                <a16:creationId xmlns:a16="http://schemas.microsoft.com/office/drawing/2014/main" id="{553B6D71-7773-0B99-60C3-A282C0EB4507}"/>
              </a:ext>
            </a:extLst>
          </p:cNvPr>
          <p:cNvSpPr txBox="1"/>
          <p:nvPr/>
        </p:nvSpPr>
        <p:spPr>
          <a:xfrm>
            <a:off x="7157158" y="1522145"/>
            <a:ext cx="570089" cy="230832"/>
          </a:xfrm>
          <a:prstGeom prst="rect">
            <a:avLst/>
          </a:prstGeom>
          <a:noFill/>
        </p:spPr>
        <p:txBody>
          <a:bodyPr wrap="square" rtlCol="0">
            <a:spAutoFit/>
          </a:bodyPr>
          <a:lstStyle/>
          <a:p>
            <a:pPr algn="ctr"/>
            <a:r>
              <a:rPr lang="en-US" sz="900" dirty="0"/>
              <a:t>57</a:t>
            </a:r>
          </a:p>
        </p:txBody>
      </p:sp>
      <p:sp>
        <p:nvSpPr>
          <p:cNvPr id="45" name="TextBox 44">
            <a:extLst>
              <a:ext uri="{FF2B5EF4-FFF2-40B4-BE49-F238E27FC236}">
                <a16:creationId xmlns:a16="http://schemas.microsoft.com/office/drawing/2014/main" id="{4B1C8F52-3D90-38F5-C1E5-8D17A6C88613}"/>
              </a:ext>
            </a:extLst>
          </p:cNvPr>
          <p:cNvSpPr txBox="1"/>
          <p:nvPr/>
        </p:nvSpPr>
        <p:spPr>
          <a:xfrm>
            <a:off x="4143022" y="5028752"/>
            <a:ext cx="570089" cy="230832"/>
          </a:xfrm>
          <a:prstGeom prst="rect">
            <a:avLst/>
          </a:prstGeom>
          <a:noFill/>
        </p:spPr>
        <p:txBody>
          <a:bodyPr wrap="square" rtlCol="0">
            <a:spAutoFit/>
          </a:bodyPr>
          <a:lstStyle/>
          <a:p>
            <a:pPr algn="ctr"/>
            <a:r>
              <a:rPr lang="en-US" sz="900" dirty="0"/>
              <a:t>57</a:t>
            </a:r>
          </a:p>
        </p:txBody>
      </p:sp>
      <p:sp>
        <p:nvSpPr>
          <p:cNvPr id="50" name="TextBox 49">
            <a:extLst>
              <a:ext uri="{FF2B5EF4-FFF2-40B4-BE49-F238E27FC236}">
                <a16:creationId xmlns:a16="http://schemas.microsoft.com/office/drawing/2014/main" id="{870BA782-9249-A15D-C684-2EA3B628CD79}"/>
              </a:ext>
            </a:extLst>
          </p:cNvPr>
          <p:cNvSpPr txBox="1"/>
          <p:nvPr/>
        </p:nvSpPr>
        <p:spPr>
          <a:xfrm>
            <a:off x="6152446" y="1402877"/>
            <a:ext cx="570089" cy="230832"/>
          </a:xfrm>
          <a:prstGeom prst="rect">
            <a:avLst/>
          </a:prstGeom>
          <a:noFill/>
        </p:spPr>
        <p:txBody>
          <a:bodyPr wrap="square" rtlCol="0">
            <a:spAutoFit/>
          </a:bodyPr>
          <a:lstStyle/>
          <a:p>
            <a:pPr algn="ctr"/>
            <a:r>
              <a:rPr lang="en-US" sz="900" dirty="0"/>
              <a:t>5678</a:t>
            </a:r>
          </a:p>
        </p:txBody>
      </p:sp>
      <p:sp>
        <p:nvSpPr>
          <p:cNvPr id="51" name="TextBox 50">
            <a:extLst>
              <a:ext uri="{FF2B5EF4-FFF2-40B4-BE49-F238E27FC236}">
                <a16:creationId xmlns:a16="http://schemas.microsoft.com/office/drawing/2014/main" id="{F897482E-0B80-21F7-D77A-7BD007021F8C}"/>
              </a:ext>
            </a:extLst>
          </p:cNvPr>
          <p:cNvSpPr txBox="1"/>
          <p:nvPr/>
        </p:nvSpPr>
        <p:spPr>
          <a:xfrm>
            <a:off x="3138310" y="4408541"/>
            <a:ext cx="570089" cy="230832"/>
          </a:xfrm>
          <a:prstGeom prst="rect">
            <a:avLst/>
          </a:prstGeom>
          <a:noFill/>
        </p:spPr>
        <p:txBody>
          <a:bodyPr wrap="square" rtlCol="0">
            <a:spAutoFit/>
          </a:bodyPr>
          <a:lstStyle/>
          <a:p>
            <a:pPr algn="ctr"/>
            <a:r>
              <a:rPr lang="en-US" sz="900" dirty="0"/>
              <a:t>5678</a:t>
            </a:r>
          </a:p>
        </p:txBody>
      </p:sp>
      <p:sp>
        <p:nvSpPr>
          <p:cNvPr id="52" name="TextBox 51">
            <a:extLst>
              <a:ext uri="{FF2B5EF4-FFF2-40B4-BE49-F238E27FC236}">
                <a16:creationId xmlns:a16="http://schemas.microsoft.com/office/drawing/2014/main" id="{2BE29A42-8B76-877B-88C4-7B99105AE284}"/>
              </a:ext>
            </a:extLst>
          </p:cNvPr>
          <p:cNvSpPr txBox="1"/>
          <p:nvPr/>
        </p:nvSpPr>
        <p:spPr>
          <a:xfrm>
            <a:off x="3640666" y="3406653"/>
            <a:ext cx="570089" cy="230832"/>
          </a:xfrm>
          <a:prstGeom prst="rect">
            <a:avLst/>
          </a:prstGeom>
          <a:noFill/>
        </p:spPr>
        <p:txBody>
          <a:bodyPr wrap="square" rtlCol="0">
            <a:spAutoFit/>
          </a:bodyPr>
          <a:lstStyle/>
          <a:p>
            <a:pPr algn="ctr"/>
            <a:r>
              <a:rPr lang="en-US" sz="900" dirty="0"/>
              <a:t>23567</a:t>
            </a:r>
          </a:p>
        </p:txBody>
      </p:sp>
      <p:sp>
        <p:nvSpPr>
          <p:cNvPr id="53" name="TextBox 52">
            <a:extLst>
              <a:ext uri="{FF2B5EF4-FFF2-40B4-BE49-F238E27FC236}">
                <a16:creationId xmlns:a16="http://schemas.microsoft.com/office/drawing/2014/main" id="{D8F03AC0-FDD2-DBCC-053D-16443E013CED}"/>
              </a:ext>
            </a:extLst>
          </p:cNvPr>
          <p:cNvSpPr txBox="1"/>
          <p:nvPr/>
        </p:nvSpPr>
        <p:spPr>
          <a:xfrm>
            <a:off x="3640666" y="4026865"/>
            <a:ext cx="570089" cy="230832"/>
          </a:xfrm>
          <a:prstGeom prst="rect">
            <a:avLst/>
          </a:prstGeom>
          <a:noFill/>
        </p:spPr>
        <p:txBody>
          <a:bodyPr wrap="square" rtlCol="0">
            <a:spAutoFit/>
          </a:bodyPr>
          <a:lstStyle/>
          <a:p>
            <a:pPr algn="ctr"/>
            <a:r>
              <a:rPr lang="en-US" sz="900" dirty="0"/>
              <a:t>5678</a:t>
            </a:r>
          </a:p>
        </p:txBody>
      </p:sp>
      <p:sp>
        <p:nvSpPr>
          <p:cNvPr id="54" name="TextBox 53">
            <a:extLst>
              <a:ext uri="{FF2B5EF4-FFF2-40B4-BE49-F238E27FC236}">
                <a16:creationId xmlns:a16="http://schemas.microsoft.com/office/drawing/2014/main" id="{CA9DDD46-5E62-B7E1-8D63-60C49A9DC91E}"/>
              </a:ext>
            </a:extLst>
          </p:cNvPr>
          <p:cNvSpPr txBox="1"/>
          <p:nvPr/>
        </p:nvSpPr>
        <p:spPr>
          <a:xfrm>
            <a:off x="3138310" y="3788329"/>
            <a:ext cx="570089" cy="230832"/>
          </a:xfrm>
          <a:prstGeom prst="rect">
            <a:avLst/>
          </a:prstGeom>
          <a:noFill/>
        </p:spPr>
        <p:txBody>
          <a:bodyPr wrap="square" rtlCol="0">
            <a:spAutoFit/>
          </a:bodyPr>
          <a:lstStyle/>
          <a:p>
            <a:pPr algn="ctr"/>
            <a:r>
              <a:rPr lang="en-US" sz="900" dirty="0"/>
              <a:t>15678</a:t>
            </a:r>
          </a:p>
        </p:txBody>
      </p:sp>
      <p:sp>
        <p:nvSpPr>
          <p:cNvPr id="55" name="TextBox 54">
            <a:extLst>
              <a:ext uri="{FF2B5EF4-FFF2-40B4-BE49-F238E27FC236}">
                <a16:creationId xmlns:a16="http://schemas.microsoft.com/office/drawing/2014/main" id="{FA386E34-C645-D18D-9EB2-6852DF2A7612}"/>
              </a:ext>
            </a:extLst>
          </p:cNvPr>
          <p:cNvSpPr txBox="1"/>
          <p:nvPr/>
        </p:nvSpPr>
        <p:spPr>
          <a:xfrm>
            <a:off x="6152446" y="2023089"/>
            <a:ext cx="570089" cy="230832"/>
          </a:xfrm>
          <a:prstGeom prst="rect">
            <a:avLst/>
          </a:prstGeom>
          <a:noFill/>
        </p:spPr>
        <p:txBody>
          <a:bodyPr wrap="square" rtlCol="0">
            <a:spAutoFit/>
          </a:bodyPr>
          <a:lstStyle/>
          <a:p>
            <a:pPr algn="ctr"/>
            <a:r>
              <a:rPr lang="en-US" sz="900" dirty="0"/>
              <a:t>15678</a:t>
            </a:r>
          </a:p>
        </p:txBody>
      </p:sp>
      <p:sp>
        <p:nvSpPr>
          <p:cNvPr id="56" name="TextBox 55">
            <a:extLst>
              <a:ext uri="{FF2B5EF4-FFF2-40B4-BE49-F238E27FC236}">
                <a16:creationId xmlns:a16="http://schemas.microsoft.com/office/drawing/2014/main" id="{6085F439-B8D5-5BDC-3166-C2FB6EA88373}"/>
              </a:ext>
            </a:extLst>
          </p:cNvPr>
          <p:cNvSpPr txBox="1"/>
          <p:nvPr/>
        </p:nvSpPr>
        <p:spPr>
          <a:xfrm>
            <a:off x="6654802" y="1784553"/>
            <a:ext cx="570089" cy="230832"/>
          </a:xfrm>
          <a:prstGeom prst="rect">
            <a:avLst/>
          </a:prstGeom>
          <a:noFill/>
        </p:spPr>
        <p:txBody>
          <a:bodyPr wrap="square" rtlCol="0">
            <a:spAutoFit/>
          </a:bodyPr>
          <a:lstStyle/>
          <a:p>
            <a:pPr algn="ctr"/>
            <a:r>
              <a:rPr lang="en-US" sz="900" dirty="0"/>
              <a:t>5678</a:t>
            </a:r>
          </a:p>
        </p:txBody>
      </p:sp>
      <p:sp>
        <p:nvSpPr>
          <p:cNvPr id="57" name="TextBox 56">
            <a:extLst>
              <a:ext uri="{FF2B5EF4-FFF2-40B4-BE49-F238E27FC236}">
                <a16:creationId xmlns:a16="http://schemas.microsoft.com/office/drawing/2014/main" id="{D50F9918-047C-A14B-48FE-A5769AE59117}"/>
              </a:ext>
            </a:extLst>
          </p:cNvPr>
          <p:cNvSpPr txBox="1"/>
          <p:nvPr/>
        </p:nvSpPr>
        <p:spPr>
          <a:xfrm>
            <a:off x="6654802" y="2524033"/>
            <a:ext cx="570089" cy="230832"/>
          </a:xfrm>
          <a:prstGeom prst="rect">
            <a:avLst/>
          </a:prstGeom>
          <a:noFill/>
        </p:spPr>
        <p:txBody>
          <a:bodyPr wrap="square" rtlCol="0">
            <a:spAutoFit/>
          </a:bodyPr>
          <a:lstStyle/>
          <a:p>
            <a:pPr algn="ctr"/>
            <a:r>
              <a:rPr lang="en-US" sz="900" dirty="0"/>
              <a:t>23567</a:t>
            </a:r>
          </a:p>
        </p:txBody>
      </p:sp>
      <p:sp>
        <p:nvSpPr>
          <p:cNvPr id="58" name="TextBox 57">
            <a:extLst>
              <a:ext uri="{FF2B5EF4-FFF2-40B4-BE49-F238E27FC236}">
                <a16:creationId xmlns:a16="http://schemas.microsoft.com/office/drawing/2014/main" id="{1BD67367-57F8-1D2A-A0E2-9E6071C2E81E}"/>
              </a:ext>
            </a:extLst>
          </p:cNvPr>
          <p:cNvSpPr txBox="1"/>
          <p:nvPr/>
        </p:nvSpPr>
        <p:spPr>
          <a:xfrm>
            <a:off x="4143022" y="1903821"/>
            <a:ext cx="570089" cy="230832"/>
          </a:xfrm>
          <a:prstGeom prst="rect">
            <a:avLst/>
          </a:prstGeom>
          <a:noFill/>
        </p:spPr>
        <p:txBody>
          <a:bodyPr wrap="square" rtlCol="0">
            <a:spAutoFit/>
          </a:bodyPr>
          <a:lstStyle/>
          <a:p>
            <a:pPr algn="ctr"/>
            <a:r>
              <a:rPr lang="en-US" sz="900" dirty="0"/>
              <a:t>75</a:t>
            </a:r>
          </a:p>
        </p:txBody>
      </p:sp>
      <p:sp>
        <p:nvSpPr>
          <p:cNvPr id="59" name="TextBox 58">
            <a:extLst>
              <a:ext uri="{FF2B5EF4-FFF2-40B4-BE49-F238E27FC236}">
                <a16:creationId xmlns:a16="http://schemas.microsoft.com/office/drawing/2014/main" id="{581264CF-1425-9768-F692-F7E14815A20C}"/>
              </a:ext>
            </a:extLst>
          </p:cNvPr>
          <p:cNvSpPr txBox="1"/>
          <p:nvPr/>
        </p:nvSpPr>
        <p:spPr>
          <a:xfrm>
            <a:off x="3640666" y="2404765"/>
            <a:ext cx="570089" cy="230832"/>
          </a:xfrm>
          <a:prstGeom prst="rect">
            <a:avLst/>
          </a:prstGeom>
          <a:noFill/>
        </p:spPr>
        <p:txBody>
          <a:bodyPr wrap="square" rtlCol="0">
            <a:spAutoFit/>
          </a:bodyPr>
          <a:lstStyle/>
          <a:p>
            <a:pPr algn="ctr"/>
            <a:r>
              <a:rPr lang="en-US" sz="900" dirty="0"/>
              <a:t>23567</a:t>
            </a:r>
          </a:p>
        </p:txBody>
      </p:sp>
      <p:sp>
        <p:nvSpPr>
          <p:cNvPr id="62" name="TextBox 61">
            <a:extLst>
              <a:ext uri="{FF2B5EF4-FFF2-40B4-BE49-F238E27FC236}">
                <a16:creationId xmlns:a16="http://schemas.microsoft.com/office/drawing/2014/main" id="{E14F3EEC-58CF-45B7-805E-6E3503BF8AB9}"/>
              </a:ext>
            </a:extLst>
          </p:cNvPr>
          <p:cNvSpPr txBox="1"/>
          <p:nvPr/>
        </p:nvSpPr>
        <p:spPr>
          <a:xfrm>
            <a:off x="6654802" y="2905709"/>
            <a:ext cx="570089" cy="230832"/>
          </a:xfrm>
          <a:prstGeom prst="rect">
            <a:avLst/>
          </a:prstGeom>
          <a:noFill/>
        </p:spPr>
        <p:txBody>
          <a:bodyPr wrap="square" rtlCol="0">
            <a:spAutoFit/>
          </a:bodyPr>
          <a:lstStyle/>
          <a:p>
            <a:pPr algn="ctr"/>
            <a:r>
              <a:rPr lang="en-US" sz="900" dirty="0"/>
              <a:t>23567</a:t>
            </a:r>
          </a:p>
        </p:txBody>
      </p:sp>
      <p:sp>
        <p:nvSpPr>
          <p:cNvPr id="63" name="TextBox 62">
            <a:extLst>
              <a:ext uri="{FF2B5EF4-FFF2-40B4-BE49-F238E27FC236}">
                <a16:creationId xmlns:a16="http://schemas.microsoft.com/office/drawing/2014/main" id="{7A870D7F-D102-CD4E-C9A0-D68A07C7B236}"/>
              </a:ext>
            </a:extLst>
          </p:cNvPr>
          <p:cNvSpPr txBox="1"/>
          <p:nvPr/>
        </p:nvSpPr>
        <p:spPr>
          <a:xfrm>
            <a:off x="7157158" y="3406653"/>
            <a:ext cx="570089" cy="230832"/>
          </a:xfrm>
          <a:prstGeom prst="rect">
            <a:avLst/>
          </a:prstGeom>
          <a:noFill/>
        </p:spPr>
        <p:txBody>
          <a:bodyPr wrap="square" rtlCol="0">
            <a:spAutoFit/>
          </a:bodyPr>
          <a:lstStyle/>
          <a:p>
            <a:pPr algn="ctr"/>
            <a:r>
              <a:rPr lang="en-US" sz="900" dirty="0"/>
              <a:t>75</a:t>
            </a:r>
          </a:p>
        </p:txBody>
      </p:sp>
      <p:sp>
        <p:nvSpPr>
          <p:cNvPr id="66" name="TextBox 65">
            <a:extLst>
              <a:ext uri="{FF2B5EF4-FFF2-40B4-BE49-F238E27FC236}">
                <a16:creationId xmlns:a16="http://schemas.microsoft.com/office/drawing/2014/main" id="{60A0D00D-12E8-6E00-BFC9-48797C09238A}"/>
              </a:ext>
            </a:extLst>
          </p:cNvPr>
          <p:cNvSpPr txBox="1"/>
          <p:nvPr/>
        </p:nvSpPr>
        <p:spPr>
          <a:xfrm>
            <a:off x="5147734" y="2524033"/>
            <a:ext cx="570089" cy="230832"/>
          </a:xfrm>
          <a:prstGeom prst="rect">
            <a:avLst/>
          </a:prstGeom>
          <a:noFill/>
        </p:spPr>
        <p:txBody>
          <a:bodyPr wrap="square" rtlCol="0">
            <a:spAutoFit/>
          </a:bodyPr>
          <a:lstStyle/>
          <a:p>
            <a:pPr algn="ctr"/>
            <a:r>
              <a:rPr lang="en-US" sz="900" dirty="0"/>
              <a:t>2567</a:t>
            </a:r>
          </a:p>
        </p:txBody>
      </p:sp>
      <p:sp>
        <p:nvSpPr>
          <p:cNvPr id="68" name="TextBox 67">
            <a:extLst>
              <a:ext uri="{FF2B5EF4-FFF2-40B4-BE49-F238E27FC236}">
                <a16:creationId xmlns:a16="http://schemas.microsoft.com/office/drawing/2014/main" id="{AE3CC5C2-ED5E-6B9A-D872-7BCA8185CF6D}"/>
              </a:ext>
            </a:extLst>
          </p:cNvPr>
          <p:cNvSpPr txBox="1"/>
          <p:nvPr/>
        </p:nvSpPr>
        <p:spPr>
          <a:xfrm>
            <a:off x="6654802" y="4527809"/>
            <a:ext cx="570089" cy="230832"/>
          </a:xfrm>
          <a:prstGeom prst="rect">
            <a:avLst/>
          </a:prstGeom>
          <a:noFill/>
        </p:spPr>
        <p:txBody>
          <a:bodyPr wrap="square" rtlCol="0">
            <a:spAutoFit/>
          </a:bodyPr>
          <a:lstStyle/>
          <a:p>
            <a:pPr algn="ctr"/>
            <a:r>
              <a:rPr lang="en-US" sz="900" dirty="0"/>
              <a:t>2567</a:t>
            </a:r>
          </a:p>
        </p:txBody>
      </p:sp>
      <p:sp>
        <p:nvSpPr>
          <p:cNvPr id="70" name="TextBox 69">
            <a:extLst>
              <a:ext uri="{FF2B5EF4-FFF2-40B4-BE49-F238E27FC236}">
                <a16:creationId xmlns:a16="http://schemas.microsoft.com/office/drawing/2014/main" id="{AF02E65D-CF1E-358C-889E-2E67CE62D49F}"/>
              </a:ext>
            </a:extLst>
          </p:cNvPr>
          <p:cNvSpPr txBox="1"/>
          <p:nvPr/>
        </p:nvSpPr>
        <p:spPr>
          <a:xfrm>
            <a:off x="5650090" y="2285497"/>
            <a:ext cx="570089" cy="230832"/>
          </a:xfrm>
          <a:prstGeom prst="rect">
            <a:avLst/>
          </a:prstGeom>
          <a:noFill/>
        </p:spPr>
        <p:txBody>
          <a:bodyPr wrap="square" rtlCol="0">
            <a:spAutoFit/>
          </a:bodyPr>
          <a:lstStyle/>
          <a:p>
            <a:pPr algn="ctr"/>
            <a:r>
              <a:rPr lang="en-US" sz="900" dirty="0"/>
              <a:t>2367</a:t>
            </a:r>
          </a:p>
        </p:txBody>
      </p:sp>
      <p:sp>
        <p:nvSpPr>
          <p:cNvPr id="71" name="TextBox 70">
            <a:extLst>
              <a:ext uri="{FF2B5EF4-FFF2-40B4-BE49-F238E27FC236}">
                <a16:creationId xmlns:a16="http://schemas.microsoft.com/office/drawing/2014/main" id="{A895CF7E-66FE-241B-9E62-8D0AE22E3BF5}"/>
              </a:ext>
            </a:extLst>
          </p:cNvPr>
          <p:cNvSpPr txBox="1"/>
          <p:nvPr/>
        </p:nvSpPr>
        <p:spPr>
          <a:xfrm>
            <a:off x="5147734" y="2905709"/>
            <a:ext cx="570089" cy="230832"/>
          </a:xfrm>
          <a:prstGeom prst="rect">
            <a:avLst/>
          </a:prstGeom>
          <a:noFill/>
        </p:spPr>
        <p:txBody>
          <a:bodyPr wrap="square" rtlCol="0">
            <a:spAutoFit/>
          </a:bodyPr>
          <a:lstStyle/>
          <a:p>
            <a:pPr algn="ctr"/>
            <a:r>
              <a:rPr lang="en-US" sz="900" dirty="0"/>
              <a:t>125678</a:t>
            </a:r>
          </a:p>
        </p:txBody>
      </p:sp>
      <p:sp>
        <p:nvSpPr>
          <p:cNvPr id="72" name="TextBox 71">
            <a:extLst>
              <a:ext uri="{FF2B5EF4-FFF2-40B4-BE49-F238E27FC236}">
                <a16:creationId xmlns:a16="http://schemas.microsoft.com/office/drawing/2014/main" id="{1CE613B3-CFDC-C9C1-0598-3D14FBD53CAE}"/>
              </a:ext>
            </a:extLst>
          </p:cNvPr>
          <p:cNvSpPr txBox="1"/>
          <p:nvPr/>
        </p:nvSpPr>
        <p:spPr>
          <a:xfrm>
            <a:off x="4645378" y="3525921"/>
            <a:ext cx="570089" cy="230832"/>
          </a:xfrm>
          <a:prstGeom prst="rect">
            <a:avLst/>
          </a:prstGeom>
          <a:noFill/>
        </p:spPr>
        <p:txBody>
          <a:bodyPr wrap="square" rtlCol="0">
            <a:spAutoFit/>
          </a:bodyPr>
          <a:lstStyle/>
          <a:p>
            <a:pPr algn="ctr"/>
            <a:r>
              <a:rPr lang="en-US" sz="900" dirty="0"/>
              <a:t>268</a:t>
            </a:r>
          </a:p>
        </p:txBody>
      </p:sp>
      <p:sp>
        <p:nvSpPr>
          <p:cNvPr id="74" name="TextBox 73">
            <a:extLst>
              <a:ext uri="{FF2B5EF4-FFF2-40B4-BE49-F238E27FC236}">
                <a16:creationId xmlns:a16="http://schemas.microsoft.com/office/drawing/2014/main" id="{18D70101-13D1-935B-350A-B495E4FA29E6}"/>
              </a:ext>
            </a:extLst>
          </p:cNvPr>
          <p:cNvSpPr txBox="1"/>
          <p:nvPr/>
        </p:nvSpPr>
        <p:spPr>
          <a:xfrm>
            <a:off x="6152446" y="4527809"/>
            <a:ext cx="570089" cy="230832"/>
          </a:xfrm>
          <a:prstGeom prst="rect">
            <a:avLst/>
          </a:prstGeom>
          <a:noFill/>
        </p:spPr>
        <p:txBody>
          <a:bodyPr wrap="square" rtlCol="0">
            <a:spAutoFit/>
          </a:bodyPr>
          <a:lstStyle/>
          <a:p>
            <a:pPr algn="ctr"/>
            <a:r>
              <a:rPr lang="en-US" sz="900" dirty="0"/>
              <a:t>125678</a:t>
            </a:r>
          </a:p>
        </p:txBody>
      </p:sp>
      <p:sp>
        <p:nvSpPr>
          <p:cNvPr id="75" name="TextBox 74">
            <a:extLst>
              <a:ext uri="{FF2B5EF4-FFF2-40B4-BE49-F238E27FC236}">
                <a16:creationId xmlns:a16="http://schemas.microsoft.com/office/drawing/2014/main" id="{AB395BDD-02F4-3414-4913-01CEE0AC7E33}"/>
              </a:ext>
            </a:extLst>
          </p:cNvPr>
          <p:cNvSpPr txBox="1"/>
          <p:nvPr/>
        </p:nvSpPr>
        <p:spPr>
          <a:xfrm>
            <a:off x="6654802" y="3788329"/>
            <a:ext cx="570089" cy="230832"/>
          </a:xfrm>
          <a:prstGeom prst="rect">
            <a:avLst/>
          </a:prstGeom>
          <a:noFill/>
        </p:spPr>
        <p:txBody>
          <a:bodyPr wrap="square" rtlCol="0">
            <a:spAutoFit/>
          </a:bodyPr>
          <a:lstStyle/>
          <a:p>
            <a:pPr algn="ctr"/>
            <a:r>
              <a:rPr lang="en-US" sz="900" dirty="0"/>
              <a:t>2367</a:t>
            </a:r>
          </a:p>
        </p:txBody>
      </p:sp>
      <p:sp>
        <p:nvSpPr>
          <p:cNvPr id="76" name="TextBox 75">
            <a:extLst>
              <a:ext uri="{FF2B5EF4-FFF2-40B4-BE49-F238E27FC236}">
                <a16:creationId xmlns:a16="http://schemas.microsoft.com/office/drawing/2014/main" id="{99B4A409-1335-DED2-3694-9F4E11B74980}"/>
              </a:ext>
            </a:extLst>
          </p:cNvPr>
          <p:cNvSpPr txBox="1"/>
          <p:nvPr/>
        </p:nvSpPr>
        <p:spPr>
          <a:xfrm>
            <a:off x="5650090" y="4527809"/>
            <a:ext cx="570089" cy="230832"/>
          </a:xfrm>
          <a:prstGeom prst="rect">
            <a:avLst/>
          </a:prstGeom>
          <a:noFill/>
        </p:spPr>
        <p:txBody>
          <a:bodyPr wrap="square" rtlCol="0">
            <a:spAutoFit/>
          </a:bodyPr>
          <a:lstStyle/>
          <a:p>
            <a:pPr algn="ctr"/>
            <a:r>
              <a:rPr lang="en-US" sz="900" dirty="0"/>
              <a:t>268</a:t>
            </a:r>
          </a:p>
        </p:txBody>
      </p:sp>
      <p:sp>
        <p:nvSpPr>
          <p:cNvPr id="73" name="TextBox 72">
            <a:extLst>
              <a:ext uri="{FF2B5EF4-FFF2-40B4-BE49-F238E27FC236}">
                <a16:creationId xmlns:a16="http://schemas.microsoft.com/office/drawing/2014/main" id="{5BCF8FAB-BC79-8CE4-A12A-47142F1BB09E}"/>
              </a:ext>
            </a:extLst>
          </p:cNvPr>
          <p:cNvSpPr txBox="1"/>
          <p:nvPr/>
        </p:nvSpPr>
        <p:spPr>
          <a:xfrm>
            <a:off x="5147734" y="3287385"/>
            <a:ext cx="570089" cy="230832"/>
          </a:xfrm>
          <a:prstGeom prst="rect">
            <a:avLst/>
          </a:prstGeom>
          <a:noFill/>
        </p:spPr>
        <p:txBody>
          <a:bodyPr wrap="square" rtlCol="0">
            <a:spAutoFit/>
          </a:bodyPr>
          <a:lstStyle/>
          <a:p>
            <a:pPr algn="ctr"/>
            <a:r>
              <a:rPr lang="en-US" sz="900" dirty="0"/>
              <a:t>235678</a:t>
            </a:r>
          </a:p>
        </p:txBody>
      </p:sp>
      <p:sp>
        <p:nvSpPr>
          <p:cNvPr id="77" name="TextBox 76">
            <a:extLst>
              <a:ext uri="{FF2B5EF4-FFF2-40B4-BE49-F238E27FC236}">
                <a16:creationId xmlns:a16="http://schemas.microsoft.com/office/drawing/2014/main" id="{238524D6-9C2F-0EBE-4555-33E962AC888E}"/>
              </a:ext>
            </a:extLst>
          </p:cNvPr>
          <p:cNvSpPr txBox="1"/>
          <p:nvPr/>
        </p:nvSpPr>
        <p:spPr>
          <a:xfrm>
            <a:off x="5650090" y="4026865"/>
            <a:ext cx="570089" cy="369332"/>
          </a:xfrm>
          <a:prstGeom prst="rect">
            <a:avLst/>
          </a:prstGeom>
          <a:noFill/>
        </p:spPr>
        <p:txBody>
          <a:bodyPr wrap="square" rtlCol="0">
            <a:spAutoFit/>
          </a:bodyPr>
          <a:lstStyle/>
          <a:p>
            <a:pPr algn="ctr"/>
            <a:r>
              <a:rPr lang="en-US" sz="900" dirty="0"/>
              <a:t>1236789</a:t>
            </a:r>
          </a:p>
        </p:txBody>
      </p:sp>
      <p:sp>
        <p:nvSpPr>
          <p:cNvPr id="78" name="TextBox 77">
            <a:extLst>
              <a:ext uri="{FF2B5EF4-FFF2-40B4-BE49-F238E27FC236}">
                <a16:creationId xmlns:a16="http://schemas.microsoft.com/office/drawing/2014/main" id="{984FE7C4-57B5-2B08-82DB-63A65C96C344}"/>
              </a:ext>
            </a:extLst>
          </p:cNvPr>
          <p:cNvSpPr txBox="1"/>
          <p:nvPr/>
        </p:nvSpPr>
        <p:spPr>
          <a:xfrm>
            <a:off x="6152446" y="3788329"/>
            <a:ext cx="570089" cy="230832"/>
          </a:xfrm>
          <a:prstGeom prst="rect">
            <a:avLst/>
          </a:prstGeom>
          <a:noFill/>
        </p:spPr>
        <p:txBody>
          <a:bodyPr wrap="square" rtlCol="0">
            <a:spAutoFit/>
          </a:bodyPr>
          <a:lstStyle/>
          <a:p>
            <a:pPr algn="ctr"/>
            <a:r>
              <a:rPr lang="en-US" sz="900" dirty="0"/>
              <a:t>235678</a:t>
            </a:r>
          </a:p>
        </p:txBody>
      </p:sp>
      <p:sp>
        <p:nvSpPr>
          <p:cNvPr id="79" name="TextBox 78">
            <a:extLst>
              <a:ext uri="{FF2B5EF4-FFF2-40B4-BE49-F238E27FC236}">
                <a16:creationId xmlns:a16="http://schemas.microsoft.com/office/drawing/2014/main" id="{4D40C078-977A-F71E-67F0-C7DB083FB27E}"/>
              </a:ext>
            </a:extLst>
          </p:cNvPr>
          <p:cNvSpPr txBox="1"/>
          <p:nvPr/>
        </p:nvSpPr>
        <p:spPr>
          <a:xfrm>
            <a:off x="6214537" y="3237891"/>
            <a:ext cx="462845" cy="584775"/>
          </a:xfrm>
          <a:prstGeom prst="rect">
            <a:avLst/>
          </a:prstGeom>
          <a:noFill/>
        </p:spPr>
        <p:txBody>
          <a:bodyPr wrap="square" rtlCol="0">
            <a:spAutoFit/>
          </a:bodyPr>
          <a:lstStyle/>
          <a:p>
            <a:pPr algn="ctr"/>
            <a:r>
              <a:rPr lang="en-US" sz="3200" dirty="0"/>
              <a:t>9</a:t>
            </a:r>
          </a:p>
        </p:txBody>
      </p:sp>
      <p:sp>
        <p:nvSpPr>
          <p:cNvPr id="80" name="TextBox 79">
            <a:extLst>
              <a:ext uri="{FF2B5EF4-FFF2-40B4-BE49-F238E27FC236}">
                <a16:creationId xmlns:a16="http://schemas.microsoft.com/office/drawing/2014/main" id="{222918B1-23FC-69CF-2C3D-D42563802316}"/>
              </a:ext>
            </a:extLst>
          </p:cNvPr>
          <p:cNvSpPr txBox="1"/>
          <p:nvPr/>
        </p:nvSpPr>
        <p:spPr>
          <a:xfrm>
            <a:off x="6152446" y="901933"/>
            <a:ext cx="570089" cy="230832"/>
          </a:xfrm>
          <a:prstGeom prst="rect">
            <a:avLst/>
          </a:prstGeom>
          <a:noFill/>
        </p:spPr>
        <p:txBody>
          <a:bodyPr wrap="square" rtlCol="0">
            <a:spAutoFit/>
          </a:bodyPr>
          <a:lstStyle/>
          <a:p>
            <a:pPr algn="ctr"/>
            <a:r>
              <a:rPr lang="en-US" sz="900" dirty="0"/>
              <a:t>18</a:t>
            </a:r>
          </a:p>
        </p:txBody>
      </p:sp>
      <p:sp>
        <p:nvSpPr>
          <p:cNvPr id="81" name="TextBox 80">
            <a:extLst>
              <a:ext uri="{FF2B5EF4-FFF2-40B4-BE49-F238E27FC236}">
                <a16:creationId xmlns:a16="http://schemas.microsoft.com/office/drawing/2014/main" id="{FB3579B6-A234-3C13-3839-C791B0C0DFF7}"/>
              </a:ext>
            </a:extLst>
          </p:cNvPr>
          <p:cNvSpPr txBox="1"/>
          <p:nvPr/>
        </p:nvSpPr>
        <p:spPr>
          <a:xfrm>
            <a:off x="4143022" y="3907597"/>
            <a:ext cx="570089" cy="230832"/>
          </a:xfrm>
          <a:prstGeom prst="rect">
            <a:avLst/>
          </a:prstGeom>
          <a:noFill/>
        </p:spPr>
        <p:txBody>
          <a:bodyPr wrap="square" rtlCol="0">
            <a:spAutoFit/>
          </a:bodyPr>
          <a:lstStyle/>
          <a:p>
            <a:pPr algn="ctr"/>
            <a:r>
              <a:rPr lang="en-US" sz="900" dirty="0"/>
              <a:t>28</a:t>
            </a:r>
          </a:p>
        </p:txBody>
      </p:sp>
      <p:sp>
        <p:nvSpPr>
          <p:cNvPr id="82" name="TextBox 81">
            <a:extLst>
              <a:ext uri="{FF2B5EF4-FFF2-40B4-BE49-F238E27FC236}">
                <a16:creationId xmlns:a16="http://schemas.microsoft.com/office/drawing/2014/main" id="{AB3E776F-C64B-2E49-E286-3E5D18F7EBE8}"/>
              </a:ext>
            </a:extLst>
          </p:cNvPr>
          <p:cNvSpPr txBox="1"/>
          <p:nvPr/>
        </p:nvSpPr>
        <p:spPr>
          <a:xfrm>
            <a:off x="3640666" y="4408541"/>
            <a:ext cx="570089" cy="230832"/>
          </a:xfrm>
          <a:prstGeom prst="rect">
            <a:avLst/>
          </a:prstGeom>
          <a:noFill/>
        </p:spPr>
        <p:txBody>
          <a:bodyPr wrap="square" rtlCol="0">
            <a:spAutoFit/>
          </a:bodyPr>
          <a:lstStyle/>
          <a:p>
            <a:pPr algn="ctr"/>
            <a:r>
              <a:rPr lang="en-US" sz="900" dirty="0"/>
              <a:t>128</a:t>
            </a:r>
          </a:p>
        </p:txBody>
      </p:sp>
      <p:sp>
        <p:nvSpPr>
          <p:cNvPr id="48" name="TextBox 47">
            <a:extLst>
              <a:ext uri="{FF2B5EF4-FFF2-40B4-BE49-F238E27FC236}">
                <a16:creationId xmlns:a16="http://schemas.microsoft.com/office/drawing/2014/main" id="{8AD8B7F0-DA63-E2B8-10DB-D3E2E5D430C4}"/>
              </a:ext>
            </a:extLst>
          </p:cNvPr>
          <p:cNvSpPr txBox="1"/>
          <p:nvPr/>
        </p:nvSpPr>
        <p:spPr>
          <a:xfrm>
            <a:off x="3716867" y="1727886"/>
            <a:ext cx="462845" cy="584775"/>
          </a:xfrm>
          <a:prstGeom prst="rect">
            <a:avLst/>
          </a:prstGeom>
          <a:noFill/>
        </p:spPr>
        <p:txBody>
          <a:bodyPr wrap="square" rtlCol="0">
            <a:spAutoFit/>
          </a:bodyPr>
          <a:lstStyle/>
          <a:p>
            <a:pPr algn="ctr"/>
            <a:r>
              <a:rPr lang="en-US" sz="3200" dirty="0"/>
              <a:t>4</a:t>
            </a:r>
          </a:p>
        </p:txBody>
      </p:sp>
      <p:sp>
        <p:nvSpPr>
          <p:cNvPr id="49" name="TextBox 48">
            <a:extLst>
              <a:ext uri="{FF2B5EF4-FFF2-40B4-BE49-F238E27FC236}">
                <a16:creationId xmlns:a16="http://schemas.microsoft.com/office/drawing/2014/main" id="{ABE2213F-9D29-C559-479E-89DD42469DDC}"/>
              </a:ext>
            </a:extLst>
          </p:cNvPr>
          <p:cNvSpPr txBox="1"/>
          <p:nvPr/>
        </p:nvSpPr>
        <p:spPr>
          <a:xfrm>
            <a:off x="5715003" y="3237891"/>
            <a:ext cx="462845" cy="584775"/>
          </a:xfrm>
          <a:prstGeom prst="rect">
            <a:avLst/>
          </a:prstGeom>
          <a:noFill/>
        </p:spPr>
        <p:txBody>
          <a:bodyPr wrap="square" rtlCol="0">
            <a:spAutoFit/>
          </a:bodyPr>
          <a:lstStyle/>
          <a:p>
            <a:pPr algn="ctr"/>
            <a:r>
              <a:rPr lang="en-US" sz="3200" dirty="0"/>
              <a:t>4</a:t>
            </a:r>
          </a:p>
        </p:txBody>
      </p:sp>
    </p:spTree>
    <p:extLst>
      <p:ext uri="{BB962C8B-B14F-4D97-AF65-F5344CB8AC3E}">
        <p14:creationId xmlns:p14="http://schemas.microsoft.com/office/powerpoint/2010/main" val="2119030761"/>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82B04C-EA4A-F812-86C0-BA5EC159F713}"/>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3E1F5ED2-C52C-44ED-8BC6-B24A2A94CA45}"/>
              </a:ext>
            </a:extLst>
          </p:cNvPr>
          <p:cNvSpPr>
            <a:spLocks noGrp="1"/>
          </p:cNvSpPr>
          <p:nvPr>
            <p:ph sz="half" idx="1"/>
          </p:nvPr>
        </p:nvSpPr>
        <p:spPr/>
        <p:txBody>
          <a:bodyPr>
            <a:normAutofit/>
          </a:bodyPr>
          <a:lstStyle/>
          <a:p>
            <a:r>
              <a:rPr lang="en-US" dirty="0"/>
              <a:t>Last possible 9’s in upper left and lower central blocks.</a:t>
            </a:r>
          </a:p>
          <a:p>
            <a:r>
              <a:rPr lang="en-US" dirty="0"/>
              <a:t>(All 9’s in the puzzle are now assigned.)</a:t>
            </a:r>
          </a:p>
        </p:txBody>
      </p:sp>
      <p:pic>
        <p:nvPicPr>
          <p:cNvPr id="4" name="Picture 3" descr="A grid of sudoku puzzle&#10;&#10;Description automatically generated">
            <a:extLst>
              <a:ext uri="{FF2B5EF4-FFF2-40B4-BE49-F238E27FC236}">
                <a16:creationId xmlns:a16="http://schemas.microsoft.com/office/drawing/2014/main" id="{7A69A552-D54C-C091-CC24-CC61EBB39E57}"/>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199D124B-0919-A520-B68F-DB2168F0C123}"/>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27BE146D-78B8-7348-792F-7A417A506582}"/>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C564F4E2-BEC3-D8FF-6374-8A895F0907E0}"/>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8A765454-8421-D3F4-1C38-18C74F2814DE}"/>
              </a:ext>
            </a:extLst>
          </p:cNvPr>
          <p:cNvSpPr txBox="1"/>
          <p:nvPr/>
        </p:nvSpPr>
        <p:spPr>
          <a:xfrm>
            <a:off x="4715935" y="1224551"/>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8" name="TextBox 7">
            <a:extLst>
              <a:ext uri="{FF2B5EF4-FFF2-40B4-BE49-F238E27FC236}">
                <a16:creationId xmlns:a16="http://schemas.microsoft.com/office/drawing/2014/main" id="{B133C6BE-37A0-B642-4328-343B24B4874E}"/>
              </a:ext>
            </a:extLst>
          </p:cNvPr>
          <p:cNvSpPr txBox="1"/>
          <p:nvPr/>
        </p:nvSpPr>
        <p:spPr>
          <a:xfrm>
            <a:off x="6214537" y="122455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9" name="TextBox 8">
            <a:extLst>
              <a:ext uri="{FF2B5EF4-FFF2-40B4-BE49-F238E27FC236}">
                <a16:creationId xmlns:a16="http://schemas.microsoft.com/office/drawing/2014/main" id="{52CEE888-EE38-6431-B44F-A6FF1F667EC0}"/>
              </a:ext>
            </a:extLst>
          </p:cNvPr>
          <p:cNvSpPr txBox="1"/>
          <p:nvPr/>
        </p:nvSpPr>
        <p:spPr>
          <a:xfrm>
            <a:off x="6714071" y="1224551"/>
            <a:ext cx="462845" cy="584775"/>
          </a:xfrm>
          <a:prstGeom prst="rect">
            <a:avLst/>
          </a:prstGeom>
          <a:solidFill>
            <a:srgbClr val="FFFF00">
              <a:alpha val="30000"/>
            </a:srgbClr>
          </a:solidFill>
        </p:spPr>
        <p:txBody>
          <a:bodyPr wrap="square" rtlCol="0">
            <a:spAutoFit/>
          </a:bodyPr>
          <a:lstStyle/>
          <a:p>
            <a:pPr algn="ctr"/>
            <a:r>
              <a:rPr lang="en-US" sz="3200" dirty="0"/>
              <a:t>9</a:t>
            </a:r>
          </a:p>
        </p:txBody>
      </p:sp>
      <p:sp>
        <p:nvSpPr>
          <p:cNvPr id="10" name="TextBox 9">
            <a:extLst>
              <a:ext uri="{FF2B5EF4-FFF2-40B4-BE49-F238E27FC236}">
                <a16:creationId xmlns:a16="http://schemas.microsoft.com/office/drawing/2014/main" id="{DD4DAFFF-0100-4B01-4E38-4718C431E1A0}"/>
              </a:ext>
            </a:extLst>
          </p:cNvPr>
          <p:cNvSpPr txBox="1"/>
          <p:nvPr/>
        </p:nvSpPr>
        <p:spPr>
          <a:xfrm>
            <a:off x="7213604" y="122455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11" name="TextBox 10">
            <a:extLst>
              <a:ext uri="{FF2B5EF4-FFF2-40B4-BE49-F238E27FC236}">
                <a16:creationId xmlns:a16="http://schemas.microsoft.com/office/drawing/2014/main" id="{C9C3D01B-527A-8AF9-5B68-CE80204D95DF}"/>
              </a:ext>
            </a:extLst>
          </p:cNvPr>
          <p:cNvSpPr txBox="1"/>
          <p:nvPr/>
        </p:nvSpPr>
        <p:spPr>
          <a:xfrm>
            <a:off x="6714071" y="721216"/>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12" name="TextBox 11">
            <a:extLst>
              <a:ext uri="{FF2B5EF4-FFF2-40B4-BE49-F238E27FC236}">
                <a16:creationId xmlns:a16="http://schemas.microsoft.com/office/drawing/2014/main" id="{465554C8-B441-1E87-C0CC-7F494B136C7A}"/>
              </a:ext>
            </a:extLst>
          </p:cNvPr>
          <p:cNvSpPr txBox="1"/>
          <p:nvPr/>
        </p:nvSpPr>
        <p:spPr>
          <a:xfrm>
            <a:off x="7213604" y="721216"/>
            <a:ext cx="462845" cy="584775"/>
          </a:xfrm>
          <a:prstGeom prst="rect">
            <a:avLst/>
          </a:prstGeom>
          <a:solidFill>
            <a:srgbClr val="FF0000">
              <a:alpha val="30000"/>
            </a:srgbClr>
          </a:solidFill>
        </p:spPr>
        <p:txBody>
          <a:bodyPr wrap="square" rtlCol="0">
            <a:spAutoFit/>
          </a:bodyPr>
          <a:lstStyle/>
          <a:p>
            <a:pPr algn="ctr"/>
            <a:r>
              <a:rPr lang="en-US" sz="3200" dirty="0"/>
              <a:t>3</a:t>
            </a:r>
          </a:p>
        </p:txBody>
      </p:sp>
      <p:sp>
        <p:nvSpPr>
          <p:cNvPr id="13" name="TextBox 12">
            <a:extLst>
              <a:ext uri="{FF2B5EF4-FFF2-40B4-BE49-F238E27FC236}">
                <a16:creationId xmlns:a16="http://schemas.microsoft.com/office/drawing/2014/main" id="{E5095D63-4FF0-5212-EF8B-6292479C6B5D}"/>
              </a:ext>
            </a:extLst>
          </p:cNvPr>
          <p:cNvSpPr txBox="1"/>
          <p:nvPr/>
        </p:nvSpPr>
        <p:spPr>
          <a:xfrm>
            <a:off x="4216401" y="1727886"/>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14" name="TextBox 13">
            <a:extLst>
              <a:ext uri="{FF2B5EF4-FFF2-40B4-BE49-F238E27FC236}">
                <a16:creationId xmlns:a16="http://schemas.microsoft.com/office/drawing/2014/main" id="{E5DC145B-87ED-DAA1-0D04-D09735C67B90}"/>
              </a:ext>
            </a:extLst>
          </p:cNvPr>
          <p:cNvSpPr txBox="1"/>
          <p:nvPr/>
        </p:nvSpPr>
        <p:spPr>
          <a:xfrm>
            <a:off x="5215469" y="1727886"/>
            <a:ext cx="462845" cy="584775"/>
          </a:xfrm>
          <a:prstGeom prst="rect">
            <a:avLst/>
          </a:prstGeom>
          <a:solidFill>
            <a:srgbClr val="00B050">
              <a:alpha val="40000"/>
            </a:srgbClr>
          </a:solidFill>
        </p:spPr>
        <p:txBody>
          <a:bodyPr wrap="square" rtlCol="0">
            <a:spAutoFit/>
          </a:bodyPr>
          <a:lstStyle/>
          <a:p>
            <a:pPr algn="ctr"/>
            <a:r>
              <a:rPr lang="en-US" sz="3200" dirty="0"/>
              <a:t>9</a:t>
            </a:r>
          </a:p>
        </p:txBody>
      </p:sp>
      <p:sp>
        <p:nvSpPr>
          <p:cNvPr id="15" name="TextBox 14">
            <a:extLst>
              <a:ext uri="{FF2B5EF4-FFF2-40B4-BE49-F238E27FC236}">
                <a16:creationId xmlns:a16="http://schemas.microsoft.com/office/drawing/2014/main" id="{A74DB459-8E83-4CBB-C25E-24858D6B42E0}"/>
              </a:ext>
            </a:extLst>
          </p:cNvPr>
          <p:cNvSpPr txBox="1"/>
          <p:nvPr/>
        </p:nvSpPr>
        <p:spPr>
          <a:xfrm>
            <a:off x="6214537" y="1727886"/>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16" name="TextBox 15">
            <a:extLst>
              <a:ext uri="{FF2B5EF4-FFF2-40B4-BE49-F238E27FC236}">
                <a16:creationId xmlns:a16="http://schemas.microsoft.com/office/drawing/2014/main" id="{FEC1AC84-4B73-E07E-3131-E80D75337C48}"/>
              </a:ext>
            </a:extLst>
          </p:cNvPr>
          <p:cNvSpPr txBox="1"/>
          <p:nvPr/>
        </p:nvSpPr>
        <p:spPr>
          <a:xfrm>
            <a:off x="6714071" y="172788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17" name="TextBox 16">
            <a:extLst>
              <a:ext uri="{FF2B5EF4-FFF2-40B4-BE49-F238E27FC236}">
                <a16:creationId xmlns:a16="http://schemas.microsoft.com/office/drawing/2014/main" id="{756B2537-12A2-A003-FC5A-E1B9625D5440}"/>
              </a:ext>
            </a:extLst>
          </p:cNvPr>
          <p:cNvSpPr txBox="1"/>
          <p:nvPr/>
        </p:nvSpPr>
        <p:spPr>
          <a:xfrm>
            <a:off x="3716867" y="223122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18" name="TextBox 17">
            <a:extLst>
              <a:ext uri="{FF2B5EF4-FFF2-40B4-BE49-F238E27FC236}">
                <a16:creationId xmlns:a16="http://schemas.microsoft.com/office/drawing/2014/main" id="{CF16FBC6-02F1-F709-7267-2FC860F37B55}"/>
              </a:ext>
            </a:extLst>
          </p:cNvPr>
          <p:cNvSpPr txBox="1"/>
          <p:nvPr/>
        </p:nvSpPr>
        <p:spPr>
          <a:xfrm>
            <a:off x="5215469" y="2231221"/>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19" name="TextBox 18">
            <a:extLst>
              <a:ext uri="{FF2B5EF4-FFF2-40B4-BE49-F238E27FC236}">
                <a16:creationId xmlns:a16="http://schemas.microsoft.com/office/drawing/2014/main" id="{F51DD136-AE48-BAD3-E0D5-1CBAD5C79E94}"/>
              </a:ext>
            </a:extLst>
          </p:cNvPr>
          <p:cNvSpPr txBox="1"/>
          <p:nvPr/>
        </p:nvSpPr>
        <p:spPr>
          <a:xfrm>
            <a:off x="5715003" y="2231221"/>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20" name="TextBox 19">
            <a:extLst>
              <a:ext uri="{FF2B5EF4-FFF2-40B4-BE49-F238E27FC236}">
                <a16:creationId xmlns:a16="http://schemas.microsoft.com/office/drawing/2014/main" id="{F7682BAE-D466-F69C-A990-99D15DE59EA4}"/>
              </a:ext>
            </a:extLst>
          </p:cNvPr>
          <p:cNvSpPr txBox="1"/>
          <p:nvPr/>
        </p:nvSpPr>
        <p:spPr>
          <a:xfrm>
            <a:off x="6214537" y="2231221"/>
            <a:ext cx="462845" cy="584775"/>
          </a:xfrm>
          <a:prstGeom prst="rect">
            <a:avLst/>
          </a:prstGeom>
          <a:solidFill>
            <a:srgbClr val="FF0000">
              <a:alpha val="30000"/>
            </a:srgbClr>
          </a:solidFill>
        </p:spPr>
        <p:txBody>
          <a:bodyPr wrap="square" rtlCol="0">
            <a:spAutoFit/>
          </a:bodyPr>
          <a:lstStyle/>
          <a:p>
            <a:pPr algn="ctr"/>
            <a:r>
              <a:rPr lang="en-US" sz="3200" dirty="0"/>
              <a:t>4</a:t>
            </a:r>
          </a:p>
        </p:txBody>
      </p:sp>
      <p:sp>
        <p:nvSpPr>
          <p:cNvPr id="21" name="TextBox 20">
            <a:extLst>
              <a:ext uri="{FF2B5EF4-FFF2-40B4-BE49-F238E27FC236}">
                <a16:creationId xmlns:a16="http://schemas.microsoft.com/office/drawing/2014/main" id="{187C5C94-A5B4-2F0F-1979-9D156862FF73}"/>
              </a:ext>
            </a:extLst>
          </p:cNvPr>
          <p:cNvSpPr txBox="1"/>
          <p:nvPr/>
        </p:nvSpPr>
        <p:spPr>
          <a:xfrm>
            <a:off x="6714071" y="223122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2" name="TextBox 21">
            <a:extLst>
              <a:ext uri="{FF2B5EF4-FFF2-40B4-BE49-F238E27FC236}">
                <a16:creationId xmlns:a16="http://schemas.microsoft.com/office/drawing/2014/main" id="{9A170607-AEB7-13B3-93D7-4A873E3F0139}"/>
              </a:ext>
            </a:extLst>
          </p:cNvPr>
          <p:cNvSpPr txBox="1"/>
          <p:nvPr/>
        </p:nvSpPr>
        <p:spPr>
          <a:xfrm>
            <a:off x="4216401" y="2734556"/>
            <a:ext cx="462845" cy="584775"/>
          </a:xfrm>
          <a:prstGeom prst="rect">
            <a:avLst/>
          </a:prstGeom>
          <a:solidFill>
            <a:srgbClr val="FF0000">
              <a:alpha val="30000"/>
            </a:srgbClr>
          </a:solidFill>
        </p:spPr>
        <p:txBody>
          <a:bodyPr wrap="square" rtlCol="0">
            <a:spAutoFit/>
          </a:bodyPr>
          <a:lstStyle/>
          <a:p>
            <a:pPr algn="ctr"/>
            <a:r>
              <a:rPr lang="en-US" sz="3200" dirty="0"/>
              <a:t>4</a:t>
            </a:r>
          </a:p>
        </p:txBody>
      </p:sp>
      <p:sp>
        <p:nvSpPr>
          <p:cNvPr id="23" name="TextBox 22">
            <a:extLst>
              <a:ext uri="{FF2B5EF4-FFF2-40B4-BE49-F238E27FC236}">
                <a16:creationId xmlns:a16="http://schemas.microsoft.com/office/drawing/2014/main" id="{CAE6756E-EAD4-9C83-C1D6-D8835AB8551C}"/>
              </a:ext>
            </a:extLst>
          </p:cNvPr>
          <p:cNvSpPr txBox="1"/>
          <p:nvPr/>
        </p:nvSpPr>
        <p:spPr>
          <a:xfrm>
            <a:off x="5215469" y="2734556"/>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4" name="TextBox 23">
            <a:extLst>
              <a:ext uri="{FF2B5EF4-FFF2-40B4-BE49-F238E27FC236}">
                <a16:creationId xmlns:a16="http://schemas.microsoft.com/office/drawing/2014/main" id="{9613AFB9-295E-9113-AB5A-CF5B0C9C89CA}"/>
              </a:ext>
            </a:extLst>
          </p:cNvPr>
          <p:cNvSpPr txBox="1"/>
          <p:nvPr/>
        </p:nvSpPr>
        <p:spPr>
          <a:xfrm>
            <a:off x="6714071" y="2734556"/>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25" name="TextBox 24">
            <a:extLst>
              <a:ext uri="{FF2B5EF4-FFF2-40B4-BE49-F238E27FC236}">
                <a16:creationId xmlns:a16="http://schemas.microsoft.com/office/drawing/2014/main" id="{A6836DD4-5269-8F31-AC49-467F7A070806}"/>
              </a:ext>
            </a:extLst>
          </p:cNvPr>
          <p:cNvSpPr txBox="1"/>
          <p:nvPr/>
        </p:nvSpPr>
        <p:spPr>
          <a:xfrm>
            <a:off x="3716867" y="323789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6" name="TextBox 25">
            <a:extLst>
              <a:ext uri="{FF2B5EF4-FFF2-40B4-BE49-F238E27FC236}">
                <a16:creationId xmlns:a16="http://schemas.microsoft.com/office/drawing/2014/main" id="{9B3D6E49-00FC-2EF2-7369-98E9BC67D042}"/>
              </a:ext>
            </a:extLst>
          </p:cNvPr>
          <p:cNvSpPr txBox="1"/>
          <p:nvPr/>
        </p:nvSpPr>
        <p:spPr>
          <a:xfrm>
            <a:off x="4715935" y="323789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27" name="TextBox 26">
            <a:extLst>
              <a:ext uri="{FF2B5EF4-FFF2-40B4-BE49-F238E27FC236}">
                <a16:creationId xmlns:a16="http://schemas.microsoft.com/office/drawing/2014/main" id="{3202CC33-CE1A-2C9A-BC55-0310FC1D0B6F}"/>
              </a:ext>
            </a:extLst>
          </p:cNvPr>
          <p:cNvSpPr txBox="1"/>
          <p:nvPr/>
        </p:nvSpPr>
        <p:spPr>
          <a:xfrm>
            <a:off x="5215469" y="323789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28" name="TextBox 27">
            <a:extLst>
              <a:ext uri="{FF2B5EF4-FFF2-40B4-BE49-F238E27FC236}">
                <a16:creationId xmlns:a16="http://schemas.microsoft.com/office/drawing/2014/main" id="{ABAD6476-FE23-3F95-08B6-993B3E7A264D}"/>
              </a:ext>
            </a:extLst>
          </p:cNvPr>
          <p:cNvSpPr txBox="1"/>
          <p:nvPr/>
        </p:nvSpPr>
        <p:spPr>
          <a:xfrm>
            <a:off x="7213604" y="3237891"/>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29" name="TextBox 28">
            <a:extLst>
              <a:ext uri="{FF2B5EF4-FFF2-40B4-BE49-F238E27FC236}">
                <a16:creationId xmlns:a16="http://schemas.microsoft.com/office/drawing/2014/main" id="{CB03D2FC-553C-3437-C0EE-279E3ECDA141}"/>
              </a:ext>
            </a:extLst>
          </p:cNvPr>
          <p:cNvSpPr txBox="1"/>
          <p:nvPr/>
        </p:nvSpPr>
        <p:spPr>
          <a:xfrm>
            <a:off x="3217333" y="3741226"/>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30" name="TextBox 29">
            <a:extLst>
              <a:ext uri="{FF2B5EF4-FFF2-40B4-BE49-F238E27FC236}">
                <a16:creationId xmlns:a16="http://schemas.microsoft.com/office/drawing/2014/main" id="{D586141F-E1A1-FE47-2010-625061404D43}"/>
              </a:ext>
            </a:extLst>
          </p:cNvPr>
          <p:cNvSpPr txBox="1"/>
          <p:nvPr/>
        </p:nvSpPr>
        <p:spPr>
          <a:xfrm>
            <a:off x="3716867" y="374122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31" name="TextBox 30">
            <a:extLst>
              <a:ext uri="{FF2B5EF4-FFF2-40B4-BE49-F238E27FC236}">
                <a16:creationId xmlns:a16="http://schemas.microsoft.com/office/drawing/2014/main" id="{6EE4365F-8131-1034-9963-52B18B11ABF3}"/>
              </a:ext>
            </a:extLst>
          </p:cNvPr>
          <p:cNvSpPr txBox="1"/>
          <p:nvPr/>
        </p:nvSpPr>
        <p:spPr>
          <a:xfrm>
            <a:off x="5715003" y="3741226"/>
            <a:ext cx="462845" cy="584775"/>
          </a:xfrm>
          <a:prstGeom prst="rect">
            <a:avLst/>
          </a:prstGeom>
          <a:solidFill>
            <a:srgbClr val="FFFF00">
              <a:alpha val="30000"/>
            </a:srgbClr>
          </a:solidFill>
        </p:spPr>
        <p:txBody>
          <a:bodyPr wrap="square" rtlCol="0">
            <a:spAutoFit/>
          </a:bodyPr>
          <a:lstStyle/>
          <a:p>
            <a:pPr algn="ctr"/>
            <a:r>
              <a:rPr lang="en-US" sz="3200" dirty="0"/>
              <a:t>9</a:t>
            </a:r>
          </a:p>
        </p:txBody>
      </p:sp>
      <p:sp>
        <p:nvSpPr>
          <p:cNvPr id="32" name="TextBox 31">
            <a:extLst>
              <a:ext uri="{FF2B5EF4-FFF2-40B4-BE49-F238E27FC236}">
                <a16:creationId xmlns:a16="http://schemas.microsoft.com/office/drawing/2014/main" id="{8B62DC66-64F7-632A-5110-246F9FE441E3}"/>
              </a:ext>
            </a:extLst>
          </p:cNvPr>
          <p:cNvSpPr txBox="1"/>
          <p:nvPr/>
        </p:nvSpPr>
        <p:spPr>
          <a:xfrm>
            <a:off x="6214537" y="3741226"/>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33" name="TextBox 32">
            <a:extLst>
              <a:ext uri="{FF2B5EF4-FFF2-40B4-BE49-F238E27FC236}">
                <a16:creationId xmlns:a16="http://schemas.microsoft.com/office/drawing/2014/main" id="{0D66E973-E6E7-3FE4-EC91-C9927A031FB6}"/>
              </a:ext>
            </a:extLst>
          </p:cNvPr>
          <p:cNvSpPr txBox="1"/>
          <p:nvPr/>
        </p:nvSpPr>
        <p:spPr>
          <a:xfrm>
            <a:off x="6714071" y="374122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34" name="TextBox 33">
            <a:extLst>
              <a:ext uri="{FF2B5EF4-FFF2-40B4-BE49-F238E27FC236}">
                <a16:creationId xmlns:a16="http://schemas.microsoft.com/office/drawing/2014/main" id="{A1FCD763-514A-D23E-2835-60B4A0E44966}"/>
              </a:ext>
            </a:extLst>
          </p:cNvPr>
          <p:cNvSpPr txBox="1"/>
          <p:nvPr/>
        </p:nvSpPr>
        <p:spPr>
          <a:xfrm>
            <a:off x="7213604" y="3741226"/>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35" name="TextBox 34">
            <a:extLst>
              <a:ext uri="{FF2B5EF4-FFF2-40B4-BE49-F238E27FC236}">
                <a16:creationId xmlns:a16="http://schemas.microsoft.com/office/drawing/2014/main" id="{343FE600-6F29-77CD-17AF-CA459692892B}"/>
              </a:ext>
            </a:extLst>
          </p:cNvPr>
          <p:cNvSpPr txBox="1"/>
          <p:nvPr/>
        </p:nvSpPr>
        <p:spPr>
          <a:xfrm>
            <a:off x="3217333" y="424456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36" name="TextBox 35">
            <a:extLst>
              <a:ext uri="{FF2B5EF4-FFF2-40B4-BE49-F238E27FC236}">
                <a16:creationId xmlns:a16="http://schemas.microsoft.com/office/drawing/2014/main" id="{31E57FFA-3B12-1280-96C6-26DE1A6BF87D}"/>
              </a:ext>
            </a:extLst>
          </p:cNvPr>
          <p:cNvSpPr txBox="1"/>
          <p:nvPr/>
        </p:nvSpPr>
        <p:spPr>
          <a:xfrm>
            <a:off x="4216401" y="4244561"/>
            <a:ext cx="462845" cy="584775"/>
          </a:xfrm>
          <a:prstGeom prst="rect">
            <a:avLst/>
          </a:prstGeom>
          <a:solidFill>
            <a:srgbClr val="FF0000">
              <a:alpha val="30000"/>
            </a:srgbClr>
          </a:solidFill>
        </p:spPr>
        <p:txBody>
          <a:bodyPr wrap="square" rtlCol="0">
            <a:spAutoFit/>
          </a:bodyPr>
          <a:lstStyle/>
          <a:p>
            <a:pPr algn="ctr"/>
            <a:r>
              <a:rPr lang="en-US" sz="3200" dirty="0"/>
              <a:t>3</a:t>
            </a:r>
          </a:p>
        </p:txBody>
      </p:sp>
      <p:sp>
        <p:nvSpPr>
          <p:cNvPr id="37" name="TextBox 36">
            <a:extLst>
              <a:ext uri="{FF2B5EF4-FFF2-40B4-BE49-F238E27FC236}">
                <a16:creationId xmlns:a16="http://schemas.microsoft.com/office/drawing/2014/main" id="{990ED746-641A-495A-E50F-D26AABF3F4F6}"/>
              </a:ext>
            </a:extLst>
          </p:cNvPr>
          <p:cNvSpPr txBox="1"/>
          <p:nvPr/>
        </p:nvSpPr>
        <p:spPr>
          <a:xfrm>
            <a:off x="5715003" y="424456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38" name="TextBox 37">
            <a:extLst>
              <a:ext uri="{FF2B5EF4-FFF2-40B4-BE49-F238E27FC236}">
                <a16:creationId xmlns:a16="http://schemas.microsoft.com/office/drawing/2014/main" id="{ED155B63-DA49-4A82-4DAC-C40B62FBF6D6}"/>
              </a:ext>
            </a:extLst>
          </p:cNvPr>
          <p:cNvSpPr txBox="1"/>
          <p:nvPr/>
        </p:nvSpPr>
        <p:spPr>
          <a:xfrm>
            <a:off x="6214537" y="424456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39" name="TextBox 38">
            <a:extLst>
              <a:ext uri="{FF2B5EF4-FFF2-40B4-BE49-F238E27FC236}">
                <a16:creationId xmlns:a16="http://schemas.microsoft.com/office/drawing/2014/main" id="{0D86A47D-F754-678E-71E8-C06DEC1D5DC4}"/>
              </a:ext>
            </a:extLst>
          </p:cNvPr>
          <p:cNvSpPr txBox="1"/>
          <p:nvPr/>
        </p:nvSpPr>
        <p:spPr>
          <a:xfrm>
            <a:off x="6714071" y="4244561"/>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40" name="TextBox 39">
            <a:extLst>
              <a:ext uri="{FF2B5EF4-FFF2-40B4-BE49-F238E27FC236}">
                <a16:creationId xmlns:a16="http://schemas.microsoft.com/office/drawing/2014/main" id="{96004545-270E-08CC-0A23-4DED9BAE9455}"/>
              </a:ext>
            </a:extLst>
          </p:cNvPr>
          <p:cNvSpPr txBox="1"/>
          <p:nvPr/>
        </p:nvSpPr>
        <p:spPr>
          <a:xfrm>
            <a:off x="7213604" y="4244561"/>
            <a:ext cx="462845" cy="584775"/>
          </a:xfrm>
          <a:prstGeom prst="rect">
            <a:avLst/>
          </a:prstGeom>
          <a:solidFill>
            <a:srgbClr val="00B050">
              <a:alpha val="40000"/>
            </a:srgbClr>
          </a:solidFill>
        </p:spPr>
        <p:txBody>
          <a:bodyPr wrap="square" rtlCol="0">
            <a:spAutoFit/>
          </a:bodyPr>
          <a:lstStyle/>
          <a:p>
            <a:pPr algn="ctr"/>
            <a:r>
              <a:rPr lang="en-US" sz="3200" dirty="0"/>
              <a:t>9</a:t>
            </a:r>
          </a:p>
        </p:txBody>
      </p:sp>
      <p:sp>
        <p:nvSpPr>
          <p:cNvPr id="41" name="TextBox 40">
            <a:extLst>
              <a:ext uri="{FF2B5EF4-FFF2-40B4-BE49-F238E27FC236}">
                <a16:creationId xmlns:a16="http://schemas.microsoft.com/office/drawing/2014/main" id="{8F1216CD-E3CA-2D2D-19EE-93A6CFEA4AC2}"/>
              </a:ext>
            </a:extLst>
          </p:cNvPr>
          <p:cNvSpPr txBox="1"/>
          <p:nvPr/>
        </p:nvSpPr>
        <p:spPr>
          <a:xfrm>
            <a:off x="3217333" y="4747898"/>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42" name="TextBox 41">
            <a:extLst>
              <a:ext uri="{FF2B5EF4-FFF2-40B4-BE49-F238E27FC236}">
                <a16:creationId xmlns:a16="http://schemas.microsoft.com/office/drawing/2014/main" id="{6769DB96-16F6-F2B2-3A49-688A8705DB36}"/>
              </a:ext>
            </a:extLst>
          </p:cNvPr>
          <p:cNvSpPr txBox="1"/>
          <p:nvPr/>
        </p:nvSpPr>
        <p:spPr>
          <a:xfrm>
            <a:off x="3716867" y="4747898"/>
            <a:ext cx="462845" cy="584775"/>
          </a:xfrm>
          <a:prstGeom prst="rect">
            <a:avLst/>
          </a:prstGeom>
          <a:solidFill>
            <a:srgbClr val="FFFF00">
              <a:alpha val="30000"/>
            </a:srgbClr>
          </a:solidFill>
        </p:spPr>
        <p:txBody>
          <a:bodyPr wrap="square" rtlCol="0">
            <a:spAutoFit/>
          </a:bodyPr>
          <a:lstStyle/>
          <a:p>
            <a:pPr algn="ctr"/>
            <a:r>
              <a:rPr lang="en-US" sz="3200" dirty="0"/>
              <a:t>9</a:t>
            </a:r>
          </a:p>
        </p:txBody>
      </p:sp>
      <p:sp>
        <p:nvSpPr>
          <p:cNvPr id="43" name="TextBox 42">
            <a:extLst>
              <a:ext uri="{FF2B5EF4-FFF2-40B4-BE49-F238E27FC236}">
                <a16:creationId xmlns:a16="http://schemas.microsoft.com/office/drawing/2014/main" id="{6BAFB5A8-2E8C-3B10-0E6A-22EE6DA43B73}"/>
              </a:ext>
            </a:extLst>
          </p:cNvPr>
          <p:cNvSpPr txBox="1"/>
          <p:nvPr/>
        </p:nvSpPr>
        <p:spPr>
          <a:xfrm>
            <a:off x="4216401" y="4747898"/>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44" name="TextBox 43">
            <a:extLst>
              <a:ext uri="{FF2B5EF4-FFF2-40B4-BE49-F238E27FC236}">
                <a16:creationId xmlns:a16="http://schemas.microsoft.com/office/drawing/2014/main" id="{4519B59C-18E4-098D-A64A-935FC83EBE45}"/>
              </a:ext>
            </a:extLst>
          </p:cNvPr>
          <p:cNvSpPr txBox="1"/>
          <p:nvPr/>
        </p:nvSpPr>
        <p:spPr>
          <a:xfrm>
            <a:off x="7157158" y="1522145"/>
            <a:ext cx="570089" cy="230832"/>
          </a:xfrm>
          <a:prstGeom prst="rect">
            <a:avLst/>
          </a:prstGeom>
          <a:noFill/>
        </p:spPr>
        <p:txBody>
          <a:bodyPr wrap="square" rtlCol="0">
            <a:spAutoFit/>
          </a:bodyPr>
          <a:lstStyle/>
          <a:p>
            <a:pPr algn="ctr"/>
            <a:r>
              <a:rPr lang="en-US" sz="900" dirty="0"/>
              <a:t>57</a:t>
            </a:r>
          </a:p>
        </p:txBody>
      </p:sp>
      <p:sp>
        <p:nvSpPr>
          <p:cNvPr id="45" name="TextBox 44">
            <a:extLst>
              <a:ext uri="{FF2B5EF4-FFF2-40B4-BE49-F238E27FC236}">
                <a16:creationId xmlns:a16="http://schemas.microsoft.com/office/drawing/2014/main" id="{86193780-B324-568A-C575-6E1530AAF156}"/>
              </a:ext>
            </a:extLst>
          </p:cNvPr>
          <p:cNvSpPr txBox="1"/>
          <p:nvPr/>
        </p:nvSpPr>
        <p:spPr>
          <a:xfrm>
            <a:off x="4143022" y="5028752"/>
            <a:ext cx="570089" cy="230832"/>
          </a:xfrm>
          <a:prstGeom prst="rect">
            <a:avLst/>
          </a:prstGeom>
          <a:noFill/>
        </p:spPr>
        <p:txBody>
          <a:bodyPr wrap="square" rtlCol="0">
            <a:spAutoFit/>
          </a:bodyPr>
          <a:lstStyle/>
          <a:p>
            <a:pPr algn="ctr"/>
            <a:r>
              <a:rPr lang="en-US" sz="900" dirty="0"/>
              <a:t>57</a:t>
            </a:r>
          </a:p>
        </p:txBody>
      </p:sp>
      <p:sp>
        <p:nvSpPr>
          <p:cNvPr id="50" name="TextBox 49">
            <a:extLst>
              <a:ext uri="{FF2B5EF4-FFF2-40B4-BE49-F238E27FC236}">
                <a16:creationId xmlns:a16="http://schemas.microsoft.com/office/drawing/2014/main" id="{3C6D443C-893E-A3D2-F7AD-2B30BDF5B9D8}"/>
              </a:ext>
            </a:extLst>
          </p:cNvPr>
          <p:cNvSpPr txBox="1"/>
          <p:nvPr/>
        </p:nvSpPr>
        <p:spPr>
          <a:xfrm>
            <a:off x="6152446" y="1402877"/>
            <a:ext cx="570089" cy="230832"/>
          </a:xfrm>
          <a:prstGeom prst="rect">
            <a:avLst/>
          </a:prstGeom>
          <a:noFill/>
        </p:spPr>
        <p:txBody>
          <a:bodyPr wrap="square" rtlCol="0">
            <a:spAutoFit/>
          </a:bodyPr>
          <a:lstStyle/>
          <a:p>
            <a:pPr algn="ctr"/>
            <a:r>
              <a:rPr lang="en-US" sz="900" dirty="0"/>
              <a:t>5678</a:t>
            </a:r>
          </a:p>
        </p:txBody>
      </p:sp>
      <p:sp>
        <p:nvSpPr>
          <p:cNvPr id="51" name="TextBox 50">
            <a:extLst>
              <a:ext uri="{FF2B5EF4-FFF2-40B4-BE49-F238E27FC236}">
                <a16:creationId xmlns:a16="http://schemas.microsoft.com/office/drawing/2014/main" id="{E3B9CC96-1D23-5237-6928-B3B2BD0DBAB4}"/>
              </a:ext>
            </a:extLst>
          </p:cNvPr>
          <p:cNvSpPr txBox="1"/>
          <p:nvPr/>
        </p:nvSpPr>
        <p:spPr>
          <a:xfrm>
            <a:off x="3138310" y="4408541"/>
            <a:ext cx="570089" cy="230832"/>
          </a:xfrm>
          <a:prstGeom prst="rect">
            <a:avLst/>
          </a:prstGeom>
          <a:noFill/>
        </p:spPr>
        <p:txBody>
          <a:bodyPr wrap="square" rtlCol="0">
            <a:spAutoFit/>
          </a:bodyPr>
          <a:lstStyle/>
          <a:p>
            <a:pPr algn="ctr"/>
            <a:r>
              <a:rPr lang="en-US" sz="900" dirty="0"/>
              <a:t>5678</a:t>
            </a:r>
          </a:p>
        </p:txBody>
      </p:sp>
      <p:sp>
        <p:nvSpPr>
          <p:cNvPr id="52" name="TextBox 51">
            <a:extLst>
              <a:ext uri="{FF2B5EF4-FFF2-40B4-BE49-F238E27FC236}">
                <a16:creationId xmlns:a16="http://schemas.microsoft.com/office/drawing/2014/main" id="{BDFF4FC6-16CD-B3A5-1008-6C6F066020DE}"/>
              </a:ext>
            </a:extLst>
          </p:cNvPr>
          <p:cNvSpPr txBox="1"/>
          <p:nvPr/>
        </p:nvSpPr>
        <p:spPr>
          <a:xfrm>
            <a:off x="3640666" y="3406653"/>
            <a:ext cx="570089" cy="230832"/>
          </a:xfrm>
          <a:prstGeom prst="rect">
            <a:avLst/>
          </a:prstGeom>
          <a:noFill/>
        </p:spPr>
        <p:txBody>
          <a:bodyPr wrap="square" rtlCol="0">
            <a:spAutoFit/>
          </a:bodyPr>
          <a:lstStyle/>
          <a:p>
            <a:pPr algn="ctr"/>
            <a:r>
              <a:rPr lang="en-US" sz="900" dirty="0"/>
              <a:t>23567</a:t>
            </a:r>
          </a:p>
        </p:txBody>
      </p:sp>
      <p:sp>
        <p:nvSpPr>
          <p:cNvPr id="53" name="TextBox 52">
            <a:extLst>
              <a:ext uri="{FF2B5EF4-FFF2-40B4-BE49-F238E27FC236}">
                <a16:creationId xmlns:a16="http://schemas.microsoft.com/office/drawing/2014/main" id="{44047C24-AF0F-316E-5FE3-65F72C40EB73}"/>
              </a:ext>
            </a:extLst>
          </p:cNvPr>
          <p:cNvSpPr txBox="1"/>
          <p:nvPr/>
        </p:nvSpPr>
        <p:spPr>
          <a:xfrm>
            <a:off x="3640666" y="4026865"/>
            <a:ext cx="570089" cy="230832"/>
          </a:xfrm>
          <a:prstGeom prst="rect">
            <a:avLst/>
          </a:prstGeom>
          <a:noFill/>
        </p:spPr>
        <p:txBody>
          <a:bodyPr wrap="square" rtlCol="0">
            <a:spAutoFit/>
          </a:bodyPr>
          <a:lstStyle/>
          <a:p>
            <a:pPr algn="ctr"/>
            <a:r>
              <a:rPr lang="en-US" sz="900" dirty="0"/>
              <a:t>5678</a:t>
            </a:r>
          </a:p>
        </p:txBody>
      </p:sp>
      <p:sp>
        <p:nvSpPr>
          <p:cNvPr id="54" name="TextBox 53">
            <a:extLst>
              <a:ext uri="{FF2B5EF4-FFF2-40B4-BE49-F238E27FC236}">
                <a16:creationId xmlns:a16="http://schemas.microsoft.com/office/drawing/2014/main" id="{CB16F4B6-AB53-AF3A-262D-E6D30A4A06B2}"/>
              </a:ext>
            </a:extLst>
          </p:cNvPr>
          <p:cNvSpPr txBox="1"/>
          <p:nvPr/>
        </p:nvSpPr>
        <p:spPr>
          <a:xfrm>
            <a:off x="3138310" y="3788329"/>
            <a:ext cx="570089" cy="230832"/>
          </a:xfrm>
          <a:prstGeom prst="rect">
            <a:avLst/>
          </a:prstGeom>
          <a:noFill/>
        </p:spPr>
        <p:txBody>
          <a:bodyPr wrap="square" rtlCol="0">
            <a:spAutoFit/>
          </a:bodyPr>
          <a:lstStyle/>
          <a:p>
            <a:pPr algn="ctr"/>
            <a:r>
              <a:rPr lang="en-US" sz="900" dirty="0"/>
              <a:t>15678</a:t>
            </a:r>
          </a:p>
        </p:txBody>
      </p:sp>
      <p:sp>
        <p:nvSpPr>
          <p:cNvPr id="55" name="TextBox 54">
            <a:extLst>
              <a:ext uri="{FF2B5EF4-FFF2-40B4-BE49-F238E27FC236}">
                <a16:creationId xmlns:a16="http://schemas.microsoft.com/office/drawing/2014/main" id="{E0FD4E60-F88B-B50B-2ECA-FCD813D6A50C}"/>
              </a:ext>
            </a:extLst>
          </p:cNvPr>
          <p:cNvSpPr txBox="1"/>
          <p:nvPr/>
        </p:nvSpPr>
        <p:spPr>
          <a:xfrm>
            <a:off x="6152446" y="2023089"/>
            <a:ext cx="570089" cy="230832"/>
          </a:xfrm>
          <a:prstGeom prst="rect">
            <a:avLst/>
          </a:prstGeom>
          <a:noFill/>
        </p:spPr>
        <p:txBody>
          <a:bodyPr wrap="square" rtlCol="0">
            <a:spAutoFit/>
          </a:bodyPr>
          <a:lstStyle/>
          <a:p>
            <a:pPr algn="ctr"/>
            <a:r>
              <a:rPr lang="en-US" sz="900" dirty="0"/>
              <a:t>15678</a:t>
            </a:r>
          </a:p>
        </p:txBody>
      </p:sp>
      <p:sp>
        <p:nvSpPr>
          <p:cNvPr id="56" name="TextBox 55">
            <a:extLst>
              <a:ext uri="{FF2B5EF4-FFF2-40B4-BE49-F238E27FC236}">
                <a16:creationId xmlns:a16="http://schemas.microsoft.com/office/drawing/2014/main" id="{DA68D440-F77C-ECC0-7301-BD17996D7E23}"/>
              </a:ext>
            </a:extLst>
          </p:cNvPr>
          <p:cNvSpPr txBox="1"/>
          <p:nvPr/>
        </p:nvSpPr>
        <p:spPr>
          <a:xfrm>
            <a:off x="6654802" y="1784553"/>
            <a:ext cx="570089" cy="230832"/>
          </a:xfrm>
          <a:prstGeom prst="rect">
            <a:avLst/>
          </a:prstGeom>
          <a:noFill/>
        </p:spPr>
        <p:txBody>
          <a:bodyPr wrap="square" rtlCol="0">
            <a:spAutoFit/>
          </a:bodyPr>
          <a:lstStyle/>
          <a:p>
            <a:pPr algn="ctr"/>
            <a:r>
              <a:rPr lang="en-US" sz="900" dirty="0"/>
              <a:t>5678</a:t>
            </a:r>
          </a:p>
        </p:txBody>
      </p:sp>
      <p:sp>
        <p:nvSpPr>
          <p:cNvPr id="57" name="TextBox 56">
            <a:extLst>
              <a:ext uri="{FF2B5EF4-FFF2-40B4-BE49-F238E27FC236}">
                <a16:creationId xmlns:a16="http://schemas.microsoft.com/office/drawing/2014/main" id="{70F9302D-58F8-4665-A2E3-7EE9D2543FC5}"/>
              </a:ext>
            </a:extLst>
          </p:cNvPr>
          <p:cNvSpPr txBox="1"/>
          <p:nvPr/>
        </p:nvSpPr>
        <p:spPr>
          <a:xfrm>
            <a:off x="6654802" y="2524033"/>
            <a:ext cx="570089" cy="230832"/>
          </a:xfrm>
          <a:prstGeom prst="rect">
            <a:avLst/>
          </a:prstGeom>
          <a:noFill/>
        </p:spPr>
        <p:txBody>
          <a:bodyPr wrap="square" rtlCol="0">
            <a:spAutoFit/>
          </a:bodyPr>
          <a:lstStyle/>
          <a:p>
            <a:pPr algn="ctr"/>
            <a:r>
              <a:rPr lang="en-US" sz="900" dirty="0"/>
              <a:t>23567</a:t>
            </a:r>
          </a:p>
        </p:txBody>
      </p:sp>
      <p:sp>
        <p:nvSpPr>
          <p:cNvPr id="58" name="TextBox 57">
            <a:extLst>
              <a:ext uri="{FF2B5EF4-FFF2-40B4-BE49-F238E27FC236}">
                <a16:creationId xmlns:a16="http://schemas.microsoft.com/office/drawing/2014/main" id="{0704F787-B230-926A-AD91-4E3F2228C2F4}"/>
              </a:ext>
            </a:extLst>
          </p:cNvPr>
          <p:cNvSpPr txBox="1"/>
          <p:nvPr/>
        </p:nvSpPr>
        <p:spPr>
          <a:xfrm>
            <a:off x="4143022" y="1903821"/>
            <a:ext cx="570089" cy="230832"/>
          </a:xfrm>
          <a:prstGeom prst="rect">
            <a:avLst/>
          </a:prstGeom>
          <a:noFill/>
        </p:spPr>
        <p:txBody>
          <a:bodyPr wrap="square" rtlCol="0">
            <a:spAutoFit/>
          </a:bodyPr>
          <a:lstStyle/>
          <a:p>
            <a:pPr algn="ctr"/>
            <a:r>
              <a:rPr lang="en-US" sz="900" dirty="0"/>
              <a:t>75</a:t>
            </a:r>
          </a:p>
        </p:txBody>
      </p:sp>
      <p:sp>
        <p:nvSpPr>
          <p:cNvPr id="59" name="TextBox 58">
            <a:extLst>
              <a:ext uri="{FF2B5EF4-FFF2-40B4-BE49-F238E27FC236}">
                <a16:creationId xmlns:a16="http://schemas.microsoft.com/office/drawing/2014/main" id="{8ED89FFD-2B8F-7845-1888-B36277DA10E8}"/>
              </a:ext>
            </a:extLst>
          </p:cNvPr>
          <p:cNvSpPr txBox="1"/>
          <p:nvPr/>
        </p:nvSpPr>
        <p:spPr>
          <a:xfrm>
            <a:off x="3640666" y="2404765"/>
            <a:ext cx="570089" cy="230832"/>
          </a:xfrm>
          <a:prstGeom prst="rect">
            <a:avLst/>
          </a:prstGeom>
          <a:noFill/>
        </p:spPr>
        <p:txBody>
          <a:bodyPr wrap="square" rtlCol="0">
            <a:spAutoFit/>
          </a:bodyPr>
          <a:lstStyle/>
          <a:p>
            <a:pPr algn="ctr"/>
            <a:r>
              <a:rPr lang="en-US" sz="900" dirty="0"/>
              <a:t>23567</a:t>
            </a:r>
          </a:p>
        </p:txBody>
      </p:sp>
      <p:sp>
        <p:nvSpPr>
          <p:cNvPr id="62" name="TextBox 61">
            <a:extLst>
              <a:ext uri="{FF2B5EF4-FFF2-40B4-BE49-F238E27FC236}">
                <a16:creationId xmlns:a16="http://schemas.microsoft.com/office/drawing/2014/main" id="{5C065857-4F06-D2FC-B5CF-D8E5D7B5607B}"/>
              </a:ext>
            </a:extLst>
          </p:cNvPr>
          <p:cNvSpPr txBox="1"/>
          <p:nvPr/>
        </p:nvSpPr>
        <p:spPr>
          <a:xfrm>
            <a:off x="6654802" y="2905709"/>
            <a:ext cx="570089" cy="230832"/>
          </a:xfrm>
          <a:prstGeom prst="rect">
            <a:avLst/>
          </a:prstGeom>
          <a:noFill/>
        </p:spPr>
        <p:txBody>
          <a:bodyPr wrap="square" rtlCol="0">
            <a:spAutoFit/>
          </a:bodyPr>
          <a:lstStyle/>
          <a:p>
            <a:pPr algn="ctr"/>
            <a:r>
              <a:rPr lang="en-US" sz="900" dirty="0"/>
              <a:t>23567</a:t>
            </a:r>
          </a:p>
        </p:txBody>
      </p:sp>
      <p:sp>
        <p:nvSpPr>
          <p:cNvPr id="63" name="TextBox 62">
            <a:extLst>
              <a:ext uri="{FF2B5EF4-FFF2-40B4-BE49-F238E27FC236}">
                <a16:creationId xmlns:a16="http://schemas.microsoft.com/office/drawing/2014/main" id="{D2964451-4EEF-9866-07B0-7E28B4194627}"/>
              </a:ext>
            </a:extLst>
          </p:cNvPr>
          <p:cNvSpPr txBox="1"/>
          <p:nvPr/>
        </p:nvSpPr>
        <p:spPr>
          <a:xfrm>
            <a:off x="7157158" y="3406653"/>
            <a:ext cx="570089" cy="230832"/>
          </a:xfrm>
          <a:prstGeom prst="rect">
            <a:avLst/>
          </a:prstGeom>
          <a:noFill/>
        </p:spPr>
        <p:txBody>
          <a:bodyPr wrap="square" rtlCol="0">
            <a:spAutoFit/>
          </a:bodyPr>
          <a:lstStyle/>
          <a:p>
            <a:pPr algn="ctr"/>
            <a:r>
              <a:rPr lang="en-US" sz="900" dirty="0"/>
              <a:t>75</a:t>
            </a:r>
          </a:p>
        </p:txBody>
      </p:sp>
      <p:sp>
        <p:nvSpPr>
          <p:cNvPr id="66" name="TextBox 65">
            <a:extLst>
              <a:ext uri="{FF2B5EF4-FFF2-40B4-BE49-F238E27FC236}">
                <a16:creationId xmlns:a16="http://schemas.microsoft.com/office/drawing/2014/main" id="{75FCC455-67DC-77E2-47BA-8D5FA4D96E2E}"/>
              </a:ext>
            </a:extLst>
          </p:cNvPr>
          <p:cNvSpPr txBox="1"/>
          <p:nvPr/>
        </p:nvSpPr>
        <p:spPr>
          <a:xfrm>
            <a:off x="5147734" y="2524033"/>
            <a:ext cx="570089" cy="230832"/>
          </a:xfrm>
          <a:prstGeom prst="rect">
            <a:avLst/>
          </a:prstGeom>
          <a:noFill/>
        </p:spPr>
        <p:txBody>
          <a:bodyPr wrap="square" rtlCol="0">
            <a:spAutoFit/>
          </a:bodyPr>
          <a:lstStyle/>
          <a:p>
            <a:pPr algn="ctr"/>
            <a:r>
              <a:rPr lang="en-US" sz="900" dirty="0"/>
              <a:t>2567</a:t>
            </a:r>
          </a:p>
        </p:txBody>
      </p:sp>
      <p:sp>
        <p:nvSpPr>
          <p:cNvPr id="68" name="TextBox 67">
            <a:extLst>
              <a:ext uri="{FF2B5EF4-FFF2-40B4-BE49-F238E27FC236}">
                <a16:creationId xmlns:a16="http://schemas.microsoft.com/office/drawing/2014/main" id="{F3700D7A-AAD2-2598-233F-30A6991CC219}"/>
              </a:ext>
            </a:extLst>
          </p:cNvPr>
          <p:cNvSpPr txBox="1"/>
          <p:nvPr/>
        </p:nvSpPr>
        <p:spPr>
          <a:xfrm>
            <a:off x="6654802" y="4527809"/>
            <a:ext cx="570089" cy="230832"/>
          </a:xfrm>
          <a:prstGeom prst="rect">
            <a:avLst/>
          </a:prstGeom>
          <a:noFill/>
        </p:spPr>
        <p:txBody>
          <a:bodyPr wrap="square" rtlCol="0">
            <a:spAutoFit/>
          </a:bodyPr>
          <a:lstStyle/>
          <a:p>
            <a:pPr algn="ctr"/>
            <a:r>
              <a:rPr lang="en-US" sz="900" dirty="0"/>
              <a:t>2567</a:t>
            </a:r>
          </a:p>
        </p:txBody>
      </p:sp>
      <p:sp>
        <p:nvSpPr>
          <p:cNvPr id="70" name="TextBox 69">
            <a:extLst>
              <a:ext uri="{FF2B5EF4-FFF2-40B4-BE49-F238E27FC236}">
                <a16:creationId xmlns:a16="http://schemas.microsoft.com/office/drawing/2014/main" id="{260FFC45-B9A3-289B-D52F-E8D8758E7400}"/>
              </a:ext>
            </a:extLst>
          </p:cNvPr>
          <p:cNvSpPr txBox="1"/>
          <p:nvPr/>
        </p:nvSpPr>
        <p:spPr>
          <a:xfrm>
            <a:off x="5650090" y="2285497"/>
            <a:ext cx="570089" cy="230832"/>
          </a:xfrm>
          <a:prstGeom prst="rect">
            <a:avLst/>
          </a:prstGeom>
          <a:noFill/>
        </p:spPr>
        <p:txBody>
          <a:bodyPr wrap="square" rtlCol="0">
            <a:spAutoFit/>
          </a:bodyPr>
          <a:lstStyle/>
          <a:p>
            <a:pPr algn="ctr"/>
            <a:r>
              <a:rPr lang="en-US" sz="900" dirty="0"/>
              <a:t>2367</a:t>
            </a:r>
          </a:p>
        </p:txBody>
      </p:sp>
      <p:sp>
        <p:nvSpPr>
          <p:cNvPr id="71" name="TextBox 70">
            <a:extLst>
              <a:ext uri="{FF2B5EF4-FFF2-40B4-BE49-F238E27FC236}">
                <a16:creationId xmlns:a16="http://schemas.microsoft.com/office/drawing/2014/main" id="{C33300FF-484A-BC25-5D68-F3B6B105A467}"/>
              </a:ext>
            </a:extLst>
          </p:cNvPr>
          <p:cNvSpPr txBox="1"/>
          <p:nvPr/>
        </p:nvSpPr>
        <p:spPr>
          <a:xfrm>
            <a:off x="5147734" y="2905709"/>
            <a:ext cx="570089" cy="230832"/>
          </a:xfrm>
          <a:prstGeom prst="rect">
            <a:avLst/>
          </a:prstGeom>
          <a:noFill/>
        </p:spPr>
        <p:txBody>
          <a:bodyPr wrap="square" rtlCol="0">
            <a:spAutoFit/>
          </a:bodyPr>
          <a:lstStyle/>
          <a:p>
            <a:pPr algn="ctr"/>
            <a:r>
              <a:rPr lang="en-US" sz="900" dirty="0"/>
              <a:t>125678</a:t>
            </a:r>
          </a:p>
        </p:txBody>
      </p:sp>
      <p:sp>
        <p:nvSpPr>
          <p:cNvPr id="72" name="TextBox 71">
            <a:extLst>
              <a:ext uri="{FF2B5EF4-FFF2-40B4-BE49-F238E27FC236}">
                <a16:creationId xmlns:a16="http://schemas.microsoft.com/office/drawing/2014/main" id="{7F382A21-F96A-501D-0404-DBFEB20E7923}"/>
              </a:ext>
            </a:extLst>
          </p:cNvPr>
          <p:cNvSpPr txBox="1"/>
          <p:nvPr/>
        </p:nvSpPr>
        <p:spPr>
          <a:xfrm>
            <a:off x="4645378" y="3525921"/>
            <a:ext cx="570089" cy="230832"/>
          </a:xfrm>
          <a:prstGeom prst="rect">
            <a:avLst/>
          </a:prstGeom>
          <a:noFill/>
        </p:spPr>
        <p:txBody>
          <a:bodyPr wrap="square" rtlCol="0">
            <a:spAutoFit/>
          </a:bodyPr>
          <a:lstStyle/>
          <a:p>
            <a:pPr algn="ctr"/>
            <a:r>
              <a:rPr lang="en-US" sz="900" dirty="0"/>
              <a:t>268</a:t>
            </a:r>
          </a:p>
        </p:txBody>
      </p:sp>
      <p:sp>
        <p:nvSpPr>
          <p:cNvPr id="74" name="TextBox 73">
            <a:extLst>
              <a:ext uri="{FF2B5EF4-FFF2-40B4-BE49-F238E27FC236}">
                <a16:creationId xmlns:a16="http://schemas.microsoft.com/office/drawing/2014/main" id="{55DBB3F8-93CC-56F3-4BDA-0D050DD0F8DC}"/>
              </a:ext>
            </a:extLst>
          </p:cNvPr>
          <p:cNvSpPr txBox="1"/>
          <p:nvPr/>
        </p:nvSpPr>
        <p:spPr>
          <a:xfrm>
            <a:off x="6152446" y="4527809"/>
            <a:ext cx="570089" cy="230832"/>
          </a:xfrm>
          <a:prstGeom prst="rect">
            <a:avLst/>
          </a:prstGeom>
          <a:noFill/>
        </p:spPr>
        <p:txBody>
          <a:bodyPr wrap="square" rtlCol="0">
            <a:spAutoFit/>
          </a:bodyPr>
          <a:lstStyle/>
          <a:p>
            <a:pPr algn="ctr"/>
            <a:r>
              <a:rPr lang="en-US" sz="900" dirty="0"/>
              <a:t>125678</a:t>
            </a:r>
          </a:p>
        </p:txBody>
      </p:sp>
      <p:sp>
        <p:nvSpPr>
          <p:cNvPr id="75" name="TextBox 74">
            <a:extLst>
              <a:ext uri="{FF2B5EF4-FFF2-40B4-BE49-F238E27FC236}">
                <a16:creationId xmlns:a16="http://schemas.microsoft.com/office/drawing/2014/main" id="{6B7A26BA-A1BA-6385-E0A4-BD6524B8D6A8}"/>
              </a:ext>
            </a:extLst>
          </p:cNvPr>
          <p:cNvSpPr txBox="1"/>
          <p:nvPr/>
        </p:nvSpPr>
        <p:spPr>
          <a:xfrm>
            <a:off x="6654802" y="3788329"/>
            <a:ext cx="570089" cy="230832"/>
          </a:xfrm>
          <a:prstGeom prst="rect">
            <a:avLst/>
          </a:prstGeom>
          <a:noFill/>
        </p:spPr>
        <p:txBody>
          <a:bodyPr wrap="square" rtlCol="0">
            <a:spAutoFit/>
          </a:bodyPr>
          <a:lstStyle/>
          <a:p>
            <a:pPr algn="ctr"/>
            <a:r>
              <a:rPr lang="en-US" sz="900" dirty="0"/>
              <a:t>2367</a:t>
            </a:r>
          </a:p>
        </p:txBody>
      </p:sp>
      <p:sp>
        <p:nvSpPr>
          <p:cNvPr id="76" name="TextBox 75">
            <a:extLst>
              <a:ext uri="{FF2B5EF4-FFF2-40B4-BE49-F238E27FC236}">
                <a16:creationId xmlns:a16="http://schemas.microsoft.com/office/drawing/2014/main" id="{89440377-9760-EF59-B0A3-905E6BFB9C29}"/>
              </a:ext>
            </a:extLst>
          </p:cNvPr>
          <p:cNvSpPr txBox="1"/>
          <p:nvPr/>
        </p:nvSpPr>
        <p:spPr>
          <a:xfrm>
            <a:off x="5650090" y="4527809"/>
            <a:ext cx="570089" cy="230832"/>
          </a:xfrm>
          <a:prstGeom prst="rect">
            <a:avLst/>
          </a:prstGeom>
          <a:noFill/>
        </p:spPr>
        <p:txBody>
          <a:bodyPr wrap="square" rtlCol="0">
            <a:spAutoFit/>
          </a:bodyPr>
          <a:lstStyle/>
          <a:p>
            <a:pPr algn="ctr"/>
            <a:r>
              <a:rPr lang="en-US" sz="900" dirty="0"/>
              <a:t>268</a:t>
            </a:r>
          </a:p>
        </p:txBody>
      </p:sp>
      <p:sp>
        <p:nvSpPr>
          <p:cNvPr id="73" name="TextBox 72">
            <a:extLst>
              <a:ext uri="{FF2B5EF4-FFF2-40B4-BE49-F238E27FC236}">
                <a16:creationId xmlns:a16="http://schemas.microsoft.com/office/drawing/2014/main" id="{CC530184-294B-6C21-DB5E-A85E8B4F5E75}"/>
              </a:ext>
            </a:extLst>
          </p:cNvPr>
          <p:cNvSpPr txBox="1"/>
          <p:nvPr/>
        </p:nvSpPr>
        <p:spPr>
          <a:xfrm>
            <a:off x="5147734" y="3287385"/>
            <a:ext cx="570089" cy="230832"/>
          </a:xfrm>
          <a:prstGeom prst="rect">
            <a:avLst/>
          </a:prstGeom>
          <a:noFill/>
        </p:spPr>
        <p:txBody>
          <a:bodyPr wrap="square" rtlCol="0">
            <a:spAutoFit/>
          </a:bodyPr>
          <a:lstStyle/>
          <a:p>
            <a:pPr algn="ctr"/>
            <a:r>
              <a:rPr lang="en-US" sz="900" dirty="0"/>
              <a:t>235678</a:t>
            </a:r>
          </a:p>
        </p:txBody>
      </p:sp>
      <p:sp>
        <p:nvSpPr>
          <p:cNvPr id="78" name="TextBox 77">
            <a:extLst>
              <a:ext uri="{FF2B5EF4-FFF2-40B4-BE49-F238E27FC236}">
                <a16:creationId xmlns:a16="http://schemas.microsoft.com/office/drawing/2014/main" id="{3EE057B9-9446-91D7-97CC-1FE266E7B7D9}"/>
              </a:ext>
            </a:extLst>
          </p:cNvPr>
          <p:cNvSpPr txBox="1"/>
          <p:nvPr/>
        </p:nvSpPr>
        <p:spPr>
          <a:xfrm>
            <a:off x="6152446" y="3788329"/>
            <a:ext cx="570089" cy="230832"/>
          </a:xfrm>
          <a:prstGeom prst="rect">
            <a:avLst/>
          </a:prstGeom>
          <a:noFill/>
        </p:spPr>
        <p:txBody>
          <a:bodyPr wrap="square" rtlCol="0">
            <a:spAutoFit/>
          </a:bodyPr>
          <a:lstStyle/>
          <a:p>
            <a:pPr algn="ctr"/>
            <a:r>
              <a:rPr lang="en-US" sz="900" dirty="0"/>
              <a:t>235678</a:t>
            </a:r>
          </a:p>
        </p:txBody>
      </p:sp>
      <p:sp>
        <p:nvSpPr>
          <p:cNvPr id="79" name="TextBox 78">
            <a:extLst>
              <a:ext uri="{FF2B5EF4-FFF2-40B4-BE49-F238E27FC236}">
                <a16:creationId xmlns:a16="http://schemas.microsoft.com/office/drawing/2014/main" id="{0108A054-BC8C-1FCB-EE1D-1C6CD5B155C2}"/>
              </a:ext>
            </a:extLst>
          </p:cNvPr>
          <p:cNvSpPr txBox="1"/>
          <p:nvPr/>
        </p:nvSpPr>
        <p:spPr>
          <a:xfrm>
            <a:off x="6214537" y="3237891"/>
            <a:ext cx="462845" cy="584775"/>
          </a:xfrm>
          <a:prstGeom prst="rect">
            <a:avLst/>
          </a:prstGeom>
          <a:noFill/>
        </p:spPr>
        <p:txBody>
          <a:bodyPr wrap="square" rtlCol="0">
            <a:spAutoFit/>
          </a:bodyPr>
          <a:lstStyle/>
          <a:p>
            <a:pPr algn="ctr"/>
            <a:r>
              <a:rPr lang="en-US" sz="3200" dirty="0"/>
              <a:t>9</a:t>
            </a:r>
          </a:p>
        </p:txBody>
      </p:sp>
      <p:sp>
        <p:nvSpPr>
          <p:cNvPr id="80" name="TextBox 79">
            <a:extLst>
              <a:ext uri="{FF2B5EF4-FFF2-40B4-BE49-F238E27FC236}">
                <a16:creationId xmlns:a16="http://schemas.microsoft.com/office/drawing/2014/main" id="{9EA072E6-A8ED-3700-06DE-2C986BF209CC}"/>
              </a:ext>
            </a:extLst>
          </p:cNvPr>
          <p:cNvSpPr txBox="1"/>
          <p:nvPr/>
        </p:nvSpPr>
        <p:spPr>
          <a:xfrm>
            <a:off x="6152446" y="901933"/>
            <a:ext cx="570089" cy="230832"/>
          </a:xfrm>
          <a:prstGeom prst="rect">
            <a:avLst/>
          </a:prstGeom>
          <a:noFill/>
        </p:spPr>
        <p:txBody>
          <a:bodyPr wrap="square" rtlCol="0">
            <a:spAutoFit/>
          </a:bodyPr>
          <a:lstStyle/>
          <a:p>
            <a:pPr algn="ctr"/>
            <a:r>
              <a:rPr lang="en-US" sz="900" dirty="0"/>
              <a:t>18</a:t>
            </a:r>
          </a:p>
        </p:txBody>
      </p:sp>
      <p:sp>
        <p:nvSpPr>
          <p:cNvPr id="81" name="TextBox 80">
            <a:extLst>
              <a:ext uri="{FF2B5EF4-FFF2-40B4-BE49-F238E27FC236}">
                <a16:creationId xmlns:a16="http://schemas.microsoft.com/office/drawing/2014/main" id="{52C247DD-346B-BE00-0EBF-95A9D0B2B214}"/>
              </a:ext>
            </a:extLst>
          </p:cNvPr>
          <p:cNvSpPr txBox="1"/>
          <p:nvPr/>
        </p:nvSpPr>
        <p:spPr>
          <a:xfrm>
            <a:off x="4143022" y="3907597"/>
            <a:ext cx="570089" cy="230832"/>
          </a:xfrm>
          <a:prstGeom prst="rect">
            <a:avLst/>
          </a:prstGeom>
          <a:noFill/>
        </p:spPr>
        <p:txBody>
          <a:bodyPr wrap="square" rtlCol="0">
            <a:spAutoFit/>
          </a:bodyPr>
          <a:lstStyle/>
          <a:p>
            <a:pPr algn="ctr"/>
            <a:r>
              <a:rPr lang="en-US" sz="900" dirty="0"/>
              <a:t>28</a:t>
            </a:r>
          </a:p>
        </p:txBody>
      </p:sp>
      <p:sp>
        <p:nvSpPr>
          <p:cNvPr id="82" name="TextBox 81">
            <a:extLst>
              <a:ext uri="{FF2B5EF4-FFF2-40B4-BE49-F238E27FC236}">
                <a16:creationId xmlns:a16="http://schemas.microsoft.com/office/drawing/2014/main" id="{8A39FC17-51B8-0065-AA7E-475B728B96C7}"/>
              </a:ext>
            </a:extLst>
          </p:cNvPr>
          <p:cNvSpPr txBox="1"/>
          <p:nvPr/>
        </p:nvSpPr>
        <p:spPr>
          <a:xfrm>
            <a:off x="3640666" y="4408541"/>
            <a:ext cx="570089" cy="230832"/>
          </a:xfrm>
          <a:prstGeom prst="rect">
            <a:avLst/>
          </a:prstGeom>
          <a:noFill/>
        </p:spPr>
        <p:txBody>
          <a:bodyPr wrap="square" rtlCol="0">
            <a:spAutoFit/>
          </a:bodyPr>
          <a:lstStyle/>
          <a:p>
            <a:pPr algn="ctr"/>
            <a:r>
              <a:rPr lang="en-US" sz="900" dirty="0"/>
              <a:t>128</a:t>
            </a:r>
          </a:p>
        </p:txBody>
      </p:sp>
      <p:sp>
        <p:nvSpPr>
          <p:cNvPr id="48" name="TextBox 47">
            <a:extLst>
              <a:ext uri="{FF2B5EF4-FFF2-40B4-BE49-F238E27FC236}">
                <a16:creationId xmlns:a16="http://schemas.microsoft.com/office/drawing/2014/main" id="{6328537E-D85E-F2BA-1F3D-989BA25EC30B}"/>
              </a:ext>
            </a:extLst>
          </p:cNvPr>
          <p:cNvSpPr txBox="1"/>
          <p:nvPr/>
        </p:nvSpPr>
        <p:spPr>
          <a:xfrm>
            <a:off x="3716867" y="1727886"/>
            <a:ext cx="462845" cy="584775"/>
          </a:xfrm>
          <a:prstGeom prst="rect">
            <a:avLst/>
          </a:prstGeom>
          <a:noFill/>
        </p:spPr>
        <p:txBody>
          <a:bodyPr wrap="square" rtlCol="0">
            <a:spAutoFit/>
          </a:bodyPr>
          <a:lstStyle/>
          <a:p>
            <a:pPr algn="ctr"/>
            <a:r>
              <a:rPr lang="en-US" sz="3200" dirty="0"/>
              <a:t>4</a:t>
            </a:r>
          </a:p>
        </p:txBody>
      </p:sp>
      <p:sp>
        <p:nvSpPr>
          <p:cNvPr id="49" name="TextBox 48">
            <a:extLst>
              <a:ext uri="{FF2B5EF4-FFF2-40B4-BE49-F238E27FC236}">
                <a16:creationId xmlns:a16="http://schemas.microsoft.com/office/drawing/2014/main" id="{9AF84D39-3436-E1AB-2EB1-FF84A25F9762}"/>
              </a:ext>
            </a:extLst>
          </p:cNvPr>
          <p:cNvSpPr txBox="1"/>
          <p:nvPr/>
        </p:nvSpPr>
        <p:spPr>
          <a:xfrm>
            <a:off x="5715003" y="3237891"/>
            <a:ext cx="462845" cy="584775"/>
          </a:xfrm>
          <a:prstGeom prst="rect">
            <a:avLst/>
          </a:prstGeom>
          <a:noFill/>
        </p:spPr>
        <p:txBody>
          <a:bodyPr wrap="square" rtlCol="0">
            <a:spAutoFit/>
          </a:bodyPr>
          <a:lstStyle/>
          <a:p>
            <a:pPr algn="ctr"/>
            <a:r>
              <a:rPr lang="en-US" sz="3200" dirty="0"/>
              <a:t>4</a:t>
            </a:r>
          </a:p>
        </p:txBody>
      </p:sp>
      <p:sp>
        <p:nvSpPr>
          <p:cNvPr id="46" name="TextBox 45">
            <a:extLst>
              <a:ext uri="{FF2B5EF4-FFF2-40B4-BE49-F238E27FC236}">
                <a16:creationId xmlns:a16="http://schemas.microsoft.com/office/drawing/2014/main" id="{5C467F2B-CC4B-4FC2-CEFF-2594804606A6}"/>
              </a:ext>
            </a:extLst>
          </p:cNvPr>
          <p:cNvSpPr txBox="1"/>
          <p:nvPr/>
        </p:nvSpPr>
        <p:spPr>
          <a:xfrm>
            <a:off x="3217333" y="721216"/>
            <a:ext cx="462845" cy="584775"/>
          </a:xfrm>
          <a:prstGeom prst="rect">
            <a:avLst/>
          </a:prstGeom>
          <a:noFill/>
        </p:spPr>
        <p:txBody>
          <a:bodyPr wrap="square" rtlCol="0">
            <a:spAutoFit/>
          </a:bodyPr>
          <a:lstStyle/>
          <a:p>
            <a:pPr algn="ctr"/>
            <a:r>
              <a:rPr lang="en-US" sz="3200" dirty="0"/>
              <a:t>9</a:t>
            </a:r>
          </a:p>
        </p:txBody>
      </p:sp>
    </p:spTree>
    <p:extLst>
      <p:ext uri="{BB962C8B-B14F-4D97-AF65-F5344CB8AC3E}">
        <p14:creationId xmlns:p14="http://schemas.microsoft.com/office/powerpoint/2010/main" val="791741825"/>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46571E-DE99-697B-7AFD-AF75BBDF3383}"/>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960B6582-B631-DE5C-4B4B-BDA5985ACAE6}"/>
              </a:ext>
            </a:extLst>
          </p:cNvPr>
          <p:cNvSpPr>
            <a:spLocks noGrp="1"/>
          </p:cNvSpPr>
          <p:nvPr>
            <p:ph sz="half" idx="1"/>
          </p:nvPr>
        </p:nvSpPr>
        <p:spPr/>
        <p:txBody>
          <a:bodyPr>
            <a:normAutofit/>
          </a:bodyPr>
          <a:lstStyle/>
          <a:p>
            <a:r>
              <a:rPr lang="en-US" dirty="0"/>
              <a:t>Last possible 1 in Column 9.</a:t>
            </a:r>
          </a:p>
        </p:txBody>
      </p:sp>
      <p:pic>
        <p:nvPicPr>
          <p:cNvPr id="4" name="Picture 3" descr="A grid of sudoku puzzle&#10;&#10;Description automatically generated">
            <a:extLst>
              <a:ext uri="{FF2B5EF4-FFF2-40B4-BE49-F238E27FC236}">
                <a16:creationId xmlns:a16="http://schemas.microsoft.com/office/drawing/2014/main" id="{B70E6729-6DB2-BA93-D11D-B4B56F156A07}"/>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D336F3A3-8400-9D04-F6CC-1C77AD71DC4C}"/>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A52666BC-F531-08FE-8362-D07AC94E1E7F}"/>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3FF1A450-6F95-9B52-4271-B0897EDF0D4D}"/>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126320FB-6329-348A-5020-C441BCA07FF4}"/>
              </a:ext>
            </a:extLst>
          </p:cNvPr>
          <p:cNvSpPr txBox="1"/>
          <p:nvPr/>
        </p:nvSpPr>
        <p:spPr>
          <a:xfrm>
            <a:off x="4715935" y="1224551"/>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8" name="TextBox 7">
            <a:extLst>
              <a:ext uri="{FF2B5EF4-FFF2-40B4-BE49-F238E27FC236}">
                <a16:creationId xmlns:a16="http://schemas.microsoft.com/office/drawing/2014/main" id="{3E10E893-3F14-8F77-AD5F-262FC36C34B0}"/>
              </a:ext>
            </a:extLst>
          </p:cNvPr>
          <p:cNvSpPr txBox="1"/>
          <p:nvPr/>
        </p:nvSpPr>
        <p:spPr>
          <a:xfrm>
            <a:off x="6214537" y="122455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9" name="TextBox 8">
            <a:extLst>
              <a:ext uri="{FF2B5EF4-FFF2-40B4-BE49-F238E27FC236}">
                <a16:creationId xmlns:a16="http://schemas.microsoft.com/office/drawing/2014/main" id="{34F9E964-D908-EC1D-8267-E3CF654F39F3}"/>
              </a:ext>
            </a:extLst>
          </p:cNvPr>
          <p:cNvSpPr txBox="1"/>
          <p:nvPr/>
        </p:nvSpPr>
        <p:spPr>
          <a:xfrm>
            <a:off x="6714071" y="1224551"/>
            <a:ext cx="462845" cy="584775"/>
          </a:xfrm>
          <a:prstGeom prst="rect">
            <a:avLst/>
          </a:prstGeom>
          <a:solidFill>
            <a:srgbClr val="FFFF00">
              <a:alpha val="30000"/>
            </a:srgbClr>
          </a:solidFill>
        </p:spPr>
        <p:txBody>
          <a:bodyPr wrap="square" rtlCol="0">
            <a:spAutoFit/>
          </a:bodyPr>
          <a:lstStyle/>
          <a:p>
            <a:pPr algn="ctr"/>
            <a:r>
              <a:rPr lang="en-US" sz="3200" dirty="0"/>
              <a:t>9</a:t>
            </a:r>
          </a:p>
        </p:txBody>
      </p:sp>
      <p:sp>
        <p:nvSpPr>
          <p:cNvPr id="10" name="TextBox 9">
            <a:extLst>
              <a:ext uri="{FF2B5EF4-FFF2-40B4-BE49-F238E27FC236}">
                <a16:creationId xmlns:a16="http://schemas.microsoft.com/office/drawing/2014/main" id="{E0E04989-4AD3-574F-E5DA-339D9A3AED98}"/>
              </a:ext>
            </a:extLst>
          </p:cNvPr>
          <p:cNvSpPr txBox="1"/>
          <p:nvPr/>
        </p:nvSpPr>
        <p:spPr>
          <a:xfrm>
            <a:off x="7213604" y="122455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11" name="TextBox 10">
            <a:extLst>
              <a:ext uri="{FF2B5EF4-FFF2-40B4-BE49-F238E27FC236}">
                <a16:creationId xmlns:a16="http://schemas.microsoft.com/office/drawing/2014/main" id="{16550C02-65E1-EDB6-FB1B-23F9176BE194}"/>
              </a:ext>
            </a:extLst>
          </p:cNvPr>
          <p:cNvSpPr txBox="1"/>
          <p:nvPr/>
        </p:nvSpPr>
        <p:spPr>
          <a:xfrm>
            <a:off x="6714071" y="721216"/>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12" name="TextBox 11">
            <a:extLst>
              <a:ext uri="{FF2B5EF4-FFF2-40B4-BE49-F238E27FC236}">
                <a16:creationId xmlns:a16="http://schemas.microsoft.com/office/drawing/2014/main" id="{826FCF76-70C3-DCAF-1969-50D0C84A9874}"/>
              </a:ext>
            </a:extLst>
          </p:cNvPr>
          <p:cNvSpPr txBox="1"/>
          <p:nvPr/>
        </p:nvSpPr>
        <p:spPr>
          <a:xfrm>
            <a:off x="7213604" y="721216"/>
            <a:ext cx="462845" cy="584775"/>
          </a:xfrm>
          <a:prstGeom prst="rect">
            <a:avLst/>
          </a:prstGeom>
          <a:solidFill>
            <a:srgbClr val="FF0000">
              <a:alpha val="30000"/>
            </a:srgbClr>
          </a:solidFill>
        </p:spPr>
        <p:txBody>
          <a:bodyPr wrap="square" rtlCol="0">
            <a:spAutoFit/>
          </a:bodyPr>
          <a:lstStyle/>
          <a:p>
            <a:pPr algn="ctr"/>
            <a:r>
              <a:rPr lang="en-US" sz="3200" dirty="0"/>
              <a:t>3</a:t>
            </a:r>
          </a:p>
        </p:txBody>
      </p:sp>
      <p:sp>
        <p:nvSpPr>
          <p:cNvPr id="13" name="TextBox 12">
            <a:extLst>
              <a:ext uri="{FF2B5EF4-FFF2-40B4-BE49-F238E27FC236}">
                <a16:creationId xmlns:a16="http://schemas.microsoft.com/office/drawing/2014/main" id="{D2DAABCE-6DA2-16EE-B8C5-3792B97BF574}"/>
              </a:ext>
            </a:extLst>
          </p:cNvPr>
          <p:cNvSpPr txBox="1"/>
          <p:nvPr/>
        </p:nvSpPr>
        <p:spPr>
          <a:xfrm>
            <a:off x="4216401" y="1727886"/>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14" name="TextBox 13">
            <a:extLst>
              <a:ext uri="{FF2B5EF4-FFF2-40B4-BE49-F238E27FC236}">
                <a16:creationId xmlns:a16="http://schemas.microsoft.com/office/drawing/2014/main" id="{5E49C111-9CF6-2038-DD29-24F3DF19C771}"/>
              </a:ext>
            </a:extLst>
          </p:cNvPr>
          <p:cNvSpPr txBox="1"/>
          <p:nvPr/>
        </p:nvSpPr>
        <p:spPr>
          <a:xfrm>
            <a:off x="5215469" y="1727886"/>
            <a:ext cx="462845" cy="584775"/>
          </a:xfrm>
          <a:prstGeom prst="rect">
            <a:avLst/>
          </a:prstGeom>
          <a:solidFill>
            <a:srgbClr val="00B050">
              <a:alpha val="40000"/>
            </a:srgbClr>
          </a:solidFill>
        </p:spPr>
        <p:txBody>
          <a:bodyPr wrap="square" rtlCol="0">
            <a:spAutoFit/>
          </a:bodyPr>
          <a:lstStyle/>
          <a:p>
            <a:pPr algn="ctr"/>
            <a:r>
              <a:rPr lang="en-US" sz="3200" dirty="0"/>
              <a:t>9</a:t>
            </a:r>
          </a:p>
        </p:txBody>
      </p:sp>
      <p:sp>
        <p:nvSpPr>
          <p:cNvPr id="15" name="TextBox 14">
            <a:extLst>
              <a:ext uri="{FF2B5EF4-FFF2-40B4-BE49-F238E27FC236}">
                <a16:creationId xmlns:a16="http://schemas.microsoft.com/office/drawing/2014/main" id="{457EC0F4-93F4-B909-A2CE-AFCEAE20DF82}"/>
              </a:ext>
            </a:extLst>
          </p:cNvPr>
          <p:cNvSpPr txBox="1"/>
          <p:nvPr/>
        </p:nvSpPr>
        <p:spPr>
          <a:xfrm>
            <a:off x="6214537" y="1727886"/>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16" name="TextBox 15">
            <a:extLst>
              <a:ext uri="{FF2B5EF4-FFF2-40B4-BE49-F238E27FC236}">
                <a16:creationId xmlns:a16="http://schemas.microsoft.com/office/drawing/2014/main" id="{9FCE9D1E-B050-98D4-DC50-B25210A11CC4}"/>
              </a:ext>
            </a:extLst>
          </p:cNvPr>
          <p:cNvSpPr txBox="1"/>
          <p:nvPr/>
        </p:nvSpPr>
        <p:spPr>
          <a:xfrm>
            <a:off x="6714071" y="172788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17" name="TextBox 16">
            <a:extLst>
              <a:ext uri="{FF2B5EF4-FFF2-40B4-BE49-F238E27FC236}">
                <a16:creationId xmlns:a16="http://schemas.microsoft.com/office/drawing/2014/main" id="{C6FD2ACF-183C-F957-5116-EBE492F6929B}"/>
              </a:ext>
            </a:extLst>
          </p:cNvPr>
          <p:cNvSpPr txBox="1"/>
          <p:nvPr/>
        </p:nvSpPr>
        <p:spPr>
          <a:xfrm>
            <a:off x="3716867" y="223122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18" name="TextBox 17">
            <a:extLst>
              <a:ext uri="{FF2B5EF4-FFF2-40B4-BE49-F238E27FC236}">
                <a16:creationId xmlns:a16="http://schemas.microsoft.com/office/drawing/2014/main" id="{34EEA87E-0C4C-77A0-1F5F-CEFF574FDDA6}"/>
              </a:ext>
            </a:extLst>
          </p:cNvPr>
          <p:cNvSpPr txBox="1"/>
          <p:nvPr/>
        </p:nvSpPr>
        <p:spPr>
          <a:xfrm>
            <a:off x="5215469" y="2231221"/>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19" name="TextBox 18">
            <a:extLst>
              <a:ext uri="{FF2B5EF4-FFF2-40B4-BE49-F238E27FC236}">
                <a16:creationId xmlns:a16="http://schemas.microsoft.com/office/drawing/2014/main" id="{62D70FE8-D566-D98D-5C47-D0C0B1F55208}"/>
              </a:ext>
            </a:extLst>
          </p:cNvPr>
          <p:cNvSpPr txBox="1"/>
          <p:nvPr/>
        </p:nvSpPr>
        <p:spPr>
          <a:xfrm>
            <a:off x="5715003" y="2231221"/>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20" name="TextBox 19">
            <a:extLst>
              <a:ext uri="{FF2B5EF4-FFF2-40B4-BE49-F238E27FC236}">
                <a16:creationId xmlns:a16="http://schemas.microsoft.com/office/drawing/2014/main" id="{F8983747-FE4F-921C-DE28-FAC21121C83F}"/>
              </a:ext>
            </a:extLst>
          </p:cNvPr>
          <p:cNvSpPr txBox="1"/>
          <p:nvPr/>
        </p:nvSpPr>
        <p:spPr>
          <a:xfrm>
            <a:off x="6214537" y="2231221"/>
            <a:ext cx="462845" cy="584775"/>
          </a:xfrm>
          <a:prstGeom prst="rect">
            <a:avLst/>
          </a:prstGeom>
          <a:solidFill>
            <a:srgbClr val="FF0000">
              <a:alpha val="30000"/>
            </a:srgbClr>
          </a:solidFill>
        </p:spPr>
        <p:txBody>
          <a:bodyPr wrap="square" rtlCol="0">
            <a:spAutoFit/>
          </a:bodyPr>
          <a:lstStyle/>
          <a:p>
            <a:pPr algn="ctr"/>
            <a:r>
              <a:rPr lang="en-US" sz="3200" dirty="0"/>
              <a:t>4</a:t>
            </a:r>
          </a:p>
        </p:txBody>
      </p:sp>
      <p:sp>
        <p:nvSpPr>
          <p:cNvPr id="21" name="TextBox 20">
            <a:extLst>
              <a:ext uri="{FF2B5EF4-FFF2-40B4-BE49-F238E27FC236}">
                <a16:creationId xmlns:a16="http://schemas.microsoft.com/office/drawing/2014/main" id="{AD20F061-C6D9-01C6-3A63-3538442EA6AE}"/>
              </a:ext>
            </a:extLst>
          </p:cNvPr>
          <p:cNvSpPr txBox="1"/>
          <p:nvPr/>
        </p:nvSpPr>
        <p:spPr>
          <a:xfrm>
            <a:off x="6714071" y="223122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2" name="TextBox 21">
            <a:extLst>
              <a:ext uri="{FF2B5EF4-FFF2-40B4-BE49-F238E27FC236}">
                <a16:creationId xmlns:a16="http://schemas.microsoft.com/office/drawing/2014/main" id="{782C7522-F510-5CE1-0DB4-74D81CB36A94}"/>
              </a:ext>
            </a:extLst>
          </p:cNvPr>
          <p:cNvSpPr txBox="1"/>
          <p:nvPr/>
        </p:nvSpPr>
        <p:spPr>
          <a:xfrm>
            <a:off x="4216401" y="2734556"/>
            <a:ext cx="462845" cy="584775"/>
          </a:xfrm>
          <a:prstGeom prst="rect">
            <a:avLst/>
          </a:prstGeom>
          <a:solidFill>
            <a:srgbClr val="FF0000">
              <a:alpha val="30000"/>
            </a:srgbClr>
          </a:solidFill>
        </p:spPr>
        <p:txBody>
          <a:bodyPr wrap="square" rtlCol="0">
            <a:spAutoFit/>
          </a:bodyPr>
          <a:lstStyle/>
          <a:p>
            <a:pPr algn="ctr"/>
            <a:r>
              <a:rPr lang="en-US" sz="3200" dirty="0"/>
              <a:t>4</a:t>
            </a:r>
          </a:p>
        </p:txBody>
      </p:sp>
      <p:sp>
        <p:nvSpPr>
          <p:cNvPr id="23" name="TextBox 22">
            <a:extLst>
              <a:ext uri="{FF2B5EF4-FFF2-40B4-BE49-F238E27FC236}">
                <a16:creationId xmlns:a16="http://schemas.microsoft.com/office/drawing/2014/main" id="{6A8E2ABB-B879-0BC0-5626-7E8B3D54ACD1}"/>
              </a:ext>
            </a:extLst>
          </p:cNvPr>
          <p:cNvSpPr txBox="1"/>
          <p:nvPr/>
        </p:nvSpPr>
        <p:spPr>
          <a:xfrm>
            <a:off x="5215469" y="2734556"/>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4" name="TextBox 23">
            <a:extLst>
              <a:ext uri="{FF2B5EF4-FFF2-40B4-BE49-F238E27FC236}">
                <a16:creationId xmlns:a16="http://schemas.microsoft.com/office/drawing/2014/main" id="{5F658FA8-F358-B70F-8CDB-78D1F44D1F04}"/>
              </a:ext>
            </a:extLst>
          </p:cNvPr>
          <p:cNvSpPr txBox="1"/>
          <p:nvPr/>
        </p:nvSpPr>
        <p:spPr>
          <a:xfrm>
            <a:off x="6714071" y="2734556"/>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25" name="TextBox 24">
            <a:extLst>
              <a:ext uri="{FF2B5EF4-FFF2-40B4-BE49-F238E27FC236}">
                <a16:creationId xmlns:a16="http://schemas.microsoft.com/office/drawing/2014/main" id="{FDAEC54B-F7DF-DD03-EE4C-A90975000E08}"/>
              </a:ext>
            </a:extLst>
          </p:cNvPr>
          <p:cNvSpPr txBox="1"/>
          <p:nvPr/>
        </p:nvSpPr>
        <p:spPr>
          <a:xfrm>
            <a:off x="3716867" y="323789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6" name="TextBox 25">
            <a:extLst>
              <a:ext uri="{FF2B5EF4-FFF2-40B4-BE49-F238E27FC236}">
                <a16:creationId xmlns:a16="http://schemas.microsoft.com/office/drawing/2014/main" id="{8CF85B16-F2B1-EE04-D050-11CFE8E07CD4}"/>
              </a:ext>
            </a:extLst>
          </p:cNvPr>
          <p:cNvSpPr txBox="1"/>
          <p:nvPr/>
        </p:nvSpPr>
        <p:spPr>
          <a:xfrm>
            <a:off x="4715935" y="323789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27" name="TextBox 26">
            <a:extLst>
              <a:ext uri="{FF2B5EF4-FFF2-40B4-BE49-F238E27FC236}">
                <a16:creationId xmlns:a16="http://schemas.microsoft.com/office/drawing/2014/main" id="{395E3D26-F10A-016F-26EC-F1BB2136450B}"/>
              </a:ext>
            </a:extLst>
          </p:cNvPr>
          <p:cNvSpPr txBox="1"/>
          <p:nvPr/>
        </p:nvSpPr>
        <p:spPr>
          <a:xfrm>
            <a:off x="5215469" y="323789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28" name="TextBox 27">
            <a:extLst>
              <a:ext uri="{FF2B5EF4-FFF2-40B4-BE49-F238E27FC236}">
                <a16:creationId xmlns:a16="http://schemas.microsoft.com/office/drawing/2014/main" id="{5C8D63CD-5295-B4B2-3643-C718034B3EFA}"/>
              </a:ext>
            </a:extLst>
          </p:cNvPr>
          <p:cNvSpPr txBox="1"/>
          <p:nvPr/>
        </p:nvSpPr>
        <p:spPr>
          <a:xfrm>
            <a:off x="7213604" y="3237891"/>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29" name="TextBox 28">
            <a:extLst>
              <a:ext uri="{FF2B5EF4-FFF2-40B4-BE49-F238E27FC236}">
                <a16:creationId xmlns:a16="http://schemas.microsoft.com/office/drawing/2014/main" id="{922D45E8-A027-2877-568A-BAB27F4AA6AF}"/>
              </a:ext>
            </a:extLst>
          </p:cNvPr>
          <p:cNvSpPr txBox="1"/>
          <p:nvPr/>
        </p:nvSpPr>
        <p:spPr>
          <a:xfrm>
            <a:off x="3217333" y="3741226"/>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30" name="TextBox 29">
            <a:extLst>
              <a:ext uri="{FF2B5EF4-FFF2-40B4-BE49-F238E27FC236}">
                <a16:creationId xmlns:a16="http://schemas.microsoft.com/office/drawing/2014/main" id="{CF5B12AE-0BCA-A494-E769-0506355F2D72}"/>
              </a:ext>
            </a:extLst>
          </p:cNvPr>
          <p:cNvSpPr txBox="1"/>
          <p:nvPr/>
        </p:nvSpPr>
        <p:spPr>
          <a:xfrm>
            <a:off x="3716867" y="374122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31" name="TextBox 30">
            <a:extLst>
              <a:ext uri="{FF2B5EF4-FFF2-40B4-BE49-F238E27FC236}">
                <a16:creationId xmlns:a16="http://schemas.microsoft.com/office/drawing/2014/main" id="{7BDE6F53-702B-863D-AAFB-30E7384D8C15}"/>
              </a:ext>
            </a:extLst>
          </p:cNvPr>
          <p:cNvSpPr txBox="1"/>
          <p:nvPr/>
        </p:nvSpPr>
        <p:spPr>
          <a:xfrm>
            <a:off x="5715003" y="3741226"/>
            <a:ext cx="462845" cy="584775"/>
          </a:xfrm>
          <a:prstGeom prst="rect">
            <a:avLst/>
          </a:prstGeom>
          <a:solidFill>
            <a:srgbClr val="FFFF00">
              <a:alpha val="30000"/>
            </a:srgbClr>
          </a:solidFill>
        </p:spPr>
        <p:txBody>
          <a:bodyPr wrap="square" rtlCol="0">
            <a:spAutoFit/>
          </a:bodyPr>
          <a:lstStyle/>
          <a:p>
            <a:pPr algn="ctr"/>
            <a:r>
              <a:rPr lang="en-US" sz="3200" dirty="0"/>
              <a:t>9</a:t>
            </a:r>
          </a:p>
        </p:txBody>
      </p:sp>
      <p:sp>
        <p:nvSpPr>
          <p:cNvPr id="32" name="TextBox 31">
            <a:extLst>
              <a:ext uri="{FF2B5EF4-FFF2-40B4-BE49-F238E27FC236}">
                <a16:creationId xmlns:a16="http://schemas.microsoft.com/office/drawing/2014/main" id="{7D9529AF-F245-091A-DCFA-6E21D6931B06}"/>
              </a:ext>
            </a:extLst>
          </p:cNvPr>
          <p:cNvSpPr txBox="1"/>
          <p:nvPr/>
        </p:nvSpPr>
        <p:spPr>
          <a:xfrm>
            <a:off x="6214537" y="3741226"/>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33" name="TextBox 32">
            <a:extLst>
              <a:ext uri="{FF2B5EF4-FFF2-40B4-BE49-F238E27FC236}">
                <a16:creationId xmlns:a16="http://schemas.microsoft.com/office/drawing/2014/main" id="{74532B90-410A-3188-C94A-B1C2CE558DD8}"/>
              </a:ext>
            </a:extLst>
          </p:cNvPr>
          <p:cNvSpPr txBox="1"/>
          <p:nvPr/>
        </p:nvSpPr>
        <p:spPr>
          <a:xfrm>
            <a:off x="6714071" y="374122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34" name="TextBox 33">
            <a:extLst>
              <a:ext uri="{FF2B5EF4-FFF2-40B4-BE49-F238E27FC236}">
                <a16:creationId xmlns:a16="http://schemas.microsoft.com/office/drawing/2014/main" id="{7ABF2E30-A3BF-758E-10DE-95DB54481511}"/>
              </a:ext>
            </a:extLst>
          </p:cNvPr>
          <p:cNvSpPr txBox="1"/>
          <p:nvPr/>
        </p:nvSpPr>
        <p:spPr>
          <a:xfrm>
            <a:off x="7213604" y="3741226"/>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35" name="TextBox 34">
            <a:extLst>
              <a:ext uri="{FF2B5EF4-FFF2-40B4-BE49-F238E27FC236}">
                <a16:creationId xmlns:a16="http://schemas.microsoft.com/office/drawing/2014/main" id="{43D25C69-C373-0E7F-FE81-8D0318E4FC74}"/>
              </a:ext>
            </a:extLst>
          </p:cNvPr>
          <p:cNvSpPr txBox="1"/>
          <p:nvPr/>
        </p:nvSpPr>
        <p:spPr>
          <a:xfrm>
            <a:off x="3217333" y="424456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36" name="TextBox 35">
            <a:extLst>
              <a:ext uri="{FF2B5EF4-FFF2-40B4-BE49-F238E27FC236}">
                <a16:creationId xmlns:a16="http://schemas.microsoft.com/office/drawing/2014/main" id="{4DBB34E6-4E2F-1C34-D871-ADAA2B9277F6}"/>
              </a:ext>
            </a:extLst>
          </p:cNvPr>
          <p:cNvSpPr txBox="1"/>
          <p:nvPr/>
        </p:nvSpPr>
        <p:spPr>
          <a:xfrm>
            <a:off x="4216401" y="4244561"/>
            <a:ext cx="462845" cy="584775"/>
          </a:xfrm>
          <a:prstGeom prst="rect">
            <a:avLst/>
          </a:prstGeom>
          <a:solidFill>
            <a:srgbClr val="FF0000">
              <a:alpha val="30000"/>
            </a:srgbClr>
          </a:solidFill>
        </p:spPr>
        <p:txBody>
          <a:bodyPr wrap="square" rtlCol="0">
            <a:spAutoFit/>
          </a:bodyPr>
          <a:lstStyle/>
          <a:p>
            <a:pPr algn="ctr"/>
            <a:r>
              <a:rPr lang="en-US" sz="3200" dirty="0"/>
              <a:t>3</a:t>
            </a:r>
          </a:p>
        </p:txBody>
      </p:sp>
      <p:sp>
        <p:nvSpPr>
          <p:cNvPr id="37" name="TextBox 36">
            <a:extLst>
              <a:ext uri="{FF2B5EF4-FFF2-40B4-BE49-F238E27FC236}">
                <a16:creationId xmlns:a16="http://schemas.microsoft.com/office/drawing/2014/main" id="{57C218A6-5AA9-9296-7E2D-AEAFA17AFC5C}"/>
              </a:ext>
            </a:extLst>
          </p:cNvPr>
          <p:cNvSpPr txBox="1"/>
          <p:nvPr/>
        </p:nvSpPr>
        <p:spPr>
          <a:xfrm>
            <a:off x="5715003" y="424456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38" name="TextBox 37">
            <a:extLst>
              <a:ext uri="{FF2B5EF4-FFF2-40B4-BE49-F238E27FC236}">
                <a16:creationId xmlns:a16="http://schemas.microsoft.com/office/drawing/2014/main" id="{E1E0C5BB-B3AF-B00C-5DFF-47C69F9BE051}"/>
              </a:ext>
            </a:extLst>
          </p:cNvPr>
          <p:cNvSpPr txBox="1"/>
          <p:nvPr/>
        </p:nvSpPr>
        <p:spPr>
          <a:xfrm>
            <a:off x="6214537" y="424456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39" name="TextBox 38">
            <a:extLst>
              <a:ext uri="{FF2B5EF4-FFF2-40B4-BE49-F238E27FC236}">
                <a16:creationId xmlns:a16="http://schemas.microsoft.com/office/drawing/2014/main" id="{73533633-E389-C7EA-22E7-F878E8413103}"/>
              </a:ext>
            </a:extLst>
          </p:cNvPr>
          <p:cNvSpPr txBox="1"/>
          <p:nvPr/>
        </p:nvSpPr>
        <p:spPr>
          <a:xfrm>
            <a:off x="6714071" y="4244561"/>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40" name="TextBox 39">
            <a:extLst>
              <a:ext uri="{FF2B5EF4-FFF2-40B4-BE49-F238E27FC236}">
                <a16:creationId xmlns:a16="http://schemas.microsoft.com/office/drawing/2014/main" id="{BCAAA64F-ED17-8EED-F70C-AB20A5DA1895}"/>
              </a:ext>
            </a:extLst>
          </p:cNvPr>
          <p:cNvSpPr txBox="1"/>
          <p:nvPr/>
        </p:nvSpPr>
        <p:spPr>
          <a:xfrm>
            <a:off x="7213604" y="4244561"/>
            <a:ext cx="462845" cy="584775"/>
          </a:xfrm>
          <a:prstGeom prst="rect">
            <a:avLst/>
          </a:prstGeom>
          <a:solidFill>
            <a:srgbClr val="00B050">
              <a:alpha val="40000"/>
            </a:srgbClr>
          </a:solidFill>
        </p:spPr>
        <p:txBody>
          <a:bodyPr wrap="square" rtlCol="0">
            <a:spAutoFit/>
          </a:bodyPr>
          <a:lstStyle/>
          <a:p>
            <a:pPr algn="ctr"/>
            <a:r>
              <a:rPr lang="en-US" sz="3200" dirty="0"/>
              <a:t>9</a:t>
            </a:r>
          </a:p>
        </p:txBody>
      </p:sp>
      <p:sp>
        <p:nvSpPr>
          <p:cNvPr id="41" name="TextBox 40">
            <a:extLst>
              <a:ext uri="{FF2B5EF4-FFF2-40B4-BE49-F238E27FC236}">
                <a16:creationId xmlns:a16="http://schemas.microsoft.com/office/drawing/2014/main" id="{B902232D-2D65-2A6B-A10C-12001BEB9B7A}"/>
              </a:ext>
            </a:extLst>
          </p:cNvPr>
          <p:cNvSpPr txBox="1"/>
          <p:nvPr/>
        </p:nvSpPr>
        <p:spPr>
          <a:xfrm>
            <a:off x="3217333" y="4747898"/>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42" name="TextBox 41">
            <a:extLst>
              <a:ext uri="{FF2B5EF4-FFF2-40B4-BE49-F238E27FC236}">
                <a16:creationId xmlns:a16="http://schemas.microsoft.com/office/drawing/2014/main" id="{68B41CE4-F7D9-D20A-95AC-A52332AB6BB2}"/>
              </a:ext>
            </a:extLst>
          </p:cNvPr>
          <p:cNvSpPr txBox="1"/>
          <p:nvPr/>
        </p:nvSpPr>
        <p:spPr>
          <a:xfrm>
            <a:off x="3716867" y="4747898"/>
            <a:ext cx="462845" cy="584775"/>
          </a:xfrm>
          <a:prstGeom prst="rect">
            <a:avLst/>
          </a:prstGeom>
          <a:solidFill>
            <a:srgbClr val="FFFF00">
              <a:alpha val="30000"/>
            </a:srgbClr>
          </a:solidFill>
        </p:spPr>
        <p:txBody>
          <a:bodyPr wrap="square" rtlCol="0">
            <a:spAutoFit/>
          </a:bodyPr>
          <a:lstStyle/>
          <a:p>
            <a:pPr algn="ctr"/>
            <a:r>
              <a:rPr lang="en-US" sz="3200" dirty="0"/>
              <a:t>9</a:t>
            </a:r>
          </a:p>
        </p:txBody>
      </p:sp>
      <p:sp>
        <p:nvSpPr>
          <p:cNvPr id="43" name="TextBox 42">
            <a:extLst>
              <a:ext uri="{FF2B5EF4-FFF2-40B4-BE49-F238E27FC236}">
                <a16:creationId xmlns:a16="http://schemas.microsoft.com/office/drawing/2014/main" id="{8A5F0788-758B-C1EF-2A3F-4D823E0D51CC}"/>
              </a:ext>
            </a:extLst>
          </p:cNvPr>
          <p:cNvSpPr txBox="1"/>
          <p:nvPr/>
        </p:nvSpPr>
        <p:spPr>
          <a:xfrm>
            <a:off x="4216401" y="4747898"/>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44" name="TextBox 43">
            <a:extLst>
              <a:ext uri="{FF2B5EF4-FFF2-40B4-BE49-F238E27FC236}">
                <a16:creationId xmlns:a16="http://schemas.microsoft.com/office/drawing/2014/main" id="{4D97E0E1-C40C-BBE6-623D-C1D0999FB3E0}"/>
              </a:ext>
            </a:extLst>
          </p:cNvPr>
          <p:cNvSpPr txBox="1"/>
          <p:nvPr/>
        </p:nvSpPr>
        <p:spPr>
          <a:xfrm>
            <a:off x="7157158" y="1522145"/>
            <a:ext cx="570089" cy="230832"/>
          </a:xfrm>
          <a:prstGeom prst="rect">
            <a:avLst/>
          </a:prstGeom>
          <a:noFill/>
        </p:spPr>
        <p:txBody>
          <a:bodyPr wrap="square" rtlCol="0">
            <a:spAutoFit/>
          </a:bodyPr>
          <a:lstStyle/>
          <a:p>
            <a:pPr algn="ctr"/>
            <a:r>
              <a:rPr lang="en-US" sz="900" dirty="0"/>
              <a:t>57</a:t>
            </a:r>
          </a:p>
        </p:txBody>
      </p:sp>
      <p:sp>
        <p:nvSpPr>
          <p:cNvPr id="45" name="TextBox 44">
            <a:extLst>
              <a:ext uri="{FF2B5EF4-FFF2-40B4-BE49-F238E27FC236}">
                <a16:creationId xmlns:a16="http://schemas.microsoft.com/office/drawing/2014/main" id="{D930B22D-2DCA-A475-F560-CC55B75BF839}"/>
              </a:ext>
            </a:extLst>
          </p:cNvPr>
          <p:cNvSpPr txBox="1"/>
          <p:nvPr/>
        </p:nvSpPr>
        <p:spPr>
          <a:xfrm>
            <a:off x="4143022" y="5028752"/>
            <a:ext cx="570089" cy="230832"/>
          </a:xfrm>
          <a:prstGeom prst="rect">
            <a:avLst/>
          </a:prstGeom>
          <a:noFill/>
        </p:spPr>
        <p:txBody>
          <a:bodyPr wrap="square" rtlCol="0">
            <a:spAutoFit/>
          </a:bodyPr>
          <a:lstStyle/>
          <a:p>
            <a:pPr algn="ctr"/>
            <a:r>
              <a:rPr lang="en-US" sz="900" dirty="0"/>
              <a:t>57</a:t>
            </a:r>
          </a:p>
        </p:txBody>
      </p:sp>
      <p:sp>
        <p:nvSpPr>
          <p:cNvPr id="50" name="TextBox 49">
            <a:extLst>
              <a:ext uri="{FF2B5EF4-FFF2-40B4-BE49-F238E27FC236}">
                <a16:creationId xmlns:a16="http://schemas.microsoft.com/office/drawing/2014/main" id="{D3C85981-3619-1B41-169A-14B741D2D8FB}"/>
              </a:ext>
            </a:extLst>
          </p:cNvPr>
          <p:cNvSpPr txBox="1"/>
          <p:nvPr/>
        </p:nvSpPr>
        <p:spPr>
          <a:xfrm>
            <a:off x="6152446" y="1402877"/>
            <a:ext cx="570089" cy="230832"/>
          </a:xfrm>
          <a:prstGeom prst="rect">
            <a:avLst/>
          </a:prstGeom>
          <a:noFill/>
        </p:spPr>
        <p:txBody>
          <a:bodyPr wrap="square" rtlCol="0">
            <a:spAutoFit/>
          </a:bodyPr>
          <a:lstStyle/>
          <a:p>
            <a:pPr algn="ctr"/>
            <a:r>
              <a:rPr lang="en-US" sz="900" dirty="0"/>
              <a:t>5678</a:t>
            </a:r>
          </a:p>
        </p:txBody>
      </p:sp>
      <p:sp>
        <p:nvSpPr>
          <p:cNvPr id="51" name="TextBox 50">
            <a:extLst>
              <a:ext uri="{FF2B5EF4-FFF2-40B4-BE49-F238E27FC236}">
                <a16:creationId xmlns:a16="http://schemas.microsoft.com/office/drawing/2014/main" id="{D7CDFF50-BF44-BF8A-C34F-AA2274873EBC}"/>
              </a:ext>
            </a:extLst>
          </p:cNvPr>
          <p:cNvSpPr txBox="1"/>
          <p:nvPr/>
        </p:nvSpPr>
        <p:spPr>
          <a:xfrm>
            <a:off x="3138310" y="4408541"/>
            <a:ext cx="570089" cy="230832"/>
          </a:xfrm>
          <a:prstGeom prst="rect">
            <a:avLst/>
          </a:prstGeom>
          <a:noFill/>
        </p:spPr>
        <p:txBody>
          <a:bodyPr wrap="square" rtlCol="0">
            <a:spAutoFit/>
          </a:bodyPr>
          <a:lstStyle/>
          <a:p>
            <a:pPr algn="ctr"/>
            <a:r>
              <a:rPr lang="en-US" sz="900" dirty="0"/>
              <a:t>5678</a:t>
            </a:r>
          </a:p>
        </p:txBody>
      </p:sp>
      <p:sp>
        <p:nvSpPr>
          <p:cNvPr id="52" name="TextBox 51">
            <a:extLst>
              <a:ext uri="{FF2B5EF4-FFF2-40B4-BE49-F238E27FC236}">
                <a16:creationId xmlns:a16="http://schemas.microsoft.com/office/drawing/2014/main" id="{8BC039F6-5F1A-A763-5230-5935B37A6A49}"/>
              </a:ext>
            </a:extLst>
          </p:cNvPr>
          <p:cNvSpPr txBox="1"/>
          <p:nvPr/>
        </p:nvSpPr>
        <p:spPr>
          <a:xfrm>
            <a:off x="3640666" y="3406653"/>
            <a:ext cx="570089" cy="230832"/>
          </a:xfrm>
          <a:prstGeom prst="rect">
            <a:avLst/>
          </a:prstGeom>
          <a:noFill/>
        </p:spPr>
        <p:txBody>
          <a:bodyPr wrap="square" rtlCol="0">
            <a:spAutoFit/>
          </a:bodyPr>
          <a:lstStyle/>
          <a:p>
            <a:pPr algn="ctr"/>
            <a:r>
              <a:rPr lang="en-US" sz="900" dirty="0"/>
              <a:t>23567</a:t>
            </a:r>
          </a:p>
        </p:txBody>
      </p:sp>
      <p:sp>
        <p:nvSpPr>
          <p:cNvPr id="53" name="TextBox 52">
            <a:extLst>
              <a:ext uri="{FF2B5EF4-FFF2-40B4-BE49-F238E27FC236}">
                <a16:creationId xmlns:a16="http://schemas.microsoft.com/office/drawing/2014/main" id="{023533E6-3ACB-E6C5-4893-5BD2D7A14BB1}"/>
              </a:ext>
            </a:extLst>
          </p:cNvPr>
          <p:cNvSpPr txBox="1"/>
          <p:nvPr/>
        </p:nvSpPr>
        <p:spPr>
          <a:xfrm>
            <a:off x="3640666" y="4026865"/>
            <a:ext cx="570089" cy="230832"/>
          </a:xfrm>
          <a:prstGeom prst="rect">
            <a:avLst/>
          </a:prstGeom>
          <a:noFill/>
        </p:spPr>
        <p:txBody>
          <a:bodyPr wrap="square" rtlCol="0">
            <a:spAutoFit/>
          </a:bodyPr>
          <a:lstStyle/>
          <a:p>
            <a:pPr algn="ctr"/>
            <a:r>
              <a:rPr lang="en-US" sz="900" dirty="0"/>
              <a:t>5678</a:t>
            </a:r>
          </a:p>
        </p:txBody>
      </p:sp>
      <p:sp>
        <p:nvSpPr>
          <p:cNvPr id="54" name="TextBox 53">
            <a:extLst>
              <a:ext uri="{FF2B5EF4-FFF2-40B4-BE49-F238E27FC236}">
                <a16:creationId xmlns:a16="http://schemas.microsoft.com/office/drawing/2014/main" id="{7C74BC19-FA90-6781-34E1-7E6454BACC3C}"/>
              </a:ext>
            </a:extLst>
          </p:cNvPr>
          <p:cNvSpPr txBox="1"/>
          <p:nvPr/>
        </p:nvSpPr>
        <p:spPr>
          <a:xfrm>
            <a:off x="3138310" y="3788329"/>
            <a:ext cx="570089" cy="230832"/>
          </a:xfrm>
          <a:prstGeom prst="rect">
            <a:avLst/>
          </a:prstGeom>
          <a:noFill/>
        </p:spPr>
        <p:txBody>
          <a:bodyPr wrap="square" rtlCol="0">
            <a:spAutoFit/>
          </a:bodyPr>
          <a:lstStyle/>
          <a:p>
            <a:pPr algn="ctr"/>
            <a:r>
              <a:rPr lang="en-US" sz="900" dirty="0"/>
              <a:t>15678</a:t>
            </a:r>
          </a:p>
        </p:txBody>
      </p:sp>
      <p:sp>
        <p:nvSpPr>
          <p:cNvPr id="55" name="TextBox 54">
            <a:extLst>
              <a:ext uri="{FF2B5EF4-FFF2-40B4-BE49-F238E27FC236}">
                <a16:creationId xmlns:a16="http://schemas.microsoft.com/office/drawing/2014/main" id="{29B766DF-B5C0-CB33-C54C-C16E0BBF16D5}"/>
              </a:ext>
            </a:extLst>
          </p:cNvPr>
          <p:cNvSpPr txBox="1"/>
          <p:nvPr/>
        </p:nvSpPr>
        <p:spPr>
          <a:xfrm>
            <a:off x="6152446" y="2023089"/>
            <a:ext cx="570089" cy="230832"/>
          </a:xfrm>
          <a:prstGeom prst="rect">
            <a:avLst/>
          </a:prstGeom>
          <a:noFill/>
        </p:spPr>
        <p:txBody>
          <a:bodyPr wrap="square" rtlCol="0">
            <a:spAutoFit/>
          </a:bodyPr>
          <a:lstStyle/>
          <a:p>
            <a:pPr algn="ctr"/>
            <a:r>
              <a:rPr lang="en-US" sz="900" dirty="0"/>
              <a:t>15678</a:t>
            </a:r>
          </a:p>
        </p:txBody>
      </p:sp>
      <p:sp>
        <p:nvSpPr>
          <p:cNvPr id="56" name="TextBox 55">
            <a:extLst>
              <a:ext uri="{FF2B5EF4-FFF2-40B4-BE49-F238E27FC236}">
                <a16:creationId xmlns:a16="http://schemas.microsoft.com/office/drawing/2014/main" id="{31812C51-734F-37AA-E140-0FBB61D1C2A9}"/>
              </a:ext>
            </a:extLst>
          </p:cNvPr>
          <p:cNvSpPr txBox="1"/>
          <p:nvPr/>
        </p:nvSpPr>
        <p:spPr>
          <a:xfrm>
            <a:off x="6654802" y="1784553"/>
            <a:ext cx="570089" cy="230832"/>
          </a:xfrm>
          <a:prstGeom prst="rect">
            <a:avLst/>
          </a:prstGeom>
          <a:noFill/>
        </p:spPr>
        <p:txBody>
          <a:bodyPr wrap="square" rtlCol="0">
            <a:spAutoFit/>
          </a:bodyPr>
          <a:lstStyle/>
          <a:p>
            <a:pPr algn="ctr"/>
            <a:r>
              <a:rPr lang="en-US" sz="900" dirty="0"/>
              <a:t>5678</a:t>
            </a:r>
          </a:p>
        </p:txBody>
      </p:sp>
      <p:sp>
        <p:nvSpPr>
          <p:cNvPr id="57" name="TextBox 56">
            <a:extLst>
              <a:ext uri="{FF2B5EF4-FFF2-40B4-BE49-F238E27FC236}">
                <a16:creationId xmlns:a16="http://schemas.microsoft.com/office/drawing/2014/main" id="{D24737BD-BFC1-655B-CAB5-FCF297D54A97}"/>
              </a:ext>
            </a:extLst>
          </p:cNvPr>
          <p:cNvSpPr txBox="1"/>
          <p:nvPr/>
        </p:nvSpPr>
        <p:spPr>
          <a:xfrm>
            <a:off x="6654802" y="2524033"/>
            <a:ext cx="570089" cy="230832"/>
          </a:xfrm>
          <a:prstGeom prst="rect">
            <a:avLst/>
          </a:prstGeom>
          <a:noFill/>
        </p:spPr>
        <p:txBody>
          <a:bodyPr wrap="square" rtlCol="0">
            <a:spAutoFit/>
          </a:bodyPr>
          <a:lstStyle/>
          <a:p>
            <a:pPr algn="ctr"/>
            <a:r>
              <a:rPr lang="en-US" sz="900" dirty="0"/>
              <a:t>23567</a:t>
            </a:r>
          </a:p>
        </p:txBody>
      </p:sp>
      <p:sp>
        <p:nvSpPr>
          <p:cNvPr id="58" name="TextBox 57">
            <a:extLst>
              <a:ext uri="{FF2B5EF4-FFF2-40B4-BE49-F238E27FC236}">
                <a16:creationId xmlns:a16="http://schemas.microsoft.com/office/drawing/2014/main" id="{EC062B61-E1F2-CA41-B19A-17F8D2A6DE9A}"/>
              </a:ext>
            </a:extLst>
          </p:cNvPr>
          <p:cNvSpPr txBox="1"/>
          <p:nvPr/>
        </p:nvSpPr>
        <p:spPr>
          <a:xfrm>
            <a:off x="4143022" y="1903821"/>
            <a:ext cx="570089" cy="230832"/>
          </a:xfrm>
          <a:prstGeom prst="rect">
            <a:avLst/>
          </a:prstGeom>
          <a:noFill/>
        </p:spPr>
        <p:txBody>
          <a:bodyPr wrap="square" rtlCol="0">
            <a:spAutoFit/>
          </a:bodyPr>
          <a:lstStyle/>
          <a:p>
            <a:pPr algn="ctr"/>
            <a:r>
              <a:rPr lang="en-US" sz="900" dirty="0"/>
              <a:t>75</a:t>
            </a:r>
          </a:p>
        </p:txBody>
      </p:sp>
      <p:sp>
        <p:nvSpPr>
          <p:cNvPr id="59" name="TextBox 58">
            <a:extLst>
              <a:ext uri="{FF2B5EF4-FFF2-40B4-BE49-F238E27FC236}">
                <a16:creationId xmlns:a16="http://schemas.microsoft.com/office/drawing/2014/main" id="{3D02BD9C-7E1D-8FA4-1B40-EEA010E2B3CD}"/>
              </a:ext>
            </a:extLst>
          </p:cNvPr>
          <p:cNvSpPr txBox="1"/>
          <p:nvPr/>
        </p:nvSpPr>
        <p:spPr>
          <a:xfrm>
            <a:off x="3640666" y="2404765"/>
            <a:ext cx="570089" cy="230832"/>
          </a:xfrm>
          <a:prstGeom prst="rect">
            <a:avLst/>
          </a:prstGeom>
          <a:noFill/>
        </p:spPr>
        <p:txBody>
          <a:bodyPr wrap="square" rtlCol="0">
            <a:spAutoFit/>
          </a:bodyPr>
          <a:lstStyle/>
          <a:p>
            <a:pPr algn="ctr"/>
            <a:r>
              <a:rPr lang="en-US" sz="900" dirty="0"/>
              <a:t>23567</a:t>
            </a:r>
          </a:p>
        </p:txBody>
      </p:sp>
      <p:sp>
        <p:nvSpPr>
          <p:cNvPr id="62" name="TextBox 61">
            <a:extLst>
              <a:ext uri="{FF2B5EF4-FFF2-40B4-BE49-F238E27FC236}">
                <a16:creationId xmlns:a16="http://schemas.microsoft.com/office/drawing/2014/main" id="{BCC9149D-9FDF-CA37-DAF1-999FA53E8957}"/>
              </a:ext>
            </a:extLst>
          </p:cNvPr>
          <p:cNvSpPr txBox="1"/>
          <p:nvPr/>
        </p:nvSpPr>
        <p:spPr>
          <a:xfrm>
            <a:off x="6654802" y="2905709"/>
            <a:ext cx="570089" cy="230832"/>
          </a:xfrm>
          <a:prstGeom prst="rect">
            <a:avLst/>
          </a:prstGeom>
          <a:noFill/>
        </p:spPr>
        <p:txBody>
          <a:bodyPr wrap="square" rtlCol="0">
            <a:spAutoFit/>
          </a:bodyPr>
          <a:lstStyle/>
          <a:p>
            <a:pPr algn="ctr"/>
            <a:r>
              <a:rPr lang="en-US" sz="900" dirty="0"/>
              <a:t>23567</a:t>
            </a:r>
          </a:p>
        </p:txBody>
      </p:sp>
      <p:sp>
        <p:nvSpPr>
          <p:cNvPr id="63" name="TextBox 62">
            <a:extLst>
              <a:ext uri="{FF2B5EF4-FFF2-40B4-BE49-F238E27FC236}">
                <a16:creationId xmlns:a16="http://schemas.microsoft.com/office/drawing/2014/main" id="{711CB7BC-ABEA-2BD9-3EB5-FE94FC101533}"/>
              </a:ext>
            </a:extLst>
          </p:cNvPr>
          <p:cNvSpPr txBox="1"/>
          <p:nvPr/>
        </p:nvSpPr>
        <p:spPr>
          <a:xfrm>
            <a:off x="7157158" y="3406653"/>
            <a:ext cx="570089" cy="230832"/>
          </a:xfrm>
          <a:prstGeom prst="rect">
            <a:avLst/>
          </a:prstGeom>
          <a:noFill/>
        </p:spPr>
        <p:txBody>
          <a:bodyPr wrap="square" rtlCol="0">
            <a:spAutoFit/>
          </a:bodyPr>
          <a:lstStyle/>
          <a:p>
            <a:pPr algn="ctr"/>
            <a:r>
              <a:rPr lang="en-US" sz="900" dirty="0"/>
              <a:t>75</a:t>
            </a:r>
          </a:p>
        </p:txBody>
      </p:sp>
      <p:sp>
        <p:nvSpPr>
          <p:cNvPr id="66" name="TextBox 65">
            <a:extLst>
              <a:ext uri="{FF2B5EF4-FFF2-40B4-BE49-F238E27FC236}">
                <a16:creationId xmlns:a16="http://schemas.microsoft.com/office/drawing/2014/main" id="{12BF291F-F904-8C79-1624-68F560B0908F}"/>
              </a:ext>
            </a:extLst>
          </p:cNvPr>
          <p:cNvSpPr txBox="1"/>
          <p:nvPr/>
        </p:nvSpPr>
        <p:spPr>
          <a:xfrm>
            <a:off x="5147734" y="2524033"/>
            <a:ext cx="570089" cy="230832"/>
          </a:xfrm>
          <a:prstGeom prst="rect">
            <a:avLst/>
          </a:prstGeom>
          <a:noFill/>
        </p:spPr>
        <p:txBody>
          <a:bodyPr wrap="square" rtlCol="0">
            <a:spAutoFit/>
          </a:bodyPr>
          <a:lstStyle/>
          <a:p>
            <a:pPr algn="ctr"/>
            <a:r>
              <a:rPr lang="en-US" sz="900" dirty="0"/>
              <a:t>2567</a:t>
            </a:r>
          </a:p>
        </p:txBody>
      </p:sp>
      <p:sp>
        <p:nvSpPr>
          <p:cNvPr id="68" name="TextBox 67">
            <a:extLst>
              <a:ext uri="{FF2B5EF4-FFF2-40B4-BE49-F238E27FC236}">
                <a16:creationId xmlns:a16="http://schemas.microsoft.com/office/drawing/2014/main" id="{F8FDFD05-CD4E-6F20-7259-63E207A22FCF}"/>
              </a:ext>
            </a:extLst>
          </p:cNvPr>
          <p:cNvSpPr txBox="1"/>
          <p:nvPr/>
        </p:nvSpPr>
        <p:spPr>
          <a:xfrm>
            <a:off x="6654802" y="4527809"/>
            <a:ext cx="570089" cy="230832"/>
          </a:xfrm>
          <a:prstGeom prst="rect">
            <a:avLst/>
          </a:prstGeom>
          <a:noFill/>
        </p:spPr>
        <p:txBody>
          <a:bodyPr wrap="square" rtlCol="0">
            <a:spAutoFit/>
          </a:bodyPr>
          <a:lstStyle/>
          <a:p>
            <a:pPr algn="ctr"/>
            <a:r>
              <a:rPr lang="en-US" sz="900" dirty="0"/>
              <a:t>2567</a:t>
            </a:r>
          </a:p>
        </p:txBody>
      </p:sp>
      <p:sp>
        <p:nvSpPr>
          <p:cNvPr id="70" name="TextBox 69">
            <a:extLst>
              <a:ext uri="{FF2B5EF4-FFF2-40B4-BE49-F238E27FC236}">
                <a16:creationId xmlns:a16="http://schemas.microsoft.com/office/drawing/2014/main" id="{29952B96-FF5E-5E12-DC08-F79F97904B87}"/>
              </a:ext>
            </a:extLst>
          </p:cNvPr>
          <p:cNvSpPr txBox="1"/>
          <p:nvPr/>
        </p:nvSpPr>
        <p:spPr>
          <a:xfrm>
            <a:off x="5650090" y="2285497"/>
            <a:ext cx="570089" cy="230832"/>
          </a:xfrm>
          <a:prstGeom prst="rect">
            <a:avLst/>
          </a:prstGeom>
          <a:noFill/>
        </p:spPr>
        <p:txBody>
          <a:bodyPr wrap="square" rtlCol="0">
            <a:spAutoFit/>
          </a:bodyPr>
          <a:lstStyle/>
          <a:p>
            <a:pPr algn="ctr"/>
            <a:r>
              <a:rPr lang="en-US" sz="900" dirty="0"/>
              <a:t>2367</a:t>
            </a:r>
          </a:p>
        </p:txBody>
      </p:sp>
      <p:sp>
        <p:nvSpPr>
          <p:cNvPr id="71" name="TextBox 70">
            <a:extLst>
              <a:ext uri="{FF2B5EF4-FFF2-40B4-BE49-F238E27FC236}">
                <a16:creationId xmlns:a16="http://schemas.microsoft.com/office/drawing/2014/main" id="{B4C13584-6278-8C14-31FE-81382926EF3D}"/>
              </a:ext>
            </a:extLst>
          </p:cNvPr>
          <p:cNvSpPr txBox="1"/>
          <p:nvPr/>
        </p:nvSpPr>
        <p:spPr>
          <a:xfrm>
            <a:off x="5147734" y="2905709"/>
            <a:ext cx="570089" cy="230832"/>
          </a:xfrm>
          <a:prstGeom prst="rect">
            <a:avLst/>
          </a:prstGeom>
          <a:noFill/>
        </p:spPr>
        <p:txBody>
          <a:bodyPr wrap="square" rtlCol="0">
            <a:spAutoFit/>
          </a:bodyPr>
          <a:lstStyle/>
          <a:p>
            <a:pPr algn="ctr"/>
            <a:r>
              <a:rPr lang="en-US" sz="900" dirty="0"/>
              <a:t>125678</a:t>
            </a:r>
          </a:p>
        </p:txBody>
      </p:sp>
      <p:sp>
        <p:nvSpPr>
          <p:cNvPr id="72" name="TextBox 71">
            <a:extLst>
              <a:ext uri="{FF2B5EF4-FFF2-40B4-BE49-F238E27FC236}">
                <a16:creationId xmlns:a16="http://schemas.microsoft.com/office/drawing/2014/main" id="{C23BA6D5-0D5C-5252-DC10-F01B9988E5BE}"/>
              </a:ext>
            </a:extLst>
          </p:cNvPr>
          <p:cNvSpPr txBox="1"/>
          <p:nvPr/>
        </p:nvSpPr>
        <p:spPr>
          <a:xfrm>
            <a:off x="4645378" y="3525921"/>
            <a:ext cx="570089" cy="230832"/>
          </a:xfrm>
          <a:prstGeom prst="rect">
            <a:avLst/>
          </a:prstGeom>
          <a:noFill/>
        </p:spPr>
        <p:txBody>
          <a:bodyPr wrap="square" rtlCol="0">
            <a:spAutoFit/>
          </a:bodyPr>
          <a:lstStyle/>
          <a:p>
            <a:pPr algn="ctr"/>
            <a:r>
              <a:rPr lang="en-US" sz="900" dirty="0"/>
              <a:t>268</a:t>
            </a:r>
          </a:p>
        </p:txBody>
      </p:sp>
      <p:sp>
        <p:nvSpPr>
          <p:cNvPr id="74" name="TextBox 73">
            <a:extLst>
              <a:ext uri="{FF2B5EF4-FFF2-40B4-BE49-F238E27FC236}">
                <a16:creationId xmlns:a16="http://schemas.microsoft.com/office/drawing/2014/main" id="{65890352-1E4E-6435-6ECE-9070174F2CC0}"/>
              </a:ext>
            </a:extLst>
          </p:cNvPr>
          <p:cNvSpPr txBox="1"/>
          <p:nvPr/>
        </p:nvSpPr>
        <p:spPr>
          <a:xfrm>
            <a:off x="6152446" y="4527809"/>
            <a:ext cx="570089" cy="230832"/>
          </a:xfrm>
          <a:prstGeom prst="rect">
            <a:avLst/>
          </a:prstGeom>
          <a:noFill/>
        </p:spPr>
        <p:txBody>
          <a:bodyPr wrap="square" rtlCol="0">
            <a:spAutoFit/>
          </a:bodyPr>
          <a:lstStyle/>
          <a:p>
            <a:pPr algn="ctr"/>
            <a:r>
              <a:rPr lang="en-US" sz="900" dirty="0"/>
              <a:t>125678</a:t>
            </a:r>
          </a:p>
        </p:txBody>
      </p:sp>
      <p:sp>
        <p:nvSpPr>
          <p:cNvPr id="75" name="TextBox 74">
            <a:extLst>
              <a:ext uri="{FF2B5EF4-FFF2-40B4-BE49-F238E27FC236}">
                <a16:creationId xmlns:a16="http://schemas.microsoft.com/office/drawing/2014/main" id="{A7026839-3E96-D410-E89A-AE5086CD54DC}"/>
              </a:ext>
            </a:extLst>
          </p:cNvPr>
          <p:cNvSpPr txBox="1"/>
          <p:nvPr/>
        </p:nvSpPr>
        <p:spPr>
          <a:xfrm>
            <a:off x="6654802" y="3788329"/>
            <a:ext cx="570089" cy="230832"/>
          </a:xfrm>
          <a:prstGeom prst="rect">
            <a:avLst/>
          </a:prstGeom>
          <a:noFill/>
        </p:spPr>
        <p:txBody>
          <a:bodyPr wrap="square" rtlCol="0">
            <a:spAutoFit/>
          </a:bodyPr>
          <a:lstStyle/>
          <a:p>
            <a:pPr algn="ctr"/>
            <a:r>
              <a:rPr lang="en-US" sz="900" dirty="0"/>
              <a:t>2367</a:t>
            </a:r>
          </a:p>
        </p:txBody>
      </p:sp>
      <p:sp>
        <p:nvSpPr>
          <p:cNvPr id="76" name="TextBox 75">
            <a:extLst>
              <a:ext uri="{FF2B5EF4-FFF2-40B4-BE49-F238E27FC236}">
                <a16:creationId xmlns:a16="http://schemas.microsoft.com/office/drawing/2014/main" id="{7F11B034-A19C-F1E2-682C-112A7CCC1B0C}"/>
              </a:ext>
            </a:extLst>
          </p:cNvPr>
          <p:cNvSpPr txBox="1"/>
          <p:nvPr/>
        </p:nvSpPr>
        <p:spPr>
          <a:xfrm>
            <a:off x="5650090" y="4527809"/>
            <a:ext cx="570089" cy="230832"/>
          </a:xfrm>
          <a:prstGeom prst="rect">
            <a:avLst/>
          </a:prstGeom>
          <a:noFill/>
        </p:spPr>
        <p:txBody>
          <a:bodyPr wrap="square" rtlCol="0">
            <a:spAutoFit/>
          </a:bodyPr>
          <a:lstStyle/>
          <a:p>
            <a:pPr algn="ctr"/>
            <a:r>
              <a:rPr lang="en-US" sz="900" dirty="0"/>
              <a:t>268</a:t>
            </a:r>
          </a:p>
        </p:txBody>
      </p:sp>
      <p:sp>
        <p:nvSpPr>
          <p:cNvPr id="73" name="TextBox 72">
            <a:extLst>
              <a:ext uri="{FF2B5EF4-FFF2-40B4-BE49-F238E27FC236}">
                <a16:creationId xmlns:a16="http://schemas.microsoft.com/office/drawing/2014/main" id="{7D00D449-B474-0EB9-D7AB-F52B135EB5D7}"/>
              </a:ext>
            </a:extLst>
          </p:cNvPr>
          <p:cNvSpPr txBox="1"/>
          <p:nvPr/>
        </p:nvSpPr>
        <p:spPr>
          <a:xfrm>
            <a:off x="5147734" y="3287385"/>
            <a:ext cx="570089" cy="230832"/>
          </a:xfrm>
          <a:prstGeom prst="rect">
            <a:avLst/>
          </a:prstGeom>
          <a:noFill/>
        </p:spPr>
        <p:txBody>
          <a:bodyPr wrap="square" rtlCol="0">
            <a:spAutoFit/>
          </a:bodyPr>
          <a:lstStyle/>
          <a:p>
            <a:pPr algn="ctr"/>
            <a:r>
              <a:rPr lang="en-US" sz="900" dirty="0"/>
              <a:t>235678</a:t>
            </a:r>
          </a:p>
        </p:txBody>
      </p:sp>
      <p:sp>
        <p:nvSpPr>
          <p:cNvPr id="78" name="TextBox 77">
            <a:extLst>
              <a:ext uri="{FF2B5EF4-FFF2-40B4-BE49-F238E27FC236}">
                <a16:creationId xmlns:a16="http://schemas.microsoft.com/office/drawing/2014/main" id="{21A857FC-4288-9417-358A-27EFD92F0280}"/>
              </a:ext>
            </a:extLst>
          </p:cNvPr>
          <p:cNvSpPr txBox="1"/>
          <p:nvPr/>
        </p:nvSpPr>
        <p:spPr>
          <a:xfrm>
            <a:off x="6152446" y="3788329"/>
            <a:ext cx="570089" cy="230832"/>
          </a:xfrm>
          <a:prstGeom prst="rect">
            <a:avLst/>
          </a:prstGeom>
          <a:noFill/>
        </p:spPr>
        <p:txBody>
          <a:bodyPr wrap="square" rtlCol="0">
            <a:spAutoFit/>
          </a:bodyPr>
          <a:lstStyle/>
          <a:p>
            <a:pPr algn="ctr"/>
            <a:r>
              <a:rPr lang="en-US" sz="900" dirty="0"/>
              <a:t>235678</a:t>
            </a:r>
          </a:p>
        </p:txBody>
      </p:sp>
      <p:sp>
        <p:nvSpPr>
          <p:cNvPr id="79" name="TextBox 78">
            <a:extLst>
              <a:ext uri="{FF2B5EF4-FFF2-40B4-BE49-F238E27FC236}">
                <a16:creationId xmlns:a16="http://schemas.microsoft.com/office/drawing/2014/main" id="{0139D47A-6B8F-69E5-79FF-CF710CE6A5E5}"/>
              </a:ext>
            </a:extLst>
          </p:cNvPr>
          <p:cNvSpPr txBox="1"/>
          <p:nvPr/>
        </p:nvSpPr>
        <p:spPr>
          <a:xfrm>
            <a:off x="6214537" y="3237891"/>
            <a:ext cx="462845" cy="584775"/>
          </a:xfrm>
          <a:prstGeom prst="rect">
            <a:avLst/>
          </a:prstGeom>
          <a:noFill/>
        </p:spPr>
        <p:txBody>
          <a:bodyPr wrap="square" rtlCol="0">
            <a:spAutoFit/>
          </a:bodyPr>
          <a:lstStyle/>
          <a:p>
            <a:pPr algn="ctr"/>
            <a:r>
              <a:rPr lang="en-US" sz="3200" dirty="0"/>
              <a:t>9</a:t>
            </a:r>
          </a:p>
        </p:txBody>
      </p:sp>
      <p:sp>
        <p:nvSpPr>
          <p:cNvPr id="80" name="TextBox 79">
            <a:extLst>
              <a:ext uri="{FF2B5EF4-FFF2-40B4-BE49-F238E27FC236}">
                <a16:creationId xmlns:a16="http://schemas.microsoft.com/office/drawing/2014/main" id="{E67E0277-8664-DA40-3BA1-58A459688619}"/>
              </a:ext>
            </a:extLst>
          </p:cNvPr>
          <p:cNvSpPr txBox="1"/>
          <p:nvPr/>
        </p:nvSpPr>
        <p:spPr>
          <a:xfrm>
            <a:off x="6152446" y="901933"/>
            <a:ext cx="570089" cy="230832"/>
          </a:xfrm>
          <a:prstGeom prst="rect">
            <a:avLst/>
          </a:prstGeom>
          <a:noFill/>
        </p:spPr>
        <p:txBody>
          <a:bodyPr wrap="square" rtlCol="0">
            <a:spAutoFit/>
          </a:bodyPr>
          <a:lstStyle/>
          <a:p>
            <a:pPr algn="ctr"/>
            <a:r>
              <a:rPr lang="en-US" sz="900" dirty="0"/>
              <a:t>18</a:t>
            </a:r>
          </a:p>
        </p:txBody>
      </p:sp>
      <p:sp>
        <p:nvSpPr>
          <p:cNvPr id="81" name="TextBox 80">
            <a:extLst>
              <a:ext uri="{FF2B5EF4-FFF2-40B4-BE49-F238E27FC236}">
                <a16:creationId xmlns:a16="http://schemas.microsoft.com/office/drawing/2014/main" id="{C9172FFB-147C-43C9-E405-6BD54FE30821}"/>
              </a:ext>
            </a:extLst>
          </p:cNvPr>
          <p:cNvSpPr txBox="1"/>
          <p:nvPr/>
        </p:nvSpPr>
        <p:spPr>
          <a:xfrm>
            <a:off x="4143022" y="3907597"/>
            <a:ext cx="570089" cy="230832"/>
          </a:xfrm>
          <a:prstGeom prst="rect">
            <a:avLst/>
          </a:prstGeom>
          <a:noFill/>
        </p:spPr>
        <p:txBody>
          <a:bodyPr wrap="square" rtlCol="0">
            <a:spAutoFit/>
          </a:bodyPr>
          <a:lstStyle/>
          <a:p>
            <a:pPr algn="ctr"/>
            <a:r>
              <a:rPr lang="en-US" sz="900" dirty="0"/>
              <a:t>28</a:t>
            </a:r>
          </a:p>
        </p:txBody>
      </p:sp>
      <p:sp>
        <p:nvSpPr>
          <p:cNvPr id="82" name="TextBox 81">
            <a:extLst>
              <a:ext uri="{FF2B5EF4-FFF2-40B4-BE49-F238E27FC236}">
                <a16:creationId xmlns:a16="http://schemas.microsoft.com/office/drawing/2014/main" id="{85BB0D90-8C4D-7C9E-DF41-4BB65B3D012D}"/>
              </a:ext>
            </a:extLst>
          </p:cNvPr>
          <p:cNvSpPr txBox="1"/>
          <p:nvPr/>
        </p:nvSpPr>
        <p:spPr>
          <a:xfrm>
            <a:off x="3640666" y="4408541"/>
            <a:ext cx="570089" cy="230832"/>
          </a:xfrm>
          <a:prstGeom prst="rect">
            <a:avLst/>
          </a:prstGeom>
          <a:noFill/>
        </p:spPr>
        <p:txBody>
          <a:bodyPr wrap="square" rtlCol="0">
            <a:spAutoFit/>
          </a:bodyPr>
          <a:lstStyle/>
          <a:p>
            <a:pPr algn="ctr"/>
            <a:r>
              <a:rPr lang="en-US" sz="900" dirty="0"/>
              <a:t>128</a:t>
            </a:r>
          </a:p>
        </p:txBody>
      </p:sp>
      <p:sp>
        <p:nvSpPr>
          <p:cNvPr id="48" name="TextBox 47">
            <a:extLst>
              <a:ext uri="{FF2B5EF4-FFF2-40B4-BE49-F238E27FC236}">
                <a16:creationId xmlns:a16="http://schemas.microsoft.com/office/drawing/2014/main" id="{763E0AC5-5F13-C155-EED5-CEE993BEDADC}"/>
              </a:ext>
            </a:extLst>
          </p:cNvPr>
          <p:cNvSpPr txBox="1"/>
          <p:nvPr/>
        </p:nvSpPr>
        <p:spPr>
          <a:xfrm>
            <a:off x="3716867" y="1727886"/>
            <a:ext cx="462845" cy="584775"/>
          </a:xfrm>
          <a:prstGeom prst="rect">
            <a:avLst/>
          </a:prstGeom>
          <a:noFill/>
        </p:spPr>
        <p:txBody>
          <a:bodyPr wrap="square" rtlCol="0">
            <a:spAutoFit/>
          </a:bodyPr>
          <a:lstStyle/>
          <a:p>
            <a:pPr algn="ctr"/>
            <a:r>
              <a:rPr lang="en-US" sz="3200" dirty="0"/>
              <a:t>4</a:t>
            </a:r>
          </a:p>
        </p:txBody>
      </p:sp>
      <p:sp>
        <p:nvSpPr>
          <p:cNvPr id="49" name="TextBox 48">
            <a:extLst>
              <a:ext uri="{FF2B5EF4-FFF2-40B4-BE49-F238E27FC236}">
                <a16:creationId xmlns:a16="http://schemas.microsoft.com/office/drawing/2014/main" id="{B9CF78CD-8282-D7E6-AE30-358294FD8744}"/>
              </a:ext>
            </a:extLst>
          </p:cNvPr>
          <p:cNvSpPr txBox="1"/>
          <p:nvPr/>
        </p:nvSpPr>
        <p:spPr>
          <a:xfrm>
            <a:off x="5715003" y="3237891"/>
            <a:ext cx="462845" cy="584775"/>
          </a:xfrm>
          <a:prstGeom prst="rect">
            <a:avLst/>
          </a:prstGeom>
          <a:noFill/>
        </p:spPr>
        <p:txBody>
          <a:bodyPr wrap="square" rtlCol="0">
            <a:spAutoFit/>
          </a:bodyPr>
          <a:lstStyle/>
          <a:p>
            <a:pPr algn="ctr"/>
            <a:r>
              <a:rPr lang="en-US" sz="3200" dirty="0"/>
              <a:t>4</a:t>
            </a:r>
          </a:p>
        </p:txBody>
      </p:sp>
      <p:sp>
        <p:nvSpPr>
          <p:cNvPr id="46" name="TextBox 45">
            <a:extLst>
              <a:ext uri="{FF2B5EF4-FFF2-40B4-BE49-F238E27FC236}">
                <a16:creationId xmlns:a16="http://schemas.microsoft.com/office/drawing/2014/main" id="{F48E5FDB-BBFE-C329-5D29-5B40C1CAE80D}"/>
              </a:ext>
            </a:extLst>
          </p:cNvPr>
          <p:cNvSpPr txBox="1"/>
          <p:nvPr/>
        </p:nvSpPr>
        <p:spPr>
          <a:xfrm>
            <a:off x="3217333" y="721216"/>
            <a:ext cx="462845" cy="584775"/>
          </a:xfrm>
          <a:prstGeom prst="rect">
            <a:avLst/>
          </a:prstGeom>
          <a:noFill/>
        </p:spPr>
        <p:txBody>
          <a:bodyPr wrap="square" rtlCol="0">
            <a:spAutoFit/>
          </a:bodyPr>
          <a:lstStyle/>
          <a:p>
            <a:pPr algn="ctr"/>
            <a:r>
              <a:rPr lang="en-US" sz="3200" dirty="0"/>
              <a:t>9</a:t>
            </a:r>
          </a:p>
        </p:txBody>
      </p:sp>
      <p:sp>
        <p:nvSpPr>
          <p:cNvPr id="47" name="TextBox 46">
            <a:extLst>
              <a:ext uri="{FF2B5EF4-FFF2-40B4-BE49-F238E27FC236}">
                <a16:creationId xmlns:a16="http://schemas.microsoft.com/office/drawing/2014/main" id="{D4AACE8A-0F02-BD9B-9928-E959DF5FEECF}"/>
              </a:ext>
            </a:extLst>
          </p:cNvPr>
          <p:cNvSpPr txBox="1"/>
          <p:nvPr/>
        </p:nvSpPr>
        <p:spPr>
          <a:xfrm>
            <a:off x="7213604" y="4747898"/>
            <a:ext cx="462845" cy="584775"/>
          </a:xfrm>
          <a:prstGeom prst="rect">
            <a:avLst/>
          </a:prstGeom>
          <a:noFill/>
        </p:spPr>
        <p:txBody>
          <a:bodyPr wrap="square" rtlCol="0">
            <a:spAutoFit/>
          </a:bodyPr>
          <a:lstStyle/>
          <a:p>
            <a:pPr algn="ctr"/>
            <a:r>
              <a:rPr lang="en-US" sz="3200" dirty="0"/>
              <a:t>1</a:t>
            </a:r>
          </a:p>
        </p:txBody>
      </p:sp>
    </p:spTree>
    <p:extLst>
      <p:ext uri="{BB962C8B-B14F-4D97-AF65-F5344CB8AC3E}">
        <p14:creationId xmlns:p14="http://schemas.microsoft.com/office/powerpoint/2010/main" val="1567034127"/>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B3BC1ED-59BB-7C08-6A53-E009CBCEA164}"/>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A9F9378E-8E11-F635-1E33-1024EC9C44F1}"/>
              </a:ext>
            </a:extLst>
          </p:cNvPr>
          <p:cNvSpPr>
            <a:spLocks noGrp="1"/>
          </p:cNvSpPr>
          <p:nvPr>
            <p:ph sz="half" idx="1"/>
          </p:nvPr>
        </p:nvSpPr>
        <p:spPr/>
        <p:txBody>
          <a:bodyPr>
            <a:normAutofit/>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609D9402-46B1-C9E3-AC45-3EF9D3F2E304}"/>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0F7EDE41-9C9B-93D4-7F9F-C123A816A80A}"/>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89189D0C-3691-52EC-2304-C243B0D76A14}"/>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37748FAD-F9AA-8711-6B9E-9F0A98409D30}"/>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A02C5025-15E0-6051-5DFE-D17F7256D80E}"/>
              </a:ext>
            </a:extLst>
          </p:cNvPr>
          <p:cNvSpPr txBox="1"/>
          <p:nvPr/>
        </p:nvSpPr>
        <p:spPr>
          <a:xfrm>
            <a:off x="4715935" y="1224551"/>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8" name="TextBox 7">
            <a:extLst>
              <a:ext uri="{FF2B5EF4-FFF2-40B4-BE49-F238E27FC236}">
                <a16:creationId xmlns:a16="http://schemas.microsoft.com/office/drawing/2014/main" id="{3C9B6F34-F451-F556-31D3-D88B7739B653}"/>
              </a:ext>
            </a:extLst>
          </p:cNvPr>
          <p:cNvSpPr txBox="1"/>
          <p:nvPr/>
        </p:nvSpPr>
        <p:spPr>
          <a:xfrm>
            <a:off x="6214537" y="122455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9" name="TextBox 8">
            <a:extLst>
              <a:ext uri="{FF2B5EF4-FFF2-40B4-BE49-F238E27FC236}">
                <a16:creationId xmlns:a16="http://schemas.microsoft.com/office/drawing/2014/main" id="{9D2AB1D0-9FFB-D568-9708-636B682269A4}"/>
              </a:ext>
            </a:extLst>
          </p:cNvPr>
          <p:cNvSpPr txBox="1"/>
          <p:nvPr/>
        </p:nvSpPr>
        <p:spPr>
          <a:xfrm>
            <a:off x="6714071" y="1224551"/>
            <a:ext cx="462845" cy="584775"/>
          </a:xfrm>
          <a:prstGeom prst="rect">
            <a:avLst/>
          </a:prstGeom>
          <a:solidFill>
            <a:srgbClr val="FFFF00">
              <a:alpha val="30000"/>
            </a:srgbClr>
          </a:solidFill>
        </p:spPr>
        <p:txBody>
          <a:bodyPr wrap="square" rtlCol="0">
            <a:spAutoFit/>
          </a:bodyPr>
          <a:lstStyle/>
          <a:p>
            <a:pPr algn="ctr"/>
            <a:r>
              <a:rPr lang="en-US" sz="3200" dirty="0"/>
              <a:t>9</a:t>
            </a:r>
          </a:p>
        </p:txBody>
      </p:sp>
      <p:sp>
        <p:nvSpPr>
          <p:cNvPr id="10" name="TextBox 9">
            <a:extLst>
              <a:ext uri="{FF2B5EF4-FFF2-40B4-BE49-F238E27FC236}">
                <a16:creationId xmlns:a16="http://schemas.microsoft.com/office/drawing/2014/main" id="{2630E60E-4B2D-64BE-FA4F-693292D5FC0E}"/>
              </a:ext>
            </a:extLst>
          </p:cNvPr>
          <p:cNvSpPr txBox="1"/>
          <p:nvPr/>
        </p:nvSpPr>
        <p:spPr>
          <a:xfrm>
            <a:off x="7213604" y="122455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11" name="TextBox 10">
            <a:extLst>
              <a:ext uri="{FF2B5EF4-FFF2-40B4-BE49-F238E27FC236}">
                <a16:creationId xmlns:a16="http://schemas.microsoft.com/office/drawing/2014/main" id="{942BFA5E-A871-2934-CCCD-CCCF91EB47E9}"/>
              </a:ext>
            </a:extLst>
          </p:cNvPr>
          <p:cNvSpPr txBox="1"/>
          <p:nvPr/>
        </p:nvSpPr>
        <p:spPr>
          <a:xfrm>
            <a:off x="6714071" y="721216"/>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12" name="TextBox 11">
            <a:extLst>
              <a:ext uri="{FF2B5EF4-FFF2-40B4-BE49-F238E27FC236}">
                <a16:creationId xmlns:a16="http://schemas.microsoft.com/office/drawing/2014/main" id="{BB06EFB3-7698-E9E0-62CE-943797EE76F7}"/>
              </a:ext>
            </a:extLst>
          </p:cNvPr>
          <p:cNvSpPr txBox="1"/>
          <p:nvPr/>
        </p:nvSpPr>
        <p:spPr>
          <a:xfrm>
            <a:off x="7213604" y="721216"/>
            <a:ext cx="462845" cy="584775"/>
          </a:xfrm>
          <a:prstGeom prst="rect">
            <a:avLst/>
          </a:prstGeom>
          <a:solidFill>
            <a:srgbClr val="FF0000">
              <a:alpha val="30000"/>
            </a:srgbClr>
          </a:solidFill>
        </p:spPr>
        <p:txBody>
          <a:bodyPr wrap="square" rtlCol="0">
            <a:spAutoFit/>
          </a:bodyPr>
          <a:lstStyle/>
          <a:p>
            <a:pPr algn="ctr"/>
            <a:r>
              <a:rPr lang="en-US" sz="3200" dirty="0"/>
              <a:t>3</a:t>
            </a:r>
          </a:p>
        </p:txBody>
      </p:sp>
      <p:sp>
        <p:nvSpPr>
          <p:cNvPr id="13" name="TextBox 12">
            <a:extLst>
              <a:ext uri="{FF2B5EF4-FFF2-40B4-BE49-F238E27FC236}">
                <a16:creationId xmlns:a16="http://schemas.microsoft.com/office/drawing/2014/main" id="{2F9750F2-6D08-1E6C-2873-9E0304264810}"/>
              </a:ext>
            </a:extLst>
          </p:cNvPr>
          <p:cNvSpPr txBox="1"/>
          <p:nvPr/>
        </p:nvSpPr>
        <p:spPr>
          <a:xfrm>
            <a:off x="4216401" y="1727886"/>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14" name="TextBox 13">
            <a:extLst>
              <a:ext uri="{FF2B5EF4-FFF2-40B4-BE49-F238E27FC236}">
                <a16:creationId xmlns:a16="http://schemas.microsoft.com/office/drawing/2014/main" id="{995D2245-8E16-E483-AFEA-1E0EB5AAEE66}"/>
              </a:ext>
            </a:extLst>
          </p:cNvPr>
          <p:cNvSpPr txBox="1"/>
          <p:nvPr/>
        </p:nvSpPr>
        <p:spPr>
          <a:xfrm>
            <a:off x="5215469" y="1727886"/>
            <a:ext cx="462845" cy="584775"/>
          </a:xfrm>
          <a:prstGeom prst="rect">
            <a:avLst/>
          </a:prstGeom>
          <a:solidFill>
            <a:srgbClr val="00B050">
              <a:alpha val="40000"/>
            </a:srgbClr>
          </a:solidFill>
        </p:spPr>
        <p:txBody>
          <a:bodyPr wrap="square" rtlCol="0">
            <a:spAutoFit/>
          </a:bodyPr>
          <a:lstStyle/>
          <a:p>
            <a:pPr algn="ctr"/>
            <a:r>
              <a:rPr lang="en-US" sz="3200" dirty="0"/>
              <a:t>9</a:t>
            </a:r>
          </a:p>
        </p:txBody>
      </p:sp>
      <p:sp>
        <p:nvSpPr>
          <p:cNvPr id="15" name="TextBox 14">
            <a:extLst>
              <a:ext uri="{FF2B5EF4-FFF2-40B4-BE49-F238E27FC236}">
                <a16:creationId xmlns:a16="http://schemas.microsoft.com/office/drawing/2014/main" id="{EC42750A-5244-F4F2-50F5-D6CD96876773}"/>
              </a:ext>
            </a:extLst>
          </p:cNvPr>
          <p:cNvSpPr txBox="1"/>
          <p:nvPr/>
        </p:nvSpPr>
        <p:spPr>
          <a:xfrm>
            <a:off x="6214537" y="1727886"/>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16" name="TextBox 15">
            <a:extLst>
              <a:ext uri="{FF2B5EF4-FFF2-40B4-BE49-F238E27FC236}">
                <a16:creationId xmlns:a16="http://schemas.microsoft.com/office/drawing/2014/main" id="{2B9FD282-BFCD-419C-5A21-28A15A2B40A6}"/>
              </a:ext>
            </a:extLst>
          </p:cNvPr>
          <p:cNvSpPr txBox="1"/>
          <p:nvPr/>
        </p:nvSpPr>
        <p:spPr>
          <a:xfrm>
            <a:off x="6714071" y="172788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17" name="TextBox 16">
            <a:extLst>
              <a:ext uri="{FF2B5EF4-FFF2-40B4-BE49-F238E27FC236}">
                <a16:creationId xmlns:a16="http://schemas.microsoft.com/office/drawing/2014/main" id="{819079A3-976F-0EC5-331F-FE34B4635063}"/>
              </a:ext>
            </a:extLst>
          </p:cNvPr>
          <p:cNvSpPr txBox="1"/>
          <p:nvPr/>
        </p:nvSpPr>
        <p:spPr>
          <a:xfrm>
            <a:off x="3716867" y="223122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18" name="TextBox 17">
            <a:extLst>
              <a:ext uri="{FF2B5EF4-FFF2-40B4-BE49-F238E27FC236}">
                <a16:creationId xmlns:a16="http://schemas.microsoft.com/office/drawing/2014/main" id="{EF0C26C1-B618-1056-FA88-71F7391095E7}"/>
              </a:ext>
            </a:extLst>
          </p:cNvPr>
          <p:cNvSpPr txBox="1"/>
          <p:nvPr/>
        </p:nvSpPr>
        <p:spPr>
          <a:xfrm>
            <a:off x="5215469" y="2231221"/>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19" name="TextBox 18">
            <a:extLst>
              <a:ext uri="{FF2B5EF4-FFF2-40B4-BE49-F238E27FC236}">
                <a16:creationId xmlns:a16="http://schemas.microsoft.com/office/drawing/2014/main" id="{B04C634C-27E3-A044-B9BF-BBA4895F8DA5}"/>
              </a:ext>
            </a:extLst>
          </p:cNvPr>
          <p:cNvSpPr txBox="1"/>
          <p:nvPr/>
        </p:nvSpPr>
        <p:spPr>
          <a:xfrm>
            <a:off x="5715003" y="2231221"/>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20" name="TextBox 19">
            <a:extLst>
              <a:ext uri="{FF2B5EF4-FFF2-40B4-BE49-F238E27FC236}">
                <a16:creationId xmlns:a16="http://schemas.microsoft.com/office/drawing/2014/main" id="{C176D98F-76BC-8C75-5384-13B278A2CF7A}"/>
              </a:ext>
            </a:extLst>
          </p:cNvPr>
          <p:cNvSpPr txBox="1"/>
          <p:nvPr/>
        </p:nvSpPr>
        <p:spPr>
          <a:xfrm>
            <a:off x="6214537" y="2231221"/>
            <a:ext cx="462845" cy="584775"/>
          </a:xfrm>
          <a:prstGeom prst="rect">
            <a:avLst/>
          </a:prstGeom>
          <a:solidFill>
            <a:srgbClr val="FF0000">
              <a:alpha val="30000"/>
            </a:srgbClr>
          </a:solidFill>
        </p:spPr>
        <p:txBody>
          <a:bodyPr wrap="square" rtlCol="0">
            <a:spAutoFit/>
          </a:bodyPr>
          <a:lstStyle/>
          <a:p>
            <a:pPr algn="ctr"/>
            <a:r>
              <a:rPr lang="en-US" sz="3200" dirty="0"/>
              <a:t>4</a:t>
            </a:r>
          </a:p>
        </p:txBody>
      </p:sp>
      <p:sp>
        <p:nvSpPr>
          <p:cNvPr id="21" name="TextBox 20">
            <a:extLst>
              <a:ext uri="{FF2B5EF4-FFF2-40B4-BE49-F238E27FC236}">
                <a16:creationId xmlns:a16="http://schemas.microsoft.com/office/drawing/2014/main" id="{E742E82A-E845-75C3-CB1A-7100FFC121CD}"/>
              </a:ext>
            </a:extLst>
          </p:cNvPr>
          <p:cNvSpPr txBox="1"/>
          <p:nvPr/>
        </p:nvSpPr>
        <p:spPr>
          <a:xfrm>
            <a:off x="6714071" y="223122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2" name="TextBox 21">
            <a:extLst>
              <a:ext uri="{FF2B5EF4-FFF2-40B4-BE49-F238E27FC236}">
                <a16:creationId xmlns:a16="http://schemas.microsoft.com/office/drawing/2014/main" id="{8B9DB4EA-D5CE-E021-E553-B3F8E28EDC53}"/>
              </a:ext>
            </a:extLst>
          </p:cNvPr>
          <p:cNvSpPr txBox="1"/>
          <p:nvPr/>
        </p:nvSpPr>
        <p:spPr>
          <a:xfrm>
            <a:off x="4216401" y="2734556"/>
            <a:ext cx="462845" cy="584775"/>
          </a:xfrm>
          <a:prstGeom prst="rect">
            <a:avLst/>
          </a:prstGeom>
          <a:solidFill>
            <a:srgbClr val="FF0000">
              <a:alpha val="30000"/>
            </a:srgbClr>
          </a:solidFill>
        </p:spPr>
        <p:txBody>
          <a:bodyPr wrap="square" rtlCol="0">
            <a:spAutoFit/>
          </a:bodyPr>
          <a:lstStyle/>
          <a:p>
            <a:pPr algn="ctr"/>
            <a:r>
              <a:rPr lang="en-US" sz="3200" dirty="0"/>
              <a:t>4</a:t>
            </a:r>
          </a:p>
        </p:txBody>
      </p:sp>
      <p:sp>
        <p:nvSpPr>
          <p:cNvPr id="23" name="TextBox 22">
            <a:extLst>
              <a:ext uri="{FF2B5EF4-FFF2-40B4-BE49-F238E27FC236}">
                <a16:creationId xmlns:a16="http://schemas.microsoft.com/office/drawing/2014/main" id="{0E0E7BCE-FF8B-55B3-9709-78C557790238}"/>
              </a:ext>
            </a:extLst>
          </p:cNvPr>
          <p:cNvSpPr txBox="1"/>
          <p:nvPr/>
        </p:nvSpPr>
        <p:spPr>
          <a:xfrm>
            <a:off x="5215469" y="2734556"/>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4" name="TextBox 23">
            <a:extLst>
              <a:ext uri="{FF2B5EF4-FFF2-40B4-BE49-F238E27FC236}">
                <a16:creationId xmlns:a16="http://schemas.microsoft.com/office/drawing/2014/main" id="{0E2BC45B-C7BD-7F63-745D-2233D999B2F5}"/>
              </a:ext>
            </a:extLst>
          </p:cNvPr>
          <p:cNvSpPr txBox="1"/>
          <p:nvPr/>
        </p:nvSpPr>
        <p:spPr>
          <a:xfrm>
            <a:off x="6714071" y="2734556"/>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25" name="TextBox 24">
            <a:extLst>
              <a:ext uri="{FF2B5EF4-FFF2-40B4-BE49-F238E27FC236}">
                <a16:creationId xmlns:a16="http://schemas.microsoft.com/office/drawing/2014/main" id="{BDDD5513-96B3-E7D9-6778-A16BCD69B3C2}"/>
              </a:ext>
            </a:extLst>
          </p:cNvPr>
          <p:cNvSpPr txBox="1"/>
          <p:nvPr/>
        </p:nvSpPr>
        <p:spPr>
          <a:xfrm>
            <a:off x="3716867" y="323789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6" name="TextBox 25">
            <a:extLst>
              <a:ext uri="{FF2B5EF4-FFF2-40B4-BE49-F238E27FC236}">
                <a16:creationId xmlns:a16="http://schemas.microsoft.com/office/drawing/2014/main" id="{38F81426-AFB3-3BAD-1E0B-96364D8BDC7C}"/>
              </a:ext>
            </a:extLst>
          </p:cNvPr>
          <p:cNvSpPr txBox="1"/>
          <p:nvPr/>
        </p:nvSpPr>
        <p:spPr>
          <a:xfrm>
            <a:off x="4715935" y="323789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27" name="TextBox 26">
            <a:extLst>
              <a:ext uri="{FF2B5EF4-FFF2-40B4-BE49-F238E27FC236}">
                <a16:creationId xmlns:a16="http://schemas.microsoft.com/office/drawing/2014/main" id="{C2FACF1D-7B4B-E2BA-1CCE-56E1C12D3994}"/>
              </a:ext>
            </a:extLst>
          </p:cNvPr>
          <p:cNvSpPr txBox="1"/>
          <p:nvPr/>
        </p:nvSpPr>
        <p:spPr>
          <a:xfrm>
            <a:off x="5215469" y="323789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28" name="TextBox 27">
            <a:extLst>
              <a:ext uri="{FF2B5EF4-FFF2-40B4-BE49-F238E27FC236}">
                <a16:creationId xmlns:a16="http://schemas.microsoft.com/office/drawing/2014/main" id="{7714AC69-B96A-FCE3-E8A3-54237C6E3FA8}"/>
              </a:ext>
            </a:extLst>
          </p:cNvPr>
          <p:cNvSpPr txBox="1"/>
          <p:nvPr/>
        </p:nvSpPr>
        <p:spPr>
          <a:xfrm>
            <a:off x="7213604" y="3237891"/>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29" name="TextBox 28">
            <a:extLst>
              <a:ext uri="{FF2B5EF4-FFF2-40B4-BE49-F238E27FC236}">
                <a16:creationId xmlns:a16="http://schemas.microsoft.com/office/drawing/2014/main" id="{89BB6566-ED53-E6AC-09F1-8F623D1BC809}"/>
              </a:ext>
            </a:extLst>
          </p:cNvPr>
          <p:cNvSpPr txBox="1"/>
          <p:nvPr/>
        </p:nvSpPr>
        <p:spPr>
          <a:xfrm>
            <a:off x="3217333" y="3741226"/>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30" name="TextBox 29">
            <a:extLst>
              <a:ext uri="{FF2B5EF4-FFF2-40B4-BE49-F238E27FC236}">
                <a16:creationId xmlns:a16="http://schemas.microsoft.com/office/drawing/2014/main" id="{A3620E42-33FC-232F-18A9-CE0BA20D24F1}"/>
              </a:ext>
            </a:extLst>
          </p:cNvPr>
          <p:cNvSpPr txBox="1"/>
          <p:nvPr/>
        </p:nvSpPr>
        <p:spPr>
          <a:xfrm>
            <a:off x="3716867" y="374122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31" name="TextBox 30">
            <a:extLst>
              <a:ext uri="{FF2B5EF4-FFF2-40B4-BE49-F238E27FC236}">
                <a16:creationId xmlns:a16="http://schemas.microsoft.com/office/drawing/2014/main" id="{CBFE9BB7-2C2B-C412-7D71-74503BA249CF}"/>
              </a:ext>
            </a:extLst>
          </p:cNvPr>
          <p:cNvSpPr txBox="1"/>
          <p:nvPr/>
        </p:nvSpPr>
        <p:spPr>
          <a:xfrm>
            <a:off x="5715003" y="3741226"/>
            <a:ext cx="462845" cy="584775"/>
          </a:xfrm>
          <a:prstGeom prst="rect">
            <a:avLst/>
          </a:prstGeom>
          <a:solidFill>
            <a:srgbClr val="FFFF00">
              <a:alpha val="30000"/>
            </a:srgbClr>
          </a:solidFill>
        </p:spPr>
        <p:txBody>
          <a:bodyPr wrap="square" rtlCol="0">
            <a:spAutoFit/>
          </a:bodyPr>
          <a:lstStyle/>
          <a:p>
            <a:pPr algn="ctr"/>
            <a:r>
              <a:rPr lang="en-US" sz="3200" dirty="0"/>
              <a:t>9</a:t>
            </a:r>
          </a:p>
        </p:txBody>
      </p:sp>
      <p:sp>
        <p:nvSpPr>
          <p:cNvPr id="32" name="TextBox 31">
            <a:extLst>
              <a:ext uri="{FF2B5EF4-FFF2-40B4-BE49-F238E27FC236}">
                <a16:creationId xmlns:a16="http://schemas.microsoft.com/office/drawing/2014/main" id="{EF4405C2-B279-8773-0E21-592489AE578B}"/>
              </a:ext>
            </a:extLst>
          </p:cNvPr>
          <p:cNvSpPr txBox="1"/>
          <p:nvPr/>
        </p:nvSpPr>
        <p:spPr>
          <a:xfrm>
            <a:off x="6214537" y="3741226"/>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33" name="TextBox 32">
            <a:extLst>
              <a:ext uri="{FF2B5EF4-FFF2-40B4-BE49-F238E27FC236}">
                <a16:creationId xmlns:a16="http://schemas.microsoft.com/office/drawing/2014/main" id="{E308FBD2-FC6C-5342-9184-D99DFB1EBFFD}"/>
              </a:ext>
            </a:extLst>
          </p:cNvPr>
          <p:cNvSpPr txBox="1"/>
          <p:nvPr/>
        </p:nvSpPr>
        <p:spPr>
          <a:xfrm>
            <a:off x="6714071" y="374122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34" name="TextBox 33">
            <a:extLst>
              <a:ext uri="{FF2B5EF4-FFF2-40B4-BE49-F238E27FC236}">
                <a16:creationId xmlns:a16="http://schemas.microsoft.com/office/drawing/2014/main" id="{0FCBB030-35F8-6785-4636-4806AC45E40C}"/>
              </a:ext>
            </a:extLst>
          </p:cNvPr>
          <p:cNvSpPr txBox="1"/>
          <p:nvPr/>
        </p:nvSpPr>
        <p:spPr>
          <a:xfrm>
            <a:off x="7213604" y="3741226"/>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35" name="TextBox 34">
            <a:extLst>
              <a:ext uri="{FF2B5EF4-FFF2-40B4-BE49-F238E27FC236}">
                <a16:creationId xmlns:a16="http://schemas.microsoft.com/office/drawing/2014/main" id="{62F303C8-3EB5-1555-7782-1A3CD20BC5D4}"/>
              </a:ext>
            </a:extLst>
          </p:cNvPr>
          <p:cNvSpPr txBox="1"/>
          <p:nvPr/>
        </p:nvSpPr>
        <p:spPr>
          <a:xfrm>
            <a:off x="3217333" y="424456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36" name="TextBox 35">
            <a:extLst>
              <a:ext uri="{FF2B5EF4-FFF2-40B4-BE49-F238E27FC236}">
                <a16:creationId xmlns:a16="http://schemas.microsoft.com/office/drawing/2014/main" id="{F7ACB035-F3C2-FBDE-F122-77EE34AF6C6A}"/>
              </a:ext>
            </a:extLst>
          </p:cNvPr>
          <p:cNvSpPr txBox="1"/>
          <p:nvPr/>
        </p:nvSpPr>
        <p:spPr>
          <a:xfrm>
            <a:off x="4216401" y="4244561"/>
            <a:ext cx="462845" cy="584775"/>
          </a:xfrm>
          <a:prstGeom prst="rect">
            <a:avLst/>
          </a:prstGeom>
          <a:solidFill>
            <a:srgbClr val="FF0000">
              <a:alpha val="30000"/>
            </a:srgbClr>
          </a:solidFill>
        </p:spPr>
        <p:txBody>
          <a:bodyPr wrap="square" rtlCol="0">
            <a:spAutoFit/>
          </a:bodyPr>
          <a:lstStyle/>
          <a:p>
            <a:pPr algn="ctr"/>
            <a:r>
              <a:rPr lang="en-US" sz="3200" dirty="0"/>
              <a:t>3</a:t>
            </a:r>
          </a:p>
        </p:txBody>
      </p:sp>
      <p:sp>
        <p:nvSpPr>
          <p:cNvPr id="37" name="TextBox 36">
            <a:extLst>
              <a:ext uri="{FF2B5EF4-FFF2-40B4-BE49-F238E27FC236}">
                <a16:creationId xmlns:a16="http://schemas.microsoft.com/office/drawing/2014/main" id="{6910D3FC-8F04-AEC8-D769-507B7DF09262}"/>
              </a:ext>
            </a:extLst>
          </p:cNvPr>
          <p:cNvSpPr txBox="1"/>
          <p:nvPr/>
        </p:nvSpPr>
        <p:spPr>
          <a:xfrm>
            <a:off x="5715003" y="424456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38" name="TextBox 37">
            <a:extLst>
              <a:ext uri="{FF2B5EF4-FFF2-40B4-BE49-F238E27FC236}">
                <a16:creationId xmlns:a16="http://schemas.microsoft.com/office/drawing/2014/main" id="{5D8193B4-DBED-61F9-EFB5-FE9005A16FD8}"/>
              </a:ext>
            </a:extLst>
          </p:cNvPr>
          <p:cNvSpPr txBox="1"/>
          <p:nvPr/>
        </p:nvSpPr>
        <p:spPr>
          <a:xfrm>
            <a:off x="6214537" y="424456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39" name="TextBox 38">
            <a:extLst>
              <a:ext uri="{FF2B5EF4-FFF2-40B4-BE49-F238E27FC236}">
                <a16:creationId xmlns:a16="http://schemas.microsoft.com/office/drawing/2014/main" id="{24F607C3-E374-9366-8048-EB530DEA4FB3}"/>
              </a:ext>
            </a:extLst>
          </p:cNvPr>
          <p:cNvSpPr txBox="1"/>
          <p:nvPr/>
        </p:nvSpPr>
        <p:spPr>
          <a:xfrm>
            <a:off x="6714071" y="4244561"/>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40" name="TextBox 39">
            <a:extLst>
              <a:ext uri="{FF2B5EF4-FFF2-40B4-BE49-F238E27FC236}">
                <a16:creationId xmlns:a16="http://schemas.microsoft.com/office/drawing/2014/main" id="{C8EA3FB3-D80B-025F-B977-C3BC2EFB3B74}"/>
              </a:ext>
            </a:extLst>
          </p:cNvPr>
          <p:cNvSpPr txBox="1"/>
          <p:nvPr/>
        </p:nvSpPr>
        <p:spPr>
          <a:xfrm>
            <a:off x="7213604" y="4244561"/>
            <a:ext cx="462845" cy="584775"/>
          </a:xfrm>
          <a:prstGeom prst="rect">
            <a:avLst/>
          </a:prstGeom>
          <a:solidFill>
            <a:srgbClr val="00B050">
              <a:alpha val="40000"/>
            </a:srgbClr>
          </a:solidFill>
        </p:spPr>
        <p:txBody>
          <a:bodyPr wrap="square" rtlCol="0">
            <a:spAutoFit/>
          </a:bodyPr>
          <a:lstStyle/>
          <a:p>
            <a:pPr algn="ctr"/>
            <a:r>
              <a:rPr lang="en-US" sz="3200" dirty="0"/>
              <a:t>9</a:t>
            </a:r>
          </a:p>
        </p:txBody>
      </p:sp>
      <p:sp>
        <p:nvSpPr>
          <p:cNvPr id="41" name="TextBox 40">
            <a:extLst>
              <a:ext uri="{FF2B5EF4-FFF2-40B4-BE49-F238E27FC236}">
                <a16:creationId xmlns:a16="http://schemas.microsoft.com/office/drawing/2014/main" id="{9C8305E4-D616-B574-90C2-BCE7EB07F0FB}"/>
              </a:ext>
            </a:extLst>
          </p:cNvPr>
          <p:cNvSpPr txBox="1"/>
          <p:nvPr/>
        </p:nvSpPr>
        <p:spPr>
          <a:xfrm>
            <a:off x="3217333" y="4747898"/>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42" name="TextBox 41">
            <a:extLst>
              <a:ext uri="{FF2B5EF4-FFF2-40B4-BE49-F238E27FC236}">
                <a16:creationId xmlns:a16="http://schemas.microsoft.com/office/drawing/2014/main" id="{5963B124-0B9A-29B6-1AAF-06B65273ECD7}"/>
              </a:ext>
            </a:extLst>
          </p:cNvPr>
          <p:cNvSpPr txBox="1"/>
          <p:nvPr/>
        </p:nvSpPr>
        <p:spPr>
          <a:xfrm>
            <a:off x="3716867" y="4747898"/>
            <a:ext cx="462845" cy="584775"/>
          </a:xfrm>
          <a:prstGeom prst="rect">
            <a:avLst/>
          </a:prstGeom>
          <a:solidFill>
            <a:srgbClr val="FFFF00">
              <a:alpha val="30000"/>
            </a:srgbClr>
          </a:solidFill>
        </p:spPr>
        <p:txBody>
          <a:bodyPr wrap="square" rtlCol="0">
            <a:spAutoFit/>
          </a:bodyPr>
          <a:lstStyle/>
          <a:p>
            <a:pPr algn="ctr"/>
            <a:r>
              <a:rPr lang="en-US" sz="3200" dirty="0"/>
              <a:t>9</a:t>
            </a:r>
          </a:p>
        </p:txBody>
      </p:sp>
      <p:sp>
        <p:nvSpPr>
          <p:cNvPr id="43" name="TextBox 42">
            <a:extLst>
              <a:ext uri="{FF2B5EF4-FFF2-40B4-BE49-F238E27FC236}">
                <a16:creationId xmlns:a16="http://schemas.microsoft.com/office/drawing/2014/main" id="{1132C1FA-9A46-167D-634C-E3AA1422DD75}"/>
              </a:ext>
            </a:extLst>
          </p:cNvPr>
          <p:cNvSpPr txBox="1"/>
          <p:nvPr/>
        </p:nvSpPr>
        <p:spPr>
          <a:xfrm>
            <a:off x="4216401" y="4747898"/>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44" name="TextBox 43">
            <a:extLst>
              <a:ext uri="{FF2B5EF4-FFF2-40B4-BE49-F238E27FC236}">
                <a16:creationId xmlns:a16="http://schemas.microsoft.com/office/drawing/2014/main" id="{6E5E505C-105E-C96F-F0E4-45E56F7D11A4}"/>
              </a:ext>
            </a:extLst>
          </p:cNvPr>
          <p:cNvSpPr txBox="1"/>
          <p:nvPr/>
        </p:nvSpPr>
        <p:spPr>
          <a:xfrm>
            <a:off x="7157158" y="1522145"/>
            <a:ext cx="570089" cy="230832"/>
          </a:xfrm>
          <a:prstGeom prst="rect">
            <a:avLst/>
          </a:prstGeom>
          <a:noFill/>
        </p:spPr>
        <p:txBody>
          <a:bodyPr wrap="square" rtlCol="0">
            <a:spAutoFit/>
          </a:bodyPr>
          <a:lstStyle/>
          <a:p>
            <a:pPr algn="ctr"/>
            <a:r>
              <a:rPr lang="en-US" sz="900" dirty="0"/>
              <a:t>57</a:t>
            </a:r>
          </a:p>
        </p:txBody>
      </p:sp>
      <p:sp>
        <p:nvSpPr>
          <p:cNvPr id="45" name="TextBox 44">
            <a:extLst>
              <a:ext uri="{FF2B5EF4-FFF2-40B4-BE49-F238E27FC236}">
                <a16:creationId xmlns:a16="http://schemas.microsoft.com/office/drawing/2014/main" id="{2784D15A-1472-D47C-0D67-B401E0C09E4F}"/>
              </a:ext>
            </a:extLst>
          </p:cNvPr>
          <p:cNvSpPr txBox="1"/>
          <p:nvPr/>
        </p:nvSpPr>
        <p:spPr>
          <a:xfrm>
            <a:off x="4143022" y="5028752"/>
            <a:ext cx="570089" cy="230832"/>
          </a:xfrm>
          <a:prstGeom prst="rect">
            <a:avLst/>
          </a:prstGeom>
          <a:noFill/>
        </p:spPr>
        <p:txBody>
          <a:bodyPr wrap="square" rtlCol="0">
            <a:spAutoFit/>
          </a:bodyPr>
          <a:lstStyle/>
          <a:p>
            <a:pPr algn="ctr"/>
            <a:r>
              <a:rPr lang="en-US" sz="900" dirty="0"/>
              <a:t>57</a:t>
            </a:r>
          </a:p>
        </p:txBody>
      </p:sp>
      <p:sp>
        <p:nvSpPr>
          <p:cNvPr id="50" name="TextBox 49">
            <a:extLst>
              <a:ext uri="{FF2B5EF4-FFF2-40B4-BE49-F238E27FC236}">
                <a16:creationId xmlns:a16="http://schemas.microsoft.com/office/drawing/2014/main" id="{EB5AD0DC-094F-FA69-F27D-99D9B6AC8E11}"/>
              </a:ext>
            </a:extLst>
          </p:cNvPr>
          <p:cNvSpPr txBox="1"/>
          <p:nvPr/>
        </p:nvSpPr>
        <p:spPr>
          <a:xfrm>
            <a:off x="6152446" y="1402877"/>
            <a:ext cx="570089" cy="230832"/>
          </a:xfrm>
          <a:prstGeom prst="rect">
            <a:avLst/>
          </a:prstGeom>
          <a:noFill/>
        </p:spPr>
        <p:txBody>
          <a:bodyPr wrap="square" rtlCol="0">
            <a:spAutoFit/>
          </a:bodyPr>
          <a:lstStyle/>
          <a:p>
            <a:pPr algn="ctr"/>
            <a:r>
              <a:rPr lang="en-US" sz="900" dirty="0"/>
              <a:t>5678</a:t>
            </a:r>
          </a:p>
        </p:txBody>
      </p:sp>
      <p:sp>
        <p:nvSpPr>
          <p:cNvPr id="51" name="TextBox 50">
            <a:extLst>
              <a:ext uri="{FF2B5EF4-FFF2-40B4-BE49-F238E27FC236}">
                <a16:creationId xmlns:a16="http://schemas.microsoft.com/office/drawing/2014/main" id="{6098F274-87CC-9686-3750-588BC8C956D6}"/>
              </a:ext>
            </a:extLst>
          </p:cNvPr>
          <p:cNvSpPr txBox="1"/>
          <p:nvPr/>
        </p:nvSpPr>
        <p:spPr>
          <a:xfrm>
            <a:off x="3138310" y="4408541"/>
            <a:ext cx="570089" cy="230832"/>
          </a:xfrm>
          <a:prstGeom prst="rect">
            <a:avLst/>
          </a:prstGeom>
          <a:noFill/>
        </p:spPr>
        <p:txBody>
          <a:bodyPr wrap="square" rtlCol="0">
            <a:spAutoFit/>
          </a:bodyPr>
          <a:lstStyle/>
          <a:p>
            <a:pPr algn="ctr"/>
            <a:r>
              <a:rPr lang="en-US" sz="900" dirty="0"/>
              <a:t>5678</a:t>
            </a:r>
          </a:p>
        </p:txBody>
      </p:sp>
      <p:sp>
        <p:nvSpPr>
          <p:cNvPr id="52" name="TextBox 51">
            <a:extLst>
              <a:ext uri="{FF2B5EF4-FFF2-40B4-BE49-F238E27FC236}">
                <a16:creationId xmlns:a16="http://schemas.microsoft.com/office/drawing/2014/main" id="{628B302D-C493-40CD-AC20-C78EBD619025}"/>
              </a:ext>
            </a:extLst>
          </p:cNvPr>
          <p:cNvSpPr txBox="1"/>
          <p:nvPr/>
        </p:nvSpPr>
        <p:spPr>
          <a:xfrm>
            <a:off x="3640666" y="3406653"/>
            <a:ext cx="570089" cy="230832"/>
          </a:xfrm>
          <a:prstGeom prst="rect">
            <a:avLst/>
          </a:prstGeom>
          <a:noFill/>
        </p:spPr>
        <p:txBody>
          <a:bodyPr wrap="square" rtlCol="0">
            <a:spAutoFit/>
          </a:bodyPr>
          <a:lstStyle/>
          <a:p>
            <a:pPr algn="ctr"/>
            <a:r>
              <a:rPr lang="en-US" sz="900" dirty="0"/>
              <a:t>23567</a:t>
            </a:r>
          </a:p>
        </p:txBody>
      </p:sp>
      <p:sp>
        <p:nvSpPr>
          <p:cNvPr id="53" name="TextBox 52">
            <a:extLst>
              <a:ext uri="{FF2B5EF4-FFF2-40B4-BE49-F238E27FC236}">
                <a16:creationId xmlns:a16="http://schemas.microsoft.com/office/drawing/2014/main" id="{4433B6A8-9D93-CD92-AC44-8FA0E4FD7D44}"/>
              </a:ext>
            </a:extLst>
          </p:cNvPr>
          <p:cNvSpPr txBox="1"/>
          <p:nvPr/>
        </p:nvSpPr>
        <p:spPr>
          <a:xfrm>
            <a:off x="3640666" y="4026865"/>
            <a:ext cx="570089" cy="230832"/>
          </a:xfrm>
          <a:prstGeom prst="rect">
            <a:avLst/>
          </a:prstGeom>
          <a:noFill/>
        </p:spPr>
        <p:txBody>
          <a:bodyPr wrap="square" rtlCol="0">
            <a:spAutoFit/>
          </a:bodyPr>
          <a:lstStyle/>
          <a:p>
            <a:pPr algn="ctr"/>
            <a:r>
              <a:rPr lang="en-US" sz="900" dirty="0"/>
              <a:t>5678</a:t>
            </a:r>
          </a:p>
        </p:txBody>
      </p:sp>
      <p:sp>
        <p:nvSpPr>
          <p:cNvPr id="54" name="TextBox 53">
            <a:extLst>
              <a:ext uri="{FF2B5EF4-FFF2-40B4-BE49-F238E27FC236}">
                <a16:creationId xmlns:a16="http://schemas.microsoft.com/office/drawing/2014/main" id="{F6EB4717-0A8B-CC8D-A286-02FE632AFF30}"/>
              </a:ext>
            </a:extLst>
          </p:cNvPr>
          <p:cNvSpPr txBox="1"/>
          <p:nvPr/>
        </p:nvSpPr>
        <p:spPr>
          <a:xfrm>
            <a:off x="3138310" y="3788329"/>
            <a:ext cx="570089" cy="230832"/>
          </a:xfrm>
          <a:prstGeom prst="rect">
            <a:avLst/>
          </a:prstGeom>
          <a:noFill/>
        </p:spPr>
        <p:txBody>
          <a:bodyPr wrap="square" rtlCol="0">
            <a:spAutoFit/>
          </a:bodyPr>
          <a:lstStyle/>
          <a:p>
            <a:pPr algn="ctr"/>
            <a:r>
              <a:rPr lang="en-US" sz="900" dirty="0"/>
              <a:t>15678</a:t>
            </a:r>
          </a:p>
        </p:txBody>
      </p:sp>
      <p:sp>
        <p:nvSpPr>
          <p:cNvPr id="55" name="TextBox 54">
            <a:extLst>
              <a:ext uri="{FF2B5EF4-FFF2-40B4-BE49-F238E27FC236}">
                <a16:creationId xmlns:a16="http://schemas.microsoft.com/office/drawing/2014/main" id="{7C172418-8C6D-2E8A-204A-02EA2A746686}"/>
              </a:ext>
            </a:extLst>
          </p:cNvPr>
          <p:cNvSpPr txBox="1"/>
          <p:nvPr/>
        </p:nvSpPr>
        <p:spPr>
          <a:xfrm>
            <a:off x="6152446" y="2023089"/>
            <a:ext cx="570089" cy="230832"/>
          </a:xfrm>
          <a:prstGeom prst="rect">
            <a:avLst/>
          </a:prstGeom>
          <a:noFill/>
        </p:spPr>
        <p:txBody>
          <a:bodyPr wrap="square" rtlCol="0">
            <a:spAutoFit/>
          </a:bodyPr>
          <a:lstStyle/>
          <a:p>
            <a:pPr algn="ctr"/>
            <a:r>
              <a:rPr lang="en-US" sz="900" dirty="0"/>
              <a:t>15678</a:t>
            </a:r>
          </a:p>
        </p:txBody>
      </p:sp>
      <p:sp>
        <p:nvSpPr>
          <p:cNvPr id="56" name="TextBox 55">
            <a:extLst>
              <a:ext uri="{FF2B5EF4-FFF2-40B4-BE49-F238E27FC236}">
                <a16:creationId xmlns:a16="http://schemas.microsoft.com/office/drawing/2014/main" id="{BE0BF9CE-4F5B-50EF-0AF6-0CA8DAE7B1C1}"/>
              </a:ext>
            </a:extLst>
          </p:cNvPr>
          <p:cNvSpPr txBox="1"/>
          <p:nvPr/>
        </p:nvSpPr>
        <p:spPr>
          <a:xfrm>
            <a:off x="6654802" y="1784553"/>
            <a:ext cx="570089" cy="230832"/>
          </a:xfrm>
          <a:prstGeom prst="rect">
            <a:avLst/>
          </a:prstGeom>
          <a:noFill/>
        </p:spPr>
        <p:txBody>
          <a:bodyPr wrap="square" rtlCol="0">
            <a:spAutoFit/>
          </a:bodyPr>
          <a:lstStyle/>
          <a:p>
            <a:pPr algn="ctr"/>
            <a:r>
              <a:rPr lang="en-US" sz="900" dirty="0"/>
              <a:t>5678</a:t>
            </a:r>
          </a:p>
        </p:txBody>
      </p:sp>
      <p:sp>
        <p:nvSpPr>
          <p:cNvPr id="57" name="TextBox 56">
            <a:extLst>
              <a:ext uri="{FF2B5EF4-FFF2-40B4-BE49-F238E27FC236}">
                <a16:creationId xmlns:a16="http://schemas.microsoft.com/office/drawing/2014/main" id="{3407BC83-90CA-4C7E-DB1D-E766071BA600}"/>
              </a:ext>
            </a:extLst>
          </p:cNvPr>
          <p:cNvSpPr txBox="1"/>
          <p:nvPr/>
        </p:nvSpPr>
        <p:spPr>
          <a:xfrm>
            <a:off x="6654802" y="2524033"/>
            <a:ext cx="570089" cy="230832"/>
          </a:xfrm>
          <a:prstGeom prst="rect">
            <a:avLst/>
          </a:prstGeom>
          <a:noFill/>
        </p:spPr>
        <p:txBody>
          <a:bodyPr wrap="square" rtlCol="0">
            <a:spAutoFit/>
          </a:bodyPr>
          <a:lstStyle/>
          <a:p>
            <a:pPr algn="ctr"/>
            <a:r>
              <a:rPr lang="en-US" sz="900" dirty="0"/>
              <a:t>23567</a:t>
            </a:r>
          </a:p>
        </p:txBody>
      </p:sp>
      <p:sp>
        <p:nvSpPr>
          <p:cNvPr id="58" name="TextBox 57">
            <a:extLst>
              <a:ext uri="{FF2B5EF4-FFF2-40B4-BE49-F238E27FC236}">
                <a16:creationId xmlns:a16="http://schemas.microsoft.com/office/drawing/2014/main" id="{6A8AB7BD-9F11-893C-0708-EAAD4057648B}"/>
              </a:ext>
            </a:extLst>
          </p:cNvPr>
          <p:cNvSpPr txBox="1"/>
          <p:nvPr/>
        </p:nvSpPr>
        <p:spPr>
          <a:xfrm>
            <a:off x="4143022" y="1903821"/>
            <a:ext cx="570089" cy="230832"/>
          </a:xfrm>
          <a:prstGeom prst="rect">
            <a:avLst/>
          </a:prstGeom>
          <a:noFill/>
        </p:spPr>
        <p:txBody>
          <a:bodyPr wrap="square" rtlCol="0">
            <a:spAutoFit/>
          </a:bodyPr>
          <a:lstStyle/>
          <a:p>
            <a:pPr algn="ctr"/>
            <a:r>
              <a:rPr lang="en-US" sz="900" dirty="0"/>
              <a:t>75</a:t>
            </a:r>
          </a:p>
        </p:txBody>
      </p:sp>
      <p:sp>
        <p:nvSpPr>
          <p:cNvPr id="59" name="TextBox 58">
            <a:extLst>
              <a:ext uri="{FF2B5EF4-FFF2-40B4-BE49-F238E27FC236}">
                <a16:creationId xmlns:a16="http://schemas.microsoft.com/office/drawing/2014/main" id="{3617BE59-7167-2047-D6C0-EE6975E92D18}"/>
              </a:ext>
            </a:extLst>
          </p:cNvPr>
          <p:cNvSpPr txBox="1"/>
          <p:nvPr/>
        </p:nvSpPr>
        <p:spPr>
          <a:xfrm>
            <a:off x="3640666" y="2404765"/>
            <a:ext cx="570089" cy="230832"/>
          </a:xfrm>
          <a:prstGeom prst="rect">
            <a:avLst/>
          </a:prstGeom>
          <a:noFill/>
        </p:spPr>
        <p:txBody>
          <a:bodyPr wrap="square" rtlCol="0">
            <a:spAutoFit/>
          </a:bodyPr>
          <a:lstStyle/>
          <a:p>
            <a:pPr algn="ctr"/>
            <a:r>
              <a:rPr lang="en-US" sz="900" dirty="0"/>
              <a:t>23567</a:t>
            </a:r>
          </a:p>
        </p:txBody>
      </p:sp>
      <p:sp>
        <p:nvSpPr>
          <p:cNvPr id="62" name="TextBox 61">
            <a:extLst>
              <a:ext uri="{FF2B5EF4-FFF2-40B4-BE49-F238E27FC236}">
                <a16:creationId xmlns:a16="http://schemas.microsoft.com/office/drawing/2014/main" id="{623146F2-5E02-CEC0-2730-A96E790BAEAA}"/>
              </a:ext>
            </a:extLst>
          </p:cNvPr>
          <p:cNvSpPr txBox="1"/>
          <p:nvPr/>
        </p:nvSpPr>
        <p:spPr>
          <a:xfrm>
            <a:off x="6654802" y="2905709"/>
            <a:ext cx="570089" cy="230832"/>
          </a:xfrm>
          <a:prstGeom prst="rect">
            <a:avLst/>
          </a:prstGeom>
          <a:noFill/>
        </p:spPr>
        <p:txBody>
          <a:bodyPr wrap="square" rtlCol="0">
            <a:spAutoFit/>
          </a:bodyPr>
          <a:lstStyle/>
          <a:p>
            <a:pPr algn="ctr"/>
            <a:r>
              <a:rPr lang="en-US" sz="900" dirty="0"/>
              <a:t>23567</a:t>
            </a:r>
          </a:p>
        </p:txBody>
      </p:sp>
      <p:sp>
        <p:nvSpPr>
          <p:cNvPr id="63" name="TextBox 62">
            <a:extLst>
              <a:ext uri="{FF2B5EF4-FFF2-40B4-BE49-F238E27FC236}">
                <a16:creationId xmlns:a16="http://schemas.microsoft.com/office/drawing/2014/main" id="{EB545EC3-1AC8-EBBA-6F74-FC36A605C183}"/>
              </a:ext>
            </a:extLst>
          </p:cNvPr>
          <p:cNvSpPr txBox="1"/>
          <p:nvPr/>
        </p:nvSpPr>
        <p:spPr>
          <a:xfrm>
            <a:off x="7157158" y="3406653"/>
            <a:ext cx="570089" cy="230832"/>
          </a:xfrm>
          <a:prstGeom prst="rect">
            <a:avLst/>
          </a:prstGeom>
          <a:noFill/>
        </p:spPr>
        <p:txBody>
          <a:bodyPr wrap="square" rtlCol="0">
            <a:spAutoFit/>
          </a:bodyPr>
          <a:lstStyle/>
          <a:p>
            <a:pPr algn="ctr"/>
            <a:r>
              <a:rPr lang="en-US" sz="900" dirty="0"/>
              <a:t>75</a:t>
            </a:r>
          </a:p>
        </p:txBody>
      </p:sp>
      <p:sp>
        <p:nvSpPr>
          <p:cNvPr id="66" name="TextBox 65">
            <a:extLst>
              <a:ext uri="{FF2B5EF4-FFF2-40B4-BE49-F238E27FC236}">
                <a16:creationId xmlns:a16="http://schemas.microsoft.com/office/drawing/2014/main" id="{8D640082-85AA-AB41-8954-F06BABE9CA44}"/>
              </a:ext>
            </a:extLst>
          </p:cNvPr>
          <p:cNvSpPr txBox="1"/>
          <p:nvPr/>
        </p:nvSpPr>
        <p:spPr>
          <a:xfrm>
            <a:off x="5147734" y="2524033"/>
            <a:ext cx="570089" cy="230832"/>
          </a:xfrm>
          <a:prstGeom prst="rect">
            <a:avLst/>
          </a:prstGeom>
          <a:noFill/>
        </p:spPr>
        <p:txBody>
          <a:bodyPr wrap="square" rtlCol="0">
            <a:spAutoFit/>
          </a:bodyPr>
          <a:lstStyle/>
          <a:p>
            <a:pPr algn="ctr"/>
            <a:r>
              <a:rPr lang="en-US" sz="900" dirty="0"/>
              <a:t>2567</a:t>
            </a:r>
          </a:p>
        </p:txBody>
      </p:sp>
      <p:sp>
        <p:nvSpPr>
          <p:cNvPr id="68" name="TextBox 67">
            <a:extLst>
              <a:ext uri="{FF2B5EF4-FFF2-40B4-BE49-F238E27FC236}">
                <a16:creationId xmlns:a16="http://schemas.microsoft.com/office/drawing/2014/main" id="{9AF56681-0828-E2B3-CAB2-4445B255B61E}"/>
              </a:ext>
            </a:extLst>
          </p:cNvPr>
          <p:cNvSpPr txBox="1"/>
          <p:nvPr/>
        </p:nvSpPr>
        <p:spPr>
          <a:xfrm>
            <a:off x="6654802" y="4527809"/>
            <a:ext cx="570089" cy="230832"/>
          </a:xfrm>
          <a:prstGeom prst="rect">
            <a:avLst/>
          </a:prstGeom>
          <a:noFill/>
        </p:spPr>
        <p:txBody>
          <a:bodyPr wrap="square" rtlCol="0">
            <a:spAutoFit/>
          </a:bodyPr>
          <a:lstStyle/>
          <a:p>
            <a:pPr algn="ctr"/>
            <a:r>
              <a:rPr lang="en-US" sz="900" dirty="0"/>
              <a:t>2567</a:t>
            </a:r>
          </a:p>
        </p:txBody>
      </p:sp>
      <p:sp>
        <p:nvSpPr>
          <p:cNvPr id="70" name="TextBox 69">
            <a:extLst>
              <a:ext uri="{FF2B5EF4-FFF2-40B4-BE49-F238E27FC236}">
                <a16:creationId xmlns:a16="http://schemas.microsoft.com/office/drawing/2014/main" id="{CDDB383B-94DF-0A3A-B8F5-7FECB89EA1D6}"/>
              </a:ext>
            </a:extLst>
          </p:cNvPr>
          <p:cNvSpPr txBox="1"/>
          <p:nvPr/>
        </p:nvSpPr>
        <p:spPr>
          <a:xfrm>
            <a:off x="5650090" y="2285497"/>
            <a:ext cx="570089" cy="230832"/>
          </a:xfrm>
          <a:prstGeom prst="rect">
            <a:avLst/>
          </a:prstGeom>
          <a:noFill/>
        </p:spPr>
        <p:txBody>
          <a:bodyPr wrap="square" rtlCol="0">
            <a:spAutoFit/>
          </a:bodyPr>
          <a:lstStyle/>
          <a:p>
            <a:pPr algn="ctr"/>
            <a:r>
              <a:rPr lang="en-US" sz="900" dirty="0"/>
              <a:t>2367</a:t>
            </a:r>
          </a:p>
        </p:txBody>
      </p:sp>
      <p:sp>
        <p:nvSpPr>
          <p:cNvPr id="71" name="TextBox 70">
            <a:extLst>
              <a:ext uri="{FF2B5EF4-FFF2-40B4-BE49-F238E27FC236}">
                <a16:creationId xmlns:a16="http://schemas.microsoft.com/office/drawing/2014/main" id="{EA367778-9EC2-9153-D994-BB06321795C9}"/>
              </a:ext>
            </a:extLst>
          </p:cNvPr>
          <p:cNvSpPr txBox="1"/>
          <p:nvPr/>
        </p:nvSpPr>
        <p:spPr>
          <a:xfrm>
            <a:off x="5147734" y="2905709"/>
            <a:ext cx="570089" cy="230832"/>
          </a:xfrm>
          <a:prstGeom prst="rect">
            <a:avLst/>
          </a:prstGeom>
          <a:noFill/>
        </p:spPr>
        <p:txBody>
          <a:bodyPr wrap="square" rtlCol="0">
            <a:spAutoFit/>
          </a:bodyPr>
          <a:lstStyle/>
          <a:p>
            <a:pPr algn="ctr"/>
            <a:r>
              <a:rPr lang="en-US" sz="900" dirty="0"/>
              <a:t>25678</a:t>
            </a:r>
          </a:p>
        </p:txBody>
      </p:sp>
      <p:sp>
        <p:nvSpPr>
          <p:cNvPr id="72" name="TextBox 71">
            <a:extLst>
              <a:ext uri="{FF2B5EF4-FFF2-40B4-BE49-F238E27FC236}">
                <a16:creationId xmlns:a16="http://schemas.microsoft.com/office/drawing/2014/main" id="{61AE12A3-AF6B-2C6D-D34F-EB2344452DD2}"/>
              </a:ext>
            </a:extLst>
          </p:cNvPr>
          <p:cNvSpPr txBox="1"/>
          <p:nvPr/>
        </p:nvSpPr>
        <p:spPr>
          <a:xfrm>
            <a:off x="4645378" y="3525921"/>
            <a:ext cx="570089" cy="230832"/>
          </a:xfrm>
          <a:prstGeom prst="rect">
            <a:avLst/>
          </a:prstGeom>
          <a:noFill/>
        </p:spPr>
        <p:txBody>
          <a:bodyPr wrap="square" rtlCol="0">
            <a:spAutoFit/>
          </a:bodyPr>
          <a:lstStyle/>
          <a:p>
            <a:pPr algn="ctr"/>
            <a:r>
              <a:rPr lang="en-US" sz="900" dirty="0"/>
              <a:t>268</a:t>
            </a:r>
          </a:p>
        </p:txBody>
      </p:sp>
      <p:sp>
        <p:nvSpPr>
          <p:cNvPr id="74" name="TextBox 73">
            <a:extLst>
              <a:ext uri="{FF2B5EF4-FFF2-40B4-BE49-F238E27FC236}">
                <a16:creationId xmlns:a16="http://schemas.microsoft.com/office/drawing/2014/main" id="{813B0C4F-1EB9-9B71-DC8A-1E9EB4A81A1E}"/>
              </a:ext>
            </a:extLst>
          </p:cNvPr>
          <p:cNvSpPr txBox="1"/>
          <p:nvPr/>
        </p:nvSpPr>
        <p:spPr>
          <a:xfrm>
            <a:off x="6152446" y="4527809"/>
            <a:ext cx="570089" cy="230832"/>
          </a:xfrm>
          <a:prstGeom prst="rect">
            <a:avLst/>
          </a:prstGeom>
          <a:noFill/>
        </p:spPr>
        <p:txBody>
          <a:bodyPr wrap="square" rtlCol="0">
            <a:spAutoFit/>
          </a:bodyPr>
          <a:lstStyle/>
          <a:p>
            <a:pPr algn="ctr"/>
            <a:r>
              <a:rPr lang="en-US" sz="900" dirty="0"/>
              <a:t>25678</a:t>
            </a:r>
          </a:p>
        </p:txBody>
      </p:sp>
      <p:sp>
        <p:nvSpPr>
          <p:cNvPr id="75" name="TextBox 74">
            <a:extLst>
              <a:ext uri="{FF2B5EF4-FFF2-40B4-BE49-F238E27FC236}">
                <a16:creationId xmlns:a16="http://schemas.microsoft.com/office/drawing/2014/main" id="{7C32F9DE-5EF1-327C-717C-E5C1BBD649EA}"/>
              </a:ext>
            </a:extLst>
          </p:cNvPr>
          <p:cNvSpPr txBox="1"/>
          <p:nvPr/>
        </p:nvSpPr>
        <p:spPr>
          <a:xfrm>
            <a:off x="6654802" y="3788329"/>
            <a:ext cx="570089" cy="230832"/>
          </a:xfrm>
          <a:prstGeom prst="rect">
            <a:avLst/>
          </a:prstGeom>
          <a:noFill/>
        </p:spPr>
        <p:txBody>
          <a:bodyPr wrap="square" rtlCol="0">
            <a:spAutoFit/>
          </a:bodyPr>
          <a:lstStyle/>
          <a:p>
            <a:pPr algn="ctr"/>
            <a:r>
              <a:rPr lang="en-US" sz="900" dirty="0"/>
              <a:t>2367</a:t>
            </a:r>
          </a:p>
        </p:txBody>
      </p:sp>
      <p:sp>
        <p:nvSpPr>
          <p:cNvPr id="76" name="TextBox 75">
            <a:extLst>
              <a:ext uri="{FF2B5EF4-FFF2-40B4-BE49-F238E27FC236}">
                <a16:creationId xmlns:a16="http://schemas.microsoft.com/office/drawing/2014/main" id="{B0E379EF-AE3F-E517-F97E-BC309A3DC99D}"/>
              </a:ext>
            </a:extLst>
          </p:cNvPr>
          <p:cNvSpPr txBox="1"/>
          <p:nvPr/>
        </p:nvSpPr>
        <p:spPr>
          <a:xfrm>
            <a:off x="5650090" y="4527809"/>
            <a:ext cx="570089" cy="230832"/>
          </a:xfrm>
          <a:prstGeom prst="rect">
            <a:avLst/>
          </a:prstGeom>
          <a:noFill/>
        </p:spPr>
        <p:txBody>
          <a:bodyPr wrap="square" rtlCol="0">
            <a:spAutoFit/>
          </a:bodyPr>
          <a:lstStyle/>
          <a:p>
            <a:pPr algn="ctr"/>
            <a:r>
              <a:rPr lang="en-US" sz="900" dirty="0"/>
              <a:t>268</a:t>
            </a:r>
          </a:p>
        </p:txBody>
      </p:sp>
      <p:sp>
        <p:nvSpPr>
          <p:cNvPr id="73" name="TextBox 72">
            <a:extLst>
              <a:ext uri="{FF2B5EF4-FFF2-40B4-BE49-F238E27FC236}">
                <a16:creationId xmlns:a16="http://schemas.microsoft.com/office/drawing/2014/main" id="{F3C125D5-FC97-C0EB-DB02-501F898F0D79}"/>
              </a:ext>
            </a:extLst>
          </p:cNvPr>
          <p:cNvSpPr txBox="1"/>
          <p:nvPr/>
        </p:nvSpPr>
        <p:spPr>
          <a:xfrm>
            <a:off x="5147734" y="3287385"/>
            <a:ext cx="570089" cy="230832"/>
          </a:xfrm>
          <a:prstGeom prst="rect">
            <a:avLst/>
          </a:prstGeom>
          <a:noFill/>
        </p:spPr>
        <p:txBody>
          <a:bodyPr wrap="square" rtlCol="0">
            <a:spAutoFit/>
          </a:bodyPr>
          <a:lstStyle/>
          <a:p>
            <a:pPr algn="ctr"/>
            <a:r>
              <a:rPr lang="en-US" sz="900" dirty="0"/>
              <a:t>235678</a:t>
            </a:r>
          </a:p>
        </p:txBody>
      </p:sp>
      <p:sp>
        <p:nvSpPr>
          <p:cNvPr id="78" name="TextBox 77">
            <a:extLst>
              <a:ext uri="{FF2B5EF4-FFF2-40B4-BE49-F238E27FC236}">
                <a16:creationId xmlns:a16="http://schemas.microsoft.com/office/drawing/2014/main" id="{35A65EFC-86E6-0D44-3E47-73DC0348AD22}"/>
              </a:ext>
            </a:extLst>
          </p:cNvPr>
          <p:cNvSpPr txBox="1"/>
          <p:nvPr/>
        </p:nvSpPr>
        <p:spPr>
          <a:xfrm>
            <a:off x="6152446" y="3788329"/>
            <a:ext cx="570089" cy="230832"/>
          </a:xfrm>
          <a:prstGeom prst="rect">
            <a:avLst/>
          </a:prstGeom>
          <a:noFill/>
        </p:spPr>
        <p:txBody>
          <a:bodyPr wrap="square" rtlCol="0">
            <a:spAutoFit/>
          </a:bodyPr>
          <a:lstStyle/>
          <a:p>
            <a:pPr algn="ctr"/>
            <a:r>
              <a:rPr lang="en-US" sz="900" dirty="0"/>
              <a:t>235678</a:t>
            </a:r>
          </a:p>
        </p:txBody>
      </p:sp>
      <p:sp>
        <p:nvSpPr>
          <p:cNvPr id="79" name="TextBox 78">
            <a:extLst>
              <a:ext uri="{FF2B5EF4-FFF2-40B4-BE49-F238E27FC236}">
                <a16:creationId xmlns:a16="http://schemas.microsoft.com/office/drawing/2014/main" id="{3FB24409-DB8C-D62E-E8E1-6EEC9579E030}"/>
              </a:ext>
            </a:extLst>
          </p:cNvPr>
          <p:cNvSpPr txBox="1"/>
          <p:nvPr/>
        </p:nvSpPr>
        <p:spPr>
          <a:xfrm>
            <a:off x="6214537" y="3237891"/>
            <a:ext cx="462845" cy="584775"/>
          </a:xfrm>
          <a:prstGeom prst="rect">
            <a:avLst/>
          </a:prstGeom>
          <a:noFill/>
        </p:spPr>
        <p:txBody>
          <a:bodyPr wrap="square" rtlCol="0">
            <a:spAutoFit/>
          </a:bodyPr>
          <a:lstStyle/>
          <a:p>
            <a:pPr algn="ctr"/>
            <a:r>
              <a:rPr lang="en-US" sz="3200" dirty="0"/>
              <a:t>9</a:t>
            </a:r>
          </a:p>
        </p:txBody>
      </p:sp>
      <p:sp>
        <p:nvSpPr>
          <p:cNvPr id="80" name="TextBox 79">
            <a:extLst>
              <a:ext uri="{FF2B5EF4-FFF2-40B4-BE49-F238E27FC236}">
                <a16:creationId xmlns:a16="http://schemas.microsoft.com/office/drawing/2014/main" id="{876D0CF3-3ACE-652E-784D-F5E87C087C06}"/>
              </a:ext>
            </a:extLst>
          </p:cNvPr>
          <p:cNvSpPr txBox="1"/>
          <p:nvPr/>
        </p:nvSpPr>
        <p:spPr>
          <a:xfrm>
            <a:off x="6152446" y="901933"/>
            <a:ext cx="570089" cy="230832"/>
          </a:xfrm>
          <a:prstGeom prst="rect">
            <a:avLst/>
          </a:prstGeom>
          <a:noFill/>
        </p:spPr>
        <p:txBody>
          <a:bodyPr wrap="square" rtlCol="0">
            <a:spAutoFit/>
          </a:bodyPr>
          <a:lstStyle/>
          <a:p>
            <a:pPr algn="ctr"/>
            <a:r>
              <a:rPr lang="en-US" sz="900" dirty="0"/>
              <a:t>18</a:t>
            </a:r>
          </a:p>
        </p:txBody>
      </p:sp>
      <p:sp>
        <p:nvSpPr>
          <p:cNvPr id="81" name="TextBox 80">
            <a:extLst>
              <a:ext uri="{FF2B5EF4-FFF2-40B4-BE49-F238E27FC236}">
                <a16:creationId xmlns:a16="http://schemas.microsoft.com/office/drawing/2014/main" id="{7C466D32-A497-1942-AFA3-0643C64CCEC3}"/>
              </a:ext>
            </a:extLst>
          </p:cNvPr>
          <p:cNvSpPr txBox="1"/>
          <p:nvPr/>
        </p:nvSpPr>
        <p:spPr>
          <a:xfrm>
            <a:off x="4143022" y="3907597"/>
            <a:ext cx="570089" cy="230832"/>
          </a:xfrm>
          <a:prstGeom prst="rect">
            <a:avLst/>
          </a:prstGeom>
          <a:noFill/>
        </p:spPr>
        <p:txBody>
          <a:bodyPr wrap="square" rtlCol="0">
            <a:spAutoFit/>
          </a:bodyPr>
          <a:lstStyle/>
          <a:p>
            <a:pPr algn="ctr"/>
            <a:r>
              <a:rPr lang="en-US" sz="900" dirty="0"/>
              <a:t>28</a:t>
            </a:r>
          </a:p>
        </p:txBody>
      </p:sp>
      <p:sp>
        <p:nvSpPr>
          <p:cNvPr id="82" name="TextBox 81">
            <a:extLst>
              <a:ext uri="{FF2B5EF4-FFF2-40B4-BE49-F238E27FC236}">
                <a16:creationId xmlns:a16="http://schemas.microsoft.com/office/drawing/2014/main" id="{7FD8C24D-C0B7-5D25-043E-4DB77E5EF46E}"/>
              </a:ext>
            </a:extLst>
          </p:cNvPr>
          <p:cNvSpPr txBox="1"/>
          <p:nvPr/>
        </p:nvSpPr>
        <p:spPr>
          <a:xfrm>
            <a:off x="3640666" y="4408541"/>
            <a:ext cx="570089" cy="230832"/>
          </a:xfrm>
          <a:prstGeom prst="rect">
            <a:avLst/>
          </a:prstGeom>
          <a:noFill/>
        </p:spPr>
        <p:txBody>
          <a:bodyPr wrap="square" rtlCol="0">
            <a:spAutoFit/>
          </a:bodyPr>
          <a:lstStyle/>
          <a:p>
            <a:pPr algn="ctr"/>
            <a:r>
              <a:rPr lang="en-US" sz="900" dirty="0"/>
              <a:t>128</a:t>
            </a:r>
          </a:p>
        </p:txBody>
      </p:sp>
      <p:sp>
        <p:nvSpPr>
          <p:cNvPr id="48" name="TextBox 47">
            <a:extLst>
              <a:ext uri="{FF2B5EF4-FFF2-40B4-BE49-F238E27FC236}">
                <a16:creationId xmlns:a16="http://schemas.microsoft.com/office/drawing/2014/main" id="{9C21369D-6A6E-7E34-7681-A038F353EB98}"/>
              </a:ext>
            </a:extLst>
          </p:cNvPr>
          <p:cNvSpPr txBox="1"/>
          <p:nvPr/>
        </p:nvSpPr>
        <p:spPr>
          <a:xfrm>
            <a:off x="3716867" y="1727886"/>
            <a:ext cx="462845" cy="584775"/>
          </a:xfrm>
          <a:prstGeom prst="rect">
            <a:avLst/>
          </a:prstGeom>
          <a:noFill/>
        </p:spPr>
        <p:txBody>
          <a:bodyPr wrap="square" rtlCol="0">
            <a:spAutoFit/>
          </a:bodyPr>
          <a:lstStyle/>
          <a:p>
            <a:pPr algn="ctr"/>
            <a:r>
              <a:rPr lang="en-US" sz="3200" dirty="0"/>
              <a:t>4</a:t>
            </a:r>
          </a:p>
        </p:txBody>
      </p:sp>
      <p:sp>
        <p:nvSpPr>
          <p:cNvPr id="49" name="TextBox 48">
            <a:extLst>
              <a:ext uri="{FF2B5EF4-FFF2-40B4-BE49-F238E27FC236}">
                <a16:creationId xmlns:a16="http://schemas.microsoft.com/office/drawing/2014/main" id="{F2ADFEDE-4220-6C51-4B91-CF95A3929DAB}"/>
              </a:ext>
            </a:extLst>
          </p:cNvPr>
          <p:cNvSpPr txBox="1"/>
          <p:nvPr/>
        </p:nvSpPr>
        <p:spPr>
          <a:xfrm>
            <a:off x="5715003" y="3237891"/>
            <a:ext cx="462845" cy="584775"/>
          </a:xfrm>
          <a:prstGeom prst="rect">
            <a:avLst/>
          </a:prstGeom>
          <a:noFill/>
        </p:spPr>
        <p:txBody>
          <a:bodyPr wrap="square" rtlCol="0">
            <a:spAutoFit/>
          </a:bodyPr>
          <a:lstStyle/>
          <a:p>
            <a:pPr algn="ctr"/>
            <a:r>
              <a:rPr lang="en-US" sz="3200" dirty="0"/>
              <a:t>4</a:t>
            </a:r>
          </a:p>
        </p:txBody>
      </p:sp>
      <p:sp>
        <p:nvSpPr>
          <p:cNvPr id="46" name="TextBox 45">
            <a:extLst>
              <a:ext uri="{FF2B5EF4-FFF2-40B4-BE49-F238E27FC236}">
                <a16:creationId xmlns:a16="http://schemas.microsoft.com/office/drawing/2014/main" id="{7E7123A5-00FE-EE68-5651-FAAF0B8AABE6}"/>
              </a:ext>
            </a:extLst>
          </p:cNvPr>
          <p:cNvSpPr txBox="1"/>
          <p:nvPr/>
        </p:nvSpPr>
        <p:spPr>
          <a:xfrm>
            <a:off x="3217333" y="721216"/>
            <a:ext cx="462845" cy="584775"/>
          </a:xfrm>
          <a:prstGeom prst="rect">
            <a:avLst/>
          </a:prstGeom>
          <a:noFill/>
        </p:spPr>
        <p:txBody>
          <a:bodyPr wrap="square" rtlCol="0">
            <a:spAutoFit/>
          </a:bodyPr>
          <a:lstStyle/>
          <a:p>
            <a:pPr algn="ctr"/>
            <a:r>
              <a:rPr lang="en-US" sz="3200" dirty="0"/>
              <a:t>9</a:t>
            </a:r>
          </a:p>
        </p:txBody>
      </p:sp>
      <p:sp>
        <p:nvSpPr>
          <p:cNvPr id="47" name="TextBox 46">
            <a:extLst>
              <a:ext uri="{FF2B5EF4-FFF2-40B4-BE49-F238E27FC236}">
                <a16:creationId xmlns:a16="http://schemas.microsoft.com/office/drawing/2014/main" id="{D8909DD4-4599-7CA5-364A-7D44CF595BE3}"/>
              </a:ext>
            </a:extLst>
          </p:cNvPr>
          <p:cNvSpPr txBox="1"/>
          <p:nvPr/>
        </p:nvSpPr>
        <p:spPr>
          <a:xfrm>
            <a:off x="7213604" y="4747898"/>
            <a:ext cx="462845" cy="584775"/>
          </a:xfrm>
          <a:prstGeom prst="rect">
            <a:avLst/>
          </a:prstGeom>
          <a:noFill/>
        </p:spPr>
        <p:txBody>
          <a:bodyPr wrap="square" rtlCol="0">
            <a:spAutoFit/>
          </a:bodyPr>
          <a:lstStyle/>
          <a:p>
            <a:pPr algn="ctr"/>
            <a:r>
              <a:rPr lang="en-US" sz="3200" dirty="0"/>
              <a:t>1</a:t>
            </a:r>
          </a:p>
        </p:txBody>
      </p:sp>
    </p:spTree>
    <p:extLst>
      <p:ext uri="{BB962C8B-B14F-4D97-AF65-F5344CB8AC3E}">
        <p14:creationId xmlns:p14="http://schemas.microsoft.com/office/powerpoint/2010/main" val="3599103069"/>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06891E-1950-B688-0012-3C288A4EFFDB}"/>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416770E5-31A7-F5BE-41ED-01FB8EA22419}"/>
              </a:ext>
            </a:extLst>
          </p:cNvPr>
          <p:cNvSpPr>
            <a:spLocks noGrp="1"/>
          </p:cNvSpPr>
          <p:nvPr>
            <p:ph sz="half" idx="1"/>
          </p:nvPr>
        </p:nvSpPr>
        <p:spPr/>
        <p:txBody>
          <a:bodyPr>
            <a:normAutofit/>
          </a:bodyPr>
          <a:lstStyle/>
          <a:p>
            <a:r>
              <a:rPr lang="en-US" dirty="0"/>
              <a:t>Last possible 6 in Column 9.</a:t>
            </a:r>
          </a:p>
        </p:txBody>
      </p:sp>
      <p:pic>
        <p:nvPicPr>
          <p:cNvPr id="4" name="Picture 3" descr="A grid of sudoku puzzle&#10;&#10;Description automatically generated">
            <a:extLst>
              <a:ext uri="{FF2B5EF4-FFF2-40B4-BE49-F238E27FC236}">
                <a16:creationId xmlns:a16="http://schemas.microsoft.com/office/drawing/2014/main" id="{7462A00D-F0DB-BC18-C8C7-B0952D897849}"/>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93DEDBC7-5DCC-CA80-23D4-3BD070B1A353}"/>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6804E79C-248B-1413-325B-B4C3F440E0A9}"/>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AA06DB2B-0AE8-F295-2240-52FED4151F9B}"/>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0F37B401-C139-2654-B1B7-5EB24F97580A}"/>
              </a:ext>
            </a:extLst>
          </p:cNvPr>
          <p:cNvSpPr txBox="1"/>
          <p:nvPr/>
        </p:nvSpPr>
        <p:spPr>
          <a:xfrm>
            <a:off x="4715935" y="1224551"/>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8" name="TextBox 7">
            <a:extLst>
              <a:ext uri="{FF2B5EF4-FFF2-40B4-BE49-F238E27FC236}">
                <a16:creationId xmlns:a16="http://schemas.microsoft.com/office/drawing/2014/main" id="{2BBD5D3E-CD59-5F65-AE8F-7292BD23186B}"/>
              </a:ext>
            </a:extLst>
          </p:cNvPr>
          <p:cNvSpPr txBox="1"/>
          <p:nvPr/>
        </p:nvSpPr>
        <p:spPr>
          <a:xfrm>
            <a:off x="6214537" y="122455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9" name="TextBox 8">
            <a:extLst>
              <a:ext uri="{FF2B5EF4-FFF2-40B4-BE49-F238E27FC236}">
                <a16:creationId xmlns:a16="http://schemas.microsoft.com/office/drawing/2014/main" id="{94CF335C-AB33-FE7C-67B7-8486C4ED0BA7}"/>
              </a:ext>
            </a:extLst>
          </p:cNvPr>
          <p:cNvSpPr txBox="1"/>
          <p:nvPr/>
        </p:nvSpPr>
        <p:spPr>
          <a:xfrm>
            <a:off x="6714071" y="1224551"/>
            <a:ext cx="462845" cy="584775"/>
          </a:xfrm>
          <a:prstGeom prst="rect">
            <a:avLst/>
          </a:prstGeom>
          <a:solidFill>
            <a:srgbClr val="FFFF00">
              <a:alpha val="30000"/>
            </a:srgbClr>
          </a:solidFill>
        </p:spPr>
        <p:txBody>
          <a:bodyPr wrap="square" rtlCol="0">
            <a:spAutoFit/>
          </a:bodyPr>
          <a:lstStyle/>
          <a:p>
            <a:pPr algn="ctr"/>
            <a:r>
              <a:rPr lang="en-US" sz="3200" dirty="0"/>
              <a:t>9</a:t>
            </a:r>
          </a:p>
        </p:txBody>
      </p:sp>
      <p:sp>
        <p:nvSpPr>
          <p:cNvPr id="10" name="TextBox 9">
            <a:extLst>
              <a:ext uri="{FF2B5EF4-FFF2-40B4-BE49-F238E27FC236}">
                <a16:creationId xmlns:a16="http://schemas.microsoft.com/office/drawing/2014/main" id="{E190655D-D425-1E9D-0B13-98E2D07A6B05}"/>
              </a:ext>
            </a:extLst>
          </p:cNvPr>
          <p:cNvSpPr txBox="1"/>
          <p:nvPr/>
        </p:nvSpPr>
        <p:spPr>
          <a:xfrm>
            <a:off x="7213604" y="122455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11" name="TextBox 10">
            <a:extLst>
              <a:ext uri="{FF2B5EF4-FFF2-40B4-BE49-F238E27FC236}">
                <a16:creationId xmlns:a16="http://schemas.microsoft.com/office/drawing/2014/main" id="{CE7EEF81-DEFE-F6B4-D32C-528C7B966059}"/>
              </a:ext>
            </a:extLst>
          </p:cNvPr>
          <p:cNvSpPr txBox="1"/>
          <p:nvPr/>
        </p:nvSpPr>
        <p:spPr>
          <a:xfrm>
            <a:off x="6714071" y="721216"/>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12" name="TextBox 11">
            <a:extLst>
              <a:ext uri="{FF2B5EF4-FFF2-40B4-BE49-F238E27FC236}">
                <a16:creationId xmlns:a16="http://schemas.microsoft.com/office/drawing/2014/main" id="{85C1ED6C-2DE9-D79D-18D0-0651906596D8}"/>
              </a:ext>
            </a:extLst>
          </p:cNvPr>
          <p:cNvSpPr txBox="1"/>
          <p:nvPr/>
        </p:nvSpPr>
        <p:spPr>
          <a:xfrm>
            <a:off x="7213604" y="721216"/>
            <a:ext cx="462845" cy="584775"/>
          </a:xfrm>
          <a:prstGeom prst="rect">
            <a:avLst/>
          </a:prstGeom>
          <a:solidFill>
            <a:srgbClr val="FF0000">
              <a:alpha val="30000"/>
            </a:srgbClr>
          </a:solidFill>
        </p:spPr>
        <p:txBody>
          <a:bodyPr wrap="square" rtlCol="0">
            <a:spAutoFit/>
          </a:bodyPr>
          <a:lstStyle/>
          <a:p>
            <a:pPr algn="ctr"/>
            <a:r>
              <a:rPr lang="en-US" sz="3200" dirty="0"/>
              <a:t>3</a:t>
            </a:r>
          </a:p>
        </p:txBody>
      </p:sp>
      <p:sp>
        <p:nvSpPr>
          <p:cNvPr id="13" name="TextBox 12">
            <a:extLst>
              <a:ext uri="{FF2B5EF4-FFF2-40B4-BE49-F238E27FC236}">
                <a16:creationId xmlns:a16="http://schemas.microsoft.com/office/drawing/2014/main" id="{AF9C1C21-3ED7-3CD1-8003-6B4D9BE1D57D}"/>
              </a:ext>
            </a:extLst>
          </p:cNvPr>
          <p:cNvSpPr txBox="1"/>
          <p:nvPr/>
        </p:nvSpPr>
        <p:spPr>
          <a:xfrm>
            <a:off x="4216401" y="1727886"/>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14" name="TextBox 13">
            <a:extLst>
              <a:ext uri="{FF2B5EF4-FFF2-40B4-BE49-F238E27FC236}">
                <a16:creationId xmlns:a16="http://schemas.microsoft.com/office/drawing/2014/main" id="{5F46ECDC-BECD-51B4-C186-8947F3CF2630}"/>
              </a:ext>
            </a:extLst>
          </p:cNvPr>
          <p:cNvSpPr txBox="1"/>
          <p:nvPr/>
        </p:nvSpPr>
        <p:spPr>
          <a:xfrm>
            <a:off x="5215469" y="1727886"/>
            <a:ext cx="462845" cy="584775"/>
          </a:xfrm>
          <a:prstGeom prst="rect">
            <a:avLst/>
          </a:prstGeom>
          <a:solidFill>
            <a:srgbClr val="00B050">
              <a:alpha val="40000"/>
            </a:srgbClr>
          </a:solidFill>
        </p:spPr>
        <p:txBody>
          <a:bodyPr wrap="square" rtlCol="0">
            <a:spAutoFit/>
          </a:bodyPr>
          <a:lstStyle/>
          <a:p>
            <a:pPr algn="ctr"/>
            <a:r>
              <a:rPr lang="en-US" sz="3200" dirty="0"/>
              <a:t>9</a:t>
            </a:r>
          </a:p>
        </p:txBody>
      </p:sp>
      <p:sp>
        <p:nvSpPr>
          <p:cNvPr id="15" name="TextBox 14">
            <a:extLst>
              <a:ext uri="{FF2B5EF4-FFF2-40B4-BE49-F238E27FC236}">
                <a16:creationId xmlns:a16="http://schemas.microsoft.com/office/drawing/2014/main" id="{9CB48247-02A4-1AB2-3BB6-F4624126A53C}"/>
              </a:ext>
            </a:extLst>
          </p:cNvPr>
          <p:cNvSpPr txBox="1"/>
          <p:nvPr/>
        </p:nvSpPr>
        <p:spPr>
          <a:xfrm>
            <a:off x="6214537" y="1727886"/>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16" name="TextBox 15">
            <a:extLst>
              <a:ext uri="{FF2B5EF4-FFF2-40B4-BE49-F238E27FC236}">
                <a16:creationId xmlns:a16="http://schemas.microsoft.com/office/drawing/2014/main" id="{E73625C1-11FB-86E3-2E38-DCF4633B5283}"/>
              </a:ext>
            </a:extLst>
          </p:cNvPr>
          <p:cNvSpPr txBox="1"/>
          <p:nvPr/>
        </p:nvSpPr>
        <p:spPr>
          <a:xfrm>
            <a:off x="6714071" y="172788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17" name="TextBox 16">
            <a:extLst>
              <a:ext uri="{FF2B5EF4-FFF2-40B4-BE49-F238E27FC236}">
                <a16:creationId xmlns:a16="http://schemas.microsoft.com/office/drawing/2014/main" id="{92709E8C-9B46-1644-AD1B-0D61FCDB7394}"/>
              </a:ext>
            </a:extLst>
          </p:cNvPr>
          <p:cNvSpPr txBox="1"/>
          <p:nvPr/>
        </p:nvSpPr>
        <p:spPr>
          <a:xfrm>
            <a:off x="3716867" y="223122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18" name="TextBox 17">
            <a:extLst>
              <a:ext uri="{FF2B5EF4-FFF2-40B4-BE49-F238E27FC236}">
                <a16:creationId xmlns:a16="http://schemas.microsoft.com/office/drawing/2014/main" id="{ABF31EBC-B524-0B6D-94B9-5E38138B7002}"/>
              </a:ext>
            </a:extLst>
          </p:cNvPr>
          <p:cNvSpPr txBox="1"/>
          <p:nvPr/>
        </p:nvSpPr>
        <p:spPr>
          <a:xfrm>
            <a:off x="5215469" y="2231221"/>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19" name="TextBox 18">
            <a:extLst>
              <a:ext uri="{FF2B5EF4-FFF2-40B4-BE49-F238E27FC236}">
                <a16:creationId xmlns:a16="http://schemas.microsoft.com/office/drawing/2014/main" id="{76B898FD-4468-C17F-8FB5-53B054DC9DE4}"/>
              </a:ext>
            </a:extLst>
          </p:cNvPr>
          <p:cNvSpPr txBox="1"/>
          <p:nvPr/>
        </p:nvSpPr>
        <p:spPr>
          <a:xfrm>
            <a:off x="5715003" y="2231221"/>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20" name="TextBox 19">
            <a:extLst>
              <a:ext uri="{FF2B5EF4-FFF2-40B4-BE49-F238E27FC236}">
                <a16:creationId xmlns:a16="http://schemas.microsoft.com/office/drawing/2014/main" id="{82C3D7A1-1FD8-F2AF-BB1F-9992AD3915C4}"/>
              </a:ext>
            </a:extLst>
          </p:cNvPr>
          <p:cNvSpPr txBox="1"/>
          <p:nvPr/>
        </p:nvSpPr>
        <p:spPr>
          <a:xfrm>
            <a:off x="6214537" y="2231221"/>
            <a:ext cx="462845" cy="584775"/>
          </a:xfrm>
          <a:prstGeom prst="rect">
            <a:avLst/>
          </a:prstGeom>
          <a:solidFill>
            <a:srgbClr val="FF0000">
              <a:alpha val="30000"/>
            </a:srgbClr>
          </a:solidFill>
        </p:spPr>
        <p:txBody>
          <a:bodyPr wrap="square" rtlCol="0">
            <a:spAutoFit/>
          </a:bodyPr>
          <a:lstStyle/>
          <a:p>
            <a:pPr algn="ctr"/>
            <a:r>
              <a:rPr lang="en-US" sz="3200" dirty="0"/>
              <a:t>4</a:t>
            </a:r>
          </a:p>
        </p:txBody>
      </p:sp>
      <p:sp>
        <p:nvSpPr>
          <p:cNvPr id="21" name="TextBox 20">
            <a:extLst>
              <a:ext uri="{FF2B5EF4-FFF2-40B4-BE49-F238E27FC236}">
                <a16:creationId xmlns:a16="http://schemas.microsoft.com/office/drawing/2014/main" id="{9C1DC09E-EC45-1872-15E5-0B4335E1869B}"/>
              </a:ext>
            </a:extLst>
          </p:cNvPr>
          <p:cNvSpPr txBox="1"/>
          <p:nvPr/>
        </p:nvSpPr>
        <p:spPr>
          <a:xfrm>
            <a:off x="6714071" y="223122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2" name="TextBox 21">
            <a:extLst>
              <a:ext uri="{FF2B5EF4-FFF2-40B4-BE49-F238E27FC236}">
                <a16:creationId xmlns:a16="http://schemas.microsoft.com/office/drawing/2014/main" id="{F973597D-3C42-71BE-673D-42BDB014B499}"/>
              </a:ext>
            </a:extLst>
          </p:cNvPr>
          <p:cNvSpPr txBox="1"/>
          <p:nvPr/>
        </p:nvSpPr>
        <p:spPr>
          <a:xfrm>
            <a:off x="4216401" y="2734556"/>
            <a:ext cx="462845" cy="584775"/>
          </a:xfrm>
          <a:prstGeom prst="rect">
            <a:avLst/>
          </a:prstGeom>
          <a:solidFill>
            <a:srgbClr val="FF0000">
              <a:alpha val="30000"/>
            </a:srgbClr>
          </a:solidFill>
        </p:spPr>
        <p:txBody>
          <a:bodyPr wrap="square" rtlCol="0">
            <a:spAutoFit/>
          </a:bodyPr>
          <a:lstStyle/>
          <a:p>
            <a:pPr algn="ctr"/>
            <a:r>
              <a:rPr lang="en-US" sz="3200" dirty="0"/>
              <a:t>4</a:t>
            </a:r>
          </a:p>
        </p:txBody>
      </p:sp>
      <p:sp>
        <p:nvSpPr>
          <p:cNvPr id="23" name="TextBox 22">
            <a:extLst>
              <a:ext uri="{FF2B5EF4-FFF2-40B4-BE49-F238E27FC236}">
                <a16:creationId xmlns:a16="http://schemas.microsoft.com/office/drawing/2014/main" id="{24170FC3-98BA-8EAF-3072-1E2ED153AC3C}"/>
              </a:ext>
            </a:extLst>
          </p:cNvPr>
          <p:cNvSpPr txBox="1"/>
          <p:nvPr/>
        </p:nvSpPr>
        <p:spPr>
          <a:xfrm>
            <a:off x="5215469" y="2734556"/>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4" name="TextBox 23">
            <a:extLst>
              <a:ext uri="{FF2B5EF4-FFF2-40B4-BE49-F238E27FC236}">
                <a16:creationId xmlns:a16="http://schemas.microsoft.com/office/drawing/2014/main" id="{8CA7E41A-5EED-4E89-E4A8-4D0884BB049C}"/>
              </a:ext>
            </a:extLst>
          </p:cNvPr>
          <p:cNvSpPr txBox="1"/>
          <p:nvPr/>
        </p:nvSpPr>
        <p:spPr>
          <a:xfrm>
            <a:off x="6714071" y="2734556"/>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25" name="TextBox 24">
            <a:extLst>
              <a:ext uri="{FF2B5EF4-FFF2-40B4-BE49-F238E27FC236}">
                <a16:creationId xmlns:a16="http://schemas.microsoft.com/office/drawing/2014/main" id="{753A7595-D84E-35E0-6B86-E3282C390969}"/>
              </a:ext>
            </a:extLst>
          </p:cNvPr>
          <p:cNvSpPr txBox="1"/>
          <p:nvPr/>
        </p:nvSpPr>
        <p:spPr>
          <a:xfrm>
            <a:off x="3716867" y="323789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6" name="TextBox 25">
            <a:extLst>
              <a:ext uri="{FF2B5EF4-FFF2-40B4-BE49-F238E27FC236}">
                <a16:creationId xmlns:a16="http://schemas.microsoft.com/office/drawing/2014/main" id="{92B96762-1DB6-71B7-320E-6A99A7714E4E}"/>
              </a:ext>
            </a:extLst>
          </p:cNvPr>
          <p:cNvSpPr txBox="1"/>
          <p:nvPr/>
        </p:nvSpPr>
        <p:spPr>
          <a:xfrm>
            <a:off x="4715935" y="323789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27" name="TextBox 26">
            <a:extLst>
              <a:ext uri="{FF2B5EF4-FFF2-40B4-BE49-F238E27FC236}">
                <a16:creationId xmlns:a16="http://schemas.microsoft.com/office/drawing/2014/main" id="{6AEFBEC7-A09B-5005-9A41-66F558AA87DF}"/>
              </a:ext>
            </a:extLst>
          </p:cNvPr>
          <p:cNvSpPr txBox="1"/>
          <p:nvPr/>
        </p:nvSpPr>
        <p:spPr>
          <a:xfrm>
            <a:off x="5215469" y="323789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28" name="TextBox 27">
            <a:extLst>
              <a:ext uri="{FF2B5EF4-FFF2-40B4-BE49-F238E27FC236}">
                <a16:creationId xmlns:a16="http://schemas.microsoft.com/office/drawing/2014/main" id="{372661F4-8CAE-990D-F1FB-11BD5B9B050A}"/>
              </a:ext>
            </a:extLst>
          </p:cNvPr>
          <p:cNvSpPr txBox="1"/>
          <p:nvPr/>
        </p:nvSpPr>
        <p:spPr>
          <a:xfrm>
            <a:off x="7213604" y="3237891"/>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29" name="TextBox 28">
            <a:extLst>
              <a:ext uri="{FF2B5EF4-FFF2-40B4-BE49-F238E27FC236}">
                <a16:creationId xmlns:a16="http://schemas.microsoft.com/office/drawing/2014/main" id="{F86A0FC3-E65F-8615-384B-AA24407C5CDE}"/>
              </a:ext>
            </a:extLst>
          </p:cNvPr>
          <p:cNvSpPr txBox="1"/>
          <p:nvPr/>
        </p:nvSpPr>
        <p:spPr>
          <a:xfrm>
            <a:off x="3217333" y="3741226"/>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30" name="TextBox 29">
            <a:extLst>
              <a:ext uri="{FF2B5EF4-FFF2-40B4-BE49-F238E27FC236}">
                <a16:creationId xmlns:a16="http://schemas.microsoft.com/office/drawing/2014/main" id="{B8FAF16E-A897-D387-2C71-C43D33314AC9}"/>
              </a:ext>
            </a:extLst>
          </p:cNvPr>
          <p:cNvSpPr txBox="1"/>
          <p:nvPr/>
        </p:nvSpPr>
        <p:spPr>
          <a:xfrm>
            <a:off x="3716867" y="374122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31" name="TextBox 30">
            <a:extLst>
              <a:ext uri="{FF2B5EF4-FFF2-40B4-BE49-F238E27FC236}">
                <a16:creationId xmlns:a16="http://schemas.microsoft.com/office/drawing/2014/main" id="{9EE2C112-F384-86C8-838C-93C2EBB1A20D}"/>
              </a:ext>
            </a:extLst>
          </p:cNvPr>
          <p:cNvSpPr txBox="1"/>
          <p:nvPr/>
        </p:nvSpPr>
        <p:spPr>
          <a:xfrm>
            <a:off x="5715003" y="3741226"/>
            <a:ext cx="462845" cy="584775"/>
          </a:xfrm>
          <a:prstGeom prst="rect">
            <a:avLst/>
          </a:prstGeom>
          <a:solidFill>
            <a:srgbClr val="FFFF00">
              <a:alpha val="30000"/>
            </a:srgbClr>
          </a:solidFill>
        </p:spPr>
        <p:txBody>
          <a:bodyPr wrap="square" rtlCol="0">
            <a:spAutoFit/>
          </a:bodyPr>
          <a:lstStyle/>
          <a:p>
            <a:pPr algn="ctr"/>
            <a:r>
              <a:rPr lang="en-US" sz="3200" dirty="0"/>
              <a:t>9</a:t>
            </a:r>
          </a:p>
        </p:txBody>
      </p:sp>
      <p:sp>
        <p:nvSpPr>
          <p:cNvPr id="32" name="TextBox 31">
            <a:extLst>
              <a:ext uri="{FF2B5EF4-FFF2-40B4-BE49-F238E27FC236}">
                <a16:creationId xmlns:a16="http://schemas.microsoft.com/office/drawing/2014/main" id="{18AE64E8-7308-DF9D-ECDD-B9E0BB961C26}"/>
              </a:ext>
            </a:extLst>
          </p:cNvPr>
          <p:cNvSpPr txBox="1"/>
          <p:nvPr/>
        </p:nvSpPr>
        <p:spPr>
          <a:xfrm>
            <a:off x="6214537" y="3741226"/>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33" name="TextBox 32">
            <a:extLst>
              <a:ext uri="{FF2B5EF4-FFF2-40B4-BE49-F238E27FC236}">
                <a16:creationId xmlns:a16="http://schemas.microsoft.com/office/drawing/2014/main" id="{723524B1-E783-0CAB-3C5D-9FC441A7B3DB}"/>
              </a:ext>
            </a:extLst>
          </p:cNvPr>
          <p:cNvSpPr txBox="1"/>
          <p:nvPr/>
        </p:nvSpPr>
        <p:spPr>
          <a:xfrm>
            <a:off x="6714071" y="374122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34" name="TextBox 33">
            <a:extLst>
              <a:ext uri="{FF2B5EF4-FFF2-40B4-BE49-F238E27FC236}">
                <a16:creationId xmlns:a16="http://schemas.microsoft.com/office/drawing/2014/main" id="{4A6446B1-AB9F-A6E2-DAE8-F3A6E7E68F06}"/>
              </a:ext>
            </a:extLst>
          </p:cNvPr>
          <p:cNvSpPr txBox="1"/>
          <p:nvPr/>
        </p:nvSpPr>
        <p:spPr>
          <a:xfrm>
            <a:off x="7213604" y="3741226"/>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35" name="TextBox 34">
            <a:extLst>
              <a:ext uri="{FF2B5EF4-FFF2-40B4-BE49-F238E27FC236}">
                <a16:creationId xmlns:a16="http://schemas.microsoft.com/office/drawing/2014/main" id="{86258B31-1FE4-C28E-ABB4-7D8116F49A5D}"/>
              </a:ext>
            </a:extLst>
          </p:cNvPr>
          <p:cNvSpPr txBox="1"/>
          <p:nvPr/>
        </p:nvSpPr>
        <p:spPr>
          <a:xfrm>
            <a:off x="3217333" y="424456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36" name="TextBox 35">
            <a:extLst>
              <a:ext uri="{FF2B5EF4-FFF2-40B4-BE49-F238E27FC236}">
                <a16:creationId xmlns:a16="http://schemas.microsoft.com/office/drawing/2014/main" id="{A4DFFFA9-9C8C-71AA-3EA6-F5303F36B62E}"/>
              </a:ext>
            </a:extLst>
          </p:cNvPr>
          <p:cNvSpPr txBox="1"/>
          <p:nvPr/>
        </p:nvSpPr>
        <p:spPr>
          <a:xfrm>
            <a:off x="4216401" y="4244561"/>
            <a:ext cx="462845" cy="584775"/>
          </a:xfrm>
          <a:prstGeom prst="rect">
            <a:avLst/>
          </a:prstGeom>
          <a:solidFill>
            <a:srgbClr val="FF0000">
              <a:alpha val="30000"/>
            </a:srgbClr>
          </a:solidFill>
        </p:spPr>
        <p:txBody>
          <a:bodyPr wrap="square" rtlCol="0">
            <a:spAutoFit/>
          </a:bodyPr>
          <a:lstStyle/>
          <a:p>
            <a:pPr algn="ctr"/>
            <a:r>
              <a:rPr lang="en-US" sz="3200" dirty="0"/>
              <a:t>3</a:t>
            </a:r>
          </a:p>
        </p:txBody>
      </p:sp>
      <p:sp>
        <p:nvSpPr>
          <p:cNvPr id="37" name="TextBox 36">
            <a:extLst>
              <a:ext uri="{FF2B5EF4-FFF2-40B4-BE49-F238E27FC236}">
                <a16:creationId xmlns:a16="http://schemas.microsoft.com/office/drawing/2014/main" id="{7073AB14-0867-F540-B2BD-170C880EA14D}"/>
              </a:ext>
            </a:extLst>
          </p:cNvPr>
          <p:cNvSpPr txBox="1"/>
          <p:nvPr/>
        </p:nvSpPr>
        <p:spPr>
          <a:xfrm>
            <a:off x="5715003" y="424456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38" name="TextBox 37">
            <a:extLst>
              <a:ext uri="{FF2B5EF4-FFF2-40B4-BE49-F238E27FC236}">
                <a16:creationId xmlns:a16="http://schemas.microsoft.com/office/drawing/2014/main" id="{AE1F516B-EC54-771E-22D2-75A4B8912F57}"/>
              </a:ext>
            </a:extLst>
          </p:cNvPr>
          <p:cNvSpPr txBox="1"/>
          <p:nvPr/>
        </p:nvSpPr>
        <p:spPr>
          <a:xfrm>
            <a:off x="6214537" y="424456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39" name="TextBox 38">
            <a:extLst>
              <a:ext uri="{FF2B5EF4-FFF2-40B4-BE49-F238E27FC236}">
                <a16:creationId xmlns:a16="http://schemas.microsoft.com/office/drawing/2014/main" id="{27DD2B96-57EB-690A-829E-41BA83220F86}"/>
              </a:ext>
            </a:extLst>
          </p:cNvPr>
          <p:cNvSpPr txBox="1"/>
          <p:nvPr/>
        </p:nvSpPr>
        <p:spPr>
          <a:xfrm>
            <a:off x="6714071" y="4244561"/>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40" name="TextBox 39">
            <a:extLst>
              <a:ext uri="{FF2B5EF4-FFF2-40B4-BE49-F238E27FC236}">
                <a16:creationId xmlns:a16="http://schemas.microsoft.com/office/drawing/2014/main" id="{A301B6E6-1F9C-C909-D726-8FA864C88A22}"/>
              </a:ext>
            </a:extLst>
          </p:cNvPr>
          <p:cNvSpPr txBox="1"/>
          <p:nvPr/>
        </p:nvSpPr>
        <p:spPr>
          <a:xfrm>
            <a:off x="7213604" y="4244561"/>
            <a:ext cx="462845" cy="584775"/>
          </a:xfrm>
          <a:prstGeom prst="rect">
            <a:avLst/>
          </a:prstGeom>
          <a:solidFill>
            <a:srgbClr val="00B050">
              <a:alpha val="40000"/>
            </a:srgbClr>
          </a:solidFill>
        </p:spPr>
        <p:txBody>
          <a:bodyPr wrap="square" rtlCol="0">
            <a:spAutoFit/>
          </a:bodyPr>
          <a:lstStyle/>
          <a:p>
            <a:pPr algn="ctr"/>
            <a:r>
              <a:rPr lang="en-US" sz="3200" dirty="0"/>
              <a:t>9</a:t>
            </a:r>
          </a:p>
        </p:txBody>
      </p:sp>
      <p:sp>
        <p:nvSpPr>
          <p:cNvPr id="41" name="TextBox 40">
            <a:extLst>
              <a:ext uri="{FF2B5EF4-FFF2-40B4-BE49-F238E27FC236}">
                <a16:creationId xmlns:a16="http://schemas.microsoft.com/office/drawing/2014/main" id="{B86FEB1C-B452-740E-07E7-E1C0D3101F50}"/>
              </a:ext>
            </a:extLst>
          </p:cNvPr>
          <p:cNvSpPr txBox="1"/>
          <p:nvPr/>
        </p:nvSpPr>
        <p:spPr>
          <a:xfrm>
            <a:off x="3217333" y="4747898"/>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42" name="TextBox 41">
            <a:extLst>
              <a:ext uri="{FF2B5EF4-FFF2-40B4-BE49-F238E27FC236}">
                <a16:creationId xmlns:a16="http://schemas.microsoft.com/office/drawing/2014/main" id="{A64E8793-7166-2CEC-B6E1-97E93E62012E}"/>
              </a:ext>
            </a:extLst>
          </p:cNvPr>
          <p:cNvSpPr txBox="1"/>
          <p:nvPr/>
        </p:nvSpPr>
        <p:spPr>
          <a:xfrm>
            <a:off x="3716867" y="4747898"/>
            <a:ext cx="462845" cy="584775"/>
          </a:xfrm>
          <a:prstGeom prst="rect">
            <a:avLst/>
          </a:prstGeom>
          <a:solidFill>
            <a:srgbClr val="FFFF00">
              <a:alpha val="30000"/>
            </a:srgbClr>
          </a:solidFill>
        </p:spPr>
        <p:txBody>
          <a:bodyPr wrap="square" rtlCol="0">
            <a:spAutoFit/>
          </a:bodyPr>
          <a:lstStyle/>
          <a:p>
            <a:pPr algn="ctr"/>
            <a:r>
              <a:rPr lang="en-US" sz="3200" dirty="0"/>
              <a:t>9</a:t>
            </a:r>
          </a:p>
        </p:txBody>
      </p:sp>
      <p:sp>
        <p:nvSpPr>
          <p:cNvPr id="43" name="TextBox 42">
            <a:extLst>
              <a:ext uri="{FF2B5EF4-FFF2-40B4-BE49-F238E27FC236}">
                <a16:creationId xmlns:a16="http://schemas.microsoft.com/office/drawing/2014/main" id="{CD29B1F9-3913-F336-1BBC-2B6A05C34223}"/>
              </a:ext>
            </a:extLst>
          </p:cNvPr>
          <p:cNvSpPr txBox="1"/>
          <p:nvPr/>
        </p:nvSpPr>
        <p:spPr>
          <a:xfrm>
            <a:off x="4216401" y="4747898"/>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44" name="TextBox 43">
            <a:extLst>
              <a:ext uri="{FF2B5EF4-FFF2-40B4-BE49-F238E27FC236}">
                <a16:creationId xmlns:a16="http://schemas.microsoft.com/office/drawing/2014/main" id="{DB6B9CE7-6CE9-1EF6-CADF-3516D38056DC}"/>
              </a:ext>
            </a:extLst>
          </p:cNvPr>
          <p:cNvSpPr txBox="1"/>
          <p:nvPr/>
        </p:nvSpPr>
        <p:spPr>
          <a:xfrm>
            <a:off x="7157158" y="1522145"/>
            <a:ext cx="570089" cy="230832"/>
          </a:xfrm>
          <a:prstGeom prst="rect">
            <a:avLst/>
          </a:prstGeom>
          <a:noFill/>
        </p:spPr>
        <p:txBody>
          <a:bodyPr wrap="square" rtlCol="0">
            <a:spAutoFit/>
          </a:bodyPr>
          <a:lstStyle/>
          <a:p>
            <a:pPr algn="ctr"/>
            <a:r>
              <a:rPr lang="en-US" sz="900" dirty="0"/>
              <a:t>57</a:t>
            </a:r>
          </a:p>
        </p:txBody>
      </p:sp>
      <p:sp>
        <p:nvSpPr>
          <p:cNvPr id="45" name="TextBox 44">
            <a:extLst>
              <a:ext uri="{FF2B5EF4-FFF2-40B4-BE49-F238E27FC236}">
                <a16:creationId xmlns:a16="http://schemas.microsoft.com/office/drawing/2014/main" id="{9DE1AA41-DDF1-D860-F99F-D196A33A073A}"/>
              </a:ext>
            </a:extLst>
          </p:cNvPr>
          <p:cNvSpPr txBox="1"/>
          <p:nvPr/>
        </p:nvSpPr>
        <p:spPr>
          <a:xfrm>
            <a:off x="4143022" y="5028752"/>
            <a:ext cx="570089" cy="230832"/>
          </a:xfrm>
          <a:prstGeom prst="rect">
            <a:avLst/>
          </a:prstGeom>
          <a:noFill/>
        </p:spPr>
        <p:txBody>
          <a:bodyPr wrap="square" rtlCol="0">
            <a:spAutoFit/>
          </a:bodyPr>
          <a:lstStyle/>
          <a:p>
            <a:pPr algn="ctr"/>
            <a:r>
              <a:rPr lang="en-US" sz="900" dirty="0"/>
              <a:t>57</a:t>
            </a:r>
          </a:p>
        </p:txBody>
      </p:sp>
      <p:sp>
        <p:nvSpPr>
          <p:cNvPr id="50" name="TextBox 49">
            <a:extLst>
              <a:ext uri="{FF2B5EF4-FFF2-40B4-BE49-F238E27FC236}">
                <a16:creationId xmlns:a16="http://schemas.microsoft.com/office/drawing/2014/main" id="{6A22D054-4742-DE4B-93E0-29D9C1D52D6E}"/>
              </a:ext>
            </a:extLst>
          </p:cNvPr>
          <p:cNvSpPr txBox="1"/>
          <p:nvPr/>
        </p:nvSpPr>
        <p:spPr>
          <a:xfrm>
            <a:off x="6152446" y="1402877"/>
            <a:ext cx="570089" cy="230832"/>
          </a:xfrm>
          <a:prstGeom prst="rect">
            <a:avLst/>
          </a:prstGeom>
          <a:noFill/>
        </p:spPr>
        <p:txBody>
          <a:bodyPr wrap="square" rtlCol="0">
            <a:spAutoFit/>
          </a:bodyPr>
          <a:lstStyle/>
          <a:p>
            <a:pPr algn="ctr"/>
            <a:r>
              <a:rPr lang="en-US" sz="900" dirty="0"/>
              <a:t>5678</a:t>
            </a:r>
          </a:p>
        </p:txBody>
      </p:sp>
      <p:sp>
        <p:nvSpPr>
          <p:cNvPr id="51" name="TextBox 50">
            <a:extLst>
              <a:ext uri="{FF2B5EF4-FFF2-40B4-BE49-F238E27FC236}">
                <a16:creationId xmlns:a16="http://schemas.microsoft.com/office/drawing/2014/main" id="{9F88926E-FFE8-8892-5FAD-33E00FE3F9B6}"/>
              </a:ext>
            </a:extLst>
          </p:cNvPr>
          <p:cNvSpPr txBox="1"/>
          <p:nvPr/>
        </p:nvSpPr>
        <p:spPr>
          <a:xfrm>
            <a:off x="3138310" y="4408541"/>
            <a:ext cx="570089" cy="230832"/>
          </a:xfrm>
          <a:prstGeom prst="rect">
            <a:avLst/>
          </a:prstGeom>
          <a:noFill/>
        </p:spPr>
        <p:txBody>
          <a:bodyPr wrap="square" rtlCol="0">
            <a:spAutoFit/>
          </a:bodyPr>
          <a:lstStyle/>
          <a:p>
            <a:pPr algn="ctr"/>
            <a:r>
              <a:rPr lang="en-US" sz="900" dirty="0"/>
              <a:t>5678</a:t>
            </a:r>
          </a:p>
        </p:txBody>
      </p:sp>
      <p:sp>
        <p:nvSpPr>
          <p:cNvPr id="52" name="TextBox 51">
            <a:extLst>
              <a:ext uri="{FF2B5EF4-FFF2-40B4-BE49-F238E27FC236}">
                <a16:creationId xmlns:a16="http://schemas.microsoft.com/office/drawing/2014/main" id="{654DFBF6-4EF9-A05F-AEEB-2706BB7432C6}"/>
              </a:ext>
            </a:extLst>
          </p:cNvPr>
          <p:cNvSpPr txBox="1"/>
          <p:nvPr/>
        </p:nvSpPr>
        <p:spPr>
          <a:xfrm>
            <a:off x="3640666" y="3406653"/>
            <a:ext cx="570089" cy="230832"/>
          </a:xfrm>
          <a:prstGeom prst="rect">
            <a:avLst/>
          </a:prstGeom>
          <a:noFill/>
        </p:spPr>
        <p:txBody>
          <a:bodyPr wrap="square" rtlCol="0">
            <a:spAutoFit/>
          </a:bodyPr>
          <a:lstStyle/>
          <a:p>
            <a:pPr algn="ctr"/>
            <a:r>
              <a:rPr lang="en-US" sz="900" dirty="0"/>
              <a:t>23567</a:t>
            </a:r>
          </a:p>
        </p:txBody>
      </p:sp>
      <p:sp>
        <p:nvSpPr>
          <p:cNvPr id="53" name="TextBox 52">
            <a:extLst>
              <a:ext uri="{FF2B5EF4-FFF2-40B4-BE49-F238E27FC236}">
                <a16:creationId xmlns:a16="http://schemas.microsoft.com/office/drawing/2014/main" id="{A190A8B0-3F9F-0E16-BE53-CC7796B14388}"/>
              </a:ext>
            </a:extLst>
          </p:cNvPr>
          <p:cNvSpPr txBox="1"/>
          <p:nvPr/>
        </p:nvSpPr>
        <p:spPr>
          <a:xfrm>
            <a:off x="3640666" y="4026865"/>
            <a:ext cx="570089" cy="230832"/>
          </a:xfrm>
          <a:prstGeom prst="rect">
            <a:avLst/>
          </a:prstGeom>
          <a:noFill/>
        </p:spPr>
        <p:txBody>
          <a:bodyPr wrap="square" rtlCol="0">
            <a:spAutoFit/>
          </a:bodyPr>
          <a:lstStyle/>
          <a:p>
            <a:pPr algn="ctr"/>
            <a:r>
              <a:rPr lang="en-US" sz="900" dirty="0"/>
              <a:t>5678</a:t>
            </a:r>
          </a:p>
        </p:txBody>
      </p:sp>
      <p:sp>
        <p:nvSpPr>
          <p:cNvPr id="54" name="TextBox 53">
            <a:extLst>
              <a:ext uri="{FF2B5EF4-FFF2-40B4-BE49-F238E27FC236}">
                <a16:creationId xmlns:a16="http://schemas.microsoft.com/office/drawing/2014/main" id="{0E290434-EC38-502B-5445-54A8DADA1672}"/>
              </a:ext>
            </a:extLst>
          </p:cNvPr>
          <p:cNvSpPr txBox="1"/>
          <p:nvPr/>
        </p:nvSpPr>
        <p:spPr>
          <a:xfrm>
            <a:off x="3138310" y="3788329"/>
            <a:ext cx="570089" cy="230832"/>
          </a:xfrm>
          <a:prstGeom prst="rect">
            <a:avLst/>
          </a:prstGeom>
          <a:noFill/>
        </p:spPr>
        <p:txBody>
          <a:bodyPr wrap="square" rtlCol="0">
            <a:spAutoFit/>
          </a:bodyPr>
          <a:lstStyle/>
          <a:p>
            <a:pPr algn="ctr"/>
            <a:r>
              <a:rPr lang="en-US" sz="900" dirty="0"/>
              <a:t>15678</a:t>
            </a:r>
          </a:p>
        </p:txBody>
      </p:sp>
      <p:sp>
        <p:nvSpPr>
          <p:cNvPr id="55" name="TextBox 54">
            <a:extLst>
              <a:ext uri="{FF2B5EF4-FFF2-40B4-BE49-F238E27FC236}">
                <a16:creationId xmlns:a16="http://schemas.microsoft.com/office/drawing/2014/main" id="{31183AC1-15C0-3865-C0BF-B7294071C7D0}"/>
              </a:ext>
            </a:extLst>
          </p:cNvPr>
          <p:cNvSpPr txBox="1"/>
          <p:nvPr/>
        </p:nvSpPr>
        <p:spPr>
          <a:xfrm>
            <a:off x="6152446" y="2023089"/>
            <a:ext cx="570089" cy="230832"/>
          </a:xfrm>
          <a:prstGeom prst="rect">
            <a:avLst/>
          </a:prstGeom>
          <a:noFill/>
        </p:spPr>
        <p:txBody>
          <a:bodyPr wrap="square" rtlCol="0">
            <a:spAutoFit/>
          </a:bodyPr>
          <a:lstStyle/>
          <a:p>
            <a:pPr algn="ctr"/>
            <a:r>
              <a:rPr lang="en-US" sz="900" dirty="0"/>
              <a:t>15678</a:t>
            </a:r>
          </a:p>
        </p:txBody>
      </p:sp>
      <p:sp>
        <p:nvSpPr>
          <p:cNvPr id="56" name="TextBox 55">
            <a:extLst>
              <a:ext uri="{FF2B5EF4-FFF2-40B4-BE49-F238E27FC236}">
                <a16:creationId xmlns:a16="http://schemas.microsoft.com/office/drawing/2014/main" id="{175C8047-F2A6-9D8E-BDD5-5435F13F52E0}"/>
              </a:ext>
            </a:extLst>
          </p:cNvPr>
          <p:cNvSpPr txBox="1"/>
          <p:nvPr/>
        </p:nvSpPr>
        <p:spPr>
          <a:xfrm>
            <a:off x="6654802" y="1784553"/>
            <a:ext cx="570089" cy="230832"/>
          </a:xfrm>
          <a:prstGeom prst="rect">
            <a:avLst/>
          </a:prstGeom>
          <a:noFill/>
        </p:spPr>
        <p:txBody>
          <a:bodyPr wrap="square" rtlCol="0">
            <a:spAutoFit/>
          </a:bodyPr>
          <a:lstStyle/>
          <a:p>
            <a:pPr algn="ctr"/>
            <a:r>
              <a:rPr lang="en-US" sz="900" dirty="0"/>
              <a:t>5678</a:t>
            </a:r>
          </a:p>
        </p:txBody>
      </p:sp>
      <p:sp>
        <p:nvSpPr>
          <p:cNvPr id="57" name="TextBox 56">
            <a:extLst>
              <a:ext uri="{FF2B5EF4-FFF2-40B4-BE49-F238E27FC236}">
                <a16:creationId xmlns:a16="http://schemas.microsoft.com/office/drawing/2014/main" id="{25C652AF-6249-FDD3-1082-720AEFCB8416}"/>
              </a:ext>
            </a:extLst>
          </p:cNvPr>
          <p:cNvSpPr txBox="1"/>
          <p:nvPr/>
        </p:nvSpPr>
        <p:spPr>
          <a:xfrm>
            <a:off x="6654802" y="2524033"/>
            <a:ext cx="570089" cy="230832"/>
          </a:xfrm>
          <a:prstGeom prst="rect">
            <a:avLst/>
          </a:prstGeom>
          <a:noFill/>
        </p:spPr>
        <p:txBody>
          <a:bodyPr wrap="square" rtlCol="0">
            <a:spAutoFit/>
          </a:bodyPr>
          <a:lstStyle/>
          <a:p>
            <a:pPr algn="ctr"/>
            <a:r>
              <a:rPr lang="en-US" sz="900" dirty="0"/>
              <a:t>23567</a:t>
            </a:r>
          </a:p>
        </p:txBody>
      </p:sp>
      <p:sp>
        <p:nvSpPr>
          <p:cNvPr id="58" name="TextBox 57">
            <a:extLst>
              <a:ext uri="{FF2B5EF4-FFF2-40B4-BE49-F238E27FC236}">
                <a16:creationId xmlns:a16="http://schemas.microsoft.com/office/drawing/2014/main" id="{E8EC2665-DA65-6918-4750-0BEF0C922AF4}"/>
              </a:ext>
            </a:extLst>
          </p:cNvPr>
          <p:cNvSpPr txBox="1"/>
          <p:nvPr/>
        </p:nvSpPr>
        <p:spPr>
          <a:xfrm>
            <a:off x="4143022" y="1903821"/>
            <a:ext cx="570089" cy="230832"/>
          </a:xfrm>
          <a:prstGeom prst="rect">
            <a:avLst/>
          </a:prstGeom>
          <a:noFill/>
        </p:spPr>
        <p:txBody>
          <a:bodyPr wrap="square" rtlCol="0">
            <a:spAutoFit/>
          </a:bodyPr>
          <a:lstStyle/>
          <a:p>
            <a:pPr algn="ctr"/>
            <a:r>
              <a:rPr lang="en-US" sz="900" dirty="0"/>
              <a:t>75</a:t>
            </a:r>
          </a:p>
        </p:txBody>
      </p:sp>
      <p:sp>
        <p:nvSpPr>
          <p:cNvPr id="59" name="TextBox 58">
            <a:extLst>
              <a:ext uri="{FF2B5EF4-FFF2-40B4-BE49-F238E27FC236}">
                <a16:creationId xmlns:a16="http://schemas.microsoft.com/office/drawing/2014/main" id="{A535310D-8757-3D22-6976-D89DF90252DC}"/>
              </a:ext>
            </a:extLst>
          </p:cNvPr>
          <p:cNvSpPr txBox="1"/>
          <p:nvPr/>
        </p:nvSpPr>
        <p:spPr>
          <a:xfrm>
            <a:off x="3640666" y="2404765"/>
            <a:ext cx="570089" cy="230832"/>
          </a:xfrm>
          <a:prstGeom prst="rect">
            <a:avLst/>
          </a:prstGeom>
          <a:noFill/>
        </p:spPr>
        <p:txBody>
          <a:bodyPr wrap="square" rtlCol="0">
            <a:spAutoFit/>
          </a:bodyPr>
          <a:lstStyle/>
          <a:p>
            <a:pPr algn="ctr"/>
            <a:r>
              <a:rPr lang="en-US" sz="900" dirty="0"/>
              <a:t>23567</a:t>
            </a:r>
          </a:p>
        </p:txBody>
      </p:sp>
      <p:sp>
        <p:nvSpPr>
          <p:cNvPr id="62" name="TextBox 61">
            <a:extLst>
              <a:ext uri="{FF2B5EF4-FFF2-40B4-BE49-F238E27FC236}">
                <a16:creationId xmlns:a16="http://schemas.microsoft.com/office/drawing/2014/main" id="{ADBF6DBB-691E-25BB-B815-F6E99B9E6C15}"/>
              </a:ext>
            </a:extLst>
          </p:cNvPr>
          <p:cNvSpPr txBox="1"/>
          <p:nvPr/>
        </p:nvSpPr>
        <p:spPr>
          <a:xfrm>
            <a:off x="6654802" y="2905709"/>
            <a:ext cx="570089" cy="230832"/>
          </a:xfrm>
          <a:prstGeom prst="rect">
            <a:avLst/>
          </a:prstGeom>
          <a:noFill/>
        </p:spPr>
        <p:txBody>
          <a:bodyPr wrap="square" rtlCol="0">
            <a:spAutoFit/>
          </a:bodyPr>
          <a:lstStyle/>
          <a:p>
            <a:pPr algn="ctr"/>
            <a:r>
              <a:rPr lang="en-US" sz="900" dirty="0"/>
              <a:t>23567</a:t>
            </a:r>
          </a:p>
        </p:txBody>
      </p:sp>
      <p:sp>
        <p:nvSpPr>
          <p:cNvPr id="63" name="TextBox 62">
            <a:extLst>
              <a:ext uri="{FF2B5EF4-FFF2-40B4-BE49-F238E27FC236}">
                <a16:creationId xmlns:a16="http://schemas.microsoft.com/office/drawing/2014/main" id="{2071C5CC-7AB6-6A0D-992E-200CCB031E79}"/>
              </a:ext>
            </a:extLst>
          </p:cNvPr>
          <p:cNvSpPr txBox="1"/>
          <p:nvPr/>
        </p:nvSpPr>
        <p:spPr>
          <a:xfrm>
            <a:off x="7157158" y="3406653"/>
            <a:ext cx="570089" cy="230832"/>
          </a:xfrm>
          <a:prstGeom prst="rect">
            <a:avLst/>
          </a:prstGeom>
          <a:noFill/>
        </p:spPr>
        <p:txBody>
          <a:bodyPr wrap="square" rtlCol="0">
            <a:spAutoFit/>
          </a:bodyPr>
          <a:lstStyle/>
          <a:p>
            <a:pPr algn="ctr"/>
            <a:r>
              <a:rPr lang="en-US" sz="900" dirty="0"/>
              <a:t>75</a:t>
            </a:r>
          </a:p>
        </p:txBody>
      </p:sp>
      <p:sp>
        <p:nvSpPr>
          <p:cNvPr id="66" name="TextBox 65">
            <a:extLst>
              <a:ext uri="{FF2B5EF4-FFF2-40B4-BE49-F238E27FC236}">
                <a16:creationId xmlns:a16="http://schemas.microsoft.com/office/drawing/2014/main" id="{C94C57CF-B40A-FCB0-53F4-EFB645E85B5B}"/>
              </a:ext>
            </a:extLst>
          </p:cNvPr>
          <p:cNvSpPr txBox="1"/>
          <p:nvPr/>
        </p:nvSpPr>
        <p:spPr>
          <a:xfrm>
            <a:off x="5147734" y="2524033"/>
            <a:ext cx="570089" cy="230832"/>
          </a:xfrm>
          <a:prstGeom prst="rect">
            <a:avLst/>
          </a:prstGeom>
          <a:noFill/>
        </p:spPr>
        <p:txBody>
          <a:bodyPr wrap="square" rtlCol="0">
            <a:spAutoFit/>
          </a:bodyPr>
          <a:lstStyle/>
          <a:p>
            <a:pPr algn="ctr"/>
            <a:r>
              <a:rPr lang="en-US" sz="900" dirty="0"/>
              <a:t>2567</a:t>
            </a:r>
          </a:p>
        </p:txBody>
      </p:sp>
      <p:sp>
        <p:nvSpPr>
          <p:cNvPr id="68" name="TextBox 67">
            <a:extLst>
              <a:ext uri="{FF2B5EF4-FFF2-40B4-BE49-F238E27FC236}">
                <a16:creationId xmlns:a16="http://schemas.microsoft.com/office/drawing/2014/main" id="{C6CC6B81-6F61-5814-984D-E8A3A1A978FE}"/>
              </a:ext>
            </a:extLst>
          </p:cNvPr>
          <p:cNvSpPr txBox="1"/>
          <p:nvPr/>
        </p:nvSpPr>
        <p:spPr>
          <a:xfrm>
            <a:off x="6654802" y="4527809"/>
            <a:ext cx="570089" cy="230832"/>
          </a:xfrm>
          <a:prstGeom prst="rect">
            <a:avLst/>
          </a:prstGeom>
          <a:noFill/>
        </p:spPr>
        <p:txBody>
          <a:bodyPr wrap="square" rtlCol="0">
            <a:spAutoFit/>
          </a:bodyPr>
          <a:lstStyle/>
          <a:p>
            <a:pPr algn="ctr"/>
            <a:r>
              <a:rPr lang="en-US" sz="900" dirty="0"/>
              <a:t>2567</a:t>
            </a:r>
          </a:p>
        </p:txBody>
      </p:sp>
      <p:sp>
        <p:nvSpPr>
          <p:cNvPr id="70" name="TextBox 69">
            <a:extLst>
              <a:ext uri="{FF2B5EF4-FFF2-40B4-BE49-F238E27FC236}">
                <a16:creationId xmlns:a16="http://schemas.microsoft.com/office/drawing/2014/main" id="{479FC485-DD4B-B4E6-2259-BEEFA469F49E}"/>
              </a:ext>
            </a:extLst>
          </p:cNvPr>
          <p:cNvSpPr txBox="1"/>
          <p:nvPr/>
        </p:nvSpPr>
        <p:spPr>
          <a:xfrm>
            <a:off x="5650090" y="2285497"/>
            <a:ext cx="570089" cy="230832"/>
          </a:xfrm>
          <a:prstGeom prst="rect">
            <a:avLst/>
          </a:prstGeom>
          <a:noFill/>
        </p:spPr>
        <p:txBody>
          <a:bodyPr wrap="square" rtlCol="0">
            <a:spAutoFit/>
          </a:bodyPr>
          <a:lstStyle/>
          <a:p>
            <a:pPr algn="ctr"/>
            <a:r>
              <a:rPr lang="en-US" sz="900" dirty="0"/>
              <a:t>2367</a:t>
            </a:r>
          </a:p>
        </p:txBody>
      </p:sp>
      <p:sp>
        <p:nvSpPr>
          <p:cNvPr id="71" name="TextBox 70">
            <a:extLst>
              <a:ext uri="{FF2B5EF4-FFF2-40B4-BE49-F238E27FC236}">
                <a16:creationId xmlns:a16="http://schemas.microsoft.com/office/drawing/2014/main" id="{83E20F58-ED28-3E7D-A0FF-90B1852EF70A}"/>
              </a:ext>
            </a:extLst>
          </p:cNvPr>
          <p:cNvSpPr txBox="1"/>
          <p:nvPr/>
        </p:nvSpPr>
        <p:spPr>
          <a:xfrm>
            <a:off x="5147734" y="2905709"/>
            <a:ext cx="570089" cy="230832"/>
          </a:xfrm>
          <a:prstGeom prst="rect">
            <a:avLst/>
          </a:prstGeom>
          <a:noFill/>
        </p:spPr>
        <p:txBody>
          <a:bodyPr wrap="square" rtlCol="0">
            <a:spAutoFit/>
          </a:bodyPr>
          <a:lstStyle/>
          <a:p>
            <a:pPr algn="ctr"/>
            <a:r>
              <a:rPr lang="en-US" sz="900" dirty="0"/>
              <a:t>25678</a:t>
            </a:r>
          </a:p>
        </p:txBody>
      </p:sp>
      <p:sp>
        <p:nvSpPr>
          <p:cNvPr id="72" name="TextBox 71">
            <a:extLst>
              <a:ext uri="{FF2B5EF4-FFF2-40B4-BE49-F238E27FC236}">
                <a16:creationId xmlns:a16="http://schemas.microsoft.com/office/drawing/2014/main" id="{8B625C10-4EDE-F977-3D6F-7F25AB58BBAD}"/>
              </a:ext>
            </a:extLst>
          </p:cNvPr>
          <p:cNvSpPr txBox="1"/>
          <p:nvPr/>
        </p:nvSpPr>
        <p:spPr>
          <a:xfrm>
            <a:off x="4645378" y="3525921"/>
            <a:ext cx="570089" cy="230832"/>
          </a:xfrm>
          <a:prstGeom prst="rect">
            <a:avLst/>
          </a:prstGeom>
          <a:noFill/>
        </p:spPr>
        <p:txBody>
          <a:bodyPr wrap="square" rtlCol="0">
            <a:spAutoFit/>
          </a:bodyPr>
          <a:lstStyle/>
          <a:p>
            <a:pPr algn="ctr"/>
            <a:r>
              <a:rPr lang="en-US" sz="900" dirty="0"/>
              <a:t>268</a:t>
            </a:r>
          </a:p>
        </p:txBody>
      </p:sp>
      <p:sp>
        <p:nvSpPr>
          <p:cNvPr id="74" name="TextBox 73">
            <a:extLst>
              <a:ext uri="{FF2B5EF4-FFF2-40B4-BE49-F238E27FC236}">
                <a16:creationId xmlns:a16="http://schemas.microsoft.com/office/drawing/2014/main" id="{A446893E-5659-A5CA-C0EF-064028643793}"/>
              </a:ext>
            </a:extLst>
          </p:cNvPr>
          <p:cNvSpPr txBox="1"/>
          <p:nvPr/>
        </p:nvSpPr>
        <p:spPr>
          <a:xfrm>
            <a:off x="6152446" y="4527809"/>
            <a:ext cx="570089" cy="230832"/>
          </a:xfrm>
          <a:prstGeom prst="rect">
            <a:avLst/>
          </a:prstGeom>
          <a:noFill/>
        </p:spPr>
        <p:txBody>
          <a:bodyPr wrap="square" rtlCol="0">
            <a:spAutoFit/>
          </a:bodyPr>
          <a:lstStyle/>
          <a:p>
            <a:pPr algn="ctr"/>
            <a:r>
              <a:rPr lang="en-US" sz="900" dirty="0"/>
              <a:t>25678</a:t>
            </a:r>
          </a:p>
        </p:txBody>
      </p:sp>
      <p:sp>
        <p:nvSpPr>
          <p:cNvPr id="75" name="TextBox 74">
            <a:extLst>
              <a:ext uri="{FF2B5EF4-FFF2-40B4-BE49-F238E27FC236}">
                <a16:creationId xmlns:a16="http://schemas.microsoft.com/office/drawing/2014/main" id="{563A0CF0-8034-EB49-CCDE-C6768C7FFED5}"/>
              </a:ext>
            </a:extLst>
          </p:cNvPr>
          <p:cNvSpPr txBox="1"/>
          <p:nvPr/>
        </p:nvSpPr>
        <p:spPr>
          <a:xfrm>
            <a:off x="6654802" y="3788329"/>
            <a:ext cx="570089" cy="230832"/>
          </a:xfrm>
          <a:prstGeom prst="rect">
            <a:avLst/>
          </a:prstGeom>
          <a:noFill/>
        </p:spPr>
        <p:txBody>
          <a:bodyPr wrap="square" rtlCol="0">
            <a:spAutoFit/>
          </a:bodyPr>
          <a:lstStyle/>
          <a:p>
            <a:pPr algn="ctr"/>
            <a:r>
              <a:rPr lang="en-US" sz="900" dirty="0"/>
              <a:t>2367</a:t>
            </a:r>
          </a:p>
        </p:txBody>
      </p:sp>
      <p:sp>
        <p:nvSpPr>
          <p:cNvPr id="76" name="TextBox 75">
            <a:extLst>
              <a:ext uri="{FF2B5EF4-FFF2-40B4-BE49-F238E27FC236}">
                <a16:creationId xmlns:a16="http://schemas.microsoft.com/office/drawing/2014/main" id="{2CCB3812-4432-2D9B-4892-1C61622BC6EE}"/>
              </a:ext>
            </a:extLst>
          </p:cNvPr>
          <p:cNvSpPr txBox="1"/>
          <p:nvPr/>
        </p:nvSpPr>
        <p:spPr>
          <a:xfrm>
            <a:off x="5650090" y="4527809"/>
            <a:ext cx="570089" cy="230832"/>
          </a:xfrm>
          <a:prstGeom prst="rect">
            <a:avLst/>
          </a:prstGeom>
          <a:noFill/>
        </p:spPr>
        <p:txBody>
          <a:bodyPr wrap="square" rtlCol="0">
            <a:spAutoFit/>
          </a:bodyPr>
          <a:lstStyle/>
          <a:p>
            <a:pPr algn="ctr"/>
            <a:r>
              <a:rPr lang="en-US" sz="900" dirty="0"/>
              <a:t>268</a:t>
            </a:r>
          </a:p>
        </p:txBody>
      </p:sp>
      <p:sp>
        <p:nvSpPr>
          <p:cNvPr id="73" name="TextBox 72">
            <a:extLst>
              <a:ext uri="{FF2B5EF4-FFF2-40B4-BE49-F238E27FC236}">
                <a16:creationId xmlns:a16="http://schemas.microsoft.com/office/drawing/2014/main" id="{54FA1902-8569-7514-B09C-27BC2A14CC83}"/>
              </a:ext>
            </a:extLst>
          </p:cNvPr>
          <p:cNvSpPr txBox="1"/>
          <p:nvPr/>
        </p:nvSpPr>
        <p:spPr>
          <a:xfrm>
            <a:off x="5147734" y="3287385"/>
            <a:ext cx="570089" cy="230832"/>
          </a:xfrm>
          <a:prstGeom prst="rect">
            <a:avLst/>
          </a:prstGeom>
          <a:noFill/>
        </p:spPr>
        <p:txBody>
          <a:bodyPr wrap="square" rtlCol="0">
            <a:spAutoFit/>
          </a:bodyPr>
          <a:lstStyle/>
          <a:p>
            <a:pPr algn="ctr"/>
            <a:r>
              <a:rPr lang="en-US" sz="900" dirty="0"/>
              <a:t>235678</a:t>
            </a:r>
          </a:p>
        </p:txBody>
      </p:sp>
      <p:sp>
        <p:nvSpPr>
          <p:cNvPr id="78" name="TextBox 77">
            <a:extLst>
              <a:ext uri="{FF2B5EF4-FFF2-40B4-BE49-F238E27FC236}">
                <a16:creationId xmlns:a16="http://schemas.microsoft.com/office/drawing/2014/main" id="{1A47B131-5B6B-A1B8-5ED7-161D2C3EACAE}"/>
              </a:ext>
            </a:extLst>
          </p:cNvPr>
          <p:cNvSpPr txBox="1"/>
          <p:nvPr/>
        </p:nvSpPr>
        <p:spPr>
          <a:xfrm>
            <a:off x="6152446" y="3788329"/>
            <a:ext cx="570089" cy="230832"/>
          </a:xfrm>
          <a:prstGeom prst="rect">
            <a:avLst/>
          </a:prstGeom>
          <a:noFill/>
        </p:spPr>
        <p:txBody>
          <a:bodyPr wrap="square" rtlCol="0">
            <a:spAutoFit/>
          </a:bodyPr>
          <a:lstStyle/>
          <a:p>
            <a:pPr algn="ctr"/>
            <a:r>
              <a:rPr lang="en-US" sz="900" dirty="0"/>
              <a:t>235678</a:t>
            </a:r>
          </a:p>
        </p:txBody>
      </p:sp>
      <p:sp>
        <p:nvSpPr>
          <p:cNvPr id="79" name="TextBox 78">
            <a:extLst>
              <a:ext uri="{FF2B5EF4-FFF2-40B4-BE49-F238E27FC236}">
                <a16:creationId xmlns:a16="http://schemas.microsoft.com/office/drawing/2014/main" id="{38C9BD50-1996-86F7-EB34-C3A22CDDC507}"/>
              </a:ext>
            </a:extLst>
          </p:cNvPr>
          <p:cNvSpPr txBox="1"/>
          <p:nvPr/>
        </p:nvSpPr>
        <p:spPr>
          <a:xfrm>
            <a:off x="6214537" y="3237891"/>
            <a:ext cx="462845" cy="584775"/>
          </a:xfrm>
          <a:prstGeom prst="rect">
            <a:avLst/>
          </a:prstGeom>
          <a:noFill/>
        </p:spPr>
        <p:txBody>
          <a:bodyPr wrap="square" rtlCol="0">
            <a:spAutoFit/>
          </a:bodyPr>
          <a:lstStyle/>
          <a:p>
            <a:pPr algn="ctr"/>
            <a:r>
              <a:rPr lang="en-US" sz="3200" dirty="0"/>
              <a:t>9</a:t>
            </a:r>
          </a:p>
        </p:txBody>
      </p:sp>
      <p:sp>
        <p:nvSpPr>
          <p:cNvPr id="80" name="TextBox 79">
            <a:extLst>
              <a:ext uri="{FF2B5EF4-FFF2-40B4-BE49-F238E27FC236}">
                <a16:creationId xmlns:a16="http://schemas.microsoft.com/office/drawing/2014/main" id="{1FA0D03C-DF17-22D8-C549-354160BB1A2A}"/>
              </a:ext>
            </a:extLst>
          </p:cNvPr>
          <p:cNvSpPr txBox="1"/>
          <p:nvPr/>
        </p:nvSpPr>
        <p:spPr>
          <a:xfrm>
            <a:off x="6152446" y="901933"/>
            <a:ext cx="570089" cy="230832"/>
          </a:xfrm>
          <a:prstGeom prst="rect">
            <a:avLst/>
          </a:prstGeom>
          <a:noFill/>
        </p:spPr>
        <p:txBody>
          <a:bodyPr wrap="square" rtlCol="0">
            <a:spAutoFit/>
          </a:bodyPr>
          <a:lstStyle/>
          <a:p>
            <a:pPr algn="ctr"/>
            <a:r>
              <a:rPr lang="en-US" sz="900" dirty="0"/>
              <a:t>18</a:t>
            </a:r>
          </a:p>
        </p:txBody>
      </p:sp>
      <p:sp>
        <p:nvSpPr>
          <p:cNvPr id="81" name="TextBox 80">
            <a:extLst>
              <a:ext uri="{FF2B5EF4-FFF2-40B4-BE49-F238E27FC236}">
                <a16:creationId xmlns:a16="http://schemas.microsoft.com/office/drawing/2014/main" id="{A3226529-DAFF-3C72-4C66-AFEF87096155}"/>
              </a:ext>
            </a:extLst>
          </p:cNvPr>
          <p:cNvSpPr txBox="1"/>
          <p:nvPr/>
        </p:nvSpPr>
        <p:spPr>
          <a:xfrm>
            <a:off x="4143022" y="3907597"/>
            <a:ext cx="570089" cy="230832"/>
          </a:xfrm>
          <a:prstGeom prst="rect">
            <a:avLst/>
          </a:prstGeom>
          <a:noFill/>
        </p:spPr>
        <p:txBody>
          <a:bodyPr wrap="square" rtlCol="0">
            <a:spAutoFit/>
          </a:bodyPr>
          <a:lstStyle/>
          <a:p>
            <a:pPr algn="ctr"/>
            <a:r>
              <a:rPr lang="en-US" sz="900" dirty="0"/>
              <a:t>28</a:t>
            </a:r>
          </a:p>
        </p:txBody>
      </p:sp>
      <p:sp>
        <p:nvSpPr>
          <p:cNvPr id="82" name="TextBox 81">
            <a:extLst>
              <a:ext uri="{FF2B5EF4-FFF2-40B4-BE49-F238E27FC236}">
                <a16:creationId xmlns:a16="http://schemas.microsoft.com/office/drawing/2014/main" id="{2227BD57-3E16-BCE7-8DF7-646B0FD3D1A1}"/>
              </a:ext>
            </a:extLst>
          </p:cNvPr>
          <p:cNvSpPr txBox="1"/>
          <p:nvPr/>
        </p:nvSpPr>
        <p:spPr>
          <a:xfrm>
            <a:off x="3640666" y="4408541"/>
            <a:ext cx="570089" cy="230832"/>
          </a:xfrm>
          <a:prstGeom prst="rect">
            <a:avLst/>
          </a:prstGeom>
          <a:noFill/>
        </p:spPr>
        <p:txBody>
          <a:bodyPr wrap="square" rtlCol="0">
            <a:spAutoFit/>
          </a:bodyPr>
          <a:lstStyle/>
          <a:p>
            <a:pPr algn="ctr"/>
            <a:r>
              <a:rPr lang="en-US" sz="900" dirty="0"/>
              <a:t>128</a:t>
            </a:r>
          </a:p>
        </p:txBody>
      </p:sp>
      <p:sp>
        <p:nvSpPr>
          <p:cNvPr id="48" name="TextBox 47">
            <a:extLst>
              <a:ext uri="{FF2B5EF4-FFF2-40B4-BE49-F238E27FC236}">
                <a16:creationId xmlns:a16="http://schemas.microsoft.com/office/drawing/2014/main" id="{999D2451-4F77-8278-B4D3-F7880EC56CAC}"/>
              </a:ext>
            </a:extLst>
          </p:cNvPr>
          <p:cNvSpPr txBox="1"/>
          <p:nvPr/>
        </p:nvSpPr>
        <p:spPr>
          <a:xfrm>
            <a:off x="3716867" y="1727886"/>
            <a:ext cx="462845" cy="584775"/>
          </a:xfrm>
          <a:prstGeom prst="rect">
            <a:avLst/>
          </a:prstGeom>
          <a:noFill/>
        </p:spPr>
        <p:txBody>
          <a:bodyPr wrap="square" rtlCol="0">
            <a:spAutoFit/>
          </a:bodyPr>
          <a:lstStyle/>
          <a:p>
            <a:pPr algn="ctr"/>
            <a:r>
              <a:rPr lang="en-US" sz="3200" dirty="0"/>
              <a:t>4</a:t>
            </a:r>
          </a:p>
        </p:txBody>
      </p:sp>
      <p:sp>
        <p:nvSpPr>
          <p:cNvPr id="49" name="TextBox 48">
            <a:extLst>
              <a:ext uri="{FF2B5EF4-FFF2-40B4-BE49-F238E27FC236}">
                <a16:creationId xmlns:a16="http://schemas.microsoft.com/office/drawing/2014/main" id="{50B770FF-1690-4E8C-8CFB-AFE3390E93F2}"/>
              </a:ext>
            </a:extLst>
          </p:cNvPr>
          <p:cNvSpPr txBox="1"/>
          <p:nvPr/>
        </p:nvSpPr>
        <p:spPr>
          <a:xfrm>
            <a:off x="5715003" y="3237891"/>
            <a:ext cx="462845" cy="584775"/>
          </a:xfrm>
          <a:prstGeom prst="rect">
            <a:avLst/>
          </a:prstGeom>
          <a:noFill/>
        </p:spPr>
        <p:txBody>
          <a:bodyPr wrap="square" rtlCol="0">
            <a:spAutoFit/>
          </a:bodyPr>
          <a:lstStyle/>
          <a:p>
            <a:pPr algn="ctr"/>
            <a:r>
              <a:rPr lang="en-US" sz="3200" dirty="0"/>
              <a:t>4</a:t>
            </a:r>
          </a:p>
        </p:txBody>
      </p:sp>
      <p:sp>
        <p:nvSpPr>
          <p:cNvPr id="46" name="TextBox 45">
            <a:extLst>
              <a:ext uri="{FF2B5EF4-FFF2-40B4-BE49-F238E27FC236}">
                <a16:creationId xmlns:a16="http://schemas.microsoft.com/office/drawing/2014/main" id="{957B2070-010D-B8D1-C654-CC22FBE917AB}"/>
              </a:ext>
            </a:extLst>
          </p:cNvPr>
          <p:cNvSpPr txBox="1"/>
          <p:nvPr/>
        </p:nvSpPr>
        <p:spPr>
          <a:xfrm>
            <a:off x="3217333" y="721216"/>
            <a:ext cx="462845" cy="584775"/>
          </a:xfrm>
          <a:prstGeom prst="rect">
            <a:avLst/>
          </a:prstGeom>
          <a:noFill/>
        </p:spPr>
        <p:txBody>
          <a:bodyPr wrap="square" rtlCol="0">
            <a:spAutoFit/>
          </a:bodyPr>
          <a:lstStyle/>
          <a:p>
            <a:pPr algn="ctr"/>
            <a:r>
              <a:rPr lang="en-US" sz="3200" dirty="0"/>
              <a:t>9</a:t>
            </a:r>
          </a:p>
        </p:txBody>
      </p:sp>
      <p:sp>
        <p:nvSpPr>
          <p:cNvPr id="47" name="TextBox 46">
            <a:extLst>
              <a:ext uri="{FF2B5EF4-FFF2-40B4-BE49-F238E27FC236}">
                <a16:creationId xmlns:a16="http://schemas.microsoft.com/office/drawing/2014/main" id="{755A2FBB-A6C1-348F-CED6-EE493975B522}"/>
              </a:ext>
            </a:extLst>
          </p:cNvPr>
          <p:cNvSpPr txBox="1"/>
          <p:nvPr/>
        </p:nvSpPr>
        <p:spPr>
          <a:xfrm>
            <a:off x="7213604" y="4747898"/>
            <a:ext cx="462845" cy="584775"/>
          </a:xfrm>
          <a:prstGeom prst="rect">
            <a:avLst/>
          </a:prstGeom>
          <a:noFill/>
        </p:spPr>
        <p:txBody>
          <a:bodyPr wrap="square" rtlCol="0">
            <a:spAutoFit/>
          </a:bodyPr>
          <a:lstStyle/>
          <a:p>
            <a:pPr algn="ctr"/>
            <a:r>
              <a:rPr lang="en-US" sz="3200" dirty="0"/>
              <a:t>1</a:t>
            </a:r>
          </a:p>
        </p:txBody>
      </p:sp>
      <p:sp>
        <p:nvSpPr>
          <p:cNvPr id="60" name="TextBox 59">
            <a:extLst>
              <a:ext uri="{FF2B5EF4-FFF2-40B4-BE49-F238E27FC236}">
                <a16:creationId xmlns:a16="http://schemas.microsoft.com/office/drawing/2014/main" id="{4E2FEF4D-F8CF-A947-C32A-E004B498D465}"/>
              </a:ext>
            </a:extLst>
          </p:cNvPr>
          <p:cNvSpPr txBox="1"/>
          <p:nvPr/>
        </p:nvSpPr>
        <p:spPr>
          <a:xfrm>
            <a:off x="7213604" y="2734556"/>
            <a:ext cx="462845" cy="584775"/>
          </a:xfrm>
          <a:prstGeom prst="rect">
            <a:avLst/>
          </a:prstGeom>
          <a:noFill/>
        </p:spPr>
        <p:txBody>
          <a:bodyPr wrap="square" rtlCol="0">
            <a:spAutoFit/>
          </a:bodyPr>
          <a:lstStyle/>
          <a:p>
            <a:pPr algn="ctr"/>
            <a:r>
              <a:rPr lang="en-US" sz="3200" dirty="0"/>
              <a:t>6</a:t>
            </a:r>
          </a:p>
        </p:txBody>
      </p:sp>
    </p:spTree>
    <p:extLst>
      <p:ext uri="{BB962C8B-B14F-4D97-AF65-F5344CB8AC3E}">
        <p14:creationId xmlns:p14="http://schemas.microsoft.com/office/powerpoint/2010/main" val="102621226"/>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D0E48A2-76B8-584A-8240-2F36B8BD47B2}"/>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53F77BA4-BABA-0668-44B7-4A7FCB247969}"/>
              </a:ext>
            </a:extLst>
          </p:cNvPr>
          <p:cNvSpPr>
            <a:spLocks noGrp="1"/>
          </p:cNvSpPr>
          <p:nvPr>
            <p:ph sz="half" idx="1"/>
          </p:nvPr>
        </p:nvSpPr>
        <p:spPr/>
        <p:txBody>
          <a:bodyPr>
            <a:normAutofit/>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AED43FC6-A518-A1FF-0654-B87798E071F1}"/>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9357458C-75B5-9F63-F471-122FB9A06C08}"/>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F15400A8-1168-FF73-AFB6-F132E96BD8CA}"/>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0116EC0F-8176-4212-75E8-0D9E789E126D}"/>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31EFA70A-1C39-4CB2-9F3F-D99411D0FB67}"/>
              </a:ext>
            </a:extLst>
          </p:cNvPr>
          <p:cNvSpPr txBox="1"/>
          <p:nvPr/>
        </p:nvSpPr>
        <p:spPr>
          <a:xfrm>
            <a:off x="4715935" y="1224551"/>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8" name="TextBox 7">
            <a:extLst>
              <a:ext uri="{FF2B5EF4-FFF2-40B4-BE49-F238E27FC236}">
                <a16:creationId xmlns:a16="http://schemas.microsoft.com/office/drawing/2014/main" id="{A1C48315-9A57-14AE-607E-500135C9D744}"/>
              </a:ext>
            </a:extLst>
          </p:cNvPr>
          <p:cNvSpPr txBox="1"/>
          <p:nvPr/>
        </p:nvSpPr>
        <p:spPr>
          <a:xfrm>
            <a:off x="6214537" y="122455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9" name="TextBox 8">
            <a:extLst>
              <a:ext uri="{FF2B5EF4-FFF2-40B4-BE49-F238E27FC236}">
                <a16:creationId xmlns:a16="http://schemas.microsoft.com/office/drawing/2014/main" id="{E65AB3AD-FB1A-C28E-042F-05433604EF5E}"/>
              </a:ext>
            </a:extLst>
          </p:cNvPr>
          <p:cNvSpPr txBox="1"/>
          <p:nvPr/>
        </p:nvSpPr>
        <p:spPr>
          <a:xfrm>
            <a:off x="6714071" y="1224551"/>
            <a:ext cx="462845" cy="584775"/>
          </a:xfrm>
          <a:prstGeom prst="rect">
            <a:avLst/>
          </a:prstGeom>
          <a:solidFill>
            <a:srgbClr val="FFFF00">
              <a:alpha val="30000"/>
            </a:srgbClr>
          </a:solidFill>
        </p:spPr>
        <p:txBody>
          <a:bodyPr wrap="square" rtlCol="0">
            <a:spAutoFit/>
          </a:bodyPr>
          <a:lstStyle/>
          <a:p>
            <a:pPr algn="ctr"/>
            <a:r>
              <a:rPr lang="en-US" sz="3200" dirty="0"/>
              <a:t>9</a:t>
            </a:r>
          </a:p>
        </p:txBody>
      </p:sp>
      <p:sp>
        <p:nvSpPr>
          <p:cNvPr id="10" name="TextBox 9">
            <a:extLst>
              <a:ext uri="{FF2B5EF4-FFF2-40B4-BE49-F238E27FC236}">
                <a16:creationId xmlns:a16="http://schemas.microsoft.com/office/drawing/2014/main" id="{9A73EE9C-9A28-38DA-D290-8EA030BB7A2C}"/>
              </a:ext>
            </a:extLst>
          </p:cNvPr>
          <p:cNvSpPr txBox="1"/>
          <p:nvPr/>
        </p:nvSpPr>
        <p:spPr>
          <a:xfrm>
            <a:off x="7213604" y="122455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11" name="TextBox 10">
            <a:extLst>
              <a:ext uri="{FF2B5EF4-FFF2-40B4-BE49-F238E27FC236}">
                <a16:creationId xmlns:a16="http://schemas.microsoft.com/office/drawing/2014/main" id="{7C557471-FADE-B773-5713-77A267FFC8EE}"/>
              </a:ext>
            </a:extLst>
          </p:cNvPr>
          <p:cNvSpPr txBox="1"/>
          <p:nvPr/>
        </p:nvSpPr>
        <p:spPr>
          <a:xfrm>
            <a:off x="6714071" y="721216"/>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12" name="TextBox 11">
            <a:extLst>
              <a:ext uri="{FF2B5EF4-FFF2-40B4-BE49-F238E27FC236}">
                <a16:creationId xmlns:a16="http://schemas.microsoft.com/office/drawing/2014/main" id="{4BAF6567-03AD-1DE7-B76B-68C17860C0DC}"/>
              </a:ext>
            </a:extLst>
          </p:cNvPr>
          <p:cNvSpPr txBox="1"/>
          <p:nvPr/>
        </p:nvSpPr>
        <p:spPr>
          <a:xfrm>
            <a:off x="7213604" y="721216"/>
            <a:ext cx="462845" cy="584775"/>
          </a:xfrm>
          <a:prstGeom prst="rect">
            <a:avLst/>
          </a:prstGeom>
          <a:solidFill>
            <a:srgbClr val="FF0000">
              <a:alpha val="30000"/>
            </a:srgbClr>
          </a:solidFill>
        </p:spPr>
        <p:txBody>
          <a:bodyPr wrap="square" rtlCol="0">
            <a:spAutoFit/>
          </a:bodyPr>
          <a:lstStyle/>
          <a:p>
            <a:pPr algn="ctr"/>
            <a:r>
              <a:rPr lang="en-US" sz="3200" dirty="0"/>
              <a:t>3</a:t>
            </a:r>
          </a:p>
        </p:txBody>
      </p:sp>
      <p:sp>
        <p:nvSpPr>
          <p:cNvPr id="13" name="TextBox 12">
            <a:extLst>
              <a:ext uri="{FF2B5EF4-FFF2-40B4-BE49-F238E27FC236}">
                <a16:creationId xmlns:a16="http://schemas.microsoft.com/office/drawing/2014/main" id="{E18EDDAB-16E6-EFB7-73E3-DAD5EB735216}"/>
              </a:ext>
            </a:extLst>
          </p:cNvPr>
          <p:cNvSpPr txBox="1"/>
          <p:nvPr/>
        </p:nvSpPr>
        <p:spPr>
          <a:xfrm>
            <a:off x="4216401" y="1727886"/>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14" name="TextBox 13">
            <a:extLst>
              <a:ext uri="{FF2B5EF4-FFF2-40B4-BE49-F238E27FC236}">
                <a16:creationId xmlns:a16="http://schemas.microsoft.com/office/drawing/2014/main" id="{9C730E5A-EA63-44AA-9A40-29A7499128E5}"/>
              </a:ext>
            </a:extLst>
          </p:cNvPr>
          <p:cNvSpPr txBox="1"/>
          <p:nvPr/>
        </p:nvSpPr>
        <p:spPr>
          <a:xfrm>
            <a:off x="5215469" y="1727886"/>
            <a:ext cx="462845" cy="584775"/>
          </a:xfrm>
          <a:prstGeom prst="rect">
            <a:avLst/>
          </a:prstGeom>
          <a:solidFill>
            <a:srgbClr val="00B050">
              <a:alpha val="40000"/>
            </a:srgbClr>
          </a:solidFill>
        </p:spPr>
        <p:txBody>
          <a:bodyPr wrap="square" rtlCol="0">
            <a:spAutoFit/>
          </a:bodyPr>
          <a:lstStyle/>
          <a:p>
            <a:pPr algn="ctr"/>
            <a:r>
              <a:rPr lang="en-US" sz="3200" dirty="0"/>
              <a:t>9</a:t>
            </a:r>
          </a:p>
        </p:txBody>
      </p:sp>
      <p:sp>
        <p:nvSpPr>
          <p:cNvPr id="15" name="TextBox 14">
            <a:extLst>
              <a:ext uri="{FF2B5EF4-FFF2-40B4-BE49-F238E27FC236}">
                <a16:creationId xmlns:a16="http://schemas.microsoft.com/office/drawing/2014/main" id="{4427A2B3-37D9-EFC8-09BD-783345E5A91D}"/>
              </a:ext>
            </a:extLst>
          </p:cNvPr>
          <p:cNvSpPr txBox="1"/>
          <p:nvPr/>
        </p:nvSpPr>
        <p:spPr>
          <a:xfrm>
            <a:off x="6214537" y="1727886"/>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16" name="TextBox 15">
            <a:extLst>
              <a:ext uri="{FF2B5EF4-FFF2-40B4-BE49-F238E27FC236}">
                <a16:creationId xmlns:a16="http://schemas.microsoft.com/office/drawing/2014/main" id="{F83FD536-DA73-4347-C32B-C91C74AD828B}"/>
              </a:ext>
            </a:extLst>
          </p:cNvPr>
          <p:cNvSpPr txBox="1"/>
          <p:nvPr/>
        </p:nvSpPr>
        <p:spPr>
          <a:xfrm>
            <a:off x="6714071" y="172788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17" name="TextBox 16">
            <a:extLst>
              <a:ext uri="{FF2B5EF4-FFF2-40B4-BE49-F238E27FC236}">
                <a16:creationId xmlns:a16="http://schemas.microsoft.com/office/drawing/2014/main" id="{A70BBFB2-52B1-90E8-CD85-0AE7CE50C7F8}"/>
              </a:ext>
            </a:extLst>
          </p:cNvPr>
          <p:cNvSpPr txBox="1"/>
          <p:nvPr/>
        </p:nvSpPr>
        <p:spPr>
          <a:xfrm>
            <a:off x="3716867" y="223122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18" name="TextBox 17">
            <a:extLst>
              <a:ext uri="{FF2B5EF4-FFF2-40B4-BE49-F238E27FC236}">
                <a16:creationId xmlns:a16="http://schemas.microsoft.com/office/drawing/2014/main" id="{BDBE2072-3449-92FE-15B2-F23985C31686}"/>
              </a:ext>
            </a:extLst>
          </p:cNvPr>
          <p:cNvSpPr txBox="1"/>
          <p:nvPr/>
        </p:nvSpPr>
        <p:spPr>
          <a:xfrm>
            <a:off x="5215469" y="2231221"/>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19" name="TextBox 18">
            <a:extLst>
              <a:ext uri="{FF2B5EF4-FFF2-40B4-BE49-F238E27FC236}">
                <a16:creationId xmlns:a16="http://schemas.microsoft.com/office/drawing/2014/main" id="{7C5DB956-D0F7-9397-1996-44B25E98AEBD}"/>
              </a:ext>
            </a:extLst>
          </p:cNvPr>
          <p:cNvSpPr txBox="1"/>
          <p:nvPr/>
        </p:nvSpPr>
        <p:spPr>
          <a:xfrm>
            <a:off x="5715003" y="2231221"/>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20" name="TextBox 19">
            <a:extLst>
              <a:ext uri="{FF2B5EF4-FFF2-40B4-BE49-F238E27FC236}">
                <a16:creationId xmlns:a16="http://schemas.microsoft.com/office/drawing/2014/main" id="{821D7B76-870C-2B55-754B-A63353350048}"/>
              </a:ext>
            </a:extLst>
          </p:cNvPr>
          <p:cNvSpPr txBox="1"/>
          <p:nvPr/>
        </p:nvSpPr>
        <p:spPr>
          <a:xfrm>
            <a:off x="6214537" y="2231221"/>
            <a:ext cx="462845" cy="584775"/>
          </a:xfrm>
          <a:prstGeom prst="rect">
            <a:avLst/>
          </a:prstGeom>
          <a:solidFill>
            <a:srgbClr val="FF0000">
              <a:alpha val="30000"/>
            </a:srgbClr>
          </a:solidFill>
        </p:spPr>
        <p:txBody>
          <a:bodyPr wrap="square" rtlCol="0">
            <a:spAutoFit/>
          </a:bodyPr>
          <a:lstStyle/>
          <a:p>
            <a:pPr algn="ctr"/>
            <a:r>
              <a:rPr lang="en-US" sz="3200" dirty="0"/>
              <a:t>4</a:t>
            </a:r>
          </a:p>
        </p:txBody>
      </p:sp>
      <p:sp>
        <p:nvSpPr>
          <p:cNvPr id="21" name="TextBox 20">
            <a:extLst>
              <a:ext uri="{FF2B5EF4-FFF2-40B4-BE49-F238E27FC236}">
                <a16:creationId xmlns:a16="http://schemas.microsoft.com/office/drawing/2014/main" id="{5C33FA6E-D5DF-C55B-736B-C13481FF3B7A}"/>
              </a:ext>
            </a:extLst>
          </p:cNvPr>
          <p:cNvSpPr txBox="1"/>
          <p:nvPr/>
        </p:nvSpPr>
        <p:spPr>
          <a:xfrm>
            <a:off x="6714071" y="223122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2" name="TextBox 21">
            <a:extLst>
              <a:ext uri="{FF2B5EF4-FFF2-40B4-BE49-F238E27FC236}">
                <a16:creationId xmlns:a16="http://schemas.microsoft.com/office/drawing/2014/main" id="{FB079306-F050-E254-B198-82DC48FA136D}"/>
              </a:ext>
            </a:extLst>
          </p:cNvPr>
          <p:cNvSpPr txBox="1"/>
          <p:nvPr/>
        </p:nvSpPr>
        <p:spPr>
          <a:xfrm>
            <a:off x="4216401" y="2734556"/>
            <a:ext cx="462845" cy="584775"/>
          </a:xfrm>
          <a:prstGeom prst="rect">
            <a:avLst/>
          </a:prstGeom>
          <a:solidFill>
            <a:srgbClr val="FF0000">
              <a:alpha val="30000"/>
            </a:srgbClr>
          </a:solidFill>
        </p:spPr>
        <p:txBody>
          <a:bodyPr wrap="square" rtlCol="0">
            <a:spAutoFit/>
          </a:bodyPr>
          <a:lstStyle/>
          <a:p>
            <a:pPr algn="ctr"/>
            <a:r>
              <a:rPr lang="en-US" sz="3200" dirty="0"/>
              <a:t>4</a:t>
            </a:r>
          </a:p>
        </p:txBody>
      </p:sp>
      <p:sp>
        <p:nvSpPr>
          <p:cNvPr id="23" name="TextBox 22">
            <a:extLst>
              <a:ext uri="{FF2B5EF4-FFF2-40B4-BE49-F238E27FC236}">
                <a16:creationId xmlns:a16="http://schemas.microsoft.com/office/drawing/2014/main" id="{18D8A01B-8E7D-A1A9-187D-D1B73558AE90}"/>
              </a:ext>
            </a:extLst>
          </p:cNvPr>
          <p:cNvSpPr txBox="1"/>
          <p:nvPr/>
        </p:nvSpPr>
        <p:spPr>
          <a:xfrm>
            <a:off x="5215469" y="2734556"/>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4" name="TextBox 23">
            <a:extLst>
              <a:ext uri="{FF2B5EF4-FFF2-40B4-BE49-F238E27FC236}">
                <a16:creationId xmlns:a16="http://schemas.microsoft.com/office/drawing/2014/main" id="{FB844781-7F13-EAB9-CFA1-4DB3F11FDF5F}"/>
              </a:ext>
            </a:extLst>
          </p:cNvPr>
          <p:cNvSpPr txBox="1"/>
          <p:nvPr/>
        </p:nvSpPr>
        <p:spPr>
          <a:xfrm>
            <a:off x="6714071" y="2734556"/>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25" name="TextBox 24">
            <a:extLst>
              <a:ext uri="{FF2B5EF4-FFF2-40B4-BE49-F238E27FC236}">
                <a16:creationId xmlns:a16="http://schemas.microsoft.com/office/drawing/2014/main" id="{B7926002-3885-91BD-3771-DF1263806098}"/>
              </a:ext>
            </a:extLst>
          </p:cNvPr>
          <p:cNvSpPr txBox="1"/>
          <p:nvPr/>
        </p:nvSpPr>
        <p:spPr>
          <a:xfrm>
            <a:off x="3716867" y="323789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6" name="TextBox 25">
            <a:extLst>
              <a:ext uri="{FF2B5EF4-FFF2-40B4-BE49-F238E27FC236}">
                <a16:creationId xmlns:a16="http://schemas.microsoft.com/office/drawing/2014/main" id="{E9460340-15AE-681B-73B3-F331F06B3AAD}"/>
              </a:ext>
            </a:extLst>
          </p:cNvPr>
          <p:cNvSpPr txBox="1"/>
          <p:nvPr/>
        </p:nvSpPr>
        <p:spPr>
          <a:xfrm>
            <a:off x="4715935" y="323789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27" name="TextBox 26">
            <a:extLst>
              <a:ext uri="{FF2B5EF4-FFF2-40B4-BE49-F238E27FC236}">
                <a16:creationId xmlns:a16="http://schemas.microsoft.com/office/drawing/2014/main" id="{DA0924FE-8B92-5D48-4305-694837D2614C}"/>
              </a:ext>
            </a:extLst>
          </p:cNvPr>
          <p:cNvSpPr txBox="1"/>
          <p:nvPr/>
        </p:nvSpPr>
        <p:spPr>
          <a:xfrm>
            <a:off x="5215469" y="323789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28" name="TextBox 27">
            <a:extLst>
              <a:ext uri="{FF2B5EF4-FFF2-40B4-BE49-F238E27FC236}">
                <a16:creationId xmlns:a16="http://schemas.microsoft.com/office/drawing/2014/main" id="{A6585783-BE90-659E-CFB6-D317068B33EA}"/>
              </a:ext>
            </a:extLst>
          </p:cNvPr>
          <p:cNvSpPr txBox="1"/>
          <p:nvPr/>
        </p:nvSpPr>
        <p:spPr>
          <a:xfrm>
            <a:off x="7213604" y="3237891"/>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29" name="TextBox 28">
            <a:extLst>
              <a:ext uri="{FF2B5EF4-FFF2-40B4-BE49-F238E27FC236}">
                <a16:creationId xmlns:a16="http://schemas.microsoft.com/office/drawing/2014/main" id="{50F5E1EB-4418-CE46-13AB-55F4F47F2303}"/>
              </a:ext>
            </a:extLst>
          </p:cNvPr>
          <p:cNvSpPr txBox="1"/>
          <p:nvPr/>
        </p:nvSpPr>
        <p:spPr>
          <a:xfrm>
            <a:off x="3217333" y="3741226"/>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30" name="TextBox 29">
            <a:extLst>
              <a:ext uri="{FF2B5EF4-FFF2-40B4-BE49-F238E27FC236}">
                <a16:creationId xmlns:a16="http://schemas.microsoft.com/office/drawing/2014/main" id="{5D88CD2F-DCC7-9BC8-643C-713886201226}"/>
              </a:ext>
            </a:extLst>
          </p:cNvPr>
          <p:cNvSpPr txBox="1"/>
          <p:nvPr/>
        </p:nvSpPr>
        <p:spPr>
          <a:xfrm>
            <a:off x="3716867" y="374122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31" name="TextBox 30">
            <a:extLst>
              <a:ext uri="{FF2B5EF4-FFF2-40B4-BE49-F238E27FC236}">
                <a16:creationId xmlns:a16="http://schemas.microsoft.com/office/drawing/2014/main" id="{D925D4CF-0C81-ADAA-4BDC-EF6E94B52382}"/>
              </a:ext>
            </a:extLst>
          </p:cNvPr>
          <p:cNvSpPr txBox="1"/>
          <p:nvPr/>
        </p:nvSpPr>
        <p:spPr>
          <a:xfrm>
            <a:off x="5715003" y="3741226"/>
            <a:ext cx="462845" cy="584775"/>
          </a:xfrm>
          <a:prstGeom prst="rect">
            <a:avLst/>
          </a:prstGeom>
          <a:solidFill>
            <a:srgbClr val="FFFF00">
              <a:alpha val="30000"/>
            </a:srgbClr>
          </a:solidFill>
        </p:spPr>
        <p:txBody>
          <a:bodyPr wrap="square" rtlCol="0">
            <a:spAutoFit/>
          </a:bodyPr>
          <a:lstStyle/>
          <a:p>
            <a:pPr algn="ctr"/>
            <a:r>
              <a:rPr lang="en-US" sz="3200" dirty="0"/>
              <a:t>9</a:t>
            </a:r>
          </a:p>
        </p:txBody>
      </p:sp>
      <p:sp>
        <p:nvSpPr>
          <p:cNvPr id="32" name="TextBox 31">
            <a:extLst>
              <a:ext uri="{FF2B5EF4-FFF2-40B4-BE49-F238E27FC236}">
                <a16:creationId xmlns:a16="http://schemas.microsoft.com/office/drawing/2014/main" id="{1E7A7278-EC49-7B73-FE3E-A5627322C198}"/>
              </a:ext>
            </a:extLst>
          </p:cNvPr>
          <p:cNvSpPr txBox="1"/>
          <p:nvPr/>
        </p:nvSpPr>
        <p:spPr>
          <a:xfrm>
            <a:off x="6214537" y="3741226"/>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33" name="TextBox 32">
            <a:extLst>
              <a:ext uri="{FF2B5EF4-FFF2-40B4-BE49-F238E27FC236}">
                <a16:creationId xmlns:a16="http://schemas.microsoft.com/office/drawing/2014/main" id="{0CBBC6CA-739F-BB18-2628-60A35430B610}"/>
              </a:ext>
            </a:extLst>
          </p:cNvPr>
          <p:cNvSpPr txBox="1"/>
          <p:nvPr/>
        </p:nvSpPr>
        <p:spPr>
          <a:xfrm>
            <a:off x="6714071" y="374122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34" name="TextBox 33">
            <a:extLst>
              <a:ext uri="{FF2B5EF4-FFF2-40B4-BE49-F238E27FC236}">
                <a16:creationId xmlns:a16="http://schemas.microsoft.com/office/drawing/2014/main" id="{067FC6B0-AAD0-C37B-6C94-BD49EEEDA40A}"/>
              </a:ext>
            </a:extLst>
          </p:cNvPr>
          <p:cNvSpPr txBox="1"/>
          <p:nvPr/>
        </p:nvSpPr>
        <p:spPr>
          <a:xfrm>
            <a:off x="7213604" y="3741226"/>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35" name="TextBox 34">
            <a:extLst>
              <a:ext uri="{FF2B5EF4-FFF2-40B4-BE49-F238E27FC236}">
                <a16:creationId xmlns:a16="http://schemas.microsoft.com/office/drawing/2014/main" id="{BD47755A-5E16-15C7-FF7E-1117582A7DA1}"/>
              </a:ext>
            </a:extLst>
          </p:cNvPr>
          <p:cNvSpPr txBox="1"/>
          <p:nvPr/>
        </p:nvSpPr>
        <p:spPr>
          <a:xfrm>
            <a:off x="3217333" y="424456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36" name="TextBox 35">
            <a:extLst>
              <a:ext uri="{FF2B5EF4-FFF2-40B4-BE49-F238E27FC236}">
                <a16:creationId xmlns:a16="http://schemas.microsoft.com/office/drawing/2014/main" id="{14D1C41A-D25F-FF2D-1655-006DBF939670}"/>
              </a:ext>
            </a:extLst>
          </p:cNvPr>
          <p:cNvSpPr txBox="1"/>
          <p:nvPr/>
        </p:nvSpPr>
        <p:spPr>
          <a:xfrm>
            <a:off x="4216401" y="4244561"/>
            <a:ext cx="462845" cy="584775"/>
          </a:xfrm>
          <a:prstGeom prst="rect">
            <a:avLst/>
          </a:prstGeom>
          <a:solidFill>
            <a:srgbClr val="FF0000">
              <a:alpha val="30000"/>
            </a:srgbClr>
          </a:solidFill>
        </p:spPr>
        <p:txBody>
          <a:bodyPr wrap="square" rtlCol="0">
            <a:spAutoFit/>
          </a:bodyPr>
          <a:lstStyle/>
          <a:p>
            <a:pPr algn="ctr"/>
            <a:r>
              <a:rPr lang="en-US" sz="3200" dirty="0"/>
              <a:t>3</a:t>
            </a:r>
          </a:p>
        </p:txBody>
      </p:sp>
      <p:sp>
        <p:nvSpPr>
          <p:cNvPr id="37" name="TextBox 36">
            <a:extLst>
              <a:ext uri="{FF2B5EF4-FFF2-40B4-BE49-F238E27FC236}">
                <a16:creationId xmlns:a16="http://schemas.microsoft.com/office/drawing/2014/main" id="{1F41E8F4-ED42-A127-A10B-75777093376B}"/>
              </a:ext>
            </a:extLst>
          </p:cNvPr>
          <p:cNvSpPr txBox="1"/>
          <p:nvPr/>
        </p:nvSpPr>
        <p:spPr>
          <a:xfrm>
            <a:off x="5715003" y="424456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38" name="TextBox 37">
            <a:extLst>
              <a:ext uri="{FF2B5EF4-FFF2-40B4-BE49-F238E27FC236}">
                <a16:creationId xmlns:a16="http://schemas.microsoft.com/office/drawing/2014/main" id="{6AB79416-A5BE-1409-303A-B89E2840854D}"/>
              </a:ext>
            </a:extLst>
          </p:cNvPr>
          <p:cNvSpPr txBox="1"/>
          <p:nvPr/>
        </p:nvSpPr>
        <p:spPr>
          <a:xfrm>
            <a:off x="6214537" y="424456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39" name="TextBox 38">
            <a:extLst>
              <a:ext uri="{FF2B5EF4-FFF2-40B4-BE49-F238E27FC236}">
                <a16:creationId xmlns:a16="http://schemas.microsoft.com/office/drawing/2014/main" id="{82F27211-4F6F-2655-461D-1CA20CB24659}"/>
              </a:ext>
            </a:extLst>
          </p:cNvPr>
          <p:cNvSpPr txBox="1"/>
          <p:nvPr/>
        </p:nvSpPr>
        <p:spPr>
          <a:xfrm>
            <a:off x="6714071" y="4244561"/>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40" name="TextBox 39">
            <a:extLst>
              <a:ext uri="{FF2B5EF4-FFF2-40B4-BE49-F238E27FC236}">
                <a16:creationId xmlns:a16="http://schemas.microsoft.com/office/drawing/2014/main" id="{1198EF7A-53F5-4F09-D513-8C2FFB56AC3C}"/>
              </a:ext>
            </a:extLst>
          </p:cNvPr>
          <p:cNvSpPr txBox="1"/>
          <p:nvPr/>
        </p:nvSpPr>
        <p:spPr>
          <a:xfrm>
            <a:off x="7213604" y="4244561"/>
            <a:ext cx="462845" cy="584775"/>
          </a:xfrm>
          <a:prstGeom prst="rect">
            <a:avLst/>
          </a:prstGeom>
          <a:solidFill>
            <a:srgbClr val="00B050">
              <a:alpha val="40000"/>
            </a:srgbClr>
          </a:solidFill>
        </p:spPr>
        <p:txBody>
          <a:bodyPr wrap="square" rtlCol="0">
            <a:spAutoFit/>
          </a:bodyPr>
          <a:lstStyle/>
          <a:p>
            <a:pPr algn="ctr"/>
            <a:r>
              <a:rPr lang="en-US" sz="3200" dirty="0"/>
              <a:t>9</a:t>
            </a:r>
          </a:p>
        </p:txBody>
      </p:sp>
      <p:sp>
        <p:nvSpPr>
          <p:cNvPr id="41" name="TextBox 40">
            <a:extLst>
              <a:ext uri="{FF2B5EF4-FFF2-40B4-BE49-F238E27FC236}">
                <a16:creationId xmlns:a16="http://schemas.microsoft.com/office/drawing/2014/main" id="{DE525E48-A014-BE03-8993-E3AADA514ACA}"/>
              </a:ext>
            </a:extLst>
          </p:cNvPr>
          <p:cNvSpPr txBox="1"/>
          <p:nvPr/>
        </p:nvSpPr>
        <p:spPr>
          <a:xfrm>
            <a:off x="3217333" y="4747898"/>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42" name="TextBox 41">
            <a:extLst>
              <a:ext uri="{FF2B5EF4-FFF2-40B4-BE49-F238E27FC236}">
                <a16:creationId xmlns:a16="http://schemas.microsoft.com/office/drawing/2014/main" id="{FE9882BB-C104-EB02-6E73-480E03A077F4}"/>
              </a:ext>
            </a:extLst>
          </p:cNvPr>
          <p:cNvSpPr txBox="1"/>
          <p:nvPr/>
        </p:nvSpPr>
        <p:spPr>
          <a:xfrm>
            <a:off x="3716867" y="4747898"/>
            <a:ext cx="462845" cy="584775"/>
          </a:xfrm>
          <a:prstGeom prst="rect">
            <a:avLst/>
          </a:prstGeom>
          <a:solidFill>
            <a:srgbClr val="FFFF00">
              <a:alpha val="30000"/>
            </a:srgbClr>
          </a:solidFill>
        </p:spPr>
        <p:txBody>
          <a:bodyPr wrap="square" rtlCol="0">
            <a:spAutoFit/>
          </a:bodyPr>
          <a:lstStyle/>
          <a:p>
            <a:pPr algn="ctr"/>
            <a:r>
              <a:rPr lang="en-US" sz="3200" dirty="0"/>
              <a:t>9</a:t>
            </a:r>
          </a:p>
        </p:txBody>
      </p:sp>
      <p:sp>
        <p:nvSpPr>
          <p:cNvPr id="43" name="TextBox 42">
            <a:extLst>
              <a:ext uri="{FF2B5EF4-FFF2-40B4-BE49-F238E27FC236}">
                <a16:creationId xmlns:a16="http://schemas.microsoft.com/office/drawing/2014/main" id="{021CA247-B5BC-7FD6-5F31-205D3F4080C4}"/>
              </a:ext>
            </a:extLst>
          </p:cNvPr>
          <p:cNvSpPr txBox="1"/>
          <p:nvPr/>
        </p:nvSpPr>
        <p:spPr>
          <a:xfrm>
            <a:off x="4216401" y="4747898"/>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44" name="TextBox 43">
            <a:extLst>
              <a:ext uri="{FF2B5EF4-FFF2-40B4-BE49-F238E27FC236}">
                <a16:creationId xmlns:a16="http://schemas.microsoft.com/office/drawing/2014/main" id="{00590333-EA01-9064-897D-96C1460BA500}"/>
              </a:ext>
            </a:extLst>
          </p:cNvPr>
          <p:cNvSpPr txBox="1"/>
          <p:nvPr/>
        </p:nvSpPr>
        <p:spPr>
          <a:xfrm>
            <a:off x="7157158" y="1522145"/>
            <a:ext cx="570089" cy="230832"/>
          </a:xfrm>
          <a:prstGeom prst="rect">
            <a:avLst/>
          </a:prstGeom>
          <a:noFill/>
        </p:spPr>
        <p:txBody>
          <a:bodyPr wrap="square" rtlCol="0">
            <a:spAutoFit/>
          </a:bodyPr>
          <a:lstStyle/>
          <a:p>
            <a:pPr algn="ctr"/>
            <a:r>
              <a:rPr lang="en-US" sz="900" dirty="0"/>
              <a:t>57</a:t>
            </a:r>
          </a:p>
        </p:txBody>
      </p:sp>
      <p:sp>
        <p:nvSpPr>
          <p:cNvPr id="45" name="TextBox 44">
            <a:extLst>
              <a:ext uri="{FF2B5EF4-FFF2-40B4-BE49-F238E27FC236}">
                <a16:creationId xmlns:a16="http://schemas.microsoft.com/office/drawing/2014/main" id="{50A2A349-3744-2CDC-2666-5CF90784032F}"/>
              </a:ext>
            </a:extLst>
          </p:cNvPr>
          <p:cNvSpPr txBox="1"/>
          <p:nvPr/>
        </p:nvSpPr>
        <p:spPr>
          <a:xfrm>
            <a:off x="4143022" y="5028752"/>
            <a:ext cx="570089" cy="230832"/>
          </a:xfrm>
          <a:prstGeom prst="rect">
            <a:avLst/>
          </a:prstGeom>
          <a:noFill/>
        </p:spPr>
        <p:txBody>
          <a:bodyPr wrap="square" rtlCol="0">
            <a:spAutoFit/>
          </a:bodyPr>
          <a:lstStyle/>
          <a:p>
            <a:pPr algn="ctr"/>
            <a:r>
              <a:rPr lang="en-US" sz="900" dirty="0"/>
              <a:t>57</a:t>
            </a:r>
          </a:p>
        </p:txBody>
      </p:sp>
      <p:sp>
        <p:nvSpPr>
          <p:cNvPr id="50" name="TextBox 49">
            <a:extLst>
              <a:ext uri="{FF2B5EF4-FFF2-40B4-BE49-F238E27FC236}">
                <a16:creationId xmlns:a16="http://schemas.microsoft.com/office/drawing/2014/main" id="{1442BA3F-3C33-D7F7-43BB-7343B2C65946}"/>
              </a:ext>
            </a:extLst>
          </p:cNvPr>
          <p:cNvSpPr txBox="1"/>
          <p:nvPr/>
        </p:nvSpPr>
        <p:spPr>
          <a:xfrm>
            <a:off x="6152446" y="1402877"/>
            <a:ext cx="570089" cy="230832"/>
          </a:xfrm>
          <a:prstGeom prst="rect">
            <a:avLst/>
          </a:prstGeom>
          <a:noFill/>
        </p:spPr>
        <p:txBody>
          <a:bodyPr wrap="square" rtlCol="0">
            <a:spAutoFit/>
          </a:bodyPr>
          <a:lstStyle/>
          <a:p>
            <a:pPr algn="ctr"/>
            <a:r>
              <a:rPr lang="en-US" sz="900" dirty="0"/>
              <a:t>5678</a:t>
            </a:r>
          </a:p>
        </p:txBody>
      </p:sp>
      <p:sp>
        <p:nvSpPr>
          <p:cNvPr id="51" name="TextBox 50">
            <a:extLst>
              <a:ext uri="{FF2B5EF4-FFF2-40B4-BE49-F238E27FC236}">
                <a16:creationId xmlns:a16="http://schemas.microsoft.com/office/drawing/2014/main" id="{AFFA4753-0F17-5B30-5D47-75BC27D150DD}"/>
              </a:ext>
            </a:extLst>
          </p:cNvPr>
          <p:cNvSpPr txBox="1"/>
          <p:nvPr/>
        </p:nvSpPr>
        <p:spPr>
          <a:xfrm>
            <a:off x="3138310" y="4408541"/>
            <a:ext cx="570089" cy="230832"/>
          </a:xfrm>
          <a:prstGeom prst="rect">
            <a:avLst/>
          </a:prstGeom>
          <a:noFill/>
        </p:spPr>
        <p:txBody>
          <a:bodyPr wrap="square" rtlCol="0">
            <a:spAutoFit/>
          </a:bodyPr>
          <a:lstStyle/>
          <a:p>
            <a:pPr algn="ctr"/>
            <a:r>
              <a:rPr lang="en-US" sz="900" dirty="0"/>
              <a:t>5678</a:t>
            </a:r>
          </a:p>
        </p:txBody>
      </p:sp>
      <p:sp>
        <p:nvSpPr>
          <p:cNvPr id="52" name="TextBox 51">
            <a:extLst>
              <a:ext uri="{FF2B5EF4-FFF2-40B4-BE49-F238E27FC236}">
                <a16:creationId xmlns:a16="http://schemas.microsoft.com/office/drawing/2014/main" id="{67194ED3-3108-AA30-2E29-8775F536052D}"/>
              </a:ext>
            </a:extLst>
          </p:cNvPr>
          <p:cNvSpPr txBox="1"/>
          <p:nvPr/>
        </p:nvSpPr>
        <p:spPr>
          <a:xfrm>
            <a:off x="3640666" y="3406653"/>
            <a:ext cx="570089" cy="230832"/>
          </a:xfrm>
          <a:prstGeom prst="rect">
            <a:avLst/>
          </a:prstGeom>
          <a:noFill/>
        </p:spPr>
        <p:txBody>
          <a:bodyPr wrap="square" rtlCol="0">
            <a:spAutoFit/>
          </a:bodyPr>
          <a:lstStyle/>
          <a:p>
            <a:pPr algn="ctr"/>
            <a:r>
              <a:rPr lang="en-US" sz="900" dirty="0"/>
              <a:t>2357</a:t>
            </a:r>
          </a:p>
        </p:txBody>
      </p:sp>
      <p:sp>
        <p:nvSpPr>
          <p:cNvPr id="53" name="TextBox 52">
            <a:extLst>
              <a:ext uri="{FF2B5EF4-FFF2-40B4-BE49-F238E27FC236}">
                <a16:creationId xmlns:a16="http://schemas.microsoft.com/office/drawing/2014/main" id="{379BC333-0B0D-252F-93E2-62420885A765}"/>
              </a:ext>
            </a:extLst>
          </p:cNvPr>
          <p:cNvSpPr txBox="1"/>
          <p:nvPr/>
        </p:nvSpPr>
        <p:spPr>
          <a:xfrm>
            <a:off x="3640666" y="4026865"/>
            <a:ext cx="570089" cy="230832"/>
          </a:xfrm>
          <a:prstGeom prst="rect">
            <a:avLst/>
          </a:prstGeom>
          <a:noFill/>
        </p:spPr>
        <p:txBody>
          <a:bodyPr wrap="square" rtlCol="0">
            <a:spAutoFit/>
          </a:bodyPr>
          <a:lstStyle/>
          <a:p>
            <a:pPr algn="ctr"/>
            <a:r>
              <a:rPr lang="en-US" sz="900" dirty="0"/>
              <a:t>5678</a:t>
            </a:r>
          </a:p>
        </p:txBody>
      </p:sp>
      <p:sp>
        <p:nvSpPr>
          <p:cNvPr id="54" name="TextBox 53">
            <a:extLst>
              <a:ext uri="{FF2B5EF4-FFF2-40B4-BE49-F238E27FC236}">
                <a16:creationId xmlns:a16="http://schemas.microsoft.com/office/drawing/2014/main" id="{BEBC9BE4-FB53-79AD-B851-4B02F2E37ABC}"/>
              </a:ext>
            </a:extLst>
          </p:cNvPr>
          <p:cNvSpPr txBox="1"/>
          <p:nvPr/>
        </p:nvSpPr>
        <p:spPr>
          <a:xfrm>
            <a:off x="3138310" y="3788329"/>
            <a:ext cx="570089" cy="230832"/>
          </a:xfrm>
          <a:prstGeom prst="rect">
            <a:avLst/>
          </a:prstGeom>
          <a:noFill/>
        </p:spPr>
        <p:txBody>
          <a:bodyPr wrap="square" rtlCol="0">
            <a:spAutoFit/>
          </a:bodyPr>
          <a:lstStyle/>
          <a:p>
            <a:pPr algn="ctr"/>
            <a:r>
              <a:rPr lang="en-US" sz="900" dirty="0"/>
              <a:t>15678</a:t>
            </a:r>
          </a:p>
        </p:txBody>
      </p:sp>
      <p:sp>
        <p:nvSpPr>
          <p:cNvPr id="55" name="TextBox 54">
            <a:extLst>
              <a:ext uri="{FF2B5EF4-FFF2-40B4-BE49-F238E27FC236}">
                <a16:creationId xmlns:a16="http://schemas.microsoft.com/office/drawing/2014/main" id="{0E42CD25-2A06-2CCA-D032-DE9CDCA11675}"/>
              </a:ext>
            </a:extLst>
          </p:cNvPr>
          <p:cNvSpPr txBox="1"/>
          <p:nvPr/>
        </p:nvSpPr>
        <p:spPr>
          <a:xfrm>
            <a:off x="6152446" y="2023089"/>
            <a:ext cx="570089" cy="230832"/>
          </a:xfrm>
          <a:prstGeom prst="rect">
            <a:avLst/>
          </a:prstGeom>
          <a:noFill/>
        </p:spPr>
        <p:txBody>
          <a:bodyPr wrap="square" rtlCol="0">
            <a:spAutoFit/>
          </a:bodyPr>
          <a:lstStyle/>
          <a:p>
            <a:pPr algn="ctr"/>
            <a:r>
              <a:rPr lang="en-US" sz="900" dirty="0"/>
              <a:t>15678</a:t>
            </a:r>
          </a:p>
        </p:txBody>
      </p:sp>
      <p:sp>
        <p:nvSpPr>
          <p:cNvPr id="56" name="TextBox 55">
            <a:extLst>
              <a:ext uri="{FF2B5EF4-FFF2-40B4-BE49-F238E27FC236}">
                <a16:creationId xmlns:a16="http://schemas.microsoft.com/office/drawing/2014/main" id="{62B11F0D-AD25-1BE0-2B05-18157E9C2C40}"/>
              </a:ext>
            </a:extLst>
          </p:cNvPr>
          <p:cNvSpPr txBox="1"/>
          <p:nvPr/>
        </p:nvSpPr>
        <p:spPr>
          <a:xfrm>
            <a:off x="6654802" y="1784553"/>
            <a:ext cx="570089" cy="230832"/>
          </a:xfrm>
          <a:prstGeom prst="rect">
            <a:avLst/>
          </a:prstGeom>
          <a:noFill/>
        </p:spPr>
        <p:txBody>
          <a:bodyPr wrap="square" rtlCol="0">
            <a:spAutoFit/>
          </a:bodyPr>
          <a:lstStyle/>
          <a:p>
            <a:pPr algn="ctr"/>
            <a:r>
              <a:rPr lang="en-US" sz="900" dirty="0"/>
              <a:t>5678</a:t>
            </a:r>
          </a:p>
        </p:txBody>
      </p:sp>
      <p:sp>
        <p:nvSpPr>
          <p:cNvPr id="57" name="TextBox 56">
            <a:extLst>
              <a:ext uri="{FF2B5EF4-FFF2-40B4-BE49-F238E27FC236}">
                <a16:creationId xmlns:a16="http://schemas.microsoft.com/office/drawing/2014/main" id="{35315693-0A93-5B65-85F2-A9985038EE37}"/>
              </a:ext>
            </a:extLst>
          </p:cNvPr>
          <p:cNvSpPr txBox="1"/>
          <p:nvPr/>
        </p:nvSpPr>
        <p:spPr>
          <a:xfrm>
            <a:off x="6654802" y="2524033"/>
            <a:ext cx="570089" cy="230832"/>
          </a:xfrm>
          <a:prstGeom prst="rect">
            <a:avLst/>
          </a:prstGeom>
          <a:noFill/>
        </p:spPr>
        <p:txBody>
          <a:bodyPr wrap="square" rtlCol="0">
            <a:spAutoFit/>
          </a:bodyPr>
          <a:lstStyle/>
          <a:p>
            <a:pPr algn="ctr"/>
            <a:r>
              <a:rPr lang="en-US" sz="900" dirty="0"/>
              <a:t>2357</a:t>
            </a:r>
          </a:p>
        </p:txBody>
      </p:sp>
      <p:sp>
        <p:nvSpPr>
          <p:cNvPr id="58" name="TextBox 57">
            <a:extLst>
              <a:ext uri="{FF2B5EF4-FFF2-40B4-BE49-F238E27FC236}">
                <a16:creationId xmlns:a16="http://schemas.microsoft.com/office/drawing/2014/main" id="{22587B2B-913D-D1BF-85F6-0724182ED580}"/>
              </a:ext>
            </a:extLst>
          </p:cNvPr>
          <p:cNvSpPr txBox="1"/>
          <p:nvPr/>
        </p:nvSpPr>
        <p:spPr>
          <a:xfrm>
            <a:off x="4143022" y="1903821"/>
            <a:ext cx="570089" cy="230832"/>
          </a:xfrm>
          <a:prstGeom prst="rect">
            <a:avLst/>
          </a:prstGeom>
          <a:noFill/>
        </p:spPr>
        <p:txBody>
          <a:bodyPr wrap="square" rtlCol="0">
            <a:spAutoFit/>
          </a:bodyPr>
          <a:lstStyle/>
          <a:p>
            <a:pPr algn="ctr"/>
            <a:r>
              <a:rPr lang="en-US" sz="900" dirty="0"/>
              <a:t>75</a:t>
            </a:r>
          </a:p>
        </p:txBody>
      </p:sp>
      <p:sp>
        <p:nvSpPr>
          <p:cNvPr id="59" name="TextBox 58">
            <a:extLst>
              <a:ext uri="{FF2B5EF4-FFF2-40B4-BE49-F238E27FC236}">
                <a16:creationId xmlns:a16="http://schemas.microsoft.com/office/drawing/2014/main" id="{77D877B6-D1C8-7649-3088-91C9AEB85705}"/>
              </a:ext>
            </a:extLst>
          </p:cNvPr>
          <p:cNvSpPr txBox="1"/>
          <p:nvPr/>
        </p:nvSpPr>
        <p:spPr>
          <a:xfrm>
            <a:off x="3640666" y="2404765"/>
            <a:ext cx="570089" cy="230832"/>
          </a:xfrm>
          <a:prstGeom prst="rect">
            <a:avLst/>
          </a:prstGeom>
          <a:noFill/>
        </p:spPr>
        <p:txBody>
          <a:bodyPr wrap="square" rtlCol="0">
            <a:spAutoFit/>
          </a:bodyPr>
          <a:lstStyle/>
          <a:p>
            <a:pPr algn="ctr"/>
            <a:r>
              <a:rPr lang="en-US" sz="900" dirty="0"/>
              <a:t>2357</a:t>
            </a:r>
          </a:p>
        </p:txBody>
      </p:sp>
      <p:sp>
        <p:nvSpPr>
          <p:cNvPr id="62" name="TextBox 61">
            <a:extLst>
              <a:ext uri="{FF2B5EF4-FFF2-40B4-BE49-F238E27FC236}">
                <a16:creationId xmlns:a16="http://schemas.microsoft.com/office/drawing/2014/main" id="{B7E7151B-285F-477B-FC26-B9D774CBBFA4}"/>
              </a:ext>
            </a:extLst>
          </p:cNvPr>
          <p:cNvSpPr txBox="1"/>
          <p:nvPr/>
        </p:nvSpPr>
        <p:spPr>
          <a:xfrm>
            <a:off x="6654802" y="2905709"/>
            <a:ext cx="570089" cy="230832"/>
          </a:xfrm>
          <a:prstGeom prst="rect">
            <a:avLst/>
          </a:prstGeom>
          <a:noFill/>
        </p:spPr>
        <p:txBody>
          <a:bodyPr wrap="square" rtlCol="0">
            <a:spAutoFit/>
          </a:bodyPr>
          <a:lstStyle/>
          <a:p>
            <a:pPr algn="ctr"/>
            <a:r>
              <a:rPr lang="en-US" sz="900" dirty="0"/>
              <a:t>2357</a:t>
            </a:r>
          </a:p>
        </p:txBody>
      </p:sp>
      <p:sp>
        <p:nvSpPr>
          <p:cNvPr id="63" name="TextBox 62">
            <a:extLst>
              <a:ext uri="{FF2B5EF4-FFF2-40B4-BE49-F238E27FC236}">
                <a16:creationId xmlns:a16="http://schemas.microsoft.com/office/drawing/2014/main" id="{9E9FCD33-8E3E-AE83-E407-F0F6CEEA0813}"/>
              </a:ext>
            </a:extLst>
          </p:cNvPr>
          <p:cNvSpPr txBox="1"/>
          <p:nvPr/>
        </p:nvSpPr>
        <p:spPr>
          <a:xfrm>
            <a:off x="7157158" y="3406653"/>
            <a:ext cx="570089" cy="230832"/>
          </a:xfrm>
          <a:prstGeom prst="rect">
            <a:avLst/>
          </a:prstGeom>
          <a:noFill/>
        </p:spPr>
        <p:txBody>
          <a:bodyPr wrap="square" rtlCol="0">
            <a:spAutoFit/>
          </a:bodyPr>
          <a:lstStyle/>
          <a:p>
            <a:pPr algn="ctr"/>
            <a:r>
              <a:rPr lang="en-US" sz="900" dirty="0"/>
              <a:t>75</a:t>
            </a:r>
          </a:p>
        </p:txBody>
      </p:sp>
      <p:sp>
        <p:nvSpPr>
          <p:cNvPr id="66" name="TextBox 65">
            <a:extLst>
              <a:ext uri="{FF2B5EF4-FFF2-40B4-BE49-F238E27FC236}">
                <a16:creationId xmlns:a16="http://schemas.microsoft.com/office/drawing/2014/main" id="{61855153-F5A0-AC5E-8B2C-DA08CC84B9BE}"/>
              </a:ext>
            </a:extLst>
          </p:cNvPr>
          <p:cNvSpPr txBox="1"/>
          <p:nvPr/>
        </p:nvSpPr>
        <p:spPr>
          <a:xfrm>
            <a:off x="5147734" y="2524033"/>
            <a:ext cx="570089" cy="230832"/>
          </a:xfrm>
          <a:prstGeom prst="rect">
            <a:avLst/>
          </a:prstGeom>
          <a:noFill/>
        </p:spPr>
        <p:txBody>
          <a:bodyPr wrap="square" rtlCol="0">
            <a:spAutoFit/>
          </a:bodyPr>
          <a:lstStyle/>
          <a:p>
            <a:pPr algn="ctr"/>
            <a:r>
              <a:rPr lang="en-US" sz="900" dirty="0"/>
              <a:t>2567</a:t>
            </a:r>
          </a:p>
        </p:txBody>
      </p:sp>
      <p:sp>
        <p:nvSpPr>
          <p:cNvPr id="68" name="TextBox 67">
            <a:extLst>
              <a:ext uri="{FF2B5EF4-FFF2-40B4-BE49-F238E27FC236}">
                <a16:creationId xmlns:a16="http://schemas.microsoft.com/office/drawing/2014/main" id="{AEADAD6F-37A0-97A3-99F3-62B80F1A2DD5}"/>
              </a:ext>
            </a:extLst>
          </p:cNvPr>
          <p:cNvSpPr txBox="1"/>
          <p:nvPr/>
        </p:nvSpPr>
        <p:spPr>
          <a:xfrm>
            <a:off x="6654802" y="4527809"/>
            <a:ext cx="570089" cy="230832"/>
          </a:xfrm>
          <a:prstGeom prst="rect">
            <a:avLst/>
          </a:prstGeom>
          <a:noFill/>
        </p:spPr>
        <p:txBody>
          <a:bodyPr wrap="square" rtlCol="0">
            <a:spAutoFit/>
          </a:bodyPr>
          <a:lstStyle/>
          <a:p>
            <a:pPr algn="ctr"/>
            <a:r>
              <a:rPr lang="en-US" sz="900" dirty="0"/>
              <a:t>2567</a:t>
            </a:r>
          </a:p>
        </p:txBody>
      </p:sp>
      <p:sp>
        <p:nvSpPr>
          <p:cNvPr id="70" name="TextBox 69">
            <a:extLst>
              <a:ext uri="{FF2B5EF4-FFF2-40B4-BE49-F238E27FC236}">
                <a16:creationId xmlns:a16="http://schemas.microsoft.com/office/drawing/2014/main" id="{E17C4FA7-7AB5-FB37-7AE8-5A58E812BAE1}"/>
              </a:ext>
            </a:extLst>
          </p:cNvPr>
          <p:cNvSpPr txBox="1"/>
          <p:nvPr/>
        </p:nvSpPr>
        <p:spPr>
          <a:xfrm>
            <a:off x="5650090" y="2285497"/>
            <a:ext cx="570089" cy="230832"/>
          </a:xfrm>
          <a:prstGeom prst="rect">
            <a:avLst/>
          </a:prstGeom>
          <a:noFill/>
        </p:spPr>
        <p:txBody>
          <a:bodyPr wrap="square" rtlCol="0">
            <a:spAutoFit/>
          </a:bodyPr>
          <a:lstStyle/>
          <a:p>
            <a:pPr algn="ctr"/>
            <a:r>
              <a:rPr lang="en-US" sz="900" dirty="0"/>
              <a:t>2367</a:t>
            </a:r>
          </a:p>
        </p:txBody>
      </p:sp>
      <p:sp>
        <p:nvSpPr>
          <p:cNvPr id="71" name="TextBox 70">
            <a:extLst>
              <a:ext uri="{FF2B5EF4-FFF2-40B4-BE49-F238E27FC236}">
                <a16:creationId xmlns:a16="http://schemas.microsoft.com/office/drawing/2014/main" id="{0DCC5A2B-20B5-2567-3833-C3615652E0BD}"/>
              </a:ext>
            </a:extLst>
          </p:cNvPr>
          <p:cNvSpPr txBox="1"/>
          <p:nvPr/>
        </p:nvSpPr>
        <p:spPr>
          <a:xfrm>
            <a:off x="5147734" y="2905709"/>
            <a:ext cx="570089" cy="230832"/>
          </a:xfrm>
          <a:prstGeom prst="rect">
            <a:avLst/>
          </a:prstGeom>
          <a:noFill/>
        </p:spPr>
        <p:txBody>
          <a:bodyPr wrap="square" rtlCol="0">
            <a:spAutoFit/>
          </a:bodyPr>
          <a:lstStyle/>
          <a:p>
            <a:pPr algn="ctr"/>
            <a:r>
              <a:rPr lang="en-US" sz="900" dirty="0"/>
              <a:t>2578</a:t>
            </a:r>
          </a:p>
        </p:txBody>
      </p:sp>
      <p:sp>
        <p:nvSpPr>
          <p:cNvPr id="72" name="TextBox 71">
            <a:extLst>
              <a:ext uri="{FF2B5EF4-FFF2-40B4-BE49-F238E27FC236}">
                <a16:creationId xmlns:a16="http://schemas.microsoft.com/office/drawing/2014/main" id="{69EDE9F1-5C3E-B42D-B17F-FE13F6CFBBF3}"/>
              </a:ext>
            </a:extLst>
          </p:cNvPr>
          <p:cNvSpPr txBox="1"/>
          <p:nvPr/>
        </p:nvSpPr>
        <p:spPr>
          <a:xfrm>
            <a:off x="4645378" y="3525921"/>
            <a:ext cx="570089" cy="230832"/>
          </a:xfrm>
          <a:prstGeom prst="rect">
            <a:avLst/>
          </a:prstGeom>
          <a:noFill/>
        </p:spPr>
        <p:txBody>
          <a:bodyPr wrap="square" rtlCol="0">
            <a:spAutoFit/>
          </a:bodyPr>
          <a:lstStyle/>
          <a:p>
            <a:pPr algn="ctr"/>
            <a:r>
              <a:rPr lang="en-US" sz="900" dirty="0"/>
              <a:t>268</a:t>
            </a:r>
          </a:p>
        </p:txBody>
      </p:sp>
      <p:sp>
        <p:nvSpPr>
          <p:cNvPr id="74" name="TextBox 73">
            <a:extLst>
              <a:ext uri="{FF2B5EF4-FFF2-40B4-BE49-F238E27FC236}">
                <a16:creationId xmlns:a16="http://schemas.microsoft.com/office/drawing/2014/main" id="{392E4240-90C5-06E7-E160-3B82FF19A8DB}"/>
              </a:ext>
            </a:extLst>
          </p:cNvPr>
          <p:cNvSpPr txBox="1"/>
          <p:nvPr/>
        </p:nvSpPr>
        <p:spPr>
          <a:xfrm>
            <a:off x="6152446" y="4527809"/>
            <a:ext cx="570089" cy="230832"/>
          </a:xfrm>
          <a:prstGeom prst="rect">
            <a:avLst/>
          </a:prstGeom>
          <a:noFill/>
        </p:spPr>
        <p:txBody>
          <a:bodyPr wrap="square" rtlCol="0">
            <a:spAutoFit/>
          </a:bodyPr>
          <a:lstStyle/>
          <a:p>
            <a:pPr algn="ctr"/>
            <a:r>
              <a:rPr lang="en-US" sz="900" dirty="0"/>
              <a:t>2578</a:t>
            </a:r>
          </a:p>
        </p:txBody>
      </p:sp>
      <p:sp>
        <p:nvSpPr>
          <p:cNvPr id="75" name="TextBox 74">
            <a:extLst>
              <a:ext uri="{FF2B5EF4-FFF2-40B4-BE49-F238E27FC236}">
                <a16:creationId xmlns:a16="http://schemas.microsoft.com/office/drawing/2014/main" id="{FE5A1608-085C-06FF-5B3F-5DC483CFEA11}"/>
              </a:ext>
            </a:extLst>
          </p:cNvPr>
          <p:cNvSpPr txBox="1"/>
          <p:nvPr/>
        </p:nvSpPr>
        <p:spPr>
          <a:xfrm>
            <a:off x="6654802" y="3788329"/>
            <a:ext cx="570089" cy="230832"/>
          </a:xfrm>
          <a:prstGeom prst="rect">
            <a:avLst/>
          </a:prstGeom>
          <a:noFill/>
        </p:spPr>
        <p:txBody>
          <a:bodyPr wrap="square" rtlCol="0">
            <a:spAutoFit/>
          </a:bodyPr>
          <a:lstStyle/>
          <a:p>
            <a:pPr algn="ctr"/>
            <a:r>
              <a:rPr lang="en-US" sz="900" dirty="0"/>
              <a:t>2367</a:t>
            </a:r>
          </a:p>
        </p:txBody>
      </p:sp>
      <p:sp>
        <p:nvSpPr>
          <p:cNvPr id="76" name="TextBox 75">
            <a:extLst>
              <a:ext uri="{FF2B5EF4-FFF2-40B4-BE49-F238E27FC236}">
                <a16:creationId xmlns:a16="http://schemas.microsoft.com/office/drawing/2014/main" id="{4DA7CACA-3ED6-6428-450C-EDF014E8D7C7}"/>
              </a:ext>
            </a:extLst>
          </p:cNvPr>
          <p:cNvSpPr txBox="1"/>
          <p:nvPr/>
        </p:nvSpPr>
        <p:spPr>
          <a:xfrm>
            <a:off x="5650090" y="4527809"/>
            <a:ext cx="570089" cy="230832"/>
          </a:xfrm>
          <a:prstGeom prst="rect">
            <a:avLst/>
          </a:prstGeom>
          <a:noFill/>
        </p:spPr>
        <p:txBody>
          <a:bodyPr wrap="square" rtlCol="0">
            <a:spAutoFit/>
          </a:bodyPr>
          <a:lstStyle/>
          <a:p>
            <a:pPr algn="ctr"/>
            <a:r>
              <a:rPr lang="en-US" sz="900" dirty="0"/>
              <a:t>268</a:t>
            </a:r>
          </a:p>
        </p:txBody>
      </p:sp>
      <p:sp>
        <p:nvSpPr>
          <p:cNvPr id="73" name="TextBox 72">
            <a:extLst>
              <a:ext uri="{FF2B5EF4-FFF2-40B4-BE49-F238E27FC236}">
                <a16:creationId xmlns:a16="http://schemas.microsoft.com/office/drawing/2014/main" id="{D7A4D56F-9692-4EF4-9F78-14402070CB19}"/>
              </a:ext>
            </a:extLst>
          </p:cNvPr>
          <p:cNvSpPr txBox="1"/>
          <p:nvPr/>
        </p:nvSpPr>
        <p:spPr>
          <a:xfrm>
            <a:off x="5147734" y="3287385"/>
            <a:ext cx="570089" cy="230832"/>
          </a:xfrm>
          <a:prstGeom prst="rect">
            <a:avLst/>
          </a:prstGeom>
          <a:noFill/>
        </p:spPr>
        <p:txBody>
          <a:bodyPr wrap="square" rtlCol="0">
            <a:spAutoFit/>
          </a:bodyPr>
          <a:lstStyle/>
          <a:p>
            <a:pPr algn="ctr"/>
            <a:r>
              <a:rPr lang="en-US" sz="900" dirty="0"/>
              <a:t>235678</a:t>
            </a:r>
          </a:p>
        </p:txBody>
      </p:sp>
      <p:sp>
        <p:nvSpPr>
          <p:cNvPr id="78" name="TextBox 77">
            <a:extLst>
              <a:ext uri="{FF2B5EF4-FFF2-40B4-BE49-F238E27FC236}">
                <a16:creationId xmlns:a16="http://schemas.microsoft.com/office/drawing/2014/main" id="{DC18F124-BEC5-74F7-94DE-46D2A768F489}"/>
              </a:ext>
            </a:extLst>
          </p:cNvPr>
          <p:cNvSpPr txBox="1"/>
          <p:nvPr/>
        </p:nvSpPr>
        <p:spPr>
          <a:xfrm>
            <a:off x="6152446" y="3788329"/>
            <a:ext cx="570089" cy="230832"/>
          </a:xfrm>
          <a:prstGeom prst="rect">
            <a:avLst/>
          </a:prstGeom>
          <a:noFill/>
        </p:spPr>
        <p:txBody>
          <a:bodyPr wrap="square" rtlCol="0">
            <a:spAutoFit/>
          </a:bodyPr>
          <a:lstStyle/>
          <a:p>
            <a:pPr algn="ctr"/>
            <a:r>
              <a:rPr lang="en-US" sz="900" dirty="0"/>
              <a:t>235678</a:t>
            </a:r>
          </a:p>
        </p:txBody>
      </p:sp>
      <p:sp>
        <p:nvSpPr>
          <p:cNvPr id="79" name="TextBox 78">
            <a:extLst>
              <a:ext uri="{FF2B5EF4-FFF2-40B4-BE49-F238E27FC236}">
                <a16:creationId xmlns:a16="http://schemas.microsoft.com/office/drawing/2014/main" id="{7BF3BD1B-6086-C8EE-7AAF-BB054039B8AB}"/>
              </a:ext>
            </a:extLst>
          </p:cNvPr>
          <p:cNvSpPr txBox="1"/>
          <p:nvPr/>
        </p:nvSpPr>
        <p:spPr>
          <a:xfrm>
            <a:off x="6214537" y="3237891"/>
            <a:ext cx="462845" cy="584775"/>
          </a:xfrm>
          <a:prstGeom prst="rect">
            <a:avLst/>
          </a:prstGeom>
          <a:noFill/>
        </p:spPr>
        <p:txBody>
          <a:bodyPr wrap="square" rtlCol="0">
            <a:spAutoFit/>
          </a:bodyPr>
          <a:lstStyle/>
          <a:p>
            <a:pPr algn="ctr"/>
            <a:r>
              <a:rPr lang="en-US" sz="3200" dirty="0"/>
              <a:t>9</a:t>
            </a:r>
          </a:p>
        </p:txBody>
      </p:sp>
      <p:sp>
        <p:nvSpPr>
          <p:cNvPr id="80" name="TextBox 79">
            <a:extLst>
              <a:ext uri="{FF2B5EF4-FFF2-40B4-BE49-F238E27FC236}">
                <a16:creationId xmlns:a16="http://schemas.microsoft.com/office/drawing/2014/main" id="{D47CA131-B27B-B7FA-2D67-036D49B1F5AF}"/>
              </a:ext>
            </a:extLst>
          </p:cNvPr>
          <p:cNvSpPr txBox="1"/>
          <p:nvPr/>
        </p:nvSpPr>
        <p:spPr>
          <a:xfrm>
            <a:off x="6152446" y="901933"/>
            <a:ext cx="570089" cy="230832"/>
          </a:xfrm>
          <a:prstGeom prst="rect">
            <a:avLst/>
          </a:prstGeom>
          <a:noFill/>
        </p:spPr>
        <p:txBody>
          <a:bodyPr wrap="square" rtlCol="0">
            <a:spAutoFit/>
          </a:bodyPr>
          <a:lstStyle/>
          <a:p>
            <a:pPr algn="ctr"/>
            <a:r>
              <a:rPr lang="en-US" sz="900" dirty="0"/>
              <a:t>18</a:t>
            </a:r>
          </a:p>
        </p:txBody>
      </p:sp>
      <p:sp>
        <p:nvSpPr>
          <p:cNvPr id="81" name="TextBox 80">
            <a:extLst>
              <a:ext uri="{FF2B5EF4-FFF2-40B4-BE49-F238E27FC236}">
                <a16:creationId xmlns:a16="http://schemas.microsoft.com/office/drawing/2014/main" id="{BE99447E-5E4A-7818-1AA0-D80F8B977D48}"/>
              </a:ext>
            </a:extLst>
          </p:cNvPr>
          <p:cNvSpPr txBox="1"/>
          <p:nvPr/>
        </p:nvSpPr>
        <p:spPr>
          <a:xfrm>
            <a:off x="4143022" y="3907597"/>
            <a:ext cx="570089" cy="230832"/>
          </a:xfrm>
          <a:prstGeom prst="rect">
            <a:avLst/>
          </a:prstGeom>
          <a:noFill/>
        </p:spPr>
        <p:txBody>
          <a:bodyPr wrap="square" rtlCol="0">
            <a:spAutoFit/>
          </a:bodyPr>
          <a:lstStyle/>
          <a:p>
            <a:pPr algn="ctr"/>
            <a:r>
              <a:rPr lang="en-US" sz="900" dirty="0"/>
              <a:t>28</a:t>
            </a:r>
          </a:p>
        </p:txBody>
      </p:sp>
      <p:sp>
        <p:nvSpPr>
          <p:cNvPr id="82" name="TextBox 81">
            <a:extLst>
              <a:ext uri="{FF2B5EF4-FFF2-40B4-BE49-F238E27FC236}">
                <a16:creationId xmlns:a16="http://schemas.microsoft.com/office/drawing/2014/main" id="{CB34F404-CA82-50AD-0899-94E2E0028481}"/>
              </a:ext>
            </a:extLst>
          </p:cNvPr>
          <p:cNvSpPr txBox="1"/>
          <p:nvPr/>
        </p:nvSpPr>
        <p:spPr>
          <a:xfrm>
            <a:off x="3640666" y="4408541"/>
            <a:ext cx="570089" cy="230832"/>
          </a:xfrm>
          <a:prstGeom prst="rect">
            <a:avLst/>
          </a:prstGeom>
          <a:noFill/>
        </p:spPr>
        <p:txBody>
          <a:bodyPr wrap="square" rtlCol="0">
            <a:spAutoFit/>
          </a:bodyPr>
          <a:lstStyle/>
          <a:p>
            <a:pPr algn="ctr"/>
            <a:r>
              <a:rPr lang="en-US" sz="900" dirty="0"/>
              <a:t>128</a:t>
            </a:r>
          </a:p>
        </p:txBody>
      </p:sp>
      <p:sp>
        <p:nvSpPr>
          <p:cNvPr id="48" name="TextBox 47">
            <a:extLst>
              <a:ext uri="{FF2B5EF4-FFF2-40B4-BE49-F238E27FC236}">
                <a16:creationId xmlns:a16="http://schemas.microsoft.com/office/drawing/2014/main" id="{0141F2A4-76E1-ADC6-9A1D-BF6C76F166C1}"/>
              </a:ext>
            </a:extLst>
          </p:cNvPr>
          <p:cNvSpPr txBox="1"/>
          <p:nvPr/>
        </p:nvSpPr>
        <p:spPr>
          <a:xfrm>
            <a:off x="3716867" y="1727886"/>
            <a:ext cx="462845" cy="584775"/>
          </a:xfrm>
          <a:prstGeom prst="rect">
            <a:avLst/>
          </a:prstGeom>
          <a:noFill/>
        </p:spPr>
        <p:txBody>
          <a:bodyPr wrap="square" rtlCol="0">
            <a:spAutoFit/>
          </a:bodyPr>
          <a:lstStyle/>
          <a:p>
            <a:pPr algn="ctr"/>
            <a:r>
              <a:rPr lang="en-US" sz="3200" dirty="0"/>
              <a:t>4</a:t>
            </a:r>
          </a:p>
        </p:txBody>
      </p:sp>
      <p:sp>
        <p:nvSpPr>
          <p:cNvPr id="49" name="TextBox 48">
            <a:extLst>
              <a:ext uri="{FF2B5EF4-FFF2-40B4-BE49-F238E27FC236}">
                <a16:creationId xmlns:a16="http://schemas.microsoft.com/office/drawing/2014/main" id="{A04BC548-AE41-9C56-F91B-53AEDD0D8262}"/>
              </a:ext>
            </a:extLst>
          </p:cNvPr>
          <p:cNvSpPr txBox="1"/>
          <p:nvPr/>
        </p:nvSpPr>
        <p:spPr>
          <a:xfrm>
            <a:off x="5715003" y="3237891"/>
            <a:ext cx="462845" cy="584775"/>
          </a:xfrm>
          <a:prstGeom prst="rect">
            <a:avLst/>
          </a:prstGeom>
          <a:noFill/>
        </p:spPr>
        <p:txBody>
          <a:bodyPr wrap="square" rtlCol="0">
            <a:spAutoFit/>
          </a:bodyPr>
          <a:lstStyle/>
          <a:p>
            <a:pPr algn="ctr"/>
            <a:r>
              <a:rPr lang="en-US" sz="3200" dirty="0"/>
              <a:t>4</a:t>
            </a:r>
          </a:p>
        </p:txBody>
      </p:sp>
      <p:sp>
        <p:nvSpPr>
          <p:cNvPr id="46" name="TextBox 45">
            <a:extLst>
              <a:ext uri="{FF2B5EF4-FFF2-40B4-BE49-F238E27FC236}">
                <a16:creationId xmlns:a16="http://schemas.microsoft.com/office/drawing/2014/main" id="{3B1E6344-C1C1-D440-9172-1E4EBA67B2AD}"/>
              </a:ext>
            </a:extLst>
          </p:cNvPr>
          <p:cNvSpPr txBox="1"/>
          <p:nvPr/>
        </p:nvSpPr>
        <p:spPr>
          <a:xfrm>
            <a:off x="3217333" y="721216"/>
            <a:ext cx="462845" cy="584775"/>
          </a:xfrm>
          <a:prstGeom prst="rect">
            <a:avLst/>
          </a:prstGeom>
          <a:noFill/>
        </p:spPr>
        <p:txBody>
          <a:bodyPr wrap="square" rtlCol="0">
            <a:spAutoFit/>
          </a:bodyPr>
          <a:lstStyle/>
          <a:p>
            <a:pPr algn="ctr"/>
            <a:r>
              <a:rPr lang="en-US" sz="3200" dirty="0"/>
              <a:t>9</a:t>
            </a:r>
          </a:p>
        </p:txBody>
      </p:sp>
      <p:sp>
        <p:nvSpPr>
          <p:cNvPr id="47" name="TextBox 46">
            <a:extLst>
              <a:ext uri="{FF2B5EF4-FFF2-40B4-BE49-F238E27FC236}">
                <a16:creationId xmlns:a16="http://schemas.microsoft.com/office/drawing/2014/main" id="{CB556942-9F80-7060-4D75-11EC4E25EC92}"/>
              </a:ext>
            </a:extLst>
          </p:cNvPr>
          <p:cNvSpPr txBox="1"/>
          <p:nvPr/>
        </p:nvSpPr>
        <p:spPr>
          <a:xfrm>
            <a:off x="7213604" y="4747898"/>
            <a:ext cx="462845" cy="584775"/>
          </a:xfrm>
          <a:prstGeom prst="rect">
            <a:avLst/>
          </a:prstGeom>
          <a:noFill/>
        </p:spPr>
        <p:txBody>
          <a:bodyPr wrap="square" rtlCol="0">
            <a:spAutoFit/>
          </a:bodyPr>
          <a:lstStyle/>
          <a:p>
            <a:pPr algn="ctr"/>
            <a:r>
              <a:rPr lang="en-US" sz="3200" dirty="0"/>
              <a:t>1</a:t>
            </a:r>
          </a:p>
        </p:txBody>
      </p:sp>
      <p:sp>
        <p:nvSpPr>
          <p:cNvPr id="60" name="TextBox 59">
            <a:extLst>
              <a:ext uri="{FF2B5EF4-FFF2-40B4-BE49-F238E27FC236}">
                <a16:creationId xmlns:a16="http://schemas.microsoft.com/office/drawing/2014/main" id="{76A7240B-0DFB-7575-7DE8-4489FA90EF2E}"/>
              </a:ext>
            </a:extLst>
          </p:cNvPr>
          <p:cNvSpPr txBox="1"/>
          <p:nvPr/>
        </p:nvSpPr>
        <p:spPr>
          <a:xfrm>
            <a:off x="7213604" y="2734556"/>
            <a:ext cx="462845" cy="584775"/>
          </a:xfrm>
          <a:prstGeom prst="rect">
            <a:avLst/>
          </a:prstGeom>
          <a:noFill/>
        </p:spPr>
        <p:txBody>
          <a:bodyPr wrap="square" rtlCol="0">
            <a:spAutoFit/>
          </a:bodyPr>
          <a:lstStyle/>
          <a:p>
            <a:pPr algn="ctr"/>
            <a:r>
              <a:rPr lang="en-US" sz="3200" dirty="0"/>
              <a:t>6</a:t>
            </a:r>
          </a:p>
        </p:txBody>
      </p:sp>
    </p:spTree>
    <p:extLst>
      <p:ext uri="{BB962C8B-B14F-4D97-AF65-F5344CB8AC3E}">
        <p14:creationId xmlns:p14="http://schemas.microsoft.com/office/powerpoint/2010/main" val="3917145932"/>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9830701-B2DD-1A98-94F4-6F2B76922DBA}"/>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B5EE4672-8B23-CA9A-81D3-A3BB7C07E144}"/>
              </a:ext>
            </a:extLst>
          </p:cNvPr>
          <p:cNvSpPr>
            <a:spLocks noGrp="1"/>
          </p:cNvSpPr>
          <p:nvPr>
            <p:ph sz="half" idx="1"/>
          </p:nvPr>
        </p:nvSpPr>
        <p:spPr/>
        <p:txBody>
          <a:bodyPr>
            <a:normAutofit/>
          </a:bodyPr>
          <a:lstStyle/>
          <a:p>
            <a:r>
              <a:rPr lang="en-US" dirty="0"/>
              <a:t>In the upper right block, the blue cells can’t be 5 or 7. They see both a yellow 75 and an orange 57 cell, and a 5 or 7 would veto both possibilities.</a:t>
            </a:r>
          </a:p>
        </p:txBody>
      </p:sp>
      <p:pic>
        <p:nvPicPr>
          <p:cNvPr id="4" name="Picture 3" descr="A grid of sudoku puzzle&#10;&#10;Description automatically generated">
            <a:extLst>
              <a:ext uri="{FF2B5EF4-FFF2-40B4-BE49-F238E27FC236}">
                <a16:creationId xmlns:a16="http://schemas.microsoft.com/office/drawing/2014/main" id="{4BB1604C-0228-9D06-0A25-3344DFCC72D5}"/>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BCB73C35-C0CA-EBEB-5810-E3ABCEB8312C}"/>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FDA59786-E262-DAD7-D833-A4CC0D6823A4}"/>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4436C400-19E9-F378-CD8D-751232E75B01}"/>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F2F090EB-F54C-A1CA-A579-562589C78455}"/>
              </a:ext>
            </a:extLst>
          </p:cNvPr>
          <p:cNvSpPr txBox="1"/>
          <p:nvPr/>
        </p:nvSpPr>
        <p:spPr>
          <a:xfrm>
            <a:off x="4715935" y="1224551"/>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8" name="TextBox 7">
            <a:extLst>
              <a:ext uri="{FF2B5EF4-FFF2-40B4-BE49-F238E27FC236}">
                <a16:creationId xmlns:a16="http://schemas.microsoft.com/office/drawing/2014/main" id="{9538EFE4-3C8B-E4AF-B123-26411291DB68}"/>
              </a:ext>
            </a:extLst>
          </p:cNvPr>
          <p:cNvSpPr txBox="1"/>
          <p:nvPr/>
        </p:nvSpPr>
        <p:spPr>
          <a:xfrm>
            <a:off x="6214537" y="122455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9" name="TextBox 8">
            <a:extLst>
              <a:ext uri="{FF2B5EF4-FFF2-40B4-BE49-F238E27FC236}">
                <a16:creationId xmlns:a16="http://schemas.microsoft.com/office/drawing/2014/main" id="{0A8C5470-BC9E-01AB-E939-2B24C6DF7266}"/>
              </a:ext>
            </a:extLst>
          </p:cNvPr>
          <p:cNvSpPr txBox="1"/>
          <p:nvPr/>
        </p:nvSpPr>
        <p:spPr>
          <a:xfrm>
            <a:off x="6714071" y="1224551"/>
            <a:ext cx="462845" cy="584775"/>
          </a:xfrm>
          <a:prstGeom prst="rect">
            <a:avLst/>
          </a:prstGeom>
          <a:solidFill>
            <a:srgbClr val="FFFF00">
              <a:alpha val="30000"/>
            </a:srgbClr>
          </a:solidFill>
        </p:spPr>
        <p:txBody>
          <a:bodyPr wrap="square" rtlCol="0">
            <a:spAutoFit/>
          </a:bodyPr>
          <a:lstStyle/>
          <a:p>
            <a:pPr algn="ctr"/>
            <a:r>
              <a:rPr lang="en-US" sz="3200" dirty="0"/>
              <a:t>9</a:t>
            </a:r>
          </a:p>
        </p:txBody>
      </p:sp>
      <p:sp>
        <p:nvSpPr>
          <p:cNvPr id="10" name="TextBox 9">
            <a:extLst>
              <a:ext uri="{FF2B5EF4-FFF2-40B4-BE49-F238E27FC236}">
                <a16:creationId xmlns:a16="http://schemas.microsoft.com/office/drawing/2014/main" id="{94EA1051-2006-03FD-9F35-68DA90FAB09E}"/>
              </a:ext>
            </a:extLst>
          </p:cNvPr>
          <p:cNvSpPr txBox="1"/>
          <p:nvPr/>
        </p:nvSpPr>
        <p:spPr>
          <a:xfrm>
            <a:off x="7213604" y="122455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11" name="TextBox 10">
            <a:extLst>
              <a:ext uri="{FF2B5EF4-FFF2-40B4-BE49-F238E27FC236}">
                <a16:creationId xmlns:a16="http://schemas.microsoft.com/office/drawing/2014/main" id="{E33A076D-0366-D6BA-992E-CADE776C94FA}"/>
              </a:ext>
            </a:extLst>
          </p:cNvPr>
          <p:cNvSpPr txBox="1"/>
          <p:nvPr/>
        </p:nvSpPr>
        <p:spPr>
          <a:xfrm>
            <a:off x="6714071" y="721216"/>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12" name="TextBox 11">
            <a:extLst>
              <a:ext uri="{FF2B5EF4-FFF2-40B4-BE49-F238E27FC236}">
                <a16:creationId xmlns:a16="http://schemas.microsoft.com/office/drawing/2014/main" id="{2DD6009A-9A3C-8444-7334-DAAA13AC22A1}"/>
              </a:ext>
            </a:extLst>
          </p:cNvPr>
          <p:cNvSpPr txBox="1"/>
          <p:nvPr/>
        </p:nvSpPr>
        <p:spPr>
          <a:xfrm>
            <a:off x="7213604" y="721216"/>
            <a:ext cx="462845" cy="584775"/>
          </a:xfrm>
          <a:prstGeom prst="rect">
            <a:avLst/>
          </a:prstGeom>
          <a:solidFill>
            <a:srgbClr val="FF0000">
              <a:alpha val="30000"/>
            </a:srgbClr>
          </a:solidFill>
        </p:spPr>
        <p:txBody>
          <a:bodyPr wrap="square" rtlCol="0">
            <a:spAutoFit/>
          </a:bodyPr>
          <a:lstStyle/>
          <a:p>
            <a:pPr algn="ctr"/>
            <a:r>
              <a:rPr lang="en-US" sz="3200" dirty="0"/>
              <a:t>3</a:t>
            </a:r>
          </a:p>
        </p:txBody>
      </p:sp>
      <p:sp>
        <p:nvSpPr>
          <p:cNvPr id="13" name="TextBox 12">
            <a:extLst>
              <a:ext uri="{FF2B5EF4-FFF2-40B4-BE49-F238E27FC236}">
                <a16:creationId xmlns:a16="http://schemas.microsoft.com/office/drawing/2014/main" id="{FC22F541-2491-63F5-159D-97B7582D5AC2}"/>
              </a:ext>
            </a:extLst>
          </p:cNvPr>
          <p:cNvSpPr txBox="1"/>
          <p:nvPr/>
        </p:nvSpPr>
        <p:spPr>
          <a:xfrm>
            <a:off x="4216401" y="1727886"/>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14" name="TextBox 13">
            <a:extLst>
              <a:ext uri="{FF2B5EF4-FFF2-40B4-BE49-F238E27FC236}">
                <a16:creationId xmlns:a16="http://schemas.microsoft.com/office/drawing/2014/main" id="{6C6459A4-A18F-C91E-A290-99CC554D9FF5}"/>
              </a:ext>
            </a:extLst>
          </p:cNvPr>
          <p:cNvSpPr txBox="1"/>
          <p:nvPr/>
        </p:nvSpPr>
        <p:spPr>
          <a:xfrm>
            <a:off x="5215469" y="1727886"/>
            <a:ext cx="462845" cy="584775"/>
          </a:xfrm>
          <a:prstGeom prst="rect">
            <a:avLst/>
          </a:prstGeom>
          <a:solidFill>
            <a:srgbClr val="00B050">
              <a:alpha val="40000"/>
            </a:srgbClr>
          </a:solidFill>
        </p:spPr>
        <p:txBody>
          <a:bodyPr wrap="square" rtlCol="0">
            <a:spAutoFit/>
          </a:bodyPr>
          <a:lstStyle/>
          <a:p>
            <a:pPr algn="ctr"/>
            <a:r>
              <a:rPr lang="en-US" sz="3200" dirty="0"/>
              <a:t>9</a:t>
            </a:r>
          </a:p>
        </p:txBody>
      </p:sp>
      <p:sp>
        <p:nvSpPr>
          <p:cNvPr id="15" name="TextBox 14">
            <a:extLst>
              <a:ext uri="{FF2B5EF4-FFF2-40B4-BE49-F238E27FC236}">
                <a16:creationId xmlns:a16="http://schemas.microsoft.com/office/drawing/2014/main" id="{0FCDA8E0-4EF9-EBE7-E265-8D35EFC971C2}"/>
              </a:ext>
            </a:extLst>
          </p:cNvPr>
          <p:cNvSpPr txBox="1"/>
          <p:nvPr/>
        </p:nvSpPr>
        <p:spPr>
          <a:xfrm>
            <a:off x="6214537" y="1727886"/>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16" name="TextBox 15">
            <a:extLst>
              <a:ext uri="{FF2B5EF4-FFF2-40B4-BE49-F238E27FC236}">
                <a16:creationId xmlns:a16="http://schemas.microsoft.com/office/drawing/2014/main" id="{49B5BF52-789F-CC64-E6A2-E2A1E0B72E33}"/>
              </a:ext>
            </a:extLst>
          </p:cNvPr>
          <p:cNvSpPr txBox="1"/>
          <p:nvPr/>
        </p:nvSpPr>
        <p:spPr>
          <a:xfrm>
            <a:off x="6714071" y="172788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17" name="TextBox 16">
            <a:extLst>
              <a:ext uri="{FF2B5EF4-FFF2-40B4-BE49-F238E27FC236}">
                <a16:creationId xmlns:a16="http://schemas.microsoft.com/office/drawing/2014/main" id="{086E2449-6AF4-8650-9B3D-20FFA48E157C}"/>
              </a:ext>
            </a:extLst>
          </p:cNvPr>
          <p:cNvSpPr txBox="1"/>
          <p:nvPr/>
        </p:nvSpPr>
        <p:spPr>
          <a:xfrm>
            <a:off x="3716867" y="223122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18" name="TextBox 17">
            <a:extLst>
              <a:ext uri="{FF2B5EF4-FFF2-40B4-BE49-F238E27FC236}">
                <a16:creationId xmlns:a16="http://schemas.microsoft.com/office/drawing/2014/main" id="{6505A309-4CF9-BFDC-AA80-E9B70F6D1925}"/>
              </a:ext>
            </a:extLst>
          </p:cNvPr>
          <p:cNvSpPr txBox="1"/>
          <p:nvPr/>
        </p:nvSpPr>
        <p:spPr>
          <a:xfrm>
            <a:off x="5215469" y="2231221"/>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19" name="TextBox 18">
            <a:extLst>
              <a:ext uri="{FF2B5EF4-FFF2-40B4-BE49-F238E27FC236}">
                <a16:creationId xmlns:a16="http://schemas.microsoft.com/office/drawing/2014/main" id="{A2501E8C-11EB-D4E7-5456-8A9C1012E36C}"/>
              </a:ext>
            </a:extLst>
          </p:cNvPr>
          <p:cNvSpPr txBox="1"/>
          <p:nvPr/>
        </p:nvSpPr>
        <p:spPr>
          <a:xfrm>
            <a:off x="5715003" y="2231221"/>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20" name="TextBox 19">
            <a:extLst>
              <a:ext uri="{FF2B5EF4-FFF2-40B4-BE49-F238E27FC236}">
                <a16:creationId xmlns:a16="http://schemas.microsoft.com/office/drawing/2014/main" id="{2D2FBFB2-3341-94E7-7EEC-D8B5C00C14C3}"/>
              </a:ext>
            </a:extLst>
          </p:cNvPr>
          <p:cNvSpPr txBox="1"/>
          <p:nvPr/>
        </p:nvSpPr>
        <p:spPr>
          <a:xfrm>
            <a:off x="6214537" y="2231221"/>
            <a:ext cx="462845" cy="584775"/>
          </a:xfrm>
          <a:prstGeom prst="rect">
            <a:avLst/>
          </a:prstGeom>
          <a:solidFill>
            <a:srgbClr val="FF0000">
              <a:alpha val="30000"/>
            </a:srgbClr>
          </a:solidFill>
        </p:spPr>
        <p:txBody>
          <a:bodyPr wrap="square" rtlCol="0">
            <a:spAutoFit/>
          </a:bodyPr>
          <a:lstStyle/>
          <a:p>
            <a:pPr algn="ctr"/>
            <a:r>
              <a:rPr lang="en-US" sz="3200" dirty="0"/>
              <a:t>4</a:t>
            </a:r>
          </a:p>
        </p:txBody>
      </p:sp>
      <p:sp>
        <p:nvSpPr>
          <p:cNvPr id="21" name="TextBox 20">
            <a:extLst>
              <a:ext uri="{FF2B5EF4-FFF2-40B4-BE49-F238E27FC236}">
                <a16:creationId xmlns:a16="http://schemas.microsoft.com/office/drawing/2014/main" id="{B2F69C2B-FAFD-ABDD-D8E3-F847E895AC9C}"/>
              </a:ext>
            </a:extLst>
          </p:cNvPr>
          <p:cNvSpPr txBox="1"/>
          <p:nvPr/>
        </p:nvSpPr>
        <p:spPr>
          <a:xfrm>
            <a:off x="6714071" y="223122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2" name="TextBox 21">
            <a:extLst>
              <a:ext uri="{FF2B5EF4-FFF2-40B4-BE49-F238E27FC236}">
                <a16:creationId xmlns:a16="http://schemas.microsoft.com/office/drawing/2014/main" id="{E4BEABE6-E7D4-EB25-C438-331F0FB30FDF}"/>
              </a:ext>
            </a:extLst>
          </p:cNvPr>
          <p:cNvSpPr txBox="1"/>
          <p:nvPr/>
        </p:nvSpPr>
        <p:spPr>
          <a:xfrm>
            <a:off x="4216401" y="2734556"/>
            <a:ext cx="462845" cy="584775"/>
          </a:xfrm>
          <a:prstGeom prst="rect">
            <a:avLst/>
          </a:prstGeom>
          <a:solidFill>
            <a:srgbClr val="FF0000">
              <a:alpha val="30000"/>
            </a:srgbClr>
          </a:solidFill>
        </p:spPr>
        <p:txBody>
          <a:bodyPr wrap="square" rtlCol="0">
            <a:spAutoFit/>
          </a:bodyPr>
          <a:lstStyle/>
          <a:p>
            <a:pPr algn="ctr"/>
            <a:r>
              <a:rPr lang="en-US" sz="3200" dirty="0"/>
              <a:t>4</a:t>
            </a:r>
          </a:p>
        </p:txBody>
      </p:sp>
      <p:sp>
        <p:nvSpPr>
          <p:cNvPr id="23" name="TextBox 22">
            <a:extLst>
              <a:ext uri="{FF2B5EF4-FFF2-40B4-BE49-F238E27FC236}">
                <a16:creationId xmlns:a16="http://schemas.microsoft.com/office/drawing/2014/main" id="{61C85270-10C4-8BDE-1EAD-FF692923CA21}"/>
              </a:ext>
            </a:extLst>
          </p:cNvPr>
          <p:cNvSpPr txBox="1"/>
          <p:nvPr/>
        </p:nvSpPr>
        <p:spPr>
          <a:xfrm>
            <a:off x="5215469" y="2734556"/>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4" name="TextBox 23">
            <a:extLst>
              <a:ext uri="{FF2B5EF4-FFF2-40B4-BE49-F238E27FC236}">
                <a16:creationId xmlns:a16="http://schemas.microsoft.com/office/drawing/2014/main" id="{17723BA1-AEF2-4CD1-D1FE-41789375004C}"/>
              </a:ext>
            </a:extLst>
          </p:cNvPr>
          <p:cNvSpPr txBox="1"/>
          <p:nvPr/>
        </p:nvSpPr>
        <p:spPr>
          <a:xfrm>
            <a:off x="6714071" y="2734556"/>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25" name="TextBox 24">
            <a:extLst>
              <a:ext uri="{FF2B5EF4-FFF2-40B4-BE49-F238E27FC236}">
                <a16:creationId xmlns:a16="http://schemas.microsoft.com/office/drawing/2014/main" id="{AEA45DED-4736-07D4-FFDF-6F070912E63E}"/>
              </a:ext>
            </a:extLst>
          </p:cNvPr>
          <p:cNvSpPr txBox="1"/>
          <p:nvPr/>
        </p:nvSpPr>
        <p:spPr>
          <a:xfrm>
            <a:off x="3716867" y="323789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6" name="TextBox 25">
            <a:extLst>
              <a:ext uri="{FF2B5EF4-FFF2-40B4-BE49-F238E27FC236}">
                <a16:creationId xmlns:a16="http://schemas.microsoft.com/office/drawing/2014/main" id="{5AD7F41C-8A35-BD86-2B37-1E9080D8908C}"/>
              </a:ext>
            </a:extLst>
          </p:cNvPr>
          <p:cNvSpPr txBox="1"/>
          <p:nvPr/>
        </p:nvSpPr>
        <p:spPr>
          <a:xfrm>
            <a:off x="4715935" y="323789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27" name="TextBox 26">
            <a:extLst>
              <a:ext uri="{FF2B5EF4-FFF2-40B4-BE49-F238E27FC236}">
                <a16:creationId xmlns:a16="http://schemas.microsoft.com/office/drawing/2014/main" id="{AA5F317B-7EB5-9B74-D031-38E4FD58291C}"/>
              </a:ext>
            </a:extLst>
          </p:cNvPr>
          <p:cNvSpPr txBox="1"/>
          <p:nvPr/>
        </p:nvSpPr>
        <p:spPr>
          <a:xfrm>
            <a:off x="5215469" y="323789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28" name="TextBox 27">
            <a:extLst>
              <a:ext uri="{FF2B5EF4-FFF2-40B4-BE49-F238E27FC236}">
                <a16:creationId xmlns:a16="http://schemas.microsoft.com/office/drawing/2014/main" id="{3162487B-1178-8A84-16C6-E2955CAF7BBB}"/>
              </a:ext>
            </a:extLst>
          </p:cNvPr>
          <p:cNvSpPr txBox="1"/>
          <p:nvPr/>
        </p:nvSpPr>
        <p:spPr>
          <a:xfrm>
            <a:off x="7213604" y="3237891"/>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29" name="TextBox 28">
            <a:extLst>
              <a:ext uri="{FF2B5EF4-FFF2-40B4-BE49-F238E27FC236}">
                <a16:creationId xmlns:a16="http://schemas.microsoft.com/office/drawing/2014/main" id="{412AB94F-8383-52F0-5028-C3C291911C49}"/>
              </a:ext>
            </a:extLst>
          </p:cNvPr>
          <p:cNvSpPr txBox="1"/>
          <p:nvPr/>
        </p:nvSpPr>
        <p:spPr>
          <a:xfrm>
            <a:off x="3217333" y="3741226"/>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30" name="TextBox 29">
            <a:extLst>
              <a:ext uri="{FF2B5EF4-FFF2-40B4-BE49-F238E27FC236}">
                <a16:creationId xmlns:a16="http://schemas.microsoft.com/office/drawing/2014/main" id="{48660984-F06E-D267-1A17-A6A1A26C2CC9}"/>
              </a:ext>
            </a:extLst>
          </p:cNvPr>
          <p:cNvSpPr txBox="1"/>
          <p:nvPr/>
        </p:nvSpPr>
        <p:spPr>
          <a:xfrm>
            <a:off x="3716867" y="374122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31" name="TextBox 30">
            <a:extLst>
              <a:ext uri="{FF2B5EF4-FFF2-40B4-BE49-F238E27FC236}">
                <a16:creationId xmlns:a16="http://schemas.microsoft.com/office/drawing/2014/main" id="{9C1BD86A-BE4A-2D51-F0AA-3F3D820CE232}"/>
              </a:ext>
            </a:extLst>
          </p:cNvPr>
          <p:cNvSpPr txBox="1"/>
          <p:nvPr/>
        </p:nvSpPr>
        <p:spPr>
          <a:xfrm>
            <a:off x="5715003" y="3741226"/>
            <a:ext cx="462845" cy="584775"/>
          </a:xfrm>
          <a:prstGeom prst="rect">
            <a:avLst/>
          </a:prstGeom>
          <a:solidFill>
            <a:srgbClr val="FFFF00">
              <a:alpha val="30000"/>
            </a:srgbClr>
          </a:solidFill>
        </p:spPr>
        <p:txBody>
          <a:bodyPr wrap="square" rtlCol="0">
            <a:spAutoFit/>
          </a:bodyPr>
          <a:lstStyle/>
          <a:p>
            <a:pPr algn="ctr"/>
            <a:r>
              <a:rPr lang="en-US" sz="3200" dirty="0"/>
              <a:t>9</a:t>
            </a:r>
          </a:p>
        </p:txBody>
      </p:sp>
      <p:sp>
        <p:nvSpPr>
          <p:cNvPr id="32" name="TextBox 31">
            <a:extLst>
              <a:ext uri="{FF2B5EF4-FFF2-40B4-BE49-F238E27FC236}">
                <a16:creationId xmlns:a16="http://schemas.microsoft.com/office/drawing/2014/main" id="{6A210518-F4E3-FAD5-3938-DC2508EA9156}"/>
              </a:ext>
            </a:extLst>
          </p:cNvPr>
          <p:cNvSpPr txBox="1"/>
          <p:nvPr/>
        </p:nvSpPr>
        <p:spPr>
          <a:xfrm>
            <a:off x="6214537" y="3741226"/>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33" name="TextBox 32">
            <a:extLst>
              <a:ext uri="{FF2B5EF4-FFF2-40B4-BE49-F238E27FC236}">
                <a16:creationId xmlns:a16="http://schemas.microsoft.com/office/drawing/2014/main" id="{85AF19E8-92D7-051F-D078-B21BD4678335}"/>
              </a:ext>
            </a:extLst>
          </p:cNvPr>
          <p:cNvSpPr txBox="1"/>
          <p:nvPr/>
        </p:nvSpPr>
        <p:spPr>
          <a:xfrm>
            <a:off x="6714071" y="374122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34" name="TextBox 33">
            <a:extLst>
              <a:ext uri="{FF2B5EF4-FFF2-40B4-BE49-F238E27FC236}">
                <a16:creationId xmlns:a16="http://schemas.microsoft.com/office/drawing/2014/main" id="{51C23B90-ED77-2488-CB6B-56BB10296A97}"/>
              </a:ext>
            </a:extLst>
          </p:cNvPr>
          <p:cNvSpPr txBox="1"/>
          <p:nvPr/>
        </p:nvSpPr>
        <p:spPr>
          <a:xfrm>
            <a:off x="7213604" y="3741226"/>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35" name="TextBox 34">
            <a:extLst>
              <a:ext uri="{FF2B5EF4-FFF2-40B4-BE49-F238E27FC236}">
                <a16:creationId xmlns:a16="http://schemas.microsoft.com/office/drawing/2014/main" id="{008C622B-76E5-124F-4645-0EF833DEC88B}"/>
              </a:ext>
            </a:extLst>
          </p:cNvPr>
          <p:cNvSpPr txBox="1"/>
          <p:nvPr/>
        </p:nvSpPr>
        <p:spPr>
          <a:xfrm>
            <a:off x="3217333" y="424456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36" name="TextBox 35">
            <a:extLst>
              <a:ext uri="{FF2B5EF4-FFF2-40B4-BE49-F238E27FC236}">
                <a16:creationId xmlns:a16="http://schemas.microsoft.com/office/drawing/2014/main" id="{27C8CDF7-1F18-2BE4-C7CE-C64C3D81F595}"/>
              </a:ext>
            </a:extLst>
          </p:cNvPr>
          <p:cNvSpPr txBox="1"/>
          <p:nvPr/>
        </p:nvSpPr>
        <p:spPr>
          <a:xfrm>
            <a:off x="4216401" y="4244561"/>
            <a:ext cx="462845" cy="584775"/>
          </a:xfrm>
          <a:prstGeom prst="rect">
            <a:avLst/>
          </a:prstGeom>
          <a:solidFill>
            <a:srgbClr val="FF0000">
              <a:alpha val="30000"/>
            </a:srgbClr>
          </a:solidFill>
        </p:spPr>
        <p:txBody>
          <a:bodyPr wrap="square" rtlCol="0">
            <a:spAutoFit/>
          </a:bodyPr>
          <a:lstStyle/>
          <a:p>
            <a:pPr algn="ctr"/>
            <a:r>
              <a:rPr lang="en-US" sz="3200" dirty="0"/>
              <a:t>3</a:t>
            </a:r>
          </a:p>
        </p:txBody>
      </p:sp>
      <p:sp>
        <p:nvSpPr>
          <p:cNvPr id="37" name="TextBox 36">
            <a:extLst>
              <a:ext uri="{FF2B5EF4-FFF2-40B4-BE49-F238E27FC236}">
                <a16:creationId xmlns:a16="http://schemas.microsoft.com/office/drawing/2014/main" id="{3A100A82-FF79-3AF7-07ED-536F333E4005}"/>
              </a:ext>
            </a:extLst>
          </p:cNvPr>
          <p:cNvSpPr txBox="1"/>
          <p:nvPr/>
        </p:nvSpPr>
        <p:spPr>
          <a:xfrm>
            <a:off x="5715003" y="424456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38" name="TextBox 37">
            <a:extLst>
              <a:ext uri="{FF2B5EF4-FFF2-40B4-BE49-F238E27FC236}">
                <a16:creationId xmlns:a16="http://schemas.microsoft.com/office/drawing/2014/main" id="{504A1A02-9B9B-722E-D7A5-2323A611A2BF}"/>
              </a:ext>
            </a:extLst>
          </p:cNvPr>
          <p:cNvSpPr txBox="1"/>
          <p:nvPr/>
        </p:nvSpPr>
        <p:spPr>
          <a:xfrm>
            <a:off x="6214537" y="424456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39" name="TextBox 38">
            <a:extLst>
              <a:ext uri="{FF2B5EF4-FFF2-40B4-BE49-F238E27FC236}">
                <a16:creationId xmlns:a16="http://schemas.microsoft.com/office/drawing/2014/main" id="{AAD87DBA-30BF-1BDB-6B94-723B2D9762AF}"/>
              </a:ext>
            </a:extLst>
          </p:cNvPr>
          <p:cNvSpPr txBox="1"/>
          <p:nvPr/>
        </p:nvSpPr>
        <p:spPr>
          <a:xfrm>
            <a:off x="6714071" y="4244561"/>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40" name="TextBox 39">
            <a:extLst>
              <a:ext uri="{FF2B5EF4-FFF2-40B4-BE49-F238E27FC236}">
                <a16:creationId xmlns:a16="http://schemas.microsoft.com/office/drawing/2014/main" id="{63162865-A98E-CBEC-3391-59D2FBBA191D}"/>
              </a:ext>
            </a:extLst>
          </p:cNvPr>
          <p:cNvSpPr txBox="1"/>
          <p:nvPr/>
        </p:nvSpPr>
        <p:spPr>
          <a:xfrm>
            <a:off x="7213604" y="4244561"/>
            <a:ext cx="462845" cy="584775"/>
          </a:xfrm>
          <a:prstGeom prst="rect">
            <a:avLst/>
          </a:prstGeom>
          <a:solidFill>
            <a:srgbClr val="00B050">
              <a:alpha val="40000"/>
            </a:srgbClr>
          </a:solidFill>
        </p:spPr>
        <p:txBody>
          <a:bodyPr wrap="square" rtlCol="0">
            <a:spAutoFit/>
          </a:bodyPr>
          <a:lstStyle/>
          <a:p>
            <a:pPr algn="ctr"/>
            <a:r>
              <a:rPr lang="en-US" sz="3200" dirty="0"/>
              <a:t>9</a:t>
            </a:r>
          </a:p>
        </p:txBody>
      </p:sp>
      <p:sp>
        <p:nvSpPr>
          <p:cNvPr id="41" name="TextBox 40">
            <a:extLst>
              <a:ext uri="{FF2B5EF4-FFF2-40B4-BE49-F238E27FC236}">
                <a16:creationId xmlns:a16="http://schemas.microsoft.com/office/drawing/2014/main" id="{2AEB035F-A8FE-9183-978F-99EC39A4F111}"/>
              </a:ext>
            </a:extLst>
          </p:cNvPr>
          <p:cNvSpPr txBox="1"/>
          <p:nvPr/>
        </p:nvSpPr>
        <p:spPr>
          <a:xfrm>
            <a:off x="3217333" y="4747898"/>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42" name="TextBox 41">
            <a:extLst>
              <a:ext uri="{FF2B5EF4-FFF2-40B4-BE49-F238E27FC236}">
                <a16:creationId xmlns:a16="http://schemas.microsoft.com/office/drawing/2014/main" id="{C2C6A956-2EA4-BB64-84A6-B16AE8D4EC56}"/>
              </a:ext>
            </a:extLst>
          </p:cNvPr>
          <p:cNvSpPr txBox="1"/>
          <p:nvPr/>
        </p:nvSpPr>
        <p:spPr>
          <a:xfrm>
            <a:off x="3716867" y="4747898"/>
            <a:ext cx="462845" cy="584775"/>
          </a:xfrm>
          <a:prstGeom prst="rect">
            <a:avLst/>
          </a:prstGeom>
          <a:solidFill>
            <a:srgbClr val="FFFF00">
              <a:alpha val="30000"/>
            </a:srgbClr>
          </a:solidFill>
        </p:spPr>
        <p:txBody>
          <a:bodyPr wrap="square" rtlCol="0">
            <a:spAutoFit/>
          </a:bodyPr>
          <a:lstStyle/>
          <a:p>
            <a:pPr algn="ctr"/>
            <a:r>
              <a:rPr lang="en-US" sz="3200" dirty="0"/>
              <a:t>9</a:t>
            </a:r>
          </a:p>
        </p:txBody>
      </p:sp>
      <p:sp>
        <p:nvSpPr>
          <p:cNvPr id="43" name="TextBox 42">
            <a:extLst>
              <a:ext uri="{FF2B5EF4-FFF2-40B4-BE49-F238E27FC236}">
                <a16:creationId xmlns:a16="http://schemas.microsoft.com/office/drawing/2014/main" id="{E57D84D5-81E7-9FC1-6F4B-C018566EFDF4}"/>
              </a:ext>
            </a:extLst>
          </p:cNvPr>
          <p:cNvSpPr txBox="1"/>
          <p:nvPr/>
        </p:nvSpPr>
        <p:spPr>
          <a:xfrm>
            <a:off x="4216401" y="4747898"/>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44" name="TextBox 43">
            <a:extLst>
              <a:ext uri="{FF2B5EF4-FFF2-40B4-BE49-F238E27FC236}">
                <a16:creationId xmlns:a16="http://schemas.microsoft.com/office/drawing/2014/main" id="{C7DD3D7E-14BF-B069-EF3C-340544EA8B20}"/>
              </a:ext>
            </a:extLst>
          </p:cNvPr>
          <p:cNvSpPr txBox="1"/>
          <p:nvPr/>
        </p:nvSpPr>
        <p:spPr>
          <a:xfrm>
            <a:off x="7157158" y="1522145"/>
            <a:ext cx="570089" cy="230832"/>
          </a:xfrm>
          <a:prstGeom prst="rect">
            <a:avLst/>
          </a:prstGeom>
          <a:noFill/>
        </p:spPr>
        <p:txBody>
          <a:bodyPr wrap="square" rtlCol="0">
            <a:spAutoFit/>
          </a:bodyPr>
          <a:lstStyle/>
          <a:p>
            <a:pPr algn="ctr"/>
            <a:r>
              <a:rPr lang="en-US" sz="900" dirty="0"/>
              <a:t>57</a:t>
            </a:r>
          </a:p>
        </p:txBody>
      </p:sp>
      <p:sp>
        <p:nvSpPr>
          <p:cNvPr id="45" name="TextBox 44">
            <a:extLst>
              <a:ext uri="{FF2B5EF4-FFF2-40B4-BE49-F238E27FC236}">
                <a16:creationId xmlns:a16="http://schemas.microsoft.com/office/drawing/2014/main" id="{F0EA9DAB-245E-A041-9D51-50345AA02F91}"/>
              </a:ext>
            </a:extLst>
          </p:cNvPr>
          <p:cNvSpPr txBox="1"/>
          <p:nvPr/>
        </p:nvSpPr>
        <p:spPr>
          <a:xfrm>
            <a:off x="4143022" y="5028752"/>
            <a:ext cx="570089" cy="230832"/>
          </a:xfrm>
          <a:prstGeom prst="rect">
            <a:avLst/>
          </a:prstGeom>
          <a:noFill/>
        </p:spPr>
        <p:txBody>
          <a:bodyPr wrap="square" rtlCol="0">
            <a:spAutoFit/>
          </a:bodyPr>
          <a:lstStyle/>
          <a:p>
            <a:pPr algn="ctr"/>
            <a:r>
              <a:rPr lang="en-US" sz="900" dirty="0"/>
              <a:t>57</a:t>
            </a:r>
          </a:p>
        </p:txBody>
      </p:sp>
      <p:sp>
        <p:nvSpPr>
          <p:cNvPr id="50" name="TextBox 49">
            <a:extLst>
              <a:ext uri="{FF2B5EF4-FFF2-40B4-BE49-F238E27FC236}">
                <a16:creationId xmlns:a16="http://schemas.microsoft.com/office/drawing/2014/main" id="{D58CC61A-04A0-2186-E106-010B8E696471}"/>
              </a:ext>
            </a:extLst>
          </p:cNvPr>
          <p:cNvSpPr txBox="1"/>
          <p:nvPr/>
        </p:nvSpPr>
        <p:spPr>
          <a:xfrm>
            <a:off x="6152446" y="1402877"/>
            <a:ext cx="570089" cy="230832"/>
          </a:xfrm>
          <a:prstGeom prst="rect">
            <a:avLst/>
          </a:prstGeom>
          <a:noFill/>
        </p:spPr>
        <p:txBody>
          <a:bodyPr wrap="square" rtlCol="0">
            <a:spAutoFit/>
          </a:bodyPr>
          <a:lstStyle/>
          <a:p>
            <a:pPr algn="ctr"/>
            <a:r>
              <a:rPr lang="en-US" sz="900" dirty="0"/>
              <a:t>5678</a:t>
            </a:r>
          </a:p>
        </p:txBody>
      </p:sp>
      <p:sp>
        <p:nvSpPr>
          <p:cNvPr id="51" name="TextBox 50">
            <a:extLst>
              <a:ext uri="{FF2B5EF4-FFF2-40B4-BE49-F238E27FC236}">
                <a16:creationId xmlns:a16="http://schemas.microsoft.com/office/drawing/2014/main" id="{072B7C44-6F29-B17F-EFBF-8EEDD02CCBD8}"/>
              </a:ext>
            </a:extLst>
          </p:cNvPr>
          <p:cNvSpPr txBox="1"/>
          <p:nvPr/>
        </p:nvSpPr>
        <p:spPr>
          <a:xfrm>
            <a:off x="3138310" y="4408541"/>
            <a:ext cx="570089" cy="230832"/>
          </a:xfrm>
          <a:prstGeom prst="rect">
            <a:avLst/>
          </a:prstGeom>
          <a:noFill/>
        </p:spPr>
        <p:txBody>
          <a:bodyPr wrap="square" rtlCol="0">
            <a:spAutoFit/>
          </a:bodyPr>
          <a:lstStyle/>
          <a:p>
            <a:pPr algn="ctr"/>
            <a:r>
              <a:rPr lang="en-US" sz="900" dirty="0"/>
              <a:t>5678</a:t>
            </a:r>
          </a:p>
        </p:txBody>
      </p:sp>
      <p:sp>
        <p:nvSpPr>
          <p:cNvPr id="52" name="TextBox 51">
            <a:extLst>
              <a:ext uri="{FF2B5EF4-FFF2-40B4-BE49-F238E27FC236}">
                <a16:creationId xmlns:a16="http://schemas.microsoft.com/office/drawing/2014/main" id="{E714E913-0157-F17B-C12E-8C56FC32FA65}"/>
              </a:ext>
            </a:extLst>
          </p:cNvPr>
          <p:cNvSpPr txBox="1"/>
          <p:nvPr/>
        </p:nvSpPr>
        <p:spPr>
          <a:xfrm>
            <a:off x="3640666" y="3406653"/>
            <a:ext cx="570089" cy="230832"/>
          </a:xfrm>
          <a:prstGeom prst="rect">
            <a:avLst/>
          </a:prstGeom>
          <a:noFill/>
        </p:spPr>
        <p:txBody>
          <a:bodyPr wrap="square" rtlCol="0">
            <a:spAutoFit/>
          </a:bodyPr>
          <a:lstStyle/>
          <a:p>
            <a:pPr algn="ctr"/>
            <a:r>
              <a:rPr lang="en-US" sz="900" dirty="0"/>
              <a:t>2357</a:t>
            </a:r>
          </a:p>
        </p:txBody>
      </p:sp>
      <p:sp>
        <p:nvSpPr>
          <p:cNvPr id="53" name="TextBox 52">
            <a:extLst>
              <a:ext uri="{FF2B5EF4-FFF2-40B4-BE49-F238E27FC236}">
                <a16:creationId xmlns:a16="http://schemas.microsoft.com/office/drawing/2014/main" id="{A7B81318-431C-BA5A-AABC-CD3657BBC1AC}"/>
              </a:ext>
            </a:extLst>
          </p:cNvPr>
          <p:cNvSpPr txBox="1"/>
          <p:nvPr/>
        </p:nvSpPr>
        <p:spPr>
          <a:xfrm>
            <a:off x="3640666" y="4026865"/>
            <a:ext cx="570089" cy="230832"/>
          </a:xfrm>
          <a:prstGeom prst="rect">
            <a:avLst/>
          </a:prstGeom>
          <a:noFill/>
        </p:spPr>
        <p:txBody>
          <a:bodyPr wrap="square" rtlCol="0">
            <a:spAutoFit/>
          </a:bodyPr>
          <a:lstStyle/>
          <a:p>
            <a:pPr algn="ctr"/>
            <a:r>
              <a:rPr lang="en-US" sz="900" dirty="0"/>
              <a:t>68</a:t>
            </a:r>
          </a:p>
        </p:txBody>
      </p:sp>
      <p:sp>
        <p:nvSpPr>
          <p:cNvPr id="54" name="TextBox 53">
            <a:extLst>
              <a:ext uri="{FF2B5EF4-FFF2-40B4-BE49-F238E27FC236}">
                <a16:creationId xmlns:a16="http://schemas.microsoft.com/office/drawing/2014/main" id="{3E58C355-BADE-7CFC-86E9-5CF1249BAF23}"/>
              </a:ext>
            </a:extLst>
          </p:cNvPr>
          <p:cNvSpPr txBox="1"/>
          <p:nvPr/>
        </p:nvSpPr>
        <p:spPr>
          <a:xfrm>
            <a:off x="3138310" y="3788329"/>
            <a:ext cx="570089" cy="230832"/>
          </a:xfrm>
          <a:prstGeom prst="rect">
            <a:avLst/>
          </a:prstGeom>
          <a:noFill/>
        </p:spPr>
        <p:txBody>
          <a:bodyPr wrap="square" rtlCol="0">
            <a:spAutoFit/>
          </a:bodyPr>
          <a:lstStyle/>
          <a:p>
            <a:pPr algn="ctr"/>
            <a:r>
              <a:rPr lang="en-US" sz="900" dirty="0"/>
              <a:t>168</a:t>
            </a:r>
          </a:p>
        </p:txBody>
      </p:sp>
      <p:sp>
        <p:nvSpPr>
          <p:cNvPr id="55" name="TextBox 54">
            <a:extLst>
              <a:ext uri="{FF2B5EF4-FFF2-40B4-BE49-F238E27FC236}">
                <a16:creationId xmlns:a16="http://schemas.microsoft.com/office/drawing/2014/main" id="{67FA2E03-6470-4B29-3B9F-8AA90B44E1C1}"/>
              </a:ext>
            </a:extLst>
          </p:cNvPr>
          <p:cNvSpPr txBox="1"/>
          <p:nvPr/>
        </p:nvSpPr>
        <p:spPr>
          <a:xfrm>
            <a:off x="6152446" y="2023089"/>
            <a:ext cx="570089" cy="230832"/>
          </a:xfrm>
          <a:prstGeom prst="rect">
            <a:avLst/>
          </a:prstGeom>
          <a:noFill/>
        </p:spPr>
        <p:txBody>
          <a:bodyPr wrap="square" rtlCol="0">
            <a:spAutoFit/>
          </a:bodyPr>
          <a:lstStyle/>
          <a:p>
            <a:pPr algn="ctr"/>
            <a:r>
              <a:rPr lang="en-US" sz="900" dirty="0"/>
              <a:t>168</a:t>
            </a:r>
          </a:p>
        </p:txBody>
      </p:sp>
      <p:sp>
        <p:nvSpPr>
          <p:cNvPr id="56" name="TextBox 55">
            <a:extLst>
              <a:ext uri="{FF2B5EF4-FFF2-40B4-BE49-F238E27FC236}">
                <a16:creationId xmlns:a16="http://schemas.microsoft.com/office/drawing/2014/main" id="{4E1757C6-31AE-697A-9B02-BF5A4AD2733E}"/>
              </a:ext>
            </a:extLst>
          </p:cNvPr>
          <p:cNvSpPr txBox="1"/>
          <p:nvPr/>
        </p:nvSpPr>
        <p:spPr>
          <a:xfrm>
            <a:off x="6654802" y="1784553"/>
            <a:ext cx="570089" cy="230832"/>
          </a:xfrm>
          <a:prstGeom prst="rect">
            <a:avLst/>
          </a:prstGeom>
          <a:noFill/>
        </p:spPr>
        <p:txBody>
          <a:bodyPr wrap="square" rtlCol="0">
            <a:spAutoFit/>
          </a:bodyPr>
          <a:lstStyle/>
          <a:p>
            <a:pPr algn="ctr"/>
            <a:r>
              <a:rPr lang="en-US" sz="900" dirty="0"/>
              <a:t>68</a:t>
            </a:r>
          </a:p>
        </p:txBody>
      </p:sp>
      <p:sp>
        <p:nvSpPr>
          <p:cNvPr id="57" name="TextBox 56">
            <a:extLst>
              <a:ext uri="{FF2B5EF4-FFF2-40B4-BE49-F238E27FC236}">
                <a16:creationId xmlns:a16="http://schemas.microsoft.com/office/drawing/2014/main" id="{B0534A46-81C4-B3AF-CE11-CE8BDED395D2}"/>
              </a:ext>
            </a:extLst>
          </p:cNvPr>
          <p:cNvSpPr txBox="1"/>
          <p:nvPr/>
        </p:nvSpPr>
        <p:spPr>
          <a:xfrm>
            <a:off x="6654802" y="2524033"/>
            <a:ext cx="570089" cy="230832"/>
          </a:xfrm>
          <a:prstGeom prst="rect">
            <a:avLst/>
          </a:prstGeom>
          <a:noFill/>
        </p:spPr>
        <p:txBody>
          <a:bodyPr wrap="square" rtlCol="0">
            <a:spAutoFit/>
          </a:bodyPr>
          <a:lstStyle/>
          <a:p>
            <a:pPr algn="ctr"/>
            <a:r>
              <a:rPr lang="en-US" sz="900" dirty="0"/>
              <a:t>2357</a:t>
            </a:r>
          </a:p>
        </p:txBody>
      </p:sp>
      <p:sp>
        <p:nvSpPr>
          <p:cNvPr id="58" name="TextBox 57">
            <a:extLst>
              <a:ext uri="{FF2B5EF4-FFF2-40B4-BE49-F238E27FC236}">
                <a16:creationId xmlns:a16="http://schemas.microsoft.com/office/drawing/2014/main" id="{2A631EF4-7E23-58B6-1A1B-DA3DE4F5B5BC}"/>
              </a:ext>
            </a:extLst>
          </p:cNvPr>
          <p:cNvSpPr txBox="1"/>
          <p:nvPr/>
        </p:nvSpPr>
        <p:spPr>
          <a:xfrm>
            <a:off x="4143022" y="1903821"/>
            <a:ext cx="570089" cy="230832"/>
          </a:xfrm>
          <a:prstGeom prst="rect">
            <a:avLst/>
          </a:prstGeom>
          <a:noFill/>
        </p:spPr>
        <p:txBody>
          <a:bodyPr wrap="square" rtlCol="0">
            <a:spAutoFit/>
          </a:bodyPr>
          <a:lstStyle/>
          <a:p>
            <a:pPr algn="ctr"/>
            <a:r>
              <a:rPr lang="en-US" sz="900" dirty="0"/>
              <a:t>75</a:t>
            </a:r>
          </a:p>
        </p:txBody>
      </p:sp>
      <p:sp>
        <p:nvSpPr>
          <p:cNvPr id="59" name="TextBox 58">
            <a:extLst>
              <a:ext uri="{FF2B5EF4-FFF2-40B4-BE49-F238E27FC236}">
                <a16:creationId xmlns:a16="http://schemas.microsoft.com/office/drawing/2014/main" id="{B69F7D49-0FBD-7806-E2E6-DE01D1EC8702}"/>
              </a:ext>
            </a:extLst>
          </p:cNvPr>
          <p:cNvSpPr txBox="1"/>
          <p:nvPr/>
        </p:nvSpPr>
        <p:spPr>
          <a:xfrm>
            <a:off x="3640666" y="2404765"/>
            <a:ext cx="570089" cy="230832"/>
          </a:xfrm>
          <a:prstGeom prst="rect">
            <a:avLst/>
          </a:prstGeom>
          <a:noFill/>
        </p:spPr>
        <p:txBody>
          <a:bodyPr wrap="square" rtlCol="0">
            <a:spAutoFit/>
          </a:bodyPr>
          <a:lstStyle/>
          <a:p>
            <a:pPr algn="ctr"/>
            <a:r>
              <a:rPr lang="en-US" sz="900" dirty="0"/>
              <a:t>2357</a:t>
            </a:r>
          </a:p>
        </p:txBody>
      </p:sp>
      <p:sp>
        <p:nvSpPr>
          <p:cNvPr id="62" name="TextBox 61">
            <a:extLst>
              <a:ext uri="{FF2B5EF4-FFF2-40B4-BE49-F238E27FC236}">
                <a16:creationId xmlns:a16="http://schemas.microsoft.com/office/drawing/2014/main" id="{A59F52C0-172C-CAFA-0C55-F2C7063B3D23}"/>
              </a:ext>
            </a:extLst>
          </p:cNvPr>
          <p:cNvSpPr txBox="1"/>
          <p:nvPr/>
        </p:nvSpPr>
        <p:spPr>
          <a:xfrm>
            <a:off x="6654802" y="2905709"/>
            <a:ext cx="570089" cy="230832"/>
          </a:xfrm>
          <a:prstGeom prst="rect">
            <a:avLst/>
          </a:prstGeom>
          <a:noFill/>
        </p:spPr>
        <p:txBody>
          <a:bodyPr wrap="square" rtlCol="0">
            <a:spAutoFit/>
          </a:bodyPr>
          <a:lstStyle/>
          <a:p>
            <a:pPr algn="ctr"/>
            <a:r>
              <a:rPr lang="en-US" sz="900" dirty="0"/>
              <a:t>2357</a:t>
            </a:r>
          </a:p>
        </p:txBody>
      </p:sp>
      <p:sp>
        <p:nvSpPr>
          <p:cNvPr id="63" name="TextBox 62">
            <a:extLst>
              <a:ext uri="{FF2B5EF4-FFF2-40B4-BE49-F238E27FC236}">
                <a16:creationId xmlns:a16="http://schemas.microsoft.com/office/drawing/2014/main" id="{DDCD69BE-12A2-902E-1E36-B5752EDD60D1}"/>
              </a:ext>
            </a:extLst>
          </p:cNvPr>
          <p:cNvSpPr txBox="1"/>
          <p:nvPr/>
        </p:nvSpPr>
        <p:spPr>
          <a:xfrm>
            <a:off x="7157158" y="3406653"/>
            <a:ext cx="570089" cy="230832"/>
          </a:xfrm>
          <a:prstGeom prst="rect">
            <a:avLst/>
          </a:prstGeom>
          <a:noFill/>
        </p:spPr>
        <p:txBody>
          <a:bodyPr wrap="square" rtlCol="0">
            <a:spAutoFit/>
          </a:bodyPr>
          <a:lstStyle/>
          <a:p>
            <a:pPr algn="ctr"/>
            <a:r>
              <a:rPr lang="en-US" sz="900" dirty="0"/>
              <a:t>75</a:t>
            </a:r>
          </a:p>
        </p:txBody>
      </p:sp>
      <p:sp>
        <p:nvSpPr>
          <p:cNvPr id="66" name="TextBox 65">
            <a:extLst>
              <a:ext uri="{FF2B5EF4-FFF2-40B4-BE49-F238E27FC236}">
                <a16:creationId xmlns:a16="http://schemas.microsoft.com/office/drawing/2014/main" id="{78830514-F0DF-5155-DE1B-81D1924CDC1E}"/>
              </a:ext>
            </a:extLst>
          </p:cNvPr>
          <p:cNvSpPr txBox="1"/>
          <p:nvPr/>
        </p:nvSpPr>
        <p:spPr>
          <a:xfrm>
            <a:off x="5147734" y="2524033"/>
            <a:ext cx="570089" cy="230832"/>
          </a:xfrm>
          <a:prstGeom prst="rect">
            <a:avLst/>
          </a:prstGeom>
          <a:noFill/>
        </p:spPr>
        <p:txBody>
          <a:bodyPr wrap="square" rtlCol="0">
            <a:spAutoFit/>
          </a:bodyPr>
          <a:lstStyle/>
          <a:p>
            <a:pPr algn="ctr"/>
            <a:r>
              <a:rPr lang="en-US" sz="900" dirty="0"/>
              <a:t>2567</a:t>
            </a:r>
          </a:p>
        </p:txBody>
      </p:sp>
      <p:sp>
        <p:nvSpPr>
          <p:cNvPr id="68" name="TextBox 67">
            <a:extLst>
              <a:ext uri="{FF2B5EF4-FFF2-40B4-BE49-F238E27FC236}">
                <a16:creationId xmlns:a16="http://schemas.microsoft.com/office/drawing/2014/main" id="{62211535-930E-56C1-4F05-3065525EBCBF}"/>
              </a:ext>
            </a:extLst>
          </p:cNvPr>
          <p:cNvSpPr txBox="1"/>
          <p:nvPr/>
        </p:nvSpPr>
        <p:spPr>
          <a:xfrm>
            <a:off x="6654802" y="4527809"/>
            <a:ext cx="570089" cy="230832"/>
          </a:xfrm>
          <a:prstGeom prst="rect">
            <a:avLst/>
          </a:prstGeom>
          <a:noFill/>
        </p:spPr>
        <p:txBody>
          <a:bodyPr wrap="square" rtlCol="0">
            <a:spAutoFit/>
          </a:bodyPr>
          <a:lstStyle/>
          <a:p>
            <a:pPr algn="ctr"/>
            <a:r>
              <a:rPr lang="en-US" sz="900" dirty="0"/>
              <a:t>2567</a:t>
            </a:r>
          </a:p>
        </p:txBody>
      </p:sp>
      <p:sp>
        <p:nvSpPr>
          <p:cNvPr id="70" name="TextBox 69">
            <a:extLst>
              <a:ext uri="{FF2B5EF4-FFF2-40B4-BE49-F238E27FC236}">
                <a16:creationId xmlns:a16="http://schemas.microsoft.com/office/drawing/2014/main" id="{986515D0-1AE9-5A97-96A1-54A8AA0B0654}"/>
              </a:ext>
            </a:extLst>
          </p:cNvPr>
          <p:cNvSpPr txBox="1"/>
          <p:nvPr/>
        </p:nvSpPr>
        <p:spPr>
          <a:xfrm>
            <a:off x="5650090" y="2285497"/>
            <a:ext cx="570089" cy="230832"/>
          </a:xfrm>
          <a:prstGeom prst="rect">
            <a:avLst/>
          </a:prstGeom>
          <a:noFill/>
        </p:spPr>
        <p:txBody>
          <a:bodyPr wrap="square" rtlCol="0">
            <a:spAutoFit/>
          </a:bodyPr>
          <a:lstStyle/>
          <a:p>
            <a:pPr algn="ctr"/>
            <a:r>
              <a:rPr lang="en-US" sz="900" dirty="0"/>
              <a:t>2367</a:t>
            </a:r>
          </a:p>
        </p:txBody>
      </p:sp>
      <p:sp>
        <p:nvSpPr>
          <p:cNvPr id="71" name="TextBox 70">
            <a:extLst>
              <a:ext uri="{FF2B5EF4-FFF2-40B4-BE49-F238E27FC236}">
                <a16:creationId xmlns:a16="http://schemas.microsoft.com/office/drawing/2014/main" id="{53FE8410-D4C6-A89D-D303-12B1B7AA14F3}"/>
              </a:ext>
            </a:extLst>
          </p:cNvPr>
          <p:cNvSpPr txBox="1"/>
          <p:nvPr/>
        </p:nvSpPr>
        <p:spPr>
          <a:xfrm>
            <a:off x="5147734" y="2905709"/>
            <a:ext cx="570089" cy="230832"/>
          </a:xfrm>
          <a:prstGeom prst="rect">
            <a:avLst/>
          </a:prstGeom>
          <a:noFill/>
        </p:spPr>
        <p:txBody>
          <a:bodyPr wrap="square" rtlCol="0">
            <a:spAutoFit/>
          </a:bodyPr>
          <a:lstStyle/>
          <a:p>
            <a:pPr algn="ctr"/>
            <a:r>
              <a:rPr lang="en-US" sz="900" dirty="0"/>
              <a:t>2578</a:t>
            </a:r>
          </a:p>
        </p:txBody>
      </p:sp>
      <p:sp>
        <p:nvSpPr>
          <p:cNvPr id="72" name="TextBox 71">
            <a:extLst>
              <a:ext uri="{FF2B5EF4-FFF2-40B4-BE49-F238E27FC236}">
                <a16:creationId xmlns:a16="http://schemas.microsoft.com/office/drawing/2014/main" id="{53331A2A-FEB9-4A0E-0708-DCB5D445343A}"/>
              </a:ext>
            </a:extLst>
          </p:cNvPr>
          <p:cNvSpPr txBox="1"/>
          <p:nvPr/>
        </p:nvSpPr>
        <p:spPr>
          <a:xfrm>
            <a:off x="4645378" y="3525921"/>
            <a:ext cx="570089" cy="230832"/>
          </a:xfrm>
          <a:prstGeom prst="rect">
            <a:avLst/>
          </a:prstGeom>
          <a:noFill/>
        </p:spPr>
        <p:txBody>
          <a:bodyPr wrap="square" rtlCol="0">
            <a:spAutoFit/>
          </a:bodyPr>
          <a:lstStyle/>
          <a:p>
            <a:pPr algn="ctr"/>
            <a:r>
              <a:rPr lang="en-US" sz="900" dirty="0"/>
              <a:t>268</a:t>
            </a:r>
          </a:p>
        </p:txBody>
      </p:sp>
      <p:sp>
        <p:nvSpPr>
          <p:cNvPr id="74" name="TextBox 73">
            <a:extLst>
              <a:ext uri="{FF2B5EF4-FFF2-40B4-BE49-F238E27FC236}">
                <a16:creationId xmlns:a16="http://schemas.microsoft.com/office/drawing/2014/main" id="{0D10ABF2-B021-FA9B-A718-223773187B3B}"/>
              </a:ext>
            </a:extLst>
          </p:cNvPr>
          <p:cNvSpPr txBox="1"/>
          <p:nvPr/>
        </p:nvSpPr>
        <p:spPr>
          <a:xfrm>
            <a:off x="6152446" y="4527809"/>
            <a:ext cx="570089" cy="230832"/>
          </a:xfrm>
          <a:prstGeom prst="rect">
            <a:avLst/>
          </a:prstGeom>
          <a:noFill/>
        </p:spPr>
        <p:txBody>
          <a:bodyPr wrap="square" rtlCol="0">
            <a:spAutoFit/>
          </a:bodyPr>
          <a:lstStyle/>
          <a:p>
            <a:pPr algn="ctr"/>
            <a:r>
              <a:rPr lang="en-US" sz="900" dirty="0"/>
              <a:t>2578</a:t>
            </a:r>
          </a:p>
        </p:txBody>
      </p:sp>
      <p:sp>
        <p:nvSpPr>
          <p:cNvPr id="75" name="TextBox 74">
            <a:extLst>
              <a:ext uri="{FF2B5EF4-FFF2-40B4-BE49-F238E27FC236}">
                <a16:creationId xmlns:a16="http://schemas.microsoft.com/office/drawing/2014/main" id="{DBBD4F4A-4326-1FA8-7344-C3CA421F6101}"/>
              </a:ext>
            </a:extLst>
          </p:cNvPr>
          <p:cNvSpPr txBox="1"/>
          <p:nvPr/>
        </p:nvSpPr>
        <p:spPr>
          <a:xfrm>
            <a:off x="6654802" y="3788329"/>
            <a:ext cx="570089" cy="230832"/>
          </a:xfrm>
          <a:prstGeom prst="rect">
            <a:avLst/>
          </a:prstGeom>
          <a:noFill/>
        </p:spPr>
        <p:txBody>
          <a:bodyPr wrap="square" rtlCol="0">
            <a:spAutoFit/>
          </a:bodyPr>
          <a:lstStyle/>
          <a:p>
            <a:pPr algn="ctr"/>
            <a:r>
              <a:rPr lang="en-US" sz="900" dirty="0"/>
              <a:t>2367</a:t>
            </a:r>
          </a:p>
        </p:txBody>
      </p:sp>
      <p:sp>
        <p:nvSpPr>
          <p:cNvPr id="76" name="TextBox 75">
            <a:extLst>
              <a:ext uri="{FF2B5EF4-FFF2-40B4-BE49-F238E27FC236}">
                <a16:creationId xmlns:a16="http://schemas.microsoft.com/office/drawing/2014/main" id="{21E14416-BF8B-6B05-715E-7DF92A436E15}"/>
              </a:ext>
            </a:extLst>
          </p:cNvPr>
          <p:cNvSpPr txBox="1"/>
          <p:nvPr/>
        </p:nvSpPr>
        <p:spPr>
          <a:xfrm>
            <a:off x="5650090" y="4527809"/>
            <a:ext cx="570089" cy="230832"/>
          </a:xfrm>
          <a:prstGeom prst="rect">
            <a:avLst/>
          </a:prstGeom>
          <a:noFill/>
        </p:spPr>
        <p:txBody>
          <a:bodyPr wrap="square" rtlCol="0">
            <a:spAutoFit/>
          </a:bodyPr>
          <a:lstStyle/>
          <a:p>
            <a:pPr algn="ctr"/>
            <a:r>
              <a:rPr lang="en-US" sz="900" dirty="0"/>
              <a:t>268</a:t>
            </a:r>
          </a:p>
        </p:txBody>
      </p:sp>
      <p:sp>
        <p:nvSpPr>
          <p:cNvPr id="73" name="TextBox 72">
            <a:extLst>
              <a:ext uri="{FF2B5EF4-FFF2-40B4-BE49-F238E27FC236}">
                <a16:creationId xmlns:a16="http://schemas.microsoft.com/office/drawing/2014/main" id="{7810E9FE-D40F-F1FB-25E9-05E3DCCAF75C}"/>
              </a:ext>
            </a:extLst>
          </p:cNvPr>
          <p:cNvSpPr txBox="1"/>
          <p:nvPr/>
        </p:nvSpPr>
        <p:spPr>
          <a:xfrm>
            <a:off x="5147734" y="3287385"/>
            <a:ext cx="570089" cy="230832"/>
          </a:xfrm>
          <a:prstGeom prst="rect">
            <a:avLst/>
          </a:prstGeom>
          <a:noFill/>
        </p:spPr>
        <p:txBody>
          <a:bodyPr wrap="square" rtlCol="0">
            <a:spAutoFit/>
          </a:bodyPr>
          <a:lstStyle/>
          <a:p>
            <a:pPr algn="ctr"/>
            <a:r>
              <a:rPr lang="en-US" sz="900" dirty="0"/>
              <a:t>235678</a:t>
            </a:r>
          </a:p>
        </p:txBody>
      </p:sp>
      <p:sp>
        <p:nvSpPr>
          <p:cNvPr id="78" name="TextBox 77">
            <a:extLst>
              <a:ext uri="{FF2B5EF4-FFF2-40B4-BE49-F238E27FC236}">
                <a16:creationId xmlns:a16="http://schemas.microsoft.com/office/drawing/2014/main" id="{C28E55F2-3624-F71B-31AA-D54BFF4C75B2}"/>
              </a:ext>
            </a:extLst>
          </p:cNvPr>
          <p:cNvSpPr txBox="1"/>
          <p:nvPr/>
        </p:nvSpPr>
        <p:spPr>
          <a:xfrm>
            <a:off x="6152446" y="3788329"/>
            <a:ext cx="570089" cy="230832"/>
          </a:xfrm>
          <a:prstGeom prst="rect">
            <a:avLst/>
          </a:prstGeom>
          <a:noFill/>
        </p:spPr>
        <p:txBody>
          <a:bodyPr wrap="square" rtlCol="0">
            <a:spAutoFit/>
          </a:bodyPr>
          <a:lstStyle/>
          <a:p>
            <a:pPr algn="ctr"/>
            <a:r>
              <a:rPr lang="en-US" sz="900" dirty="0"/>
              <a:t>235678</a:t>
            </a:r>
          </a:p>
        </p:txBody>
      </p:sp>
      <p:sp>
        <p:nvSpPr>
          <p:cNvPr id="79" name="TextBox 78">
            <a:extLst>
              <a:ext uri="{FF2B5EF4-FFF2-40B4-BE49-F238E27FC236}">
                <a16:creationId xmlns:a16="http://schemas.microsoft.com/office/drawing/2014/main" id="{F2D02E7A-1DBF-9C1F-3CD9-284ACDEDEB86}"/>
              </a:ext>
            </a:extLst>
          </p:cNvPr>
          <p:cNvSpPr txBox="1"/>
          <p:nvPr/>
        </p:nvSpPr>
        <p:spPr>
          <a:xfrm>
            <a:off x="6214537" y="3237891"/>
            <a:ext cx="462845" cy="584775"/>
          </a:xfrm>
          <a:prstGeom prst="rect">
            <a:avLst/>
          </a:prstGeom>
          <a:noFill/>
        </p:spPr>
        <p:txBody>
          <a:bodyPr wrap="square" rtlCol="0">
            <a:spAutoFit/>
          </a:bodyPr>
          <a:lstStyle/>
          <a:p>
            <a:pPr algn="ctr"/>
            <a:r>
              <a:rPr lang="en-US" sz="3200" dirty="0"/>
              <a:t>9</a:t>
            </a:r>
          </a:p>
        </p:txBody>
      </p:sp>
      <p:sp>
        <p:nvSpPr>
          <p:cNvPr id="80" name="TextBox 79">
            <a:extLst>
              <a:ext uri="{FF2B5EF4-FFF2-40B4-BE49-F238E27FC236}">
                <a16:creationId xmlns:a16="http://schemas.microsoft.com/office/drawing/2014/main" id="{5E474F0A-B641-8840-1FCE-D674D812407D}"/>
              </a:ext>
            </a:extLst>
          </p:cNvPr>
          <p:cNvSpPr txBox="1"/>
          <p:nvPr/>
        </p:nvSpPr>
        <p:spPr>
          <a:xfrm>
            <a:off x="6152446" y="901933"/>
            <a:ext cx="570089" cy="230832"/>
          </a:xfrm>
          <a:prstGeom prst="rect">
            <a:avLst/>
          </a:prstGeom>
          <a:noFill/>
        </p:spPr>
        <p:txBody>
          <a:bodyPr wrap="square" rtlCol="0">
            <a:spAutoFit/>
          </a:bodyPr>
          <a:lstStyle/>
          <a:p>
            <a:pPr algn="ctr"/>
            <a:r>
              <a:rPr lang="en-US" sz="900" dirty="0"/>
              <a:t>18</a:t>
            </a:r>
          </a:p>
        </p:txBody>
      </p:sp>
      <p:sp>
        <p:nvSpPr>
          <p:cNvPr id="81" name="TextBox 80">
            <a:extLst>
              <a:ext uri="{FF2B5EF4-FFF2-40B4-BE49-F238E27FC236}">
                <a16:creationId xmlns:a16="http://schemas.microsoft.com/office/drawing/2014/main" id="{3C4E7C55-A135-4C4F-9416-FF0B5FA93D48}"/>
              </a:ext>
            </a:extLst>
          </p:cNvPr>
          <p:cNvSpPr txBox="1"/>
          <p:nvPr/>
        </p:nvSpPr>
        <p:spPr>
          <a:xfrm>
            <a:off x="4143022" y="3907597"/>
            <a:ext cx="570089" cy="230832"/>
          </a:xfrm>
          <a:prstGeom prst="rect">
            <a:avLst/>
          </a:prstGeom>
          <a:noFill/>
        </p:spPr>
        <p:txBody>
          <a:bodyPr wrap="square" rtlCol="0">
            <a:spAutoFit/>
          </a:bodyPr>
          <a:lstStyle/>
          <a:p>
            <a:pPr algn="ctr"/>
            <a:r>
              <a:rPr lang="en-US" sz="900" dirty="0"/>
              <a:t>28</a:t>
            </a:r>
          </a:p>
        </p:txBody>
      </p:sp>
      <p:sp>
        <p:nvSpPr>
          <p:cNvPr id="82" name="TextBox 81">
            <a:extLst>
              <a:ext uri="{FF2B5EF4-FFF2-40B4-BE49-F238E27FC236}">
                <a16:creationId xmlns:a16="http://schemas.microsoft.com/office/drawing/2014/main" id="{1464F94B-417D-01F2-DC8E-6BFA4A548D5D}"/>
              </a:ext>
            </a:extLst>
          </p:cNvPr>
          <p:cNvSpPr txBox="1"/>
          <p:nvPr/>
        </p:nvSpPr>
        <p:spPr>
          <a:xfrm>
            <a:off x="3640666" y="4408541"/>
            <a:ext cx="570089" cy="230832"/>
          </a:xfrm>
          <a:prstGeom prst="rect">
            <a:avLst/>
          </a:prstGeom>
          <a:noFill/>
        </p:spPr>
        <p:txBody>
          <a:bodyPr wrap="square" rtlCol="0">
            <a:spAutoFit/>
          </a:bodyPr>
          <a:lstStyle/>
          <a:p>
            <a:pPr algn="ctr"/>
            <a:r>
              <a:rPr lang="en-US" sz="900" dirty="0"/>
              <a:t>128</a:t>
            </a:r>
          </a:p>
        </p:txBody>
      </p:sp>
      <p:sp>
        <p:nvSpPr>
          <p:cNvPr id="48" name="TextBox 47">
            <a:extLst>
              <a:ext uri="{FF2B5EF4-FFF2-40B4-BE49-F238E27FC236}">
                <a16:creationId xmlns:a16="http://schemas.microsoft.com/office/drawing/2014/main" id="{4B530F48-078C-599A-14BF-1B06488E2740}"/>
              </a:ext>
            </a:extLst>
          </p:cNvPr>
          <p:cNvSpPr txBox="1"/>
          <p:nvPr/>
        </p:nvSpPr>
        <p:spPr>
          <a:xfrm>
            <a:off x="3716867" y="1727886"/>
            <a:ext cx="462845" cy="584775"/>
          </a:xfrm>
          <a:prstGeom prst="rect">
            <a:avLst/>
          </a:prstGeom>
          <a:noFill/>
        </p:spPr>
        <p:txBody>
          <a:bodyPr wrap="square" rtlCol="0">
            <a:spAutoFit/>
          </a:bodyPr>
          <a:lstStyle/>
          <a:p>
            <a:pPr algn="ctr"/>
            <a:r>
              <a:rPr lang="en-US" sz="3200" dirty="0"/>
              <a:t>4</a:t>
            </a:r>
          </a:p>
        </p:txBody>
      </p:sp>
      <p:sp>
        <p:nvSpPr>
          <p:cNvPr id="49" name="TextBox 48">
            <a:extLst>
              <a:ext uri="{FF2B5EF4-FFF2-40B4-BE49-F238E27FC236}">
                <a16:creationId xmlns:a16="http://schemas.microsoft.com/office/drawing/2014/main" id="{25CB575F-DD5B-5DC5-0661-69E2B7670B60}"/>
              </a:ext>
            </a:extLst>
          </p:cNvPr>
          <p:cNvSpPr txBox="1"/>
          <p:nvPr/>
        </p:nvSpPr>
        <p:spPr>
          <a:xfrm>
            <a:off x="5715003" y="3237891"/>
            <a:ext cx="462845" cy="584775"/>
          </a:xfrm>
          <a:prstGeom prst="rect">
            <a:avLst/>
          </a:prstGeom>
          <a:noFill/>
        </p:spPr>
        <p:txBody>
          <a:bodyPr wrap="square" rtlCol="0">
            <a:spAutoFit/>
          </a:bodyPr>
          <a:lstStyle/>
          <a:p>
            <a:pPr algn="ctr"/>
            <a:r>
              <a:rPr lang="en-US" sz="3200" dirty="0"/>
              <a:t>4</a:t>
            </a:r>
          </a:p>
        </p:txBody>
      </p:sp>
      <p:sp>
        <p:nvSpPr>
          <p:cNvPr id="46" name="TextBox 45">
            <a:extLst>
              <a:ext uri="{FF2B5EF4-FFF2-40B4-BE49-F238E27FC236}">
                <a16:creationId xmlns:a16="http://schemas.microsoft.com/office/drawing/2014/main" id="{8AA7573A-D59A-3863-0FF1-832C514BE0E4}"/>
              </a:ext>
            </a:extLst>
          </p:cNvPr>
          <p:cNvSpPr txBox="1"/>
          <p:nvPr/>
        </p:nvSpPr>
        <p:spPr>
          <a:xfrm>
            <a:off x="3217333" y="721216"/>
            <a:ext cx="462845" cy="584775"/>
          </a:xfrm>
          <a:prstGeom prst="rect">
            <a:avLst/>
          </a:prstGeom>
          <a:noFill/>
        </p:spPr>
        <p:txBody>
          <a:bodyPr wrap="square" rtlCol="0">
            <a:spAutoFit/>
          </a:bodyPr>
          <a:lstStyle/>
          <a:p>
            <a:pPr algn="ctr"/>
            <a:r>
              <a:rPr lang="en-US" sz="3200" dirty="0"/>
              <a:t>9</a:t>
            </a:r>
          </a:p>
        </p:txBody>
      </p:sp>
      <p:sp>
        <p:nvSpPr>
          <p:cNvPr id="47" name="TextBox 46">
            <a:extLst>
              <a:ext uri="{FF2B5EF4-FFF2-40B4-BE49-F238E27FC236}">
                <a16:creationId xmlns:a16="http://schemas.microsoft.com/office/drawing/2014/main" id="{62617AFA-10CF-1B15-2439-906E216AEECB}"/>
              </a:ext>
            </a:extLst>
          </p:cNvPr>
          <p:cNvSpPr txBox="1"/>
          <p:nvPr/>
        </p:nvSpPr>
        <p:spPr>
          <a:xfrm>
            <a:off x="7213604" y="4747898"/>
            <a:ext cx="462845" cy="584775"/>
          </a:xfrm>
          <a:prstGeom prst="rect">
            <a:avLst/>
          </a:prstGeom>
          <a:noFill/>
        </p:spPr>
        <p:txBody>
          <a:bodyPr wrap="square" rtlCol="0">
            <a:spAutoFit/>
          </a:bodyPr>
          <a:lstStyle/>
          <a:p>
            <a:pPr algn="ctr"/>
            <a:r>
              <a:rPr lang="en-US" sz="3200" dirty="0"/>
              <a:t>1</a:t>
            </a:r>
          </a:p>
        </p:txBody>
      </p:sp>
      <p:sp>
        <p:nvSpPr>
          <p:cNvPr id="60" name="TextBox 59">
            <a:extLst>
              <a:ext uri="{FF2B5EF4-FFF2-40B4-BE49-F238E27FC236}">
                <a16:creationId xmlns:a16="http://schemas.microsoft.com/office/drawing/2014/main" id="{5D96FEEE-A06D-4B1E-DF76-6331E870F5D9}"/>
              </a:ext>
            </a:extLst>
          </p:cNvPr>
          <p:cNvSpPr txBox="1"/>
          <p:nvPr/>
        </p:nvSpPr>
        <p:spPr>
          <a:xfrm>
            <a:off x="7213604" y="2734556"/>
            <a:ext cx="462845" cy="584775"/>
          </a:xfrm>
          <a:prstGeom prst="rect">
            <a:avLst/>
          </a:prstGeom>
          <a:noFill/>
        </p:spPr>
        <p:txBody>
          <a:bodyPr wrap="square" rtlCol="0">
            <a:spAutoFit/>
          </a:bodyPr>
          <a:lstStyle/>
          <a:p>
            <a:pPr algn="ctr"/>
            <a:r>
              <a:rPr lang="en-US" sz="3200" dirty="0"/>
              <a:t>6</a:t>
            </a:r>
          </a:p>
        </p:txBody>
      </p:sp>
    </p:spTree>
    <p:extLst>
      <p:ext uri="{BB962C8B-B14F-4D97-AF65-F5344CB8AC3E}">
        <p14:creationId xmlns:p14="http://schemas.microsoft.com/office/powerpoint/2010/main" val="537821071"/>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470464-56F3-898F-F034-E1976ACD03C2}"/>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E3DEEB1C-FFBF-C7BF-29FE-3CB241CFA708}"/>
              </a:ext>
            </a:extLst>
          </p:cNvPr>
          <p:cNvSpPr>
            <a:spLocks noGrp="1"/>
          </p:cNvSpPr>
          <p:nvPr>
            <p:ph sz="half" idx="1"/>
          </p:nvPr>
        </p:nvSpPr>
        <p:spPr/>
        <p:txBody>
          <a:bodyPr>
            <a:normAutofit/>
          </a:bodyPr>
          <a:lstStyle/>
          <a:p>
            <a:r>
              <a:rPr lang="en-US" dirty="0"/>
              <a:t>In the upper right block, note the 18/168/68 triplet.</a:t>
            </a:r>
          </a:p>
        </p:txBody>
      </p:sp>
      <p:pic>
        <p:nvPicPr>
          <p:cNvPr id="4" name="Picture 3" descr="A grid of sudoku puzzle&#10;&#10;Description automatically generated">
            <a:extLst>
              <a:ext uri="{FF2B5EF4-FFF2-40B4-BE49-F238E27FC236}">
                <a16:creationId xmlns:a16="http://schemas.microsoft.com/office/drawing/2014/main" id="{7BC6BC8D-7C8C-86AC-2D17-FF61258DC8D6}"/>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8438D11C-6EF8-9245-299D-8E82C3E66C1C}"/>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61D8158B-7F70-7B8C-81CB-5A1025CE0F00}"/>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25FEC450-D623-CE10-78A6-E493488A3FE8}"/>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E41EC96E-0885-1DD5-56EB-501B1316A63B}"/>
              </a:ext>
            </a:extLst>
          </p:cNvPr>
          <p:cNvSpPr txBox="1"/>
          <p:nvPr/>
        </p:nvSpPr>
        <p:spPr>
          <a:xfrm>
            <a:off x="4715935" y="1224551"/>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8" name="TextBox 7">
            <a:extLst>
              <a:ext uri="{FF2B5EF4-FFF2-40B4-BE49-F238E27FC236}">
                <a16:creationId xmlns:a16="http://schemas.microsoft.com/office/drawing/2014/main" id="{C7F09C08-DE5B-6B9D-E718-D6D275394D36}"/>
              </a:ext>
            </a:extLst>
          </p:cNvPr>
          <p:cNvSpPr txBox="1"/>
          <p:nvPr/>
        </p:nvSpPr>
        <p:spPr>
          <a:xfrm>
            <a:off x="6214537" y="122455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9" name="TextBox 8">
            <a:extLst>
              <a:ext uri="{FF2B5EF4-FFF2-40B4-BE49-F238E27FC236}">
                <a16:creationId xmlns:a16="http://schemas.microsoft.com/office/drawing/2014/main" id="{11FCAE7A-B5EC-8E67-CB1B-CA451A98E540}"/>
              </a:ext>
            </a:extLst>
          </p:cNvPr>
          <p:cNvSpPr txBox="1"/>
          <p:nvPr/>
        </p:nvSpPr>
        <p:spPr>
          <a:xfrm>
            <a:off x="6714071" y="1224551"/>
            <a:ext cx="462845" cy="584775"/>
          </a:xfrm>
          <a:prstGeom prst="rect">
            <a:avLst/>
          </a:prstGeom>
          <a:solidFill>
            <a:srgbClr val="FFFF00">
              <a:alpha val="30000"/>
            </a:srgbClr>
          </a:solidFill>
        </p:spPr>
        <p:txBody>
          <a:bodyPr wrap="square" rtlCol="0">
            <a:spAutoFit/>
          </a:bodyPr>
          <a:lstStyle/>
          <a:p>
            <a:pPr algn="ctr"/>
            <a:r>
              <a:rPr lang="en-US" sz="3200" dirty="0"/>
              <a:t>9</a:t>
            </a:r>
          </a:p>
        </p:txBody>
      </p:sp>
      <p:sp>
        <p:nvSpPr>
          <p:cNvPr id="10" name="TextBox 9">
            <a:extLst>
              <a:ext uri="{FF2B5EF4-FFF2-40B4-BE49-F238E27FC236}">
                <a16:creationId xmlns:a16="http://schemas.microsoft.com/office/drawing/2014/main" id="{3F2A98A0-3BB6-3655-20E3-227F40BDE293}"/>
              </a:ext>
            </a:extLst>
          </p:cNvPr>
          <p:cNvSpPr txBox="1"/>
          <p:nvPr/>
        </p:nvSpPr>
        <p:spPr>
          <a:xfrm>
            <a:off x="7213604" y="122455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11" name="TextBox 10">
            <a:extLst>
              <a:ext uri="{FF2B5EF4-FFF2-40B4-BE49-F238E27FC236}">
                <a16:creationId xmlns:a16="http://schemas.microsoft.com/office/drawing/2014/main" id="{C6DE7886-9334-E32D-EC94-400C255BCBF1}"/>
              </a:ext>
            </a:extLst>
          </p:cNvPr>
          <p:cNvSpPr txBox="1"/>
          <p:nvPr/>
        </p:nvSpPr>
        <p:spPr>
          <a:xfrm>
            <a:off x="6714071" y="721216"/>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12" name="TextBox 11">
            <a:extLst>
              <a:ext uri="{FF2B5EF4-FFF2-40B4-BE49-F238E27FC236}">
                <a16:creationId xmlns:a16="http://schemas.microsoft.com/office/drawing/2014/main" id="{5F33FD1B-1087-0849-C33F-F6A7CD620963}"/>
              </a:ext>
            </a:extLst>
          </p:cNvPr>
          <p:cNvSpPr txBox="1"/>
          <p:nvPr/>
        </p:nvSpPr>
        <p:spPr>
          <a:xfrm>
            <a:off x="7213604" y="721216"/>
            <a:ext cx="462845" cy="584775"/>
          </a:xfrm>
          <a:prstGeom prst="rect">
            <a:avLst/>
          </a:prstGeom>
          <a:solidFill>
            <a:srgbClr val="FF0000">
              <a:alpha val="30000"/>
            </a:srgbClr>
          </a:solidFill>
        </p:spPr>
        <p:txBody>
          <a:bodyPr wrap="square" rtlCol="0">
            <a:spAutoFit/>
          </a:bodyPr>
          <a:lstStyle/>
          <a:p>
            <a:pPr algn="ctr"/>
            <a:r>
              <a:rPr lang="en-US" sz="3200" dirty="0"/>
              <a:t>3</a:t>
            </a:r>
          </a:p>
        </p:txBody>
      </p:sp>
      <p:sp>
        <p:nvSpPr>
          <p:cNvPr id="13" name="TextBox 12">
            <a:extLst>
              <a:ext uri="{FF2B5EF4-FFF2-40B4-BE49-F238E27FC236}">
                <a16:creationId xmlns:a16="http://schemas.microsoft.com/office/drawing/2014/main" id="{53B5AE84-69BE-2909-708C-B1EAFABB1A13}"/>
              </a:ext>
            </a:extLst>
          </p:cNvPr>
          <p:cNvSpPr txBox="1"/>
          <p:nvPr/>
        </p:nvSpPr>
        <p:spPr>
          <a:xfrm>
            <a:off x="4216401" y="1727886"/>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14" name="TextBox 13">
            <a:extLst>
              <a:ext uri="{FF2B5EF4-FFF2-40B4-BE49-F238E27FC236}">
                <a16:creationId xmlns:a16="http://schemas.microsoft.com/office/drawing/2014/main" id="{8A702E51-1537-34AD-0ED0-BB710F2C9F19}"/>
              </a:ext>
            </a:extLst>
          </p:cNvPr>
          <p:cNvSpPr txBox="1"/>
          <p:nvPr/>
        </p:nvSpPr>
        <p:spPr>
          <a:xfrm>
            <a:off x="5215469" y="1727886"/>
            <a:ext cx="462845" cy="584775"/>
          </a:xfrm>
          <a:prstGeom prst="rect">
            <a:avLst/>
          </a:prstGeom>
          <a:solidFill>
            <a:srgbClr val="00B050">
              <a:alpha val="40000"/>
            </a:srgbClr>
          </a:solidFill>
        </p:spPr>
        <p:txBody>
          <a:bodyPr wrap="square" rtlCol="0">
            <a:spAutoFit/>
          </a:bodyPr>
          <a:lstStyle/>
          <a:p>
            <a:pPr algn="ctr"/>
            <a:r>
              <a:rPr lang="en-US" sz="3200" dirty="0"/>
              <a:t>9</a:t>
            </a:r>
          </a:p>
        </p:txBody>
      </p:sp>
      <p:sp>
        <p:nvSpPr>
          <p:cNvPr id="15" name="TextBox 14">
            <a:extLst>
              <a:ext uri="{FF2B5EF4-FFF2-40B4-BE49-F238E27FC236}">
                <a16:creationId xmlns:a16="http://schemas.microsoft.com/office/drawing/2014/main" id="{596CB1CE-342E-9B39-32B7-B4E99DCA1BA8}"/>
              </a:ext>
            </a:extLst>
          </p:cNvPr>
          <p:cNvSpPr txBox="1"/>
          <p:nvPr/>
        </p:nvSpPr>
        <p:spPr>
          <a:xfrm>
            <a:off x="6214537" y="1727886"/>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16" name="TextBox 15">
            <a:extLst>
              <a:ext uri="{FF2B5EF4-FFF2-40B4-BE49-F238E27FC236}">
                <a16:creationId xmlns:a16="http://schemas.microsoft.com/office/drawing/2014/main" id="{D8D2962E-6FEB-2031-4666-7F21F165242A}"/>
              </a:ext>
            </a:extLst>
          </p:cNvPr>
          <p:cNvSpPr txBox="1"/>
          <p:nvPr/>
        </p:nvSpPr>
        <p:spPr>
          <a:xfrm>
            <a:off x="6714071" y="172788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17" name="TextBox 16">
            <a:extLst>
              <a:ext uri="{FF2B5EF4-FFF2-40B4-BE49-F238E27FC236}">
                <a16:creationId xmlns:a16="http://schemas.microsoft.com/office/drawing/2014/main" id="{1EA30CA8-C39A-DB81-C4F5-367B0A01ADF3}"/>
              </a:ext>
            </a:extLst>
          </p:cNvPr>
          <p:cNvSpPr txBox="1"/>
          <p:nvPr/>
        </p:nvSpPr>
        <p:spPr>
          <a:xfrm>
            <a:off x="3716867" y="223122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18" name="TextBox 17">
            <a:extLst>
              <a:ext uri="{FF2B5EF4-FFF2-40B4-BE49-F238E27FC236}">
                <a16:creationId xmlns:a16="http://schemas.microsoft.com/office/drawing/2014/main" id="{D3CDCBFB-CCF5-2A7F-ECA7-2CBA39293670}"/>
              </a:ext>
            </a:extLst>
          </p:cNvPr>
          <p:cNvSpPr txBox="1"/>
          <p:nvPr/>
        </p:nvSpPr>
        <p:spPr>
          <a:xfrm>
            <a:off x="5215469" y="2231221"/>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19" name="TextBox 18">
            <a:extLst>
              <a:ext uri="{FF2B5EF4-FFF2-40B4-BE49-F238E27FC236}">
                <a16:creationId xmlns:a16="http://schemas.microsoft.com/office/drawing/2014/main" id="{F995E157-66C2-02F8-CC6D-36E9C39455F1}"/>
              </a:ext>
            </a:extLst>
          </p:cNvPr>
          <p:cNvSpPr txBox="1"/>
          <p:nvPr/>
        </p:nvSpPr>
        <p:spPr>
          <a:xfrm>
            <a:off x="5715003" y="2231221"/>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20" name="TextBox 19">
            <a:extLst>
              <a:ext uri="{FF2B5EF4-FFF2-40B4-BE49-F238E27FC236}">
                <a16:creationId xmlns:a16="http://schemas.microsoft.com/office/drawing/2014/main" id="{B6A22CBD-2157-9748-3F76-DC7E2DD6B400}"/>
              </a:ext>
            </a:extLst>
          </p:cNvPr>
          <p:cNvSpPr txBox="1"/>
          <p:nvPr/>
        </p:nvSpPr>
        <p:spPr>
          <a:xfrm>
            <a:off x="6214537" y="2231221"/>
            <a:ext cx="462845" cy="584775"/>
          </a:xfrm>
          <a:prstGeom prst="rect">
            <a:avLst/>
          </a:prstGeom>
          <a:solidFill>
            <a:srgbClr val="FF0000">
              <a:alpha val="30000"/>
            </a:srgbClr>
          </a:solidFill>
        </p:spPr>
        <p:txBody>
          <a:bodyPr wrap="square" rtlCol="0">
            <a:spAutoFit/>
          </a:bodyPr>
          <a:lstStyle/>
          <a:p>
            <a:pPr algn="ctr"/>
            <a:r>
              <a:rPr lang="en-US" sz="3200" dirty="0"/>
              <a:t>4</a:t>
            </a:r>
          </a:p>
        </p:txBody>
      </p:sp>
      <p:sp>
        <p:nvSpPr>
          <p:cNvPr id="21" name="TextBox 20">
            <a:extLst>
              <a:ext uri="{FF2B5EF4-FFF2-40B4-BE49-F238E27FC236}">
                <a16:creationId xmlns:a16="http://schemas.microsoft.com/office/drawing/2014/main" id="{C4A8A364-0A94-ADDB-3B4D-8C35C0310092}"/>
              </a:ext>
            </a:extLst>
          </p:cNvPr>
          <p:cNvSpPr txBox="1"/>
          <p:nvPr/>
        </p:nvSpPr>
        <p:spPr>
          <a:xfrm>
            <a:off x="6714071" y="223122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2" name="TextBox 21">
            <a:extLst>
              <a:ext uri="{FF2B5EF4-FFF2-40B4-BE49-F238E27FC236}">
                <a16:creationId xmlns:a16="http://schemas.microsoft.com/office/drawing/2014/main" id="{BBED004A-07FD-3827-AC10-19800048CC15}"/>
              </a:ext>
            </a:extLst>
          </p:cNvPr>
          <p:cNvSpPr txBox="1"/>
          <p:nvPr/>
        </p:nvSpPr>
        <p:spPr>
          <a:xfrm>
            <a:off x="4216401" y="2734556"/>
            <a:ext cx="462845" cy="584775"/>
          </a:xfrm>
          <a:prstGeom prst="rect">
            <a:avLst/>
          </a:prstGeom>
          <a:solidFill>
            <a:srgbClr val="FF0000">
              <a:alpha val="30000"/>
            </a:srgbClr>
          </a:solidFill>
        </p:spPr>
        <p:txBody>
          <a:bodyPr wrap="square" rtlCol="0">
            <a:spAutoFit/>
          </a:bodyPr>
          <a:lstStyle/>
          <a:p>
            <a:pPr algn="ctr"/>
            <a:r>
              <a:rPr lang="en-US" sz="3200" dirty="0"/>
              <a:t>4</a:t>
            </a:r>
          </a:p>
        </p:txBody>
      </p:sp>
      <p:sp>
        <p:nvSpPr>
          <p:cNvPr id="23" name="TextBox 22">
            <a:extLst>
              <a:ext uri="{FF2B5EF4-FFF2-40B4-BE49-F238E27FC236}">
                <a16:creationId xmlns:a16="http://schemas.microsoft.com/office/drawing/2014/main" id="{D8102BF7-0090-2DE2-67E9-A6CC853F51E8}"/>
              </a:ext>
            </a:extLst>
          </p:cNvPr>
          <p:cNvSpPr txBox="1"/>
          <p:nvPr/>
        </p:nvSpPr>
        <p:spPr>
          <a:xfrm>
            <a:off x="5215469" y="2734556"/>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4" name="TextBox 23">
            <a:extLst>
              <a:ext uri="{FF2B5EF4-FFF2-40B4-BE49-F238E27FC236}">
                <a16:creationId xmlns:a16="http://schemas.microsoft.com/office/drawing/2014/main" id="{C53A8AC8-2F56-0BB4-DC06-0C7716B9192D}"/>
              </a:ext>
            </a:extLst>
          </p:cNvPr>
          <p:cNvSpPr txBox="1"/>
          <p:nvPr/>
        </p:nvSpPr>
        <p:spPr>
          <a:xfrm>
            <a:off x="6714071" y="2734556"/>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25" name="TextBox 24">
            <a:extLst>
              <a:ext uri="{FF2B5EF4-FFF2-40B4-BE49-F238E27FC236}">
                <a16:creationId xmlns:a16="http://schemas.microsoft.com/office/drawing/2014/main" id="{93F30BF6-DF49-FB36-3606-9AC9F6753629}"/>
              </a:ext>
            </a:extLst>
          </p:cNvPr>
          <p:cNvSpPr txBox="1"/>
          <p:nvPr/>
        </p:nvSpPr>
        <p:spPr>
          <a:xfrm>
            <a:off x="3716867" y="323789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6" name="TextBox 25">
            <a:extLst>
              <a:ext uri="{FF2B5EF4-FFF2-40B4-BE49-F238E27FC236}">
                <a16:creationId xmlns:a16="http://schemas.microsoft.com/office/drawing/2014/main" id="{8E87CC78-7792-A923-5D88-A4D209C4463B}"/>
              </a:ext>
            </a:extLst>
          </p:cNvPr>
          <p:cNvSpPr txBox="1"/>
          <p:nvPr/>
        </p:nvSpPr>
        <p:spPr>
          <a:xfrm>
            <a:off x="4715935" y="323789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27" name="TextBox 26">
            <a:extLst>
              <a:ext uri="{FF2B5EF4-FFF2-40B4-BE49-F238E27FC236}">
                <a16:creationId xmlns:a16="http://schemas.microsoft.com/office/drawing/2014/main" id="{F82C7AE6-261C-6F63-C928-ADDA00DC0B6F}"/>
              </a:ext>
            </a:extLst>
          </p:cNvPr>
          <p:cNvSpPr txBox="1"/>
          <p:nvPr/>
        </p:nvSpPr>
        <p:spPr>
          <a:xfrm>
            <a:off x="5215469" y="323789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28" name="TextBox 27">
            <a:extLst>
              <a:ext uri="{FF2B5EF4-FFF2-40B4-BE49-F238E27FC236}">
                <a16:creationId xmlns:a16="http://schemas.microsoft.com/office/drawing/2014/main" id="{E91658DD-A59B-1F2D-2021-791286FB5E5A}"/>
              </a:ext>
            </a:extLst>
          </p:cNvPr>
          <p:cNvSpPr txBox="1"/>
          <p:nvPr/>
        </p:nvSpPr>
        <p:spPr>
          <a:xfrm>
            <a:off x="7213604" y="3237891"/>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29" name="TextBox 28">
            <a:extLst>
              <a:ext uri="{FF2B5EF4-FFF2-40B4-BE49-F238E27FC236}">
                <a16:creationId xmlns:a16="http://schemas.microsoft.com/office/drawing/2014/main" id="{19050813-5AE3-26A9-F01B-29D91BC5A2A9}"/>
              </a:ext>
            </a:extLst>
          </p:cNvPr>
          <p:cNvSpPr txBox="1"/>
          <p:nvPr/>
        </p:nvSpPr>
        <p:spPr>
          <a:xfrm>
            <a:off x="3217333" y="3741226"/>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30" name="TextBox 29">
            <a:extLst>
              <a:ext uri="{FF2B5EF4-FFF2-40B4-BE49-F238E27FC236}">
                <a16:creationId xmlns:a16="http://schemas.microsoft.com/office/drawing/2014/main" id="{FDA2DD8C-C107-F2BF-4E61-DF4A932433C4}"/>
              </a:ext>
            </a:extLst>
          </p:cNvPr>
          <p:cNvSpPr txBox="1"/>
          <p:nvPr/>
        </p:nvSpPr>
        <p:spPr>
          <a:xfrm>
            <a:off x="3716867" y="374122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31" name="TextBox 30">
            <a:extLst>
              <a:ext uri="{FF2B5EF4-FFF2-40B4-BE49-F238E27FC236}">
                <a16:creationId xmlns:a16="http://schemas.microsoft.com/office/drawing/2014/main" id="{78AD839D-5096-A5BA-B321-A456FC85AB2C}"/>
              </a:ext>
            </a:extLst>
          </p:cNvPr>
          <p:cNvSpPr txBox="1"/>
          <p:nvPr/>
        </p:nvSpPr>
        <p:spPr>
          <a:xfrm>
            <a:off x="5715003" y="3741226"/>
            <a:ext cx="462845" cy="584775"/>
          </a:xfrm>
          <a:prstGeom prst="rect">
            <a:avLst/>
          </a:prstGeom>
          <a:solidFill>
            <a:srgbClr val="FFFF00">
              <a:alpha val="30000"/>
            </a:srgbClr>
          </a:solidFill>
        </p:spPr>
        <p:txBody>
          <a:bodyPr wrap="square" rtlCol="0">
            <a:spAutoFit/>
          </a:bodyPr>
          <a:lstStyle/>
          <a:p>
            <a:pPr algn="ctr"/>
            <a:r>
              <a:rPr lang="en-US" sz="3200" dirty="0"/>
              <a:t>9</a:t>
            </a:r>
          </a:p>
        </p:txBody>
      </p:sp>
      <p:sp>
        <p:nvSpPr>
          <p:cNvPr id="32" name="TextBox 31">
            <a:extLst>
              <a:ext uri="{FF2B5EF4-FFF2-40B4-BE49-F238E27FC236}">
                <a16:creationId xmlns:a16="http://schemas.microsoft.com/office/drawing/2014/main" id="{5ED7A040-6C7B-2677-489E-B45B2E817727}"/>
              </a:ext>
            </a:extLst>
          </p:cNvPr>
          <p:cNvSpPr txBox="1"/>
          <p:nvPr/>
        </p:nvSpPr>
        <p:spPr>
          <a:xfrm>
            <a:off x="6214537" y="3741226"/>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33" name="TextBox 32">
            <a:extLst>
              <a:ext uri="{FF2B5EF4-FFF2-40B4-BE49-F238E27FC236}">
                <a16:creationId xmlns:a16="http://schemas.microsoft.com/office/drawing/2014/main" id="{1CB2D05A-A0FE-EB71-63F3-3387BD6FCFF0}"/>
              </a:ext>
            </a:extLst>
          </p:cNvPr>
          <p:cNvSpPr txBox="1"/>
          <p:nvPr/>
        </p:nvSpPr>
        <p:spPr>
          <a:xfrm>
            <a:off x="6714071" y="374122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34" name="TextBox 33">
            <a:extLst>
              <a:ext uri="{FF2B5EF4-FFF2-40B4-BE49-F238E27FC236}">
                <a16:creationId xmlns:a16="http://schemas.microsoft.com/office/drawing/2014/main" id="{0B7621CC-4F7D-C3C8-D88F-F3F539B8CD86}"/>
              </a:ext>
            </a:extLst>
          </p:cNvPr>
          <p:cNvSpPr txBox="1"/>
          <p:nvPr/>
        </p:nvSpPr>
        <p:spPr>
          <a:xfrm>
            <a:off x="7213604" y="3741226"/>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35" name="TextBox 34">
            <a:extLst>
              <a:ext uri="{FF2B5EF4-FFF2-40B4-BE49-F238E27FC236}">
                <a16:creationId xmlns:a16="http://schemas.microsoft.com/office/drawing/2014/main" id="{93430A56-F29D-7CCE-A386-05439632F3FF}"/>
              </a:ext>
            </a:extLst>
          </p:cNvPr>
          <p:cNvSpPr txBox="1"/>
          <p:nvPr/>
        </p:nvSpPr>
        <p:spPr>
          <a:xfrm>
            <a:off x="3217333" y="424456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36" name="TextBox 35">
            <a:extLst>
              <a:ext uri="{FF2B5EF4-FFF2-40B4-BE49-F238E27FC236}">
                <a16:creationId xmlns:a16="http://schemas.microsoft.com/office/drawing/2014/main" id="{3DC89003-A24F-83C9-4279-894C9E5F9390}"/>
              </a:ext>
            </a:extLst>
          </p:cNvPr>
          <p:cNvSpPr txBox="1"/>
          <p:nvPr/>
        </p:nvSpPr>
        <p:spPr>
          <a:xfrm>
            <a:off x="4216401" y="4244561"/>
            <a:ext cx="462845" cy="584775"/>
          </a:xfrm>
          <a:prstGeom prst="rect">
            <a:avLst/>
          </a:prstGeom>
          <a:solidFill>
            <a:srgbClr val="FF0000">
              <a:alpha val="30000"/>
            </a:srgbClr>
          </a:solidFill>
        </p:spPr>
        <p:txBody>
          <a:bodyPr wrap="square" rtlCol="0">
            <a:spAutoFit/>
          </a:bodyPr>
          <a:lstStyle/>
          <a:p>
            <a:pPr algn="ctr"/>
            <a:r>
              <a:rPr lang="en-US" sz="3200" dirty="0"/>
              <a:t>3</a:t>
            </a:r>
          </a:p>
        </p:txBody>
      </p:sp>
      <p:sp>
        <p:nvSpPr>
          <p:cNvPr id="37" name="TextBox 36">
            <a:extLst>
              <a:ext uri="{FF2B5EF4-FFF2-40B4-BE49-F238E27FC236}">
                <a16:creationId xmlns:a16="http://schemas.microsoft.com/office/drawing/2014/main" id="{90344EBA-CD06-A9D2-D257-C85E965857E0}"/>
              </a:ext>
            </a:extLst>
          </p:cNvPr>
          <p:cNvSpPr txBox="1"/>
          <p:nvPr/>
        </p:nvSpPr>
        <p:spPr>
          <a:xfrm>
            <a:off x="5715003" y="424456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38" name="TextBox 37">
            <a:extLst>
              <a:ext uri="{FF2B5EF4-FFF2-40B4-BE49-F238E27FC236}">
                <a16:creationId xmlns:a16="http://schemas.microsoft.com/office/drawing/2014/main" id="{7BFE8099-7048-FCED-27DD-B9E00244F04A}"/>
              </a:ext>
            </a:extLst>
          </p:cNvPr>
          <p:cNvSpPr txBox="1"/>
          <p:nvPr/>
        </p:nvSpPr>
        <p:spPr>
          <a:xfrm>
            <a:off x="6214537" y="424456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39" name="TextBox 38">
            <a:extLst>
              <a:ext uri="{FF2B5EF4-FFF2-40B4-BE49-F238E27FC236}">
                <a16:creationId xmlns:a16="http://schemas.microsoft.com/office/drawing/2014/main" id="{08E48853-058E-D95A-CAB9-80FC7DBD284E}"/>
              </a:ext>
            </a:extLst>
          </p:cNvPr>
          <p:cNvSpPr txBox="1"/>
          <p:nvPr/>
        </p:nvSpPr>
        <p:spPr>
          <a:xfrm>
            <a:off x="6714071" y="4244561"/>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40" name="TextBox 39">
            <a:extLst>
              <a:ext uri="{FF2B5EF4-FFF2-40B4-BE49-F238E27FC236}">
                <a16:creationId xmlns:a16="http://schemas.microsoft.com/office/drawing/2014/main" id="{8AEB23A4-1B63-B5F5-7395-F07E8C5DFD1F}"/>
              </a:ext>
            </a:extLst>
          </p:cNvPr>
          <p:cNvSpPr txBox="1"/>
          <p:nvPr/>
        </p:nvSpPr>
        <p:spPr>
          <a:xfrm>
            <a:off x="7213604" y="4244561"/>
            <a:ext cx="462845" cy="584775"/>
          </a:xfrm>
          <a:prstGeom prst="rect">
            <a:avLst/>
          </a:prstGeom>
          <a:solidFill>
            <a:srgbClr val="00B050">
              <a:alpha val="40000"/>
            </a:srgbClr>
          </a:solidFill>
        </p:spPr>
        <p:txBody>
          <a:bodyPr wrap="square" rtlCol="0">
            <a:spAutoFit/>
          </a:bodyPr>
          <a:lstStyle/>
          <a:p>
            <a:pPr algn="ctr"/>
            <a:r>
              <a:rPr lang="en-US" sz="3200" dirty="0"/>
              <a:t>9</a:t>
            </a:r>
          </a:p>
        </p:txBody>
      </p:sp>
      <p:sp>
        <p:nvSpPr>
          <p:cNvPr id="41" name="TextBox 40">
            <a:extLst>
              <a:ext uri="{FF2B5EF4-FFF2-40B4-BE49-F238E27FC236}">
                <a16:creationId xmlns:a16="http://schemas.microsoft.com/office/drawing/2014/main" id="{00AB6D8A-5C3F-E84C-92E9-900DE4A9605C}"/>
              </a:ext>
            </a:extLst>
          </p:cNvPr>
          <p:cNvSpPr txBox="1"/>
          <p:nvPr/>
        </p:nvSpPr>
        <p:spPr>
          <a:xfrm>
            <a:off x="3217333" y="4747898"/>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42" name="TextBox 41">
            <a:extLst>
              <a:ext uri="{FF2B5EF4-FFF2-40B4-BE49-F238E27FC236}">
                <a16:creationId xmlns:a16="http://schemas.microsoft.com/office/drawing/2014/main" id="{41735952-06F5-6097-E6EE-E6B53262C7D0}"/>
              </a:ext>
            </a:extLst>
          </p:cNvPr>
          <p:cNvSpPr txBox="1"/>
          <p:nvPr/>
        </p:nvSpPr>
        <p:spPr>
          <a:xfrm>
            <a:off x="3716867" y="4747898"/>
            <a:ext cx="462845" cy="584775"/>
          </a:xfrm>
          <a:prstGeom prst="rect">
            <a:avLst/>
          </a:prstGeom>
          <a:solidFill>
            <a:srgbClr val="FFFF00">
              <a:alpha val="30000"/>
            </a:srgbClr>
          </a:solidFill>
        </p:spPr>
        <p:txBody>
          <a:bodyPr wrap="square" rtlCol="0">
            <a:spAutoFit/>
          </a:bodyPr>
          <a:lstStyle/>
          <a:p>
            <a:pPr algn="ctr"/>
            <a:r>
              <a:rPr lang="en-US" sz="3200" dirty="0"/>
              <a:t>9</a:t>
            </a:r>
          </a:p>
        </p:txBody>
      </p:sp>
      <p:sp>
        <p:nvSpPr>
          <p:cNvPr id="43" name="TextBox 42">
            <a:extLst>
              <a:ext uri="{FF2B5EF4-FFF2-40B4-BE49-F238E27FC236}">
                <a16:creationId xmlns:a16="http://schemas.microsoft.com/office/drawing/2014/main" id="{0F50E459-EC2C-5818-87F8-8FCF094AE9C3}"/>
              </a:ext>
            </a:extLst>
          </p:cNvPr>
          <p:cNvSpPr txBox="1"/>
          <p:nvPr/>
        </p:nvSpPr>
        <p:spPr>
          <a:xfrm>
            <a:off x="4216401" y="4747898"/>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44" name="TextBox 43">
            <a:extLst>
              <a:ext uri="{FF2B5EF4-FFF2-40B4-BE49-F238E27FC236}">
                <a16:creationId xmlns:a16="http://schemas.microsoft.com/office/drawing/2014/main" id="{6B5779FE-40EB-4BEF-D1AA-251AD98C9CFD}"/>
              </a:ext>
            </a:extLst>
          </p:cNvPr>
          <p:cNvSpPr txBox="1"/>
          <p:nvPr/>
        </p:nvSpPr>
        <p:spPr>
          <a:xfrm>
            <a:off x="7157158" y="1522145"/>
            <a:ext cx="570089" cy="230832"/>
          </a:xfrm>
          <a:prstGeom prst="rect">
            <a:avLst/>
          </a:prstGeom>
          <a:noFill/>
        </p:spPr>
        <p:txBody>
          <a:bodyPr wrap="square" rtlCol="0">
            <a:spAutoFit/>
          </a:bodyPr>
          <a:lstStyle/>
          <a:p>
            <a:pPr algn="ctr"/>
            <a:r>
              <a:rPr lang="en-US" sz="900" dirty="0"/>
              <a:t>57</a:t>
            </a:r>
          </a:p>
        </p:txBody>
      </p:sp>
      <p:sp>
        <p:nvSpPr>
          <p:cNvPr id="45" name="TextBox 44">
            <a:extLst>
              <a:ext uri="{FF2B5EF4-FFF2-40B4-BE49-F238E27FC236}">
                <a16:creationId xmlns:a16="http://schemas.microsoft.com/office/drawing/2014/main" id="{B54F9E28-E0A2-F0DB-22FA-EC629D51AECF}"/>
              </a:ext>
            </a:extLst>
          </p:cNvPr>
          <p:cNvSpPr txBox="1"/>
          <p:nvPr/>
        </p:nvSpPr>
        <p:spPr>
          <a:xfrm>
            <a:off x="4143022" y="5028752"/>
            <a:ext cx="570089" cy="230832"/>
          </a:xfrm>
          <a:prstGeom prst="rect">
            <a:avLst/>
          </a:prstGeom>
          <a:noFill/>
        </p:spPr>
        <p:txBody>
          <a:bodyPr wrap="square" rtlCol="0">
            <a:spAutoFit/>
          </a:bodyPr>
          <a:lstStyle/>
          <a:p>
            <a:pPr algn="ctr"/>
            <a:r>
              <a:rPr lang="en-US" sz="900" dirty="0"/>
              <a:t>57</a:t>
            </a:r>
          </a:p>
        </p:txBody>
      </p:sp>
      <p:sp>
        <p:nvSpPr>
          <p:cNvPr id="50" name="TextBox 49">
            <a:extLst>
              <a:ext uri="{FF2B5EF4-FFF2-40B4-BE49-F238E27FC236}">
                <a16:creationId xmlns:a16="http://schemas.microsoft.com/office/drawing/2014/main" id="{D31C4E8F-005E-86DD-9FDD-BFBAE9FE0B56}"/>
              </a:ext>
            </a:extLst>
          </p:cNvPr>
          <p:cNvSpPr txBox="1"/>
          <p:nvPr/>
        </p:nvSpPr>
        <p:spPr>
          <a:xfrm>
            <a:off x="6152446" y="1402877"/>
            <a:ext cx="570089" cy="230832"/>
          </a:xfrm>
          <a:prstGeom prst="rect">
            <a:avLst/>
          </a:prstGeom>
          <a:noFill/>
        </p:spPr>
        <p:txBody>
          <a:bodyPr wrap="square" rtlCol="0">
            <a:spAutoFit/>
          </a:bodyPr>
          <a:lstStyle/>
          <a:p>
            <a:pPr algn="ctr"/>
            <a:r>
              <a:rPr lang="en-US" sz="900" dirty="0"/>
              <a:t>75</a:t>
            </a:r>
          </a:p>
        </p:txBody>
      </p:sp>
      <p:sp>
        <p:nvSpPr>
          <p:cNvPr id="51" name="TextBox 50">
            <a:extLst>
              <a:ext uri="{FF2B5EF4-FFF2-40B4-BE49-F238E27FC236}">
                <a16:creationId xmlns:a16="http://schemas.microsoft.com/office/drawing/2014/main" id="{17E5462B-E445-72FB-329B-963453E1495B}"/>
              </a:ext>
            </a:extLst>
          </p:cNvPr>
          <p:cNvSpPr txBox="1"/>
          <p:nvPr/>
        </p:nvSpPr>
        <p:spPr>
          <a:xfrm>
            <a:off x="3138310" y="4408541"/>
            <a:ext cx="570089" cy="230832"/>
          </a:xfrm>
          <a:prstGeom prst="rect">
            <a:avLst/>
          </a:prstGeom>
          <a:noFill/>
        </p:spPr>
        <p:txBody>
          <a:bodyPr wrap="square" rtlCol="0">
            <a:spAutoFit/>
          </a:bodyPr>
          <a:lstStyle/>
          <a:p>
            <a:pPr algn="ctr"/>
            <a:r>
              <a:rPr lang="en-US" sz="900" dirty="0"/>
              <a:t>75</a:t>
            </a:r>
          </a:p>
        </p:txBody>
      </p:sp>
      <p:sp>
        <p:nvSpPr>
          <p:cNvPr id="52" name="TextBox 51">
            <a:extLst>
              <a:ext uri="{FF2B5EF4-FFF2-40B4-BE49-F238E27FC236}">
                <a16:creationId xmlns:a16="http://schemas.microsoft.com/office/drawing/2014/main" id="{5AA5AF9F-A6DF-50B9-D20F-78CEC9FADD29}"/>
              </a:ext>
            </a:extLst>
          </p:cNvPr>
          <p:cNvSpPr txBox="1"/>
          <p:nvPr/>
        </p:nvSpPr>
        <p:spPr>
          <a:xfrm>
            <a:off x="3640666" y="3406653"/>
            <a:ext cx="570089" cy="230832"/>
          </a:xfrm>
          <a:prstGeom prst="rect">
            <a:avLst/>
          </a:prstGeom>
          <a:noFill/>
        </p:spPr>
        <p:txBody>
          <a:bodyPr wrap="square" rtlCol="0">
            <a:spAutoFit/>
          </a:bodyPr>
          <a:lstStyle/>
          <a:p>
            <a:pPr algn="ctr"/>
            <a:r>
              <a:rPr lang="en-US" sz="900" dirty="0"/>
              <a:t>2357</a:t>
            </a:r>
          </a:p>
        </p:txBody>
      </p:sp>
      <p:sp>
        <p:nvSpPr>
          <p:cNvPr id="53" name="TextBox 52">
            <a:extLst>
              <a:ext uri="{FF2B5EF4-FFF2-40B4-BE49-F238E27FC236}">
                <a16:creationId xmlns:a16="http://schemas.microsoft.com/office/drawing/2014/main" id="{5E515431-48F3-7883-A505-D5E05ADC5359}"/>
              </a:ext>
            </a:extLst>
          </p:cNvPr>
          <p:cNvSpPr txBox="1"/>
          <p:nvPr/>
        </p:nvSpPr>
        <p:spPr>
          <a:xfrm>
            <a:off x="3640666" y="4026865"/>
            <a:ext cx="570089" cy="230832"/>
          </a:xfrm>
          <a:prstGeom prst="rect">
            <a:avLst/>
          </a:prstGeom>
          <a:noFill/>
        </p:spPr>
        <p:txBody>
          <a:bodyPr wrap="square" rtlCol="0">
            <a:spAutoFit/>
          </a:bodyPr>
          <a:lstStyle/>
          <a:p>
            <a:pPr algn="ctr"/>
            <a:r>
              <a:rPr lang="en-US" sz="900" dirty="0"/>
              <a:t>68</a:t>
            </a:r>
          </a:p>
        </p:txBody>
      </p:sp>
      <p:sp>
        <p:nvSpPr>
          <p:cNvPr id="54" name="TextBox 53">
            <a:extLst>
              <a:ext uri="{FF2B5EF4-FFF2-40B4-BE49-F238E27FC236}">
                <a16:creationId xmlns:a16="http://schemas.microsoft.com/office/drawing/2014/main" id="{2F2CF816-1948-E28E-59B9-B615F3EBDB10}"/>
              </a:ext>
            </a:extLst>
          </p:cNvPr>
          <p:cNvSpPr txBox="1"/>
          <p:nvPr/>
        </p:nvSpPr>
        <p:spPr>
          <a:xfrm>
            <a:off x="3138310" y="3788329"/>
            <a:ext cx="570089" cy="230832"/>
          </a:xfrm>
          <a:prstGeom prst="rect">
            <a:avLst/>
          </a:prstGeom>
          <a:noFill/>
        </p:spPr>
        <p:txBody>
          <a:bodyPr wrap="square" rtlCol="0">
            <a:spAutoFit/>
          </a:bodyPr>
          <a:lstStyle/>
          <a:p>
            <a:pPr algn="ctr"/>
            <a:r>
              <a:rPr lang="en-US" sz="900" dirty="0"/>
              <a:t>168</a:t>
            </a:r>
          </a:p>
        </p:txBody>
      </p:sp>
      <p:sp>
        <p:nvSpPr>
          <p:cNvPr id="55" name="TextBox 54">
            <a:extLst>
              <a:ext uri="{FF2B5EF4-FFF2-40B4-BE49-F238E27FC236}">
                <a16:creationId xmlns:a16="http://schemas.microsoft.com/office/drawing/2014/main" id="{A3FBE171-8733-FA2F-3607-9764D4B3180A}"/>
              </a:ext>
            </a:extLst>
          </p:cNvPr>
          <p:cNvSpPr txBox="1"/>
          <p:nvPr/>
        </p:nvSpPr>
        <p:spPr>
          <a:xfrm>
            <a:off x="6152446" y="2023089"/>
            <a:ext cx="570089" cy="230832"/>
          </a:xfrm>
          <a:prstGeom prst="rect">
            <a:avLst/>
          </a:prstGeom>
          <a:noFill/>
        </p:spPr>
        <p:txBody>
          <a:bodyPr wrap="square" rtlCol="0">
            <a:spAutoFit/>
          </a:bodyPr>
          <a:lstStyle/>
          <a:p>
            <a:pPr algn="ctr"/>
            <a:r>
              <a:rPr lang="en-US" sz="900" dirty="0"/>
              <a:t>168</a:t>
            </a:r>
          </a:p>
        </p:txBody>
      </p:sp>
      <p:sp>
        <p:nvSpPr>
          <p:cNvPr id="56" name="TextBox 55">
            <a:extLst>
              <a:ext uri="{FF2B5EF4-FFF2-40B4-BE49-F238E27FC236}">
                <a16:creationId xmlns:a16="http://schemas.microsoft.com/office/drawing/2014/main" id="{BBA7E191-D0E9-AAD9-F658-BEE670E38257}"/>
              </a:ext>
            </a:extLst>
          </p:cNvPr>
          <p:cNvSpPr txBox="1"/>
          <p:nvPr/>
        </p:nvSpPr>
        <p:spPr>
          <a:xfrm>
            <a:off x="6654802" y="1784553"/>
            <a:ext cx="570089" cy="230832"/>
          </a:xfrm>
          <a:prstGeom prst="rect">
            <a:avLst/>
          </a:prstGeom>
          <a:noFill/>
        </p:spPr>
        <p:txBody>
          <a:bodyPr wrap="square" rtlCol="0">
            <a:spAutoFit/>
          </a:bodyPr>
          <a:lstStyle/>
          <a:p>
            <a:pPr algn="ctr"/>
            <a:r>
              <a:rPr lang="en-US" sz="900" dirty="0"/>
              <a:t>68</a:t>
            </a:r>
          </a:p>
        </p:txBody>
      </p:sp>
      <p:sp>
        <p:nvSpPr>
          <p:cNvPr id="57" name="TextBox 56">
            <a:extLst>
              <a:ext uri="{FF2B5EF4-FFF2-40B4-BE49-F238E27FC236}">
                <a16:creationId xmlns:a16="http://schemas.microsoft.com/office/drawing/2014/main" id="{858CBACC-2208-6B81-FAD5-26D6C49C1555}"/>
              </a:ext>
            </a:extLst>
          </p:cNvPr>
          <p:cNvSpPr txBox="1"/>
          <p:nvPr/>
        </p:nvSpPr>
        <p:spPr>
          <a:xfrm>
            <a:off x="6654802" y="2524033"/>
            <a:ext cx="570089" cy="230832"/>
          </a:xfrm>
          <a:prstGeom prst="rect">
            <a:avLst/>
          </a:prstGeom>
          <a:noFill/>
        </p:spPr>
        <p:txBody>
          <a:bodyPr wrap="square" rtlCol="0">
            <a:spAutoFit/>
          </a:bodyPr>
          <a:lstStyle/>
          <a:p>
            <a:pPr algn="ctr"/>
            <a:r>
              <a:rPr lang="en-US" sz="900" dirty="0"/>
              <a:t>2357</a:t>
            </a:r>
          </a:p>
        </p:txBody>
      </p:sp>
      <p:sp>
        <p:nvSpPr>
          <p:cNvPr id="58" name="TextBox 57">
            <a:extLst>
              <a:ext uri="{FF2B5EF4-FFF2-40B4-BE49-F238E27FC236}">
                <a16:creationId xmlns:a16="http://schemas.microsoft.com/office/drawing/2014/main" id="{FF3538AA-4F3C-8A3E-0ED1-3CDA679AD67F}"/>
              </a:ext>
            </a:extLst>
          </p:cNvPr>
          <p:cNvSpPr txBox="1"/>
          <p:nvPr/>
        </p:nvSpPr>
        <p:spPr>
          <a:xfrm>
            <a:off x="4143022" y="1903821"/>
            <a:ext cx="570089" cy="230832"/>
          </a:xfrm>
          <a:prstGeom prst="rect">
            <a:avLst/>
          </a:prstGeom>
          <a:noFill/>
        </p:spPr>
        <p:txBody>
          <a:bodyPr wrap="square" rtlCol="0">
            <a:spAutoFit/>
          </a:bodyPr>
          <a:lstStyle/>
          <a:p>
            <a:pPr algn="ctr"/>
            <a:r>
              <a:rPr lang="en-US" sz="900" dirty="0"/>
              <a:t>75</a:t>
            </a:r>
          </a:p>
        </p:txBody>
      </p:sp>
      <p:sp>
        <p:nvSpPr>
          <p:cNvPr id="59" name="TextBox 58">
            <a:extLst>
              <a:ext uri="{FF2B5EF4-FFF2-40B4-BE49-F238E27FC236}">
                <a16:creationId xmlns:a16="http://schemas.microsoft.com/office/drawing/2014/main" id="{1ADD993A-C7F6-5C74-0438-4601C42CA857}"/>
              </a:ext>
            </a:extLst>
          </p:cNvPr>
          <p:cNvSpPr txBox="1"/>
          <p:nvPr/>
        </p:nvSpPr>
        <p:spPr>
          <a:xfrm>
            <a:off x="3640666" y="2404765"/>
            <a:ext cx="570089" cy="230832"/>
          </a:xfrm>
          <a:prstGeom prst="rect">
            <a:avLst/>
          </a:prstGeom>
          <a:noFill/>
        </p:spPr>
        <p:txBody>
          <a:bodyPr wrap="square" rtlCol="0">
            <a:spAutoFit/>
          </a:bodyPr>
          <a:lstStyle/>
          <a:p>
            <a:pPr algn="ctr"/>
            <a:r>
              <a:rPr lang="en-US" sz="900" dirty="0"/>
              <a:t>2357</a:t>
            </a:r>
          </a:p>
        </p:txBody>
      </p:sp>
      <p:sp>
        <p:nvSpPr>
          <p:cNvPr id="62" name="TextBox 61">
            <a:extLst>
              <a:ext uri="{FF2B5EF4-FFF2-40B4-BE49-F238E27FC236}">
                <a16:creationId xmlns:a16="http://schemas.microsoft.com/office/drawing/2014/main" id="{8EDD9FEE-1D09-A143-B9DC-431126E20F82}"/>
              </a:ext>
            </a:extLst>
          </p:cNvPr>
          <p:cNvSpPr txBox="1"/>
          <p:nvPr/>
        </p:nvSpPr>
        <p:spPr>
          <a:xfrm>
            <a:off x="6654802" y="2905709"/>
            <a:ext cx="570089" cy="230832"/>
          </a:xfrm>
          <a:prstGeom prst="rect">
            <a:avLst/>
          </a:prstGeom>
          <a:noFill/>
        </p:spPr>
        <p:txBody>
          <a:bodyPr wrap="square" rtlCol="0">
            <a:spAutoFit/>
          </a:bodyPr>
          <a:lstStyle/>
          <a:p>
            <a:pPr algn="ctr"/>
            <a:r>
              <a:rPr lang="en-US" sz="900" dirty="0"/>
              <a:t>2357</a:t>
            </a:r>
          </a:p>
        </p:txBody>
      </p:sp>
      <p:sp>
        <p:nvSpPr>
          <p:cNvPr id="63" name="TextBox 62">
            <a:extLst>
              <a:ext uri="{FF2B5EF4-FFF2-40B4-BE49-F238E27FC236}">
                <a16:creationId xmlns:a16="http://schemas.microsoft.com/office/drawing/2014/main" id="{6A8D84B8-8A5B-FAF6-F7E6-E07A96447118}"/>
              </a:ext>
            </a:extLst>
          </p:cNvPr>
          <p:cNvSpPr txBox="1"/>
          <p:nvPr/>
        </p:nvSpPr>
        <p:spPr>
          <a:xfrm>
            <a:off x="7157158" y="3406653"/>
            <a:ext cx="570089" cy="230832"/>
          </a:xfrm>
          <a:prstGeom prst="rect">
            <a:avLst/>
          </a:prstGeom>
          <a:noFill/>
        </p:spPr>
        <p:txBody>
          <a:bodyPr wrap="square" rtlCol="0">
            <a:spAutoFit/>
          </a:bodyPr>
          <a:lstStyle/>
          <a:p>
            <a:pPr algn="ctr"/>
            <a:r>
              <a:rPr lang="en-US" sz="900" dirty="0"/>
              <a:t>75</a:t>
            </a:r>
          </a:p>
        </p:txBody>
      </p:sp>
      <p:sp>
        <p:nvSpPr>
          <p:cNvPr id="66" name="TextBox 65">
            <a:extLst>
              <a:ext uri="{FF2B5EF4-FFF2-40B4-BE49-F238E27FC236}">
                <a16:creationId xmlns:a16="http://schemas.microsoft.com/office/drawing/2014/main" id="{749474D3-6A7A-A15C-0CF3-384A702F7E4E}"/>
              </a:ext>
            </a:extLst>
          </p:cNvPr>
          <p:cNvSpPr txBox="1"/>
          <p:nvPr/>
        </p:nvSpPr>
        <p:spPr>
          <a:xfrm>
            <a:off x="5147734" y="2524033"/>
            <a:ext cx="570089" cy="230832"/>
          </a:xfrm>
          <a:prstGeom prst="rect">
            <a:avLst/>
          </a:prstGeom>
          <a:noFill/>
        </p:spPr>
        <p:txBody>
          <a:bodyPr wrap="square" rtlCol="0">
            <a:spAutoFit/>
          </a:bodyPr>
          <a:lstStyle/>
          <a:p>
            <a:pPr algn="ctr"/>
            <a:r>
              <a:rPr lang="en-US" sz="900" dirty="0"/>
              <a:t>2567</a:t>
            </a:r>
          </a:p>
        </p:txBody>
      </p:sp>
      <p:sp>
        <p:nvSpPr>
          <p:cNvPr id="68" name="TextBox 67">
            <a:extLst>
              <a:ext uri="{FF2B5EF4-FFF2-40B4-BE49-F238E27FC236}">
                <a16:creationId xmlns:a16="http://schemas.microsoft.com/office/drawing/2014/main" id="{5A00BA29-DF01-E060-4D45-1D561ACBFB9A}"/>
              </a:ext>
            </a:extLst>
          </p:cNvPr>
          <p:cNvSpPr txBox="1"/>
          <p:nvPr/>
        </p:nvSpPr>
        <p:spPr>
          <a:xfrm>
            <a:off x="6654802" y="4527809"/>
            <a:ext cx="570089" cy="230832"/>
          </a:xfrm>
          <a:prstGeom prst="rect">
            <a:avLst/>
          </a:prstGeom>
          <a:noFill/>
        </p:spPr>
        <p:txBody>
          <a:bodyPr wrap="square" rtlCol="0">
            <a:spAutoFit/>
          </a:bodyPr>
          <a:lstStyle/>
          <a:p>
            <a:pPr algn="ctr"/>
            <a:r>
              <a:rPr lang="en-US" sz="900" dirty="0"/>
              <a:t>2567</a:t>
            </a:r>
          </a:p>
        </p:txBody>
      </p:sp>
      <p:sp>
        <p:nvSpPr>
          <p:cNvPr id="70" name="TextBox 69">
            <a:extLst>
              <a:ext uri="{FF2B5EF4-FFF2-40B4-BE49-F238E27FC236}">
                <a16:creationId xmlns:a16="http://schemas.microsoft.com/office/drawing/2014/main" id="{9B6AAAE5-0AA3-94A4-B814-F0E710D19A14}"/>
              </a:ext>
            </a:extLst>
          </p:cNvPr>
          <p:cNvSpPr txBox="1"/>
          <p:nvPr/>
        </p:nvSpPr>
        <p:spPr>
          <a:xfrm>
            <a:off x="5650090" y="2285497"/>
            <a:ext cx="570089" cy="230832"/>
          </a:xfrm>
          <a:prstGeom prst="rect">
            <a:avLst/>
          </a:prstGeom>
          <a:noFill/>
        </p:spPr>
        <p:txBody>
          <a:bodyPr wrap="square" rtlCol="0">
            <a:spAutoFit/>
          </a:bodyPr>
          <a:lstStyle/>
          <a:p>
            <a:pPr algn="ctr"/>
            <a:r>
              <a:rPr lang="en-US" sz="900" dirty="0"/>
              <a:t>2367</a:t>
            </a:r>
          </a:p>
        </p:txBody>
      </p:sp>
      <p:sp>
        <p:nvSpPr>
          <p:cNvPr id="71" name="TextBox 70">
            <a:extLst>
              <a:ext uri="{FF2B5EF4-FFF2-40B4-BE49-F238E27FC236}">
                <a16:creationId xmlns:a16="http://schemas.microsoft.com/office/drawing/2014/main" id="{983C4752-51C9-C5E3-2A22-3C7264DE052B}"/>
              </a:ext>
            </a:extLst>
          </p:cNvPr>
          <p:cNvSpPr txBox="1"/>
          <p:nvPr/>
        </p:nvSpPr>
        <p:spPr>
          <a:xfrm>
            <a:off x="5147734" y="2905709"/>
            <a:ext cx="570089" cy="230832"/>
          </a:xfrm>
          <a:prstGeom prst="rect">
            <a:avLst/>
          </a:prstGeom>
          <a:noFill/>
        </p:spPr>
        <p:txBody>
          <a:bodyPr wrap="square" rtlCol="0">
            <a:spAutoFit/>
          </a:bodyPr>
          <a:lstStyle/>
          <a:p>
            <a:pPr algn="ctr"/>
            <a:r>
              <a:rPr lang="en-US" sz="900" dirty="0"/>
              <a:t>2578</a:t>
            </a:r>
          </a:p>
        </p:txBody>
      </p:sp>
      <p:sp>
        <p:nvSpPr>
          <p:cNvPr id="72" name="TextBox 71">
            <a:extLst>
              <a:ext uri="{FF2B5EF4-FFF2-40B4-BE49-F238E27FC236}">
                <a16:creationId xmlns:a16="http://schemas.microsoft.com/office/drawing/2014/main" id="{11107DE6-49C2-A768-EDC9-9108362D58EE}"/>
              </a:ext>
            </a:extLst>
          </p:cNvPr>
          <p:cNvSpPr txBox="1"/>
          <p:nvPr/>
        </p:nvSpPr>
        <p:spPr>
          <a:xfrm>
            <a:off x="4645378" y="3525921"/>
            <a:ext cx="570089" cy="230832"/>
          </a:xfrm>
          <a:prstGeom prst="rect">
            <a:avLst/>
          </a:prstGeom>
          <a:noFill/>
        </p:spPr>
        <p:txBody>
          <a:bodyPr wrap="square" rtlCol="0">
            <a:spAutoFit/>
          </a:bodyPr>
          <a:lstStyle/>
          <a:p>
            <a:pPr algn="ctr"/>
            <a:r>
              <a:rPr lang="en-US" sz="900" dirty="0"/>
              <a:t>268</a:t>
            </a:r>
          </a:p>
        </p:txBody>
      </p:sp>
      <p:sp>
        <p:nvSpPr>
          <p:cNvPr id="74" name="TextBox 73">
            <a:extLst>
              <a:ext uri="{FF2B5EF4-FFF2-40B4-BE49-F238E27FC236}">
                <a16:creationId xmlns:a16="http://schemas.microsoft.com/office/drawing/2014/main" id="{BD252755-DA6C-9B1F-68D4-7FCAE86153D9}"/>
              </a:ext>
            </a:extLst>
          </p:cNvPr>
          <p:cNvSpPr txBox="1"/>
          <p:nvPr/>
        </p:nvSpPr>
        <p:spPr>
          <a:xfrm>
            <a:off x="6152446" y="4527809"/>
            <a:ext cx="570089" cy="230832"/>
          </a:xfrm>
          <a:prstGeom prst="rect">
            <a:avLst/>
          </a:prstGeom>
          <a:noFill/>
        </p:spPr>
        <p:txBody>
          <a:bodyPr wrap="square" rtlCol="0">
            <a:spAutoFit/>
          </a:bodyPr>
          <a:lstStyle/>
          <a:p>
            <a:pPr algn="ctr"/>
            <a:r>
              <a:rPr lang="en-US" sz="900" dirty="0"/>
              <a:t>2578</a:t>
            </a:r>
          </a:p>
        </p:txBody>
      </p:sp>
      <p:sp>
        <p:nvSpPr>
          <p:cNvPr id="75" name="TextBox 74">
            <a:extLst>
              <a:ext uri="{FF2B5EF4-FFF2-40B4-BE49-F238E27FC236}">
                <a16:creationId xmlns:a16="http://schemas.microsoft.com/office/drawing/2014/main" id="{441B6A54-5328-1029-ACFA-73FD5690234B}"/>
              </a:ext>
            </a:extLst>
          </p:cNvPr>
          <p:cNvSpPr txBox="1"/>
          <p:nvPr/>
        </p:nvSpPr>
        <p:spPr>
          <a:xfrm>
            <a:off x="6654802" y="3788329"/>
            <a:ext cx="570089" cy="230832"/>
          </a:xfrm>
          <a:prstGeom prst="rect">
            <a:avLst/>
          </a:prstGeom>
          <a:noFill/>
        </p:spPr>
        <p:txBody>
          <a:bodyPr wrap="square" rtlCol="0">
            <a:spAutoFit/>
          </a:bodyPr>
          <a:lstStyle/>
          <a:p>
            <a:pPr algn="ctr"/>
            <a:r>
              <a:rPr lang="en-US" sz="900" dirty="0"/>
              <a:t>2367</a:t>
            </a:r>
          </a:p>
        </p:txBody>
      </p:sp>
      <p:sp>
        <p:nvSpPr>
          <p:cNvPr id="76" name="TextBox 75">
            <a:extLst>
              <a:ext uri="{FF2B5EF4-FFF2-40B4-BE49-F238E27FC236}">
                <a16:creationId xmlns:a16="http://schemas.microsoft.com/office/drawing/2014/main" id="{A0F34037-5A5C-79E7-61F5-630CCCC9EAF5}"/>
              </a:ext>
            </a:extLst>
          </p:cNvPr>
          <p:cNvSpPr txBox="1"/>
          <p:nvPr/>
        </p:nvSpPr>
        <p:spPr>
          <a:xfrm>
            <a:off x="5650090" y="4527809"/>
            <a:ext cx="570089" cy="230832"/>
          </a:xfrm>
          <a:prstGeom prst="rect">
            <a:avLst/>
          </a:prstGeom>
          <a:noFill/>
        </p:spPr>
        <p:txBody>
          <a:bodyPr wrap="square" rtlCol="0">
            <a:spAutoFit/>
          </a:bodyPr>
          <a:lstStyle/>
          <a:p>
            <a:pPr algn="ctr"/>
            <a:r>
              <a:rPr lang="en-US" sz="900" dirty="0"/>
              <a:t>268</a:t>
            </a:r>
          </a:p>
        </p:txBody>
      </p:sp>
      <p:sp>
        <p:nvSpPr>
          <p:cNvPr id="73" name="TextBox 72">
            <a:extLst>
              <a:ext uri="{FF2B5EF4-FFF2-40B4-BE49-F238E27FC236}">
                <a16:creationId xmlns:a16="http://schemas.microsoft.com/office/drawing/2014/main" id="{5B982825-EE95-45A3-FB3B-855404AC8F6A}"/>
              </a:ext>
            </a:extLst>
          </p:cNvPr>
          <p:cNvSpPr txBox="1"/>
          <p:nvPr/>
        </p:nvSpPr>
        <p:spPr>
          <a:xfrm>
            <a:off x="5147734" y="3287385"/>
            <a:ext cx="570089" cy="230832"/>
          </a:xfrm>
          <a:prstGeom prst="rect">
            <a:avLst/>
          </a:prstGeom>
          <a:noFill/>
        </p:spPr>
        <p:txBody>
          <a:bodyPr wrap="square" rtlCol="0">
            <a:spAutoFit/>
          </a:bodyPr>
          <a:lstStyle/>
          <a:p>
            <a:pPr algn="ctr"/>
            <a:r>
              <a:rPr lang="en-US" sz="900" dirty="0"/>
              <a:t>235678</a:t>
            </a:r>
          </a:p>
        </p:txBody>
      </p:sp>
      <p:sp>
        <p:nvSpPr>
          <p:cNvPr id="78" name="TextBox 77">
            <a:extLst>
              <a:ext uri="{FF2B5EF4-FFF2-40B4-BE49-F238E27FC236}">
                <a16:creationId xmlns:a16="http://schemas.microsoft.com/office/drawing/2014/main" id="{5419CA33-D342-F8D2-1478-53300CFD98F5}"/>
              </a:ext>
            </a:extLst>
          </p:cNvPr>
          <p:cNvSpPr txBox="1"/>
          <p:nvPr/>
        </p:nvSpPr>
        <p:spPr>
          <a:xfrm>
            <a:off x="6152446" y="3788329"/>
            <a:ext cx="570089" cy="230832"/>
          </a:xfrm>
          <a:prstGeom prst="rect">
            <a:avLst/>
          </a:prstGeom>
          <a:noFill/>
        </p:spPr>
        <p:txBody>
          <a:bodyPr wrap="square" rtlCol="0">
            <a:spAutoFit/>
          </a:bodyPr>
          <a:lstStyle/>
          <a:p>
            <a:pPr algn="ctr"/>
            <a:r>
              <a:rPr lang="en-US" sz="900" dirty="0"/>
              <a:t>235678</a:t>
            </a:r>
          </a:p>
        </p:txBody>
      </p:sp>
      <p:sp>
        <p:nvSpPr>
          <p:cNvPr id="79" name="TextBox 78">
            <a:extLst>
              <a:ext uri="{FF2B5EF4-FFF2-40B4-BE49-F238E27FC236}">
                <a16:creationId xmlns:a16="http://schemas.microsoft.com/office/drawing/2014/main" id="{251C5A8D-F407-6E8E-28DA-43FEEB2455FF}"/>
              </a:ext>
            </a:extLst>
          </p:cNvPr>
          <p:cNvSpPr txBox="1"/>
          <p:nvPr/>
        </p:nvSpPr>
        <p:spPr>
          <a:xfrm>
            <a:off x="6214537" y="3237891"/>
            <a:ext cx="462845" cy="584775"/>
          </a:xfrm>
          <a:prstGeom prst="rect">
            <a:avLst/>
          </a:prstGeom>
          <a:noFill/>
        </p:spPr>
        <p:txBody>
          <a:bodyPr wrap="square" rtlCol="0">
            <a:spAutoFit/>
          </a:bodyPr>
          <a:lstStyle/>
          <a:p>
            <a:pPr algn="ctr"/>
            <a:r>
              <a:rPr lang="en-US" sz="3200" dirty="0"/>
              <a:t>9</a:t>
            </a:r>
          </a:p>
        </p:txBody>
      </p:sp>
      <p:sp>
        <p:nvSpPr>
          <p:cNvPr id="80" name="TextBox 79">
            <a:extLst>
              <a:ext uri="{FF2B5EF4-FFF2-40B4-BE49-F238E27FC236}">
                <a16:creationId xmlns:a16="http://schemas.microsoft.com/office/drawing/2014/main" id="{E0471FAB-4CD1-7A1D-C42A-1E4D45EFEFCB}"/>
              </a:ext>
            </a:extLst>
          </p:cNvPr>
          <p:cNvSpPr txBox="1"/>
          <p:nvPr/>
        </p:nvSpPr>
        <p:spPr>
          <a:xfrm>
            <a:off x="6152446" y="901933"/>
            <a:ext cx="570089" cy="230832"/>
          </a:xfrm>
          <a:prstGeom prst="rect">
            <a:avLst/>
          </a:prstGeom>
          <a:noFill/>
        </p:spPr>
        <p:txBody>
          <a:bodyPr wrap="square" rtlCol="0">
            <a:spAutoFit/>
          </a:bodyPr>
          <a:lstStyle/>
          <a:p>
            <a:pPr algn="ctr"/>
            <a:r>
              <a:rPr lang="en-US" sz="900" dirty="0"/>
              <a:t>18</a:t>
            </a:r>
          </a:p>
        </p:txBody>
      </p:sp>
      <p:sp>
        <p:nvSpPr>
          <p:cNvPr id="81" name="TextBox 80">
            <a:extLst>
              <a:ext uri="{FF2B5EF4-FFF2-40B4-BE49-F238E27FC236}">
                <a16:creationId xmlns:a16="http://schemas.microsoft.com/office/drawing/2014/main" id="{547D3B3F-63DA-8235-A86C-334BE309C3CA}"/>
              </a:ext>
            </a:extLst>
          </p:cNvPr>
          <p:cNvSpPr txBox="1"/>
          <p:nvPr/>
        </p:nvSpPr>
        <p:spPr>
          <a:xfrm>
            <a:off x="4143022" y="3907597"/>
            <a:ext cx="570089" cy="230832"/>
          </a:xfrm>
          <a:prstGeom prst="rect">
            <a:avLst/>
          </a:prstGeom>
          <a:noFill/>
        </p:spPr>
        <p:txBody>
          <a:bodyPr wrap="square" rtlCol="0">
            <a:spAutoFit/>
          </a:bodyPr>
          <a:lstStyle/>
          <a:p>
            <a:pPr algn="ctr"/>
            <a:r>
              <a:rPr lang="en-US" sz="900" dirty="0"/>
              <a:t>28</a:t>
            </a:r>
          </a:p>
        </p:txBody>
      </p:sp>
      <p:sp>
        <p:nvSpPr>
          <p:cNvPr id="82" name="TextBox 81">
            <a:extLst>
              <a:ext uri="{FF2B5EF4-FFF2-40B4-BE49-F238E27FC236}">
                <a16:creationId xmlns:a16="http://schemas.microsoft.com/office/drawing/2014/main" id="{EC9F2CDA-E46E-061A-B73D-36D72E6CCEEA}"/>
              </a:ext>
            </a:extLst>
          </p:cNvPr>
          <p:cNvSpPr txBox="1"/>
          <p:nvPr/>
        </p:nvSpPr>
        <p:spPr>
          <a:xfrm>
            <a:off x="3640666" y="4408541"/>
            <a:ext cx="570089" cy="230832"/>
          </a:xfrm>
          <a:prstGeom prst="rect">
            <a:avLst/>
          </a:prstGeom>
          <a:noFill/>
        </p:spPr>
        <p:txBody>
          <a:bodyPr wrap="square" rtlCol="0">
            <a:spAutoFit/>
          </a:bodyPr>
          <a:lstStyle/>
          <a:p>
            <a:pPr algn="ctr"/>
            <a:r>
              <a:rPr lang="en-US" sz="900" dirty="0"/>
              <a:t>128</a:t>
            </a:r>
          </a:p>
        </p:txBody>
      </p:sp>
      <p:sp>
        <p:nvSpPr>
          <p:cNvPr id="48" name="TextBox 47">
            <a:extLst>
              <a:ext uri="{FF2B5EF4-FFF2-40B4-BE49-F238E27FC236}">
                <a16:creationId xmlns:a16="http://schemas.microsoft.com/office/drawing/2014/main" id="{C6C7E527-C3CD-A316-1B14-7DCCB563D408}"/>
              </a:ext>
            </a:extLst>
          </p:cNvPr>
          <p:cNvSpPr txBox="1"/>
          <p:nvPr/>
        </p:nvSpPr>
        <p:spPr>
          <a:xfrm>
            <a:off x="3716867" y="1727886"/>
            <a:ext cx="462845" cy="584775"/>
          </a:xfrm>
          <a:prstGeom prst="rect">
            <a:avLst/>
          </a:prstGeom>
          <a:noFill/>
        </p:spPr>
        <p:txBody>
          <a:bodyPr wrap="square" rtlCol="0">
            <a:spAutoFit/>
          </a:bodyPr>
          <a:lstStyle/>
          <a:p>
            <a:pPr algn="ctr"/>
            <a:r>
              <a:rPr lang="en-US" sz="3200" dirty="0"/>
              <a:t>4</a:t>
            </a:r>
          </a:p>
        </p:txBody>
      </p:sp>
      <p:sp>
        <p:nvSpPr>
          <p:cNvPr id="49" name="TextBox 48">
            <a:extLst>
              <a:ext uri="{FF2B5EF4-FFF2-40B4-BE49-F238E27FC236}">
                <a16:creationId xmlns:a16="http://schemas.microsoft.com/office/drawing/2014/main" id="{0D76F125-E29A-AC6C-8090-6DF2EBE9C14F}"/>
              </a:ext>
            </a:extLst>
          </p:cNvPr>
          <p:cNvSpPr txBox="1"/>
          <p:nvPr/>
        </p:nvSpPr>
        <p:spPr>
          <a:xfrm>
            <a:off x="5715003" y="3237891"/>
            <a:ext cx="462845" cy="584775"/>
          </a:xfrm>
          <a:prstGeom prst="rect">
            <a:avLst/>
          </a:prstGeom>
          <a:noFill/>
        </p:spPr>
        <p:txBody>
          <a:bodyPr wrap="square" rtlCol="0">
            <a:spAutoFit/>
          </a:bodyPr>
          <a:lstStyle/>
          <a:p>
            <a:pPr algn="ctr"/>
            <a:r>
              <a:rPr lang="en-US" sz="3200" dirty="0"/>
              <a:t>4</a:t>
            </a:r>
          </a:p>
        </p:txBody>
      </p:sp>
      <p:sp>
        <p:nvSpPr>
          <p:cNvPr id="46" name="TextBox 45">
            <a:extLst>
              <a:ext uri="{FF2B5EF4-FFF2-40B4-BE49-F238E27FC236}">
                <a16:creationId xmlns:a16="http://schemas.microsoft.com/office/drawing/2014/main" id="{7E8144CB-AC4E-89E0-43A7-86B60084942B}"/>
              </a:ext>
            </a:extLst>
          </p:cNvPr>
          <p:cNvSpPr txBox="1"/>
          <p:nvPr/>
        </p:nvSpPr>
        <p:spPr>
          <a:xfrm>
            <a:off x="3217333" y="721216"/>
            <a:ext cx="462845" cy="584775"/>
          </a:xfrm>
          <a:prstGeom prst="rect">
            <a:avLst/>
          </a:prstGeom>
          <a:noFill/>
        </p:spPr>
        <p:txBody>
          <a:bodyPr wrap="square" rtlCol="0">
            <a:spAutoFit/>
          </a:bodyPr>
          <a:lstStyle/>
          <a:p>
            <a:pPr algn="ctr"/>
            <a:r>
              <a:rPr lang="en-US" sz="3200" dirty="0"/>
              <a:t>9</a:t>
            </a:r>
          </a:p>
        </p:txBody>
      </p:sp>
      <p:sp>
        <p:nvSpPr>
          <p:cNvPr id="47" name="TextBox 46">
            <a:extLst>
              <a:ext uri="{FF2B5EF4-FFF2-40B4-BE49-F238E27FC236}">
                <a16:creationId xmlns:a16="http://schemas.microsoft.com/office/drawing/2014/main" id="{BF805CE7-4632-4636-22EB-786487681FE6}"/>
              </a:ext>
            </a:extLst>
          </p:cNvPr>
          <p:cNvSpPr txBox="1"/>
          <p:nvPr/>
        </p:nvSpPr>
        <p:spPr>
          <a:xfrm>
            <a:off x="7213604" y="4747898"/>
            <a:ext cx="462845" cy="584775"/>
          </a:xfrm>
          <a:prstGeom prst="rect">
            <a:avLst/>
          </a:prstGeom>
          <a:noFill/>
        </p:spPr>
        <p:txBody>
          <a:bodyPr wrap="square" rtlCol="0">
            <a:spAutoFit/>
          </a:bodyPr>
          <a:lstStyle/>
          <a:p>
            <a:pPr algn="ctr"/>
            <a:r>
              <a:rPr lang="en-US" sz="3200" dirty="0"/>
              <a:t>1</a:t>
            </a:r>
          </a:p>
        </p:txBody>
      </p:sp>
      <p:sp>
        <p:nvSpPr>
          <p:cNvPr id="60" name="TextBox 59">
            <a:extLst>
              <a:ext uri="{FF2B5EF4-FFF2-40B4-BE49-F238E27FC236}">
                <a16:creationId xmlns:a16="http://schemas.microsoft.com/office/drawing/2014/main" id="{706F044B-CE43-1BBB-1CA4-AF5D21B4834C}"/>
              </a:ext>
            </a:extLst>
          </p:cNvPr>
          <p:cNvSpPr txBox="1"/>
          <p:nvPr/>
        </p:nvSpPr>
        <p:spPr>
          <a:xfrm>
            <a:off x="7213604" y="2734556"/>
            <a:ext cx="462845" cy="584775"/>
          </a:xfrm>
          <a:prstGeom prst="rect">
            <a:avLst/>
          </a:prstGeom>
          <a:noFill/>
        </p:spPr>
        <p:txBody>
          <a:bodyPr wrap="square" rtlCol="0">
            <a:spAutoFit/>
          </a:bodyPr>
          <a:lstStyle/>
          <a:p>
            <a:pPr algn="ctr"/>
            <a:r>
              <a:rPr lang="en-US" sz="3200" dirty="0"/>
              <a:t>6</a:t>
            </a:r>
          </a:p>
        </p:txBody>
      </p:sp>
    </p:spTree>
    <p:extLst>
      <p:ext uri="{BB962C8B-B14F-4D97-AF65-F5344CB8AC3E}">
        <p14:creationId xmlns:p14="http://schemas.microsoft.com/office/powerpoint/2010/main" val="2827586206"/>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02FF34-8420-AA79-F99E-D9AFBE3F362E}"/>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8D214DFD-95FE-EF80-8935-FD38C8EC1069}"/>
              </a:ext>
            </a:extLst>
          </p:cNvPr>
          <p:cNvSpPr>
            <a:spLocks noGrp="1"/>
          </p:cNvSpPr>
          <p:nvPr>
            <p:ph sz="half" idx="1"/>
          </p:nvPr>
        </p:nvSpPr>
        <p:spPr/>
        <p:txBody>
          <a:bodyPr>
            <a:normAutofit/>
          </a:bodyPr>
          <a:lstStyle/>
          <a:p>
            <a:r>
              <a:rPr lang="en-US" dirty="0"/>
              <a:t>Initialize white cells with six or fewer possibilities.</a:t>
            </a:r>
          </a:p>
        </p:txBody>
      </p:sp>
      <p:pic>
        <p:nvPicPr>
          <p:cNvPr id="4" name="Picture 3" descr="A grid of sudoku puzzle&#10;&#10;Description automatically generated">
            <a:extLst>
              <a:ext uri="{FF2B5EF4-FFF2-40B4-BE49-F238E27FC236}">
                <a16:creationId xmlns:a16="http://schemas.microsoft.com/office/drawing/2014/main" id="{94C57B18-7BA0-9675-C58B-ECEABBC7951F}"/>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83198639-E313-0E5E-0D52-5232DB0082FA}"/>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958A50C7-F38B-6866-8A1F-00DA67FEFEA0}"/>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98DFD625-16CA-E302-A8B1-5B60428E561E}"/>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CAFD7418-F1BC-EE31-C18A-563A1A64BB20}"/>
              </a:ext>
            </a:extLst>
          </p:cNvPr>
          <p:cNvSpPr txBox="1"/>
          <p:nvPr/>
        </p:nvSpPr>
        <p:spPr>
          <a:xfrm>
            <a:off x="4715935" y="1224551"/>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8" name="TextBox 7">
            <a:extLst>
              <a:ext uri="{FF2B5EF4-FFF2-40B4-BE49-F238E27FC236}">
                <a16:creationId xmlns:a16="http://schemas.microsoft.com/office/drawing/2014/main" id="{312C6D44-89FA-AAB1-26C8-99A8E986729B}"/>
              </a:ext>
            </a:extLst>
          </p:cNvPr>
          <p:cNvSpPr txBox="1"/>
          <p:nvPr/>
        </p:nvSpPr>
        <p:spPr>
          <a:xfrm>
            <a:off x="6214537" y="122455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9" name="TextBox 8">
            <a:extLst>
              <a:ext uri="{FF2B5EF4-FFF2-40B4-BE49-F238E27FC236}">
                <a16:creationId xmlns:a16="http://schemas.microsoft.com/office/drawing/2014/main" id="{E64030CA-7A6E-0EEC-2AE8-39F5E3D2B1E7}"/>
              </a:ext>
            </a:extLst>
          </p:cNvPr>
          <p:cNvSpPr txBox="1"/>
          <p:nvPr/>
        </p:nvSpPr>
        <p:spPr>
          <a:xfrm>
            <a:off x="6714071" y="1224551"/>
            <a:ext cx="462845" cy="584775"/>
          </a:xfrm>
          <a:prstGeom prst="rect">
            <a:avLst/>
          </a:prstGeom>
          <a:solidFill>
            <a:srgbClr val="FFFF00">
              <a:alpha val="30000"/>
            </a:srgbClr>
          </a:solidFill>
        </p:spPr>
        <p:txBody>
          <a:bodyPr wrap="square" rtlCol="0">
            <a:spAutoFit/>
          </a:bodyPr>
          <a:lstStyle/>
          <a:p>
            <a:pPr algn="ctr"/>
            <a:r>
              <a:rPr lang="en-US" sz="3200" dirty="0"/>
              <a:t>9</a:t>
            </a:r>
          </a:p>
        </p:txBody>
      </p:sp>
      <p:sp>
        <p:nvSpPr>
          <p:cNvPr id="10" name="TextBox 9">
            <a:extLst>
              <a:ext uri="{FF2B5EF4-FFF2-40B4-BE49-F238E27FC236}">
                <a16:creationId xmlns:a16="http://schemas.microsoft.com/office/drawing/2014/main" id="{86059E87-098D-1784-338E-DE620532BEFC}"/>
              </a:ext>
            </a:extLst>
          </p:cNvPr>
          <p:cNvSpPr txBox="1"/>
          <p:nvPr/>
        </p:nvSpPr>
        <p:spPr>
          <a:xfrm>
            <a:off x="7213604" y="122455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11" name="TextBox 10">
            <a:extLst>
              <a:ext uri="{FF2B5EF4-FFF2-40B4-BE49-F238E27FC236}">
                <a16:creationId xmlns:a16="http://schemas.microsoft.com/office/drawing/2014/main" id="{0357053F-FEE8-362E-8BF8-BFFD2567761A}"/>
              </a:ext>
            </a:extLst>
          </p:cNvPr>
          <p:cNvSpPr txBox="1"/>
          <p:nvPr/>
        </p:nvSpPr>
        <p:spPr>
          <a:xfrm>
            <a:off x="6714071" y="721216"/>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12" name="TextBox 11">
            <a:extLst>
              <a:ext uri="{FF2B5EF4-FFF2-40B4-BE49-F238E27FC236}">
                <a16:creationId xmlns:a16="http://schemas.microsoft.com/office/drawing/2014/main" id="{2F197599-4844-C3DC-33A7-F0D05BECDB1B}"/>
              </a:ext>
            </a:extLst>
          </p:cNvPr>
          <p:cNvSpPr txBox="1"/>
          <p:nvPr/>
        </p:nvSpPr>
        <p:spPr>
          <a:xfrm>
            <a:off x="7213604" y="721216"/>
            <a:ext cx="462845" cy="584775"/>
          </a:xfrm>
          <a:prstGeom prst="rect">
            <a:avLst/>
          </a:prstGeom>
          <a:solidFill>
            <a:srgbClr val="FF0000">
              <a:alpha val="30000"/>
            </a:srgbClr>
          </a:solidFill>
        </p:spPr>
        <p:txBody>
          <a:bodyPr wrap="square" rtlCol="0">
            <a:spAutoFit/>
          </a:bodyPr>
          <a:lstStyle/>
          <a:p>
            <a:pPr algn="ctr"/>
            <a:r>
              <a:rPr lang="en-US" sz="3200" dirty="0"/>
              <a:t>3</a:t>
            </a:r>
          </a:p>
        </p:txBody>
      </p:sp>
      <p:sp>
        <p:nvSpPr>
          <p:cNvPr id="13" name="TextBox 12">
            <a:extLst>
              <a:ext uri="{FF2B5EF4-FFF2-40B4-BE49-F238E27FC236}">
                <a16:creationId xmlns:a16="http://schemas.microsoft.com/office/drawing/2014/main" id="{38A6A34C-1488-7B3A-A0E6-5A0C526002F3}"/>
              </a:ext>
            </a:extLst>
          </p:cNvPr>
          <p:cNvSpPr txBox="1"/>
          <p:nvPr/>
        </p:nvSpPr>
        <p:spPr>
          <a:xfrm>
            <a:off x="4216401" y="1727886"/>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14" name="TextBox 13">
            <a:extLst>
              <a:ext uri="{FF2B5EF4-FFF2-40B4-BE49-F238E27FC236}">
                <a16:creationId xmlns:a16="http://schemas.microsoft.com/office/drawing/2014/main" id="{AE3E72E5-FD15-206F-3A1F-DCFBCA3C7027}"/>
              </a:ext>
            </a:extLst>
          </p:cNvPr>
          <p:cNvSpPr txBox="1"/>
          <p:nvPr/>
        </p:nvSpPr>
        <p:spPr>
          <a:xfrm>
            <a:off x="5215469" y="1727886"/>
            <a:ext cx="462845" cy="584775"/>
          </a:xfrm>
          <a:prstGeom prst="rect">
            <a:avLst/>
          </a:prstGeom>
          <a:solidFill>
            <a:srgbClr val="00B050">
              <a:alpha val="40000"/>
            </a:srgbClr>
          </a:solidFill>
        </p:spPr>
        <p:txBody>
          <a:bodyPr wrap="square" rtlCol="0">
            <a:spAutoFit/>
          </a:bodyPr>
          <a:lstStyle/>
          <a:p>
            <a:pPr algn="ctr"/>
            <a:r>
              <a:rPr lang="en-US" sz="3200" dirty="0"/>
              <a:t>9</a:t>
            </a:r>
          </a:p>
        </p:txBody>
      </p:sp>
      <p:sp>
        <p:nvSpPr>
          <p:cNvPr id="15" name="TextBox 14">
            <a:extLst>
              <a:ext uri="{FF2B5EF4-FFF2-40B4-BE49-F238E27FC236}">
                <a16:creationId xmlns:a16="http://schemas.microsoft.com/office/drawing/2014/main" id="{4DAA1B12-5C63-2455-B714-9C5CC0C13B9E}"/>
              </a:ext>
            </a:extLst>
          </p:cNvPr>
          <p:cNvSpPr txBox="1"/>
          <p:nvPr/>
        </p:nvSpPr>
        <p:spPr>
          <a:xfrm>
            <a:off x="6214537" y="1727886"/>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16" name="TextBox 15">
            <a:extLst>
              <a:ext uri="{FF2B5EF4-FFF2-40B4-BE49-F238E27FC236}">
                <a16:creationId xmlns:a16="http://schemas.microsoft.com/office/drawing/2014/main" id="{855E936F-A171-FA3A-0CB1-6EA4CDC87C7F}"/>
              </a:ext>
            </a:extLst>
          </p:cNvPr>
          <p:cNvSpPr txBox="1"/>
          <p:nvPr/>
        </p:nvSpPr>
        <p:spPr>
          <a:xfrm>
            <a:off x="6714071" y="172788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17" name="TextBox 16">
            <a:extLst>
              <a:ext uri="{FF2B5EF4-FFF2-40B4-BE49-F238E27FC236}">
                <a16:creationId xmlns:a16="http://schemas.microsoft.com/office/drawing/2014/main" id="{FC7BC136-23BE-0FB6-6EE1-27BA2DD6A94A}"/>
              </a:ext>
            </a:extLst>
          </p:cNvPr>
          <p:cNvSpPr txBox="1"/>
          <p:nvPr/>
        </p:nvSpPr>
        <p:spPr>
          <a:xfrm>
            <a:off x="3716867" y="223122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18" name="TextBox 17">
            <a:extLst>
              <a:ext uri="{FF2B5EF4-FFF2-40B4-BE49-F238E27FC236}">
                <a16:creationId xmlns:a16="http://schemas.microsoft.com/office/drawing/2014/main" id="{F60C736C-8595-1771-DF6C-6955B7B79D9F}"/>
              </a:ext>
            </a:extLst>
          </p:cNvPr>
          <p:cNvSpPr txBox="1"/>
          <p:nvPr/>
        </p:nvSpPr>
        <p:spPr>
          <a:xfrm>
            <a:off x="5215469" y="2231221"/>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19" name="TextBox 18">
            <a:extLst>
              <a:ext uri="{FF2B5EF4-FFF2-40B4-BE49-F238E27FC236}">
                <a16:creationId xmlns:a16="http://schemas.microsoft.com/office/drawing/2014/main" id="{2DF4EF26-94CB-7A9A-3864-277E9ACEDD58}"/>
              </a:ext>
            </a:extLst>
          </p:cNvPr>
          <p:cNvSpPr txBox="1"/>
          <p:nvPr/>
        </p:nvSpPr>
        <p:spPr>
          <a:xfrm>
            <a:off x="5715003" y="2231221"/>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20" name="TextBox 19">
            <a:extLst>
              <a:ext uri="{FF2B5EF4-FFF2-40B4-BE49-F238E27FC236}">
                <a16:creationId xmlns:a16="http://schemas.microsoft.com/office/drawing/2014/main" id="{583DDFFF-4604-F992-EBDF-905668876D15}"/>
              </a:ext>
            </a:extLst>
          </p:cNvPr>
          <p:cNvSpPr txBox="1"/>
          <p:nvPr/>
        </p:nvSpPr>
        <p:spPr>
          <a:xfrm>
            <a:off x="6214537" y="2231221"/>
            <a:ext cx="462845" cy="584775"/>
          </a:xfrm>
          <a:prstGeom prst="rect">
            <a:avLst/>
          </a:prstGeom>
          <a:solidFill>
            <a:srgbClr val="FF0000">
              <a:alpha val="30000"/>
            </a:srgbClr>
          </a:solidFill>
        </p:spPr>
        <p:txBody>
          <a:bodyPr wrap="square" rtlCol="0">
            <a:spAutoFit/>
          </a:bodyPr>
          <a:lstStyle/>
          <a:p>
            <a:pPr algn="ctr"/>
            <a:r>
              <a:rPr lang="en-US" sz="3200" dirty="0"/>
              <a:t>4</a:t>
            </a:r>
          </a:p>
        </p:txBody>
      </p:sp>
      <p:sp>
        <p:nvSpPr>
          <p:cNvPr id="21" name="TextBox 20">
            <a:extLst>
              <a:ext uri="{FF2B5EF4-FFF2-40B4-BE49-F238E27FC236}">
                <a16:creationId xmlns:a16="http://schemas.microsoft.com/office/drawing/2014/main" id="{F495F7FD-C1A3-C457-EBE2-4E6480638F1E}"/>
              </a:ext>
            </a:extLst>
          </p:cNvPr>
          <p:cNvSpPr txBox="1"/>
          <p:nvPr/>
        </p:nvSpPr>
        <p:spPr>
          <a:xfrm>
            <a:off x="6714071" y="223122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2" name="TextBox 21">
            <a:extLst>
              <a:ext uri="{FF2B5EF4-FFF2-40B4-BE49-F238E27FC236}">
                <a16:creationId xmlns:a16="http://schemas.microsoft.com/office/drawing/2014/main" id="{188656C8-726E-CC21-9A0D-F0E4BDC730BB}"/>
              </a:ext>
            </a:extLst>
          </p:cNvPr>
          <p:cNvSpPr txBox="1"/>
          <p:nvPr/>
        </p:nvSpPr>
        <p:spPr>
          <a:xfrm>
            <a:off x="4216401" y="2734556"/>
            <a:ext cx="462845" cy="584775"/>
          </a:xfrm>
          <a:prstGeom prst="rect">
            <a:avLst/>
          </a:prstGeom>
          <a:solidFill>
            <a:srgbClr val="FF0000">
              <a:alpha val="30000"/>
            </a:srgbClr>
          </a:solidFill>
        </p:spPr>
        <p:txBody>
          <a:bodyPr wrap="square" rtlCol="0">
            <a:spAutoFit/>
          </a:bodyPr>
          <a:lstStyle/>
          <a:p>
            <a:pPr algn="ctr"/>
            <a:r>
              <a:rPr lang="en-US" sz="3200" dirty="0"/>
              <a:t>4</a:t>
            </a:r>
          </a:p>
        </p:txBody>
      </p:sp>
      <p:sp>
        <p:nvSpPr>
          <p:cNvPr id="23" name="TextBox 22">
            <a:extLst>
              <a:ext uri="{FF2B5EF4-FFF2-40B4-BE49-F238E27FC236}">
                <a16:creationId xmlns:a16="http://schemas.microsoft.com/office/drawing/2014/main" id="{F54BAA3D-D39D-E69F-699D-98BB024EB01B}"/>
              </a:ext>
            </a:extLst>
          </p:cNvPr>
          <p:cNvSpPr txBox="1"/>
          <p:nvPr/>
        </p:nvSpPr>
        <p:spPr>
          <a:xfrm>
            <a:off x="5215469" y="2734556"/>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4" name="TextBox 23">
            <a:extLst>
              <a:ext uri="{FF2B5EF4-FFF2-40B4-BE49-F238E27FC236}">
                <a16:creationId xmlns:a16="http://schemas.microsoft.com/office/drawing/2014/main" id="{62F5AA38-EB26-1DFE-445C-691E1D48F9DF}"/>
              </a:ext>
            </a:extLst>
          </p:cNvPr>
          <p:cNvSpPr txBox="1"/>
          <p:nvPr/>
        </p:nvSpPr>
        <p:spPr>
          <a:xfrm>
            <a:off x="6714071" y="2734556"/>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25" name="TextBox 24">
            <a:extLst>
              <a:ext uri="{FF2B5EF4-FFF2-40B4-BE49-F238E27FC236}">
                <a16:creationId xmlns:a16="http://schemas.microsoft.com/office/drawing/2014/main" id="{D8E725CE-E373-A630-F601-D9DDAE02FC29}"/>
              </a:ext>
            </a:extLst>
          </p:cNvPr>
          <p:cNvSpPr txBox="1"/>
          <p:nvPr/>
        </p:nvSpPr>
        <p:spPr>
          <a:xfrm>
            <a:off x="3716867" y="323789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6" name="TextBox 25">
            <a:extLst>
              <a:ext uri="{FF2B5EF4-FFF2-40B4-BE49-F238E27FC236}">
                <a16:creationId xmlns:a16="http://schemas.microsoft.com/office/drawing/2014/main" id="{B88C1EA3-8694-0678-EFC4-6E5FF36978D2}"/>
              </a:ext>
            </a:extLst>
          </p:cNvPr>
          <p:cNvSpPr txBox="1"/>
          <p:nvPr/>
        </p:nvSpPr>
        <p:spPr>
          <a:xfrm>
            <a:off x="4715935" y="323789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27" name="TextBox 26">
            <a:extLst>
              <a:ext uri="{FF2B5EF4-FFF2-40B4-BE49-F238E27FC236}">
                <a16:creationId xmlns:a16="http://schemas.microsoft.com/office/drawing/2014/main" id="{C36E91FD-6F05-CF88-AA18-F203F000F628}"/>
              </a:ext>
            </a:extLst>
          </p:cNvPr>
          <p:cNvSpPr txBox="1"/>
          <p:nvPr/>
        </p:nvSpPr>
        <p:spPr>
          <a:xfrm>
            <a:off x="5215469" y="323789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28" name="TextBox 27">
            <a:extLst>
              <a:ext uri="{FF2B5EF4-FFF2-40B4-BE49-F238E27FC236}">
                <a16:creationId xmlns:a16="http://schemas.microsoft.com/office/drawing/2014/main" id="{9412FD37-4016-53C0-4D60-6EDA6E069EC5}"/>
              </a:ext>
            </a:extLst>
          </p:cNvPr>
          <p:cNvSpPr txBox="1"/>
          <p:nvPr/>
        </p:nvSpPr>
        <p:spPr>
          <a:xfrm>
            <a:off x="7213604" y="3237891"/>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29" name="TextBox 28">
            <a:extLst>
              <a:ext uri="{FF2B5EF4-FFF2-40B4-BE49-F238E27FC236}">
                <a16:creationId xmlns:a16="http://schemas.microsoft.com/office/drawing/2014/main" id="{8E627FC8-2BA3-3105-9696-26F94B7F00A9}"/>
              </a:ext>
            </a:extLst>
          </p:cNvPr>
          <p:cNvSpPr txBox="1"/>
          <p:nvPr/>
        </p:nvSpPr>
        <p:spPr>
          <a:xfrm>
            <a:off x="3217333" y="3741226"/>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30" name="TextBox 29">
            <a:extLst>
              <a:ext uri="{FF2B5EF4-FFF2-40B4-BE49-F238E27FC236}">
                <a16:creationId xmlns:a16="http://schemas.microsoft.com/office/drawing/2014/main" id="{0AF2CA2B-9E92-EFF8-0227-AF8C6EAEA246}"/>
              </a:ext>
            </a:extLst>
          </p:cNvPr>
          <p:cNvSpPr txBox="1"/>
          <p:nvPr/>
        </p:nvSpPr>
        <p:spPr>
          <a:xfrm>
            <a:off x="3716867" y="374122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31" name="TextBox 30">
            <a:extLst>
              <a:ext uri="{FF2B5EF4-FFF2-40B4-BE49-F238E27FC236}">
                <a16:creationId xmlns:a16="http://schemas.microsoft.com/office/drawing/2014/main" id="{A19755E1-4826-F9D8-77A8-64FCEE4BF20F}"/>
              </a:ext>
            </a:extLst>
          </p:cNvPr>
          <p:cNvSpPr txBox="1"/>
          <p:nvPr/>
        </p:nvSpPr>
        <p:spPr>
          <a:xfrm>
            <a:off x="5715003" y="3741226"/>
            <a:ext cx="462845" cy="584775"/>
          </a:xfrm>
          <a:prstGeom prst="rect">
            <a:avLst/>
          </a:prstGeom>
          <a:solidFill>
            <a:srgbClr val="FFFF00">
              <a:alpha val="30000"/>
            </a:srgbClr>
          </a:solidFill>
        </p:spPr>
        <p:txBody>
          <a:bodyPr wrap="square" rtlCol="0">
            <a:spAutoFit/>
          </a:bodyPr>
          <a:lstStyle/>
          <a:p>
            <a:pPr algn="ctr"/>
            <a:r>
              <a:rPr lang="en-US" sz="3200" dirty="0"/>
              <a:t>9</a:t>
            </a:r>
          </a:p>
        </p:txBody>
      </p:sp>
      <p:sp>
        <p:nvSpPr>
          <p:cNvPr id="32" name="TextBox 31">
            <a:extLst>
              <a:ext uri="{FF2B5EF4-FFF2-40B4-BE49-F238E27FC236}">
                <a16:creationId xmlns:a16="http://schemas.microsoft.com/office/drawing/2014/main" id="{2CF16546-3ED5-792F-7875-908806B61190}"/>
              </a:ext>
            </a:extLst>
          </p:cNvPr>
          <p:cNvSpPr txBox="1"/>
          <p:nvPr/>
        </p:nvSpPr>
        <p:spPr>
          <a:xfrm>
            <a:off x="6214537" y="3741226"/>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33" name="TextBox 32">
            <a:extLst>
              <a:ext uri="{FF2B5EF4-FFF2-40B4-BE49-F238E27FC236}">
                <a16:creationId xmlns:a16="http://schemas.microsoft.com/office/drawing/2014/main" id="{12328379-2A14-07FF-A0BC-9BDDBD13E8D3}"/>
              </a:ext>
            </a:extLst>
          </p:cNvPr>
          <p:cNvSpPr txBox="1"/>
          <p:nvPr/>
        </p:nvSpPr>
        <p:spPr>
          <a:xfrm>
            <a:off x="6714071" y="374122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34" name="TextBox 33">
            <a:extLst>
              <a:ext uri="{FF2B5EF4-FFF2-40B4-BE49-F238E27FC236}">
                <a16:creationId xmlns:a16="http://schemas.microsoft.com/office/drawing/2014/main" id="{153CDE3E-05C2-6AC9-6C2F-C1D8A648009E}"/>
              </a:ext>
            </a:extLst>
          </p:cNvPr>
          <p:cNvSpPr txBox="1"/>
          <p:nvPr/>
        </p:nvSpPr>
        <p:spPr>
          <a:xfrm>
            <a:off x="7213604" y="3741226"/>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35" name="TextBox 34">
            <a:extLst>
              <a:ext uri="{FF2B5EF4-FFF2-40B4-BE49-F238E27FC236}">
                <a16:creationId xmlns:a16="http://schemas.microsoft.com/office/drawing/2014/main" id="{A6563A4F-DAA1-6853-410C-64E26344B6B4}"/>
              </a:ext>
            </a:extLst>
          </p:cNvPr>
          <p:cNvSpPr txBox="1"/>
          <p:nvPr/>
        </p:nvSpPr>
        <p:spPr>
          <a:xfrm>
            <a:off x="3217333" y="424456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36" name="TextBox 35">
            <a:extLst>
              <a:ext uri="{FF2B5EF4-FFF2-40B4-BE49-F238E27FC236}">
                <a16:creationId xmlns:a16="http://schemas.microsoft.com/office/drawing/2014/main" id="{21149012-35FD-535F-03BF-4A580244E3E4}"/>
              </a:ext>
            </a:extLst>
          </p:cNvPr>
          <p:cNvSpPr txBox="1"/>
          <p:nvPr/>
        </p:nvSpPr>
        <p:spPr>
          <a:xfrm>
            <a:off x="4216401" y="4244561"/>
            <a:ext cx="462845" cy="584775"/>
          </a:xfrm>
          <a:prstGeom prst="rect">
            <a:avLst/>
          </a:prstGeom>
          <a:solidFill>
            <a:srgbClr val="FF0000">
              <a:alpha val="30000"/>
            </a:srgbClr>
          </a:solidFill>
        </p:spPr>
        <p:txBody>
          <a:bodyPr wrap="square" rtlCol="0">
            <a:spAutoFit/>
          </a:bodyPr>
          <a:lstStyle/>
          <a:p>
            <a:pPr algn="ctr"/>
            <a:r>
              <a:rPr lang="en-US" sz="3200" dirty="0"/>
              <a:t>3</a:t>
            </a:r>
          </a:p>
        </p:txBody>
      </p:sp>
      <p:sp>
        <p:nvSpPr>
          <p:cNvPr id="37" name="TextBox 36">
            <a:extLst>
              <a:ext uri="{FF2B5EF4-FFF2-40B4-BE49-F238E27FC236}">
                <a16:creationId xmlns:a16="http://schemas.microsoft.com/office/drawing/2014/main" id="{F2050873-D672-5ED5-1747-ECC9B79F13F6}"/>
              </a:ext>
            </a:extLst>
          </p:cNvPr>
          <p:cNvSpPr txBox="1"/>
          <p:nvPr/>
        </p:nvSpPr>
        <p:spPr>
          <a:xfrm>
            <a:off x="5715003" y="424456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38" name="TextBox 37">
            <a:extLst>
              <a:ext uri="{FF2B5EF4-FFF2-40B4-BE49-F238E27FC236}">
                <a16:creationId xmlns:a16="http://schemas.microsoft.com/office/drawing/2014/main" id="{38C55661-48F5-B261-F46E-6274A4624841}"/>
              </a:ext>
            </a:extLst>
          </p:cNvPr>
          <p:cNvSpPr txBox="1"/>
          <p:nvPr/>
        </p:nvSpPr>
        <p:spPr>
          <a:xfrm>
            <a:off x="6214537" y="424456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39" name="TextBox 38">
            <a:extLst>
              <a:ext uri="{FF2B5EF4-FFF2-40B4-BE49-F238E27FC236}">
                <a16:creationId xmlns:a16="http://schemas.microsoft.com/office/drawing/2014/main" id="{4AC3BE54-9D5F-5961-4698-7B175A583859}"/>
              </a:ext>
            </a:extLst>
          </p:cNvPr>
          <p:cNvSpPr txBox="1"/>
          <p:nvPr/>
        </p:nvSpPr>
        <p:spPr>
          <a:xfrm>
            <a:off x="6714071" y="4244561"/>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40" name="TextBox 39">
            <a:extLst>
              <a:ext uri="{FF2B5EF4-FFF2-40B4-BE49-F238E27FC236}">
                <a16:creationId xmlns:a16="http://schemas.microsoft.com/office/drawing/2014/main" id="{1EEFE6A2-2287-5DFD-3457-DA1010F0BF74}"/>
              </a:ext>
            </a:extLst>
          </p:cNvPr>
          <p:cNvSpPr txBox="1"/>
          <p:nvPr/>
        </p:nvSpPr>
        <p:spPr>
          <a:xfrm>
            <a:off x="7213604" y="4244561"/>
            <a:ext cx="462845" cy="584775"/>
          </a:xfrm>
          <a:prstGeom prst="rect">
            <a:avLst/>
          </a:prstGeom>
          <a:solidFill>
            <a:srgbClr val="00B050">
              <a:alpha val="40000"/>
            </a:srgbClr>
          </a:solidFill>
        </p:spPr>
        <p:txBody>
          <a:bodyPr wrap="square" rtlCol="0">
            <a:spAutoFit/>
          </a:bodyPr>
          <a:lstStyle/>
          <a:p>
            <a:pPr algn="ctr"/>
            <a:r>
              <a:rPr lang="en-US" sz="3200" dirty="0"/>
              <a:t>9</a:t>
            </a:r>
          </a:p>
        </p:txBody>
      </p:sp>
      <p:sp>
        <p:nvSpPr>
          <p:cNvPr id="41" name="TextBox 40">
            <a:extLst>
              <a:ext uri="{FF2B5EF4-FFF2-40B4-BE49-F238E27FC236}">
                <a16:creationId xmlns:a16="http://schemas.microsoft.com/office/drawing/2014/main" id="{FC646006-E587-8DDF-0D35-95CD8A37C8A7}"/>
              </a:ext>
            </a:extLst>
          </p:cNvPr>
          <p:cNvSpPr txBox="1"/>
          <p:nvPr/>
        </p:nvSpPr>
        <p:spPr>
          <a:xfrm>
            <a:off x="3217333" y="4747898"/>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42" name="TextBox 41">
            <a:extLst>
              <a:ext uri="{FF2B5EF4-FFF2-40B4-BE49-F238E27FC236}">
                <a16:creationId xmlns:a16="http://schemas.microsoft.com/office/drawing/2014/main" id="{67E2A8EF-A672-0CE2-33E4-B403B3FFBEF1}"/>
              </a:ext>
            </a:extLst>
          </p:cNvPr>
          <p:cNvSpPr txBox="1"/>
          <p:nvPr/>
        </p:nvSpPr>
        <p:spPr>
          <a:xfrm>
            <a:off x="3716867" y="4747898"/>
            <a:ext cx="462845" cy="584775"/>
          </a:xfrm>
          <a:prstGeom prst="rect">
            <a:avLst/>
          </a:prstGeom>
          <a:solidFill>
            <a:srgbClr val="FFFF00">
              <a:alpha val="30000"/>
            </a:srgbClr>
          </a:solidFill>
        </p:spPr>
        <p:txBody>
          <a:bodyPr wrap="square" rtlCol="0">
            <a:spAutoFit/>
          </a:bodyPr>
          <a:lstStyle/>
          <a:p>
            <a:pPr algn="ctr"/>
            <a:r>
              <a:rPr lang="en-US" sz="3200" dirty="0"/>
              <a:t>9</a:t>
            </a:r>
          </a:p>
        </p:txBody>
      </p:sp>
      <p:sp>
        <p:nvSpPr>
          <p:cNvPr id="43" name="TextBox 42">
            <a:extLst>
              <a:ext uri="{FF2B5EF4-FFF2-40B4-BE49-F238E27FC236}">
                <a16:creationId xmlns:a16="http://schemas.microsoft.com/office/drawing/2014/main" id="{B51963C0-F29F-8BD8-EBF7-B41BBABD4AAA}"/>
              </a:ext>
            </a:extLst>
          </p:cNvPr>
          <p:cNvSpPr txBox="1"/>
          <p:nvPr/>
        </p:nvSpPr>
        <p:spPr>
          <a:xfrm>
            <a:off x="4216401" y="4747898"/>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44" name="TextBox 43">
            <a:extLst>
              <a:ext uri="{FF2B5EF4-FFF2-40B4-BE49-F238E27FC236}">
                <a16:creationId xmlns:a16="http://schemas.microsoft.com/office/drawing/2014/main" id="{253AFEBA-CAD1-F6EC-CF1D-85C897867154}"/>
              </a:ext>
            </a:extLst>
          </p:cNvPr>
          <p:cNvSpPr txBox="1"/>
          <p:nvPr/>
        </p:nvSpPr>
        <p:spPr>
          <a:xfrm>
            <a:off x="7157158" y="1522145"/>
            <a:ext cx="570089" cy="230832"/>
          </a:xfrm>
          <a:prstGeom prst="rect">
            <a:avLst/>
          </a:prstGeom>
          <a:noFill/>
        </p:spPr>
        <p:txBody>
          <a:bodyPr wrap="square" rtlCol="0">
            <a:spAutoFit/>
          </a:bodyPr>
          <a:lstStyle/>
          <a:p>
            <a:pPr algn="ctr"/>
            <a:r>
              <a:rPr lang="en-US" sz="900" dirty="0"/>
              <a:t>57</a:t>
            </a:r>
          </a:p>
        </p:txBody>
      </p:sp>
      <p:sp>
        <p:nvSpPr>
          <p:cNvPr id="45" name="TextBox 44">
            <a:extLst>
              <a:ext uri="{FF2B5EF4-FFF2-40B4-BE49-F238E27FC236}">
                <a16:creationId xmlns:a16="http://schemas.microsoft.com/office/drawing/2014/main" id="{FC5BB825-267A-D5A0-E851-FAE45B30146E}"/>
              </a:ext>
            </a:extLst>
          </p:cNvPr>
          <p:cNvSpPr txBox="1"/>
          <p:nvPr/>
        </p:nvSpPr>
        <p:spPr>
          <a:xfrm>
            <a:off x="4143022" y="5028752"/>
            <a:ext cx="570089" cy="230832"/>
          </a:xfrm>
          <a:prstGeom prst="rect">
            <a:avLst/>
          </a:prstGeom>
          <a:noFill/>
        </p:spPr>
        <p:txBody>
          <a:bodyPr wrap="square" rtlCol="0">
            <a:spAutoFit/>
          </a:bodyPr>
          <a:lstStyle/>
          <a:p>
            <a:pPr algn="ctr"/>
            <a:r>
              <a:rPr lang="en-US" sz="900" dirty="0"/>
              <a:t>57</a:t>
            </a:r>
          </a:p>
        </p:txBody>
      </p:sp>
      <p:sp>
        <p:nvSpPr>
          <p:cNvPr id="50" name="TextBox 49">
            <a:extLst>
              <a:ext uri="{FF2B5EF4-FFF2-40B4-BE49-F238E27FC236}">
                <a16:creationId xmlns:a16="http://schemas.microsoft.com/office/drawing/2014/main" id="{F77EC14E-9DA3-7757-3CF4-44AAEA29DAC9}"/>
              </a:ext>
            </a:extLst>
          </p:cNvPr>
          <p:cNvSpPr txBox="1"/>
          <p:nvPr/>
        </p:nvSpPr>
        <p:spPr>
          <a:xfrm>
            <a:off x="6152446" y="1402877"/>
            <a:ext cx="570089" cy="230832"/>
          </a:xfrm>
          <a:prstGeom prst="rect">
            <a:avLst/>
          </a:prstGeom>
          <a:noFill/>
        </p:spPr>
        <p:txBody>
          <a:bodyPr wrap="square" rtlCol="0">
            <a:spAutoFit/>
          </a:bodyPr>
          <a:lstStyle/>
          <a:p>
            <a:pPr algn="ctr"/>
            <a:r>
              <a:rPr lang="en-US" sz="900" dirty="0"/>
              <a:t>75</a:t>
            </a:r>
          </a:p>
        </p:txBody>
      </p:sp>
      <p:sp>
        <p:nvSpPr>
          <p:cNvPr id="51" name="TextBox 50">
            <a:extLst>
              <a:ext uri="{FF2B5EF4-FFF2-40B4-BE49-F238E27FC236}">
                <a16:creationId xmlns:a16="http://schemas.microsoft.com/office/drawing/2014/main" id="{B11EECDF-8B12-C152-071C-1C9192E03D18}"/>
              </a:ext>
            </a:extLst>
          </p:cNvPr>
          <p:cNvSpPr txBox="1"/>
          <p:nvPr/>
        </p:nvSpPr>
        <p:spPr>
          <a:xfrm>
            <a:off x="3138310" y="4408541"/>
            <a:ext cx="570089" cy="230832"/>
          </a:xfrm>
          <a:prstGeom prst="rect">
            <a:avLst/>
          </a:prstGeom>
          <a:noFill/>
        </p:spPr>
        <p:txBody>
          <a:bodyPr wrap="square" rtlCol="0">
            <a:spAutoFit/>
          </a:bodyPr>
          <a:lstStyle/>
          <a:p>
            <a:pPr algn="ctr"/>
            <a:r>
              <a:rPr lang="en-US" sz="900" dirty="0"/>
              <a:t>75</a:t>
            </a:r>
          </a:p>
        </p:txBody>
      </p:sp>
      <p:sp>
        <p:nvSpPr>
          <p:cNvPr id="52" name="TextBox 51">
            <a:extLst>
              <a:ext uri="{FF2B5EF4-FFF2-40B4-BE49-F238E27FC236}">
                <a16:creationId xmlns:a16="http://schemas.microsoft.com/office/drawing/2014/main" id="{80AA73FF-3711-9105-91DD-3A16743E08EC}"/>
              </a:ext>
            </a:extLst>
          </p:cNvPr>
          <p:cNvSpPr txBox="1"/>
          <p:nvPr/>
        </p:nvSpPr>
        <p:spPr>
          <a:xfrm>
            <a:off x="3640666" y="3406653"/>
            <a:ext cx="570089" cy="230832"/>
          </a:xfrm>
          <a:prstGeom prst="rect">
            <a:avLst/>
          </a:prstGeom>
          <a:noFill/>
        </p:spPr>
        <p:txBody>
          <a:bodyPr wrap="square" rtlCol="0">
            <a:spAutoFit/>
          </a:bodyPr>
          <a:lstStyle/>
          <a:p>
            <a:pPr algn="ctr"/>
            <a:r>
              <a:rPr lang="en-US" sz="900" dirty="0"/>
              <a:t>2357</a:t>
            </a:r>
          </a:p>
        </p:txBody>
      </p:sp>
      <p:sp>
        <p:nvSpPr>
          <p:cNvPr id="53" name="TextBox 52">
            <a:extLst>
              <a:ext uri="{FF2B5EF4-FFF2-40B4-BE49-F238E27FC236}">
                <a16:creationId xmlns:a16="http://schemas.microsoft.com/office/drawing/2014/main" id="{969F3E21-E126-0F51-AA7C-89C85C58A7C4}"/>
              </a:ext>
            </a:extLst>
          </p:cNvPr>
          <p:cNvSpPr txBox="1"/>
          <p:nvPr/>
        </p:nvSpPr>
        <p:spPr>
          <a:xfrm>
            <a:off x="3640666" y="4026865"/>
            <a:ext cx="570089" cy="230832"/>
          </a:xfrm>
          <a:prstGeom prst="rect">
            <a:avLst/>
          </a:prstGeom>
          <a:noFill/>
        </p:spPr>
        <p:txBody>
          <a:bodyPr wrap="square" rtlCol="0">
            <a:spAutoFit/>
          </a:bodyPr>
          <a:lstStyle/>
          <a:p>
            <a:pPr algn="ctr"/>
            <a:r>
              <a:rPr lang="en-US" sz="900" dirty="0"/>
              <a:t>68</a:t>
            </a:r>
          </a:p>
        </p:txBody>
      </p:sp>
      <p:sp>
        <p:nvSpPr>
          <p:cNvPr id="54" name="TextBox 53">
            <a:extLst>
              <a:ext uri="{FF2B5EF4-FFF2-40B4-BE49-F238E27FC236}">
                <a16:creationId xmlns:a16="http://schemas.microsoft.com/office/drawing/2014/main" id="{220714F3-1302-0915-7388-E64744CD4C0C}"/>
              </a:ext>
            </a:extLst>
          </p:cNvPr>
          <p:cNvSpPr txBox="1"/>
          <p:nvPr/>
        </p:nvSpPr>
        <p:spPr>
          <a:xfrm>
            <a:off x="3138310" y="3788329"/>
            <a:ext cx="570089" cy="230832"/>
          </a:xfrm>
          <a:prstGeom prst="rect">
            <a:avLst/>
          </a:prstGeom>
          <a:noFill/>
        </p:spPr>
        <p:txBody>
          <a:bodyPr wrap="square" rtlCol="0">
            <a:spAutoFit/>
          </a:bodyPr>
          <a:lstStyle/>
          <a:p>
            <a:pPr algn="ctr"/>
            <a:r>
              <a:rPr lang="en-US" sz="900" dirty="0"/>
              <a:t>168</a:t>
            </a:r>
          </a:p>
        </p:txBody>
      </p:sp>
      <p:sp>
        <p:nvSpPr>
          <p:cNvPr id="55" name="TextBox 54">
            <a:extLst>
              <a:ext uri="{FF2B5EF4-FFF2-40B4-BE49-F238E27FC236}">
                <a16:creationId xmlns:a16="http://schemas.microsoft.com/office/drawing/2014/main" id="{FB82D30D-E58B-1AE9-8676-92C0246D73D0}"/>
              </a:ext>
            </a:extLst>
          </p:cNvPr>
          <p:cNvSpPr txBox="1"/>
          <p:nvPr/>
        </p:nvSpPr>
        <p:spPr>
          <a:xfrm>
            <a:off x="6152446" y="2023089"/>
            <a:ext cx="570089" cy="230832"/>
          </a:xfrm>
          <a:prstGeom prst="rect">
            <a:avLst/>
          </a:prstGeom>
          <a:noFill/>
        </p:spPr>
        <p:txBody>
          <a:bodyPr wrap="square" rtlCol="0">
            <a:spAutoFit/>
          </a:bodyPr>
          <a:lstStyle/>
          <a:p>
            <a:pPr algn="ctr"/>
            <a:r>
              <a:rPr lang="en-US" sz="900" dirty="0"/>
              <a:t>168</a:t>
            </a:r>
          </a:p>
        </p:txBody>
      </p:sp>
      <p:sp>
        <p:nvSpPr>
          <p:cNvPr id="56" name="TextBox 55">
            <a:extLst>
              <a:ext uri="{FF2B5EF4-FFF2-40B4-BE49-F238E27FC236}">
                <a16:creationId xmlns:a16="http://schemas.microsoft.com/office/drawing/2014/main" id="{9D608AC0-1971-D563-AA2D-56166F40EE27}"/>
              </a:ext>
            </a:extLst>
          </p:cNvPr>
          <p:cNvSpPr txBox="1"/>
          <p:nvPr/>
        </p:nvSpPr>
        <p:spPr>
          <a:xfrm>
            <a:off x="6654802" y="1784553"/>
            <a:ext cx="570089" cy="230832"/>
          </a:xfrm>
          <a:prstGeom prst="rect">
            <a:avLst/>
          </a:prstGeom>
          <a:noFill/>
        </p:spPr>
        <p:txBody>
          <a:bodyPr wrap="square" rtlCol="0">
            <a:spAutoFit/>
          </a:bodyPr>
          <a:lstStyle/>
          <a:p>
            <a:pPr algn="ctr"/>
            <a:r>
              <a:rPr lang="en-US" sz="900" dirty="0"/>
              <a:t>68</a:t>
            </a:r>
          </a:p>
        </p:txBody>
      </p:sp>
      <p:sp>
        <p:nvSpPr>
          <p:cNvPr id="57" name="TextBox 56">
            <a:extLst>
              <a:ext uri="{FF2B5EF4-FFF2-40B4-BE49-F238E27FC236}">
                <a16:creationId xmlns:a16="http://schemas.microsoft.com/office/drawing/2014/main" id="{C21A050E-4D90-3B69-779C-2606737249C3}"/>
              </a:ext>
            </a:extLst>
          </p:cNvPr>
          <p:cNvSpPr txBox="1"/>
          <p:nvPr/>
        </p:nvSpPr>
        <p:spPr>
          <a:xfrm>
            <a:off x="6654802" y="2524033"/>
            <a:ext cx="570089" cy="230832"/>
          </a:xfrm>
          <a:prstGeom prst="rect">
            <a:avLst/>
          </a:prstGeom>
          <a:noFill/>
        </p:spPr>
        <p:txBody>
          <a:bodyPr wrap="square" rtlCol="0">
            <a:spAutoFit/>
          </a:bodyPr>
          <a:lstStyle/>
          <a:p>
            <a:pPr algn="ctr"/>
            <a:r>
              <a:rPr lang="en-US" sz="900" dirty="0"/>
              <a:t>2357</a:t>
            </a:r>
          </a:p>
        </p:txBody>
      </p:sp>
      <p:sp>
        <p:nvSpPr>
          <p:cNvPr id="58" name="TextBox 57">
            <a:extLst>
              <a:ext uri="{FF2B5EF4-FFF2-40B4-BE49-F238E27FC236}">
                <a16:creationId xmlns:a16="http://schemas.microsoft.com/office/drawing/2014/main" id="{99BF92EB-EF92-2BC8-35FA-731834E83837}"/>
              </a:ext>
            </a:extLst>
          </p:cNvPr>
          <p:cNvSpPr txBox="1"/>
          <p:nvPr/>
        </p:nvSpPr>
        <p:spPr>
          <a:xfrm>
            <a:off x="4143022" y="1903821"/>
            <a:ext cx="570089" cy="230832"/>
          </a:xfrm>
          <a:prstGeom prst="rect">
            <a:avLst/>
          </a:prstGeom>
          <a:noFill/>
        </p:spPr>
        <p:txBody>
          <a:bodyPr wrap="square" rtlCol="0">
            <a:spAutoFit/>
          </a:bodyPr>
          <a:lstStyle/>
          <a:p>
            <a:pPr algn="ctr"/>
            <a:r>
              <a:rPr lang="en-US" sz="900" dirty="0"/>
              <a:t>75</a:t>
            </a:r>
          </a:p>
        </p:txBody>
      </p:sp>
      <p:sp>
        <p:nvSpPr>
          <p:cNvPr id="59" name="TextBox 58">
            <a:extLst>
              <a:ext uri="{FF2B5EF4-FFF2-40B4-BE49-F238E27FC236}">
                <a16:creationId xmlns:a16="http://schemas.microsoft.com/office/drawing/2014/main" id="{36A82589-25BC-7141-B82B-717CCA5E31C6}"/>
              </a:ext>
            </a:extLst>
          </p:cNvPr>
          <p:cNvSpPr txBox="1"/>
          <p:nvPr/>
        </p:nvSpPr>
        <p:spPr>
          <a:xfrm>
            <a:off x="3640666" y="2404765"/>
            <a:ext cx="570089" cy="230832"/>
          </a:xfrm>
          <a:prstGeom prst="rect">
            <a:avLst/>
          </a:prstGeom>
          <a:noFill/>
        </p:spPr>
        <p:txBody>
          <a:bodyPr wrap="square" rtlCol="0">
            <a:spAutoFit/>
          </a:bodyPr>
          <a:lstStyle/>
          <a:p>
            <a:pPr algn="ctr"/>
            <a:r>
              <a:rPr lang="en-US" sz="900" dirty="0"/>
              <a:t>2357</a:t>
            </a:r>
          </a:p>
        </p:txBody>
      </p:sp>
      <p:sp>
        <p:nvSpPr>
          <p:cNvPr id="62" name="TextBox 61">
            <a:extLst>
              <a:ext uri="{FF2B5EF4-FFF2-40B4-BE49-F238E27FC236}">
                <a16:creationId xmlns:a16="http://schemas.microsoft.com/office/drawing/2014/main" id="{CC637596-8CDA-3D15-BE5D-67F8B2E24D73}"/>
              </a:ext>
            </a:extLst>
          </p:cNvPr>
          <p:cNvSpPr txBox="1"/>
          <p:nvPr/>
        </p:nvSpPr>
        <p:spPr>
          <a:xfrm>
            <a:off x="6654802" y="2905709"/>
            <a:ext cx="570089" cy="230832"/>
          </a:xfrm>
          <a:prstGeom prst="rect">
            <a:avLst/>
          </a:prstGeom>
          <a:noFill/>
        </p:spPr>
        <p:txBody>
          <a:bodyPr wrap="square" rtlCol="0">
            <a:spAutoFit/>
          </a:bodyPr>
          <a:lstStyle/>
          <a:p>
            <a:pPr algn="ctr"/>
            <a:r>
              <a:rPr lang="en-US" sz="900" dirty="0"/>
              <a:t>2357</a:t>
            </a:r>
          </a:p>
        </p:txBody>
      </p:sp>
      <p:sp>
        <p:nvSpPr>
          <p:cNvPr id="63" name="TextBox 62">
            <a:extLst>
              <a:ext uri="{FF2B5EF4-FFF2-40B4-BE49-F238E27FC236}">
                <a16:creationId xmlns:a16="http://schemas.microsoft.com/office/drawing/2014/main" id="{6AE9CE79-9748-8A52-AA21-00DDA0ACCB1C}"/>
              </a:ext>
            </a:extLst>
          </p:cNvPr>
          <p:cNvSpPr txBox="1"/>
          <p:nvPr/>
        </p:nvSpPr>
        <p:spPr>
          <a:xfrm>
            <a:off x="7157158" y="3406653"/>
            <a:ext cx="570089" cy="230832"/>
          </a:xfrm>
          <a:prstGeom prst="rect">
            <a:avLst/>
          </a:prstGeom>
          <a:noFill/>
        </p:spPr>
        <p:txBody>
          <a:bodyPr wrap="square" rtlCol="0">
            <a:spAutoFit/>
          </a:bodyPr>
          <a:lstStyle/>
          <a:p>
            <a:pPr algn="ctr"/>
            <a:r>
              <a:rPr lang="en-US" sz="900" dirty="0"/>
              <a:t>75</a:t>
            </a:r>
          </a:p>
        </p:txBody>
      </p:sp>
      <p:sp>
        <p:nvSpPr>
          <p:cNvPr id="66" name="TextBox 65">
            <a:extLst>
              <a:ext uri="{FF2B5EF4-FFF2-40B4-BE49-F238E27FC236}">
                <a16:creationId xmlns:a16="http://schemas.microsoft.com/office/drawing/2014/main" id="{8AA0125B-D485-A611-51AB-F876B1D66DCD}"/>
              </a:ext>
            </a:extLst>
          </p:cNvPr>
          <p:cNvSpPr txBox="1"/>
          <p:nvPr/>
        </p:nvSpPr>
        <p:spPr>
          <a:xfrm>
            <a:off x="5147734" y="2524033"/>
            <a:ext cx="570089" cy="230832"/>
          </a:xfrm>
          <a:prstGeom prst="rect">
            <a:avLst/>
          </a:prstGeom>
          <a:noFill/>
        </p:spPr>
        <p:txBody>
          <a:bodyPr wrap="square" rtlCol="0">
            <a:spAutoFit/>
          </a:bodyPr>
          <a:lstStyle/>
          <a:p>
            <a:pPr algn="ctr"/>
            <a:r>
              <a:rPr lang="en-US" sz="900" dirty="0"/>
              <a:t>2567</a:t>
            </a:r>
          </a:p>
        </p:txBody>
      </p:sp>
      <p:sp>
        <p:nvSpPr>
          <p:cNvPr id="68" name="TextBox 67">
            <a:extLst>
              <a:ext uri="{FF2B5EF4-FFF2-40B4-BE49-F238E27FC236}">
                <a16:creationId xmlns:a16="http://schemas.microsoft.com/office/drawing/2014/main" id="{85F2173A-1662-883A-CB9E-84440B6EE6C8}"/>
              </a:ext>
            </a:extLst>
          </p:cNvPr>
          <p:cNvSpPr txBox="1"/>
          <p:nvPr/>
        </p:nvSpPr>
        <p:spPr>
          <a:xfrm>
            <a:off x="6654802" y="4527809"/>
            <a:ext cx="570089" cy="230832"/>
          </a:xfrm>
          <a:prstGeom prst="rect">
            <a:avLst/>
          </a:prstGeom>
          <a:noFill/>
        </p:spPr>
        <p:txBody>
          <a:bodyPr wrap="square" rtlCol="0">
            <a:spAutoFit/>
          </a:bodyPr>
          <a:lstStyle/>
          <a:p>
            <a:pPr algn="ctr"/>
            <a:r>
              <a:rPr lang="en-US" sz="900" dirty="0"/>
              <a:t>2567</a:t>
            </a:r>
          </a:p>
        </p:txBody>
      </p:sp>
      <p:sp>
        <p:nvSpPr>
          <p:cNvPr id="70" name="TextBox 69">
            <a:extLst>
              <a:ext uri="{FF2B5EF4-FFF2-40B4-BE49-F238E27FC236}">
                <a16:creationId xmlns:a16="http://schemas.microsoft.com/office/drawing/2014/main" id="{38326E77-0B9F-8F14-8151-01B5DA8CB11F}"/>
              </a:ext>
            </a:extLst>
          </p:cNvPr>
          <p:cNvSpPr txBox="1"/>
          <p:nvPr/>
        </p:nvSpPr>
        <p:spPr>
          <a:xfrm>
            <a:off x="5650090" y="2285497"/>
            <a:ext cx="570089" cy="230832"/>
          </a:xfrm>
          <a:prstGeom prst="rect">
            <a:avLst/>
          </a:prstGeom>
          <a:noFill/>
        </p:spPr>
        <p:txBody>
          <a:bodyPr wrap="square" rtlCol="0">
            <a:spAutoFit/>
          </a:bodyPr>
          <a:lstStyle/>
          <a:p>
            <a:pPr algn="ctr"/>
            <a:r>
              <a:rPr lang="en-US" sz="900" dirty="0"/>
              <a:t>2367</a:t>
            </a:r>
          </a:p>
        </p:txBody>
      </p:sp>
      <p:sp>
        <p:nvSpPr>
          <p:cNvPr id="71" name="TextBox 70">
            <a:extLst>
              <a:ext uri="{FF2B5EF4-FFF2-40B4-BE49-F238E27FC236}">
                <a16:creationId xmlns:a16="http://schemas.microsoft.com/office/drawing/2014/main" id="{F4D6F174-3459-73D7-B4A3-2178D9430E3A}"/>
              </a:ext>
            </a:extLst>
          </p:cNvPr>
          <p:cNvSpPr txBox="1"/>
          <p:nvPr/>
        </p:nvSpPr>
        <p:spPr>
          <a:xfrm>
            <a:off x="5147734" y="2905709"/>
            <a:ext cx="570089" cy="230832"/>
          </a:xfrm>
          <a:prstGeom prst="rect">
            <a:avLst/>
          </a:prstGeom>
          <a:noFill/>
        </p:spPr>
        <p:txBody>
          <a:bodyPr wrap="square" rtlCol="0">
            <a:spAutoFit/>
          </a:bodyPr>
          <a:lstStyle/>
          <a:p>
            <a:pPr algn="ctr"/>
            <a:r>
              <a:rPr lang="en-US" sz="900" dirty="0"/>
              <a:t>2578</a:t>
            </a:r>
          </a:p>
        </p:txBody>
      </p:sp>
      <p:sp>
        <p:nvSpPr>
          <p:cNvPr id="72" name="TextBox 71">
            <a:extLst>
              <a:ext uri="{FF2B5EF4-FFF2-40B4-BE49-F238E27FC236}">
                <a16:creationId xmlns:a16="http://schemas.microsoft.com/office/drawing/2014/main" id="{2B6684B8-D349-F2FB-08BC-49B8B4AF0B90}"/>
              </a:ext>
            </a:extLst>
          </p:cNvPr>
          <p:cNvSpPr txBox="1"/>
          <p:nvPr/>
        </p:nvSpPr>
        <p:spPr>
          <a:xfrm>
            <a:off x="4645378" y="3525921"/>
            <a:ext cx="570089" cy="230832"/>
          </a:xfrm>
          <a:prstGeom prst="rect">
            <a:avLst/>
          </a:prstGeom>
          <a:noFill/>
        </p:spPr>
        <p:txBody>
          <a:bodyPr wrap="square" rtlCol="0">
            <a:spAutoFit/>
          </a:bodyPr>
          <a:lstStyle/>
          <a:p>
            <a:pPr algn="ctr"/>
            <a:r>
              <a:rPr lang="en-US" sz="900" dirty="0"/>
              <a:t>268</a:t>
            </a:r>
          </a:p>
        </p:txBody>
      </p:sp>
      <p:sp>
        <p:nvSpPr>
          <p:cNvPr id="74" name="TextBox 73">
            <a:extLst>
              <a:ext uri="{FF2B5EF4-FFF2-40B4-BE49-F238E27FC236}">
                <a16:creationId xmlns:a16="http://schemas.microsoft.com/office/drawing/2014/main" id="{112F6998-69A8-12D0-F409-1F1ACD0755FC}"/>
              </a:ext>
            </a:extLst>
          </p:cNvPr>
          <p:cNvSpPr txBox="1"/>
          <p:nvPr/>
        </p:nvSpPr>
        <p:spPr>
          <a:xfrm>
            <a:off x="6152446" y="4527809"/>
            <a:ext cx="570089" cy="230832"/>
          </a:xfrm>
          <a:prstGeom prst="rect">
            <a:avLst/>
          </a:prstGeom>
          <a:noFill/>
        </p:spPr>
        <p:txBody>
          <a:bodyPr wrap="square" rtlCol="0">
            <a:spAutoFit/>
          </a:bodyPr>
          <a:lstStyle/>
          <a:p>
            <a:pPr algn="ctr"/>
            <a:r>
              <a:rPr lang="en-US" sz="900" dirty="0"/>
              <a:t>2578</a:t>
            </a:r>
          </a:p>
        </p:txBody>
      </p:sp>
      <p:sp>
        <p:nvSpPr>
          <p:cNvPr id="75" name="TextBox 74">
            <a:extLst>
              <a:ext uri="{FF2B5EF4-FFF2-40B4-BE49-F238E27FC236}">
                <a16:creationId xmlns:a16="http://schemas.microsoft.com/office/drawing/2014/main" id="{543D7580-40FF-608C-D339-D0BB1D5A72B4}"/>
              </a:ext>
            </a:extLst>
          </p:cNvPr>
          <p:cNvSpPr txBox="1"/>
          <p:nvPr/>
        </p:nvSpPr>
        <p:spPr>
          <a:xfrm>
            <a:off x="6654802" y="3788329"/>
            <a:ext cx="570089" cy="230832"/>
          </a:xfrm>
          <a:prstGeom prst="rect">
            <a:avLst/>
          </a:prstGeom>
          <a:noFill/>
        </p:spPr>
        <p:txBody>
          <a:bodyPr wrap="square" rtlCol="0">
            <a:spAutoFit/>
          </a:bodyPr>
          <a:lstStyle/>
          <a:p>
            <a:pPr algn="ctr"/>
            <a:r>
              <a:rPr lang="en-US" sz="900" dirty="0"/>
              <a:t>2367</a:t>
            </a:r>
          </a:p>
        </p:txBody>
      </p:sp>
      <p:sp>
        <p:nvSpPr>
          <p:cNvPr id="76" name="TextBox 75">
            <a:extLst>
              <a:ext uri="{FF2B5EF4-FFF2-40B4-BE49-F238E27FC236}">
                <a16:creationId xmlns:a16="http://schemas.microsoft.com/office/drawing/2014/main" id="{24665AFD-44B8-F08A-3084-E815441E4C67}"/>
              </a:ext>
            </a:extLst>
          </p:cNvPr>
          <p:cNvSpPr txBox="1"/>
          <p:nvPr/>
        </p:nvSpPr>
        <p:spPr>
          <a:xfrm>
            <a:off x="5650090" y="4527809"/>
            <a:ext cx="570089" cy="230832"/>
          </a:xfrm>
          <a:prstGeom prst="rect">
            <a:avLst/>
          </a:prstGeom>
          <a:noFill/>
        </p:spPr>
        <p:txBody>
          <a:bodyPr wrap="square" rtlCol="0">
            <a:spAutoFit/>
          </a:bodyPr>
          <a:lstStyle/>
          <a:p>
            <a:pPr algn="ctr"/>
            <a:r>
              <a:rPr lang="en-US" sz="900" dirty="0"/>
              <a:t>268</a:t>
            </a:r>
          </a:p>
        </p:txBody>
      </p:sp>
      <p:sp>
        <p:nvSpPr>
          <p:cNvPr id="73" name="TextBox 72">
            <a:extLst>
              <a:ext uri="{FF2B5EF4-FFF2-40B4-BE49-F238E27FC236}">
                <a16:creationId xmlns:a16="http://schemas.microsoft.com/office/drawing/2014/main" id="{3392A058-4015-55B5-B9E2-CE9597C57B90}"/>
              </a:ext>
            </a:extLst>
          </p:cNvPr>
          <p:cNvSpPr txBox="1"/>
          <p:nvPr/>
        </p:nvSpPr>
        <p:spPr>
          <a:xfrm>
            <a:off x="5147734" y="3287385"/>
            <a:ext cx="570089" cy="230832"/>
          </a:xfrm>
          <a:prstGeom prst="rect">
            <a:avLst/>
          </a:prstGeom>
          <a:noFill/>
        </p:spPr>
        <p:txBody>
          <a:bodyPr wrap="square" rtlCol="0">
            <a:spAutoFit/>
          </a:bodyPr>
          <a:lstStyle/>
          <a:p>
            <a:pPr algn="ctr"/>
            <a:r>
              <a:rPr lang="en-US" sz="900" dirty="0"/>
              <a:t>235678</a:t>
            </a:r>
          </a:p>
        </p:txBody>
      </p:sp>
      <p:sp>
        <p:nvSpPr>
          <p:cNvPr id="78" name="TextBox 77">
            <a:extLst>
              <a:ext uri="{FF2B5EF4-FFF2-40B4-BE49-F238E27FC236}">
                <a16:creationId xmlns:a16="http://schemas.microsoft.com/office/drawing/2014/main" id="{FE26DEE0-2966-3B6A-2E99-B1919EE4B9F7}"/>
              </a:ext>
            </a:extLst>
          </p:cNvPr>
          <p:cNvSpPr txBox="1"/>
          <p:nvPr/>
        </p:nvSpPr>
        <p:spPr>
          <a:xfrm>
            <a:off x="6152446" y="3788329"/>
            <a:ext cx="570089" cy="230832"/>
          </a:xfrm>
          <a:prstGeom prst="rect">
            <a:avLst/>
          </a:prstGeom>
          <a:noFill/>
        </p:spPr>
        <p:txBody>
          <a:bodyPr wrap="square" rtlCol="0">
            <a:spAutoFit/>
          </a:bodyPr>
          <a:lstStyle/>
          <a:p>
            <a:pPr algn="ctr"/>
            <a:r>
              <a:rPr lang="en-US" sz="900" dirty="0"/>
              <a:t>235678</a:t>
            </a:r>
          </a:p>
        </p:txBody>
      </p:sp>
      <p:sp>
        <p:nvSpPr>
          <p:cNvPr id="79" name="TextBox 78">
            <a:extLst>
              <a:ext uri="{FF2B5EF4-FFF2-40B4-BE49-F238E27FC236}">
                <a16:creationId xmlns:a16="http://schemas.microsoft.com/office/drawing/2014/main" id="{5F8A8249-7DBD-A9E3-BA91-EC3FBB033287}"/>
              </a:ext>
            </a:extLst>
          </p:cNvPr>
          <p:cNvSpPr txBox="1"/>
          <p:nvPr/>
        </p:nvSpPr>
        <p:spPr>
          <a:xfrm>
            <a:off x="6214537" y="3237891"/>
            <a:ext cx="462845" cy="584775"/>
          </a:xfrm>
          <a:prstGeom prst="rect">
            <a:avLst/>
          </a:prstGeom>
          <a:noFill/>
        </p:spPr>
        <p:txBody>
          <a:bodyPr wrap="square" rtlCol="0">
            <a:spAutoFit/>
          </a:bodyPr>
          <a:lstStyle/>
          <a:p>
            <a:pPr algn="ctr"/>
            <a:r>
              <a:rPr lang="en-US" sz="3200" dirty="0"/>
              <a:t>9</a:t>
            </a:r>
          </a:p>
        </p:txBody>
      </p:sp>
      <p:sp>
        <p:nvSpPr>
          <p:cNvPr id="80" name="TextBox 79">
            <a:extLst>
              <a:ext uri="{FF2B5EF4-FFF2-40B4-BE49-F238E27FC236}">
                <a16:creationId xmlns:a16="http://schemas.microsoft.com/office/drawing/2014/main" id="{6B166F65-4259-3248-E69B-CC9972044A6A}"/>
              </a:ext>
            </a:extLst>
          </p:cNvPr>
          <p:cNvSpPr txBox="1"/>
          <p:nvPr/>
        </p:nvSpPr>
        <p:spPr>
          <a:xfrm>
            <a:off x="6152446" y="901933"/>
            <a:ext cx="570089" cy="230832"/>
          </a:xfrm>
          <a:prstGeom prst="rect">
            <a:avLst/>
          </a:prstGeom>
          <a:noFill/>
        </p:spPr>
        <p:txBody>
          <a:bodyPr wrap="square" rtlCol="0">
            <a:spAutoFit/>
          </a:bodyPr>
          <a:lstStyle/>
          <a:p>
            <a:pPr algn="ctr"/>
            <a:r>
              <a:rPr lang="en-US" sz="900" dirty="0"/>
              <a:t>18</a:t>
            </a:r>
          </a:p>
        </p:txBody>
      </p:sp>
      <p:sp>
        <p:nvSpPr>
          <p:cNvPr id="81" name="TextBox 80">
            <a:extLst>
              <a:ext uri="{FF2B5EF4-FFF2-40B4-BE49-F238E27FC236}">
                <a16:creationId xmlns:a16="http://schemas.microsoft.com/office/drawing/2014/main" id="{D5D888F2-4517-AE8D-5153-C31A70F566DD}"/>
              </a:ext>
            </a:extLst>
          </p:cNvPr>
          <p:cNvSpPr txBox="1"/>
          <p:nvPr/>
        </p:nvSpPr>
        <p:spPr>
          <a:xfrm>
            <a:off x="4143022" y="3907597"/>
            <a:ext cx="570089" cy="230832"/>
          </a:xfrm>
          <a:prstGeom prst="rect">
            <a:avLst/>
          </a:prstGeom>
          <a:noFill/>
        </p:spPr>
        <p:txBody>
          <a:bodyPr wrap="square" rtlCol="0">
            <a:spAutoFit/>
          </a:bodyPr>
          <a:lstStyle/>
          <a:p>
            <a:pPr algn="ctr"/>
            <a:r>
              <a:rPr lang="en-US" sz="900" dirty="0"/>
              <a:t>28</a:t>
            </a:r>
          </a:p>
        </p:txBody>
      </p:sp>
      <p:sp>
        <p:nvSpPr>
          <p:cNvPr id="82" name="TextBox 81">
            <a:extLst>
              <a:ext uri="{FF2B5EF4-FFF2-40B4-BE49-F238E27FC236}">
                <a16:creationId xmlns:a16="http://schemas.microsoft.com/office/drawing/2014/main" id="{47F17EFD-30F2-F016-35C0-598DF3CDB866}"/>
              </a:ext>
            </a:extLst>
          </p:cNvPr>
          <p:cNvSpPr txBox="1"/>
          <p:nvPr/>
        </p:nvSpPr>
        <p:spPr>
          <a:xfrm>
            <a:off x="3640666" y="4408541"/>
            <a:ext cx="570089" cy="230832"/>
          </a:xfrm>
          <a:prstGeom prst="rect">
            <a:avLst/>
          </a:prstGeom>
          <a:noFill/>
        </p:spPr>
        <p:txBody>
          <a:bodyPr wrap="square" rtlCol="0">
            <a:spAutoFit/>
          </a:bodyPr>
          <a:lstStyle/>
          <a:p>
            <a:pPr algn="ctr"/>
            <a:r>
              <a:rPr lang="en-US" sz="900" dirty="0"/>
              <a:t>128</a:t>
            </a:r>
          </a:p>
        </p:txBody>
      </p:sp>
      <p:sp>
        <p:nvSpPr>
          <p:cNvPr id="48" name="TextBox 47">
            <a:extLst>
              <a:ext uri="{FF2B5EF4-FFF2-40B4-BE49-F238E27FC236}">
                <a16:creationId xmlns:a16="http://schemas.microsoft.com/office/drawing/2014/main" id="{9D337CBB-B0B4-F9C1-96B5-22FD3C2D78B5}"/>
              </a:ext>
            </a:extLst>
          </p:cNvPr>
          <p:cNvSpPr txBox="1"/>
          <p:nvPr/>
        </p:nvSpPr>
        <p:spPr>
          <a:xfrm>
            <a:off x="3716867" y="1727886"/>
            <a:ext cx="462845" cy="584775"/>
          </a:xfrm>
          <a:prstGeom prst="rect">
            <a:avLst/>
          </a:prstGeom>
          <a:noFill/>
        </p:spPr>
        <p:txBody>
          <a:bodyPr wrap="square" rtlCol="0">
            <a:spAutoFit/>
          </a:bodyPr>
          <a:lstStyle/>
          <a:p>
            <a:pPr algn="ctr"/>
            <a:r>
              <a:rPr lang="en-US" sz="3200" dirty="0"/>
              <a:t>4</a:t>
            </a:r>
          </a:p>
        </p:txBody>
      </p:sp>
      <p:sp>
        <p:nvSpPr>
          <p:cNvPr id="49" name="TextBox 48">
            <a:extLst>
              <a:ext uri="{FF2B5EF4-FFF2-40B4-BE49-F238E27FC236}">
                <a16:creationId xmlns:a16="http://schemas.microsoft.com/office/drawing/2014/main" id="{A32530CF-5466-85F8-BFDD-CC408F099E16}"/>
              </a:ext>
            </a:extLst>
          </p:cNvPr>
          <p:cNvSpPr txBox="1"/>
          <p:nvPr/>
        </p:nvSpPr>
        <p:spPr>
          <a:xfrm>
            <a:off x="5715003" y="3237891"/>
            <a:ext cx="462845" cy="584775"/>
          </a:xfrm>
          <a:prstGeom prst="rect">
            <a:avLst/>
          </a:prstGeom>
          <a:noFill/>
        </p:spPr>
        <p:txBody>
          <a:bodyPr wrap="square" rtlCol="0">
            <a:spAutoFit/>
          </a:bodyPr>
          <a:lstStyle/>
          <a:p>
            <a:pPr algn="ctr"/>
            <a:r>
              <a:rPr lang="en-US" sz="3200" dirty="0"/>
              <a:t>4</a:t>
            </a:r>
          </a:p>
        </p:txBody>
      </p:sp>
      <p:sp>
        <p:nvSpPr>
          <p:cNvPr id="46" name="TextBox 45">
            <a:extLst>
              <a:ext uri="{FF2B5EF4-FFF2-40B4-BE49-F238E27FC236}">
                <a16:creationId xmlns:a16="http://schemas.microsoft.com/office/drawing/2014/main" id="{5E0758FF-F81C-0C8E-2FFF-91E1469C9FB7}"/>
              </a:ext>
            </a:extLst>
          </p:cNvPr>
          <p:cNvSpPr txBox="1"/>
          <p:nvPr/>
        </p:nvSpPr>
        <p:spPr>
          <a:xfrm>
            <a:off x="3217333" y="721216"/>
            <a:ext cx="462845" cy="584775"/>
          </a:xfrm>
          <a:prstGeom prst="rect">
            <a:avLst/>
          </a:prstGeom>
          <a:noFill/>
        </p:spPr>
        <p:txBody>
          <a:bodyPr wrap="square" rtlCol="0">
            <a:spAutoFit/>
          </a:bodyPr>
          <a:lstStyle/>
          <a:p>
            <a:pPr algn="ctr"/>
            <a:r>
              <a:rPr lang="en-US" sz="3200" dirty="0"/>
              <a:t>9</a:t>
            </a:r>
          </a:p>
        </p:txBody>
      </p:sp>
      <p:sp>
        <p:nvSpPr>
          <p:cNvPr id="47" name="TextBox 46">
            <a:extLst>
              <a:ext uri="{FF2B5EF4-FFF2-40B4-BE49-F238E27FC236}">
                <a16:creationId xmlns:a16="http://schemas.microsoft.com/office/drawing/2014/main" id="{870DFD00-2EBF-704D-DE51-25F9F0AF66A9}"/>
              </a:ext>
            </a:extLst>
          </p:cNvPr>
          <p:cNvSpPr txBox="1"/>
          <p:nvPr/>
        </p:nvSpPr>
        <p:spPr>
          <a:xfrm>
            <a:off x="7213604" y="4747898"/>
            <a:ext cx="462845" cy="584775"/>
          </a:xfrm>
          <a:prstGeom prst="rect">
            <a:avLst/>
          </a:prstGeom>
          <a:noFill/>
        </p:spPr>
        <p:txBody>
          <a:bodyPr wrap="square" rtlCol="0">
            <a:spAutoFit/>
          </a:bodyPr>
          <a:lstStyle/>
          <a:p>
            <a:pPr algn="ctr"/>
            <a:r>
              <a:rPr lang="en-US" sz="3200" dirty="0"/>
              <a:t>1</a:t>
            </a:r>
          </a:p>
        </p:txBody>
      </p:sp>
      <p:sp>
        <p:nvSpPr>
          <p:cNvPr id="60" name="TextBox 59">
            <a:extLst>
              <a:ext uri="{FF2B5EF4-FFF2-40B4-BE49-F238E27FC236}">
                <a16:creationId xmlns:a16="http://schemas.microsoft.com/office/drawing/2014/main" id="{D9CDF162-0D51-9A8D-8D23-EF747BCA6788}"/>
              </a:ext>
            </a:extLst>
          </p:cNvPr>
          <p:cNvSpPr txBox="1"/>
          <p:nvPr/>
        </p:nvSpPr>
        <p:spPr>
          <a:xfrm>
            <a:off x="7213604" y="2734556"/>
            <a:ext cx="462845" cy="584775"/>
          </a:xfrm>
          <a:prstGeom prst="rect">
            <a:avLst/>
          </a:prstGeom>
          <a:noFill/>
        </p:spPr>
        <p:txBody>
          <a:bodyPr wrap="square" rtlCol="0">
            <a:spAutoFit/>
          </a:bodyPr>
          <a:lstStyle/>
          <a:p>
            <a:pPr algn="ctr"/>
            <a:r>
              <a:rPr lang="en-US" sz="3200" dirty="0"/>
              <a:t>6</a:t>
            </a:r>
          </a:p>
        </p:txBody>
      </p:sp>
      <p:sp>
        <p:nvSpPr>
          <p:cNvPr id="61" name="TextBox 60">
            <a:extLst>
              <a:ext uri="{FF2B5EF4-FFF2-40B4-BE49-F238E27FC236}">
                <a16:creationId xmlns:a16="http://schemas.microsoft.com/office/drawing/2014/main" id="{4004A66E-1E0C-79D9-F6F2-540F1419AD5F}"/>
              </a:ext>
            </a:extLst>
          </p:cNvPr>
          <p:cNvSpPr txBox="1"/>
          <p:nvPr/>
        </p:nvSpPr>
        <p:spPr>
          <a:xfrm>
            <a:off x="3640666" y="901933"/>
            <a:ext cx="570089" cy="230832"/>
          </a:xfrm>
          <a:prstGeom prst="rect">
            <a:avLst/>
          </a:prstGeom>
          <a:noFill/>
        </p:spPr>
        <p:txBody>
          <a:bodyPr wrap="square" rtlCol="0">
            <a:spAutoFit/>
          </a:bodyPr>
          <a:lstStyle/>
          <a:p>
            <a:pPr algn="ctr"/>
            <a:r>
              <a:rPr lang="en-US" sz="900" dirty="0"/>
              <a:t>28</a:t>
            </a:r>
          </a:p>
        </p:txBody>
      </p:sp>
      <p:sp>
        <p:nvSpPr>
          <p:cNvPr id="64" name="TextBox 63">
            <a:extLst>
              <a:ext uri="{FF2B5EF4-FFF2-40B4-BE49-F238E27FC236}">
                <a16:creationId xmlns:a16="http://schemas.microsoft.com/office/drawing/2014/main" id="{AAB1C481-2E30-0D37-356F-E7D7EB265E36}"/>
              </a:ext>
            </a:extLst>
          </p:cNvPr>
          <p:cNvSpPr txBox="1"/>
          <p:nvPr/>
        </p:nvSpPr>
        <p:spPr>
          <a:xfrm>
            <a:off x="5147734" y="901933"/>
            <a:ext cx="570089" cy="230832"/>
          </a:xfrm>
          <a:prstGeom prst="rect">
            <a:avLst/>
          </a:prstGeom>
          <a:noFill/>
        </p:spPr>
        <p:txBody>
          <a:bodyPr wrap="square" rtlCol="0">
            <a:spAutoFit/>
          </a:bodyPr>
          <a:lstStyle/>
          <a:p>
            <a:pPr algn="ctr"/>
            <a:r>
              <a:rPr lang="en-US" sz="900" dirty="0"/>
              <a:t>128</a:t>
            </a:r>
          </a:p>
        </p:txBody>
      </p:sp>
      <p:sp>
        <p:nvSpPr>
          <p:cNvPr id="65" name="TextBox 64">
            <a:extLst>
              <a:ext uri="{FF2B5EF4-FFF2-40B4-BE49-F238E27FC236}">
                <a16:creationId xmlns:a16="http://schemas.microsoft.com/office/drawing/2014/main" id="{B378F0F1-0EC9-405A-CFB6-78F8E8B15765}"/>
              </a:ext>
            </a:extLst>
          </p:cNvPr>
          <p:cNvSpPr txBox="1"/>
          <p:nvPr/>
        </p:nvSpPr>
        <p:spPr>
          <a:xfrm>
            <a:off x="3640666" y="1402877"/>
            <a:ext cx="570089" cy="230832"/>
          </a:xfrm>
          <a:prstGeom prst="rect">
            <a:avLst/>
          </a:prstGeom>
          <a:noFill/>
        </p:spPr>
        <p:txBody>
          <a:bodyPr wrap="square" rtlCol="0">
            <a:spAutoFit/>
          </a:bodyPr>
          <a:lstStyle/>
          <a:p>
            <a:pPr algn="ctr"/>
            <a:r>
              <a:rPr lang="en-US" sz="900" dirty="0"/>
              <a:t>238</a:t>
            </a:r>
          </a:p>
        </p:txBody>
      </p:sp>
      <p:sp>
        <p:nvSpPr>
          <p:cNvPr id="67" name="TextBox 66">
            <a:extLst>
              <a:ext uri="{FF2B5EF4-FFF2-40B4-BE49-F238E27FC236}">
                <a16:creationId xmlns:a16="http://schemas.microsoft.com/office/drawing/2014/main" id="{F1BDF171-440C-779B-0007-E6493615B9BB}"/>
              </a:ext>
            </a:extLst>
          </p:cNvPr>
          <p:cNvSpPr txBox="1"/>
          <p:nvPr/>
        </p:nvSpPr>
        <p:spPr>
          <a:xfrm>
            <a:off x="5147734" y="1402877"/>
            <a:ext cx="570089" cy="230832"/>
          </a:xfrm>
          <a:prstGeom prst="rect">
            <a:avLst/>
          </a:prstGeom>
          <a:noFill/>
        </p:spPr>
        <p:txBody>
          <a:bodyPr wrap="square" rtlCol="0">
            <a:spAutoFit/>
          </a:bodyPr>
          <a:lstStyle/>
          <a:p>
            <a:pPr algn="ctr"/>
            <a:r>
              <a:rPr lang="en-US" sz="900" dirty="0"/>
              <a:t>2368</a:t>
            </a:r>
          </a:p>
        </p:txBody>
      </p:sp>
      <p:sp>
        <p:nvSpPr>
          <p:cNvPr id="69" name="TextBox 68">
            <a:extLst>
              <a:ext uri="{FF2B5EF4-FFF2-40B4-BE49-F238E27FC236}">
                <a16:creationId xmlns:a16="http://schemas.microsoft.com/office/drawing/2014/main" id="{7F321984-7969-245A-7B2D-1CCA9EF1E970}"/>
              </a:ext>
            </a:extLst>
          </p:cNvPr>
          <p:cNvSpPr txBox="1"/>
          <p:nvPr/>
        </p:nvSpPr>
        <p:spPr>
          <a:xfrm>
            <a:off x="5650090" y="1402877"/>
            <a:ext cx="570089" cy="230832"/>
          </a:xfrm>
          <a:prstGeom prst="rect">
            <a:avLst/>
          </a:prstGeom>
          <a:noFill/>
        </p:spPr>
        <p:txBody>
          <a:bodyPr wrap="square" rtlCol="0">
            <a:spAutoFit/>
          </a:bodyPr>
          <a:lstStyle/>
          <a:p>
            <a:pPr algn="ctr"/>
            <a:r>
              <a:rPr lang="en-US" sz="900" dirty="0"/>
              <a:t>2368</a:t>
            </a:r>
          </a:p>
        </p:txBody>
      </p:sp>
      <p:sp>
        <p:nvSpPr>
          <p:cNvPr id="77" name="TextBox 76">
            <a:extLst>
              <a:ext uri="{FF2B5EF4-FFF2-40B4-BE49-F238E27FC236}">
                <a16:creationId xmlns:a16="http://schemas.microsoft.com/office/drawing/2014/main" id="{106AD0DB-EE13-112E-117C-91E1BA3C57C9}"/>
              </a:ext>
            </a:extLst>
          </p:cNvPr>
          <p:cNvSpPr txBox="1"/>
          <p:nvPr/>
        </p:nvSpPr>
        <p:spPr>
          <a:xfrm>
            <a:off x="3138310" y="1402877"/>
            <a:ext cx="570089" cy="230832"/>
          </a:xfrm>
          <a:prstGeom prst="rect">
            <a:avLst/>
          </a:prstGeom>
          <a:noFill/>
        </p:spPr>
        <p:txBody>
          <a:bodyPr wrap="square" rtlCol="0">
            <a:spAutoFit/>
          </a:bodyPr>
          <a:lstStyle/>
          <a:p>
            <a:pPr algn="ctr"/>
            <a:r>
              <a:rPr lang="en-US" sz="900" dirty="0"/>
              <a:t>238</a:t>
            </a:r>
          </a:p>
        </p:txBody>
      </p:sp>
      <p:sp>
        <p:nvSpPr>
          <p:cNvPr id="83" name="TextBox 82">
            <a:extLst>
              <a:ext uri="{FF2B5EF4-FFF2-40B4-BE49-F238E27FC236}">
                <a16:creationId xmlns:a16="http://schemas.microsoft.com/office/drawing/2014/main" id="{13E1B347-6F51-AD15-91A0-4F2A192CD5EA}"/>
              </a:ext>
            </a:extLst>
          </p:cNvPr>
          <p:cNvSpPr txBox="1"/>
          <p:nvPr/>
        </p:nvSpPr>
        <p:spPr>
          <a:xfrm>
            <a:off x="4645378" y="1903821"/>
            <a:ext cx="570089" cy="230832"/>
          </a:xfrm>
          <a:prstGeom prst="rect">
            <a:avLst/>
          </a:prstGeom>
          <a:noFill/>
        </p:spPr>
        <p:txBody>
          <a:bodyPr wrap="square" rtlCol="0">
            <a:spAutoFit/>
          </a:bodyPr>
          <a:lstStyle/>
          <a:p>
            <a:pPr algn="ctr"/>
            <a:r>
              <a:rPr lang="en-US" sz="900" dirty="0"/>
              <a:t>1368</a:t>
            </a:r>
          </a:p>
        </p:txBody>
      </p:sp>
      <p:sp>
        <p:nvSpPr>
          <p:cNvPr id="84" name="TextBox 83">
            <a:extLst>
              <a:ext uri="{FF2B5EF4-FFF2-40B4-BE49-F238E27FC236}">
                <a16:creationId xmlns:a16="http://schemas.microsoft.com/office/drawing/2014/main" id="{D2DC6401-FA79-E165-C434-91FF5DCA6ED3}"/>
              </a:ext>
            </a:extLst>
          </p:cNvPr>
          <p:cNvSpPr txBox="1"/>
          <p:nvPr/>
        </p:nvSpPr>
        <p:spPr>
          <a:xfrm>
            <a:off x="5650090" y="1903821"/>
            <a:ext cx="570089" cy="230832"/>
          </a:xfrm>
          <a:prstGeom prst="rect">
            <a:avLst/>
          </a:prstGeom>
          <a:noFill/>
        </p:spPr>
        <p:txBody>
          <a:bodyPr wrap="square" rtlCol="0">
            <a:spAutoFit/>
          </a:bodyPr>
          <a:lstStyle/>
          <a:p>
            <a:pPr algn="ctr"/>
            <a:r>
              <a:rPr lang="en-US" sz="900" dirty="0"/>
              <a:t>1368</a:t>
            </a:r>
          </a:p>
        </p:txBody>
      </p:sp>
      <p:sp>
        <p:nvSpPr>
          <p:cNvPr id="85" name="TextBox 84">
            <a:extLst>
              <a:ext uri="{FF2B5EF4-FFF2-40B4-BE49-F238E27FC236}">
                <a16:creationId xmlns:a16="http://schemas.microsoft.com/office/drawing/2014/main" id="{D38D9AF4-2CF8-335D-15C2-88B37ECEDF0A}"/>
              </a:ext>
            </a:extLst>
          </p:cNvPr>
          <p:cNvSpPr txBox="1"/>
          <p:nvPr/>
        </p:nvSpPr>
        <p:spPr>
          <a:xfrm>
            <a:off x="3138310" y="1903821"/>
            <a:ext cx="570089" cy="230832"/>
          </a:xfrm>
          <a:prstGeom prst="rect">
            <a:avLst/>
          </a:prstGeom>
          <a:noFill/>
        </p:spPr>
        <p:txBody>
          <a:bodyPr wrap="square" rtlCol="0">
            <a:spAutoFit/>
          </a:bodyPr>
          <a:lstStyle/>
          <a:p>
            <a:pPr algn="ctr"/>
            <a:r>
              <a:rPr lang="en-US" sz="900" dirty="0"/>
              <a:t>3578</a:t>
            </a:r>
          </a:p>
        </p:txBody>
      </p:sp>
      <p:sp>
        <p:nvSpPr>
          <p:cNvPr id="86" name="TextBox 85">
            <a:extLst>
              <a:ext uri="{FF2B5EF4-FFF2-40B4-BE49-F238E27FC236}">
                <a16:creationId xmlns:a16="http://schemas.microsoft.com/office/drawing/2014/main" id="{30DD602F-EB49-EDCA-D0C9-E94CC1D460D4}"/>
              </a:ext>
            </a:extLst>
          </p:cNvPr>
          <p:cNvSpPr txBox="1"/>
          <p:nvPr/>
        </p:nvSpPr>
        <p:spPr>
          <a:xfrm>
            <a:off x="4143022" y="3406653"/>
            <a:ext cx="570089" cy="230832"/>
          </a:xfrm>
          <a:prstGeom prst="rect">
            <a:avLst/>
          </a:prstGeom>
          <a:noFill/>
        </p:spPr>
        <p:txBody>
          <a:bodyPr wrap="square" rtlCol="0">
            <a:spAutoFit/>
          </a:bodyPr>
          <a:lstStyle/>
          <a:p>
            <a:pPr algn="ctr"/>
            <a:r>
              <a:rPr lang="en-US" sz="900" dirty="0"/>
              <a:t>82</a:t>
            </a:r>
          </a:p>
        </p:txBody>
      </p:sp>
      <p:sp>
        <p:nvSpPr>
          <p:cNvPr id="87" name="TextBox 86">
            <a:extLst>
              <a:ext uri="{FF2B5EF4-FFF2-40B4-BE49-F238E27FC236}">
                <a16:creationId xmlns:a16="http://schemas.microsoft.com/office/drawing/2014/main" id="{0346281A-9E7F-9BAF-B993-57E603FB7A51}"/>
              </a:ext>
            </a:extLst>
          </p:cNvPr>
          <p:cNvSpPr txBox="1"/>
          <p:nvPr/>
        </p:nvSpPr>
        <p:spPr>
          <a:xfrm>
            <a:off x="3138310" y="3406653"/>
            <a:ext cx="570089" cy="230832"/>
          </a:xfrm>
          <a:prstGeom prst="rect">
            <a:avLst/>
          </a:prstGeom>
          <a:noFill/>
        </p:spPr>
        <p:txBody>
          <a:bodyPr wrap="square" rtlCol="0">
            <a:spAutoFit/>
          </a:bodyPr>
          <a:lstStyle/>
          <a:p>
            <a:pPr algn="ctr"/>
            <a:r>
              <a:rPr lang="en-US" sz="900" dirty="0"/>
              <a:t>235678</a:t>
            </a:r>
          </a:p>
        </p:txBody>
      </p:sp>
      <p:sp>
        <p:nvSpPr>
          <p:cNvPr id="88" name="TextBox 87">
            <a:extLst>
              <a:ext uri="{FF2B5EF4-FFF2-40B4-BE49-F238E27FC236}">
                <a16:creationId xmlns:a16="http://schemas.microsoft.com/office/drawing/2014/main" id="{3BAE0C06-39B7-3458-D06E-3076383F0C3A}"/>
              </a:ext>
            </a:extLst>
          </p:cNvPr>
          <p:cNvSpPr txBox="1"/>
          <p:nvPr/>
        </p:nvSpPr>
        <p:spPr>
          <a:xfrm>
            <a:off x="4645378" y="4408541"/>
            <a:ext cx="570089" cy="230832"/>
          </a:xfrm>
          <a:prstGeom prst="rect">
            <a:avLst/>
          </a:prstGeom>
          <a:noFill/>
        </p:spPr>
        <p:txBody>
          <a:bodyPr wrap="square" rtlCol="0">
            <a:spAutoFit/>
          </a:bodyPr>
          <a:lstStyle/>
          <a:p>
            <a:pPr algn="ctr"/>
            <a:r>
              <a:rPr lang="en-US" sz="900" dirty="0"/>
              <a:t>12568</a:t>
            </a:r>
          </a:p>
        </p:txBody>
      </p:sp>
      <p:sp>
        <p:nvSpPr>
          <p:cNvPr id="89" name="TextBox 88">
            <a:extLst>
              <a:ext uri="{FF2B5EF4-FFF2-40B4-BE49-F238E27FC236}">
                <a16:creationId xmlns:a16="http://schemas.microsoft.com/office/drawing/2014/main" id="{2DDEE748-FAF6-B4EE-4357-1E1FF6EBE997}"/>
              </a:ext>
            </a:extLst>
          </p:cNvPr>
          <p:cNvSpPr txBox="1"/>
          <p:nvPr/>
        </p:nvSpPr>
        <p:spPr>
          <a:xfrm>
            <a:off x="4645378" y="4909484"/>
            <a:ext cx="570089" cy="230832"/>
          </a:xfrm>
          <a:prstGeom prst="rect">
            <a:avLst/>
          </a:prstGeom>
          <a:noFill/>
        </p:spPr>
        <p:txBody>
          <a:bodyPr wrap="square" rtlCol="0">
            <a:spAutoFit/>
          </a:bodyPr>
          <a:lstStyle/>
          <a:p>
            <a:pPr algn="ctr"/>
            <a:r>
              <a:rPr lang="en-US" sz="900" dirty="0"/>
              <a:t>23568</a:t>
            </a:r>
          </a:p>
        </p:txBody>
      </p:sp>
      <p:sp>
        <p:nvSpPr>
          <p:cNvPr id="90" name="TextBox 89">
            <a:extLst>
              <a:ext uri="{FF2B5EF4-FFF2-40B4-BE49-F238E27FC236}">
                <a16:creationId xmlns:a16="http://schemas.microsoft.com/office/drawing/2014/main" id="{0A73668F-CBBB-47BD-3690-8C0D30F44095}"/>
              </a:ext>
            </a:extLst>
          </p:cNvPr>
          <p:cNvSpPr txBox="1"/>
          <p:nvPr/>
        </p:nvSpPr>
        <p:spPr>
          <a:xfrm>
            <a:off x="5147734" y="4909484"/>
            <a:ext cx="570089" cy="230832"/>
          </a:xfrm>
          <a:prstGeom prst="rect">
            <a:avLst/>
          </a:prstGeom>
          <a:noFill/>
        </p:spPr>
        <p:txBody>
          <a:bodyPr wrap="square" rtlCol="0">
            <a:spAutoFit/>
          </a:bodyPr>
          <a:lstStyle/>
          <a:p>
            <a:pPr algn="ctr"/>
            <a:r>
              <a:rPr lang="en-US" sz="900" dirty="0"/>
              <a:t>235678</a:t>
            </a:r>
          </a:p>
        </p:txBody>
      </p:sp>
      <p:sp>
        <p:nvSpPr>
          <p:cNvPr id="91" name="TextBox 90">
            <a:extLst>
              <a:ext uri="{FF2B5EF4-FFF2-40B4-BE49-F238E27FC236}">
                <a16:creationId xmlns:a16="http://schemas.microsoft.com/office/drawing/2014/main" id="{64FAAF38-EFEB-8225-EE80-28F81D80D454}"/>
              </a:ext>
            </a:extLst>
          </p:cNvPr>
          <p:cNvSpPr txBox="1"/>
          <p:nvPr/>
        </p:nvSpPr>
        <p:spPr>
          <a:xfrm>
            <a:off x="5650090" y="4909484"/>
            <a:ext cx="570089" cy="230832"/>
          </a:xfrm>
          <a:prstGeom prst="rect">
            <a:avLst/>
          </a:prstGeom>
          <a:noFill/>
        </p:spPr>
        <p:txBody>
          <a:bodyPr wrap="square" rtlCol="0">
            <a:spAutoFit/>
          </a:bodyPr>
          <a:lstStyle/>
          <a:p>
            <a:pPr algn="ctr"/>
            <a:r>
              <a:rPr lang="en-US" sz="900" dirty="0"/>
              <a:t>23678</a:t>
            </a:r>
          </a:p>
        </p:txBody>
      </p:sp>
      <p:sp>
        <p:nvSpPr>
          <p:cNvPr id="92" name="TextBox 91">
            <a:extLst>
              <a:ext uri="{FF2B5EF4-FFF2-40B4-BE49-F238E27FC236}">
                <a16:creationId xmlns:a16="http://schemas.microsoft.com/office/drawing/2014/main" id="{9F46EAD5-EA18-AC3D-2F08-96CB07E39B37}"/>
              </a:ext>
            </a:extLst>
          </p:cNvPr>
          <p:cNvSpPr txBox="1"/>
          <p:nvPr/>
        </p:nvSpPr>
        <p:spPr>
          <a:xfrm>
            <a:off x="6152446" y="4909484"/>
            <a:ext cx="570089" cy="230832"/>
          </a:xfrm>
          <a:prstGeom prst="rect">
            <a:avLst/>
          </a:prstGeom>
          <a:noFill/>
        </p:spPr>
        <p:txBody>
          <a:bodyPr wrap="square" rtlCol="0">
            <a:spAutoFit/>
          </a:bodyPr>
          <a:lstStyle/>
          <a:p>
            <a:pPr algn="ctr"/>
            <a:r>
              <a:rPr lang="en-US" sz="900" dirty="0"/>
              <a:t>235678</a:t>
            </a:r>
          </a:p>
        </p:txBody>
      </p:sp>
      <p:sp>
        <p:nvSpPr>
          <p:cNvPr id="93" name="TextBox 92">
            <a:extLst>
              <a:ext uri="{FF2B5EF4-FFF2-40B4-BE49-F238E27FC236}">
                <a16:creationId xmlns:a16="http://schemas.microsoft.com/office/drawing/2014/main" id="{2F210A4C-0AC1-5B87-CF4C-5C77327F309C}"/>
              </a:ext>
            </a:extLst>
          </p:cNvPr>
          <p:cNvSpPr txBox="1"/>
          <p:nvPr/>
        </p:nvSpPr>
        <p:spPr>
          <a:xfrm>
            <a:off x="6654802" y="4909484"/>
            <a:ext cx="570089" cy="230832"/>
          </a:xfrm>
          <a:prstGeom prst="rect">
            <a:avLst/>
          </a:prstGeom>
          <a:noFill/>
        </p:spPr>
        <p:txBody>
          <a:bodyPr wrap="square" rtlCol="0">
            <a:spAutoFit/>
          </a:bodyPr>
          <a:lstStyle/>
          <a:p>
            <a:pPr algn="ctr"/>
            <a:r>
              <a:rPr lang="en-US" sz="900" dirty="0"/>
              <a:t>235678</a:t>
            </a:r>
          </a:p>
        </p:txBody>
      </p:sp>
      <p:sp>
        <p:nvSpPr>
          <p:cNvPr id="94" name="TextBox 93">
            <a:extLst>
              <a:ext uri="{FF2B5EF4-FFF2-40B4-BE49-F238E27FC236}">
                <a16:creationId xmlns:a16="http://schemas.microsoft.com/office/drawing/2014/main" id="{5CF9878C-8DFD-C3F4-87F2-69EB9ADF766B}"/>
              </a:ext>
            </a:extLst>
          </p:cNvPr>
          <p:cNvSpPr txBox="1"/>
          <p:nvPr/>
        </p:nvSpPr>
        <p:spPr>
          <a:xfrm>
            <a:off x="6152446" y="2905709"/>
            <a:ext cx="570089" cy="230832"/>
          </a:xfrm>
          <a:prstGeom prst="rect">
            <a:avLst/>
          </a:prstGeom>
          <a:noFill/>
        </p:spPr>
        <p:txBody>
          <a:bodyPr wrap="square" rtlCol="0">
            <a:spAutoFit/>
          </a:bodyPr>
          <a:lstStyle/>
          <a:p>
            <a:pPr algn="ctr"/>
            <a:r>
              <a:rPr lang="en-US" sz="900" dirty="0"/>
              <a:t>2357</a:t>
            </a:r>
          </a:p>
        </p:txBody>
      </p:sp>
      <p:sp>
        <p:nvSpPr>
          <p:cNvPr id="95" name="TextBox 94">
            <a:extLst>
              <a:ext uri="{FF2B5EF4-FFF2-40B4-BE49-F238E27FC236}">
                <a16:creationId xmlns:a16="http://schemas.microsoft.com/office/drawing/2014/main" id="{1B85BDEF-A0C0-2730-8570-1929EAC41025}"/>
              </a:ext>
            </a:extLst>
          </p:cNvPr>
          <p:cNvSpPr txBox="1"/>
          <p:nvPr/>
        </p:nvSpPr>
        <p:spPr>
          <a:xfrm>
            <a:off x="3640666" y="2905709"/>
            <a:ext cx="570089" cy="230832"/>
          </a:xfrm>
          <a:prstGeom prst="rect">
            <a:avLst/>
          </a:prstGeom>
          <a:noFill/>
        </p:spPr>
        <p:txBody>
          <a:bodyPr wrap="square" rtlCol="0">
            <a:spAutoFit/>
          </a:bodyPr>
          <a:lstStyle/>
          <a:p>
            <a:pPr algn="ctr"/>
            <a:r>
              <a:rPr lang="en-US" sz="900" dirty="0"/>
              <a:t>123578</a:t>
            </a:r>
          </a:p>
        </p:txBody>
      </p:sp>
      <p:sp>
        <p:nvSpPr>
          <p:cNvPr id="96" name="TextBox 95">
            <a:extLst>
              <a:ext uri="{FF2B5EF4-FFF2-40B4-BE49-F238E27FC236}">
                <a16:creationId xmlns:a16="http://schemas.microsoft.com/office/drawing/2014/main" id="{B2909042-A888-859A-37EA-399BCC670D4A}"/>
              </a:ext>
            </a:extLst>
          </p:cNvPr>
          <p:cNvSpPr txBox="1"/>
          <p:nvPr/>
        </p:nvSpPr>
        <p:spPr>
          <a:xfrm>
            <a:off x="5650090" y="2905709"/>
            <a:ext cx="570089" cy="230832"/>
          </a:xfrm>
          <a:prstGeom prst="rect">
            <a:avLst/>
          </a:prstGeom>
          <a:noFill/>
        </p:spPr>
        <p:txBody>
          <a:bodyPr wrap="square" rtlCol="0">
            <a:spAutoFit/>
          </a:bodyPr>
          <a:lstStyle/>
          <a:p>
            <a:pPr algn="ctr"/>
            <a:r>
              <a:rPr lang="en-US" sz="900" dirty="0"/>
              <a:t>12378</a:t>
            </a:r>
          </a:p>
        </p:txBody>
      </p:sp>
      <p:sp>
        <p:nvSpPr>
          <p:cNvPr id="97" name="TextBox 96">
            <a:extLst>
              <a:ext uri="{FF2B5EF4-FFF2-40B4-BE49-F238E27FC236}">
                <a16:creationId xmlns:a16="http://schemas.microsoft.com/office/drawing/2014/main" id="{181E19A9-B617-ABA3-0A61-754A600F2963}"/>
              </a:ext>
            </a:extLst>
          </p:cNvPr>
          <p:cNvSpPr txBox="1"/>
          <p:nvPr/>
        </p:nvSpPr>
        <p:spPr>
          <a:xfrm>
            <a:off x="3138310" y="2905709"/>
            <a:ext cx="570089" cy="230832"/>
          </a:xfrm>
          <a:prstGeom prst="rect">
            <a:avLst/>
          </a:prstGeom>
          <a:noFill/>
        </p:spPr>
        <p:txBody>
          <a:bodyPr wrap="square" rtlCol="0">
            <a:spAutoFit/>
          </a:bodyPr>
          <a:lstStyle/>
          <a:p>
            <a:pPr algn="ctr"/>
            <a:r>
              <a:rPr lang="en-US" sz="900" dirty="0"/>
              <a:t>123578</a:t>
            </a:r>
          </a:p>
        </p:txBody>
      </p:sp>
      <p:sp>
        <p:nvSpPr>
          <p:cNvPr id="98" name="TextBox 97">
            <a:extLst>
              <a:ext uri="{FF2B5EF4-FFF2-40B4-BE49-F238E27FC236}">
                <a16:creationId xmlns:a16="http://schemas.microsoft.com/office/drawing/2014/main" id="{8D2265C2-D398-B238-3467-AA3F6DEE5126}"/>
              </a:ext>
            </a:extLst>
          </p:cNvPr>
          <p:cNvSpPr txBox="1"/>
          <p:nvPr/>
        </p:nvSpPr>
        <p:spPr>
          <a:xfrm>
            <a:off x="4645378" y="2404765"/>
            <a:ext cx="570089" cy="230832"/>
          </a:xfrm>
          <a:prstGeom prst="rect">
            <a:avLst/>
          </a:prstGeom>
          <a:noFill/>
        </p:spPr>
        <p:txBody>
          <a:bodyPr wrap="square" rtlCol="0">
            <a:spAutoFit/>
          </a:bodyPr>
          <a:lstStyle/>
          <a:p>
            <a:pPr algn="ctr"/>
            <a:r>
              <a:rPr lang="en-US" sz="900" dirty="0"/>
              <a:t>12356</a:t>
            </a:r>
          </a:p>
        </p:txBody>
      </p:sp>
      <p:sp>
        <p:nvSpPr>
          <p:cNvPr id="99" name="TextBox 98">
            <a:extLst>
              <a:ext uri="{FF2B5EF4-FFF2-40B4-BE49-F238E27FC236}">
                <a16:creationId xmlns:a16="http://schemas.microsoft.com/office/drawing/2014/main" id="{D3153BBC-E1ED-8CFD-B636-90DD4AF43A3D}"/>
              </a:ext>
            </a:extLst>
          </p:cNvPr>
          <p:cNvSpPr txBox="1"/>
          <p:nvPr/>
        </p:nvSpPr>
        <p:spPr>
          <a:xfrm>
            <a:off x="3138310" y="2404765"/>
            <a:ext cx="570089" cy="230832"/>
          </a:xfrm>
          <a:prstGeom prst="rect">
            <a:avLst/>
          </a:prstGeom>
          <a:noFill/>
        </p:spPr>
        <p:txBody>
          <a:bodyPr wrap="square" rtlCol="0">
            <a:spAutoFit/>
          </a:bodyPr>
          <a:lstStyle/>
          <a:p>
            <a:pPr algn="ctr"/>
            <a:r>
              <a:rPr lang="en-US" sz="900" dirty="0"/>
              <a:t>123567</a:t>
            </a:r>
          </a:p>
        </p:txBody>
      </p:sp>
      <p:sp>
        <p:nvSpPr>
          <p:cNvPr id="100" name="TextBox 99">
            <a:extLst>
              <a:ext uri="{FF2B5EF4-FFF2-40B4-BE49-F238E27FC236}">
                <a16:creationId xmlns:a16="http://schemas.microsoft.com/office/drawing/2014/main" id="{DD12274A-377F-212A-9330-19BBF706D308}"/>
              </a:ext>
            </a:extLst>
          </p:cNvPr>
          <p:cNvSpPr txBox="1"/>
          <p:nvPr/>
        </p:nvSpPr>
        <p:spPr>
          <a:xfrm>
            <a:off x="4645378" y="3907597"/>
            <a:ext cx="570089" cy="230832"/>
          </a:xfrm>
          <a:prstGeom prst="rect">
            <a:avLst/>
          </a:prstGeom>
          <a:noFill/>
        </p:spPr>
        <p:txBody>
          <a:bodyPr wrap="square" rtlCol="0">
            <a:spAutoFit/>
          </a:bodyPr>
          <a:lstStyle/>
          <a:p>
            <a:pPr algn="ctr"/>
            <a:r>
              <a:rPr lang="en-US" sz="900" dirty="0"/>
              <a:t>123568</a:t>
            </a:r>
          </a:p>
        </p:txBody>
      </p:sp>
    </p:spTree>
    <p:extLst>
      <p:ext uri="{BB962C8B-B14F-4D97-AF65-F5344CB8AC3E}">
        <p14:creationId xmlns:p14="http://schemas.microsoft.com/office/powerpoint/2010/main" val="497408388"/>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4FA1EE-3A6E-6CFA-A9A2-1930A332C7F4}"/>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C1AB9D8A-CAAB-DAE1-54F2-275E2B637139}"/>
              </a:ext>
            </a:extLst>
          </p:cNvPr>
          <p:cNvSpPr>
            <a:spLocks noGrp="1"/>
          </p:cNvSpPr>
          <p:nvPr>
            <p:ph sz="half" idx="1"/>
          </p:nvPr>
        </p:nvSpPr>
        <p:spPr/>
        <p:txBody>
          <a:bodyPr>
            <a:normAutofit/>
          </a:bodyPr>
          <a:lstStyle/>
          <a:p>
            <a:r>
              <a:rPr lang="en-US" dirty="0"/>
              <a:t>In the upper left block, note the 28/238/238 triplet.</a:t>
            </a:r>
          </a:p>
        </p:txBody>
      </p:sp>
      <p:pic>
        <p:nvPicPr>
          <p:cNvPr id="4" name="Picture 3" descr="A grid of sudoku puzzle&#10;&#10;Description automatically generated">
            <a:extLst>
              <a:ext uri="{FF2B5EF4-FFF2-40B4-BE49-F238E27FC236}">
                <a16:creationId xmlns:a16="http://schemas.microsoft.com/office/drawing/2014/main" id="{B72CE303-4FAB-75FC-D588-125250F2A2D8}"/>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070680AA-B090-DF81-5C84-3C191BC7F522}"/>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C6A6FB99-1932-CB15-5981-F6DC0C1C87F7}"/>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00B53D8C-E168-20C5-7E2B-1E1392EA5469}"/>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56151FBD-7F1C-50A2-3D88-4A810139B18F}"/>
              </a:ext>
            </a:extLst>
          </p:cNvPr>
          <p:cNvSpPr txBox="1"/>
          <p:nvPr/>
        </p:nvSpPr>
        <p:spPr>
          <a:xfrm>
            <a:off x="4715935" y="1224551"/>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8" name="TextBox 7">
            <a:extLst>
              <a:ext uri="{FF2B5EF4-FFF2-40B4-BE49-F238E27FC236}">
                <a16:creationId xmlns:a16="http://schemas.microsoft.com/office/drawing/2014/main" id="{E88CA681-5503-E9F7-7061-BBC0EE520EBC}"/>
              </a:ext>
            </a:extLst>
          </p:cNvPr>
          <p:cNvSpPr txBox="1"/>
          <p:nvPr/>
        </p:nvSpPr>
        <p:spPr>
          <a:xfrm>
            <a:off x="6214537" y="122455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9" name="TextBox 8">
            <a:extLst>
              <a:ext uri="{FF2B5EF4-FFF2-40B4-BE49-F238E27FC236}">
                <a16:creationId xmlns:a16="http://schemas.microsoft.com/office/drawing/2014/main" id="{70D62E3A-9B58-2663-71CB-D423F38BB030}"/>
              </a:ext>
            </a:extLst>
          </p:cNvPr>
          <p:cNvSpPr txBox="1"/>
          <p:nvPr/>
        </p:nvSpPr>
        <p:spPr>
          <a:xfrm>
            <a:off x="6714071" y="1224551"/>
            <a:ext cx="462845" cy="584775"/>
          </a:xfrm>
          <a:prstGeom prst="rect">
            <a:avLst/>
          </a:prstGeom>
          <a:solidFill>
            <a:srgbClr val="FFFF00">
              <a:alpha val="30000"/>
            </a:srgbClr>
          </a:solidFill>
        </p:spPr>
        <p:txBody>
          <a:bodyPr wrap="square" rtlCol="0">
            <a:spAutoFit/>
          </a:bodyPr>
          <a:lstStyle/>
          <a:p>
            <a:pPr algn="ctr"/>
            <a:r>
              <a:rPr lang="en-US" sz="3200" dirty="0"/>
              <a:t>9</a:t>
            </a:r>
          </a:p>
        </p:txBody>
      </p:sp>
      <p:sp>
        <p:nvSpPr>
          <p:cNvPr id="10" name="TextBox 9">
            <a:extLst>
              <a:ext uri="{FF2B5EF4-FFF2-40B4-BE49-F238E27FC236}">
                <a16:creationId xmlns:a16="http://schemas.microsoft.com/office/drawing/2014/main" id="{E9C39470-0DF8-DAEA-1543-64782A70A74B}"/>
              </a:ext>
            </a:extLst>
          </p:cNvPr>
          <p:cNvSpPr txBox="1"/>
          <p:nvPr/>
        </p:nvSpPr>
        <p:spPr>
          <a:xfrm>
            <a:off x="7213604" y="122455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11" name="TextBox 10">
            <a:extLst>
              <a:ext uri="{FF2B5EF4-FFF2-40B4-BE49-F238E27FC236}">
                <a16:creationId xmlns:a16="http://schemas.microsoft.com/office/drawing/2014/main" id="{3FE2F84A-89B0-A4AF-C2B4-0B41D2B43183}"/>
              </a:ext>
            </a:extLst>
          </p:cNvPr>
          <p:cNvSpPr txBox="1"/>
          <p:nvPr/>
        </p:nvSpPr>
        <p:spPr>
          <a:xfrm>
            <a:off x="6714071" y="721216"/>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12" name="TextBox 11">
            <a:extLst>
              <a:ext uri="{FF2B5EF4-FFF2-40B4-BE49-F238E27FC236}">
                <a16:creationId xmlns:a16="http://schemas.microsoft.com/office/drawing/2014/main" id="{7AE4D06A-FCC9-39F0-F556-8CCFBCEF0118}"/>
              </a:ext>
            </a:extLst>
          </p:cNvPr>
          <p:cNvSpPr txBox="1"/>
          <p:nvPr/>
        </p:nvSpPr>
        <p:spPr>
          <a:xfrm>
            <a:off x="7213604" y="721216"/>
            <a:ext cx="462845" cy="584775"/>
          </a:xfrm>
          <a:prstGeom prst="rect">
            <a:avLst/>
          </a:prstGeom>
          <a:solidFill>
            <a:srgbClr val="FF0000">
              <a:alpha val="30000"/>
            </a:srgbClr>
          </a:solidFill>
        </p:spPr>
        <p:txBody>
          <a:bodyPr wrap="square" rtlCol="0">
            <a:spAutoFit/>
          </a:bodyPr>
          <a:lstStyle/>
          <a:p>
            <a:pPr algn="ctr"/>
            <a:r>
              <a:rPr lang="en-US" sz="3200" dirty="0"/>
              <a:t>3</a:t>
            </a:r>
          </a:p>
        </p:txBody>
      </p:sp>
      <p:sp>
        <p:nvSpPr>
          <p:cNvPr id="13" name="TextBox 12">
            <a:extLst>
              <a:ext uri="{FF2B5EF4-FFF2-40B4-BE49-F238E27FC236}">
                <a16:creationId xmlns:a16="http://schemas.microsoft.com/office/drawing/2014/main" id="{58075523-C505-30E1-2D65-D0A3B5447E39}"/>
              </a:ext>
            </a:extLst>
          </p:cNvPr>
          <p:cNvSpPr txBox="1"/>
          <p:nvPr/>
        </p:nvSpPr>
        <p:spPr>
          <a:xfrm>
            <a:off x="4216401" y="1727886"/>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14" name="TextBox 13">
            <a:extLst>
              <a:ext uri="{FF2B5EF4-FFF2-40B4-BE49-F238E27FC236}">
                <a16:creationId xmlns:a16="http://schemas.microsoft.com/office/drawing/2014/main" id="{45B50A3A-F959-8230-9496-DBD43C2038B5}"/>
              </a:ext>
            </a:extLst>
          </p:cNvPr>
          <p:cNvSpPr txBox="1"/>
          <p:nvPr/>
        </p:nvSpPr>
        <p:spPr>
          <a:xfrm>
            <a:off x="5215469" y="1727886"/>
            <a:ext cx="462845" cy="584775"/>
          </a:xfrm>
          <a:prstGeom prst="rect">
            <a:avLst/>
          </a:prstGeom>
          <a:solidFill>
            <a:srgbClr val="00B050">
              <a:alpha val="40000"/>
            </a:srgbClr>
          </a:solidFill>
        </p:spPr>
        <p:txBody>
          <a:bodyPr wrap="square" rtlCol="0">
            <a:spAutoFit/>
          </a:bodyPr>
          <a:lstStyle/>
          <a:p>
            <a:pPr algn="ctr"/>
            <a:r>
              <a:rPr lang="en-US" sz="3200" dirty="0"/>
              <a:t>9</a:t>
            </a:r>
          </a:p>
        </p:txBody>
      </p:sp>
      <p:sp>
        <p:nvSpPr>
          <p:cNvPr id="15" name="TextBox 14">
            <a:extLst>
              <a:ext uri="{FF2B5EF4-FFF2-40B4-BE49-F238E27FC236}">
                <a16:creationId xmlns:a16="http://schemas.microsoft.com/office/drawing/2014/main" id="{2068B0AF-B87E-E11B-0933-8F42A48E138F}"/>
              </a:ext>
            </a:extLst>
          </p:cNvPr>
          <p:cNvSpPr txBox="1"/>
          <p:nvPr/>
        </p:nvSpPr>
        <p:spPr>
          <a:xfrm>
            <a:off x="6214537" y="1727886"/>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16" name="TextBox 15">
            <a:extLst>
              <a:ext uri="{FF2B5EF4-FFF2-40B4-BE49-F238E27FC236}">
                <a16:creationId xmlns:a16="http://schemas.microsoft.com/office/drawing/2014/main" id="{33C2AC74-CCA9-5E0F-7B9E-87888D7CC888}"/>
              </a:ext>
            </a:extLst>
          </p:cNvPr>
          <p:cNvSpPr txBox="1"/>
          <p:nvPr/>
        </p:nvSpPr>
        <p:spPr>
          <a:xfrm>
            <a:off x="6714071" y="172788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17" name="TextBox 16">
            <a:extLst>
              <a:ext uri="{FF2B5EF4-FFF2-40B4-BE49-F238E27FC236}">
                <a16:creationId xmlns:a16="http://schemas.microsoft.com/office/drawing/2014/main" id="{30FB013D-E940-0796-1A70-18A8087D0E8C}"/>
              </a:ext>
            </a:extLst>
          </p:cNvPr>
          <p:cNvSpPr txBox="1"/>
          <p:nvPr/>
        </p:nvSpPr>
        <p:spPr>
          <a:xfrm>
            <a:off x="3716867" y="223122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18" name="TextBox 17">
            <a:extLst>
              <a:ext uri="{FF2B5EF4-FFF2-40B4-BE49-F238E27FC236}">
                <a16:creationId xmlns:a16="http://schemas.microsoft.com/office/drawing/2014/main" id="{8A0BB5CD-68F4-EB90-F717-46A0D7FD4544}"/>
              </a:ext>
            </a:extLst>
          </p:cNvPr>
          <p:cNvSpPr txBox="1"/>
          <p:nvPr/>
        </p:nvSpPr>
        <p:spPr>
          <a:xfrm>
            <a:off x="5215469" y="2231221"/>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19" name="TextBox 18">
            <a:extLst>
              <a:ext uri="{FF2B5EF4-FFF2-40B4-BE49-F238E27FC236}">
                <a16:creationId xmlns:a16="http://schemas.microsoft.com/office/drawing/2014/main" id="{B429729F-169C-79E2-1DD0-8328680E2731}"/>
              </a:ext>
            </a:extLst>
          </p:cNvPr>
          <p:cNvSpPr txBox="1"/>
          <p:nvPr/>
        </p:nvSpPr>
        <p:spPr>
          <a:xfrm>
            <a:off x="5715003" y="2231221"/>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20" name="TextBox 19">
            <a:extLst>
              <a:ext uri="{FF2B5EF4-FFF2-40B4-BE49-F238E27FC236}">
                <a16:creationId xmlns:a16="http://schemas.microsoft.com/office/drawing/2014/main" id="{F6683BC4-4F99-D5EF-6535-BFC24BEEF27D}"/>
              </a:ext>
            </a:extLst>
          </p:cNvPr>
          <p:cNvSpPr txBox="1"/>
          <p:nvPr/>
        </p:nvSpPr>
        <p:spPr>
          <a:xfrm>
            <a:off x="6214537" y="2231221"/>
            <a:ext cx="462845" cy="584775"/>
          </a:xfrm>
          <a:prstGeom prst="rect">
            <a:avLst/>
          </a:prstGeom>
          <a:solidFill>
            <a:srgbClr val="FF0000">
              <a:alpha val="30000"/>
            </a:srgbClr>
          </a:solidFill>
        </p:spPr>
        <p:txBody>
          <a:bodyPr wrap="square" rtlCol="0">
            <a:spAutoFit/>
          </a:bodyPr>
          <a:lstStyle/>
          <a:p>
            <a:pPr algn="ctr"/>
            <a:r>
              <a:rPr lang="en-US" sz="3200" dirty="0"/>
              <a:t>4</a:t>
            </a:r>
          </a:p>
        </p:txBody>
      </p:sp>
      <p:sp>
        <p:nvSpPr>
          <p:cNvPr id="21" name="TextBox 20">
            <a:extLst>
              <a:ext uri="{FF2B5EF4-FFF2-40B4-BE49-F238E27FC236}">
                <a16:creationId xmlns:a16="http://schemas.microsoft.com/office/drawing/2014/main" id="{B1C46245-060C-321D-F8C5-0E15574E026B}"/>
              </a:ext>
            </a:extLst>
          </p:cNvPr>
          <p:cNvSpPr txBox="1"/>
          <p:nvPr/>
        </p:nvSpPr>
        <p:spPr>
          <a:xfrm>
            <a:off x="6714071" y="223122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2" name="TextBox 21">
            <a:extLst>
              <a:ext uri="{FF2B5EF4-FFF2-40B4-BE49-F238E27FC236}">
                <a16:creationId xmlns:a16="http://schemas.microsoft.com/office/drawing/2014/main" id="{CA94B621-EF87-6761-3F66-02DC002A3AF4}"/>
              </a:ext>
            </a:extLst>
          </p:cNvPr>
          <p:cNvSpPr txBox="1"/>
          <p:nvPr/>
        </p:nvSpPr>
        <p:spPr>
          <a:xfrm>
            <a:off x="4216401" y="2734556"/>
            <a:ext cx="462845" cy="584775"/>
          </a:xfrm>
          <a:prstGeom prst="rect">
            <a:avLst/>
          </a:prstGeom>
          <a:solidFill>
            <a:srgbClr val="FF0000">
              <a:alpha val="30000"/>
            </a:srgbClr>
          </a:solidFill>
        </p:spPr>
        <p:txBody>
          <a:bodyPr wrap="square" rtlCol="0">
            <a:spAutoFit/>
          </a:bodyPr>
          <a:lstStyle/>
          <a:p>
            <a:pPr algn="ctr"/>
            <a:r>
              <a:rPr lang="en-US" sz="3200" dirty="0"/>
              <a:t>4</a:t>
            </a:r>
          </a:p>
        </p:txBody>
      </p:sp>
      <p:sp>
        <p:nvSpPr>
          <p:cNvPr id="23" name="TextBox 22">
            <a:extLst>
              <a:ext uri="{FF2B5EF4-FFF2-40B4-BE49-F238E27FC236}">
                <a16:creationId xmlns:a16="http://schemas.microsoft.com/office/drawing/2014/main" id="{A5E0EAF2-8A88-27ED-B095-EFD0CE20E46C}"/>
              </a:ext>
            </a:extLst>
          </p:cNvPr>
          <p:cNvSpPr txBox="1"/>
          <p:nvPr/>
        </p:nvSpPr>
        <p:spPr>
          <a:xfrm>
            <a:off x="5215469" y="2734556"/>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4" name="TextBox 23">
            <a:extLst>
              <a:ext uri="{FF2B5EF4-FFF2-40B4-BE49-F238E27FC236}">
                <a16:creationId xmlns:a16="http://schemas.microsoft.com/office/drawing/2014/main" id="{A44673FE-25EE-65E7-1697-6AE3ED88E7D9}"/>
              </a:ext>
            </a:extLst>
          </p:cNvPr>
          <p:cNvSpPr txBox="1"/>
          <p:nvPr/>
        </p:nvSpPr>
        <p:spPr>
          <a:xfrm>
            <a:off x="6714071" y="2734556"/>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25" name="TextBox 24">
            <a:extLst>
              <a:ext uri="{FF2B5EF4-FFF2-40B4-BE49-F238E27FC236}">
                <a16:creationId xmlns:a16="http://schemas.microsoft.com/office/drawing/2014/main" id="{71614494-ABF6-B6E2-5241-ACA5E85BBFF7}"/>
              </a:ext>
            </a:extLst>
          </p:cNvPr>
          <p:cNvSpPr txBox="1"/>
          <p:nvPr/>
        </p:nvSpPr>
        <p:spPr>
          <a:xfrm>
            <a:off x="3716867" y="323789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6" name="TextBox 25">
            <a:extLst>
              <a:ext uri="{FF2B5EF4-FFF2-40B4-BE49-F238E27FC236}">
                <a16:creationId xmlns:a16="http://schemas.microsoft.com/office/drawing/2014/main" id="{1EC1B4BD-49A1-6E8D-8152-7F3BE5416D94}"/>
              </a:ext>
            </a:extLst>
          </p:cNvPr>
          <p:cNvSpPr txBox="1"/>
          <p:nvPr/>
        </p:nvSpPr>
        <p:spPr>
          <a:xfrm>
            <a:off x="4715935" y="323789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27" name="TextBox 26">
            <a:extLst>
              <a:ext uri="{FF2B5EF4-FFF2-40B4-BE49-F238E27FC236}">
                <a16:creationId xmlns:a16="http://schemas.microsoft.com/office/drawing/2014/main" id="{0A774599-3F7E-426F-A11B-4729D22E6B73}"/>
              </a:ext>
            </a:extLst>
          </p:cNvPr>
          <p:cNvSpPr txBox="1"/>
          <p:nvPr/>
        </p:nvSpPr>
        <p:spPr>
          <a:xfrm>
            <a:off x="5215469" y="323789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28" name="TextBox 27">
            <a:extLst>
              <a:ext uri="{FF2B5EF4-FFF2-40B4-BE49-F238E27FC236}">
                <a16:creationId xmlns:a16="http://schemas.microsoft.com/office/drawing/2014/main" id="{DFC27F03-8FEF-4A71-8E3F-9F91DABEC273}"/>
              </a:ext>
            </a:extLst>
          </p:cNvPr>
          <p:cNvSpPr txBox="1"/>
          <p:nvPr/>
        </p:nvSpPr>
        <p:spPr>
          <a:xfrm>
            <a:off x="7213604" y="3237891"/>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29" name="TextBox 28">
            <a:extLst>
              <a:ext uri="{FF2B5EF4-FFF2-40B4-BE49-F238E27FC236}">
                <a16:creationId xmlns:a16="http://schemas.microsoft.com/office/drawing/2014/main" id="{F90296CF-1ECB-7D77-17EF-6609BC99E2BA}"/>
              </a:ext>
            </a:extLst>
          </p:cNvPr>
          <p:cNvSpPr txBox="1"/>
          <p:nvPr/>
        </p:nvSpPr>
        <p:spPr>
          <a:xfrm>
            <a:off x="3217333" y="3741226"/>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30" name="TextBox 29">
            <a:extLst>
              <a:ext uri="{FF2B5EF4-FFF2-40B4-BE49-F238E27FC236}">
                <a16:creationId xmlns:a16="http://schemas.microsoft.com/office/drawing/2014/main" id="{29563750-EADF-DC2F-5D3C-51A93C26567C}"/>
              </a:ext>
            </a:extLst>
          </p:cNvPr>
          <p:cNvSpPr txBox="1"/>
          <p:nvPr/>
        </p:nvSpPr>
        <p:spPr>
          <a:xfrm>
            <a:off x="3716867" y="374122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31" name="TextBox 30">
            <a:extLst>
              <a:ext uri="{FF2B5EF4-FFF2-40B4-BE49-F238E27FC236}">
                <a16:creationId xmlns:a16="http://schemas.microsoft.com/office/drawing/2014/main" id="{9E1EDED8-3CF7-2664-0DF8-5C14FD7138AA}"/>
              </a:ext>
            </a:extLst>
          </p:cNvPr>
          <p:cNvSpPr txBox="1"/>
          <p:nvPr/>
        </p:nvSpPr>
        <p:spPr>
          <a:xfrm>
            <a:off x="5715003" y="3741226"/>
            <a:ext cx="462845" cy="584775"/>
          </a:xfrm>
          <a:prstGeom prst="rect">
            <a:avLst/>
          </a:prstGeom>
          <a:solidFill>
            <a:srgbClr val="FFFF00">
              <a:alpha val="30000"/>
            </a:srgbClr>
          </a:solidFill>
        </p:spPr>
        <p:txBody>
          <a:bodyPr wrap="square" rtlCol="0">
            <a:spAutoFit/>
          </a:bodyPr>
          <a:lstStyle/>
          <a:p>
            <a:pPr algn="ctr"/>
            <a:r>
              <a:rPr lang="en-US" sz="3200" dirty="0"/>
              <a:t>9</a:t>
            </a:r>
          </a:p>
        </p:txBody>
      </p:sp>
      <p:sp>
        <p:nvSpPr>
          <p:cNvPr id="32" name="TextBox 31">
            <a:extLst>
              <a:ext uri="{FF2B5EF4-FFF2-40B4-BE49-F238E27FC236}">
                <a16:creationId xmlns:a16="http://schemas.microsoft.com/office/drawing/2014/main" id="{43075DE0-8349-03EF-FB05-004580CA2C87}"/>
              </a:ext>
            </a:extLst>
          </p:cNvPr>
          <p:cNvSpPr txBox="1"/>
          <p:nvPr/>
        </p:nvSpPr>
        <p:spPr>
          <a:xfrm>
            <a:off x="6214537" y="3741226"/>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33" name="TextBox 32">
            <a:extLst>
              <a:ext uri="{FF2B5EF4-FFF2-40B4-BE49-F238E27FC236}">
                <a16:creationId xmlns:a16="http://schemas.microsoft.com/office/drawing/2014/main" id="{AE36183B-7E31-D663-7B8A-4804F1C31FDD}"/>
              </a:ext>
            </a:extLst>
          </p:cNvPr>
          <p:cNvSpPr txBox="1"/>
          <p:nvPr/>
        </p:nvSpPr>
        <p:spPr>
          <a:xfrm>
            <a:off x="6714071" y="374122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34" name="TextBox 33">
            <a:extLst>
              <a:ext uri="{FF2B5EF4-FFF2-40B4-BE49-F238E27FC236}">
                <a16:creationId xmlns:a16="http://schemas.microsoft.com/office/drawing/2014/main" id="{3B7F85C0-4875-E575-85C2-5F3F65A621E8}"/>
              </a:ext>
            </a:extLst>
          </p:cNvPr>
          <p:cNvSpPr txBox="1"/>
          <p:nvPr/>
        </p:nvSpPr>
        <p:spPr>
          <a:xfrm>
            <a:off x="7213604" y="3741226"/>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35" name="TextBox 34">
            <a:extLst>
              <a:ext uri="{FF2B5EF4-FFF2-40B4-BE49-F238E27FC236}">
                <a16:creationId xmlns:a16="http://schemas.microsoft.com/office/drawing/2014/main" id="{A2EC1013-8143-2BC1-BB9C-E380AB343C17}"/>
              </a:ext>
            </a:extLst>
          </p:cNvPr>
          <p:cNvSpPr txBox="1"/>
          <p:nvPr/>
        </p:nvSpPr>
        <p:spPr>
          <a:xfrm>
            <a:off x="3217333" y="424456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36" name="TextBox 35">
            <a:extLst>
              <a:ext uri="{FF2B5EF4-FFF2-40B4-BE49-F238E27FC236}">
                <a16:creationId xmlns:a16="http://schemas.microsoft.com/office/drawing/2014/main" id="{1926C78D-51EF-F686-F5D5-FA860CA65826}"/>
              </a:ext>
            </a:extLst>
          </p:cNvPr>
          <p:cNvSpPr txBox="1"/>
          <p:nvPr/>
        </p:nvSpPr>
        <p:spPr>
          <a:xfrm>
            <a:off x="4216401" y="4244561"/>
            <a:ext cx="462845" cy="584775"/>
          </a:xfrm>
          <a:prstGeom prst="rect">
            <a:avLst/>
          </a:prstGeom>
          <a:solidFill>
            <a:srgbClr val="FF0000">
              <a:alpha val="30000"/>
            </a:srgbClr>
          </a:solidFill>
        </p:spPr>
        <p:txBody>
          <a:bodyPr wrap="square" rtlCol="0">
            <a:spAutoFit/>
          </a:bodyPr>
          <a:lstStyle/>
          <a:p>
            <a:pPr algn="ctr"/>
            <a:r>
              <a:rPr lang="en-US" sz="3200" dirty="0"/>
              <a:t>3</a:t>
            </a:r>
          </a:p>
        </p:txBody>
      </p:sp>
      <p:sp>
        <p:nvSpPr>
          <p:cNvPr id="37" name="TextBox 36">
            <a:extLst>
              <a:ext uri="{FF2B5EF4-FFF2-40B4-BE49-F238E27FC236}">
                <a16:creationId xmlns:a16="http://schemas.microsoft.com/office/drawing/2014/main" id="{D4E8608F-1857-5321-B58B-46332075B362}"/>
              </a:ext>
            </a:extLst>
          </p:cNvPr>
          <p:cNvSpPr txBox="1"/>
          <p:nvPr/>
        </p:nvSpPr>
        <p:spPr>
          <a:xfrm>
            <a:off x="5715003" y="424456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38" name="TextBox 37">
            <a:extLst>
              <a:ext uri="{FF2B5EF4-FFF2-40B4-BE49-F238E27FC236}">
                <a16:creationId xmlns:a16="http://schemas.microsoft.com/office/drawing/2014/main" id="{79433567-372D-44E8-F6D3-CF116470EC9C}"/>
              </a:ext>
            </a:extLst>
          </p:cNvPr>
          <p:cNvSpPr txBox="1"/>
          <p:nvPr/>
        </p:nvSpPr>
        <p:spPr>
          <a:xfrm>
            <a:off x="6214537" y="424456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39" name="TextBox 38">
            <a:extLst>
              <a:ext uri="{FF2B5EF4-FFF2-40B4-BE49-F238E27FC236}">
                <a16:creationId xmlns:a16="http://schemas.microsoft.com/office/drawing/2014/main" id="{570093C8-B307-D9D3-B15E-EB7157A1EF0E}"/>
              </a:ext>
            </a:extLst>
          </p:cNvPr>
          <p:cNvSpPr txBox="1"/>
          <p:nvPr/>
        </p:nvSpPr>
        <p:spPr>
          <a:xfrm>
            <a:off x="6714071" y="4244561"/>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40" name="TextBox 39">
            <a:extLst>
              <a:ext uri="{FF2B5EF4-FFF2-40B4-BE49-F238E27FC236}">
                <a16:creationId xmlns:a16="http://schemas.microsoft.com/office/drawing/2014/main" id="{A5893621-B8E2-2B48-A26F-D8D1AEC5AE4A}"/>
              </a:ext>
            </a:extLst>
          </p:cNvPr>
          <p:cNvSpPr txBox="1"/>
          <p:nvPr/>
        </p:nvSpPr>
        <p:spPr>
          <a:xfrm>
            <a:off x="7213604" y="4244561"/>
            <a:ext cx="462845" cy="584775"/>
          </a:xfrm>
          <a:prstGeom prst="rect">
            <a:avLst/>
          </a:prstGeom>
          <a:solidFill>
            <a:srgbClr val="00B050">
              <a:alpha val="40000"/>
            </a:srgbClr>
          </a:solidFill>
        </p:spPr>
        <p:txBody>
          <a:bodyPr wrap="square" rtlCol="0">
            <a:spAutoFit/>
          </a:bodyPr>
          <a:lstStyle/>
          <a:p>
            <a:pPr algn="ctr"/>
            <a:r>
              <a:rPr lang="en-US" sz="3200" dirty="0"/>
              <a:t>9</a:t>
            </a:r>
          </a:p>
        </p:txBody>
      </p:sp>
      <p:sp>
        <p:nvSpPr>
          <p:cNvPr id="41" name="TextBox 40">
            <a:extLst>
              <a:ext uri="{FF2B5EF4-FFF2-40B4-BE49-F238E27FC236}">
                <a16:creationId xmlns:a16="http://schemas.microsoft.com/office/drawing/2014/main" id="{CE0E1007-28EC-F34F-4002-75BA0968FED1}"/>
              </a:ext>
            </a:extLst>
          </p:cNvPr>
          <p:cNvSpPr txBox="1"/>
          <p:nvPr/>
        </p:nvSpPr>
        <p:spPr>
          <a:xfrm>
            <a:off x="3217333" y="4747898"/>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42" name="TextBox 41">
            <a:extLst>
              <a:ext uri="{FF2B5EF4-FFF2-40B4-BE49-F238E27FC236}">
                <a16:creationId xmlns:a16="http://schemas.microsoft.com/office/drawing/2014/main" id="{F75DFBC4-3E21-1FD6-F77B-400434AF6E6A}"/>
              </a:ext>
            </a:extLst>
          </p:cNvPr>
          <p:cNvSpPr txBox="1"/>
          <p:nvPr/>
        </p:nvSpPr>
        <p:spPr>
          <a:xfrm>
            <a:off x="3716867" y="4747898"/>
            <a:ext cx="462845" cy="584775"/>
          </a:xfrm>
          <a:prstGeom prst="rect">
            <a:avLst/>
          </a:prstGeom>
          <a:solidFill>
            <a:srgbClr val="FFFF00">
              <a:alpha val="30000"/>
            </a:srgbClr>
          </a:solidFill>
        </p:spPr>
        <p:txBody>
          <a:bodyPr wrap="square" rtlCol="0">
            <a:spAutoFit/>
          </a:bodyPr>
          <a:lstStyle/>
          <a:p>
            <a:pPr algn="ctr"/>
            <a:r>
              <a:rPr lang="en-US" sz="3200" dirty="0"/>
              <a:t>9</a:t>
            </a:r>
          </a:p>
        </p:txBody>
      </p:sp>
      <p:sp>
        <p:nvSpPr>
          <p:cNvPr id="43" name="TextBox 42">
            <a:extLst>
              <a:ext uri="{FF2B5EF4-FFF2-40B4-BE49-F238E27FC236}">
                <a16:creationId xmlns:a16="http://schemas.microsoft.com/office/drawing/2014/main" id="{FEB0F5C0-6BF7-2449-EE44-EE2B91461438}"/>
              </a:ext>
            </a:extLst>
          </p:cNvPr>
          <p:cNvSpPr txBox="1"/>
          <p:nvPr/>
        </p:nvSpPr>
        <p:spPr>
          <a:xfrm>
            <a:off x="4216401" y="4747898"/>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44" name="TextBox 43">
            <a:extLst>
              <a:ext uri="{FF2B5EF4-FFF2-40B4-BE49-F238E27FC236}">
                <a16:creationId xmlns:a16="http://schemas.microsoft.com/office/drawing/2014/main" id="{CFDF1DE3-DD4A-3849-186B-55420C737817}"/>
              </a:ext>
            </a:extLst>
          </p:cNvPr>
          <p:cNvSpPr txBox="1"/>
          <p:nvPr/>
        </p:nvSpPr>
        <p:spPr>
          <a:xfrm>
            <a:off x="7157158" y="1522145"/>
            <a:ext cx="570089" cy="230832"/>
          </a:xfrm>
          <a:prstGeom prst="rect">
            <a:avLst/>
          </a:prstGeom>
          <a:noFill/>
        </p:spPr>
        <p:txBody>
          <a:bodyPr wrap="square" rtlCol="0">
            <a:spAutoFit/>
          </a:bodyPr>
          <a:lstStyle/>
          <a:p>
            <a:pPr algn="ctr"/>
            <a:r>
              <a:rPr lang="en-US" sz="900" dirty="0"/>
              <a:t>57</a:t>
            </a:r>
          </a:p>
        </p:txBody>
      </p:sp>
      <p:sp>
        <p:nvSpPr>
          <p:cNvPr id="45" name="TextBox 44">
            <a:extLst>
              <a:ext uri="{FF2B5EF4-FFF2-40B4-BE49-F238E27FC236}">
                <a16:creationId xmlns:a16="http://schemas.microsoft.com/office/drawing/2014/main" id="{6FE54885-B9C5-D1B8-93C9-DA62D46619A9}"/>
              </a:ext>
            </a:extLst>
          </p:cNvPr>
          <p:cNvSpPr txBox="1"/>
          <p:nvPr/>
        </p:nvSpPr>
        <p:spPr>
          <a:xfrm>
            <a:off x="4143022" y="5028752"/>
            <a:ext cx="570089" cy="230832"/>
          </a:xfrm>
          <a:prstGeom prst="rect">
            <a:avLst/>
          </a:prstGeom>
          <a:noFill/>
        </p:spPr>
        <p:txBody>
          <a:bodyPr wrap="square" rtlCol="0">
            <a:spAutoFit/>
          </a:bodyPr>
          <a:lstStyle/>
          <a:p>
            <a:pPr algn="ctr"/>
            <a:r>
              <a:rPr lang="en-US" sz="900" dirty="0"/>
              <a:t>57</a:t>
            </a:r>
          </a:p>
        </p:txBody>
      </p:sp>
      <p:sp>
        <p:nvSpPr>
          <p:cNvPr id="50" name="TextBox 49">
            <a:extLst>
              <a:ext uri="{FF2B5EF4-FFF2-40B4-BE49-F238E27FC236}">
                <a16:creationId xmlns:a16="http://schemas.microsoft.com/office/drawing/2014/main" id="{C916F74C-87CD-09CD-6044-EFB530C45196}"/>
              </a:ext>
            </a:extLst>
          </p:cNvPr>
          <p:cNvSpPr txBox="1"/>
          <p:nvPr/>
        </p:nvSpPr>
        <p:spPr>
          <a:xfrm>
            <a:off x="6152446" y="1402877"/>
            <a:ext cx="570089" cy="230832"/>
          </a:xfrm>
          <a:prstGeom prst="rect">
            <a:avLst/>
          </a:prstGeom>
          <a:noFill/>
        </p:spPr>
        <p:txBody>
          <a:bodyPr wrap="square" rtlCol="0">
            <a:spAutoFit/>
          </a:bodyPr>
          <a:lstStyle/>
          <a:p>
            <a:pPr algn="ctr"/>
            <a:r>
              <a:rPr lang="en-US" sz="900" dirty="0"/>
              <a:t>75</a:t>
            </a:r>
          </a:p>
        </p:txBody>
      </p:sp>
      <p:sp>
        <p:nvSpPr>
          <p:cNvPr id="51" name="TextBox 50">
            <a:extLst>
              <a:ext uri="{FF2B5EF4-FFF2-40B4-BE49-F238E27FC236}">
                <a16:creationId xmlns:a16="http://schemas.microsoft.com/office/drawing/2014/main" id="{0B456840-C16D-6441-9355-F62F641118D2}"/>
              </a:ext>
            </a:extLst>
          </p:cNvPr>
          <p:cNvSpPr txBox="1"/>
          <p:nvPr/>
        </p:nvSpPr>
        <p:spPr>
          <a:xfrm>
            <a:off x="3138310" y="4408541"/>
            <a:ext cx="570089" cy="230832"/>
          </a:xfrm>
          <a:prstGeom prst="rect">
            <a:avLst/>
          </a:prstGeom>
          <a:noFill/>
        </p:spPr>
        <p:txBody>
          <a:bodyPr wrap="square" rtlCol="0">
            <a:spAutoFit/>
          </a:bodyPr>
          <a:lstStyle/>
          <a:p>
            <a:pPr algn="ctr"/>
            <a:r>
              <a:rPr lang="en-US" sz="900" dirty="0"/>
              <a:t>75</a:t>
            </a:r>
          </a:p>
        </p:txBody>
      </p:sp>
      <p:sp>
        <p:nvSpPr>
          <p:cNvPr id="52" name="TextBox 51">
            <a:extLst>
              <a:ext uri="{FF2B5EF4-FFF2-40B4-BE49-F238E27FC236}">
                <a16:creationId xmlns:a16="http://schemas.microsoft.com/office/drawing/2014/main" id="{F3895171-A15E-6EEA-CDC3-C798D8603EF8}"/>
              </a:ext>
            </a:extLst>
          </p:cNvPr>
          <p:cNvSpPr txBox="1"/>
          <p:nvPr/>
        </p:nvSpPr>
        <p:spPr>
          <a:xfrm>
            <a:off x="3640666" y="3406653"/>
            <a:ext cx="570089" cy="230832"/>
          </a:xfrm>
          <a:prstGeom prst="rect">
            <a:avLst/>
          </a:prstGeom>
          <a:noFill/>
        </p:spPr>
        <p:txBody>
          <a:bodyPr wrap="square" rtlCol="0">
            <a:spAutoFit/>
          </a:bodyPr>
          <a:lstStyle/>
          <a:p>
            <a:pPr algn="ctr"/>
            <a:r>
              <a:rPr lang="en-US" sz="900" dirty="0"/>
              <a:t>2357</a:t>
            </a:r>
          </a:p>
        </p:txBody>
      </p:sp>
      <p:sp>
        <p:nvSpPr>
          <p:cNvPr id="53" name="TextBox 52">
            <a:extLst>
              <a:ext uri="{FF2B5EF4-FFF2-40B4-BE49-F238E27FC236}">
                <a16:creationId xmlns:a16="http://schemas.microsoft.com/office/drawing/2014/main" id="{AB70F021-6E0A-76DB-31EA-1EEB05720885}"/>
              </a:ext>
            </a:extLst>
          </p:cNvPr>
          <p:cNvSpPr txBox="1"/>
          <p:nvPr/>
        </p:nvSpPr>
        <p:spPr>
          <a:xfrm>
            <a:off x="3640666" y="4026865"/>
            <a:ext cx="570089" cy="230832"/>
          </a:xfrm>
          <a:prstGeom prst="rect">
            <a:avLst/>
          </a:prstGeom>
          <a:noFill/>
        </p:spPr>
        <p:txBody>
          <a:bodyPr wrap="square" rtlCol="0">
            <a:spAutoFit/>
          </a:bodyPr>
          <a:lstStyle/>
          <a:p>
            <a:pPr algn="ctr"/>
            <a:r>
              <a:rPr lang="en-US" sz="900" dirty="0"/>
              <a:t>68</a:t>
            </a:r>
          </a:p>
        </p:txBody>
      </p:sp>
      <p:sp>
        <p:nvSpPr>
          <p:cNvPr id="54" name="TextBox 53">
            <a:extLst>
              <a:ext uri="{FF2B5EF4-FFF2-40B4-BE49-F238E27FC236}">
                <a16:creationId xmlns:a16="http://schemas.microsoft.com/office/drawing/2014/main" id="{8CF7F42A-B4D8-6D2A-34B5-2A4738292C1B}"/>
              </a:ext>
            </a:extLst>
          </p:cNvPr>
          <p:cNvSpPr txBox="1"/>
          <p:nvPr/>
        </p:nvSpPr>
        <p:spPr>
          <a:xfrm>
            <a:off x="3138310" y="3788329"/>
            <a:ext cx="570089" cy="230832"/>
          </a:xfrm>
          <a:prstGeom prst="rect">
            <a:avLst/>
          </a:prstGeom>
          <a:noFill/>
        </p:spPr>
        <p:txBody>
          <a:bodyPr wrap="square" rtlCol="0">
            <a:spAutoFit/>
          </a:bodyPr>
          <a:lstStyle/>
          <a:p>
            <a:pPr algn="ctr"/>
            <a:r>
              <a:rPr lang="en-US" sz="900" dirty="0"/>
              <a:t>168</a:t>
            </a:r>
          </a:p>
        </p:txBody>
      </p:sp>
      <p:sp>
        <p:nvSpPr>
          <p:cNvPr id="55" name="TextBox 54">
            <a:extLst>
              <a:ext uri="{FF2B5EF4-FFF2-40B4-BE49-F238E27FC236}">
                <a16:creationId xmlns:a16="http://schemas.microsoft.com/office/drawing/2014/main" id="{F8E788E1-4531-28EE-107A-005E164D6368}"/>
              </a:ext>
            </a:extLst>
          </p:cNvPr>
          <p:cNvSpPr txBox="1"/>
          <p:nvPr/>
        </p:nvSpPr>
        <p:spPr>
          <a:xfrm>
            <a:off x="6152446" y="2023089"/>
            <a:ext cx="570089" cy="230832"/>
          </a:xfrm>
          <a:prstGeom prst="rect">
            <a:avLst/>
          </a:prstGeom>
          <a:noFill/>
        </p:spPr>
        <p:txBody>
          <a:bodyPr wrap="square" rtlCol="0">
            <a:spAutoFit/>
          </a:bodyPr>
          <a:lstStyle/>
          <a:p>
            <a:pPr algn="ctr"/>
            <a:r>
              <a:rPr lang="en-US" sz="900" dirty="0"/>
              <a:t>168</a:t>
            </a:r>
          </a:p>
        </p:txBody>
      </p:sp>
      <p:sp>
        <p:nvSpPr>
          <p:cNvPr id="56" name="TextBox 55">
            <a:extLst>
              <a:ext uri="{FF2B5EF4-FFF2-40B4-BE49-F238E27FC236}">
                <a16:creationId xmlns:a16="http://schemas.microsoft.com/office/drawing/2014/main" id="{93647342-8244-54C3-A713-4E049798F983}"/>
              </a:ext>
            </a:extLst>
          </p:cNvPr>
          <p:cNvSpPr txBox="1"/>
          <p:nvPr/>
        </p:nvSpPr>
        <p:spPr>
          <a:xfrm>
            <a:off x="6654802" y="1784553"/>
            <a:ext cx="570089" cy="230832"/>
          </a:xfrm>
          <a:prstGeom prst="rect">
            <a:avLst/>
          </a:prstGeom>
          <a:noFill/>
        </p:spPr>
        <p:txBody>
          <a:bodyPr wrap="square" rtlCol="0">
            <a:spAutoFit/>
          </a:bodyPr>
          <a:lstStyle/>
          <a:p>
            <a:pPr algn="ctr"/>
            <a:r>
              <a:rPr lang="en-US" sz="900" dirty="0"/>
              <a:t>68</a:t>
            </a:r>
          </a:p>
        </p:txBody>
      </p:sp>
      <p:sp>
        <p:nvSpPr>
          <p:cNvPr id="57" name="TextBox 56">
            <a:extLst>
              <a:ext uri="{FF2B5EF4-FFF2-40B4-BE49-F238E27FC236}">
                <a16:creationId xmlns:a16="http://schemas.microsoft.com/office/drawing/2014/main" id="{534F2666-07A2-488D-AA64-4FF0CA78C4B4}"/>
              </a:ext>
            </a:extLst>
          </p:cNvPr>
          <p:cNvSpPr txBox="1"/>
          <p:nvPr/>
        </p:nvSpPr>
        <p:spPr>
          <a:xfrm>
            <a:off x="6654802" y="2524033"/>
            <a:ext cx="570089" cy="230832"/>
          </a:xfrm>
          <a:prstGeom prst="rect">
            <a:avLst/>
          </a:prstGeom>
          <a:noFill/>
        </p:spPr>
        <p:txBody>
          <a:bodyPr wrap="square" rtlCol="0">
            <a:spAutoFit/>
          </a:bodyPr>
          <a:lstStyle/>
          <a:p>
            <a:pPr algn="ctr"/>
            <a:r>
              <a:rPr lang="en-US" sz="900" dirty="0"/>
              <a:t>2357</a:t>
            </a:r>
          </a:p>
        </p:txBody>
      </p:sp>
      <p:sp>
        <p:nvSpPr>
          <p:cNvPr id="58" name="TextBox 57">
            <a:extLst>
              <a:ext uri="{FF2B5EF4-FFF2-40B4-BE49-F238E27FC236}">
                <a16:creationId xmlns:a16="http://schemas.microsoft.com/office/drawing/2014/main" id="{4F7639F4-BA73-1389-11C0-6878910C989C}"/>
              </a:ext>
            </a:extLst>
          </p:cNvPr>
          <p:cNvSpPr txBox="1"/>
          <p:nvPr/>
        </p:nvSpPr>
        <p:spPr>
          <a:xfrm>
            <a:off x="4143022" y="1903821"/>
            <a:ext cx="570089" cy="230832"/>
          </a:xfrm>
          <a:prstGeom prst="rect">
            <a:avLst/>
          </a:prstGeom>
          <a:noFill/>
        </p:spPr>
        <p:txBody>
          <a:bodyPr wrap="square" rtlCol="0">
            <a:spAutoFit/>
          </a:bodyPr>
          <a:lstStyle/>
          <a:p>
            <a:pPr algn="ctr"/>
            <a:r>
              <a:rPr lang="en-US" sz="900" dirty="0"/>
              <a:t>75</a:t>
            </a:r>
          </a:p>
        </p:txBody>
      </p:sp>
      <p:sp>
        <p:nvSpPr>
          <p:cNvPr id="59" name="TextBox 58">
            <a:extLst>
              <a:ext uri="{FF2B5EF4-FFF2-40B4-BE49-F238E27FC236}">
                <a16:creationId xmlns:a16="http://schemas.microsoft.com/office/drawing/2014/main" id="{F54F5D29-0A4B-7920-5A05-1E69C2BC5FE3}"/>
              </a:ext>
            </a:extLst>
          </p:cNvPr>
          <p:cNvSpPr txBox="1"/>
          <p:nvPr/>
        </p:nvSpPr>
        <p:spPr>
          <a:xfrm>
            <a:off x="3640666" y="2404765"/>
            <a:ext cx="570089" cy="230832"/>
          </a:xfrm>
          <a:prstGeom prst="rect">
            <a:avLst/>
          </a:prstGeom>
          <a:noFill/>
        </p:spPr>
        <p:txBody>
          <a:bodyPr wrap="square" rtlCol="0">
            <a:spAutoFit/>
          </a:bodyPr>
          <a:lstStyle/>
          <a:p>
            <a:pPr algn="ctr"/>
            <a:r>
              <a:rPr lang="en-US" sz="900" dirty="0"/>
              <a:t>2357</a:t>
            </a:r>
          </a:p>
        </p:txBody>
      </p:sp>
      <p:sp>
        <p:nvSpPr>
          <p:cNvPr id="62" name="TextBox 61">
            <a:extLst>
              <a:ext uri="{FF2B5EF4-FFF2-40B4-BE49-F238E27FC236}">
                <a16:creationId xmlns:a16="http://schemas.microsoft.com/office/drawing/2014/main" id="{93323BC4-C1AF-8727-DE14-E462E69B51FA}"/>
              </a:ext>
            </a:extLst>
          </p:cNvPr>
          <p:cNvSpPr txBox="1"/>
          <p:nvPr/>
        </p:nvSpPr>
        <p:spPr>
          <a:xfrm>
            <a:off x="6654802" y="2905709"/>
            <a:ext cx="570089" cy="230832"/>
          </a:xfrm>
          <a:prstGeom prst="rect">
            <a:avLst/>
          </a:prstGeom>
          <a:noFill/>
        </p:spPr>
        <p:txBody>
          <a:bodyPr wrap="square" rtlCol="0">
            <a:spAutoFit/>
          </a:bodyPr>
          <a:lstStyle/>
          <a:p>
            <a:pPr algn="ctr"/>
            <a:r>
              <a:rPr lang="en-US" sz="900" dirty="0"/>
              <a:t>2357</a:t>
            </a:r>
          </a:p>
        </p:txBody>
      </p:sp>
      <p:sp>
        <p:nvSpPr>
          <p:cNvPr id="63" name="TextBox 62">
            <a:extLst>
              <a:ext uri="{FF2B5EF4-FFF2-40B4-BE49-F238E27FC236}">
                <a16:creationId xmlns:a16="http://schemas.microsoft.com/office/drawing/2014/main" id="{1FCCBDCB-4734-58CF-D618-AD967BEA346D}"/>
              </a:ext>
            </a:extLst>
          </p:cNvPr>
          <p:cNvSpPr txBox="1"/>
          <p:nvPr/>
        </p:nvSpPr>
        <p:spPr>
          <a:xfrm>
            <a:off x="7157158" y="3406653"/>
            <a:ext cx="570089" cy="230832"/>
          </a:xfrm>
          <a:prstGeom prst="rect">
            <a:avLst/>
          </a:prstGeom>
          <a:noFill/>
        </p:spPr>
        <p:txBody>
          <a:bodyPr wrap="square" rtlCol="0">
            <a:spAutoFit/>
          </a:bodyPr>
          <a:lstStyle/>
          <a:p>
            <a:pPr algn="ctr"/>
            <a:r>
              <a:rPr lang="en-US" sz="900" dirty="0"/>
              <a:t>75</a:t>
            </a:r>
          </a:p>
        </p:txBody>
      </p:sp>
      <p:sp>
        <p:nvSpPr>
          <p:cNvPr id="66" name="TextBox 65">
            <a:extLst>
              <a:ext uri="{FF2B5EF4-FFF2-40B4-BE49-F238E27FC236}">
                <a16:creationId xmlns:a16="http://schemas.microsoft.com/office/drawing/2014/main" id="{5EE3B46E-B04D-49DA-0490-F8EDA22D5C8B}"/>
              </a:ext>
            </a:extLst>
          </p:cNvPr>
          <p:cNvSpPr txBox="1"/>
          <p:nvPr/>
        </p:nvSpPr>
        <p:spPr>
          <a:xfrm>
            <a:off x="5147734" y="2524033"/>
            <a:ext cx="570089" cy="230832"/>
          </a:xfrm>
          <a:prstGeom prst="rect">
            <a:avLst/>
          </a:prstGeom>
          <a:noFill/>
        </p:spPr>
        <p:txBody>
          <a:bodyPr wrap="square" rtlCol="0">
            <a:spAutoFit/>
          </a:bodyPr>
          <a:lstStyle/>
          <a:p>
            <a:pPr algn="ctr"/>
            <a:r>
              <a:rPr lang="en-US" sz="900" dirty="0"/>
              <a:t>2567</a:t>
            </a:r>
          </a:p>
        </p:txBody>
      </p:sp>
      <p:sp>
        <p:nvSpPr>
          <p:cNvPr id="68" name="TextBox 67">
            <a:extLst>
              <a:ext uri="{FF2B5EF4-FFF2-40B4-BE49-F238E27FC236}">
                <a16:creationId xmlns:a16="http://schemas.microsoft.com/office/drawing/2014/main" id="{9AE2ECAA-F45D-40E8-37BF-0B3B96D6A83C}"/>
              </a:ext>
            </a:extLst>
          </p:cNvPr>
          <p:cNvSpPr txBox="1"/>
          <p:nvPr/>
        </p:nvSpPr>
        <p:spPr>
          <a:xfrm>
            <a:off x="6654802" y="4527809"/>
            <a:ext cx="570089" cy="230832"/>
          </a:xfrm>
          <a:prstGeom prst="rect">
            <a:avLst/>
          </a:prstGeom>
          <a:noFill/>
        </p:spPr>
        <p:txBody>
          <a:bodyPr wrap="square" rtlCol="0">
            <a:spAutoFit/>
          </a:bodyPr>
          <a:lstStyle/>
          <a:p>
            <a:pPr algn="ctr"/>
            <a:r>
              <a:rPr lang="en-US" sz="900" dirty="0"/>
              <a:t>2567</a:t>
            </a:r>
          </a:p>
        </p:txBody>
      </p:sp>
      <p:sp>
        <p:nvSpPr>
          <p:cNvPr id="70" name="TextBox 69">
            <a:extLst>
              <a:ext uri="{FF2B5EF4-FFF2-40B4-BE49-F238E27FC236}">
                <a16:creationId xmlns:a16="http://schemas.microsoft.com/office/drawing/2014/main" id="{F1CD01D5-08A2-272E-0B9E-FA51922AC694}"/>
              </a:ext>
            </a:extLst>
          </p:cNvPr>
          <p:cNvSpPr txBox="1"/>
          <p:nvPr/>
        </p:nvSpPr>
        <p:spPr>
          <a:xfrm>
            <a:off x="5650090" y="2285497"/>
            <a:ext cx="570089" cy="230832"/>
          </a:xfrm>
          <a:prstGeom prst="rect">
            <a:avLst/>
          </a:prstGeom>
          <a:noFill/>
        </p:spPr>
        <p:txBody>
          <a:bodyPr wrap="square" rtlCol="0">
            <a:spAutoFit/>
          </a:bodyPr>
          <a:lstStyle/>
          <a:p>
            <a:pPr algn="ctr"/>
            <a:r>
              <a:rPr lang="en-US" sz="900" dirty="0"/>
              <a:t>2367</a:t>
            </a:r>
          </a:p>
        </p:txBody>
      </p:sp>
      <p:sp>
        <p:nvSpPr>
          <p:cNvPr id="71" name="TextBox 70">
            <a:extLst>
              <a:ext uri="{FF2B5EF4-FFF2-40B4-BE49-F238E27FC236}">
                <a16:creationId xmlns:a16="http://schemas.microsoft.com/office/drawing/2014/main" id="{7C4E278A-BAC9-E47D-8BF2-CB226422B7F7}"/>
              </a:ext>
            </a:extLst>
          </p:cNvPr>
          <p:cNvSpPr txBox="1"/>
          <p:nvPr/>
        </p:nvSpPr>
        <p:spPr>
          <a:xfrm>
            <a:off x="5147734" y="2905709"/>
            <a:ext cx="570089" cy="230832"/>
          </a:xfrm>
          <a:prstGeom prst="rect">
            <a:avLst/>
          </a:prstGeom>
          <a:noFill/>
        </p:spPr>
        <p:txBody>
          <a:bodyPr wrap="square" rtlCol="0">
            <a:spAutoFit/>
          </a:bodyPr>
          <a:lstStyle/>
          <a:p>
            <a:pPr algn="ctr"/>
            <a:r>
              <a:rPr lang="en-US" sz="900" dirty="0"/>
              <a:t>2578</a:t>
            </a:r>
          </a:p>
        </p:txBody>
      </p:sp>
      <p:sp>
        <p:nvSpPr>
          <p:cNvPr id="72" name="TextBox 71">
            <a:extLst>
              <a:ext uri="{FF2B5EF4-FFF2-40B4-BE49-F238E27FC236}">
                <a16:creationId xmlns:a16="http://schemas.microsoft.com/office/drawing/2014/main" id="{A1DF4040-F650-389B-3D00-DEAB2CEA3003}"/>
              </a:ext>
            </a:extLst>
          </p:cNvPr>
          <p:cNvSpPr txBox="1"/>
          <p:nvPr/>
        </p:nvSpPr>
        <p:spPr>
          <a:xfrm>
            <a:off x="4645378" y="3525921"/>
            <a:ext cx="570089" cy="230832"/>
          </a:xfrm>
          <a:prstGeom prst="rect">
            <a:avLst/>
          </a:prstGeom>
          <a:noFill/>
        </p:spPr>
        <p:txBody>
          <a:bodyPr wrap="square" rtlCol="0">
            <a:spAutoFit/>
          </a:bodyPr>
          <a:lstStyle/>
          <a:p>
            <a:pPr algn="ctr"/>
            <a:r>
              <a:rPr lang="en-US" sz="900" dirty="0"/>
              <a:t>268</a:t>
            </a:r>
          </a:p>
        </p:txBody>
      </p:sp>
      <p:sp>
        <p:nvSpPr>
          <p:cNvPr id="74" name="TextBox 73">
            <a:extLst>
              <a:ext uri="{FF2B5EF4-FFF2-40B4-BE49-F238E27FC236}">
                <a16:creationId xmlns:a16="http://schemas.microsoft.com/office/drawing/2014/main" id="{CF07992E-5832-81DD-1D6E-B837F4161B5A}"/>
              </a:ext>
            </a:extLst>
          </p:cNvPr>
          <p:cNvSpPr txBox="1"/>
          <p:nvPr/>
        </p:nvSpPr>
        <p:spPr>
          <a:xfrm>
            <a:off x="6152446" y="4527809"/>
            <a:ext cx="570089" cy="230832"/>
          </a:xfrm>
          <a:prstGeom prst="rect">
            <a:avLst/>
          </a:prstGeom>
          <a:noFill/>
        </p:spPr>
        <p:txBody>
          <a:bodyPr wrap="square" rtlCol="0">
            <a:spAutoFit/>
          </a:bodyPr>
          <a:lstStyle/>
          <a:p>
            <a:pPr algn="ctr"/>
            <a:r>
              <a:rPr lang="en-US" sz="900" dirty="0"/>
              <a:t>2578</a:t>
            </a:r>
          </a:p>
        </p:txBody>
      </p:sp>
      <p:sp>
        <p:nvSpPr>
          <p:cNvPr id="75" name="TextBox 74">
            <a:extLst>
              <a:ext uri="{FF2B5EF4-FFF2-40B4-BE49-F238E27FC236}">
                <a16:creationId xmlns:a16="http://schemas.microsoft.com/office/drawing/2014/main" id="{C1D50EB2-6996-A98F-10A0-A36E057F7B7C}"/>
              </a:ext>
            </a:extLst>
          </p:cNvPr>
          <p:cNvSpPr txBox="1"/>
          <p:nvPr/>
        </p:nvSpPr>
        <p:spPr>
          <a:xfrm>
            <a:off x="6654802" y="3788329"/>
            <a:ext cx="570089" cy="230832"/>
          </a:xfrm>
          <a:prstGeom prst="rect">
            <a:avLst/>
          </a:prstGeom>
          <a:noFill/>
        </p:spPr>
        <p:txBody>
          <a:bodyPr wrap="square" rtlCol="0">
            <a:spAutoFit/>
          </a:bodyPr>
          <a:lstStyle/>
          <a:p>
            <a:pPr algn="ctr"/>
            <a:r>
              <a:rPr lang="en-US" sz="900" dirty="0"/>
              <a:t>2367</a:t>
            </a:r>
          </a:p>
        </p:txBody>
      </p:sp>
      <p:sp>
        <p:nvSpPr>
          <p:cNvPr id="76" name="TextBox 75">
            <a:extLst>
              <a:ext uri="{FF2B5EF4-FFF2-40B4-BE49-F238E27FC236}">
                <a16:creationId xmlns:a16="http://schemas.microsoft.com/office/drawing/2014/main" id="{0477455A-249B-6B29-49C1-464EFE709143}"/>
              </a:ext>
            </a:extLst>
          </p:cNvPr>
          <p:cNvSpPr txBox="1"/>
          <p:nvPr/>
        </p:nvSpPr>
        <p:spPr>
          <a:xfrm>
            <a:off x="5650090" y="4527809"/>
            <a:ext cx="570089" cy="230832"/>
          </a:xfrm>
          <a:prstGeom prst="rect">
            <a:avLst/>
          </a:prstGeom>
          <a:noFill/>
        </p:spPr>
        <p:txBody>
          <a:bodyPr wrap="square" rtlCol="0">
            <a:spAutoFit/>
          </a:bodyPr>
          <a:lstStyle/>
          <a:p>
            <a:pPr algn="ctr"/>
            <a:r>
              <a:rPr lang="en-US" sz="900" dirty="0"/>
              <a:t>268</a:t>
            </a:r>
          </a:p>
        </p:txBody>
      </p:sp>
      <p:sp>
        <p:nvSpPr>
          <p:cNvPr id="73" name="TextBox 72">
            <a:extLst>
              <a:ext uri="{FF2B5EF4-FFF2-40B4-BE49-F238E27FC236}">
                <a16:creationId xmlns:a16="http://schemas.microsoft.com/office/drawing/2014/main" id="{86E9447F-7BC3-5181-F6CB-A210CCB13375}"/>
              </a:ext>
            </a:extLst>
          </p:cNvPr>
          <p:cNvSpPr txBox="1"/>
          <p:nvPr/>
        </p:nvSpPr>
        <p:spPr>
          <a:xfrm>
            <a:off x="5147734" y="3287385"/>
            <a:ext cx="570089" cy="230832"/>
          </a:xfrm>
          <a:prstGeom prst="rect">
            <a:avLst/>
          </a:prstGeom>
          <a:noFill/>
        </p:spPr>
        <p:txBody>
          <a:bodyPr wrap="square" rtlCol="0">
            <a:spAutoFit/>
          </a:bodyPr>
          <a:lstStyle/>
          <a:p>
            <a:pPr algn="ctr"/>
            <a:r>
              <a:rPr lang="en-US" sz="900" dirty="0"/>
              <a:t>235678</a:t>
            </a:r>
          </a:p>
        </p:txBody>
      </p:sp>
      <p:sp>
        <p:nvSpPr>
          <p:cNvPr id="78" name="TextBox 77">
            <a:extLst>
              <a:ext uri="{FF2B5EF4-FFF2-40B4-BE49-F238E27FC236}">
                <a16:creationId xmlns:a16="http://schemas.microsoft.com/office/drawing/2014/main" id="{9F40FC52-171B-61C5-F401-7451E93DB82D}"/>
              </a:ext>
            </a:extLst>
          </p:cNvPr>
          <p:cNvSpPr txBox="1"/>
          <p:nvPr/>
        </p:nvSpPr>
        <p:spPr>
          <a:xfrm>
            <a:off x="6152446" y="3788329"/>
            <a:ext cx="570089" cy="230832"/>
          </a:xfrm>
          <a:prstGeom prst="rect">
            <a:avLst/>
          </a:prstGeom>
          <a:noFill/>
        </p:spPr>
        <p:txBody>
          <a:bodyPr wrap="square" rtlCol="0">
            <a:spAutoFit/>
          </a:bodyPr>
          <a:lstStyle/>
          <a:p>
            <a:pPr algn="ctr"/>
            <a:r>
              <a:rPr lang="en-US" sz="900" dirty="0"/>
              <a:t>235678</a:t>
            </a:r>
          </a:p>
        </p:txBody>
      </p:sp>
      <p:sp>
        <p:nvSpPr>
          <p:cNvPr id="79" name="TextBox 78">
            <a:extLst>
              <a:ext uri="{FF2B5EF4-FFF2-40B4-BE49-F238E27FC236}">
                <a16:creationId xmlns:a16="http://schemas.microsoft.com/office/drawing/2014/main" id="{DAE369CF-0FE1-E9A8-89C8-F2A92CE797F9}"/>
              </a:ext>
            </a:extLst>
          </p:cNvPr>
          <p:cNvSpPr txBox="1"/>
          <p:nvPr/>
        </p:nvSpPr>
        <p:spPr>
          <a:xfrm>
            <a:off x="6214537" y="3237891"/>
            <a:ext cx="462845" cy="584775"/>
          </a:xfrm>
          <a:prstGeom prst="rect">
            <a:avLst/>
          </a:prstGeom>
          <a:noFill/>
        </p:spPr>
        <p:txBody>
          <a:bodyPr wrap="square" rtlCol="0">
            <a:spAutoFit/>
          </a:bodyPr>
          <a:lstStyle/>
          <a:p>
            <a:pPr algn="ctr"/>
            <a:r>
              <a:rPr lang="en-US" sz="3200" dirty="0"/>
              <a:t>9</a:t>
            </a:r>
          </a:p>
        </p:txBody>
      </p:sp>
      <p:sp>
        <p:nvSpPr>
          <p:cNvPr id="80" name="TextBox 79">
            <a:extLst>
              <a:ext uri="{FF2B5EF4-FFF2-40B4-BE49-F238E27FC236}">
                <a16:creationId xmlns:a16="http://schemas.microsoft.com/office/drawing/2014/main" id="{1EB8C3DB-DCB5-D5FC-8BF8-73C02D6D24BD}"/>
              </a:ext>
            </a:extLst>
          </p:cNvPr>
          <p:cNvSpPr txBox="1"/>
          <p:nvPr/>
        </p:nvSpPr>
        <p:spPr>
          <a:xfrm>
            <a:off x="6152446" y="901933"/>
            <a:ext cx="570089" cy="230832"/>
          </a:xfrm>
          <a:prstGeom prst="rect">
            <a:avLst/>
          </a:prstGeom>
          <a:noFill/>
        </p:spPr>
        <p:txBody>
          <a:bodyPr wrap="square" rtlCol="0">
            <a:spAutoFit/>
          </a:bodyPr>
          <a:lstStyle/>
          <a:p>
            <a:pPr algn="ctr"/>
            <a:r>
              <a:rPr lang="en-US" sz="900" dirty="0"/>
              <a:t>18</a:t>
            </a:r>
          </a:p>
        </p:txBody>
      </p:sp>
      <p:sp>
        <p:nvSpPr>
          <p:cNvPr id="81" name="TextBox 80">
            <a:extLst>
              <a:ext uri="{FF2B5EF4-FFF2-40B4-BE49-F238E27FC236}">
                <a16:creationId xmlns:a16="http://schemas.microsoft.com/office/drawing/2014/main" id="{A9EF4A27-3E45-1478-E7EA-853B492199D7}"/>
              </a:ext>
            </a:extLst>
          </p:cNvPr>
          <p:cNvSpPr txBox="1"/>
          <p:nvPr/>
        </p:nvSpPr>
        <p:spPr>
          <a:xfrm>
            <a:off x="4143022" y="3907597"/>
            <a:ext cx="570089" cy="230832"/>
          </a:xfrm>
          <a:prstGeom prst="rect">
            <a:avLst/>
          </a:prstGeom>
          <a:noFill/>
        </p:spPr>
        <p:txBody>
          <a:bodyPr wrap="square" rtlCol="0">
            <a:spAutoFit/>
          </a:bodyPr>
          <a:lstStyle/>
          <a:p>
            <a:pPr algn="ctr"/>
            <a:r>
              <a:rPr lang="en-US" sz="900" dirty="0"/>
              <a:t>28</a:t>
            </a:r>
          </a:p>
        </p:txBody>
      </p:sp>
      <p:sp>
        <p:nvSpPr>
          <p:cNvPr id="82" name="TextBox 81">
            <a:extLst>
              <a:ext uri="{FF2B5EF4-FFF2-40B4-BE49-F238E27FC236}">
                <a16:creationId xmlns:a16="http://schemas.microsoft.com/office/drawing/2014/main" id="{DBB0E66A-E244-6D05-E416-111007A1C435}"/>
              </a:ext>
            </a:extLst>
          </p:cNvPr>
          <p:cNvSpPr txBox="1"/>
          <p:nvPr/>
        </p:nvSpPr>
        <p:spPr>
          <a:xfrm>
            <a:off x="3640666" y="4408541"/>
            <a:ext cx="570089" cy="230832"/>
          </a:xfrm>
          <a:prstGeom prst="rect">
            <a:avLst/>
          </a:prstGeom>
          <a:noFill/>
        </p:spPr>
        <p:txBody>
          <a:bodyPr wrap="square" rtlCol="0">
            <a:spAutoFit/>
          </a:bodyPr>
          <a:lstStyle/>
          <a:p>
            <a:pPr algn="ctr"/>
            <a:r>
              <a:rPr lang="en-US" sz="900" dirty="0"/>
              <a:t>128</a:t>
            </a:r>
          </a:p>
        </p:txBody>
      </p:sp>
      <p:sp>
        <p:nvSpPr>
          <p:cNvPr id="48" name="TextBox 47">
            <a:extLst>
              <a:ext uri="{FF2B5EF4-FFF2-40B4-BE49-F238E27FC236}">
                <a16:creationId xmlns:a16="http://schemas.microsoft.com/office/drawing/2014/main" id="{1B5BD88B-BF8C-4B7A-6FD6-4F119AE2E704}"/>
              </a:ext>
            </a:extLst>
          </p:cNvPr>
          <p:cNvSpPr txBox="1"/>
          <p:nvPr/>
        </p:nvSpPr>
        <p:spPr>
          <a:xfrm>
            <a:off x="3716867" y="1727886"/>
            <a:ext cx="462845" cy="584775"/>
          </a:xfrm>
          <a:prstGeom prst="rect">
            <a:avLst/>
          </a:prstGeom>
          <a:noFill/>
        </p:spPr>
        <p:txBody>
          <a:bodyPr wrap="square" rtlCol="0">
            <a:spAutoFit/>
          </a:bodyPr>
          <a:lstStyle/>
          <a:p>
            <a:pPr algn="ctr"/>
            <a:r>
              <a:rPr lang="en-US" sz="3200" dirty="0"/>
              <a:t>4</a:t>
            </a:r>
          </a:p>
        </p:txBody>
      </p:sp>
      <p:sp>
        <p:nvSpPr>
          <p:cNvPr id="49" name="TextBox 48">
            <a:extLst>
              <a:ext uri="{FF2B5EF4-FFF2-40B4-BE49-F238E27FC236}">
                <a16:creationId xmlns:a16="http://schemas.microsoft.com/office/drawing/2014/main" id="{F31279F1-2C32-D860-9C38-100E485EDBD7}"/>
              </a:ext>
            </a:extLst>
          </p:cNvPr>
          <p:cNvSpPr txBox="1"/>
          <p:nvPr/>
        </p:nvSpPr>
        <p:spPr>
          <a:xfrm>
            <a:off x="5715003" y="3237891"/>
            <a:ext cx="462845" cy="584775"/>
          </a:xfrm>
          <a:prstGeom prst="rect">
            <a:avLst/>
          </a:prstGeom>
          <a:noFill/>
        </p:spPr>
        <p:txBody>
          <a:bodyPr wrap="square" rtlCol="0">
            <a:spAutoFit/>
          </a:bodyPr>
          <a:lstStyle/>
          <a:p>
            <a:pPr algn="ctr"/>
            <a:r>
              <a:rPr lang="en-US" sz="3200" dirty="0"/>
              <a:t>4</a:t>
            </a:r>
          </a:p>
        </p:txBody>
      </p:sp>
      <p:sp>
        <p:nvSpPr>
          <p:cNvPr id="46" name="TextBox 45">
            <a:extLst>
              <a:ext uri="{FF2B5EF4-FFF2-40B4-BE49-F238E27FC236}">
                <a16:creationId xmlns:a16="http://schemas.microsoft.com/office/drawing/2014/main" id="{DA611F8C-CAA6-B07A-F3CF-FF33EBAC6826}"/>
              </a:ext>
            </a:extLst>
          </p:cNvPr>
          <p:cNvSpPr txBox="1"/>
          <p:nvPr/>
        </p:nvSpPr>
        <p:spPr>
          <a:xfrm>
            <a:off x="3217333" y="721216"/>
            <a:ext cx="462845" cy="584775"/>
          </a:xfrm>
          <a:prstGeom prst="rect">
            <a:avLst/>
          </a:prstGeom>
          <a:noFill/>
        </p:spPr>
        <p:txBody>
          <a:bodyPr wrap="square" rtlCol="0">
            <a:spAutoFit/>
          </a:bodyPr>
          <a:lstStyle/>
          <a:p>
            <a:pPr algn="ctr"/>
            <a:r>
              <a:rPr lang="en-US" sz="3200" dirty="0"/>
              <a:t>9</a:t>
            </a:r>
          </a:p>
        </p:txBody>
      </p:sp>
      <p:sp>
        <p:nvSpPr>
          <p:cNvPr id="47" name="TextBox 46">
            <a:extLst>
              <a:ext uri="{FF2B5EF4-FFF2-40B4-BE49-F238E27FC236}">
                <a16:creationId xmlns:a16="http://schemas.microsoft.com/office/drawing/2014/main" id="{B6AC9A20-2646-8CEE-3A5F-1A6D19B2D2C9}"/>
              </a:ext>
            </a:extLst>
          </p:cNvPr>
          <p:cNvSpPr txBox="1"/>
          <p:nvPr/>
        </p:nvSpPr>
        <p:spPr>
          <a:xfrm>
            <a:off x="7213604" y="4747898"/>
            <a:ext cx="462845" cy="584775"/>
          </a:xfrm>
          <a:prstGeom prst="rect">
            <a:avLst/>
          </a:prstGeom>
          <a:noFill/>
        </p:spPr>
        <p:txBody>
          <a:bodyPr wrap="square" rtlCol="0">
            <a:spAutoFit/>
          </a:bodyPr>
          <a:lstStyle/>
          <a:p>
            <a:pPr algn="ctr"/>
            <a:r>
              <a:rPr lang="en-US" sz="3200" dirty="0"/>
              <a:t>1</a:t>
            </a:r>
          </a:p>
        </p:txBody>
      </p:sp>
      <p:sp>
        <p:nvSpPr>
          <p:cNvPr id="60" name="TextBox 59">
            <a:extLst>
              <a:ext uri="{FF2B5EF4-FFF2-40B4-BE49-F238E27FC236}">
                <a16:creationId xmlns:a16="http://schemas.microsoft.com/office/drawing/2014/main" id="{80A6937A-2F59-19BD-454A-41967C775586}"/>
              </a:ext>
            </a:extLst>
          </p:cNvPr>
          <p:cNvSpPr txBox="1"/>
          <p:nvPr/>
        </p:nvSpPr>
        <p:spPr>
          <a:xfrm>
            <a:off x="7213604" y="2734556"/>
            <a:ext cx="462845" cy="584775"/>
          </a:xfrm>
          <a:prstGeom prst="rect">
            <a:avLst/>
          </a:prstGeom>
          <a:noFill/>
        </p:spPr>
        <p:txBody>
          <a:bodyPr wrap="square" rtlCol="0">
            <a:spAutoFit/>
          </a:bodyPr>
          <a:lstStyle/>
          <a:p>
            <a:pPr algn="ctr"/>
            <a:r>
              <a:rPr lang="en-US" sz="3200" dirty="0"/>
              <a:t>6</a:t>
            </a:r>
          </a:p>
        </p:txBody>
      </p:sp>
      <p:sp>
        <p:nvSpPr>
          <p:cNvPr id="61" name="TextBox 60">
            <a:extLst>
              <a:ext uri="{FF2B5EF4-FFF2-40B4-BE49-F238E27FC236}">
                <a16:creationId xmlns:a16="http://schemas.microsoft.com/office/drawing/2014/main" id="{257F13EC-3E2B-6DEE-C478-E30D74BEA937}"/>
              </a:ext>
            </a:extLst>
          </p:cNvPr>
          <p:cNvSpPr txBox="1"/>
          <p:nvPr/>
        </p:nvSpPr>
        <p:spPr>
          <a:xfrm>
            <a:off x="3640666" y="901933"/>
            <a:ext cx="570089" cy="230832"/>
          </a:xfrm>
          <a:prstGeom prst="rect">
            <a:avLst/>
          </a:prstGeom>
          <a:noFill/>
        </p:spPr>
        <p:txBody>
          <a:bodyPr wrap="square" rtlCol="0">
            <a:spAutoFit/>
          </a:bodyPr>
          <a:lstStyle/>
          <a:p>
            <a:pPr algn="ctr"/>
            <a:r>
              <a:rPr lang="en-US" sz="900" dirty="0"/>
              <a:t>28</a:t>
            </a:r>
          </a:p>
        </p:txBody>
      </p:sp>
      <p:sp>
        <p:nvSpPr>
          <p:cNvPr id="64" name="TextBox 63">
            <a:extLst>
              <a:ext uri="{FF2B5EF4-FFF2-40B4-BE49-F238E27FC236}">
                <a16:creationId xmlns:a16="http://schemas.microsoft.com/office/drawing/2014/main" id="{06E3BC73-2D9F-941C-D10F-67BCD2F6DE9D}"/>
              </a:ext>
            </a:extLst>
          </p:cNvPr>
          <p:cNvSpPr txBox="1"/>
          <p:nvPr/>
        </p:nvSpPr>
        <p:spPr>
          <a:xfrm>
            <a:off x="5147734" y="901933"/>
            <a:ext cx="570089" cy="230832"/>
          </a:xfrm>
          <a:prstGeom prst="rect">
            <a:avLst/>
          </a:prstGeom>
          <a:noFill/>
        </p:spPr>
        <p:txBody>
          <a:bodyPr wrap="square" rtlCol="0">
            <a:spAutoFit/>
          </a:bodyPr>
          <a:lstStyle/>
          <a:p>
            <a:pPr algn="ctr"/>
            <a:r>
              <a:rPr lang="en-US" sz="900" dirty="0"/>
              <a:t>128</a:t>
            </a:r>
          </a:p>
        </p:txBody>
      </p:sp>
      <p:sp>
        <p:nvSpPr>
          <p:cNvPr id="65" name="TextBox 64">
            <a:extLst>
              <a:ext uri="{FF2B5EF4-FFF2-40B4-BE49-F238E27FC236}">
                <a16:creationId xmlns:a16="http://schemas.microsoft.com/office/drawing/2014/main" id="{4FB0AD5D-4127-97F1-5E84-AB1C32579328}"/>
              </a:ext>
            </a:extLst>
          </p:cNvPr>
          <p:cNvSpPr txBox="1"/>
          <p:nvPr/>
        </p:nvSpPr>
        <p:spPr>
          <a:xfrm>
            <a:off x="3640666" y="1402877"/>
            <a:ext cx="570089" cy="230832"/>
          </a:xfrm>
          <a:prstGeom prst="rect">
            <a:avLst/>
          </a:prstGeom>
          <a:noFill/>
        </p:spPr>
        <p:txBody>
          <a:bodyPr wrap="square" rtlCol="0">
            <a:spAutoFit/>
          </a:bodyPr>
          <a:lstStyle/>
          <a:p>
            <a:pPr algn="ctr"/>
            <a:r>
              <a:rPr lang="en-US" sz="900" dirty="0"/>
              <a:t>238</a:t>
            </a:r>
          </a:p>
        </p:txBody>
      </p:sp>
      <p:sp>
        <p:nvSpPr>
          <p:cNvPr id="67" name="TextBox 66">
            <a:extLst>
              <a:ext uri="{FF2B5EF4-FFF2-40B4-BE49-F238E27FC236}">
                <a16:creationId xmlns:a16="http://schemas.microsoft.com/office/drawing/2014/main" id="{6A73D203-3EC4-2ACC-24A4-CBC40D5855E4}"/>
              </a:ext>
            </a:extLst>
          </p:cNvPr>
          <p:cNvSpPr txBox="1"/>
          <p:nvPr/>
        </p:nvSpPr>
        <p:spPr>
          <a:xfrm>
            <a:off x="5147734" y="1402877"/>
            <a:ext cx="570089" cy="230832"/>
          </a:xfrm>
          <a:prstGeom prst="rect">
            <a:avLst/>
          </a:prstGeom>
          <a:noFill/>
        </p:spPr>
        <p:txBody>
          <a:bodyPr wrap="square" rtlCol="0">
            <a:spAutoFit/>
          </a:bodyPr>
          <a:lstStyle/>
          <a:p>
            <a:pPr algn="ctr"/>
            <a:r>
              <a:rPr lang="en-US" sz="900" dirty="0"/>
              <a:t>2368</a:t>
            </a:r>
          </a:p>
        </p:txBody>
      </p:sp>
      <p:sp>
        <p:nvSpPr>
          <p:cNvPr id="69" name="TextBox 68">
            <a:extLst>
              <a:ext uri="{FF2B5EF4-FFF2-40B4-BE49-F238E27FC236}">
                <a16:creationId xmlns:a16="http://schemas.microsoft.com/office/drawing/2014/main" id="{CC4EB75A-DE79-1A8F-18EC-15D7B71A3E8B}"/>
              </a:ext>
            </a:extLst>
          </p:cNvPr>
          <p:cNvSpPr txBox="1"/>
          <p:nvPr/>
        </p:nvSpPr>
        <p:spPr>
          <a:xfrm>
            <a:off x="5650090" y="1402877"/>
            <a:ext cx="570089" cy="230832"/>
          </a:xfrm>
          <a:prstGeom prst="rect">
            <a:avLst/>
          </a:prstGeom>
          <a:noFill/>
        </p:spPr>
        <p:txBody>
          <a:bodyPr wrap="square" rtlCol="0">
            <a:spAutoFit/>
          </a:bodyPr>
          <a:lstStyle/>
          <a:p>
            <a:pPr algn="ctr"/>
            <a:r>
              <a:rPr lang="en-US" sz="900" dirty="0"/>
              <a:t>2368</a:t>
            </a:r>
          </a:p>
        </p:txBody>
      </p:sp>
      <p:sp>
        <p:nvSpPr>
          <p:cNvPr id="77" name="TextBox 76">
            <a:extLst>
              <a:ext uri="{FF2B5EF4-FFF2-40B4-BE49-F238E27FC236}">
                <a16:creationId xmlns:a16="http://schemas.microsoft.com/office/drawing/2014/main" id="{34981866-A23C-9A09-6743-BF9CF0D88A6F}"/>
              </a:ext>
            </a:extLst>
          </p:cNvPr>
          <p:cNvSpPr txBox="1"/>
          <p:nvPr/>
        </p:nvSpPr>
        <p:spPr>
          <a:xfrm>
            <a:off x="3138310" y="1402877"/>
            <a:ext cx="570089" cy="230832"/>
          </a:xfrm>
          <a:prstGeom prst="rect">
            <a:avLst/>
          </a:prstGeom>
          <a:noFill/>
        </p:spPr>
        <p:txBody>
          <a:bodyPr wrap="square" rtlCol="0">
            <a:spAutoFit/>
          </a:bodyPr>
          <a:lstStyle/>
          <a:p>
            <a:pPr algn="ctr"/>
            <a:r>
              <a:rPr lang="en-US" sz="900" dirty="0"/>
              <a:t>238</a:t>
            </a:r>
          </a:p>
        </p:txBody>
      </p:sp>
      <p:sp>
        <p:nvSpPr>
          <p:cNvPr id="83" name="TextBox 82">
            <a:extLst>
              <a:ext uri="{FF2B5EF4-FFF2-40B4-BE49-F238E27FC236}">
                <a16:creationId xmlns:a16="http://schemas.microsoft.com/office/drawing/2014/main" id="{71FF20B0-9D3D-A1DE-D80B-1BF197B10E05}"/>
              </a:ext>
            </a:extLst>
          </p:cNvPr>
          <p:cNvSpPr txBox="1"/>
          <p:nvPr/>
        </p:nvSpPr>
        <p:spPr>
          <a:xfrm>
            <a:off x="4645378" y="1903821"/>
            <a:ext cx="570089" cy="230832"/>
          </a:xfrm>
          <a:prstGeom prst="rect">
            <a:avLst/>
          </a:prstGeom>
          <a:noFill/>
        </p:spPr>
        <p:txBody>
          <a:bodyPr wrap="square" rtlCol="0">
            <a:spAutoFit/>
          </a:bodyPr>
          <a:lstStyle/>
          <a:p>
            <a:pPr algn="ctr"/>
            <a:r>
              <a:rPr lang="en-US" sz="900" dirty="0"/>
              <a:t>1368</a:t>
            </a:r>
          </a:p>
        </p:txBody>
      </p:sp>
      <p:sp>
        <p:nvSpPr>
          <p:cNvPr id="84" name="TextBox 83">
            <a:extLst>
              <a:ext uri="{FF2B5EF4-FFF2-40B4-BE49-F238E27FC236}">
                <a16:creationId xmlns:a16="http://schemas.microsoft.com/office/drawing/2014/main" id="{177CC52F-D840-1C39-702C-FEFCBD19F95D}"/>
              </a:ext>
            </a:extLst>
          </p:cNvPr>
          <p:cNvSpPr txBox="1"/>
          <p:nvPr/>
        </p:nvSpPr>
        <p:spPr>
          <a:xfrm>
            <a:off x="5650090" y="1903821"/>
            <a:ext cx="570089" cy="230832"/>
          </a:xfrm>
          <a:prstGeom prst="rect">
            <a:avLst/>
          </a:prstGeom>
          <a:noFill/>
        </p:spPr>
        <p:txBody>
          <a:bodyPr wrap="square" rtlCol="0">
            <a:spAutoFit/>
          </a:bodyPr>
          <a:lstStyle/>
          <a:p>
            <a:pPr algn="ctr"/>
            <a:r>
              <a:rPr lang="en-US" sz="900" dirty="0"/>
              <a:t>1368</a:t>
            </a:r>
          </a:p>
        </p:txBody>
      </p:sp>
      <p:sp>
        <p:nvSpPr>
          <p:cNvPr id="85" name="TextBox 84">
            <a:extLst>
              <a:ext uri="{FF2B5EF4-FFF2-40B4-BE49-F238E27FC236}">
                <a16:creationId xmlns:a16="http://schemas.microsoft.com/office/drawing/2014/main" id="{2DDB2576-1EEB-9749-139E-A05F7643F731}"/>
              </a:ext>
            </a:extLst>
          </p:cNvPr>
          <p:cNvSpPr txBox="1"/>
          <p:nvPr/>
        </p:nvSpPr>
        <p:spPr>
          <a:xfrm>
            <a:off x="3138310" y="1903821"/>
            <a:ext cx="570089" cy="230832"/>
          </a:xfrm>
          <a:prstGeom prst="rect">
            <a:avLst/>
          </a:prstGeom>
          <a:noFill/>
        </p:spPr>
        <p:txBody>
          <a:bodyPr wrap="square" rtlCol="0">
            <a:spAutoFit/>
          </a:bodyPr>
          <a:lstStyle/>
          <a:p>
            <a:pPr algn="ctr"/>
            <a:r>
              <a:rPr lang="en-US" sz="900" dirty="0"/>
              <a:t>57</a:t>
            </a:r>
          </a:p>
        </p:txBody>
      </p:sp>
      <p:sp>
        <p:nvSpPr>
          <p:cNvPr id="86" name="TextBox 85">
            <a:extLst>
              <a:ext uri="{FF2B5EF4-FFF2-40B4-BE49-F238E27FC236}">
                <a16:creationId xmlns:a16="http://schemas.microsoft.com/office/drawing/2014/main" id="{636375AD-EC1A-C614-8578-F9323F70E3A7}"/>
              </a:ext>
            </a:extLst>
          </p:cNvPr>
          <p:cNvSpPr txBox="1"/>
          <p:nvPr/>
        </p:nvSpPr>
        <p:spPr>
          <a:xfrm>
            <a:off x="4143022" y="3406653"/>
            <a:ext cx="570089" cy="230832"/>
          </a:xfrm>
          <a:prstGeom prst="rect">
            <a:avLst/>
          </a:prstGeom>
          <a:noFill/>
        </p:spPr>
        <p:txBody>
          <a:bodyPr wrap="square" rtlCol="0">
            <a:spAutoFit/>
          </a:bodyPr>
          <a:lstStyle/>
          <a:p>
            <a:pPr algn="ctr"/>
            <a:r>
              <a:rPr lang="en-US" sz="900" dirty="0"/>
              <a:t>82</a:t>
            </a:r>
          </a:p>
        </p:txBody>
      </p:sp>
      <p:sp>
        <p:nvSpPr>
          <p:cNvPr id="87" name="TextBox 86">
            <a:extLst>
              <a:ext uri="{FF2B5EF4-FFF2-40B4-BE49-F238E27FC236}">
                <a16:creationId xmlns:a16="http://schemas.microsoft.com/office/drawing/2014/main" id="{82E651CD-1B84-A915-F78B-9A95A8644AF0}"/>
              </a:ext>
            </a:extLst>
          </p:cNvPr>
          <p:cNvSpPr txBox="1"/>
          <p:nvPr/>
        </p:nvSpPr>
        <p:spPr>
          <a:xfrm>
            <a:off x="3138310" y="3406653"/>
            <a:ext cx="570089" cy="230832"/>
          </a:xfrm>
          <a:prstGeom prst="rect">
            <a:avLst/>
          </a:prstGeom>
          <a:noFill/>
        </p:spPr>
        <p:txBody>
          <a:bodyPr wrap="square" rtlCol="0">
            <a:spAutoFit/>
          </a:bodyPr>
          <a:lstStyle/>
          <a:p>
            <a:pPr algn="ctr"/>
            <a:r>
              <a:rPr lang="en-US" sz="900" dirty="0"/>
              <a:t>235678</a:t>
            </a:r>
          </a:p>
        </p:txBody>
      </p:sp>
      <p:sp>
        <p:nvSpPr>
          <p:cNvPr id="88" name="TextBox 87">
            <a:extLst>
              <a:ext uri="{FF2B5EF4-FFF2-40B4-BE49-F238E27FC236}">
                <a16:creationId xmlns:a16="http://schemas.microsoft.com/office/drawing/2014/main" id="{425CEA5D-41C5-30E0-B7AB-8D00FD10B76F}"/>
              </a:ext>
            </a:extLst>
          </p:cNvPr>
          <p:cNvSpPr txBox="1"/>
          <p:nvPr/>
        </p:nvSpPr>
        <p:spPr>
          <a:xfrm>
            <a:off x="4645378" y="4408541"/>
            <a:ext cx="570089" cy="230832"/>
          </a:xfrm>
          <a:prstGeom prst="rect">
            <a:avLst/>
          </a:prstGeom>
          <a:noFill/>
        </p:spPr>
        <p:txBody>
          <a:bodyPr wrap="square" rtlCol="0">
            <a:spAutoFit/>
          </a:bodyPr>
          <a:lstStyle/>
          <a:p>
            <a:pPr algn="ctr"/>
            <a:r>
              <a:rPr lang="en-US" sz="900" dirty="0"/>
              <a:t>12568</a:t>
            </a:r>
          </a:p>
        </p:txBody>
      </p:sp>
      <p:sp>
        <p:nvSpPr>
          <p:cNvPr id="89" name="TextBox 88">
            <a:extLst>
              <a:ext uri="{FF2B5EF4-FFF2-40B4-BE49-F238E27FC236}">
                <a16:creationId xmlns:a16="http://schemas.microsoft.com/office/drawing/2014/main" id="{9EB70236-4140-5FC9-9E22-BBBC7A2775E0}"/>
              </a:ext>
            </a:extLst>
          </p:cNvPr>
          <p:cNvSpPr txBox="1"/>
          <p:nvPr/>
        </p:nvSpPr>
        <p:spPr>
          <a:xfrm>
            <a:off x="4645378" y="4909484"/>
            <a:ext cx="570089" cy="230832"/>
          </a:xfrm>
          <a:prstGeom prst="rect">
            <a:avLst/>
          </a:prstGeom>
          <a:noFill/>
        </p:spPr>
        <p:txBody>
          <a:bodyPr wrap="square" rtlCol="0">
            <a:spAutoFit/>
          </a:bodyPr>
          <a:lstStyle/>
          <a:p>
            <a:pPr algn="ctr"/>
            <a:r>
              <a:rPr lang="en-US" sz="900" dirty="0"/>
              <a:t>23568</a:t>
            </a:r>
          </a:p>
        </p:txBody>
      </p:sp>
      <p:sp>
        <p:nvSpPr>
          <p:cNvPr id="90" name="TextBox 89">
            <a:extLst>
              <a:ext uri="{FF2B5EF4-FFF2-40B4-BE49-F238E27FC236}">
                <a16:creationId xmlns:a16="http://schemas.microsoft.com/office/drawing/2014/main" id="{5FE3042F-161F-8997-6F82-66355C26A612}"/>
              </a:ext>
            </a:extLst>
          </p:cNvPr>
          <p:cNvSpPr txBox="1"/>
          <p:nvPr/>
        </p:nvSpPr>
        <p:spPr>
          <a:xfrm>
            <a:off x="5147734" y="4909484"/>
            <a:ext cx="570089" cy="230832"/>
          </a:xfrm>
          <a:prstGeom prst="rect">
            <a:avLst/>
          </a:prstGeom>
          <a:noFill/>
        </p:spPr>
        <p:txBody>
          <a:bodyPr wrap="square" rtlCol="0">
            <a:spAutoFit/>
          </a:bodyPr>
          <a:lstStyle/>
          <a:p>
            <a:pPr algn="ctr"/>
            <a:r>
              <a:rPr lang="en-US" sz="900" dirty="0"/>
              <a:t>235678</a:t>
            </a:r>
          </a:p>
        </p:txBody>
      </p:sp>
      <p:sp>
        <p:nvSpPr>
          <p:cNvPr id="91" name="TextBox 90">
            <a:extLst>
              <a:ext uri="{FF2B5EF4-FFF2-40B4-BE49-F238E27FC236}">
                <a16:creationId xmlns:a16="http://schemas.microsoft.com/office/drawing/2014/main" id="{65AD1A8D-2ED9-9B73-F0A0-4F29DDCC304B}"/>
              </a:ext>
            </a:extLst>
          </p:cNvPr>
          <p:cNvSpPr txBox="1"/>
          <p:nvPr/>
        </p:nvSpPr>
        <p:spPr>
          <a:xfrm>
            <a:off x="5650090" y="4909484"/>
            <a:ext cx="570089" cy="230832"/>
          </a:xfrm>
          <a:prstGeom prst="rect">
            <a:avLst/>
          </a:prstGeom>
          <a:noFill/>
        </p:spPr>
        <p:txBody>
          <a:bodyPr wrap="square" rtlCol="0">
            <a:spAutoFit/>
          </a:bodyPr>
          <a:lstStyle/>
          <a:p>
            <a:pPr algn="ctr"/>
            <a:r>
              <a:rPr lang="en-US" sz="900" dirty="0"/>
              <a:t>23678</a:t>
            </a:r>
          </a:p>
        </p:txBody>
      </p:sp>
      <p:sp>
        <p:nvSpPr>
          <p:cNvPr id="92" name="TextBox 91">
            <a:extLst>
              <a:ext uri="{FF2B5EF4-FFF2-40B4-BE49-F238E27FC236}">
                <a16:creationId xmlns:a16="http://schemas.microsoft.com/office/drawing/2014/main" id="{61B61AE8-A71F-C1FC-EE4E-9D5BBD4BFE95}"/>
              </a:ext>
            </a:extLst>
          </p:cNvPr>
          <p:cNvSpPr txBox="1"/>
          <p:nvPr/>
        </p:nvSpPr>
        <p:spPr>
          <a:xfrm>
            <a:off x="6152446" y="4909484"/>
            <a:ext cx="570089" cy="230832"/>
          </a:xfrm>
          <a:prstGeom prst="rect">
            <a:avLst/>
          </a:prstGeom>
          <a:noFill/>
        </p:spPr>
        <p:txBody>
          <a:bodyPr wrap="square" rtlCol="0">
            <a:spAutoFit/>
          </a:bodyPr>
          <a:lstStyle/>
          <a:p>
            <a:pPr algn="ctr"/>
            <a:r>
              <a:rPr lang="en-US" sz="900" dirty="0"/>
              <a:t>235678</a:t>
            </a:r>
          </a:p>
        </p:txBody>
      </p:sp>
      <p:sp>
        <p:nvSpPr>
          <p:cNvPr id="93" name="TextBox 92">
            <a:extLst>
              <a:ext uri="{FF2B5EF4-FFF2-40B4-BE49-F238E27FC236}">
                <a16:creationId xmlns:a16="http://schemas.microsoft.com/office/drawing/2014/main" id="{6BFBBF59-D425-1F5F-DE63-DFC5F91F3044}"/>
              </a:ext>
            </a:extLst>
          </p:cNvPr>
          <p:cNvSpPr txBox="1"/>
          <p:nvPr/>
        </p:nvSpPr>
        <p:spPr>
          <a:xfrm>
            <a:off x="6654802" y="4909484"/>
            <a:ext cx="570089" cy="230832"/>
          </a:xfrm>
          <a:prstGeom prst="rect">
            <a:avLst/>
          </a:prstGeom>
          <a:noFill/>
        </p:spPr>
        <p:txBody>
          <a:bodyPr wrap="square" rtlCol="0">
            <a:spAutoFit/>
          </a:bodyPr>
          <a:lstStyle/>
          <a:p>
            <a:pPr algn="ctr"/>
            <a:r>
              <a:rPr lang="en-US" sz="900" dirty="0"/>
              <a:t>235678</a:t>
            </a:r>
          </a:p>
        </p:txBody>
      </p:sp>
      <p:sp>
        <p:nvSpPr>
          <p:cNvPr id="94" name="TextBox 93">
            <a:extLst>
              <a:ext uri="{FF2B5EF4-FFF2-40B4-BE49-F238E27FC236}">
                <a16:creationId xmlns:a16="http://schemas.microsoft.com/office/drawing/2014/main" id="{54B04A24-E618-9AB5-3B91-F3017C369AC0}"/>
              </a:ext>
            </a:extLst>
          </p:cNvPr>
          <p:cNvSpPr txBox="1"/>
          <p:nvPr/>
        </p:nvSpPr>
        <p:spPr>
          <a:xfrm>
            <a:off x="6152446" y="2905709"/>
            <a:ext cx="570089" cy="230832"/>
          </a:xfrm>
          <a:prstGeom prst="rect">
            <a:avLst/>
          </a:prstGeom>
          <a:noFill/>
        </p:spPr>
        <p:txBody>
          <a:bodyPr wrap="square" rtlCol="0">
            <a:spAutoFit/>
          </a:bodyPr>
          <a:lstStyle/>
          <a:p>
            <a:pPr algn="ctr"/>
            <a:r>
              <a:rPr lang="en-US" sz="900" dirty="0"/>
              <a:t>2357</a:t>
            </a:r>
          </a:p>
        </p:txBody>
      </p:sp>
      <p:sp>
        <p:nvSpPr>
          <p:cNvPr id="95" name="TextBox 94">
            <a:extLst>
              <a:ext uri="{FF2B5EF4-FFF2-40B4-BE49-F238E27FC236}">
                <a16:creationId xmlns:a16="http://schemas.microsoft.com/office/drawing/2014/main" id="{F0A47545-2C97-C4F7-BF78-0515EC0F52D0}"/>
              </a:ext>
            </a:extLst>
          </p:cNvPr>
          <p:cNvSpPr txBox="1"/>
          <p:nvPr/>
        </p:nvSpPr>
        <p:spPr>
          <a:xfrm>
            <a:off x="3640666" y="2905709"/>
            <a:ext cx="570089" cy="230832"/>
          </a:xfrm>
          <a:prstGeom prst="rect">
            <a:avLst/>
          </a:prstGeom>
          <a:noFill/>
        </p:spPr>
        <p:txBody>
          <a:bodyPr wrap="square" rtlCol="0">
            <a:spAutoFit/>
          </a:bodyPr>
          <a:lstStyle/>
          <a:p>
            <a:pPr algn="ctr"/>
            <a:r>
              <a:rPr lang="en-US" sz="900" dirty="0"/>
              <a:t>123578</a:t>
            </a:r>
          </a:p>
        </p:txBody>
      </p:sp>
      <p:sp>
        <p:nvSpPr>
          <p:cNvPr id="96" name="TextBox 95">
            <a:extLst>
              <a:ext uri="{FF2B5EF4-FFF2-40B4-BE49-F238E27FC236}">
                <a16:creationId xmlns:a16="http://schemas.microsoft.com/office/drawing/2014/main" id="{0AA821E7-B738-C339-5EA6-9C7F6B67CFC0}"/>
              </a:ext>
            </a:extLst>
          </p:cNvPr>
          <p:cNvSpPr txBox="1"/>
          <p:nvPr/>
        </p:nvSpPr>
        <p:spPr>
          <a:xfrm>
            <a:off x="5650090" y="2905709"/>
            <a:ext cx="570089" cy="230832"/>
          </a:xfrm>
          <a:prstGeom prst="rect">
            <a:avLst/>
          </a:prstGeom>
          <a:noFill/>
        </p:spPr>
        <p:txBody>
          <a:bodyPr wrap="square" rtlCol="0">
            <a:spAutoFit/>
          </a:bodyPr>
          <a:lstStyle/>
          <a:p>
            <a:pPr algn="ctr"/>
            <a:r>
              <a:rPr lang="en-US" sz="900" dirty="0"/>
              <a:t>12378</a:t>
            </a:r>
          </a:p>
        </p:txBody>
      </p:sp>
      <p:sp>
        <p:nvSpPr>
          <p:cNvPr id="97" name="TextBox 96">
            <a:extLst>
              <a:ext uri="{FF2B5EF4-FFF2-40B4-BE49-F238E27FC236}">
                <a16:creationId xmlns:a16="http://schemas.microsoft.com/office/drawing/2014/main" id="{9B6E6BA3-E431-EB9E-4D9D-11285BF4FBBA}"/>
              </a:ext>
            </a:extLst>
          </p:cNvPr>
          <p:cNvSpPr txBox="1"/>
          <p:nvPr/>
        </p:nvSpPr>
        <p:spPr>
          <a:xfrm>
            <a:off x="3138310" y="2905709"/>
            <a:ext cx="570089" cy="230832"/>
          </a:xfrm>
          <a:prstGeom prst="rect">
            <a:avLst/>
          </a:prstGeom>
          <a:noFill/>
        </p:spPr>
        <p:txBody>
          <a:bodyPr wrap="square" rtlCol="0">
            <a:spAutoFit/>
          </a:bodyPr>
          <a:lstStyle/>
          <a:p>
            <a:pPr algn="ctr"/>
            <a:r>
              <a:rPr lang="en-US" sz="900" dirty="0"/>
              <a:t>123578</a:t>
            </a:r>
          </a:p>
        </p:txBody>
      </p:sp>
      <p:sp>
        <p:nvSpPr>
          <p:cNvPr id="98" name="TextBox 97">
            <a:extLst>
              <a:ext uri="{FF2B5EF4-FFF2-40B4-BE49-F238E27FC236}">
                <a16:creationId xmlns:a16="http://schemas.microsoft.com/office/drawing/2014/main" id="{B67479C0-A157-8926-3525-055E45FFF686}"/>
              </a:ext>
            </a:extLst>
          </p:cNvPr>
          <p:cNvSpPr txBox="1"/>
          <p:nvPr/>
        </p:nvSpPr>
        <p:spPr>
          <a:xfrm>
            <a:off x="4645378" y="2404765"/>
            <a:ext cx="570089" cy="230832"/>
          </a:xfrm>
          <a:prstGeom prst="rect">
            <a:avLst/>
          </a:prstGeom>
          <a:noFill/>
        </p:spPr>
        <p:txBody>
          <a:bodyPr wrap="square" rtlCol="0">
            <a:spAutoFit/>
          </a:bodyPr>
          <a:lstStyle/>
          <a:p>
            <a:pPr algn="ctr"/>
            <a:r>
              <a:rPr lang="en-US" sz="900" dirty="0"/>
              <a:t>12356</a:t>
            </a:r>
          </a:p>
        </p:txBody>
      </p:sp>
      <p:sp>
        <p:nvSpPr>
          <p:cNvPr id="99" name="TextBox 98">
            <a:extLst>
              <a:ext uri="{FF2B5EF4-FFF2-40B4-BE49-F238E27FC236}">
                <a16:creationId xmlns:a16="http://schemas.microsoft.com/office/drawing/2014/main" id="{85E4997A-B342-8387-8F78-D5FB900FC68A}"/>
              </a:ext>
            </a:extLst>
          </p:cNvPr>
          <p:cNvSpPr txBox="1"/>
          <p:nvPr/>
        </p:nvSpPr>
        <p:spPr>
          <a:xfrm>
            <a:off x="3138310" y="2404765"/>
            <a:ext cx="570089" cy="230832"/>
          </a:xfrm>
          <a:prstGeom prst="rect">
            <a:avLst/>
          </a:prstGeom>
          <a:noFill/>
        </p:spPr>
        <p:txBody>
          <a:bodyPr wrap="square" rtlCol="0">
            <a:spAutoFit/>
          </a:bodyPr>
          <a:lstStyle/>
          <a:p>
            <a:pPr algn="ctr"/>
            <a:r>
              <a:rPr lang="en-US" sz="900" dirty="0"/>
              <a:t>123567</a:t>
            </a:r>
          </a:p>
        </p:txBody>
      </p:sp>
      <p:sp>
        <p:nvSpPr>
          <p:cNvPr id="100" name="TextBox 99">
            <a:extLst>
              <a:ext uri="{FF2B5EF4-FFF2-40B4-BE49-F238E27FC236}">
                <a16:creationId xmlns:a16="http://schemas.microsoft.com/office/drawing/2014/main" id="{B6F68B29-96F8-681C-A3EE-EF26D98CF6AF}"/>
              </a:ext>
            </a:extLst>
          </p:cNvPr>
          <p:cNvSpPr txBox="1"/>
          <p:nvPr/>
        </p:nvSpPr>
        <p:spPr>
          <a:xfrm>
            <a:off x="4645378" y="3907597"/>
            <a:ext cx="570089" cy="230832"/>
          </a:xfrm>
          <a:prstGeom prst="rect">
            <a:avLst/>
          </a:prstGeom>
          <a:noFill/>
        </p:spPr>
        <p:txBody>
          <a:bodyPr wrap="square" rtlCol="0">
            <a:spAutoFit/>
          </a:bodyPr>
          <a:lstStyle/>
          <a:p>
            <a:pPr algn="ctr"/>
            <a:r>
              <a:rPr lang="en-US" sz="900" dirty="0"/>
              <a:t>123568</a:t>
            </a:r>
          </a:p>
        </p:txBody>
      </p:sp>
    </p:spTree>
    <p:extLst>
      <p:ext uri="{BB962C8B-B14F-4D97-AF65-F5344CB8AC3E}">
        <p14:creationId xmlns:p14="http://schemas.microsoft.com/office/powerpoint/2010/main" val="3728839329"/>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BFCC4B-C250-74BB-3BB1-0ADC552242FD}"/>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5BDD391B-5F29-00F7-9032-D3707BCFF624}"/>
              </a:ext>
            </a:extLst>
          </p:cNvPr>
          <p:cNvSpPr>
            <a:spLocks noGrp="1"/>
          </p:cNvSpPr>
          <p:nvPr>
            <p:ph sz="half" idx="1"/>
          </p:nvPr>
        </p:nvSpPr>
        <p:spPr/>
        <p:txBody>
          <a:bodyPr>
            <a:normAutofit/>
          </a:bodyPr>
          <a:lstStyle/>
          <a:p>
            <a:r>
              <a:rPr lang="en-US" dirty="0"/>
              <a:t>In the upper left block, the 3 is in Row 2.</a:t>
            </a:r>
          </a:p>
        </p:txBody>
      </p:sp>
      <p:pic>
        <p:nvPicPr>
          <p:cNvPr id="4" name="Picture 3" descr="A grid of sudoku puzzle&#10;&#10;Description automatically generated">
            <a:extLst>
              <a:ext uri="{FF2B5EF4-FFF2-40B4-BE49-F238E27FC236}">
                <a16:creationId xmlns:a16="http://schemas.microsoft.com/office/drawing/2014/main" id="{17D80A57-16BC-6FF0-5ADC-6B5A2DB4879E}"/>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A437FF19-8B3B-FC48-D5AC-6D2C550F66B2}"/>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E263B621-9E58-B0DB-0441-C3200A192BE6}"/>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6D05016A-E550-F139-079B-6BBF0DC13BE9}"/>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2DC345FF-78AA-1F23-E9D4-10834D01FE18}"/>
              </a:ext>
            </a:extLst>
          </p:cNvPr>
          <p:cNvSpPr txBox="1"/>
          <p:nvPr/>
        </p:nvSpPr>
        <p:spPr>
          <a:xfrm>
            <a:off x="4715935" y="1224551"/>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8" name="TextBox 7">
            <a:extLst>
              <a:ext uri="{FF2B5EF4-FFF2-40B4-BE49-F238E27FC236}">
                <a16:creationId xmlns:a16="http://schemas.microsoft.com/office/drawing/2014/main" id="{C8CDF6F0-9DA2-FD8C-9590-EF0910F51012}"/>
              </a:ext>
            </a:extLst>
          </p:cNvPr>
          <p:cNvSpPr txBox="1"/>
          <p:nvPr/>
        </p:nvSpPr>
        <p:spPr>
          <a:xfrm>
            <a:off x="6214537" y="122455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9" name="TextBox 8">
            <a:extLst>
              <a:ext uri="{FF2B5EF4-FFF2-40B4-BE49-F238E27FC236}">
                <a16:creationId xmlns:a16="http://schemas.microsoft.com/office/drawing/2014/main" id="{F226B61B-E103-64A3-BB24-586CDF1F6B15}"/>
              </a:ext>
            </a:extLst>
          </p:cNvPr>
          <p:cNvSpPr txBox="1"/>
          <p:nvPr/>
        </p:nvSpPr>
        <p:spPr>
          <a:xfrm>
            <a:off x="6714071" y="1224551"/>
            <a:ext cx="462845" cy="584775"/>
          </a:xfrm>
          <a:prstGeom prst="rect">
            <a:avLst/>
          </a:prstGeom>
          <a:solidFill>
            <a:srgbClr val="FFFF00">
              <a:alpha val="30000"/>
            </a:srgbClr>
          </a:solidFill>
        </p:spPr>
        <p:txBody>
          <a:bodyPr wrap="square" rtlCol="0">
            <a:spAutoFit/>
          </a:bodyPr>
          <a:lstStyle/>
          <a:p>
            <a:pPr algn="ctr"/>
            <a:r>
              <a:rPr lang="en-US" sz="3200" dirty="0"/>
              <a:t>9</a:t>
            </a:r>
          </a:p>
        </p:txBody>
      </p:sp>
      <p:sp>
        <p:nvSpPr>
          <p:cNvPr id="10" name="TextBox 9">
            <a:extLst>
              <a:ext uri="{FF2B5EF4-FFF2-40B4-BE49-F238E27FC236}">
                <a16:creationId xmlns:a16="http://schemas.microsoft.com/office/drawing/2014/main" id="{822F5B2B-929A-6403-23FE-0657E457EF3F}"/>
              </a:ext>
            </a:extLst>
          </p:cNvPr>
          <p:cNvSpPr txBox="1"/>
          <p:nvPr/>
        </p:nvSpPr>
        <p:spPr>
          <a:xfrm>
            <a:off x="7213604" y="122455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11" name="TextBox 10">
            <a:extLst>
              <a:ext uri="{FF2B5EF4-FFF2-40B4-BE49-F238E27FC236}">
                <a16:creationId xmlns:a16="http://schemas.microsoft.com/office/drawing/2014/main" id="{7C902FBF-6025-CFA8-FFE9-E4A41F44727C}"/>
              </a:ext>
            </a:extLst>
          </p:cNvPr>
          <p:cNvSpPr txBox="1"/>
          <p:nvPr/>
        </p:nvSpPr>
        <p:spPr>
          <a:xfrm>
            <a:off x="6714071" y="721216"/>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12" name="TextBox 11">
            <a:extLst>
              <a:ext uri="{FF2B5EF4-FFF2-40B4-BE49-F238E27FC236}">
                <a16:creationId xmlns:a16="http://schemas.microsoft.com/office/drawing/2014/main" id="{6814CBF8-2E6D-74EC-015D-D190326D2D97}"/>
              </a:ext>
            </a:extLst>
          </p:cNvPr>
          <p:cNvSpPr txBox="1"/>
          <p:nvPr/>
        </p:nvSpPr>
        <p:spPr>
          <a:xfrm>
            <a:off x="7213604" y="721216"/>
            <a:ext cx="462845" cy="584775"/>
          </a:xfrm>
          <a:prstGeom prst="rect">
            <a:avLst/>
          </a:prstGeom>
          <a:solidFill>
            <a:srgbClr val="FF0000">
              <a:alpha val="30000"/>
            </a:srgbClr>
          </a:solidFill>
        </p:spPr>
        <p:txBody>
          <a:bodyPr wrap="square" rtlCol="0">
            <a:spAutoFit/>
          </a:bodyPr>
          <a:lstStyle/>
          <a:p>
            <a:pPr algn="ctr"/>
            <a:r>
              <a:rPr lang="en-US" sz="3200" dirty="0"/>
              <a:t>3</a:t>
            </a:r>
          </a:p>
        </p:txBody>
      </p:sp>
      <p:sp>
        <p:nvSpPr>
          <p:cNvPr id="13" name="TextBox 12">
            <a:extLst>
              <a:ext uri="{FF2B5EF4-FFF2-40B4-BE49-F238E27FC236}">
                <a16:creationId xmlns:a16="http://schemas.microsoft.com/office/drawing/2014/main" id="{92180171-9CA6-96EB-531B-9B48077EE1F7}"/>
              </a:ext>
            </a:extLst>
          </p:cNvPr>
          <p:cNvSpPr txBox="1"/>
          <p:nvPr/>
        </p:nvSpPr>
        <p:spPr>
          <a:xfrm>
            <a:off x="4216401" y="1727886"/>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14" name="TextBox 13">
            <a:extLst>
              <a:ext uri="{FF2B5EF4-FFF2-40B4-BE49-F238E27FC236}">
                <a16:creationId xmlns:a16="http://schemas.microsoft.com/office/drawing/2014/main" id="{65DE9D59-AB3C-2D22-4570-79B557028F6B}"/>
              </a:ext>
            </a:extLst>
          </p:cNvPr>
          <p:cNvSpPr txBox="1"/>
          <p:nvPr/>
        </p:nvSpPr>
        <p:spPr>
          <a:xfrm>
            <a:off x="5215469" y="1727886"/>
            <a:ext cx="462845" cy="584775"/>
          </a:xfrm>
          <a:prstGeom prst="rect">
            <a:avLst/>
          </a:prstGeom>
          <a:solidFill>
            <a:srgbClr val="00B050">
              <a:alpha val="40000"/>
            </a:srgbClr>
          </a:solidFill>
        </p:spPr>
        <p:txBody>
          <a:bodyPr wrap="square" rtlCol="0">
            <a:spAutoFit/>
          </a:bodyPr>
          <a:lstStyle/>
          <a:p>
            <a:pPr algn="ctr"/>
            <a:r>
              <a:rPr lang="en-US" sz="3200" dirty="0"/>
              <a:t>9</a:t>
            </a:r>
          </a:p>
        </p:txBody>
      </p:sp>
      <p:sp>
        <p:nvSpPr>
          <p:cNvPr id="15" name="TextBox 14">
            <a:extLst>
              <a:ext uri="{FF2B5EF4-FFF2-40B4-BE49-F238E27FC236}">
                <a16:creationId xmlns:a16="http://schemas.microsoft.com/office/drawing/2014/main" id="{541C8402-B5C0-7F12-6361-9FDD5832B80F}"/>
              </a:ext>
            </a:extLst>
          </p:cNvPr>
          <p:cNvSpPr txBox="1"/>
          <p:nvPr/>
        </p:nvSpPr>
        <p:spPr>
          <a:xfrm>
            <a:off x="6214537" y="1727886"/>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16" name="TextBox 15">
            <a:extLst>
              <a:ext uri="{FF2B5EF4-FFF2-40B4-BE49-F238E27FC236}">
                <a16:creationId xmlns:a16="http://schemas.microsoft.com/office/drawing/2014/main" id="{90E31EF3-704A-C011-AD34-BC527A6C81AC}"/>
              </a:ext>
            </a:extLst>
          </p:cNvPr>
          <p:cNvSpPr txBox="1"/>
          <p:nvPr/>
        </p:nvSpPr>
        <p:spPr>
          <a:xfrm>
            <a:off x="6714071" y="172788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17" name="TextBox 16">
            <a:extLst>
              <a:ext uri="{FF2B5EF4-FFF2-40B4-BE49-F238E27FC236}">
                <a16:creationId xmlns:a16="http://schemas.microsoft.com/office/drawing/2014/main" id="{BC96EBC2-F243-4DB9-50D8-B615883EC10C}"/>
              </a:ext>
            </a:extLst>
          </p:cNvPr>
          <p:cNvSpPr txBox="1"/>
          <p:nvPr/>
        </p:nvSpPr>
        <p:spPr>
          <a:xfrm>
            <a:off x="3716867" y="223122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18" name="TextBox 17">
            <a:extLst>
              <a:ext uri="{FF2B5EF4-FFF2-40B4-BE49-F238E27FC236}">
                <a16:creationId xmlns:a16="http://schemas.microsoft.com/office/drawing/2014/main" id="{CCDBDA14-18EF-9CE0-A81F-12F34D759E36}"/>
              </a:ext>
            </a:extLst>
          </p:cNvPr>
          <p:cNvSpPr txBox="1"/>
          <p:nvPr/>
        </p:nvSpPr>
        <p:spPr>
          <a:xfrm>
            <a:off x="5215469" y="2231221"/>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19" name="TextBox 18">
            <a:extLst>
              <a:ext uri="{FF2B5EF4-FFF2-40B4-BE49-F238E27FC236}">
                <a16:creationId xmlns:a16="http://schemas.microsoft.com/office/drawing/2014/main" id="{71D28708-6E9D-5E89-0D91-CD74FD2F76E8}"/>
              </a:ext>
            </a:extLst>
          </p:cNvPr>
          <p:cNvSpPr txBox="1"/>
          <p:nvPr/>
        </p:nvSpPr>
        <p:spPr>
          <a:xfrm>
            <a:off x="5715003" y="2231221"/>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20" name="TextBox 19">
            <a:extLst>
              <a:ext uri="{FF2B5EF4-FFF2-40B4-BE49-F238E27FC236}">
                <a16:creationId xmlns:a16="http://schemas.microsoft.com/office/drawing/2014/main" id="{FC37C19F-D607-1202-409A-CF73B0F2D51F}"/>
              </a:ext>
            </a:extLst>
          </p:cNvPr>
          <p:cNvSpPr txBox="1"/>
          <p:nvPr/>
        </p:nvSpPr>
        <p:spPr>
          <a:xfrm>
            <a:off x="6214537" y="2231221"/>
            <a:ext cx="462845" cy="584775"/>
          </a:xfrm>
          <a:prstGeom prst="rect">
            <a:avLst/>
          </a:prstGeom>
          <a:solidFill>
            <a:srgbClr val="FF0000">
              <a:alpha val="30000"/>
            </a:srgbClr>
          </a:solidFill>
        </p:spPr>
        <p:txBody>
          <a:bodyPr wrap="square" rtlCol="0">
            <a:spAutoFit/>
          </a:bodyPr>
          <a:lstStyle/>
          <a:p>
            <a:pPr algn="ctr"/>
            <a:r>
              <a:rPr lang="en-US" sz="3200" dirty="0"/>
              <a:t>4</a:t>
            </a:r>
          </a:p>
        </p:txBody>
      </p:sp>
      <p:sp>
        <p:nvSpPr>
          <p:cNvPr id="21" name="TextBox 20">
            <a:extLst>
              <a:ext uri="{FF2B5EF4-FFF2-40B4-BE49-F238E27FC236}">
                <a16:creationId xmlns:a16="http://schemas.microsoft.com/office/drawing/2014/main" id="{40E45DEC-5EDD-43CF-7565-839AA8CAD80F}"/>
              </a:ext>
            </a:extLst>
          </p:cNvPr>
          <p:cNvSpPr txBox="1"/>
          <p:nvPr/>
        </p:nvSpPr>
        <p:spPr>
          <a:xfrm>
            <a:off x="6714071" y="223122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2" name="TextBox 21">
            <a:extLst>
              <a:ext uri="{FF2B5EF4-FFF2-40B4-BE49-F238E27FC236}">
                <a16:creationId xmlns:a16="http://schemas.microsoft.com/office/drawing/2014/main" id="{28482F31-A921-83CE-50E3-38B869F68D1D}"/>
              </a:ext>
            </a:extLst>
          </p:cNvPr>
          <p:cNvSpPr txBox="1"/>
          <p:nvPr/>
        </p:nvSpPr>
        <p:spPr>
          <a:xfrm>
            <a:off x="4216401" y="2734556"/>
            <a:ext cx="462845" cy="584775"/>
          </a:xfrm>
          <a:prstGeom prst="rect">
            <a:avLst/>
          </a:prstGeom>
          <a:solidFill>
            <a:srgbClr val="FF0000">
              <a:alpha val="30000"/>
            </a:srgbClr>
          </a:solidFill>
        </p:spPr>
        <p:txBody>
          <a:bodyPr wrap="square" rtlCol="0">
            <a:spAutoFit/>
          </a:bodyPr>
          <a:lstStyle/>
          <a:p>
            <a:pPr algn="ctr"/>
            <a:r>
              <a:rPr lang="en-US" sz="3200" dirty="0"/>
              <a:t>4</a:t>
            </a:r>
          </a:p>
        </p:txBody>
      </p:sp>
      <p:sp>
        <p:nvSpPr>
          <p:cNvPr id="23" name="TextBox 22">
            <a:extLst>
              <a:ext uri="{FF2B5EF4-FFF2-40B4-BE49-F238E27FC236}">
                <a16:creationId xmlns:a16="http://schemas.microsoft.com/office/drawing/2014/main" id="{858020B4-6135-F91B-D25F-C28676CEA83F}"/>
              </a:ext>
            </a:extLst>
          </p:cNvPr>
          <p:cNvSpPr txBox="1"/>
          <p:nvPr/>
        </p:nvSpPr>
        <p:spPr>
          <a:xfrm>
            <a:off x="5215469" y="2734556"/>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4" name="TextBox 23">
            <a:extLst>
              <a:ext uri="{FF2B5EF4-FFF2-40B4-BE49-F238E27FC236}">
                <a16:creationId xmlns:a16="http://schemas.microsoft.com/office/drawing/2014/main" id="{6F0B649D-07FE-57E5-CF62-566B529D3D37}"/>
              </a:ext>
            </a:extLst>
          </p:cNvPr>
          <p:cNvSpPr txBox="1"/>
          <p:nvPr/>
        </p:nvSpPr>
        <p:spPr>
          <a:xfrm>
            <a:off x="6714071" y="2734556"/>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25" name="TextBox 24">
            <a:extLst>
              <a:ext uri="{FF2B5EF4-FFF2-40B4-BE49-F238E27FC236}">
                <a16:creationId xmlns:a16="http://schemas.microsoft.com/office/drawing/2014/main" id="{22503001-6523-EF4F-080C-5D5E5E743CB5}"/>
              </a:ext>
            </a:extLst>
          </p:cNvPr>
          <p:cNvSpPr txBox="1"/>
          <p:nvPr/>
        </p:nvSpPr>
        <p:spPr>
          <a:xfrm>
            <a:off x="3716867" y="323789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6" name="TextBox 25">
            <a:extLst>
              <a:ext uri="{FF2B5EF4-FFF2-40B4-BE49-F238E27FC236}">
                <a16:creationId xmlns:a16="http://schemas.microsoft.com/office/drawing/2014/main" id="{17567556-93B0-D746-89BB-0030B16111D7}"/>
              </a:ext>
            </a:extLst>
          </p:cNvPr>
          <p:cNvSpPr txBox="1"/>
          <p:nvPr/>
        </p:nvSpPr>
        <p:spPr>
          <a:xfrm>
            <a:off x="4715935" y="323789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27" name="TextBox 26">
            <a:extLst>
              <a:ext uri="{FF2B5EF4-FFF2-40B4-BE49-F238E27FC236}">
                <a16:creationId xmlns:a16="http://schemas.microsoft.com/office/drawing/2014/main" id="{0C369EA6-91D3-FF1E-196D-9B69BBA273D7}"/>
              </a:ext>
            </a:extLst>
          </p:cNvPr>
          <p:cNvSpPr txBox="1"/>
          <p:nvPr/>
        </p:nvSpPr>
        <p:spPr>
          <a:xfrm>
            <a:off x="5215469" y="323789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28" name="TextBox 27">
            <a:extLst>
              <a:ext uri="{FF2B5EF4-FFF2-40B4-BE49-F238E27FC236}">
                <a16:creationId xmlns:a16="http://schemas.microsoft.com/office/drawing/2014/main" id="{10D5310B-FEA5-3A33-2B87-B9B0CF9F5E04}"/>
              </a:ext>
            </a:extLst>
          </p:cNvPr>
          <p:cNvSpPr txBox="1"/>
          <p:nvPr/>
        </p:nvSpPr>
        <p:spPr>
          <a:xfrm>
            <a:off x="7213604" y="3237891"/>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29" name="TextBox 28">
            <a:extLst>
              <a:ext uri="{FF2B5EF4-FFF2-40B4-BE49-F238E27FC236}">
                <a16:creationId xmlns:a16="http://schemas.microsoft.com/office/drawing/2014/main" id="{2B5599E2-7F3C-225F-C7F4-FA1986E80C89}"/>
              </a:ext>
            </a:extLst>
          </p:cNvPr>
          <p:cNvSpPr txBox="1"/>
          <p:nvPr/>
        </p:nvSpPr>
        <p:spPr>
          <a:xfrm>
            <a:off x="3217333" y="3741226"/>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30" name="TextBox 29">
            <a:extLst>
              <a:ext uri="{FF2B5EF4-FFF2-40B4-BE49-F238E27FC236}">
                <a16:creationId xmlns:a16="http://schemas.microsoft.com/office/drawing/2014/main" id="{4C09CE0D-93F5-E79A-9D7B-CF6E76F028DD}"/>
              </a:ext>
            </a:extLst>
          </p:cNvPr>
          <p:cNvSpPr txBox="1"/>
          <p:nvPr/>
        </p:nvSpPr>
        <p:spPr>
          <a:xfrm>
            <a:off x="3716867" y="374122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31" name="TextBox 30">
            <a:extLst>
              <a:ext uri="{FF2B5EF4-FFF2-40B4-BE49-F238E27FC236}">
                <a16:creationId xmlns:a16="http://schemas.microsoft.com/office/drawing/2014/main" id="{9DEDCA41-66F9-4BBE-7263-745D698E7A7D}"/>
              </a:ext>
            </a:extLst>
          </p:cNvPr>
          <p:cNvSpPr txBox="1"/>
          <p:nvPr/>
        </p:nvSpPr>
        <p:spPr>
          <a:xfrm>
            <a:off x="5715003" y="3741226"/>
            <a:ext cx="462845" cy="584775"/>
          </a:xfrm>
          <a:prstGeom prst="rect">
            <a:avLst/>
          </a:prstGeom>
          <a:solidFill>
            <a:srgbClr val="FFFF00">
              <a:alpha val="30000"/>
            </a:srgbClr>
          </a:solidFill>
        </p:spPr>
        <p:txBody>
          <a:bodyPr wrap="square" rtlCol="0">
            <a:spAutoFit/>
          </a:bodyPr>
          <a:lstStyle/>
          <a:p>
            <a:pPr algn="ctr"/>
            <a:r>
              <a:rPr lang="en-US" sz="3200" dirty="0"/>
              <a:t>9</a:t>
            </a:r>
          </a:p>
        </p:txBody>
      </p:sp>
      <p:sp>
        <p:nvSpPr>
          <p:cNvPr id="32" name="TextBox 31">
            <a:extLst>
              <a:ext uri="{FF2B5EF4-FFF2-40B4-BE49-F238E27FC236}">
                <a16:creationId xmlns:a16="http://schemas.microsoft.com/office/drawing/2014/main" id="{3C69E349-E484-A143-EE20-18AB46B0C5D6}"/>
              </a:ext>
            </a:extLst>
          </p:cNvPr>
          <p:cNvSpPr txBox="1"/>
          <p:nvPr/>
        </p:nvSpPr>
        <p:spPr>
          <a:xfrm>
            <a:off x="6214537" y="3741226"/>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33" name="TextBox 32">
            <a:extLst>
              <a:ext uri="{FF2B5EF4-FFF2-40B4-BE49-F238E27FC236}">
                <a16:creationId xmlns:a16="http://schemas.microsoft.com/office/drawing/2014/main" id="{89BEEA57-B428-3DD6-F9C8-9D039779F9B1}"/>
              </a:ext>
            </a:extLst>
          </p:cNvPr>
          <p:cNvSpPr txBox="1"/>
          <p:nvPr/>
        </p:nvSpPr>
        <p:spPr>
          <a:xfrm>
            <a:off x="6714071" y="374122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34" name="TextBox 33">
            <a:extLst>
              <a:ext uri="{FF2B5EF4-FFF2-40B4-BE49-F238E27FC236}">
                <a16:creationId xmlns:a16="http://schemas.microsoft.com/office/drawing/2014/main" id="{1096995A-E806-FE50-496D-1BD4442164BE}"/>
              </a:ext>
            </a:extLst>
          </p:cNvPr>
          <p:cNvSpPr txBox="1"/>
          <p:nvPr/>
        </p:nvSpPr>
        <p:spPr>
          <a:xfrm>
            <a:off x="7213604" y="3741226"/>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35" name="TextBox 34">
            <a:extLst>
              <a:ext uri="{FF2B5EF4-FFF2-40B4-BE49-F238E27FC236}">
                <a16:creationId xmlns:a16="http://schemas.microsoft.com/office/drawing/2014/main" id="{781A9964-0A29-BA95-10C0-894367A63885}"/>
              </a:ext>
            </a:extLst>
          </p:cNvPr>
          <p:cNvSpPr txBox="1"/>
          <p:nvPr/>
        </p:nvSpPr>
        <p:spPr>
          <a:xfrm>
            <a:off x="3217333" y="424456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36" name="TextBox 35">
            <a:extLst>
              <a:ext uri="{FF2B5EF4-FFF2-40B4-BE49-F238E27FC236}">
                <a16:creationId xmlns:a16="http://schemas.microsoft.com/office/drawing/2014/main" id="{4FDF8D2A-745B-6397-F9FF-325B4563B2DA}"/>
              </a:ext>
            </a:extLst>
          </p:cNvPr>
          <p:cNvSpPr txBox="1"/>
          <p:nvPr/>
        </p:nvSpPr>
        <p:spPr>
          <a:xfrm>
            <a:off x="4216401" y="4244561"/>
            <a:ext cx="462845" cy="584775"/>
          </a:xfrm>
          <a:prstGeom prst="rect">
            <a:avLst/>
          </a:prstGeom>
          <a:solidFill>
            <a:srgbClr val="FF0000">
              <a:alpha val="30000"/>
            </a:srgbClr>
          </a:solidFill>
        </p:spPr>
        <p:txBody>
          <a:bodyPr wrap="square" rtlCol="0">
            <a:spAutoFit/>
          </a:bodyPr>
          <a:lstStyle/>
          <a:p>
            <a:pPr algn="ctr"/>
            <a:r>
              <a:rPr lang="en-US" sz="3200" dirty="0"/>
              <a:t>3</a:t>
            </a:r>
          </a:p>
        </p:txBody>
      </p:sp>
      <p:sp>
        <p:nvSpPr>
          <p:cNvPr id="37" name="TextBox 36">
            <a:extLst>
              <a:ext uri="{FF2B5EF4-FFF2-40B4-BE49-F238E27FC236}">
                <a16:creationId xmlns:a16="http://schemas.microsoft.com/office/drawing/2014/main" id="{2CE75176-5C67-5719-7CCB-7A700F4AF794}"/>
              </a:ext>
            </a:extLst>
          </p:cNvPr>
          <p:cNvSpPr txBox="1"/>
          <p:nvPr/>
        </p:nvSpPr>
        <p:spPr>
          <a:xfrm>
            <a:off x="5715003" y="424456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38" name="TextBox 37">
            <a:extLst>
              <a:ext uri="{FF2B5EF4-FFF2-40B4-BE49-F238E27FC236}">
                <a16:creationId xmlns:a16="http://schemas.microsoft.com/office/drawing/2014/main" id="{F03FEEA7-2523-F5F1-08F0-36FC2022B9D1}"/>
              </a:ext>
            </a:extLst>
          </p:cNvPr>
          <p:cNvSpPr txBox="1"/>
          <p:nvPr/>
        </p:nvSpPr>
        <p:spPr>
          <a:xfrm>
            <a:off x="6214537" y="424456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39" name="TextBox 38">
            <a:extLst>
              <a:ext uri="{FF2B5EF4-FFF2-40B4-BE49-F238E27FC236}">
                <a16:creationId xmlns:a16="http://schemas.microsoft.com/office/drawing/2014/main" id="{A3F452E9-B27C-DA30-0FC7-707031239C6E}"/>
              </a:ext>
            </a:extLst>
          </p:cNvPr>
          <p:cNvSpPr txBox="1"/>
          <p:nvPr/>
        </p:nvSpPr>
        <p:spPr>
          <a:xfrm>
            <a:off x="6714071" y="4244561"/>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40" name="TextBox 39">
            <a:extLst>
              <a:ext uri="{FF2B5EF4-FFF2-40B4-BE49-F238E27FC236}">
                <a16:creationId xmlns:a16="http://schemas.microsoft.com/office/drawing/2014/main" id="{6A775321-BED6-B8DD-19BB-B6E87ECE80D9}"/>
              </a:ext>
            </a:extLst>
          </p:cNvPr>
          <p:cNvSpPr txBox="1"/>
          <p:nvPr/>
        </p:nvSpPr>
        <p:spPr>
          <a:xfrm>
            <a:off x="7213604" y="4244561"/>
            <a:ext cx="462845" cy="584775"/>
          </a:xfrm>
          <a:prstGeom prst="rect">
            <a:avLst/>
          </a:prstGeom>
          <a:solidFill>
            <a:srgbClr val="00B050">
              <a:alpha val="40000"/>
            </a:srgbClr>
          </a:solidFill>
        </p:spPr>
        <p:txBody>
          <a:bodyPr wrap="square" rtlCol="0">
            <a:spAutoFit/>
          </a:bodyPr>
          <a:lstStyle/>
          <a:p>
            <a:pPr algn="ctr"/>
            <a:r>
              <a:rPr lang="en-US" sz="3200" dirty="0"/>
              <a:t>9</a:t>
            </a:r>
          </a:p>
        </p:txBody>
      </p:sp>
      <p:sp>
        <p:nvSpPr>
          <p:cNvPr id="41" name="TextBox 40">
            <a:extLst>
              <a:ext uri="{FF2B5EF4-FFF2-40B4-BE49-F238E27FC236}">
                <a16:creationId xmlns:a16="http://schemas.microsoft.com/office/drawing/2014/main" id="{332DE432-8201-7C05-041A-FC5E7D40826F}"/>
              </a:ext>
            </a:extLst>
          </p:cNvPr>
          <p:cNvSpPr txBox="1"/>
          <p:nvPr/>
        </p:nvSpPr>
        <p:spPr>
          <a:xfrm>
            <a:off x="3217333" y="4747898"/>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42" name="TextBox 41">
            <a:extLst>
              <a:ext uri="{FF2B5EF4-FFF2-40B4-BE49-F238E27FC236}">
                <a16:creationId xmlns:a16="http://schemas.microsoft.com/office/drawing/2014/main" id="{3DAB21F0-9BB0-AA3C-5EE3-25CFE0FB6548}"/>
              </a:ext>
            </a:extLst>
          </p:cNvPr>
          <p:cNvSpPr txBox="1"/>
          <p:nvPr/>
        </p:nvSpPr>
        <p:spPr>
          <a:xfrm>
            <a:off x="3716867" y="4747898"/>
            <a:ext cx="462845" cy="584775"/>
          </a:xfrm>
          <a:prstGeom prst="rect">
            <a:avLst/>
          </a:prstGeom>
          <a:solidFill>
            <a:srgbClr val="FFFF00">
              <a:alpha val="30000"/>
            </a:srgbClr>
          </a:solidFill>
        </p:spPr>
        <p:txBody>
          <a:bodyPr wrap="square" rtlCol="0">
            <a:spAutoFit/>
          </a:bodyPr>
          <a:lstStyle/>
          <a:p>
            <a:pPr algn="ctr"/>
            <a:r>
              <a:rPr lang="en-US" sz="3200" dirty="0"/>
              <a:t>9</a:t>
            </a:r>
          </a:p>
        </p:txBody>
      </p:sp>
      <p:sp>
        <p:nvSpPr>
          <p:cNvPr id="43" name="TextBox 42">
            <a:extLst>
              <a:ext uri="{FF2B5EF4-FFF2-40B4-BE49-F238E27FC236}">
                <a16:creationId xmlns:a16="http://schemas.microsoft.com/office/drawing/2014/main" id="{788B6654-B630-DDED-AA88-AEF599588F34}"/>
              </a:ext>
            </a:extLst>
          </p:cNvPr>
          <p:cNvSpPr txBox="1"/>
          <p:nvPr/>
        </p:nvSpPr>
        <p:spPr>
          <a:xfrm>
            <a:off x="4216401" y="4747898"/>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44" name="TextBox 43">
            <a:extLst>
              <a:ext uri="{FF2B5EF4-FFF2-40B4-BE49-F238E27FC236}">
                <a16:creationId xmlns:a16="http://schemas.microsoft.com/office/drawing/2014/main" id="{C265A2FC-7D8F-7B36-DF15-09C22A414C1A}"/>
              </a:ext>
            </a:extLst>
          </p:cNvPr>
          <p:cNvSpPr txBox="1"/>
          <p:nvPr/>
        </p:nvSpPr>
        <p:spPr>
          <a:xfrm>
            <a:off x="7157158" y="1522145"/>
            <a:ext cx="570089" cy="230832"/>
          </a:xfrm>
          <a:prstGeom prst="rect">
            <a:avLst/>
          </a:prstGeom>
          <a:noFill/>
        </p:spPr>
        <p:txBody>
          <a:bodyPr wrap="square" rtlCol="0">
            <a:spAutoFit/>
          </a:bodyPr>
          <a:lstStyle/>
          <a:p>
            <a:pPr algn="ctr"/>
            <a:r>
              <a:rPr lang="en-US" sz="900" dirty="0"/>
              <a:t>57</a:t>
            </a:r>
          </a:p>
        </p:txBody>
      </p:sp>
      <p:sp>
        <p:nvSpPr>
          <p:cNvPr id="45" name="TextBox 44">
            <a:extLst>
              <a:ext uri="{FF2B5EF4-FFF2-40B4-BE49-F238E27FC236}">
                <a16:creationId xmlns:a16="http://schemas.microsoft.com/office/drawing/2014/main" id="{0B74FA56-1777-338E-E81C-B1D05EA4CB25}"/>
              </a:ext>
            </a:extLst>
          </p:cNvPr>
          <p:cNvSpPr txBox="1"/>
          <p:nvPr/>
        </p:nvSpPr>
        <p:spPr>
          <a:xfrm>
            <a:off x="4143022" y="5028752"/>
            <a:ext cx="570089" cy="230832"/>
          </a:xfrm>
          <a:prstGeom prst="rect">
            <a:avLst/>
          </a:prstGeom>
          <a:noFill/>
        </p:spPr>
        <p:txBody>
          <a:bodyPr wrap="square" rtlCol="0">
            <a:spAutoFit/>
          </a:bodyPr>
          <a:lstStyle/>
          <a:p>
            <a:pPr algn="ctr"/>
            <a:r>
              <a:rPr lang="en-US" sz="900" dirty="0"/>
              <a:t>57</a:t>
            </a:r>
          </a:p>
        </p:txBody>
      </p:sp>
      <p:sp>
        <p:nvSpPr>
          <p:cNvPr id="50" name="TextBox 49">
            <a:extLst>
              <a:ext uri="{FF2B5EF4-FFF2-40B4-BE49-F238E27FC236}">
                <a16:creationId xmlns:a16="http://schemas.microsoft.com/office/drawing/2014/main" id="{38764BE4-0384-0AE4-FF66-7299027AEEEB}"/>
              </a:ext>
            </a:extLst>
          </p:cNvPr>
          <p:cNvSpPr txBox="1"/>
          <p:nvPr/>
        </p:nvSpPr>
        <p:spPr>
          <a:xfrm>
            <a:off x="6152446" y="1402877"/>
            <a:ext cx="570089" cy="230832"/>
          </a:xfrm>
          <a:prstGeom prst="rect">
            <a:avLst/>
          </a:prstGeom>
          <a:noFill/>
        </p:spPr>
        <p:txBody>
          <a:bodyPr wrap="square" rtlCol="0">
            <a:spAutoFit/>
          </a:bodyPr>
          <a:lstStyle/>
          <a:p>
            <a:pPr algn="ctr"/>
            <a:r>
              <a:rPr lang="en-US" sz="900" dirty="0"/>
              <a:t>75</a:t>
            </a:r>
          </a:p>
        </p:txBody>
      </p:sp>
      <p:sp>
        <p:nvSpPr>
          <p:cNvPr id="51" name="TextBox 50">
            <a:extLst>
              <a:ext uri="{FF2B5EF4-FFF2-40B4-BE49-F238E27FC236}">
                <a16:creationId xmlns:a16="http://schemas.microsoft.com/office/drawing/2014/main" id="{D5F64B5B-B9E3-F68D-6E21-AE7CB143FD65}"/>
              </a:ext>
            </a:extLst>
          </p:cNvPr>
          <p:cNvSpPr txBox="1"/>
          <p:nvPr/>
        </p:nvSpPr>
        <p:spPr>
          <a:xfrm>
            <a:off x="3138310" y="4408541"/>
            <a:ext cx="570089" cy="230832"/>
          </a:xfrm>
          <a:prstGeom prst="rect">
            <a:avLst/>
          </a:prstGeom>
          <a:noFill/>
        </p:spPr>
        <p:txBody>
          <a:bodyPr wrap="square" rtlCol="0">
            <a:spAutoFit/>
          </a:bodyPr>
          <a:lstStyle/>
          <a:p>
            <a:pPr algn="ctr"/>
            <a:r>
              <a:rPr lang="en-US" sz="900" dirty="0"/>
              <a:t>75</a:t>
            </a:r>
          </a:p>
        </p:txBody>
      </p:sp>
      <p:sp>
        <p:nvSpPr>
          <p:cNvPr id="52" name="TextBox 51">
            <a:extLst>
              <a:ext uri="{FF2B5EF4-FFF2-40B4-BE49-F238E27FC236}">
                <a16:creationId xmlns:a16="http://schemas.microsoft.com/office/drawing/2014/main" id="{2A21FAD6-2ADF-3CE6-1A8C-17CA0EDD5F6E}"/>
              </a:ext>
            </a:extLst>
          </p:cNvPr>
          <p:cNvSpPr txBox="1"/>
          <p:nvPr/>
        </p:nvSpPr>
        <p:spPr>
          <a:xfrm>
            <a:off x="3640666" y="3406653"/>
            <a:ext cx="570089" cy="230832"/>
          </a:xfrm>
          <a:prstGeom prst="rect">
            <a:avLst/>
          </a:prstGeom>
          <a:noFill/>
        </p:spPr>
        <p:txBody>
          <a:bodyPr wrap="square" rtlCol="0">
            <a:spAutoFit/>
          </a:bodyPr>
          <a:lstStyle/>
          <a:p>
            <a:pPr algn="ctr"/>
            <a:r>
              <a:rPr lang="en-US" sz="900" dirty="0"/>
              <a:t>2357</a:t>
            </a:r>
          </a:p>
        </p:txBody>
      </p:sp>
      <p:sp>
        <p:nvSpPr>
          <p:cNvPr id="53" name="TextBox 52">
            <a:extLst>
              <a:ext uri="{FF2B5EF4-FFF2-40B4-BE49-F238E27FC236}">
                <a16:creationId xmlns:a16="http://schemas.microsoft.com/office/drawing/2014/main" id="{75454E75-F1A5-62F8-9A09-78FC4A5FEE13}"/>
              </a:ext>
            </a:extLst>
          </p:cNvPr>
          <p:cNvSpPr txBox="1"/>
          <p:nvPr/>
        </p:nvSpPr>
        <p:spPr>
          <a:xfrm>
            <a:off x="3640666" y="4026865"/>
            <a:ext cx="570089" cy="230832"/>
          </a:xfrm>
          <a:prstGeom prst="rect">
            <a:avLst/>
          </a:prstGeom>
          <a:noFill/>
        </p:spPr>
        <p:txBody>
          <a:bodyPr wrap="square" rtlCol="0">
            <a:spAutoFit/>
          </a:bodyPr>
          <a:lstStyle/>
          <a:p>
            <a:pPr algn="ctr"/>
            <a:r>
              <a:rPr lang="en-US" sz="900" dirty="0"/>
              <a:t>68</a:t>
            </a:r>
          </a:p>
        </p:txBody>
      </p:sp>
      <p:sp>
        <p:nvSpPr>
          <p:cNvPr id="54" name="TextBox 53">
            <a:extLst>
              <a:ext uri="{FF2B5EF4-FFF2-40B4-BE49-F238E27FC236}">
                <a16:creationId xmlns:a16="http://schemas.microsoft.com/office/drawing/2014/main" id="{0F27D14A-3129-3E3B-F825-A582629F60F8}"/>
              </a:ext>
            </a:extLst>
          </p:cNvPr>
          <p:cNvSpPr txBox="1"/>
          <p:nvPr/>
        </p:nvSpPr>
        <p:spPr>
          <a:xfrm>
            <a:off x="3138310" y="3788329"/>
            <a:ext cx="570089" cy="230832"/>
          </a:xfrm>
          <a:prstGeom prst="rect">
            <a:avLst/>
          </a:prstGeom>
          <a:noFill/>
        </p:spPr>
        <p:txBody>
          <a:bodyPr wrap="square" rtlCol="0">
            <a:spAutoFit/>
          </a:bodyPr>
          <a:lstStyle/>
          <a:p>
            <a:pPr algn="ctr"/>
            <a:r>
              <a:rPr lang="en-US" sz="900" dirty="0"/>
              <a:t>168</a:t>
            </a:r>
          </a:p>
        </p:txBody>
      </p:sp>
      <p:sp>
        <p:nvSpPr>
          <p:cNvPr id="55" name="TextBox 54">
            <a:extLst>
              <a:ext uri="{FF2B5EF4-FFF2-40B4-BE49-F238E27FC236}">
                <a16:creationId xmlns:a16="http://schemas.microsoft.com/office/drawing/2014/main" id="{D52365C0-1857-D2A6-4F42-2FCDCC89DE33}"/>
              </a:ext>
            </a:extLst>
          </p:cNvPr>
          <p:cNvSpPr txBox="1"/>
          <p:nvPr/>
        </p:nvSpPr>
        <p:spPr>
          <a:xfrm>
            <a:off x="6152446" y="2023089"/>
            <a:ext cx="570089" cy="230832"/>
          </a:xfrm>
          <a:prstGeom prst="rect">
            <a:avLst/>
          </a:prstGeom>
          <a:noFill/>
        </p:spPr>
        <p:txBody>
          <a:bodyPr wrap="square" rtlCol="0">
            <a:spAutoFit/>
          </a:bodyPr>
          <a:lstStyle/>
          <a:p>
            <a:pPr algn="ctr"/>
            <a:r>
              <a:rPr lang="en-US" sz="900" dirty="0"/>
              <a:t>168</a:t>
            </a:r>
          </a:p>
        </p:txBody>
      </p:sp>
      <p:sp>
        <p:nvSpPr>
          <p:cNvPr id="56" name="TextBox 55">
            <a:extLst>
              <a:ext uri="{FF2B5EF4-FFF2-40B4-BE49-F238E27FC236}">
                <a16:creationId xmlns:a16="http://schemas.microsoft.com/office/drawing/2014/main" id="{C6E91AC7-2607-3068-7ACA-A5C04A317B37}"/>
              </a:ext>
            </a:extLst>
          </p:cNvPr>
          <p:cNvSpPr txBox="1"/>
          <p:nvPr/>
        </p:nvSpPr>
        <p:spPr>
          <a:xfrm>
            <a:off x="6654802" y="1784553"/>
            <a:ext cx="570089" cy="230832"/>
          </a:xfrm>
          <a:prstGeom prst="rect">
            <a:avLst/>
          </a:prstGeom>
          <a:noFill/>
        </p:spPr>
        <p:txBody>
          <a:bodyPr wrap="square" rtlCol="0">
            <a:spAutoFit/>
          </a:bodyPr>
          <a:lstStyle/>
          <a:p>
            <a:pPr algn="ctr"/>
            <a:r>
              <a:rPr lang="en-US" sz="900" dirty="0"/>
              <a:t>68</a:t>
            </a:r>
          </a:p>
        </p:txBody>
      </p:sp>
      <p:sp>
        <p:nvSpPr>
          <p:cNvPr id="57" name="TextBox 56">
            <a:extLst>
              <a:ext uri="{FF2B5EF4-FFF2-40B4-BE49-F238E27FC236}">
                <a16:creationId xmlns:a16="http://schemas.microsoft.com/office/drawing/2014/main" id="{59C5FF56-3187-EAB2-2D7B-135F59DD6293}"/>
              </a:ext>
            </a:extLst>
          </p:cNvPr>
          <p:cNvSpPr txBox="1"/>
          <p:nvPr/>
        </p:nvSpPr>
        <p:spPr>
          <a:xfrm>
            <a:off x="6654802" y="2524033"/>
            <a:ext cx="570089" cy="230832"/>
          </a:xfrm>
          <a:prstGeom prst="rect">
            <a:avLst/>
          </a:prstGeom>
          <a:noFill/>
        </p:spPr>
        <p:txBody>
          <a:bodyPr wrap="square" rtlCol="0">
            <a:spAutoFit/>
          </a:bodyPr>
          <a:lstStyle/>
          <a:p>
            <a:pPr algn="ctr"/>
            <a:r>
              <a:rPr lang="en-US" sz="900" dirty="0"/>
              <a:t>2357</a:t>
            </a:r>
          </a:p>
        </p:txBody>
      </p:sp>
      <p:sp>
        <p:nvSpPr>
          <p:cNvPr id="58" name="TextBox 57">
            <a:extLst>
              <a:ext uri="{FF2B5EF4-FFF2-40B4-BE49-F238E27FC236}">
                <a16:creationId xmlns:a16="http://schemas.microsoft.com/office/drawing/2014/main" id="{74C8566C-DD1A-7AD7-9F3C-E908490D3587}"/>
              </a:ext>
            </a:extLst>
          </p:cNvPr>
          <p:cNvSpPr txBox="1"/>
          <p:nvPr/>
        </p:nvSpPr>
        <p:spPr>
          <a:xfrm>
            <a:off x="4143022" y="1903821"/>
            <a:ext cx="570089" cy="230832"/>
          </a:xfrm>
          <a:prstGeom prst="rect">
            <a:avLst/>
          </a:prstGeom>
          <a:noFill/>
        </p:spPr>
        <p:txBody>
          <a:bodyPr wrap="square" rtlCol="0">
            <a:spAutoFit/>
          </a:bodyPr>
          <a:lstStyle/>
          <a:p>
            <a:pPr algn="ctr"/>
            <a:r>
              <a:rPr lang="en-US" sz="900" dirty="0"/>
              <a:t>75</a:t>
            </a:r>
          </a:p>
        </p:txBody>
      </p:sp>
      <p:sp>
        <p:nvSpPr>
          <p:cNvPr id="59" name="TextBox 58">
            <a:extLst>
              <a:ext uri="{FF2B5EF4-FFF2-40B4-BE49-F238E27FC236}">
                <a16:creationId xmlns:a16="http://schemas.microsoft.com/office/drawing/2014/main" id="{57138F2B-E296-58CA-2E43-A440C0DCA8FA}"/>
              </a:ext>
            </a:extLst>
          </p:cNvPr>
          <p:cNvSpPr txBox="1"/>
          <p:nvPr/>
        </p:nvSpPr>
        <p:spPr>
          <a:xfrm>
            <a:off x="3640666" y="2404765"/>
            <a:ext cx="570089" cy="230832"/>
          </a:xfrm>
          <a:prstGeom prst="rect">
            <a:avLst/>
          </a:prstGeom>
          <a:noFill/>
        </p:spPr>
        <p:txBody>
          <a:bodyPr wrap="square" rtlCol="0">
            <a:spAutoFit/>
          </a:bodyPr>
          <a:lstStyle/>
          <a:p>
            <a:pPr algn="ctr"/>
            <a:r>
              <a:rPr lang="en-US" sz="900" dirty="0"/>
              <a:t>2357</a:t>
            </a:r>
          </a:p>
        </p:txBody>
      </p:sp>
      <p:sp>
        <p:nvSpPr>
          <p:cNvPr id="62" name="TextBox 61">
            <a:extLst>
              <a:ext uri="{FF2B5EF4-FFF2-40B4-BE49-F238E27FC236}">
                <a16:creationId xmlns:a16="http://schemas.microsoft.com/office/drawing/2014/main" id="{B4214EE2-8611-E6A1-F4CD-98671F04A243}"/>
              </a:ext>
            </a:extLst>
          </p:cNvPr>
          <p:cNvSpPr txBox="1"/>
          <p:nvPr/>
        </p:nvSpPr>
        <p:spPr>
          <a:xfrm>
            <a:off x="6654802" y="2905709"/>
            <a:ext cx="570089" cy="230832"/>
          </a:xfrm>
          <a:prstGeom prst="rect">
            <a:avLst/>
          </a:prstGeom>
          <a:noFill/>
        </p:spPr>
        <p:txBody>
          <a:bodyPr wrap="square" rtlCol="0">
            <a:spAutoFit/>
          </a:bodyPr>
          <a:lstStyle/>
          <a:p>
            <a:pPr algn="ctr"/>
            <a:r>
              <a:rPr lang="en-US" sz="900" dirty="0"/>
              <a:t>2357</a:t>
            </a:r>
          </a:p>
        </p:txBody>
      </p:sp>
      <p:sp>
        <p:nvSpPr>
          <p:cNvPr id="63" name="TextBox 62">
            <a:extLst>
              <a:ext uri="{FF2B5EF4-FFF2-40B4-BE49-F238E27FC236}">
                <a16:creationId xmlns:a16="http://schemas.microsoft.com/office/drawing/2014/main" id="{6C311D67-1EA0-C172-696D-8D3639F497C7}"/>
              </a:ext>
            </a:extLst>
          </p:cNvPr>
          <p:cNvSpPr txBox="1"/>
          <p:nvPr/>
        </p:nvSpPr>
        <p:spPr>
          <a:xfrm>
            <a:off x="7157158" y="3406653"/>
            <a:ext cx="570089" cy="230832"/>
          </a:xfrm>
          <a:prstGeom prst="rect">
            <a:avLst/>
          </a:prstGeom>
          <a:noFill/>
        </p:spPr>
        <p:txBody>
          <a:bodyPr wrap="square" rtlCol="0">
            <a:spAutoFit/>
          </a:bodyPr>
          <a:lstStyle/>
          <a:p>
            <a:pPr algn="ctr"/>
            <a:r>
              <a:rPr lang="en-US" sz="900" dirty="0"/>
              <a:t>75</a:t>
            </a:r>
          </a:p>
        </p:txBody>
      </p:sp>
      <p:sp>
        <p:nvSpPr>
          <p:cNvPr id="66" name="TextBox 65">
            <a:extLst>
              <a:ext uri="{FF2B5EF4-FFF2-40B4-BE49-F238E27FC236}">
                <a16:creationId xmlns:a16="http://schemas.microsoft.com/office/drawing/2014/main" id="{D867401C-FBAC-F335-0DAD-BD9857831C5E}"/>
              </a:ext>
            </a:extLst>
          </p:cNvPr>
          <p:cNvSpPr txBox="1"/>
          <p:nvPr/>
        </p:nvSpPr>
        <p:spPr>
          <a:xfrm>
            <a:off x="5147734" y="2524033"/>
            <a:ext cx="570089" cy="230832"/>
          </a:xfrm>
          <a:prstGeom prst="rect">
            <a:avLst/>
          </a:prstGeom>
          <a:noFill/>
        </p:spPr>
        <p:txBody>
          <a:bodyPr wrap="square" rtlCol="0">
            <a:spAutoFit/>
          </a:bodyPr>
          <a:lstStyle/>
          <a:p>
            <a:pPr algn="ctr"/>
            <a:r>
              <a:rPr lang="en-US" sz="900" dirty="0"/>
              <a:t>2567</a:t>
            </a:r>
          </a:p>
        </p:txBody>
      </p:sp>
      <p:sp>
        <p:nvSpPr>
          <p:cNvPr id="68" name="TextBox 67">
            <a:extLst>
              <a:ext uri="{FF2B5EF4-FFF2-40B4-BE49-F238E27FC236}">
                <a16:creationId xmlns:a16="http://schemas.microsoft.com/office/drawing/2014/main" id="{34F74643-7A00-97AF-9F2E-4954B9DAF1FF}"/>
              </a:ext>
            </a:extLst>
          </p:cNvPr>
          <p:cNvSpPr txBox="1"/>
          <p:nvPr/>
        </p:nvSpPr>
        <p:spPr>
          <a:xfrm>
            <a:off x="6654802" y="4527809"/>
            <a:ext cx="570089" cy="230832"/>
          </a:xfrm>
          <a:prstGeom prst="rect">
            <a:avLst/>
          </a:prstGeom>
          <a:noFill/>
        </p:spPr>
        <p:txBody>
          <a:bodyPr wrap="square" rtlCol="0">
            <a:spAutoFit/>
          </a:bodyPr>
          <a:lstStyle/>
          <a:p>
            <a:pPr algn="ctr"/>
            <a:r>
              <a:rPr lang="en-US" sz="900" dirty="0"/>
              <a:t>2567</a:t>
            </a:r>
          </a:p>
        </p:txBody>
      </p:sp>
      <p:sp>
        <p:nvSpPr>
          <p:cNvPr id="70" name="TextBox 69">
            <a:extLst>
              <a:ext uri="{FF2B5EF4-FFF2-40B4-BE49-F238E27FC236}">
                <a16:creationId xmlns:a16="http://schemas.microsoft.com/office/drawing/2014/main" id="{6C925BD2-74DF-3F9E-B9C8-EAC25791DF50}"/>
              </a:ext>
            </a:extLst>
          </p:cNvPr>
          <p:cNvSpPr txBox="1"/>
          <p:nvPr/>
        </p:nvSpPr>
        <p:spPr>
          <a:xfrm>
            <a:off x="5650090" y="2285497"/>
            <a:ext cx="570089" cy="230832"/>
          </a:xfrm>
          <a:prstGeom prst="rect">
            <a:avLst/>
          </a:prstGeom>
          <a:noFill/>
        </p:spPr>
        <p:txBody>
          <a:bodyPr wrap="square" rtlCol="0">
            <a:spAutoFit/>
          </a:bodyPr>
          <a:lstStyle/>
          <a:p>
            <a:pPr algn="ctr"/>
            <a:r>
              <a:rPr lang="en-US" sz="900" dirty="0"/>
              <a:t>2367</a:t>
            </a:r>
          </a:p>
        </p:txBody>
      </p:sp>
      <p:sp>
        <p:nvSpPr>
          <p:cNvPr id="71" name="TextBox 70">
            <a:extLst>
              <a:ext uri="{FF2B5EF4-FFF2-40B4-BE49-F238E27FC236}">
                <a16:creationId xmlns:a16="http://schemas.microsoft.com/office/drawing/2014/main" id="{E3C3AB68-3598-8D23-56A9-ACC6160E871D}"/>
              </a:ext>
            </a:extLst>
          </p:cNvPr>
          <p:cNvSpPr txBox="1"/>
          <p:nvPr/>
        </p:nvSpPr>
        <p:spPr>
          <a:xfrm>
            <a:off x="5147734" y="2905709"/>
            <a:ext cx="570089" cy="230832"/>
          </a:xfrm>
          <a:prstGeom prst="rect">
            <a:avLst/>
          </a:prstGeom>
          <a:noFill/>
        </p:spPr>
        <p:txBody>
          <a:bodyPr wrap="square" rtlCol="0">
            <a:spAutoFit/>
          </a:bodyPr>
          <a:lstStyle/>
          <a:p>
            <a:pPr algn="ctr"/>
            <a:r>
              <a:rPr lang="en-US" sz="900" dirty="0"/>
              <a:t>2578</a:t>
            </a:r>
          </a:p>
        </p:txBody>
      </p:sp>
      <p:sp>
        <p:nvSpPr>
          <p:cNvPr id="72" name="TextBox 71">
            <a:extLst>
              <a:ext uri="{FF2B5EF4-FFF2-40B4-BE49-F238E27FC236}">
                <a16:creationId xmlns:a16="http://schemas.microsoft.com/office/drawing/2014/main" id="{6C91A3B9-C949-2AFC-63BD-C0A994069952}"/>
              </a:ext>
            </a:extLst>
          </p:cNvPr>
          <p:cNvSpPr txBox="1"/>
          <p:nvPr/>
        </p:nvSpPr>
        <p:spPr>
          <a:xfrm>
            <a:off x="4645378" y="3525921"/>
            <a:ext cx="570089" cy="230832"/>
          </a:xfrm>
          <a:prstGeom prst="rect">
            <a:avLst/>
          </a:prstGeom>
          <a:noFill/>
        </p:spPr>
        <p:txBody>
          <a:bodyPr wrap="square" rtlCol="0">
            <a:spAutoFit/>
          </a:bodyPr>
          <a:lstStyle/>
          <a:p>
            <a:pPr algn="ctr"/>
            <a:r>
              <a:rPr lang="en-US" sz="900" dirty="0"/>
              <a:t>268</a:t>
            </a:r>
          </a:p>
        </p:txBody>
      </p:sp>
      <p:sp>
        <p:nvSpPr>
          <p:cNvPr id="74" name="TextBox 73">
            <a:extLst>
              <a:ext uri="{FF2B5EF4-FFF2-40B4-BE49-F238E27FC236}">
                <a16:creationId xmlns:a16="http://schemas.microsoft.com/office/drawing/2014/main" id="{676C676F-F0FF-B54C-6463-F08F918A4C05}"/>
              </a:ext>
            </a:extLst>
          </p:cNvPr>
          <p:cNvSpPr txBox="1"/>
          <p:nvPr/>
        </p:nvSpPr>
        <p:spPr>
          <a:xfrm>
            <a:off x="6152446" y="4527809"/>
            <a:ext cx="570089" cy="230832"/>
          </a:xfrm>
          <a:prstGeom prst="rect">
            <a:avLst/>
          </a:prstGeom>
          <a:noFill/>
        </p:spPr>
        <p:txBody>
          <a:bodyPr wrap="square" rtlCol="0">
            <a:spAutoFit/>
          </a:bodyPr>
          <a:lstStyle/>
          <a:p>
            <a:pPr algn="ctr"/>
            <a:r>
              <a:rPr lang="en-US" sz="900" dirty="0"/>
              <a:t>2578</a:t>
            </a:r>
          </a:p>
        </p:txBody>
      </p:sp>
      <p:sp>
        <p:nvSpPr>
          <p:cNvPr id="75" name="TextBox 74">
            <a:extLst>
              <a:ext uri="{FF2B5EF4-FFF2-40B4-BE49-F238E27FC236}">
                <a16:creationId xmlns:a16="http://schemas.microsoft.com/office/drawing/2014/main" id="{1B58A160-02E1-81CF-90F8-34F12849D0A7}"/>
              </a:ext>
            </a:extLst>
          </p:cNvPr>
          <p:cNvSpPr txBox="1"/>
          <p:nvPr/>
        </p:nvSpPr>
        <p:spPr>
          <a:xfrm>
            <a:off x="6654802" y="3788329"/>
            <a:ext cx="570089" cy="230832"/>
          </a:xfrm>
          <a:prstGeom prst="rect">
            <a:avLst/>
          </a:prstGeom>
          <a:noFill/>
        </p:spPr>
        <p:txBody>
          <a:bodyPr wrap="square" rtlCol="0">
            <a:spAutoFit/>
          </a:bodyPr>
          <a:lstStyle/>
          <a:p>
            <a:pPr algn="ctr"/>
            <a:r>
              <a:rPr lang="en-US" sz="900" dirty="0"/>
              <a:t>2367</a:t>
            </a:r>
          </a:p>
        </p:txBody>
      </p:sp>
      <p:sp>
        <p:nvSpPr>
          <p:cNvPr id="76" name="TextBox 75">
            <a:extLst>
              <a:ext uri="{FF2B5EF4-FFF2-40B4-BE49-F238E27FC236}">
                <a16:creationId xmlns:a16="http://schemas.microsoft.com/office/drawing/2014/main" id="{72B4FFEB-0121-54A1-5C17-F62E0F40644B}"/>
              </a:ext>
            </a:extLst>
          </p:cNvPr>
          <p:cNvSpPr txBox="1"/>
          <p:nvPr/>
        </p:nvSpPr>
        <p:spPr>
          <a:xfrm>
            <a:off x="5650090" y="4527809"/>
            <a:ext cx="570089" cy="230832"/>
          </a:xfrm>
          <a:prstGeom prst="rect">
            <a:avLst/>
          </a:prstGeom>
          <a:noFill/>
        </p:spPr>
        <p:txBody>
          <a:bodyPr wrap="square" rtlCol="0">
            <a:spAutoFit/>
          </a:bodyPr>
          <a:lstStyle/>
          <a:p>
            <a:pPr algn="ctr"/>
            <a:r>
              <a:rPr lang="en-US" sz="900" dirty="0"/>
              <a:t>268</a:t>
            </a:r>
          </a:p>
        </p:txBody>
      </p:sp>
      <p:sp>
        <p:nvSpPr>
          <p:cNvPr id="73" name="TextBox 72">
            <a:extLst>
              <a:ext uri="{FF2B5EF4-FFF2-40B4-BE49-F238E27FC236}">
                <a16:creationId xmlns:a16="http://schemas.microsoft.com/office/drawing/2014/main" id="{D0411A5A-36FD-26BF-7211-7979428306EE}"/>
              </a:ext>
            </a:extLst>
          </p:cNvPr>
          <p:cNvSpPr txBox="1"/>
          <p:nvPr/>
        </p:nvSpPr>
        <p:spPr>
          <a:xfrm>
            <a:off x="5147734" y="3287385"/>
            <a:ext cx="570089" cy="230832"/>
          </a:xfrm>
          <a:prstGeom prst="rect">
            <a:avLst/>
          </a:prstGeom>
          <a:noFill/>
        </p:spPr>
        <p:txBody>
          <a:bodyPr wrap="square" rtlCol="0">
            <a:spAutoFit/>
          </a:bodyPr>
          <a:lstStyle/>
          <a:p>
            <a:pPr algn="ctr"/>
            <a:r>
              <a:rPr lang="en-US" sz="900" dirty="0"/>
              <a:t>235678</a:t>
            </a:r>
          </a:p>
        </p:txBody>
      </p:sp>
      <p:sp>
        <p:nvSpPr>
          <p:cNvPr id="78" name="TextBox 77">
            <a:extLst>
              <a:ext uri="{FF2B5EF4-FFF2-40B4-BE49-F238E27FC236}">
                <a16:creationId xmlns:a16="http://schemas.microsoft.com/office/drawing/2014/main" id="{A532C938-0E1E-1A6D-19AD-2C8EAD16CC9F}"/>
              </a:ext>
            </a:extLst>
          </p:cNvPr>
          <p:cNvSpPr txBox="1"/>
          <p:nvPr/>
        </p:nvSpPr>
        <p:spPr>
          <a:xfrm>
            <a:off x="6152446" y="3788329"/>
            <a:ext cx="570089" cy="230832"/>
          </a:xfrm>
          <a:prstGeom prst="rect">
            <a:avLst/>
          </a:prstGeom>
          <a:noFill/>
        </p:spPr>
        <p:txBody>
          <a:bodyPr wrap="square" rtlCol="0">
            <a:spAutoFit/>
          </a:bodyPr>
          <a:lstStyle/>
          <a:p>
            <a:pPr algn="ctr"/>
            <a:r>
              <a:rPr lang="en-US" sz="900" dirty="0"/>
              <a:t>235678</a:t>
            </a:r>
          </a:p>
        </p:txBody>
      </p:sp>
      <p:sp>
        <p:nvSpPr>
          <p:cNvPr id="79" name="TextBox 78">
            <a:extLst>
              <a:ext uri="{FF2B5EF4-FFF2-40B4-BE49-F238E27FC236}">
                <a16:creationId xmlns:a16="http://schemas.microsoft.com/office/drawing/2014/main" id="{0353B73A-DD26-5904-9B05-8C15B7E468D7}"/>
              </a:ext>
            </a:extLst>
          </p:cNvPr>
          <p:cNvSpPr txBox="1"/>
          <p:nvPr/>
        </p:nvSpPr>
        <p:spPr>
          <a:xfrm>
            <a:off x="6214537" y="3237891"/>
            <a:ext cx="462845" cy="584775"/>
          </a:xfrm>
          <a:prstGeom prst="rect">
            <a:avLst/>
          </a:prstGeom>
          <a:noFill/>
        </p:spPr>
        <p:txBody>
          <a:bodyPr wrap="square" rtlCol="0">
            <a:spAutoFit/>
          </a:bodyPr>
          <a:lstStyle/>
          <a:p>
            <a:pPr algn="ctr"/>
            <a:r>
              <a:rPr lang="en-US" sz="3200" dirty="0"/>
              <a:t>9</a:t>
            </a:r>
          </a:p>
        </p:txBody>
      </p:sp>
      <p:sp>
        <p:nvSpPr>
          <p:cNvPr id="80" name="TextBox 79">
            <a:extLst>
              <a:ext uri="{FF2B5EF4-FFF2-40B4-BE49-F238E27FC236}">
                <a16:creationId xmlns:a16="http://schemas.microsoft.com/office/drawing/2014/main" id="{58E8908A-6836-4645-BA09-DD728237960B}"/>
              </a:ext>
            </a:extLst>
          </p:cNvPr>
          <p:cNvSpPr txBox="1"/>
          <p:nvPr/>
        </p:nvSpPr>
        <p:spPr>
          <a:xfrm>
            <a:off x="6152446" y="901933"/>
            <a:ext cx="570089" cy="230832"/>
          </a:xfrm>
          <a:prstGeom prst="rect">
            <a:avLst/>
          </a:prstGeom>
          <a:noFill/>
        </p:spPr>
        <p:txBody>
          <a:bodyPr wrap="square" rtlCol="0">
            <a:spAutoFit/>
          </a:bodyPr>
          <a:lstStyle/>
          <a:p>
            <a:pPr algn="ctr"/>
            <a:r>
              <a:rPr lang="en-US" sz="900" dirty="0"/>
              <a:t>18</a:t>
            </a:r>
          </a:p>
        </p:txBody>
      </p:sp>
      <p:sp>
        <p:nvSpPr>
          <p:cNvPr id="81" name="TextBox 80">
            <a:extLst>
              <a:ext uri="{FF2B5EF4-FFF2-40B4-BE49-F238E27FC236}">
                <a16:creationId xmlns:a16="http://schemas.microsoft.com/office/drawing/2014/main" id="{606E84EF-F058-FB7B-ADC3-F80AE9635A43}"/>
              </a:ext>
            </a:extLst>
          </p:cNvPr>
          <p:cNvSpPr txBox="1"/>
          <p:nvPr/>
        </p:nvSpPr>
        <p:spPr>
          <a:xfrm>
            <a:off x="4143022" y="3907597"/>
            <a:ext cx="570089" cy="230832"/>
          </a:xfrm>
          <a:prstGeom prst="rect">
            <a:avLst/>
          </a:prstGeom>
          <a:noFill/>
        </p:spPr>
        <p:txBody>
          <a:bodyPr wrap="square" rtlCol="0">
            <a:spAutoFit/>
          </a:bodyPr>
          <a:lstStyle/>
          <a:p>
            <a:pPr algn="ctr"/>
            <a:r>
              <a:rPr lang="en-US" sz="900" dirty="0"/>
              <a:t>28</a:t>
            </a:r>
          </a:p>
        </p:txBody>
      </p:sp>
      <p:sp>
        <p:nvSpPr>
          <p:cNvPr id="82" name="TextBox 81">
            <a:extLst>
              <a:ext uri="{FF2B5EF4-FFF2-40B4-BE49-F238E27FC236}">
                <a16:creationId xmlns:a16="http://schemas.microsoft.com/office/drawing/2014/main" id="{C08FCC0E-6314-DCCC-37A1-41044236884E}"/>
              </a:ext>
            </a:extLst>
          </p:cNvPr>
          <p:cNvSpPr txBox="1"/>
          <p:nvPr/>
        </p:nvSpPr>
        <p:spPr>
          <a:xfrm>
            <a:off x="3640666" y="4408541"/>
            <a:ext cx="570089" cy="230832"/>
          </a:xfrm>
          <a:prstGeom prst="rect">
            <a:avLst/>
          </a:prstGeom>
          <a:noFill/>
        </p:spPr>
        <p:txBody>
          <a:bodyPr wrap="square" rtlCol="0">
            <a:spAutoFit/>
          </a:bodyPr>
          <a:lstStyle/>
          <a:p>
            <a:pPr algn="ctr"/>
            <a:r>
              <a:rPr lang="en-US" sz="900" dirty="0"/>
              <a:t>128</a:t>
            </a:r>
          </a:p>
        </p:txBody>
      </p:sp>
      <p:sp>
        <p:nvSpPr>
          <p:cNvPr id="48" name="TextBox 47">
            <a:extLst>
              <a:ext uri="{FF2B5EF4-FFF2-40B4-BE49-F238E27FC236}">
                <a16:creationId xmlns:a16="http://schemas.microsoft.com/office/drawing/2014/main" id="{429C9208-974F-1100-EA94-00684914CEB1}"/>
              </a:ext>
            </a:extLst>
          </p:cNvPr>
          <p:cNvSpPr txBox="1"/>
          <p:nvPr/>
        </p:nvSpPr>
        <p:spPr>
          <a:xfrm>
            <a:off x="3716867" y="1727886"/>
            <a:ext cx="462845" cy="584775"/>
          </a:xfrm>
          <a:prstGeom prst="rect">
            <a:avLst/>
          </a:prstGeom>
          <a:noFill/>
        </p:spPr>
        <p:txBody>
          <a:bodyPr wrap="square" rtlCol="0">
            <a:spAutoFit/>
          </a:bodyPr>
          <a:lstStyle/>
          <a:p>
            <a:pPr algn="ctr"/>
            <a:r>
              <a:rPr lang="en-US" sz="3200" dirty="0"/>
              <a:t>4</a:t>
            </a:r>
          </a:p>
        </p:txBody>
      </p:sp>
      <p:sp>
        <p:nvSpPr>
          <p:cNvPr id="49" name="TextBox 48">
            <a:extLst>
              <a:ext uri="{FF2B5EF4-FFF2-40B4-BE49-F238E27FC236}">
                <a16:creationId xmlns:a16="http://schemas.microsoft.com/office/drawing/2014/main" id="{EF49F3D1-850E-B4FB-7000-355B18DB7CFE}"/>
              </a:ext>
            </a:extLst>
          </p:cNvPr>
          <p:cNvSpPr txBox="1"/>
          <p:nvPr/>
        </p:nvSpPr>
        <p:spPr>
          <a:xfrm>
            <a:off x="5715003" y="3237891"/>
            <a:ext cx="462845" cy="584775"/>
          </a:xfrm>
          <a:prstGeom prst="rect">
            <a:avLst/>
          </a:prstGeom>
          <a:noFill/>
        </p:spPr>
        <p:txBody>
          <a:bodyPr wrap="square" rtlCol="0">
            <a:spAutoFit/>
          </a:bodyPr>
          <a:lstStyle/>
          <a:p>
            <a:pPr algn="ctr"/>
            <a:r>
              <a:rPr lang="en-US" sz="3200" dirty="0"/>
              <a:t>4</a:t>
            </a:r>
          </a:p>
        </p:txBody>
      </p:sp>
      <p:sp>
        <p:nvSpPr>
          <p:cNvPr id="46" name="TextBox 45">
            <a:extLst>
              <a:ext uri="{FF2B5EF4-FFF2-40B4-BE49-F238E27FC236}">
                <a16:creationId xmlns:a16="http://schemas.microsoft.com/office/drawing/2014/main" id="{50033572-3E44-7C9C-160B-43BC13D3D980}"/>
              </a:ext>
            </a:extLst>
          </p:cNvPr>
          <p:cNvSpPr txBox="1"/>
          <p:nvPr/>
        </p:nvSpPr>
        <p:spPr>
          <a:xfrm>
            <a:off x="3217333" y="721216"/>
            <a:ext cx="462845" cy="584775"/>
          </a:xfrm>
          <a:prstGeom prst="rect">
            <a:avLst/>
          </a:prstGeom>
          <a:noFill/>
        </p:spPr>
        <p:txBody>
          <a:bodyPr wrap="square" rtlCol="0">
            <a:spAutoFit/>
          </a:bodyPr>
          <a:lstStyle/>
          <a:p>
            <a:pPr algn="ctr"/>
            <a:r>
              <a:rPr lang="en-US" sz="3200" dirty="0"/>
              <a:t>9</a:t>
            </a:r>
          </a:p>
        </p:txBody>
      </p:sp>
      <p:sp>
        <p:nvSpPr>
          <p:cNvPr id="47" name="TextBox 46">
            <a:extLst>
              <a:ext uri="{FF2B5EF4-FFF2-40B4-BE49-F238E27FC236}">
                <a16:creationId xmlns:a16="http://schemas.microsoft.com/office/drawing/2014/main" id="{B7B0636B-FC52-A7FD-199F-F8620187A329}"/>
              </a:ext>
            </a:extLst>
          </p:cNvPr>
          <p:cNvSpPr txBox="1"/>
          <p:nvPr/>
        </p:nvSpPr>
        <p:spPr>
          <a:xfrm>
            <a:off x="7213604" y="4747898"/>
            <a:ext cx="462845" cy="584775"/>
          </a:xfrm>
          <a:prstGeom prst="rect">
            <a:avLst/>
          </a:prstGeom>
          <a:noFill/>
        </p:spPr>
        <p:txBody>
          <a:bodyPr wrap="square" rtlCol="0">
            <a:spAutoFit/>
          </a:bodyPr>
          <a:lstStyle/>
          <a:p>
            <a:pPr algn="ctr"/>
            <a:r>
              <a:rPr lang="en-US" sz="3200" dirty="0"/>
              <a:t>1</a:t>
            </a:r>
          </a:p>
        </p:txBody>
      </p:sp>
      <p:sp>
        <p:nvSpPr>
          <p:cNvPr id="60" name="TextBox 59">
            <a:extLst>
              <a:ext uri="{FF2B5EF4-FFF2-40B4-BE49-F238E27FC236}">
                <a16:creationId xmlns:a16="http://schemas.microsoft.com/office/drawing/2014/main" id="{E74E55A8-CDBC-8790-9EC8-ED59B82AAB1D}"/>
              </a:ext>
            </a:extLst>
          </p:cNvPr>
          <p:cNvSpPr txBox="1"/>
          <p:nvPr/>
        </p:nvSpPr>
        <p:spPr>
          <a:xfrm>
            <a:off x="7213604" y="2734556"/>
            <a:ext cx="462845" cy="584775"/>
          </a:xfrm>
          <a:prstGeom prst="rect">
            <a:avLst/>
          </a:prstGeom>
          <a:noFill/>
        </p:spPr>
        <p:txBody>
          <a:bodyPr wrap="square" rtlCol="0">
            <a:spAutoFit/>
          </a:bodyPr>
          <a:lstStyle/>
          <a:p>
            <a:pPr algn="ctr"/>
            <a:r>
              <a:rPr lang="en-US" sz="3200" dirty="0"/>
              <a:t>6</a:t>
            </a:r>
          </a:p>
        </p:txBody>
      </p:sp>
      <p:sp>
        <p:nvSpPr>
          <p:cNvPr id="61" name="TextBox 60">
            <a:extLst>
              <a:ext uri="{FF2B5EF4-FFF2-40B4-BE49-F238E27FC236}">
                <a16:creationId xmlns:a16="http://schemas.microsoft.com/office/drawing/2014/main" id="{04DCB3AE-8DDF-7368-E9DA-1547C59BD796}"/>
              </a:ext>
            </a:extLst>
          </p:cNvPr>
          <p:cNvSpPr txBox="1"/>
          <p:nvPr/>
        </p:nvSpPr>
        <p:spPr>
          <a:xfrm>
            <a:off x="3640666" y="901933"/>
            <a:ext cx="570089" cy="230832"/>
          </a:xfrm>
          <a:prstGeom prst="rect">
            <a:avLst/>
          </a:prstGeom>
          <a:noFill/>
        </p:spPr>
        <p:txBody>
          <a:bodyPr wrap="square" rtlCol="0">
            <a:spAutoFit/>
          </a:bodyPr>
          <a:lstStyle/>
          <a:p>
            <a:pPr algn="ctr"/>
            <a:r>
              <a:rPr lang="en-US" sz="900" dirty="0"/>
              <a:t>28</a:t>
            </a:r>
          </a:p>
        </p:txBody>
      </p:sp>
      <p:sp>
        <p:nvSpPr>
          <p:cNvPr id="64" name="TextBox 63">
            <a:extLst>
              <a:ext uri="{FF2B5EF4-FFF2-40B4-BE49-F238E27FC236}">
                <a16:creationId xmlns:a16="http://schemas.microsoft.com/office/drawing/2014/main" id="{511DEEE9-FE03-7170-2BE7-482CD8C3AEE3}"/>
              </a:ext>
            </a:extLst>
          </p:cNvPr>
          <p:cNvSpPr txBox="1"/>
          <p:nvPr/>
        </p:nvSpPr>
        <p:spPr>
          <a:xfrm>
            <a:off x="5147734" y="901933"/>
            <a:ext cx="570089" cy="230832"/>
          </a:xfrm>
          <a:prstGeom prst="rect">
            <a:avLst/>
          </a:prstGeom>
          <a:noFill/>
        </p:spPr>
        <p:txBody>
          <a:bodyPr wrap="square" rtlCol="0">
            <a:spAutoFit/>
          </a:bodyPr>
          <a:lstStyle/>
          <a:p>
            <a:pPr algn="ctr"/>
            <a:r>
              <a:rPr lang="en-US" sz="900" dirty="0"/>
              <a:t>128</a:t>
            </a:r>
          </a:p>
        </p:txBody>
      </p:sp>
      <p:sp>
        <p:nvSpPr>
          <p:cNvPr id="65" name="TextBox 64">
            <a:extLst>
              <a:ext uri="{FF2B5EF4-FFF2-40B4-BE49-F238E27FC236}">
                <a16:creationId xmlns:a16="http://schemas.microsoft.com/office/drawing/2014/main" id="{F87E9D0C-4659-3BD2-695A-F3A0B450F156}"/>
              </a:ext>
            </a:extLst>
          </p:cNvPr>
          <p:cNvSpPr txBox="1"/>
          <p:nvPr/>
        </p:nvSpPr>
        <p:spPr>
          <a:xfrm>
            <a:off x="3640666" y="1402877"/>
            <a:ext cx="570089" cy="230832"/>
          </a:xfrm>
          <a:prstGeom prst="rect">
            <a:avLst/>
          </a:prstGeom>
          <a:noFill/>
        </p:spPr>
        <p:txBody>
          <a:bodyPr wrap="square" rtlCol="0">
            <a:spAutoFit/>
          </a:bodyPr>
          <a:lstStyle/>
          <a:p>
            <a:pPr algn="ctr"/>
            <a:r>
              <a:rPr lang="en-US" sz="900" dirty="0"/>
              <a:t>238</a:t>
            </a:r>
          </a:p>
        </p:txBody>
      </p:sp>
      <p:sp>
        <p:nvSpPr>
          <p:cNvPr id="67" name="TextBox 66">
            <a:extLst>
              <a:ext uri="{FF2B5EF4-FFF2-40B4-BE49-F238E27FC236}">
                <a16:creationId xmlns:a16="http://schemas.microsoft.com/office/drawing/2014/main" id="{8C336C4D-1EE1-B689-188E-A8383F0309FD}"/>
              </a:ext>
            </a:extLst>
          </p:cNvPr>
          <p:cNvSpPr txBox="1"/>
          <p:nvPr/>
        </p:nvSpPr>
        <p:spPr>
          <a:xfrm>
            <a:off x="5147734" y="1402877"/>
            <a:ext cx="570089" cy="230832"/>
          </a:xfrm>
          <a:prstGeom prst="rect">
            <a:avLst/>
          </a:prstGeom>
          <a:noFill/>
        </p:spPr>
        <p:txBody>
          <a:bodyPr wrap="square" rtlCol="0">
            <a:spAutoFit/>
          </a:bodyPr>
          <a:lstStyle/>
          <a:p>
            <a:pPr algn="ctr"/>
            <a:r>
              <a:rPr lang="en-US" sz="900" dirty="0"/>
              <a:t>268</a:t>
            </a:r>
          </a:p>
        </p:txBody>
      </p:sp>
      <p:sp>
        <p:nvSpPr>
          <p:cNvPr id="69" name="TextBox 68">
            <a:extLst>
              <a:ext uri="{FF2B5EF4-FFF2-40B4-BE49-F238E27FC236}">
                <a16:creationId xmlns:a16="http://schemas.microsoft.com/office/drawing/2014/main" id="{D26ED435-54A4-301A-BC32-41080FDAF9F1}"/>
              </a:ext>
            </a:extLst>
          </p:cNvPr>
          <p:cNvSpPr txBox="1"/>
          <p:nvPr/>
        </p:nvSpPr>
        <p:spPr>
          <a:xfrm>
            <a:off x="5650090" y="1402877"/>
            <a:ext cx="570089" cy="230832"/>
          </a:xfrm>
          <a:prstGeom prst="rect">
            <a:avLst/>
          </a:prstGeom>
          <a:noFill/>
        </p:spPr>
        <p:txBody>
          <a:bodyPr wrap="square" rtlCol="0">
            <a:spAutoFit/>
          </a:bodyPr>
          <a:lstStyle/>
          <a:p>
            <a:pPr algn="ctr"/>
            <a:r>
              <a:rPr lang="en-US" sz="900" dirty="0"/>
              <a:t>268</a:t>
            </a:r>
          </a:p>
        </p:txBody>
      </p:sp>
      <p:sp>
        <p:nvSpPr>
          <p:cNvPr id="77" name="TextBox 76">
            <a:extLst>
              <a:ext uri="{FF2B5EF4-FFF2-40B4-BE49-F238E27FC236}">
                <a16:creationId xmlns:a16="http://schemas.microsoft.com/office/drawing/2014/main" id="{03C8D210-EAA7-0915-C053-CDD31E9165B8}"/>
              </a:ext>
            </a:extLst>
          </p:cNvPr>
          <p:cNvSpPr txBox="1"/>
          <p:nvPr/>
        </p:nvSpPr>
        <p:spPr>
          <a:xfrm>
            <a:off x="3138310" y="1402877"/>
            <a:ext cx="570089" cy="230832"/>
          </a:xfrm>
          <a:prstGeom prst="rect">
            <a:avLst/>
          </a:prstGeom>
          <a:noFill/>
        </p:spPr>
        <p:txBody>
          <a:bodyPr wrap="square" rtlCol="0">
            <a:spAutoFit/>
          </a:bodyPr>
          <a:lstStyle/>
          <a:p>
            <a:pPr algn="ctr"/>
            <a:r>
              <a:rPr lang="en-US" sz="900" dirty="0"/>
              <a:t>238</a:t>
            </a:r>
          </a:p>
        </p:txBody>
      </p:sp>
      <p:sp>
        <p:nvSpPr>
          <p:cNvPr id="83" name="TextBox 82">
            <a:extLst>
              <a:ext uri="{FF2B5EF4-FFF2-40B4-BE49-F238E27FC236}">
                <a16:creationId xmlns:a16="http://schemas.microsoft.com/office/drawing/2014/main" id="{60FB78AE-A4CA-A8D0-8F6B-A3DA86A32942}"/>
              </a:ext>
            </a:extLst>
          </p:cNvPr>
          <p:cNvSpPr txBox="1"/>
          <p:nvPr/>
        </p:nvSpPr>
        <p:spPr>
          <a:xfrm>
            <a:off x="4645378" y="1903821"/>
            <a:ext cx="570089" cy="230832"/>
          </a:xfrm>
          <a:prstGeom prst="rect">
            <a:avLst/>
          </a:prstGeom>
          <a:noFill/>
        </p:spPr>
        <p:txBody>
          <a:bodyPr wrap="square" rtlCol="0">
            <a:spAutoFit/>
          </a:bodyPr>
          <a:lstStyle/>
          <a:p>
            <a:pPr algn="ctr"/>
            <a:r>
              <a:rPr lang="en-US" sz="900" dirty="0"/>
              <a:t>1368</a:t>
            </a:r>
          </a:p>
        </p:txBody>
      </p:sp>
      <p:sp>
        <p:nvSpPr>
          <p:cNvPr id="84" name="TextBox 83">
            <a:extLst>
              <a:ext uri="{FF2B5EF4-FFF2-40B4-BE49-F238E27FC236}">
                <a16:creationId xmlns:a16="http://schemas.microsoft.com/office/drawing/2014/main" id="{B32EEDF6-005C-6C32-9890-AAFB9A06D601}"/>
              </a:ext>
            </a:extLst>
          </p:cNvPr>
          <p:cNvSpPr txBox="1"/>
          <p:nvPr/>
        </p:nvSpPr>
        <p:spPr>
          <a:xfrm>
            <a:off x="5650090" y="1903821"/>
            <a:ext cx="570089" cy="230832"/>
          </a:xfrm>
          <a:prstGeom prst="rect">
            <a:avLst/>
          </a:prstGeom>
          <a:noFill/>
        </p:spPr>
        <p:txBody>
          <a:bodyPr wrap="square" rtlCol="0">
            <a:spAutoFit/>
          </a:bodyPr>
          <a:lstStyle/>
          <a:p>
            <a:pPr algn="ctr"/>
            <a:r>
              <a:rPr lang="en-US" sz="900" dirty="0"/>
              <a:t>1368</a:t>
            </a:r>
          </a:p>
        </p:txBody>
      </p:sp>
      <p:sp>
        <p:nvSpPr>
          <p:cNvPr id="85" name="TextBox 84">
            <a:extLst>
              <a:ext uri="{FF2B5EF4-FFF2-40B4-BE49-F238E27FC236}">
                <a16:creationId xmlns:a16="http://schemas.microsoft.com/office/drawing/2014/main" id="{1044F316-4332-A90B-1EEA-57CFC65C819B}"/>
              </a:ext>
            </a:extLst>
          </p:cNvPr>
          <p:cNvSpPr txBox="1"/>
          <p:nvPr/>
        </p:nvSpPr>
        <p:spPr>
          <a:xfrm>
            <a:off x="3138310" y="1903821"/>
            <a:ext cx="570089" cy="230832"/>
          </a:xfrm>
          <a:prstGeom prst="rect">
            <a:avLst/>
          </a:prstGeom>
          <a:noFill/>
        </p:spPr>
        <p:txBody>
          <a:bodyPr wrap="square" rtlCol="0">
            <a:spAutoFit/>
          </a:bodyPr>
          <a:lstStyle/>
          <a:p>
            <a:pPr algn="ctr"/>
            <a:r>
              <a:rPr lang="en-US" sz="900" dirty="0"/>
              <a:t>57</a:t>
            </a:r>
          </a:p>
        </p:txBody>
      </p:sp>
      <p:sp>
        <p:nvSpPr>
          <p:cNvPr id="86" name="TextBox 85">
            <a:extLst>
              <a:ext uri="{FF2B5EF4-FFF2-40B4-BE49-F238E27FC236}">
                <a16:creationId xmlns:a16="http://schemas.microsoft.com/office/drawing/2014/main" id="{B0C94A68-4671-3C2F-8FB9-B51DB5BE1A57}"/>
              </a:ext>
            </a:extLst>
          </p:cNvPr>
          <p:cNvSpPr txBox="1"/>
          <p:nvPr/>
        </p:nvSpPr>
        <p:spPr>
          <a:xfrm>
            <a:off x="4143022" y="3406653"/>
            <a:ext cx="570089" cy="230832"/>
          </a:xfrm>
          <a:prstGeom prst="rect">
            <a:avLst/>
          </a:prstGeom>
          <a:noFill/>
        </p:spPr>
        <p:txBody>
          <a:bodyPr wrap="square" rtlCol="0">
            <a:spAutoFit/>
          </a:bodyPr>
          <a:lstStyle/>
          <a:p>
            <a:pPr algn="ctr"/>
            <a:r>
              <a:rPr lang="en-US" sz="900" dirty="0"/>
              <a:t>82</a:t>
            </a:r>
          </a:p>
        </p:txBody>
      </p:sp>
      <p:sp>
        <p:nvSpPr>
          <p:cNvPr id="87" name="TextBox 86">
            <a:extLst>
              <a:ext uri="{FF2B5EF4-FFF2-40B4-BE49-F238E27FC236}">
                <a16:creationId xmlns:a16="http://schemas.microsoft.com/office/drawing/2014/main" id="{E032CB84-B320-492E-D057-DFE11908CEFD}"/>
              </a:ext>
            </a:extLst>
          </p:cNvPr>
          <p:cNvSpPr txBox="1"/>
          <p:nvPr/>
        </p:nvSpPr>
        <p:spPr>
          <a:xfrm>
            <a:off x="3138310" y="3406653"/>
            <a:ext cx="570089" cy="230832"/>
          </a:xfrm>
          <a:prstGeom prst="rect">
            <a:avLst/>
          </a:prstGeom>
          <a:noFill/>
        </p:spPr>
        <p:txBody>
          <a:bodyPr wrap="square" rtlCol="0">
            <a:spAutoFit/>
          </a:bodyPr>
          <a:lstStyle/>
          <a:p>
            <a:pPr algn="ctr"/>
            <a:r>
              <a:rPr lang="en-US" sz="900" dirty="0"/>
              <a:t>235678</a:t>
            </a:r>
          </a:p>
        </p:txBody>
      </p:sp>
      <p:sp>
        <p:nvSpPr>
          <p:cNvPr id="88" name="TextBox 87">
            <a:extLst>
              <a:ext uri="{FF2B5EF4-FFF2-40B4-BE49-F238E27FC236}">
                <a16:creationId xmlns:a16="http://schemas.microsoft.com/office/drawing/2014/main" id="{A4A17D0B-1748-DB15-A5CC-BD7ED1963E9C}"/>
              </a:ext>
            </a:extLst>
          </p:cNvPr>
          <p:cNvSpPr txBox="1"/>
          <p:nvPr/>
        </p:nvSpPr>
        <p:spPr>
          <a:xfrm>
            <a:off x="4645378" y="4408541"/>
            <a:ext cx="570089" cy="230832"/>
          </a:xfrm>
          <a:prstGeom prst="rect">
            <a:avLst/>
          </a:prstGeom>
          <a:noFill/>
        </p:spPr>
        <p:txBody>
          <a:bodyPr wrap="square" rtlCol="0">
            <a:spAutoFit/>
          </a:bodyPr>
          <a:lstStyle/>
          <a:p>
            <a:pPr algn="ctr"/>
            <a:r>
              <a:rPr lang="en-US" sz="900" dirty="0"/>
              <a:t>12568</a:t>
            </a:r>
          </a:p>
        </p:txBody>
      </p:sp>
      <p:sp>
        <p:nvSpPr>
          <p:cNvPr id="89" name="TextBox 88">
            <a:extLst>
              <a:ext uri="{FF2B5EF4-FFF2-40B4-BE49-F238E27FC236}">
                <a16:creationId xmlns:a16="http://schemas.microsoft.com/office/drawing/2014/main" id="{A7829F89-89E1-CC6E-E484-C294AAB529D0}"/>
              </a:ext>
            </a:extLst>
          </p:cNvPr>
          <p:cNvSpPr txBox="1"/>
          <p:nvPr/>
        </p:nvSpPr>
        <p:spPr>
          <a:xfrm>
            <a:off x="4645378" y="4909484"/>
            <a:ext cx="570089" cy="230832"/>
          </a:xfrm>
          <a:prstGeom prst="rect">
            <a:avLst/>
          </a:prstGeom>
          <a:noFill/>
        </p:spPr>
        <p:txBody>
          <a:bodyPr wrap="square" rtlCol="0">
            <a:spAutoFit/>
          </a:bodyPr>
          <a:lstStyle/>
          <a:p>
            <a:pPr algn="ctr"/>
            <a:r>
              <a:rPr lang="en-US" sz="900" dirty="0"/>
              <a:t>23568</a:t>
            </a:r>
          </a:p>
        </p:txBody>
      </p:sp>
      <p:sp>
        <p:nvSpPr>
          <p:cNvPr id="90" name="TextBox 89">
            <a:extLst>
              <a:ext uri="{FF2B5EF4-FFF2-40B4-BE49-F238E27FC236}">
                <a16:creationId xmlns:a16="http://schemas.microsoft.com/office/drawing/2014/main" id="{F0B0CC1C-5B65-A694-068B-E79C744F416B}"/>
              </a:ext>
            </a:extLst>
          </p:cNvPr>
          <p:cNvSpPr txBox="1"/>
          <p:nvPr/>
        </p:nvSpPr>
        <p:spPr>
          <a:xfrm>
            <a:off x="5147734" y="4909484"/>
            <a:ext cx="570089" cy="230832"/>
          </a:xfrm>
          <a:prstGeom prst="rect">
            <a:avLst/>
          </a:prstGeom>
          <a:noFill/>
        </p:spPr>
        <p:txBody>
          <a:bodyPr wrap="square" rtlCol="0">
            <a:spAutoFit/>
          </a:bodyPr>
          <a:lstStyle/>
          <a:p>
            <a:pPr algn="ctr"/>
            <a:r>
              <a:rPr lang="en-US" sz="900" dirty="0"/>
              <a:t>235678</a:t>
            </a:r>
          </a:p>
        </p:txBody>
      </p:sp>
      <p:sp>
        <p:nvSpPr>
          <p:cNvPr id="91" name="TextBox 90">
            <a:extLst>
              <a:ext uri="{FF2B5EF4-FFF2-40B4-BE49-F238E27FC236}">
                <a16:creationId xmlns:a16="http://schemas.microsoft.com/office/drawing/2014/main" id="{8FE955B6-916D-6E96-D761-F721347C44F5}"/>
              </a:ext>
            </a:extLst>
          </p:cNvPr>
          <p:cNvSpPr txBox="1"/>
          <p:nvPr/>
        </p:nvSpPr>
        <p:spPr>
          <a:xfrm>
            <a:off x="5650090" y="4909484"/>
            <a:ext cx="570089" cy="230832"/>
          </a:xfrm>
          <a:prstGeom prst="rect">
            <a:avLst/>
          </a:prstGeom>
          <a:noFill/>
        </p:spPr>
        <p:txBody>
          <a:bodyPr wrap="square" rtlCol="0">
            <a:spAutoFit/>
          </a:bodyPr>
          <a:lstStyle/>
          <a:p>
            <a:pPr algn="ctr"/>
            <a:r>
              <a:rPr lang="en-US" sz="900" dirty="0"/>
              <a:t>23678</a:t>
            </a:r>
          </a:p>
        </p:txBody>
      </p:sp>
      <p:sp>
        <p:nvSpPr>
          <p:cNvPr id="92" name="TextBox 91">
            <a:extLst>
              <a:ext uri="{FF2B5EF4-FFF2-40B4-BE49-F238E27FC236}">
                <a16:creationId xmlns:a16="http://schemas.microsoft.com/office/drawing/2014/main" id="{02EC6B9A-FAD7-9860-FE08-7DC63118AE13}"/>
              </a:ext>
            </a:extLst>
          </p:cNvPr>
          <p:cNvSpPr txBox="1"/>
          <p:nvPr/>
        </p:nvSpPr>
        <p:spPr>
          <a:xfrm>
            <a:off x="6152446" y="4909484"/>
            <a:ext cx="570089" cy="230832"/>
          </a:xfrm>
          <a:prstGeom prst="rect">
            <a:avLst/>
          </a:prstGeom>
          <a:noFill/>
        </p:spPr>
        <p:txBody>
          <a:bodyPr wrap="square" rtlCol="0">
            <a:spAutoFit/>
          </a:bodyPr>
          <a:lstStyle/>
          <a:p>
            <a:pPr algn="ctr"/>
            <a:r>
              <a:rPr lang="en-US" sz="900" dirty="0"/>
              <a:t>235678</a:t>
            </a:r>
          </a:p>
        </p:txBody>
      </p:sp>
      <p:sp>
        <p:nvSpPr>
          <p:cNvPr id="93" name="TextBox 92">
            <a:extLst>
              <a:ext uri="{FF2B5EF4-FFF2-40B4-BE49-F238E27FC236}">
                <a16:creationId xmlns:a16="http://schemas.microsoft.com/office/drawing/2014/main" id="{A17DB4F8-262C-F53F-813D-9D713CBD0727}"/>
              </a:ext>
            </a:extLst>
          </p:cNvPr>
          <p:cNvSpPr txBox="1"/>
          <p:nvPr/>
        </p:nvSpPr>
        <p:spPr>
          <a:xfrm>
            <a:off x="6654802" y="4909484"/>
            <a:ext cx="570089" cy="230832"/>
          </a:xfrm>
          <a:prstGeom prst="rect">
            <a:avLst/>
          </a:prstGeom>
          <a:noFill/>
        </p:spPr>
        <p:txBody>
          <a:bodyPr wrap="square" rtlCol="0">
            <a:spAutoFit/>
          </a:bodyPr>
          <a:lstStyle/>
          <a:p>
            <a:pPr algn="ctr"/>
            <a:r>
              <a:rPr lang="en-US" sz="900" dirty="0"/>
              <a:t>235678</a:t>
            </a:r>
          </a:p>
        </p:txBody>
      </p:sp>
      <p:sp>
        <p:nvSpPr>
          <p:cNvPr id="94" name="TextBox 93">
            <a:extLst>
              <a:ext uri="{FF2B5EF4-FFF2-40B4-BE49-F238E27FC236}">
                <a16:creationId xmlns:a16="http://schemas.microsoft.com/office/drawing/2014/main" id="{F4D0515E-C144-AB5C-7494-CD2599BF69F8}"/>
              </a:ext>
            </a:extLst>
          </p:cNvPr>
          <p:cNvSpPr txBox="1"/>
          <p:nvPr/>
        </p:nvSpPr>
        <p:spPr>
          <a:xfrm>
            <a:off x="6152446" y="2905709"/>
            <a:ext cx="570089" cy="230832"/>
          </a:xfrm>
          <a:prstGeom prst="rect">
            <a:avLst/>
          </a:prstGeom>
          <a:noFill/>
        </p:spPr>
        <p:txBody>
          <a:bodyPr wrap="square" rtlCol="0">
            <a:spAutoFit/>
          </a:bodyPr>
          <a:lstStyle/>
          <a:p>
            <a:pPr algn="ctr"/>
            <a:r>
              <a:rPr lang="en-US" sz="900" dirty="0"/>
              <a:t>2357</a:t>
            </a:r>
          </a:p>
        </p:txBody>
      </p:sp>
      <p:sp>
        <p:nvSpPr>
          <p:cNvPr id="95" name="TextBox 94">
            <a:extLst>
              <a:ext uri="{FF2B5EF4-FFF2-40B4-BE49-F238E27FC236}">
                <a16:creationId xmlns:a16="http://schemas.microsoft.com/office/drawing/2014/main" id="{BF196A07-A024-A694-EB56-10DFFD1AE721}"/>
              </a:ext>
            </a:extLst>
          </p:cNvPr>
          <p:cNvSpPr txBox="1"/>
          <p:nvPr/>
        </p:nvSpPr>
        <p:spPr>
          <a:xfrm>
            <a:off x="3640666" y="2905709"/>
            <a:ext cx="570089" cy="230832"/>
          </a:xfrm>
          <a:prstGeom prst="rect">
            <a:avLst/>
          </a:prstGeom>
          <a:noFill/>
        </p:spPr>
        <p:txBody>
          <a:bodyPr wrap="square" rtlCol="0">
            <a:spAutoFit/>
          </a:bodyPr>
          <a:lstStyle/>
          <a:p>
            <a:pPr algn="ctr"/>
            <a:r>
              <a:rPr lang="en-US" sz="900" dirty="0"/>
              <a:t>123578</a:t>
            </a:r>
          </a:p>
        </p:txBody>
      </p:sp>
      <p:sp>
        <p:nvSpPr>
          <p:cNvPr id="96" name="TextBox 95">
            <a:extLst>
              <a:ext uri="{FF2B5EF4-FFF2-40B4-BE49-F238E27FC236}">
                <a16:creationId xmlns:a16="http://schemas.microsoft.com/office/drawing/2014/main" id="{13284491-058F-20FA-8E78-FBEA9597296C}"/>
              </a:ext>
            </a:extLst>
          </p:cNvPr>
          <p:cNvSpPr txBox="1"/>
          <p:nvPr/>
        </p:nvSpPr>
        <p:spPr>
          <a:xfrm>
            <a:off x="5650090" y="2905709"/>
            <a:ext cx="570089" cy="230832"/>
          </a:xfrm>
          <a:prstGeom prst="rect">
            <a:avLst/>
          </a:prstGeom>
          <a:noFill/>
        </p:spPr>
        <p:txBody>
          <a:bodyPr wrap="square" rtlCol="0">
            <a:spAutoFit/>
          </a:bodyPr>
          <a:lstStyle/>
          <a:p>
            <a:pPr algn="ctr"/>
            <a:r>
              <a:rPr lang="en-US" sz="900" dirty="0"/>
              <a:t>12378</a:t>
            </a:r>
          </a:p>
        </p:txBody>
      </p:sp>
      <p:sp>
        <p:nvSpPr>
          <p:cNvPr id="97" name="TextBox 96">
            <a:extLst>
              <a:ext uri="{FF2B5EF4-FFF2-40B4-BE49-F238E27FC236}">
                <a16:creationId xmlns:a16="http://schemas.microsoft.com/office/drawing/2014/main" id="{DD0B88FE-ED3E-DB8E-35FD-F719ADDB5D62}"/>
              </a:ext>
            </a:extLst>
          </p:cNvPr>
          <p:cNvSpPr txBox="1"/>
          <p:nvPr/>
        </p:nvSpPr>
        <p:spPr>
          <a:xfrm>
            <a:off x="3138310" y="2905709"/>
            <a:ext cx="570089" cy="230832"/>
          </a:xfrm>
          <a:prstGeom prst="rect">
            <a:avLst/>
          </a:prstGeom>
          <a:noFill/>
        </p:spPr>
        <p:txBody>
          <a:bodyPr wrap="square" rtlCol="0">
            <a:spAutoFit/>
          </a:bodyPr>
          <a:lstStyle/>
          <a:p>
            <a:pPr algn="ctr"/>
            <a:r>
              <a:rPr lang="en-US" sz="900" dirty="0"/>
              <a:t>123578</a:t>
            </a:r>
          </a:p>
        </p:txBody>
      </p:sp>
      <p:sp>
        <p:nvSpPr>
          <p:cNvPr id="98" name="TextBox 97">
            <a:extLst>
              <a:ext uri="{FF2B5EF4-FFF2-40B4-BE49-F238E27FC236}">
                <a16:creationId xmlns:a16="http://schemas.microsoft.com/office/drawing/2014/main" id="{CAE0AFBF-8F81-23B9-DB73-FA3CA269BDB7}"/>
              </a:ext>
            </a:extLst>
          </p:cNvPr>
          <p:cNvSpPr txBox="1"/>
          <p:nvPr/>
        </p:nvSpPr>
        <p:spPr>
          <a:xfrm>
            <a:off x="4645378" y="2404765"/>
            <a:ext cx="570089" cy="230832"/>
          </a:xfrm>
          <a:prstGeom prst="rect">
            <a:avLst/>
          </a:prstGeom>
          <a:noFill/>
        </p:spPr>
        <p:txBody>
          <a:bodyPr wrap="square" rtlCol="0">
            <a:spAutoFit/>
          </a:bodyPr>
          <a:lstStyle/>
          <a:p>
            <a:pPr algn="ctr"/>
            <a:r>
              <a:rPr lang="en-US" sz="900" dirty="0"/>
              <a:t>12356</a:t>
            </a:r>
          </a:p>
        </p:txBody>
      </p:sp>
      <p:sp>
        <p:nvSpPr>
          <p:cNvPr id="99" name="TextBox 98">
            <a:extLst>
              <a:ext uri="{FF2B5EF4-FFF2-40B4-BE49-F238E27FC236}">
                <a16:creationId xmlns:a16="http://schemas.microsoft.com/office/drawing/2014/main" id="{133FE53F-20F5-BCF9-B78D-5CD96FA52D52}"/>
              </a:ext>
            </a:extLst>
          </p:cNvPr>
          <p:cNvSpPr txBox="1"/>
          <p:nvPr/>
        </p:nvSpPr>
        <p:spPr>
          <a:xfrm>
            <a:off x="3138310" y="2404765"/>
            <a:ext cx="570089" cy="230832"/>
          </a:xfrm>
          <a:prstGeom prst="rect">
            <a:avLst/>
          </a:prstGeom>
          <a:noFill/>
        </p:spPr>
        <p:txBody>
          <a:bodyPr wrap="square" rtlCol="0">
            <a:spAutoFit/>
          </a:bodyPr>
          <a:lstStyle/>
          <a:p>
            <a:pPr algn="ctr"/>
            <a:r>
              <a:rPr lang="en-US" sz="900" dirty="0"/>
              <a:t>123567</a:t>
            </a:r>
          </a:p>
        </p:txBody>
      </p:sp>
      <p:sp>
        <p:nvSpPr>
          <p:cNvPr id="100" name="TextBox 99">
            <a:extLst>
              <a:ext uri="{FF2B5EF4-FFF2-40B4-BE49-F238E27FC236}">
                <a16:creationId xmlns:a16="http://schemas.microsoft.com/office/drawing/2014/main" id="{CB9A9577-83B0-4749-2708-FB45D4DC95CB}"/>
              </a:ext>
            </a:extLst>
          </p:cNvPr>
          <p:cNvSpPr txBox="1"/>
          <p:nvPr/>
        </p:nvSpPr>
        <p:spPr>
          <a:xfrm>
            <a:off x="4645378" y="3907597"/>
            <a:ext cx="570089" cy="230832"/>
          </a:xfrm>
          <a:prstGeom prst="rect">
            <a:avLst/>
          </a:prstGeom>
          <a:noFill/>
        </p:spPr>
        <p:txBody>
          <a:bodyPr wrap="square" rtlCol="0">
            <a:spAutoFit/>
          </a:bodyPr>
          <a:lstStyle/>
          <a:p>
            <a:pPr algn="ctr"/>
            <a:r>
              <a:rPr lang="en-US" sz="900" dirty="0"/>
              <a:t>123568</a:t>
            </a:r>
          </a:p>
        </p:txBody>
      </p:sp>
    </p:spTree>
    <p:extLst>
      <p:ext uri="{BB962C8B-B14F-4D97-AF65-F5344CB8AC3E}">
        <p14:creationId xmlns:p14="http://schemas.microsoft.com/office/powerpoint/2010/main" val="2513617456"/>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4FC9908-BF78-E263-9EAC-61B7F4B5C129}"/>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1E2FFA7C-3963-E5D0-C889-3A49955AE177}"/>
              </a:ext>
            </a:extLst>
          </p:cNvPr>
          <p:cNvSpPr>
            <a:spLocks noGrp="1"/>
          </p:cNvSpPr>
          <p:nvPr>
            <p:ph sz="half" idx="1"/>
          </p:nvPr>
        </p:nvSpPr>
        <p:spPr/>
        <p:txBody>
          <a:bodyPr>
            <a:normAutofit/>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5D3DD423-9D16-6269-59D3-D8D2AF30824E}"/>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21124BAB-2DE9-626A-8960-446B9022C4F5}"/>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0CF3A7A3-BCF3-49F8-86AB-6DB1117F838A}"/>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2261BD59-C7B9-2CD9-2102-22AE5A0B9509}"/>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5A505009-5D9D-8BF5-02D7-917D90917641}"/>
              </a:ext>
            </a:extLst>
          </p:cNvPr>
          <p:cNvSpPr txBox="1"/>
          <p:nvPr/>
        </p:nvSpPr>
        <p:spPr>
          <a:xfrm>
            <a:off x="4715935" y="1224551"/>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8" name="TextBox 7">
            <a:extLst>
              <a:ext uri="{FF2B5EF4-FFF2-40B4-BE49-F238E27FC236}">
                <a16:creationId xmlns:a16="http://schemas.microsoft.com/office/drawing/2014/main" id="{E6A14E4F-72B0-9F4F-A085-289AB0F41A3C}"/>
              </a:ext>
            </a:extLst>
          </p:cNvPr>
          <p:cNvSpPr txBox="1"/>
          <p:nvPr/>
        </p:nvSpPr>
        <p:spPr>
          <a:xfrm>
            <a:off x="6214537" y="122455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9" name="TextBox 8">
            <a:extLst>
              <a:ext uri="{FF2B5EF4-FFF2-40B4-BE49-F238E27FC236}">
                <a16:creationId xmlns:a16="http://schemas.microsoft.com/office/drawing/2014/main" id="{5B8A1452-F01B-BA55-BDEC-5681749D9E1F}"/>
              </a:ext>
            </a:extLst>
          </p:cNvPr>
          <p:cNvSpPr txBox="1"/>
          <p:nvPr/>
        </p:nvSpPr>
        <p:spPr>
          <a:xfrm>
            <a:off x="6714071" y="1224551"/>
            <a:ext cx="462845" cy="584775"/>
          </a:xfrm>
          <a:prstGeom prst="rect">
            <a:avLst/>
          </a:prstGeom>
          <a:solidFill>
            <a:srgbClr val="FFFF00">
              <a:alpha val="30000"/>
            </a:srgbClr>
          </a:solidFill>
        </p:spPr>
        <p:txBody>
          <a:bodyPr wrap="square" rtlCol="0">
            <a:spAutoFit/>
          </a:bodyPr>
          <a:lstStyle/>
          <a:p>
            <a:pPr algn="ctr"/>
            <a:r>
              <a:rPr lang="en-US" sz="3200" dirty="0"/>
              <a:t>9</a:t>
            </a:r>
          </a:p>
        </p:txBody>
      </p:sp>
      <p:sp>
        <p:nvSpPr>
          <p:cNvPr id="10" name="TextBox 9">
            <a:extLst>
              <a:ext uri="{FF2B5EF4-FFF2-40B4-BE49-F238E27FC236}">
                <a16:creationId xmlns:a16="http://schemas.microsoft.com/office/drawing/2014/main" id="{8D666539-AA7C-88B4-3858-B95D592F5178}"/>
              </a:ext>
            </a:extLst>
          </p:cNvPr>
          <p:cNvSpPr txBox="1"/>
          <p:nvPr/>
        </p:nvSpPr>
        <p:spPr>
          <a:xfrm>
            <a:off x="7213604" y="122455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11" name="TextBox 10">
            <a:extLst>
              <a:ext uri="{FF2B5EF4-FFF2-40B4-BE49-F238E27FC236}">
                <a16:creationId xmlns:a16="http://schemas.microsoft.com/office/drawing/2014/main" id="{95A08312-531A-3A38-304E-0EEFB7B31625}"/>
              </a:ext>
            </a:extLst>
          </p:cNvPr>
          <p:cNvSpPr txBox="1"/>
          <p:nvPr/>
        </p:nvSpPr>
        <p:spPr>
          <a:xfrm>
            <a:off x="6714071" y="721216"/>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12" name="TextBox 11">
            <a:extLst>
              <a:ext uri="{FF2B5EF4-FFF2-40B4-BE49-F238E27FC236}">
                <a16:creationId xmlns:a16="http://schemas.microsoft.com/office/drawing/2014/main" id="{79C366F2-A1A8-86D3-C50A-9C5DB8F250A8}"/>
              </a:ext>
            </a:extLst>
          </p:cNvPr>
          <p:cNvSpPr txBox="1"/>
          <p:nvPr/>
        </p:nvSpPr>
        <p:spPr>
          <a:xfrm>
            <a:off x="7213604" y="721216"/>
            <a:ext cx="462845" cy="584775"/>
          </a:xfrm>
          <a:prstGeom prst="rect">
            <a:avLst/>
          </a:prstGeom>
          <a:solidFill>
            <a:srgbClr val="FF0000">
              <a:alpha val="30000"/>
            </a:srgbClr>
          </a:solidFill>
        </p:spPr>
        <p:txBody>
          <a:bodyPr wrap="square" rtlCol="0">
            <a:spAutoFit/>
          </a:bodyPr>
          <a:lstStyle/>
          <a:p>
            <a:pPr algn="ctr"/>
            <a:r>
              <a:rPr lang="en-US" sz="3200" dirty="0"/>
              <a:t>3</a:t>
            </a:r>
          </a:p>
        </p:txBody>
      </p:sp>
      <p:sp>
        <p:nvSpPr>
          <p:cNvPr id="13" name="TextBox 12">
            <a:extLst>
              <a:ext uri="{FF2B5EF4-FFF2-40B4-BE49-F238E27FC236}">
                <a16:creationId xmlns:a16="http://schemas.microsoft.com/office/drawing/2014/main" id="{A6DC8877-6AD3-652E-04E8-DC92C63141EA}"/>
              </a:ext>
            </a:extLst>
          </p:cNvPr>
          <p:cNvSpPr txBox="1"/>
          <p:nvPr/>
        </p:nvSpPr>
        <p:spPr>
          <a:xfrm>
            <a:off x="4216401" y="1727886"/>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14" name="TextBox 13">
            <a:extLst>
              <a:ext uri="{FF2B5EF4-FFF2-40B4-BE49-F238E27FC236}">
                <a16:creationId xmlns:a16="http://schemas.microsoft.com/office/drawing/2014/main" id="{F5CDECCC-839C-22E4-AC0D-80F7A9A7CFE6}"/>
              </a:ext>
            </a:extLst>
          </p:cNvPr>
          <p:cNvSpPr txBox="1"/>
          <p:nvPr/>
        </p:nvSpPr>
        <p:spPr>
          <a:xfrm>
            <a:off x="5215469" y="1727886"/>
            <a:ext cx="462845" cy="584775"/>
          </a:xfrm>
          <a:prstGeom prst="rect">
            <a:avLst/>
          </a:prstGeom>
          <a:solidFill>
            <a:srgbClr val="00B050">
              <a:alpha val="40000"/>
            </a:srgbClr>
          </a:solidFill>
        </p:spPr>
        <p:txBody>
          <a:bodyPr wrap="square" rtlCol="0">
            <a:spAutoFit/>
          </a:bodyPr>
          <a:lstStyle/>
          <a:p>
            <a:pPr algn="ctr"/>
            <a:r>
              <a:rPr lang="en-US" sz="3200" dirty="0"/>
              <a:t>9</a:t>
            </a:r>
          </a:p>
        </p:txBody>
      </p:sp>
      <p:sp>
        <p:nvSpPr>
          <p:cNvPr id="15" name="TextBox 14">
            <a:extLst>
              <a:ext uri="{FF2B5EF4-FFF2-40B4-BE49-F238E27FC236}">
                <a16:creationId xmlns:a16="http://schemas.microsoft.com/office/drawing/2014/main" id="{5B212AE9-A100-492C-100A-1D7187296283}"/>
              </a:ext>
            </a:extLst>
          </p:cNvPr>
          <p:cNvSpPr txBox="1"/>
          <p:nvPr/>
        </p:nvSpPr>
        <p:spPr>
          <a:xfrm>
            <a:off x="6214537" y="1727886"/>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16" name="TextBox 15">
            <a:extLst>
              <a:ext uri="{FF2B5EF4-FFF2-40B4-BE49-F238E27FC236}">
                <a16:creationId xmlns:a16="http://schemas.microsoft.com/office/drawing/2014/main" id="{51E5232E-7BCC-6F3D-50BE-597EBE6F5005}"/>
              </a:ext>
            </a:extLst>
          </p:cNvPr>
          <p:cNvSpPr txBox="1"/>
          <p:nvPr/>
        </p:nvSpPr>
        <p:spPr>
          <a:xfrm>
            <a:off x="6714071" y="172788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17" name="TextBox 16">
            <a:extLst>
              <a:ext uri="{FF2B5EF4-FFF2-40B4-BE49-F238E27FC236}">
                <a16:creationId xmlns:a16="http://schemas.microsoft.com/office/drawing/2014/main" id="{721293FE-2FF4-F92A-D5C3-2E4602D7EE2F}"/>
              </a:ext>
            </a:extLst>
          </p:cNvPr>
          <p:cNvSpPr txBox="1"/>
          <p:nvPr/>
        </p:nvSpPr>
        <p:spPr>
          <a:xfrm>
            <a:off x="3716867" y="223122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18" name="TextBox 17">
            <a:extLst>
              <a:ext uri="{FF2B5EF4-FFF2-40B4-BE49-F238E27FC236}">
                <a16:creationId xmlns:a16="http://schemas.microsoft.com/office/drawing/2014/main" id="{527FE0FA-5B29-ED56-F402-6F6AA2B95ED7}"/>
              </a:ext>
            </a:extLst>
          </p:cNvPr>
          <p:cNvSpPr txBox="1"/>
          <p:nvPr/>
        </p:nvSpPr>
        <p:spPr>
          <a:xfrm>
            <a:off x="5215469" y="2231221"/>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19" name="TextBox 18">
            <a:extLst>
              <a:ext uri="{FF2B5EF4-FFF2-40B4-BE49-F238E27FC236}">
                <a16:creationId xmlns:a16="http://schemas.microsoft.com/office/drawing/2014/main" id="{9A452C02-225D-D8E5-0325-F2D99C843FE1}"/>
              </a:ext>
            </a:extLst>
          </p:cNvPr>
          <p:cNvSpPr txBox="1"/>
          <p:nvPr/>
        </p:nvSpPr>
        <p:spPr>
          <a:xfrm>
            <a:off x="5715003" y="2231221"/>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20" name="TextBox 19">
            <a:extLst>
              <a:ext uri="{FF2B5EF4-FFF2-40B4-BE49-F238E27FC236}">
                <a16:creationId xmlns:a16="http://schemas.microsoft.com/office/drawing/2014/main" id="{A811CF24-8BBF-BE5B-20DF-364633B7F552}"/>
              </a:ext>
            </a:extLst>
          </p:cNvPr>
          <p:cNvSpPr txBox="1"/>
          <p:nvPr/>
        </p:nvSpPr>
        <p:spPr>
          <a:xfrm>
            <a:off x="6214537" y="2231221"/>
            <a:ext cx="462845" cy="584775"/>
          </a:xfrm>
          <a:prstGeom prst="rect">
            <a:avLst/>
          </a:prstGeom>
          <a:solidFill>
            <a:srgbClr val="FF0000">
              <a:alpha val="30000"/>
            </a:srgbClr>
          </a:solidFill>
        </p:spPr>
        <p:txBody>
          <a:bodyPr wrap="square" rtlCol="0">
            <a:spAutoFit/>
          </a:bodyPr>
          <a:lstStyle/>
          <a:p>
            <a:pPr algn="ctr"/>
            <a:r>
              <a:rPr lang="en-US" sz="3200" dirty="0"/>
              <a:t>4</a:t>
            </a:r>
          </a:p>
        </p:txBody>
      </p:sp>
      <p:sp>
        <p:nvSpPr>
          <p:cNvPr id="21" name="TextBox 20">
            <a:extLst>
              <a:ext uri="{FF2B5EF4-FFF2-40B4-BE49-F238E27FC236}">
                <a16:creationId xmlns:a16="http://schemas.microsoft.com/office/drawing/2014/main" id="{ED231CD6-7A53-CA61-A425-53E8AD2C55E6}"/>
              </a:ext>
            </a:extLst>
          </p:cNvPr>
          <p:cNvSpPr txBox="1"/>
          <p:nvPr/>
        </p:nvSpPr>
        <p:spPr>
          <a:xfrm>
            <a:off x="6714071" y="223122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2" name="TextBox 21">
            <a:extLst>
              <a:ext uri="{FF2B5EF4-FFF2-40B4-BE49-F238E27FC236}">
                <a16:creationId xmlns:a16="http://schemas.microsoft.com/office/drawing/2014/main" id="{40577C2A-85BB-B642-55AC-88516D170518}"/>
              </a:ext>
            </a:extLst>
          </p:cNvPr>
          <p:cNvSpPr txBox="1"/>
          <p:nvPr/>
        </p:nvSpPr>
        <p:spPr>
          <a:xfrm>
            <a:off x="4216401" y="2734556"/>
            <a:ext cx="462845" cy="584775"/>
          </a:xfrm>
          <a:prstGeom prst="rect">
            <a:avLst/>
          </a:prstGeom>
          <a:solidFill>
            <a:srgbClr val="FF0000">
              <a:alpha val="30000"/>
            </a:srgbClr>
          </a:solidFill>
        </p:spPr>
        <p:txBody>
          <a:bodyPr wrap="square" rtlCol="0">
            <a:spAutoFit/>
          </a:bodyPr>
          <a:lstStyle/>
          <a:p>
            <a:pPr algn="ctr"/>
            <a:r>
              <a:rPr lang="en-US" sz="3200" dirty="0"/>
              <a:t>4</a:t>
            </a:r>
          </a:p>
        </p:txBody>
      </p:sp>
      <p:sp>
        <p:nvSpPr>
          <p:cNvPr id="23" name="TextBox 22">
            <a:extLst>
              <a:ext uri="{FF2B5EF4-FFF2-40B4-BE49-F238E27FC236}">
                <a16:creationId xmlns:a16="http://schemas.microsoft.com/office/drawing/2014/main" id="{8A18E8CD-5229-2AD3-8ED9-0B5208C16C60}"/>
              </a:ext>
            </a:extLst>
          </p:cNvPr>
          <p:cNvSpPr txBox="1"/>
          <p:nvPr/>
        </p:nvSpPr>
        <p:spPr>
          <a:xfrm>
            <a:off x="5215469" y="2734556"/>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4" name="TextBox 23">
            <a:extLst>
              <a:ext uri="{FF2B5EF4-FFF2-40B4-BE49-F238E27FC236}">
                <a16:creationId xmlns:a16="http://schemas.microsoft.com/office/drawing/2014/main" id="{66FDA972-ACA5-8E4D-E3AF-436CDD9AD3B9}"/>
              </a:ext>
            </a:extLst>
          </p:cNvPr>
          <p:cNvSpPr txBox="1"/>
          <p:nvPr/>
        </p:nvSpPr>
        <p:spPr>
          <a:xfrm>
            <a:off x="6714071" y="2734556"/>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25" name="TextBox 24">
            <a:extLst>
              <a:ext uri="{FF2B5EF4-FFF2-40B4-BE49-F238E27FC236}">
                <a16:creationId xmlns:a16="http://schemas.microsoft.com/office/drawing/2014/main" id="{DAFCFE36-9B29-9013-CF19-C474A599A3B2}"/>
              </a:ext>
            </a:extLst>
          </p:cNvPr>
          <p:cNvSpPr txBox="1"/>
          <p:nvPr/>
        </p:nvSpPr>
        <p:spPr>
          <a:xfrm>
            <a:off x="3716867" y="323789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6" name="TextBox 25">
            <a:extLst>
              <a:ext uri="{FF2B5EF4-FFF2-40B4-BE49-F238E27FC236}">
                <a16:creationId xmlns:a16="http://schemas.microsoft.com/office/drawing/2014/main" id="{0285284C-FE6E-1682-7985-FAE367A082A0}"/>
              </a:ext>
            </a:extLst>
          </p:cNvPr>
          <p:cNvSpPr txBox="1"/>
          <p:nvPr/>
        </p:nvSpPr>
        <p:spPr>
          <a:xfrm>
            <a:off x="4715935" y="323789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27" name="TextBox 26">
            <a:extLst>
              <a:ext uri="{FF2B5EF4-FFF2-40B4-BE49-F238E27FC236}">
                <a16:creationId xmlns:a16="http://schemas.microsoft.com/office/drawing/2014/main" id="{270D9F25-8FF0-ED47-C948-CE8795CFFF7C}"/>
              </a:ext>
            </a:extLst>
          </p:cNvPr>
          <p:cNvSpPr txBox="1"/>
          <p:nvPr/>
        </p:nvSpPr>
        <p:spPr>
          <a:xfrm>
            <a:off x="5215469" y="323789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28" name="TextBox 27">
            <a:extLst>
              <a:ext uri="{FF2B5EF4-FFF2-40B4-BE49-F238E27FC236}">
                <a16:creationId xmlns:a16="http://schemas.microsoft.com/office/drawing/2014/main" id="{67FD34A5-D862-F3C3-B5E2-6F542B85B466}"/>
              </a:ext>
            </a:extLst>
          </p:cNvPr>
          <p:cNvSpPr txBox="1"/>
          <p:nvPr/>
        </p:nvSpPr>
        <p:spPr>
          <a:xfrm>
            <a:off x="7213604" y="3237891"/>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29" name="TextBox 28">
            <a:extLst>
              <a:ext uri="{FF2B5EF4-FFF2-40B4-BE49-F238E27FC236}">
                <a16:creationId xmlns:a16="http://schemas.microsoft.com/office/drawing/2014/main" id="{D061F596-9040-7F39-7B35-CF4C381739A2}"/>
              </a:ext>
            </a:extLst>
          </p:cNvPr>
          <p:cNvSpPr txBox="1"/>
          <p:nvPr/>
        </p:nvSpPr>
        <p:spPr>
          <a:xfrm>
            <a:off x="3217333" y="3741226"/>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30" name="TextBox 29">
            <a:extLst>
              <a:ext uri="{FF2B5EF4-FFF2-40B4-BE49-F238E27FC236}">
                <a16:creationId xmlns:a16="http://schemas.microsoft.com/office/drawing/2014/main" id="{21E56FD6-2305-1E09-D28B-538614169413}"/>
              </a:ext>
            </a:extLst>
          </p:cNvPr>
          <p:cNvSpPr txBox="1"/>
          <p:nvPr/>
        </p:nvSpPr>
        <p:spPr>
          <a:xfrm>
            <a:off x="3716867" y="374122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31" name="TextBox 30">
            <a:extLst>
              <a:ext uri="{FF2B5EF4-FFF2-40B4-BE49-F238E27FC236}">
                <a16:creationId xmlns:a16="http://schemas.microsoft.com/office/drawing/2014/main" id="{87C7C5A5-0312-6CCB-E998-DDD3B984BBC8}"/>
              </a:ext>
            </a:extLst>
          </p:cNvPr>
          <p:cNvSpPr txBox="1"/>
          <p:nvPr/>
        </p:nvSpPr>
        <p:spPr>
          <a:xfrm>
            <a:off x="5715003" y="3741226"/>
            <a:ext cx="462845" cy="584775"/>
          </a:xfrm>
          <a:prstGeom prst="rect">
            <a:avLst/>
          </a:prstGeom>
          <a:solidFill>
            <a:srgbClr val="FFFF00">
              <a:alpha val="30000"/>
            </a:srgbClr>
          </a:solidFill>
        </p:spPr>
        <p:txBody>
          <a:bodyPr wrap="square" rtlCol="0">
            <a:spAutoFit/>
          </a:bodyPr>
          <a:lstStyle/>
          <a:p>
            <a:pPr algn="ctr"/>
            <a:r>
              <a:rPr lang="en-US" sz="3200" dirty="0"/>
              <a:t>9</a:t>
            </a:r>
          </a:p>
        </p:txBody>
      </p:sp>
      <p:sp>
        <p:nvSpPr>
          <p:cNvPr id="32" name="TextBox 31">
            <a:extLst>
              <a:ext uri="{FF2B5EF4-FFF2-40B4-BE49-F238E27FC236}">
                <a16:creationId xmlns:a16="http://schemas.microsoft.com/office/drawing/2014/main" id="{7C465175-EEC0-1189-43B1-06B73DEC876A}"/>
              </a:ext>
            </a:extLst>
          </p:cNvPr>
          <p:cNvSpPr txBox="1"/>
          <p:nvPr/>
        </p:nvSpPr>
        <p:spPr>
          <a:xfrm>
            <a:off x="6214537" y="3741226"/>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33" name="TextBox 32">
            <a:extLst>
              <a:ext uri="{FF2B5EF4-FFF2-40B4-BE49-F238E27FC236}">
                <a16:creationId xmlns:a16="http://schemas.microsoft.com/office/drawing/2014/main" id="{C2148DEF-6A41-B132-8FD5-20FB991E8AC0}"/>
              </a:ext>
            </a:extLst>
          </p:cNvPr>
          <p:cNvSpPr txBox="1"/>
          <p:nvPr/>
        </p:nvSpPr>
        <p:spPr>
          <a:xfrm>
            <a:off x="6714071" y="374122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34" name="TextBox 33">
            <a:extLst>
              <a:ext uri="{FF2B5EF4-FFF2-40B4-BE49-F238E27FC236}">
                <a16:creationId xmlns:a16="http://schemas.microsoft.com/office/drawing/2014/main" id="{4278B8D7-5024-D27D-5ADA-ADCF9461D058}"/>
              </a:ext>
            </a:extLst>
          </p:cNvPr>
          <p:cNvSpPr txBox="1"/>
          <p:nvPr/>
        </p:nvSpPr>
        <p:spPr>
          <a:xfrm>
            <a:off x="7213604" y="3741226"/>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35" name="TextBox 34">
            <a:extLst>
              <a:ext uri="{FF2B5EF4-FFF2-40B4-BE49-F238E27FC236}">
                <a16:creationId xmlns:a16="http://schemas.microsoft.com/office/drawing/2014/main" id="{BDB27FF6-BE6C-B6AC-B253-B333271A1CDC}"/>
              </a:ext>
            </a:extLst>
          </p:cNvPr>
          <p:cNvSpPr txBox="1"/>
          <p:nvPr/>
        </p:nvSpPr>
        <p:spPr>
          <a:xfrm>
            <a:off x="3217333" y="424456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36" name="TextBox 35">
            <a:extLst>
              <a:ext uri="{FF2B5EF4-FFF2-40B4-BE49-F238E27FC236}">
                <a16:creationId xmlns:a16="http://schemas.microsoft.com/office/drawing/2014/main" id="{2A1028C6-91C2-6162-F3D0-8E9152B802EF}"/>
              </a:ext>
            </a:extLst>
          </p:cNvPr>
          <p:cNvSpPr txBox="1"/>
          <p:nvPr/>
        </p:nvSpPr>
        <p:spPr>
          <a:xfrm>
            <a:off x="4216401" y="4244561"/>
            <a:ext cx="462845" cy="584775"/>
          </a:xfrm>
          <a:prstGeom prst="rect">
            <a:avLst/>
          </a:prstGeom>
          <a:solidFill>
            <a:srgbClr val="FF0000">
              <a:alpha val="30000"/>
            </a:srgbClr>
          </a:solidFill>
        </p:spPr>
        <p:txBody>
          <a:bodyPr wrap="square" rtlCol="0">
            <a:spAutoFit/>
          </a:bodyPr>
          <a:lstStyle/>
          <a:p>
            <a:pPr algn="ctr"/>
            <a:r>
              <a:rPr lang="en-US" sz="3200" dirty="0"/>
              <a:t>3</a:t>
            </a:r>
          </a:p>
        </p:txBody>
      </p:sp>
      <p:sp>
        <p:nvSpPr>
          <p:cNvPr id="37" name="TextBox 36">
            <a:extLst>
              <a:ext uri="{FF2B5EF4-FFF2-40B4-BE49-F238E27FC236}">
                <a16:creationId xmlns:a16="http://schemas.microsoft.com/office/drawing/2014/main" id="{26CBF81F-1889-CBAC-BE56-CD173D100501}"/>
              </a:ext>
            </a:extLst>
          </p:cNvPr>
          <p:cNvSpPr txBox="1"/>
          <p:nvPr/>
        </p:nvSpPr>
        <p:spPr>
          <a:xfrm>
            <a:off x="5715003" y="424456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38" name="TextBox 37">
            <a:extLst>
              <a:ext uri="{FF2B5EF4-FFF2-40B4-BE49-F238E27FC236}">
                <a16:creationId xmlns:a16="http://schemas.microsoft.com/office/drawing/2014/main" id="{3BFDD3FC-7E94-40E1-8291-B257D064F1A8}"/>
              </a:ext>
            </a:extLst>
          </p:cNvPr>
          <p:cNvSpPr txBox="1"/>
          <p:nvPr/>
        </p:nvSpPr>
        <p:spPr>
          <a:xfrm>
            <a:off x="6214537" y="424456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39" name="TextBox 38">
            <a:extLst>
              <a:ext uri="{FF2B5EF4-FFF2-40B4-BE49-F238E27FC236}">
                <a16:creationId xmlns:a16="http://schemas.microsoft.com/office/drawing/2014/main" id="{146F34A1-7317-D78E-021C-DFBC69EC2365}"/>
              </a:ext>
            </a:extLst>
          </p:cNvPr>
          <p:cNvSpPr txBox="1"/>
          <p:nvPr/>
        </p:nvSpPr>
        <p:spPr>
          <a:xfrm>
            <a:off x="6714071" y="4244561"/>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40" name="TextBox 39">
            <a:extLst>
              <a:ext uri="{FF2B5EF4-FFF2-40B4-BE49-F238E27FC236}">
                <a16:creationId xmlns:a16="http://schemas.microsoft.com/office/drawing/2014/main" id="{D6CB587F-7BB5-AD6F-651C-9B91D5CD2A76}"/>
              </a:ext>
            </a:extLst>
          </p:cNvPr>
          <p:cNvSpPr txBox="1"/>
          <p:nvPr/>
        </p:nvSpPr>
        <p:spPr>
          <a:xfrm>
            <a:off x="7213604" y="4244561"/>
            <a:ext cx="462845" cy="584775"/>
          </a:xfrm>
          <a:prstGeom prst="rect">
            <a:avLst/>
          </a:prstGeom>
          <a:solidFill>
            <a:srgbClr val="00B050">
              <a:alpha val="40000"/>
            </a:srgbClr>
          </a:solidFill>
        </p:spPr>
        <p:txBody>
          <a:bodyPr wrap="square" rtlCol="0">
            <a:spAutoFit/>
          </a:bodyPr>
          <a:lstStyle/>
          <a:p>
            <a:pPr algn="ctr"/>
            <a:r>
              <a:rPr lang="en-US" sz="3200" dirty="0"/>
              <a:t>9</a:t>
            </a:r>
          </a:p>
        </p:txBody>
      </p:sp>
      <p:sp>
        <p:nvSpPr>
          <p:cNvPr id="41" name="TextBox 40">
            <a:extLst>
              <a:ext uri="{FF2B5EF4-FFF2-40B4-BE49-F238E27FC236}">
                <a16:creationId xmlns:a16="http://schemas.microsoft.com/office/drawing/2014/main" id="{B53ECCC0-A520-8C4D-78AB-78C49D22C99B}"/>
              </a:ext>
            </a:extLst>
          </p:cNvPr>
          <p:cNvSpPr txBox="1"/>
          <p:nvPr/>
        </p:nvSpPr>
        <p:spPr>
          <a:xfrm>
            <a:off x="3217333" y="4747898"/>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42" name="TextBox 41">
            <a:extLst>
              <a:ext uri="{FF2B5EF4-FFF2-40B4-BE49-F238E27FC236}">
                <a16:creationId xmlns:a16="http://schemas.microsoft.com/office/drawing/2014/main" id="{EC10F4D9-0BDF-500A-958F-895AE4384DAA}"/>
              </a:ext>
            </a:extLst>
          </p:cNvPr>
          <p:cNvSpPr txBox="1"/>
          <p:nvPr/>
        </p:nvSpPr>
        <p:spPr>
          <a:xfrm>
            <a:off x="3716867" y="4747898"/>
            <a:ext cx="462845" cy="584775"/>
          </a:xfrm>
          <a:prstGeom prst="rect">
            <a:avLst/>
          </a:prstGeom>
          <a:solidFill>
            <a:srgbClr val="FFFF00">
              <a:alpha val="30000"/>
            </a:srgbClr>
          </a:solidFill>
        </p:spPr>
        <p:txBody>
          <a:bodyPr wrap="square" rtlCol="0">
            <a:spAutoFit/>
          </a:bodyPr>
          <a:lstStyle/>
          <a:p>
            <a:pPr algn="ctr"/>
            <a:r>
              <a:rPr lang="en-US" sz="3200" dirty="0"/>
              <a:t>9</a:t>
            </a:r>
          </a:p>
        </p:txBody>
      </p:sp>
      <p:sp>
        <p:nvSpPr>
          <p:cNvPr id="43" name="TextBox 42">
            <a:extLst>
              <a:ext uri="{FF2B5EF4-FFF2-40B4-BE49-F238E27FC236}">
                <a16:creationId xmlns:a16="http://schemas.microsoft.com/office/drawing/2014/main" id="{B7818287-FC86-61A0-DE24-67E16A8EF528}"/>
              </a:ext>
            </a:extLst>
          </p:cNvPr>
          <p:cNvSpPr txBox="1"/>
          <p:nvPr/>
        </p:nvSpPr>
        <p:spPr>
          <a:xfrm>
            <a:off x="4216401" y="4747898"/>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44" name="TextBox 43">
            <a:extLst>
              <a:ext uri="{FF2B5EF4-FFF2-40B4-BE49-F238E27FC236}">
                <a16:creationId xmlns:a16="http://schemas.microsoft.com/office/drawing/2014/main" id="{DDA83DC0-296D-EFF2-582A-9E21BA707668}"/>
              </a:ext>
            </a:extLst>
          </p:cNvPr>
          <p:cNvSpPr txBox="1"/>
          <p:nvPr/>
        </p:nvSpPr>
        <p:spPr>
          <a:xfrm>
            <a:off x="7157158" y="1522145"/>
            <a:ext cx="570089" cy="230832"/>
          </a:xfrm>
          <a:prstGeom prst="rect">
            <a:avLst/>
          </a:prstGeom>
          <a:noFill/>
        </p:spPr>
        <p:txBody>
          <a:bodyPr wrap="square" rtlCol="0">
            <a:spAutoFit/>
          </a:bodyPr>
          <a:lstStyle/>
          <a:p>
            <a:pPr algn="ctr"/>
            <a:r>
              <a:rPr lang="en-US" sz="900" dirty="0"/>
              <a:t>57</a:t>
            </a:r>
          </a:p>
        </p:txBody>
      </p:sp>
      <p:sp>
        <p:nvSpPr>
          <p:cNvPr id="45" name="TextBox 44">
            <a:extLst>
              <a:ext uri="{FF2B5EF4-FFF2-40B4-BE49-F238E27FC236}">
                <a16:creationId xmlns:a16="http://schemas.microsoft.com/office/drawing/2014/main" id="{1D0D0CCA-D5BE-26A2-9293-C31869DB2C45}"/>
              </a:ext>
            </a:extLst>
          </p:cNvPr>
          <p:cNvSpPr txBox="1"/>
          <p:nvPr/>
        </p:nvSpPr>
        <p:spPr>
          <a:xfrm>
            <a:off x="4143022" y="5028752"/>
            <a:ext cx="570089" cy="230832"/>
          </a:xfrm>
          <a:prstGeom prst="rect">
            <a:avLst/>
          </a:prstGeom>
          <a:noFill/>
        </p:spPr>
        <p:txBody>
          <a:bodyPr wrap="square" rtlCol="0">
            <a:spAutoFit/>
          </a:bodyPr>
          <a:lstStyle/>
          <a:p>
            <a:pPr algn="ctr"/>
            <a:r>
              <a:rPr lang="en-US" sz="900" dirty="0"/>
              <a:t>57</a:t>
            </a:r>
          </a:p>
        </p:txBody>
      </p:sp>
      <p:sp>
        <p:nvSpPr>
          <p:cNvPr id="50" name="TextBox 49">
            <a:extLst>
              <a:ext uri="{FF2B5EF4-FFF2-40B4-BE49-F238E27FC236}">
                <a16:creationId xmlns:a16="http://schemas.microsoft.com/office/drawing/2014/main" id="{D1147EA9-70ED-79FE-4E47-8A120B9E3E64}"/>
              </a:ext>
            </a:extLst>
          </p:cNvPr>
          <p:cNvSpPr txBox="1"/>
          <p:nvPr/>
        </p:nvSpPr>
        <p:spPr>
          <a:xfrm>
            <a:off x="6152446" y="1402877"/>
            <a:ext cx="570089" cy="230832"/>
          </a:xfrm>
          <a:prstGeom prst="rect">
            <a:avLst/>
          </a:prstGeom>
          <a:noFill/>
        </p:spPr>
        <p:txBody>
          <a:bodyPr wrap="square" rtlCol="0">
            <a:spAutoFit/>
          </a:bodyPr>
          <a:lstStyle/>
          <a:p>
            <a:pPr algn="ctr"/>
            <a:r>
              <a:rPr lang="en-US" sz="900" dirty="0"/>
              <a:t>75</a:t>
            </a:r>
          </a:p>
        </p:txBody>
      </p:sp>
      <p:sp>
        <p:nvSpPr>
          <p:cNvPr id="51" name="TextBox 50">
            <a:extLst>
              <a:ext uri="{FF2B5EF4-FFF2-40B4-BE49-F238E27FC236}">
                <a16:creationId xmlns:a16="http://schemas.microsoft.com/office/drawing/2014/main" id="{79BBD1AF-4DA4-0437-86A2-F89BDFCA9FFB}"/>
              </a:ext>
            </a:extLst>
          </p:cNvPr>
          <p:cNvSpPr txBox="1"/>
          <p:nvPr/>
        </p:nvSpPr>
        <p:spPr>
          <a:xfrm>
            <a:off x="3138310" y="4408541"/>
            <a:ext cx="570089" cy="230832"/>
          </a:xfrm>
          <a:prstGeom prst="rect">
            <a:avLst/>
          </a:prstGeom>
          <a:noFill/>
        </p:spPr>
        <p:txBody>
          <a:bodyPr wrap="square" rtlCol="0">
            <a:spAutoFit/>
          </a:bodyPr>
          <a:lstStyle/>
          <a:p>
            <a:pPr algn="ctr"/>
            <a:r>
              <a:rPr lang="en-US" sz="900" dirty="0"/>
              <a:t>75</a:t>
            </a:r>
          </a:p>
        </p:txBody>
      </p:sp>
      <p:sp>
        <p:nvSpPr>
          <p:cNvPr id="52" name="TextBox 51">
            <a:extLst>
              <a:ext uri="{FF2B5EF4-FFF2-40B4-BE49-F238E27FC236}">
                <a16:creationId xmlns:a16="http://schemas.microsoft.com/office/drawing/2014/main" id="{04A1ADF2-7683-7AD7-CF0C-453FB7DDD05D}"/>
              </a:ext>
            </a:extLst>
          </p:cNvPr>
          <p:cNvSpPr txBox="1"/>
          <p:nvPr/>
        </p:nvSpPr>
        <p:spPr>
          <a:xfrm>
            <a:off x="3640666" y="3406653"/>
            <a:ext cx="570089" cy="230832"/>
          </a:xfrm>
          <a:prstGeom prst="rect">
            <a:avLst/>
          </a:prstGeom>
          <a:noFill/>
        </p:spPr>
        <p:txBody>
          <a:bodyPr wrap="square" rtlCol="0">
            <a:spAutoFit/>
          </a:bodyPr>
          <a:lstStyle/>
          <a:p>
            <a:pPr algn="ctr"/>
            <a:r>
              <a:rPr lang="en-US" sz="900" dirty="0"/>
              <a:t>2357</a:t>
            </a:r>
          </a:p>
        </p:txBody>
      </p:sp>
      <p:sp>
        <p:nvSpPr>
          <p:cNvPr id="53" name="TextBox 52">
            <a:extLst>
              <a:ext uri="{FF2B5EF4-FFF2-40B4-BE49-F238E27FC236}">
                <a16:creationId xmlns:a16="http://schemas.microsoft.com/office/drawing/2014/main" id="{B71412DC-9292-1AC7-298E-64A9A174C37A}"/>
              </a:ext>
            </a:extLst>
          </p:cNvPr>
          <p:cNvSpPr txBox="1"/>
          <p:nvPr/>
        </p:nvSpPr>
        <p:spPr>
          <a:xfrm>
            <a:off x="3640666" y="4026865"/>
            <a:ext cx="570089" cy="230832"/>
          </a:xfrm>
          <a:prstGeom prst="rect">
            <a:avLst/>
          </a:prstGeom>
          <a:noFill/>
        </p:spPr>
        <p:txBody>
          <a:bodyPr wrap="square" rtlCol="0">
            <a:spAutoFit/>
          </a:bodyPr>
          <a:lstStyle/>
          <a:p>
            <a:pPr algn="ctr"/>
            <a:r>
              <a:rPr lang="en-US" sz="900" dirty="0"/>
              <a:t>68</a:t>
            </a:r>
          </a:p>
        </p:txBody>
      </p:sp>
      <p:sp>
        <p:nvSpPr>
          <p:cNvPr id="54" name="TextBox 53">
            <a:extLst>
              <a:ext uri="{FF2B5EF4-FFF2-40B4-BE49-F238E27FC236}">
                <a16:creationId xmlns:a16="http://schemas.microsoft.com/office/drawing/2014/main" id="{189062B6-2421-8327-30BB-00906351B49B}"/>
              </a:ext>
            </a:extLst>
          </p:cNvPr>
          <p:cNvSpPr txBox="1"/>
          <p:nvPr/>
        </p:nvSpPr>
        <p:spPr>
          <a:xfrm>
            <a:off x="3138310" y="3788329"/>
            <a:ext cx="570089" cy="230832"/>
          </a:xfrm>
          <a:prstGeom prst="rect">
            <a:avLst/>
          </a:prstGeom>
          <a:noFill/>
        </p:spPr>
        <p:txBody>
          <a:bodyPr wrap="square" rtlCol="0">
            <a:spAutoFit/>
          </a:bodyPr>
          <a:lstStyle/>
          <a:p>
            <a:pPr algn="ctr"/>
            <a:r>
              <a:rPr lang="en-US" sz="900" dirty="0"/>
              <a:t>168</a:t>
            </a:r>
          </a:p>
        </p:txBody>
      </p:sp>
      <p:sp>
        <p:nvSpPr>
          <p:cNvPr id="55" name="TextBox 54">
            <a:extLst>
              <a:ext uri="{FF2B5EF4-FFF2-40B4-BE49-F238E27FC236}">
                <a16:creationId xmlns:a16="http://schemas.microsoft.com/office/drawing/2014/main" id="{D204F02A-4110-A4F6-9660-3DE4399F32F2}"/>
              </a:ext>
            </a:extLst>
          </p:cNvPr>
          <p:cNvSpPr txBox="1"/>
          <p:nvPr/>
        </p:nvSpPr>
        <p:spPr>
          <a:xfrm>
            <a:off x="6152446" y="2023089"/>
            <a:ext cx="570089" cy="230832"/>
          </a:xfrm>
          <a:prstGeom prst="rect">
            <a:avLst/>
          </a:prstGeom>
          <a:noFill/>
        </p:spPr>
        <p:txBody>
          <a:bodyPr wrap="square" rtlCol="0">
            <a:spAutoFit/>
          </a:bodyPr>
          <a:lstStyle/>
          <a:p>
            <a:pPr algn="ctr"/>
            <a:r>
              <a:rPr lang="en-US" sz="900" dirty="0"/>
              <a:t>168</a:t>
            </a:r>
          </a:p>
        </p:txBody>
      </p:sp>
      <p:sp>
        <p:nvSpPr>
          <p:cNvPr id="56" name="TextBox 55">
            <a:extLst>
              <a:ext uri="{FF2B5EF4-FFF2-40B4-BE49-F238E27FC236}">
                <a16:creationId xmlns:a16="http://schemas.microsoft.com/office/drawing/2014/main" id="{126C7BA4-EF71-4F48-73F8-6F093E9587A3}"/>
              </a:ext>
            </a:extLst>
          </p:cNvPr>
          <p:cNvSpPr txBox="1"/>
          <p:nvPr/>
        </p:nvSpPr>
        <p:spPr>
          <a:xfrm>
            <a:off x="6654802" y="1784553"/>
            <a:ext cx="570089" cy="230832"/>
          </a:xfrm>
          <a:prstGeom prst="rect">
            <a:avLst/>
          </a:prstGeom>
          <a:noFill/>
        </p:spPr>
        <p:txBody>
          <a:bodyPr wrap="square" rtlCol="0">
            <a:spAutoFit/>
          </a:bodyPr>
          <a:lstStyle/>
          <a:p>
            <a:pPr algn="ctr"/>
            <a:r>
              <a:rPr lang="en-US" sz="900" dirty="0"/>
              <a:t>68</a:t>
            </a:r>
          </a:p>
        </p:txBody>
      </p:sp>
      <p:sp>
        <p:nvSpPr>
          <p:cNvPr id="57" name="TextBox 56">
            <a:extLst>
              <a:ext uri="{FF2B5EF4-FFF2-40B4-BE49-F238E27FC236}">
                <a16:creationId xmlns:a16="http://schemas.microsoft.com/office/drawing/2014/main" id="{927F0D3F-5A49-FEE5-E8E6-7E9E99A3815D}"/>
              </a:ext>
            </a:extLst>
          </p:cNvPr>
          <p:cNvSpPr txBox="1"/>
          <p:nvPr/>
        </p:nvSpPr>
        <p:spPr>
          <a:xfrm>
            <a:off x="6654802" y="2524033"/>
            <a:ext cx="570089" cy="230832"/>
          </a:xfrm>
          <a:prstGeom prst="rect">
            <a:avLst/>
          </a:prstGeom>
          <a:noFill/>
        </p:spPr>
        <p:txBody>
          <a:bodyPr wrap="square" rtlCol="0">
            <a:spAutoFit/>
          </a:bodyPr>
          <a:lstStyle/>
          <a:p>
            <a:pPr algn="ctr"/>
            <a:r>
              <a:rPr lang="en-US" sz="900" dirty="0"/>
              <a:t>2357</a:t>
            </a:r>
          </a:p>
        </p:txBody>
      </p:sp>
      <p:sp>
        <p:nvSpPr>
          <p:cNvPr id="58" name="TextBox 57">
            <a:extLst>
              <a:ext uri="{FF2B5EF4-FFF2-40B4-BE49-F238E27FC236}">
                <a16:creationId xmlns:a16="http://schemas.microsoft.com/office/drawing/2014/main" id="{C24257B4-B4F5-C180-B23C-4B962A7F2475}"/>
              </a:ext>
            </a:extLst>
          </p:cNvPr>
          <p:cNvSpPr txBox="1"/>
          <p:nvPr/>
        </p:nvSpPr>
        <p:spPr>
          <a:xfrm>
            <a:off x="4143022" y="1903821"/>
            <a:ext cx="570089" cy="230832"/>
          </a:xfrm>
          <a:prstGeom prst="rect">
            <a:avLst/>
          </a:prstGeom>
          <a:noFill/>
        </p:spPr>
        <p:txBody>
          <a:bodyPr wrap="square" rtlCol="0">
            <a:spAutoFit/>
          </a:bodyPr>
          <a:lstStyle/>
          <a:p>
            <a:pPr algn="ctr"/>
            <a:r>
              <a:rPr lang="en-US" sz="900" dirty="0"/>
              <a:t>75</a:t>
            </a:r>
          </a:p>
        </p:txBody>
      </p:sp>
      <p:sp>
        <p:nvSpPr>
          <p:cNvPr id="59" name="TextBox 58">
            <a:extLst>
              <a:ext uri="{FF2B5EF4-FFF2-40B4-BE49-F238E27FC236}">
                <a16:creationId xmlns:a16="http://schemas.microsoft.com/office/drawing/2014/main" id="{9812E1FC-4998-4A90-1563-FFFEB4280CA6}"/>
              </a:ext>
            </a:extLst>
          </p:cNvPr>
          <p:cNvSpPr txBox="1"/>
          <p:nvPr/>
        </p:nvSpPr>
        <p:spPr>
          <a:xfrm>
            <a:off x="3640666" y="2404765"/>
            <a:ext cx="570089" cy="230832"/>
          </a:xfrm>
          <a:prstGeom prst="rect">
            <a:avLst/>
          </a:prstGeom>
          <a:noFill/>
        </p:spPr>
        <p:txBody>
          <a:bodyPr wrap="square" rtlCol="0">
            <a:spAutoFit/>
          </a:bodyPr>
          <a:lstStyle/>
          <a:p>
            <a:pPr algn="ctr"/>
            <a:r>
              <a:rPr lang="en-US" sz="900" dirty="0"/>
              <a:t>2357</a:t>
            </a:r>
          </a:p>
        </p:txBody>
      </p:sp>
      <p:sp>
        <p:nvSpPr>
          <p:cNvPr id="62" name="TextBox 61">
            <a:extLst>
              <a:ext uri="{FF2B5EF4-FFF2-40B4-BE49-F238E27FC236}">
                <a16:creationId xmlns:a16="http://schemas.microsoft.com/office/drawing/2014/main" id="{3B796AE9-4FA0-4F14-CE46-E6DC07B97589}"/>
              </a:ext>
            </a:extLst>
          </p:cNvPr>
          <p:cNvSpPr txBox="1"/>
          <p:nvPr/>
        </p:nvSpPr>
        <p:spPr>
          <a:xfrm>
            <a:off x="6654802" y="2905709"/>
            <a:ext cx="570089" cy="230832"/>
          </a:xfrm>
          <a:prstGeom prst="rect">
            <a:avLst/>
          </a:prstGeom>
          <a:noFill/>
        </p:spPr>
        <p:txBody>
          <a:bodyPr wrap="square" rtlCol="0">
            <a:spAutoFit/>
          </a:bodyPr>
          <a:lstStyle/>
          <a:p>
            <a:pPr algn="ctr"/>
            <a:r>
              <a:rPr lang="en-US" sz="900" dirty="0"/>
              <a:t>2357</a:t>
            </a:r>
          </a:p>
        </p:txBody>
      </p:sp>
      <p:sp>
        <p:nvSpPr>
          <p:cNvPr id="63" name="TextBox 62">
            <a:extLst>
              <a:ext uri="{FF2B5EF4-FFF2-40B4-BE49-F238E27FC236}">
                <a16:creationId xmlns:a16="http://schemas.microsoft.com/office/drawing/2014/main" id="{104C0E94-5DD3-7A96-B5C8-0A45DED6DF84}"/>
              </a:ext>
            </a:extLst>
          </p:cNvPr>
          <p:cNvSpPr txBox="1"/>
          <p:nvPr/>
        </p:nvSpPr>
        <p:spPr>
          <a:xfrm>
            <a:off x="7157158" y="3406653"/>
            <a:ext cx="570089" cy="230832"/>
          </a:xfrm>
          <a:prstGeom prst="rect">
            <a:avLst/>
          </a:prstGeom>
          <a:noFill/>
        </p:spPr>
        <p:txBody>
          <a:bodyPr wrap="square" rtlCol="0">
            <a:spAutoFit/>
          </a:bodyPr>
          <a:lstStyle/>
          <a:p>
            <a:pPr algn="ctr"/>
            <a:r>
              <a:rPr lang="en-US" sz="900" dirty="0"/>
              <a:t>75</a:t>
            </a:r>
          </a:p>
        </p:txBody>
      </p:sp>
      <p:sp>
        <p:nvSpPr>
          <p:cNvPr id="66" name="TextBox 65">
            <a:extLst>
              <a:ext uri="{FF2B5EF4-FFF2-40B4-BE49-F238E27FC236}">
                <a16:creationId xmlns:a16="http://schemas.microsoft.com/office/drawing/2014/main" id="{1AD69BCC-3064-05F5-51C9-5292E773748D}"/>
              </a:ext>
            </a:extLst>
          </p:cNvPr>
          <p:cNvSpPr txBox="1"/>
          <p:nvPr/>
        </p:nvSpPr>
        <p:spPr>
          <a:xfrm>
            <a:off x="5147734" y="2524033"/>
            <a:ext cx="570089" cy="230832"/>
          </a:xfrm>
          <a:prstGeom prst="rect">
            <a:avLst/>
          </a:prstGeom>
          <a:noFill/>
        </p:spPr>
        <p:txBody>
          <a:bodyPr wrap="square" rtlCol="0">
            <a:spAutoFit/>
          </a:bodyPr>
          <a:lstStyle/>
          <a:p>
            <a:pPr algn="ctr"/>
            <a:r>
              <a:rPr lang="en-US" sz="900" dirty="0"/>
              <a:t>2567</a:t>
            </a:r>
          </a:p>
        </p:txBody>
      </p:sp>
      <p:sp>
        <p:nvSpPr>
          <p:cNvPr id="68" name="TextBox 67">
            <a:extLst>
              <a:ext uri="{FF2B5EF4-FFF2-40B4-BE49-F238E27FC236}">
                <a16:creationId xmlns:a16="http://schemas.microsoft.com/office/drawing/2014/main" id="{5EB9EA63-FB8D-62F0-122E-E85EE36FC2B9}"/>
              </a:ext>
            </a:extLst>
          </p:cNvPr>
          <p:cNvSpPr txBox="1"/>
          <p:nvPr/>
        </p:nvSpPr>
        <p:spPr>
          <a:xfrm>
            <a:off x="6654802" y="4527809"/>
            <a:ext cx="570089" cy="230832"/>
          </a:xfrm>
          <a:prstGeom prst="rect">
            <a:avLst/>
          </a:prstGeom>
          <a:noFill/>
        </p:spPr>
        <p:txBody>
          <a:bodyPr wrap="square" rtlCol="0">
            <a:spAutoFit/>
          </a:bodyPr>
          <a:lstStyle/>
          <a:p>
            <a:pPr algn="ctr"/>
            <a:r>
              <a:rPr lang="en-US" sz="900" dirty="0"/>
              <a:t>2567</a:t>
            </a:r>
          </a:p>
        </p:txBody>
      </p:sp>
      <p:sp>
        <p:nvSpPr>
          <p:cNvPr id="70" name="TextBox 69">
            <a:extLst>
              <a:ext uri="{FF2B5EF4-FFF2-40B4-BE49-F238E27FC236}">
                <a16:creationId xmlns:a16="http://schemas.microsoft.com/office/drawing/2014/main" id="{7257E107-551D-0D4F-5F54-7F11292E13BC}"/>
              </a:ext>
            </a:extLst>
          </p:cNvPr>
          <p:cNvSpPr txBox="1"/>
          <p:nvPr/>
        </p:nvSpPr>
        <p:spPr>
          <a:xfrm>
            <a:off x="5650090" y="2285497"/>
            <a:ext cx="570089" cy="230832"/>
          </a:xfrm>
          <a:prstGeom prst="rect">
            <a:avLst/>
          </a:prstGeom>
          <a:noFill/>
        </p:spPr>
        <p:txBody>
          <a:bodyPr wrap="square" rtlCol="0">
            <a:spAutoFit/>
          </a:bodyPr>
          <a:lstStyle/>
          <a:p>
            <a:pPr algn="ctr"/>
            <a:r>
              <a:rPr lang="en-US" sz="900" dirty="0"/>
              <a:t>2367</a:t>
            </a:r>
          </a:p>
        </p:txBody>
      </p:sp>
      <p:sp>
        <p:nvSpPr>
          <p:cNvPr id="71" name="TextBox 70">
            <a:extLst>
              <a:ext uri="{FF2B5EF4-FFF2-40B4-BE49-F238E27FC236}">
                <a16:creationId xmlns:a16="http://schemas.microsoft.com/office/drawing/2014/main" id="{349F5BFF-6BEB-333E-7F3D-0B58D4BE8151}"/>
              </a:ext>
            </a:extLst>
          </p:cNvPr>
          <p:cNvSpPr txBox="1"/>
          <p:nvPr/>
        </p:nvSpPr>
        <p:spPr>
          <a:xfrm>
            <a:off x="5147734" y="2905709"/>
            <a:ext cx="570089" cy="230832"/>
          </a:xfrm>
          <a:prstGeom prst="rect">
            <a:avLst/>
          </a:prstGeom>
          <a:noFill/>
        </p:spPr>
        <p:txBody>
          <a:bodyPr wrap="square" rtlCol="0">
            <a:spAutoFit/>
          </a:bodyPr>
          <a:lstStyle/>
          <a:p>
            <a:pPr algn="ctr"/>
            <a:r>
              <a:rPr lang="en-US" sz="900" dirty="0"/>
              <a:t>2578</a:t>
            </a:r>
          </a:p>
        </p:txBody>
      </p:sp>
      <p:sp>
        <p:nvSpPr>
          <p:cNvPr id="72" name="TextBox 71">
            <a:extLst>
              <a:ext uri="{FF2B5EF4-FFF2-40B4-BE49-F238E27FC236}">
                <a16:creationId xmlns:a16="http://schemas.microsoft.com/office/drawing/2014/main" id="{1D7DC6E2-DF78-A73E-D3A6-520A43F37821}"/>
              </a:ext>
            </a:extLst>
          </p:cNvPr>
          <p:cNvSpPr txBox="1"/>
          <p:nvPr/>
        </p:nvSpPr>
        <p:spPr>
          <a:xfrm>
            <a:off x="4645378" y="3525921"/>
            <a:ext cx="570089" cy="230832"/>
          </a:xfrm>
          <a:prstGeom prst="rect">
            <a:avLst/>
          </a:prstGeom>
          <a:noFill/>
        </p:spPr>
        <p:txBody>
          <a:bodyPr wrap="square" rtlCol="0">
            <a:spAutoFit/>
          </a:bodyPr>
          <a:lstStyle/>
          <a:p>
            <a:pPr algn="ctr"/>
            <a:r>
              <a:rPr lang="en-US" sz="900" dirty="0"/>
              <a:t>268</a:t>
            </a:r>
          </a:p>
        </p:txBody>
      </p:sp>
      <p:sp>
        <p:nvSpPr>
          <p:cNvPr id="74" name="TextBox 73">
            <a:extLst>
              <a:ext uri="{FF2B5EF4-FFF2-40B4-BE49-F238E27FC236}">
                <a16:creationId xmlns:a16="http://schemas.microsoft.com/office/drawing/2014/main" id="{42AABB2A-0BB9-C69B-52B7-6951722570BE}"/>
              </a:ext>
            </a:extLst>
          </p:cNvPr>
          <p:cNvSpPr txBox="1"/>
          <p:nvPr/>
        </p:nvSpPr>
        <p:spPr>
          <a:xfrm>
            <a:off x="6152446" y="4527809"/>
            <a:ext cx="570089" cy="230832"/>
          </a:xfrm>
          <a:prstGeom prst="rect">
            <a:avLst/>
          </a:prstGeom>
          <a:noFill/>
        </p:spPr>
        <p:txBody>
          <a:bodyPr wrap="square" rtlCol="0">
            <a:spAutoFit/>
          </a:bodyPr>
          <a:lstStyle/>
          <a:p>
            <a:pPr algn="ctr"/>
            <a:r>
              <a:rPr lang="en-US" sz="900" dirty="0"/>
              <a:t>2578</a:t>
            </a:r>
          </a:p>
        </p:txBody>
      </p:sp>
      <p:sp>
        <p:nvSpPr>
          <p:cNvPr id="75" name="TextBox 74">
            <a:extLst>
              <a:ext uri="{FF2B5EF4-FFF2-40B4-BE49-F238E27FC236}">
                <a16:creationId xmlns:a16="http://schemas.microsoft.com/office/drawing/2014/main" id="{300ADD99-402E-DEE6-977A-32D080AB6034}"/>
              </a:ext>
            </a:extLst>
          </p:cNvPr>
          <p:cNvSpPr txBox="1"/>
          <p:nvPr/>
        </p:nvSpPr>
        <p:spPr>
          <a:xfrm>
            <a:off x="6654802" y="3788329"/>
            <a:ext cx="570089" cy="230832"/>
          </a:xfrm>
          <a:prstGeom prst="rect">
            <a:avLst/>
          </a:prstGeom>
          <a:noFill/>
        </p:spPr>
        <p:txBody>
          <a:bodyPr wrap="square" rtlCol="0">
            <a:spAutoFit/>
          </a:bodyPr>
          <a:lstStyle/>
          <a:p>
            <a:pPr algn="ctr"/>
            <a:r>
              <a:rPr lang="en-US" sz="900" dirty="0"/>
              <a:t>2367</a:t>
            </a:r>
          </a:p>
        </p:txBody>
      </p:sp>
      <p:sp>
        <p:nvSpPr>
          <p:cNvPr id="76" name="TextBox 75">
            <a:extLst>
              <a:ext uri="{FF2B5EF4-FFF2-40B4-BE49-F238E27FC236}">
                <a16:creationId xmlns:a16="http://schemas.microsoft.com/office/drawing/2014/main" id="{59BAC7A0-6325-8AB5-6AAB-5A983427D0E4}"/>
              </a:ext>
            </a:extLst>
          </p:cNvPr>
          <p:cNvSpPr txBox="1"/>
          <p:nvPr/>
        </p:nvSpPr>
        <p:spPr>
          <a:xfrm>
            <a:off x="5650090" y="4527809"/>
            <a:ext cx="570089" cy="230832"/>
          </a:xfrm>
          <a:prstGeom prst="rect">
            <a:avLst/>
          </a:prstGeom>
          <a:noFill/>
        </p:spPr>
        <p:txBody>
          <a:bodyPr wrap="square" rtlCol="0">
            <a:spAutoFit/>
          </a:bodyPr>
          <a:lstStyle/>
          <a:p>
            <a:pPr algn="ctr"/>
            <a:r>
              <a:rPr lang="en-US" sz="900" dirty="0"/>
              <a:t>268</a:t>
            </a:r>
          </a:p>
        </p:txBody>
      </p:sp>
      <p:sp>
        <p:nvSpPr>
          <p:cNvPr id="73" name="TextBox 72">
            <a:extLst>
              <a:ext uri="{FF2B5EF4-FFF2-40B4-BE49-F238E27FC236}">
                <a16:creationId xmlns:a16="http://schemas.microsoft.com/office/drawing/2014/main" id="{A2804129-1D62-C156-FB66-6ADA7BC5585D}"/>
              </a:ext>
            </a:extLst>
          </p:cNvPr>
          <p:cNvSpPr txBox="1"/>
          <p:nvPr/>
        </p:nvSpPr>
        <p:spPr>
          <a:xfrm>
            <a:off x="5147734" y="3287385"/>
            <a:ext cx="570089" cy="230832"/>
          </a:xfrm>
          <a:prstGeom prst="rect">
            <a:avLst/>
          </a:prstGeom>
          <a:noFill/>
        </p:spPr>
        <p:txBody>
          <a:bodyPr wrap="square" rtlCol="0">
            <a:spAutoFit/>
          </a:bodyPr>
          <a:lstStyle/>
          <a:p>
            <a:pPr algn="ctr"/>
            <a:r>
              <a:rPr lang="en-US" sz="900" dirty="0"/>
              <a:t>235678</a:t>
            </a:r>
          </a:p>
        </p:txBody>
      </p:sp>
      <p:sp>
        <p:nvSpPr>
          <p:cNvPr id="78" name="TextBox 77">
            <a:extLst>
              <a:ext uri="{FF2B5EF4-FFF2-40B4-BE49-F238E27FC236}">
                <a16:creationId xmlns:a16="http://schemas.microsoft.com/office/drawing/2014/main" id="{E21CDEFA-7BEE-19A3-7DDF-1E925A242A44}"/>
              </a:ext>
            </a:extLst>
          </p:cNvPr>
          <p:cNvSpPr txBox="1"/>
          <p:nvPr/>
        </p:nvSpPr>
        <p:spPr>
          <a:xfrm>
            <a:off x="6152446" y="3788329"/>
            <a:ext cx="570089" cy="230832"/>
          </a:xfrm>
          <a:prstGeom prst="rect">
            <a:avLst/>
          </a:prstGeom>
          <a:noFill/>
        </p:spPr>
        <p:txBody>
          <a:bodyPr wrap="square" rtlCol="0">
            <a:spAutoFit/>
          </a:bodyPr>
          <a:lstStyle/>
          <a:p>
            <a:pPr algn="ctr"/>
            <a:r>
              <a:rPr lang="en-US" sz="900" dirty="0"/>
              <a:t>235678</a:t>
            </a:r>
          </a:p>
        </p:txBody>
      </p:sp>
      <p:sp>
        <p:nvSpPr>
          <p:cNvPr id="79" name="TextBox 78">
            <a:extLst>
              <a:ext uri="{FF2B5EF4-FFF2-40B4-BE49-F238E27FC236}">
                <a16:creationId xmlns:a16="http://schemas.microsoft.com/office/drawing/2014/main" id="{3B6AFBA4-06DD-0C3E-2A3A-A1122E91D7A3}"/>
              </a:ext>
            </a:extLst>
          </p:cNvPr>
          <p:cNvSpPr txBox="1"/>
          <p:nvPr/>
        </p:nvSpPr>
        <p:spPr>
          <a:xfrm>
            <a:off x="6214537" y="3237891"/>
            <a:ext cx="462845" cy="584775"/>
          </a:xfrm>
          <a:prstGeom prst="rect">
            <a:avLst/>
          </a:prstGeom>
          <a:noFill/>
        </p:spPr>
        <p:txBody>
          <a:bodyPr wrap="square" rtlCol="0">
            <a:spAutoFit/>
          </a:bodyPr>
          <a:lstStyle/>
          <a:p>
            <a:pPr algn="ctr"/>
            <a:r>
              <a:rPr lang="en-US" sz="3200" dirty="0"/>
              <a:t>9</a:t>
            </a:r>
          </a:p>
        </p:txBody>
      </p:sp>
      <p:sp>
        <p:nvSpPr>
          <p:cNvPr id="80" name="TextBox 79">
            <a:extLst>
              <a:ext uri="{FF2B5EF4-FFF2-40B4-BE49-F238E27FC236}">
                <a16:creationId xmlns:a16="http://schemas.microsoft.com/office/drawing/2014/main" id="{1DD99621-C800-B64F-714C-16C6F3A630CB}"/>
              </a:ext>
            </a:extLst>
          </p:cNvPr>
          <p:cNvSpPr txBox="1"/>
          <p:nvPr/>
        </p:nvSpPr>
        <p:spPr>
          <a:xfrm>
            <a:off x="6152446" y="901933"/>
            <a:ext cx="570089" cy="230832"/>
          </a:xfrm>
          <a:prstGeom prst="rect">
            <a:avLst/>
          </a:prstGeom>
          <a:noFill/>
        </p:spPr>
        <p:txBody>
          <a:bodyPr wrap="square" rtlCol="0">
            <a:spAutoFit/>
          </a:bodyPr>
          <a:lstStyle/>
          <a:p>
            <a:pPr algn="ctr"/>
            <a:r>
              <a:rPr lang="en-US" sz="900" dirty="0"/>
              <a:t>18</a:t>
            </a:r>
          </a:p>
        </p:txBody>
      </p:sp>
      <p:sp>
        <p:nvSpPr>
          <p:cNvPr id="81" name="TextBox 80">
            <a:extLst>
              <a:ext uri="{FF2B5EF4-FFF2-40B4-BE49-F238E27FC236}">
                <a16:creationId xmlns:a16="http://schemas.microsoft.com/office/drawing/2014/main" id="{8BF8C36C-5B1A-22D4-2B81-6574F03AB214}"/>
              </a:ext>
            </a:extLst>
          </p:cNvPr>
          <p:cNvSpPr txBox="1"/>
          <p:nvPr/>
        </p:nvSpPr>
        <p:spPr>
          <a:xfrm>
            <a:off x="4143022" y="3907597"/>
            <a:ext cx="570089" cy="230832"/>
          </a:xfrm>
          <a:prstGeom prst="rect">
            <a:avLst/>
          </a:prstGeom>
          <a:noFill/>
        </p:spPr>
        <p:txBody>
          <a:bodyPr wrap="square" rtlCol="0">
            <a:spAutoFit/>
          </a:bodyPr>
          <a:lstStyle/>
          <a:p>
            <a:pPr algn="ctr"/>
            <a:r>
              <a:rPr lang="en-US" sz="900" dirty="0"/>
              <a:t>28</a:t>
            </a:r>
          </a:p>
        </p:txBody>
      </p:sp>
      <p:sp>
        <p:nvSpPr>
          <p:cNvPr id="82" name="TextBox 81">
            <a:extLst>
              <a:ext uri="{FF2B5EF4-FFF2-40B4-BE49-F238E27FC236}">
                <a16:creationId xmlns:a16="http://schemas.microsoft.com/office/drawing/2014/main" id="{FE22E46B-3B9E-971F-8298-B147C0D7BF39}"/>
              </a:ext>
            </a:extLst>
          </p:cNvPr>
          <p:cNvSpPr txBox="1"/>
          <p:nvPr/>
        </p:nvSpPr>
        <p:spPr>
          <a:xfrm>
            <a:off x="3640666" y="4408541"/>
            <a:ext cx="570089" cy="230832"/>
          </a:xfrm>
          <a:prstGeom prst="rect">
            <a:avLst/>
          </a:prstGeom>
          <a:noFill/>
        </p:spPr>
        <p:txBody>
          <a:bodyPr wrap="square" rtlCol="0">
            <a:spAutoFit/>
          </a:bodyPr>
          <a:lstStyle/>
          <a:p>
            <a:pPr algn="ctr"/>
            <a:r>
              <a:rPr lang="en-US" sz="900" dirty="0"/>
              <a:t>128</a:t>
            </a:r>
          </a:p>
        </p:txBody>
      </p:sp>
      <p:sp>
        <p:nvSpPr>
          <p:cNvPr id="48" name="TextBox 47">
            <a:extLst>
              <a:ext uri="{FF2B5EF4-FFF2-40B4-BE49-F238E27FC236}">
                <a16:creationId xmlns:a16="http://schemas.microsoft.com/office/drawing/2014/main" id="{03D9B3BF-1B50-989E-97FD-88985C559E49}"/>
              </a:ext>
            </a:extLst>
          </p:cNvPr>
          <p:cNvSpPr txBox="1"/>
          <p:nvPr/>
        </p:nvSpPr>
        <p:spPr>
          <a:xfrm>
            <a:off x="3716867" y="1727886"/>
            <a:ext cx="462845" cy="584775"/>
          </a:xfrm>
          <a:prstGeom prst="rect">
            <a:avLst/>
          </a:prstGeom>
          <a:noFill/>
        </p:spPr>
        <p:txBody>
          <a:bodyPr wrap="square" rtlCol="0">
            <a:spAutoFit/>
          </a:bodyPr>
          <a:lstStyle/>
          <a:p>
            <a:pPr algn="ctr"/>
            <a:r>
              <a:rPr lang="en-US" sz="3200" dirty="0"/>
              <a:t>4</a:t>
            </a:r>
          </a:p>
        </p:txBody>
      </p:sp>
      <p:sp>
        <p:nvSpPr>
          <p:cNvPr id="49" name="TextBox 48">
            <a:extLst>
              <a:ext uri="{FF2B5EF4-FFF2-40B4-BE49-F238E27FC236}">
                <a16:creationId xmlns:a16="http://schemas.microsoft.com/office/drawing/2014/main" id="{E77F99D9-8078-769E-95AA-E39BEDE5E1C7}"/>
              </a:ext>
            </a:extLst>
          </p:cNvPr>
          <p:cNvSpPr txBox="1"/>
          <p:nvPr/>
        </p:nvSpPr>
        <p:spPr>
          <a:xfrm>
            <a:off x="5715003" y="3237891"/>
            <a:ext cx="462845" cy="584775"/>
          </a:xfrm>
          <a:prstGeom prst="rect">
            <a:avLst/>
          </a:prstGeom>
          <a:noFill/>
        </p:spPr>
        <p:txBody>
          <a:bodyPr wrap="square" rtlCol="0">
            <a:spAutoFit/>
          </a:bodyPr>
          <a:lstStyle/>
          <a:p>
            <a:pPr algn="ctr"/>
            <a:r>
              <a:rPr lang="en-US" sz="3200" dirty="0"/>
              <a:t>4</a:t>
            </a:r>
          </a:p>
        </p:txBody>
      </p:sp>
      <p:sp>
        <p:nvSpPr>
          <p:cNvPr id="46" name="TextBox 45">
            <a:extLst>
              <a:ext uri="{FF2B5EF4-FFF2-40B4-BE49-F238E27FC236}">
                <a16:creationId xmlns:a16="http://schemas.microsoft.com/office/drawing/2014/main" id="{CA1BA260-8B1E-F29E-5E8D-2A8D616E138C}"/>
              </a:ext>
            </a:extLst>
          </p:cNvPr>
          <p:cNvSpPr txBox="1"/>
          <p:nvPr/>
        </p:nvSpPr>
        <p:spPr>
          <a:xfrm>
            <a:off x="3217333" y="721216"/>
            <a:ext cx="462845" cy="584775"/>
          </a:xfrm>
          <a:prstGeom prst="rect">
            <a:avLst/>
          </a:prstGeom>
          <a:noFill/>
        </p:spPr>
        <p:txBody>
          <a:bodyPr wrap="square" rtlCol="0">
            <a:spAutoFit/>
          </a:bodyPr>
          <a:lstStyle/>
          <a:p>
            <a:pPr algn="ctr"/>
            <a:r>
              <a:rPr lang="en-US" sz="3200" dirty="0"/>
              <a:t>9</a:t>
            </a:r>
          </a:p>
        </p:txBody>
      </p:sp>
      <p:sp>
        <p:nvSpPr>
          <p:cNvPr id="47" name="TextBox 46">
            <a:extLst>
              <a:ext uri="{FF2B5EF4-FFF2-40B4-BE49-F238E27FC236}">
                <a16:creationId xmlns:a16="http://schemas.microsoft.com/office/drawing/2014/main" id="{B8115188-46FB-8A42-71CA-C92FFDE48F7C}"/>
              </a:ext>
            </a:extLst>
          </p:cNvPr>
          <p:cNvSpPr txBox="1"/>
          <p:nvPr/>
        </p:nvSpPr>
        <p:spPr>
          <a:xfrm>
            <a:off x="7213604" y="4747898"/>
            <a:ext cx="462845" cy="584775"/>
          </a:xfrm>
          <a:prstGeom prst="rect">
            <a:avLst/>
          </a:prstGeom>
          <a:noFill/>
        </p:spPr>
        <p:txBody>
          <a:bodyPr wrap="square" rtlCol="0">
            <a:spAutoFit/>
          </a:bodyPr>
          <a:lstStyle/>
          <a:p>
            <a:pPr algn="ctr"/>
            <a:r>
              <a:rPr lang="en-US" sz="3200" dirty="0"/>
              <a:t>1</a:t>
            </a:r>
          </a:p>
        </p:txBody>
      </p:sp>
      <p:sp>
        <p:nvSpPr>
          <p:cNvPr id="60" name="TextBox 59">
            <a:extLst>
              <a:ext uri="{FF2B5EF4-FFF2-40B4-BE49-F238E27FC236}">
                <a16:creationId xmlns:a16="http://schemas.microsoft.com/office/drawing/2014/main" id="{AE78A25B-B926-C6CF-046B-E39799FF380E}"/>
              </a:ext>
            </a:extLst>
          </p:cNvPr>
          <p:cNvSpPr txBox="1"/>
          <p:nvPr/>
        </p:nvSpPr>
        <p:spPr>
          <a:xfrm>
            <a:off x="7213604" y="2734556"/>
            <a:ext cx="462845" cy="584775"/>
          </a:xfrm>
          <a:prstGeom prst="rect">
            <a:avLst/>
          </a:prstGeom>
          <a:noFill/>
        </p:spPr>
        <p:txBody>
          <a:bodyPr wrap="square" rtlCol="0">
            <a:spAutoFit/>
          </a:bodyPr>
          <a:lstStyle/>
          <a:p>
            <a:pPr algn="ctr"/>
            <a:r>
              <a:rPr lang="en-US" sz="3200" dirty="0"/>
              <a:t>6</a:t>
            </a:r>
          </a:p>
        </p:txBody>
      </p:sp>
      <p:sp>
        <p:nvSpPr>
          <p:cNvPr id="61" name="TextBox 60">
            <a:extLst>
              <a:ext uri="{FF2B5EF4-FFF2-40B4-BE49-F238E27FC236}">
                <a16:creationId xmlns:a16="http://schemas.microsoft.com/office/drawing/2014/main" id="{04C31855-423E-6814-260D-3B45328404AA}"/>
              </a:ext>
            </a:extLst>
          </p:cNvPr>
          <p:cNvSpPr txBox="1"/>
          <p:nvPr/>
        </p:nvSpPr>
        <p:spPr>
          <a:xfrm>
            <a:off x="3640666" y="901933"/>
            <a:ext cx="570089" cy="230832"/>
          </a:xfrm>
          <a:prstGeom prst="rect">
            <a:avLst/>
          </a:prstGeom>
          <a:noFill/>
        </p:spPr>
        <p:txBody>
          <a:bodyPr wrap="square" rtlCol="0">
            <a:spAutoFit/>
          </a:bodyPr>
          <a:lstStyle/>
          <a:p>
            <a:pPr algn="ctr"/>
            <a:r>
              <a:rPr lang="en-US" sz="900" dirty="0"/>
              <a:t>28</a:t>
            </a:r>
          </a:p>
        </p:txBody>
      </p:sp>
      <p:sp>
        <p:nvSpPr>
          <p:cNvPr id="64" name="TextBox 63">
            <a:extLst>
              <a:ext uri="{FF2B5EF4-FFF2-40B4-BE49-F238E27FC236}">
                <a16:creationId xmlns:a16="http://schemas.microsoft.com/office/drawing/2014/main" id="{0D4678C2-F9DA-440E-39EC-4803E339E590}"/>
              </a:ext>
            </a:extLst>
          </p:cNvPr>
          <p:cNvSpPr txBox="1"/>
          <p:nvPr/>
        </p:nvSpPr>
        <p:spPr>
          <a:xfrm>
            <a:off x="5147734" y="901933"/>
            <a:ext cx="570089" cy="230832"/>
          </a:xfrm>
          <a:prstGeom prst="rect">
            <a:avLst/>
          </a:prstGeom>
          <a:noFill/>
        </p:spPr>
        <p:txBody>
          <a:bodyPr wrap="square" rtlCol="0">
            <a:spAutoFit/>
          </a:bodyPr>
          <a:lstStyle/>
          <a:p>
            <a:pPr algn="ctr"/>
            <a:r>
              <a:rPr lang="en-US" sz="900" dirty="0"/>
              <a:t>128</a:t>
            </a:r>
          </a:p>
        </p:txBody>
      </p:sp>
      <p:sp>
        <p:nvSpPr>
          <p:cNvPr id="65" name="TextBox 64">
            <a:extLst>
              <a:ext uri="{FF2B5EF4-FFF2-40B4-BE49-F238E27FC236}">
                <a16:creationId xmlns:a16="http://schemas.microsoft.com/office/drawing/2014/main" id="{E3DADD85-F20E-0C6B-3A52-0136BFEF7CB3}"/>
              </a:ext>
            </a:extLst>
          </p:cNvPr>
          <p:cNvSpPr txBox="1"/>
          <p:nvPr/>
        </p:nvSpPr>
        <p:spPr>
          <a:xfrm>
            <a:off x="3640666" y="1402877"/>
            <a:ext cx="570089" cy="230832"/>
          </a:xfrm>
          <a:prstGeom prst="rect">
            <a:avLst/>
          </a:prstGeom>
          <a:noFill/>
        </p:spPr>
        <p:txBody>
          <a:bodyPr wrap="square" rtlCol="0">
            <a:spAutoFit/>
          </a:bodyPr>
          <a:lstStyle/>
          <a:p>
            <a:pPr algn="ctr"/>
            <a:r>
              <a:rPr lang="en-US" sz="900" dirty="0"/>
              <a:t>238</a:t>
            </a:r>
          </a:p>
        </p:txBody>
      </p:sp>
      <p:sp>
        <p:nvSpPr>
          <p:cNvPr id="67" name="TextBox 66">
            <a:extLst>
              <a:ext uri="{FF2B5EF4-FFF2-40B4-BE49-F238E27FC236}">
                <a16:creationId xmlns:a16="http://schemas.microsoft.com/office/drawing/2014/main" id="{22E0E4D0-B9B4-A8B6-4A38-2A2C4AFB08D5}"/>
              </a:ext>
            </a:extLst>
          </p:cNvPr>
          <p:cNvSpPr txBox="1"/>
          <p:nvPr/>
        </p:nvSpPr>
        <p:spPr>
          <a:xfrm>
            <a:off x="5147734" y="1402877"/>
            <a:ext cx="570089" cy="230832"/>
          </a:xfrm>
          <a:prstGeom prst="rect">
            <a:avLst/>
          </a:prstGeom>
          <a:noFill/>
        </p:spPr>
        <p:txBody>
          <a:bodyPr wrap="square" rtlCol="0">
            <a:spAutoFit/>
          </a:bodyPr>
          <a:lstStyle/>
          <a:p>
            <a:pPr algn="ctr"/>
            <a:r>
              <a:rPr lang="en-US" sz="900" dirty="0"/>
              <a:t>268</a:t>
            </a:r>
          </a:p>
        </p:txBody>
      </p:sp>
      <p:sp>
        <p:nvSpPr>
          <p:cNvPr id="69" name="TextBox 68">
            <a:extLst>
              <a:ext uri="{FF2B5EF4-FFF2-40B4-BE49-F238E27FC236}">
                <a16:creationId xmlns:a16="http://schemas.microsoft.com/office/drawing/2014/main" id="{F5FFECDE-EA90-64EB-4F21-9231FD133F52}"/>
              </a:ext>
            </a:extLst>
          </p:cNvPr>
          <p:cNvSpPr txBox="1"/>
          <p:nvPr/>
        </p:nvSpPr>
        <p:spPr>
          <a:xfrm>
            <a:off x="5650090" y="1402877"/>
            <a:ext cx="570089" cy="230832"/>
          </a:xfrm>
          <a:prstGeom prst="rect">
            <a:avLst/>
          </a:prstGeom>
          <a:noFill/>
        </p:spPr>
        <p:txBody>
          <a:bodyPr wrap="square" rtlCol="0">
            <a:spAutoFit/>
          </a:bodyPr>
          <a:lstStyle/>
          <a:p>
            <a:pPr algn="ctr"/>
            <a:r>
              <a:rPr lang="en-US" sz="900" dirty="0"/>
              <a:t>268</a:t>
            </a:r>
          </a:p>
        </p:txBody>
      </p:sp>
      <p:sp>
        <p:nvSpPr>
          <p:cNvPr id="77" name="TextBox 76">
            <a:extLst>
              <a:ext uri="{FF2B5EF4-FFF2-40B4-BE49-F238E27FC236}">
                <a16:creationId xmlns:a16="http://schemas.microsoft.com/office/drawing/2014/main" id="{932E5659-7491-8EAD-FF61-82BDB0B46E13}"/>
              </a:ext>
            </a:extLst>
          </p:cNvPr>
          <p:cNvSpPr txBox="1"/>
          <p:nvPr/>
        </p:nvSpPr>
        <p:spPr>
          <a:xfrm>
            <a:off x="3138310" y="1402877"/>
            <a:ext cx="570089" cy="230832"/>
          </a:xfrm>
          <a:prstGeom prst="rect">
            <a:avLst/>
          </a:prstGeom>
          <a:noFill/>
        </p:spPr>
        <p:txBody>
          <a:bodyPr wrap="square" rtlCol="0">
            <a:spAutoFit/>
          </a:bodyPr>
          <a:lstStyle/>
          <a:p>
            <a:pPr algn="ctr"/>
            <a:r>
              <a:rPr lang="en-US" sz="900" dirty="0"/>
              <a:t>238</a:t>
            </a:r>
          </a:p>
        </p:txBody>
      </p:sp>
      <p:sp>
        <p:nvSpPr>
          <p:cNvPr id="83" name="TextBox 82">
            <a:extLst>
              <a:ext uri="{FF2B5EF4-FFF2-40B4-BE49-F238E27FC236}">
                <a16:creationId xmlns:a16="http://schemas.microsoft.com/office/drawing/2014/main" id="{53DDCE9E-4830-5F2C-0B11-C4B1521C70C8}"/>
              </a:ext>
            </a:extLst>
          </p:cNvPr>
          <p:cNvSpPr txBox="1"/>
          <p:nvPr/>
        </p:nvSpPr>
        <p:spPr>
          <a:xfrm>
            <a:off x="4645378" y="1903821"/>
            <a:ext cx="570089" cy="230832"/>
          </a:xfrm>
          <a:prstGeom prst="rect">
            <a:avLst/>
          </a:prstGeom>
          <a:noFill/>
        </p:spPr>
        <p:txBody>
          <a:bodyPr wrap="square" rtlCol="0">
            <a:spAutoFit/>
          </a:bodyPr>
          <a:lstStyle/>
          <a:p>
            <a:pPr algn="ctr"/>
            <a:r>
              <a:rPr lang="en-US" sz="900" dirty="0"/>
              <a:t>1368</a:t>
            </a:r>
          </a:p>
        </p:txBody>
      </p:sp>
      <p:sp>
        <p:nvSpPr>
          <p:cNvPr id="84" name="TextBox 83">
            <a:extLst>
              <a:ext uri="{FF2B5EF4-FFF2-40B4-BE49-F238E27FC236}">
                <a16:creationId xmlns:a16="http://schemas.microsoft.com/office/drawing/2014/main" id="{75AFD872-4249-7450-223D-1BDFA390A845}"/>
              </a:ext>
            </a:extLst>
          </p:cNvPr>
          <p:cNvSpPr txBox="1"/>
          <p:nvPr/>
        </p:nvSpPr>
        <p:spPr>
          <a:xfrm>
            <a:off x="5650090" y="1903821"/>
            <a:ext cx="570089" cy="230832"/>
          </a:xfrm>
          <a:prstGeom prst="rect">
            <a:avLst/>
          </a:prstGeom>
          <a:noFill/>
        </p:spPr>
        <p:txBody>
          <a:bodyPr wrap="square" rtlCol="0">
            <a:spAutoFit/>
          </a:bodyPr>
          <a:lstStyle/>
          <a:p>
            <a:pPr algn="ctr"/>
            <a:r>
              <a:rPr lang="en-US" sz="900" dirty="0"/>
              <a:t>1368</a:t>
            </a:r>
          </a:p>
        </p:txBody>
      </p:sp>
      <p:sp>
        <p:nvSpPr>
          <p:cNvPr id="85" name="TextBox 84">
            <a:extLst>
              <a:ext uri="{FF2B5EF4-FFF2-40B4-BE49-F238E27FC236}">
                <a16:creationId xmlns:a16="http://schemas.microsoft.com/office/drawing/2014/main" id="{57846DBF-2B10-5791-EC24-F5718566C80E}"/>
              </a:ext>
            </a:extLst>
          </p:cNvPr>
          <p:cNvSpPr txBox="1"/>
          <p:nvPr/>
        </p:nvSpPr>
        <p:spPr>
          <a:xfrm>
            <a:off x="3138310" y="1903821"/>
            <a:ext cx="570089" cy="230832"/>
          </a:xfrm>
          <a:prstGeom prst="rect">
            <a:avLst/>
          </a:prstGeom>
          <a:noFill/>
        </p:spPr>
        <p:txBody>
          <a:bodyPr wrap="square" rtlCol="0">
            <a:spAutoFit/>
          </a:bodyPr>
          <a:lstStyle/>
          <a:p>
            <a:pPr algn="ctr"/>
            <a:r>
              <a:rPr lang="en-US" sz="900" dirty="0"/>
              <a:t>57</a:t>
            </a:r>
          </a:p>
        </p:txBody>
      </p:sp>
      <p:sp>
        <p:nvSpPr>
          <p:cNvPr id="86" name="TextBox 85">
            <a:extLst>
              <a:ext uri="{FF2B5EF4-FFF2-40B4-BE49-F238E27FC236}">
                <a16:creationId xmlns:a16="http://schemas.microsoft.com/office/drawing/2014/main" id="{EABC184F-3E1F-20FF-B420-9D8988B399A7}"/>
              </a:ext>
            </a:extLst>
          </p:cNvPr>
          <p:cNvSpPr txBox="1"/>
          <p:nvPr/>
        </p:nvSpPr>
        <p:spPr>
          <a:xfrm>
            <a:off x="4143022" y="3406653"/>
            <a:ext cx="570089" cy="230832"/>
          </a:xfrm>
          <a:prstGeom prst="rect">
            <a:avLst/>
          </a:prstGeom>
          <a:noFill/>
        </p:spPr>
        <p:txBody>
          <a:bodyPr wrap="square" rtlCol="0">
            <a:spAutoFit/>
          </a:bodyPr>
          <a:lstStyle/>
          <a:p>
            <a:pPr algn="ctr"/>
            <a:r>
              <a:rPr lang="en-US" sz="900" dirty="0"/>
              <a:t>82</a:t>
            </a:r>
          </a:p>
        </p:txBody>
      </p:sp>
      <p:sp>
        <p:nvSpPr>
          <p:cNvPr id="87" name="TextBox 86">
            <a:extLst>
              <a:ext uri="{FF2B5EF4-FFF2-40B4-BE49-F238E27FC236}">
                <a16:creationId xmlns:a16="http://schemas.microsoft.com/office/drawing/2014/main" id="{883ED393-8DE6-71B9-3EB3-F955A0E2CD8F}"/>
              </a:ext>
            </a:extLst>
          </p:cNvPr>
          <p:cNvSpPr txBox="1"/>
          <p:nvPr/>
        </p:nvSpPr>
        <p:spPr>
          <a:xfrm>
            <a:off x="3138310" y="3406653"/>
            <a:ext cx="570089" cy="230832"/>
          </a:xfrm>
          <a:prstGeom prst="rect">
            <a:avLst/>
          </a:prstGeom>
          <a:noFill/>
        </p:spPr>
        <p:txBody>
          <a:bodyPr wrap="square" rtlCol="0">
            <a:spAutoFit/>
          </a:bodyPr>
          <a:lstStyle/>
          <a:p>
            <a:pPr algn="ctr"/>
            <a:r>
              <a:rPr lang="en-US" sz="900" dirty="0"/>
              <a:t>2368</a:t>
            </a:r>
          </a:p>
        </p:txBody>
      </p:sp>
      <p:sp>
        <p:nvSpPr>
          <p:cNvPr id="88" name="TextBox 87">
            <a:extLst>
              <a:ext uri="{FF2B5EF4-FFF2-40B4-BE49-F238E27FC236}">
                <a16:creationId xmlns:a16="http://schemas.microsoft.com/office/drawing/2014/main" id="{E769A4E6-D192-8E12-FFAD-B06B0863221E}"/>
              </a:ext>
            </a:extLst>
          </p:cNvPr>
          <p:cNvSpPr txBox="1"/>
          <p:nvPr/>
        </p:nvSpPr>
        <p:spPr>
          <a:xfrm>
            <a:off x="4645378" y="4408541"/>
            <a:ext cx="570089" cy="230832"/>
          </a:xfrm>
          <a:prstGeom prst="rect">
            <a:avLst/>
          </a:prstGeom>
          <a:noFill/>
        </p:spPr>
        <p:txBody>
          <a:bodyPr wrap="square" rtlCol="0">
            <a:spAutoFit/>
          </a:bodyPr>
          <a:lstStyle/>
          <a:p>
            <a:pPr algn="ctr"/>
            <a:r>
              <a:rPr lang="en-US" sz="900" dirty="0"/>
              <a:t>12568</a:t>
            </a:r>
          </a:p>
        </p:txBody>
      </p:sp>
      <p:sp>
        <p:nvSpPr>
          <p:cNvPr id="89" name="TextBox 88">
            <a:extLst>
              <a:ext uri="{FF2B5EF4-FFF2-40B4-BE49-F238E27FC236}">
                <a16:creationId xmlns:a16="http://schemas.microsoft.com/office/drawing/2014/main" id="{932E85D8-55DC-F026-1581-AD51FD42E9DE}"/>
              </a:ext>
            </a:extLst>
          </p:cNvPr>
          <p:cNvSpPr txBox="1"/>
          <p:nvPr/>
        </p:nvSpPr>
        <p:spPr>
          <a:xfrm>
            <a:off x="4645378" y="4909484"/>
            <a:ext cx="570089" cy="230832"/>
          </a:xfrm>
          <a:prstGeom prst="rect">
            <a:avLst/>
          </a:prstGeom>
          <a:noFill/>
        </p:spPr>
        <p:txBody>
          <a:bodyPr wrap="square" rtlCol="0">
            <a:spAutoFit/>
          </a:bodyPr>
          <a:lstStyle/>
          <a:p>
            <a:pPr algn="ctr"/>
            <a:r>
              <a:rPr lang="en-US" sz="900" dirty="0"/>
              <a:t>23568</a:t>
            </a:r>
          </a:p>
        </p:txBody>
      </p:sp>
      <p:sp>
        <p:nvSpPr>
          <p:cNvPr id="90" name="TextBox 89">
            <a:extLst>
              <a:ext uri="{FF2B5EF4-FFF2-40B4-BE49-F238E27FC236}">
                <a16:creationId xmlns:a16="http://schemas.microsoft.com/office/drawing/2014/main" id="{A1E5FDA4-075F-4872-DEFB-FC5B717AF932}"/>
              </a:ext>
            </a:extLst>
          </p:cNvPr>
          <p:cNvSpPr txBox="1"/>
          <p:nvPr/>
        </p:nvSpPr>
        <p:spPr>
          <a:xfrm>
            <a:off x="5147734" y="4909484"/>
            <a:ext cx="570089" cy="230832"/>
          </a:xfrm>
          <a:prstGeom prst="rect">
            <a:avLst/>
          </a:prstGeom>
          <a:noFill/>
        </p:spPr>
        <p:txBody>
          <a:bodyPr wrap="square" rtlCol="0">
            <a:spAutoFit/>
          </a:bodyPr>
          <a:lstStyle/>
          <a:p>
            <a:pPr algn="ctr"/>
            <a:r>
              <a:rPr lang="en-US" sz="900" dirty="0"/>
              <a:t>235678</a:t>
            </a:r>
          </a:p>
        </p:txBody>
      </p:sp>
      <p:sp>
        <p:nvSpPr>
          <p:cNvPr id="91" name="TextBox 90">
            <a:extLst>
              <a:ext uri="{FF2B5EF4-FFF2-40B4-BE49-F238E27FC236}">
                <a16:creationId xmlns:a16="http://schemas.microsoft.com/office/drawing/2014/main" id="{B750AF23-0A73-52E5-2706-2DA59BF4B9F5}"/>
              </a:ext>
            </a:extLst>
          </p:cNvPr>
          <p:cNvSpPr txBox="1"/>
          <p:nvPr/>
        </p:nvSpPr>
        <p:spPr>
          <a:xfrm>
            <a:off x="5650090" y="4909484"/>
            <a:ext cx="570089" cy="230832"/>
          </a:xfrm>
          <a:prstGeom prst="rect">
            <a:avLst/>
          </a:prstGeom>
          <a:noFill/>
        </p:spPr>
        <p:txBody>
          <a:bodyPr wrap="square" rtlCol="0">
            <a:spAutoFit/>
          </a:bodyPr>
          <a:lstStyle/>
          <a:p>
            <a:pPr algn="ctr"/>
            <a:r>
              <a:rPr lang="en-US" sz="900" dirty="0"/>
              <a:t>23678</a:t>
            </a:r>
          </a:p>
        </p:txBody>
      </p:sp>
      <p:sp>
        <p:nvSpPr>
          <p:cNvPr id="92" name="TextBox 91">
            <a:extLst>
              <a:ext uri="{FF2B5EF4-FFF2-40B4-BE49-F238E27FC236}">
                <a16:creationId xmlns:a16="http://schemas.microsoft.com/office/drawing/2014/main" id="{A4D34E5E-A789-E55B-D2FB-F7B427A706CD}"/>
              </a:ext>
            </a:extLst>
          </p:cNvPr>
          <p:cNvSpPr txBox="1"/>
          <p:nvPr/>
        </p:nvSpPr>
        <p:spPr>
          <a:xfrm>
            <a:off x="6152446" y="4909484"/>
            <a:ext cx="570089" cy="230832"/>
          </a:xfrm>
          <a:prstGeom prst="rect">
            <a:avLst/>
          </a:prstGeom>
          <a:noFill/>
        </p:spPr>
        <p:txBody>
          <a:bodyPr wrap="square" rtlCol="0">
            <a:spAutoFit/>
          </a:bodyPr>
          <a:lstStyle/>
          <a:p>
            <a:pPr algn="ctr"/>
            <a:r>
              <a:rPr lang="en-US" sz="900" dirty="0"/>
              <a:t>235678</a:t>
            </a:r>
          </a:p>
        </p:txBody>
      </p:sp>
      <p:sp>
        <p:nvSpPr>
          <p:cNvPr id="93" name="TextBox 92">
            <a:extLst>
              <a:ext uri="{FF2B5EF4-FFF2-40B4-BE49-F238E27FC236}">
                <a16:creationId xmlns:a16="http://schemas.microsoft.com/office/drawing/2014/main" id="{9B40BA7E-C2E7-2263-D61A-AA6A44645360}"/>
              </a:ext>
            </a:extLst>
          </p:cNvPr>
          <p:cNvSpPr txBox="1"/>
          <p:nvPr/>
        </p:nvSpPr>
        <p:spPr>
          <a:xfrm>
            <a:off x="6654802" y="4909484"/>
            <a:ext cx="570089" cy="230832"/>
          </a:xfrm>
          <a:prstGeom prst="rect">
            <a:avLst/>
          </a:prstGeom>
          <a:noFill/>
        </p:spPr>
        <p:txBody>
          <a:bodyPr wrap="square" rtlCol="0">
            <a:spAutoFit/>
          </a:bodyPr>
          <a:lstStyle/>
          <a:p>
            <a:pPr algn="ctr"/>
            <a:r>
              <a:rPr lang="en-US" sz="900" dirty="0"/>
              <a:t>235678</a:t>
            </a:r>
          </a:p>
        </p:txBody>
      </p:sp>
      <p:sp>
        <p:nvSpPr>
          <p:cNvPr id="94" name="TextBox 93">
            <a:extLst>
              <a:ext uri="{FF2B5EF4-FFF2-40B4-BE49-F238E27FC236}">
                <a16:creationId xmlns:a16="http://schemas.microsoft.com/office/drawing/2014/main" id="{4EC2E342-7580-FA2F-2CDA-1FA9F73F29A0}"/>
              </a:ext>
            </a:extLst>
          </p:cNvPr>
          <p:cNvSpPr txBox="1"/>
          <p:nvPr/>
        </p:nvSpPr>
        <p:spPr>
          <a:xfrm>
            <a:off x="6152446" y="2905709"/>
            <a:ext cx="570089" cy="230832"/>
          </a:xfrm>
          <a:prstGeom prst="rect">
            <a:avLst/>
          </a:prstGeom>
          <a:noFill/>
        </p:spPr>
        <p:txBody>
          <a:bodyPr wrap="square" rtlCol="0">
            <a:spAutoFit/>
          </a:bodyPr>
          <a:lstStyle/>
          <a:p>
            <a:pPr algn="ctr"/>
            <a:r>
              <a:rPr lang="en-US" sz="900" dirty="0"/>
              <a:t>2357</a:t>
            </a:r>
          </a:p>
        </p:txBody>
      </p:sp>
      <p:sp>
        <p:nvSpPr>
          <p:cNvPr id="95" name="TextBox 94">
            <a:extLst>
              <a:ext uri="{FF2B5EF4-FFF2-40B4-BE49-F238E27FC236}">
                <a16:creationId xmlns:a16="http://schemas.microsoft.com/office/drawing/2014/main" id="{23E9CA3F-F9BD-3C05-7373-1E3F877E85F4}"/>
              </a:ext>
            </a:extLst>
          </p:cNvPr>
          <p:cNvSpPr txBox="1"/>
          <p:nvPr/>
        </p:nvSpPr>
        <p:spPr>
          <a:xfrm>
            <a:off x="3640666" y="2905709"/>
            <a:ext cx="570089" cy="230832"/>
          </a:xfrm>
          <a:prstGeom prst="rect">
            <a:avLst/>
          </a:prstGeom>
          <a:noFill/>
        </p:spPr>
        <p:txBody>
          <a:bodyPr wrap="square" rtlCol="0">
            <a:spAutoFit/>
          </a:bodyPr>
          <a:lstStyle/>
          <a:p>
            <a:pPr algn="ctr"/>
            <a:r>
              <a:rPr lang="en-US" sz="900" dirty="0"/>
              <a:t>123578</a:t>
            </a:r>
          </a:p>
        </p:txBody>
      </p:sp>
      <p:sp>
        <p:nvSpPr>
          <p:cNvPr id="96" name="TextBox 95">
            <a:extLst>
              <a:ext uri="{FF2B5EF4-FFF2-40B4-BE49-F238E27FC236}">
                <a16:creationId xmlns:a16="http://schemas.microsoft.com/office/drawing/2014/main" id="{D29FF32E-45F2-A672-AF4F-017FFF88DD33}"/>
              </a:ext>
            </a:extLst>
          </p:cNvPr>
          <p:cNvSpPr txBox="1"/>
          <p:nvPr/>
        </p:nvSpPr>
        <p:spPr>
          <a:xfrm>
            <a:off x="5650090" y="2905709"/>
            <a:ext cx="570089" cy="230832"/>
          </a:xfrm>
          <a:prstGeom prst="rect">
            <a:avLst/>
          </a:prstGeom>
          <a:noFill/>
        </p:spPr>
        <p:txBody>
          <a:bodyPr wrap="square" rtlCol="0">
            <a:spAutoFit/>
          </a:bodyPr>
          <a:lstStyle/>
          <a:p>
            <a:pPr algn="ctr"/>
            <a:r>
              <a:rPr lang="en-US" sz="900" dirty="0"/>
              <a:t>12378</a:t>
            </a:r>
          </a:p>
        </p:txBody>
      </p:sp>
      <p:sp>
        <p:nvSpPr>
          <p:cNvPr id="97" name="TextBox 96">
            <a:extLst>
              <a:ext uri="{FF2B5EF4-FFF2-40B4-BE49-F238E27FC236}">
                <a16:creationId xmlns:a16="http://schemas.microsoft.com/office/drawing/2014/main" id="{C4F30926-0775-DF26-A91A-ACA267371FAC}"/>
              </a:ext>
            </a:extLst>
          </p:cNvPr>
          <p:cNvSpPr txBox="1"/>
          <p:nvPr/>
        </p:nvSpPr>
        <p:spPr>
          <a:xfrm>
            <a:off x="3138310" y="2905709"/>
            <a:ext cx="570089" cy="230832"/>
          </a:xfrm>
          <a:prstGeom prst="rect">
            <a:avLst/>
          </a:prstGeom>
          <a:noFill/>
        </p:spPr>
        <p:txBody>
          <a:bodyPr wrap="square" rtlCol="0">
            <a:spAutoFit/>
          </a:bodyPr>
          <a:lstStyle/>
          <a:p>
            <a:pPr algn="ctr"/>
            <a:r>
              <a:rPr lang="en-US" sz="900" dirty="0"/>
              <a:t>1238</a:t>
            </a:r>
          </a:p>
        </p:txBody>
      </p:sp>
      <p:sp>
        <p:nvSpPr>
          <p:cNvPr id="98" name="TextBox 97">
            <a:extLst>
              <a:ext uri="{FF2B5EF4-FFF2-40B4-BE49-F238E27FC236}">
                <a16:creationId xmlns:a16="http://schemas.microsoft.com/office/drawing/2014/main" id="{35ECDDBB-9655-D573-A612-D57A764C6E07}"/>
              </a:ext>
            </a:extLst>
          </p:cNvPr>
          <p:cNvSpPr txBox="1"/>
          <p:nvPr/>
        </p:nvSpPr>
        <p:spPr>
          <a:xfrm>
            <a:off x="4645378" y="2404765"/>
            <a:ext cx="570089" cy="230832"/>
          </a:xfrm>
          <a:prstGeom prst="rect">
            <a:avLst/>
          </a:prstGeom>
          <a:noFill/>
        </p:spPr>
        <p:txBody>
          <a:bodyPr wrap="square" rtlCol="0">
            <a:spAutoFit/>
          </a:bodyPr>
          <a:lstStyle/>
          <a:p>
            <a:pPr algn="ctr"/>
            <a:r>
              <a:rPr lang="en-US" sz="900" dirty="0"/>
              <a:t>12356</a:t>
            </a:r>
          </a:p>
        </p:txBody>
      </p:sp>
      <p:sp>
        <p:nvSpPr>
          <p:cNvPr id="99" name="TextBox 98">
            <a:extLst>
              <a:ext uri="{FF2B5EF4-FFF2-40B4-BE49-F238E27FC236}">
                <a16:creationId xmlns:a16="http://schemas.microsoft.com/office/drawing/2014/main" id="{ECBCB51B-219B-63F4-00EF-A7D3798E16AB}"/>
              </a:ext>
            </a:extLst>
          </p:cNvPr>
          <p:cNvSpPr txBox="1"/>
          <p:nvPr/>
        </p:nvSpPr>
        <p:spPr>
          <a:xfrm>
            <a:off x="3138310" y="2404765"/>
            <a:ext cx="570089" cy="230832"/>
          </a:xfrm>
          <a:prstGeom prst="rect">
            <a:avLst/>
          </a:prstGeom>
          <a:noFill/>
        </p:spPr>
        <p:txBody>
          <a:bodyPr wrap="square" rtlCol="0">
            <a:spAutoFit/>
          </a:bodyPr>
          <a:lstStyle/>
          <a:p>
            <a:pPr algn="ctr"/>
            <a:r>
              <a:rPr lang="en-US" sz="900" dirty="0"/>
              <a:t>1236</a:t>
            </a:r>
          </a:p>
        </p:txBody>
      </p:sp>
      <p:sp>
        <p:nvSpPr>
          <p:cNvPr id="100" name="TextBox 99">
            <a:extLst>
              <a:ext uri="{FF2B5EF4-FFF2-40B4-BE49-F238E27FC236}">
                <a16:creationId xmlns:a16="http://schemas.microsoft.com/office/drawing/2014/main" id="{F2AF711F-EB56-3DBE-3A45-6BBFDDFDCA32}"/>
              </a:ext>
            </a:extLst>
          </p:cNvPr>
          <p:cNvSpPr txBox="1"/>
          <p:nvPr/>
        </p:nvSpPr>
        <p:spPr>
          <a:xfrm>
            <a:off x="4645378" y="3907597"/>
            <a:ext cx="570089" cy="230832"/>
          </a:xfrm>
          <a:prstGeom prst="rect">
            <a:avLst/>
          </a:prstGeom>
          <a:noFill/>
        </p:spPr>
        <p:txBody>
          <a:bodyPr wrap="square" rtlCol="0">
            <a:spAutoFit/>
          </a:bodyPr>
          <a:lstStyle/>
          <a:p>
            <a:pPr algn="ctr"/>
            <a:r>
              <a:rPr lang="en-US" sz="900" dirty="0"/>
              <a:t>123568</a:t>
            </a:r>
          </a:p>
        </p:txBody>
      </p:sp>
    </p:spTree>
    <p:extLst>
      <p:ext uri="{BB962C8B-B14F-4D97-AF65-F5344CB8AC3E}">
        <p14:creationId xmlns:p14="http://schemas.microsoft.com/office/powerpoint/2010/main" val="2457565525"/>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B8BD44-BB85-4A9C-0E34-02EE94FC0F07}"/>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BCDB069B-6034-A168-6839-3A7BCB860758}"/>
              </a:ext>
            </a:extLst>
          </p:cNvPr>
          <p:cNvSpPr>
            <a:spLocks noGrp="1"/>
          </p:cNvSpPr>
          <p:nvPr>
            <p:ph sz="half" idx="1"/>
          </p:nvPr>
        </p:nvSpPr>
        <p:spPr/>
        <p:txBody>
          <a:bodyPr>
            <a:normAutofit/>
          </a:bodyPr>
          <a:lstStyle/>
          <a:p>
            <a:r>
              <a:rPr lang="en-US" dirty="0"/>
              <a:t>In the right center block, the purple and orange cells cannot be a 57 pair because that would interfere with the 75 cell. So, in the left center block, they can’t be a 57 pair either. This white cell must be either 5 or 7.</a:t>
            </a:r>
          </a:p>
        </p:txBody>
      </p:sp>
      <p:pic>
        <p:nvPicPr>
          <p:cNvPr id="4" name="Picture 3" descr="A grid of sudoku puzzle&#10;&#10;Description automatically generated">
            <a:extLst>
              <a:ext uri="{FF2B5EF4-FFF2-40B4-BE49-F238E27FC236}">
                <a16:creationId xmlns:a16="http://schemas.microsoft.com/office/drawing/2014/main" id="{15397081-4CD0-2516-A705-68004C4BCFE1}"/>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EE62BCFC-E746-417A-244A-7275E96E9C82}"/>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AB815BD1-191B-747F-72E3-0BD59CD05025}"/>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99E558E0-F5EA-1A08-98A0-5618DD471279}"/>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53A9BEE5-F1AC-3C3B-DC5C-8EA115390DC4}"/>
              </a:ext>
            </a:extLst>
          </p:cNvPr>
          <p:cNvSpPr txBox="1"/>
          <p:nvPr/>
        </p:nvSpPr>
        <p:spPr>
          <a:xfrm>
            <a:off x="4715935" y="1224551"/>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8" name="TextBox 7">
            <a:extLst>
              <a:ext uri="{FF2B5EF4-FFF2-40B4-BE49-F238E27FC236}">
                <a16:creationId xmlns:a16="http://schemas.microsoft.com/office/drawing/2014/main" id="{BD432F3A-7B13-63C4-DFD4-1D353EC849CF}"/>
              </a:ext>
            </a:extLst>
          </p:cNvPr>
          <p:cNvSpPr txBox="1"/>
          <p:nvPr/>
        </p:nvSpPr>
        <p:spPr>
          <a:xfrm>
            <a:off x="6214537" y="122455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9" name="TextBox 8">
            <a:extLst>
              <a:ext uri="{FF2B5EF4-FFF2-40B4-BE49-F238E27FC236}">
                <a16:creationId xmlns:a16="http://schemas.microsoft.com/office/drawing/2014/main" id="{AF949BA2-19B8-1918-DF60-A03D8EB3D269}"/>
              </a:ext>
            </a:extLst>
          </p:cNvPr>
          <p:cNvSpPr txBox="1"/>
          <p:nvPr/>
        </p:nvSpPr>
        <p:spPr>
          <a:xfrm>
            <a:off x="6714071" y="1224551"/>
            <a:ext cx="462845" cy="584775"/>
          </a:xfrm>
          <a:prstGeom prst="rect">
            <a:avLst/>
          </a:prstGeom>
          <a:solidFill>
            <a:srgbClr val="FFFF00">
              <a:alpha val="30000"/>
            </a:srgbClr>
          </a:solidFill>
        </p:spPr>
        <p:txBody>
          <a:bodyPr wrap="square" rtlCol="0">
            <a:spAutoFit/>
          </a:bodyPr>
          <a:lstStyle/>
          <a:p>
            <a:pPr algn="ctr"/>
            <a:r>
              <a:rPr lang="en-US" sz="3200" dirty="0"/>
              <a:t>9</a:t>
            </a:r>
          </a:p>
        </p:txBody>
      </p:sp>
      <p:sp>
        <p:nvSpPr>
          <p:cNvPr id="10" name="TextBox 9">
            <a:extLst>
              <a:ext uri="{FF2B5EF4-FFF2-40B4-BE49-F238E27FC236}">
                <a16:creationId xmlns:a16="http://schemas.microsoft.com/office/drawing/2014/main" id="{1A7A55FE-ED5B-EA59-2966-0BBCD15FCCCB}"/>
              </a:ext>
            </a:extLst>
          </p:cNvPr>
          <p:cNvSpPr txBox="1"/>
          <p:nvPr/>
        </p:nvSpPr>
        <p:spPr>
          <a:xfrm>
            <a:off x="7213604" y="122455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11" name="TextBox 10">
            <a:extLst>
              <a:ext uri="{FF2B5EF4-FFF2-40B4-BE49-F238E27FC236}">
                <a16:creationId xmlns:a16="http://schemas.microsoft.com/office/drawing/2014/main" id="{0A521E41-4924-00A2-28C0-EE5FCBCF023D}"/>
              </a:ext>
            </a:extLst>
          </p:cNvPr>
          <p:cNvSpPr txBox="1"/>
          <p:nvPr/>
        </p:nvSpPr>
        <p:spPr>
          <a:xfrm>
            <a:off x="6714071" y="721216"/>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12" name="TextBox 11">
            <a:extLst>
              <a:ext uri="{FF2B5EF4-FFF2-40B4-BE49-F238E27FC236}">
                <a16:creationId xmlns:a16="http://schemas.microsoft.com/office/drawing/2014/main" id="{D26973DC-B504-D3D2-F692-103C5BFDCEA2}"/>
              </a:ext>
            </a:extLst>
          </p:cNvPr>
          <p:cNvSpPr txBox="1"/>
          <p:nvPr/>
        </p:nvSpPr>
        <p:spPr>
          <a:xfrm>
            <a:off x="7213604" y="721216"/>
            <a:ext cx="462845" cy="584775"/>
          </a:xfrm>
          <a:prstGeom prst="rect">
            <a:avLst/>
          </a:prstGeom>
          <a:solidFill>
            <a:srgbClr val="FF0000">
              <a:alpha val="30000"/>
            </a:srgbClr>
          </a:solidFill>
        </p:spPr>
        <p:txBody>
          <a:bodyPr wrap="square" rtlCol="0">
            <a:spAutoFit/>
          </a:bodyPr>
          <a:lstStyle/>
          <a:p>
            <a:pPr algn="ctr"/>
            <a:r>
              <a:rPr lang="en-US" sz="3200" dirty="0"/>
              <a:t>3</a:t>
            </a:r>
          </a:p>
        </p:txBody>
      </p:sp>
      <p:sp>
        <p:nvSpPr>
          <p:cNvPr id="13" name="TextBox 12">
            <a:extLst>
              <a:ext uri="{FF2B5EF4-FFF2-40B4-BE49-F238E27FC236}">
                <a16:creationId xmlns:a16="http://schemas.microsoft.com/office/drawing/2014/main" id="{012F2262-BC29-085E-8319-B1BE282075E9}"/>
              </a:ext>
            </a:extLst>
          </p:cNvPr>
          <p:cNvSpPr txBox="1"/>
          <p:nvPr/>
        </p:nvSpPr>
        <p:spPr>
          <a:xfrm>
            <a:off x="4216401" y="1727886"/>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14" name="TextBox 13">
            <a:extLst>
              <a:ext uri="{FF2B5EF4-FFF2-40B4-BE49-F238E27FC236}">
                <a16:creationId xmlns:a16="http://schemas.microsoft.com/office/drawing/2014/main" id="{D2192DFC-72A8-BA33-0A3C-71B8D55F5EB6}"/>
              </a:ext>
            </a:extLst>
          </p:cNvPr>
          <p:cNvSpPr txBox="1"/>
          <p:nvPr/>
        </p:nvSpPr>
        <p:spPr>
          <a:xfrm>
            <a:off x="5215469" y="1727886"/>
            <a:ext cx="462845" cy="584775"/>
          </a:xfrm>
          <a:prstGeom prst="rect">
            <a:avLst/>
          </a:prstGeom>
          <a:solidFill>
            <a:srgbClr val="00B050">
              <a:alpha val="40000"/>
            </a:srgbClr>
          </a:solidFill>
        </p:spPr>
        <p:txBody>
          <a:bodyPr wrap="square" rtlCol="0">
            <a:spAutoFit/>
          </a:bodyPr>
          <a:lstStyle/>
          <a:p>
            <a:pPr algn="ctr"/>
            <a:r>
              <a:rPr lang="en-US" sz="3200" dirty="0"/>
              <a:t>9</a:t>
            </a:r>
          </a:p>
        </p:txBody>
      </p:sp>
      <p:sp>
        <p:nvSpPr>
          <p:cNvPr id="15" name="TextBox 14">
            <a:extLst>
              <a:ext uri="{FF2B5EF4-FFF2-40B4-BE49-F238E27FC236}">
                <a16:creationId xmlns:a16="http://schemas.microsoft.com/office/drawing/2014/main" id="{5F7D3CA0-488C-7661-7B66-AB7DB219E22A}"/>
              </a:ext>
            </a:extLst>
          </p:cNvPr>
          <p:cNvSpPr txBox="1"/>
          <p:nvPr/>
        </p:nvSpPr>
        <p:spPr>
          <a:xfrm>
            <a:off x="6214537" y="1727886"/>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16" name="TextBox 15">
            <a:extLst>
              <a:ext uri="{FF2B5EF4-FFF2-40B4-BE49-F238E27FC236}">
                <a16:creationId xmlns:a16="http://schemas.microsoft.com/office/drawing/2014/main" id="{EE4FE0F2-7D4A-655D-FFD1-0D7E26EF2AE1}"/>
              </a:ext>
            </a:extLst>
          </p:cNvPr>
          <p:cNvSpPr txBox="1"/>
          <p:nvPr/>
        </p:nvSpPr>
        <p:spPr>
          <a:xfrm>
            <a:off x="6714071" y="172788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17" name="TextBox 16">
            <a:extLst>
              <a:ext uri="{FF2B5EF4-FFF2-40B4-BE49-F238E27FC236}">
                <a16:creationId xmlns:a16="http://schemas.microsoft.com/office/drawing/2014/main" id="{00DA3E49-381A-EBCD-9E59-A27921CB6EFF}"/>
              </a:ext>
            </a:extLst>
          </p:cNvPr>
          <p:cNvSpPr txBox="1"/>
          <p:nvPr/>
        </p:nvSpPr>
        <p:spPr>
          <a:xfrm>
            <a:off x="3716867" y="223122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18" name="TextBox 17">
            <a:extLst>
              <a:ext uri="{FF2B5EF4-FFF2-40B4-BE49-F238E27FC236}">
                <a16:creationId xmlns:a16="http://schemas.microsoft.com/office/drawing/2014/main" id="{722F7A1F-D6DC-76A4-9CA3-EFD5AA91C265}"/>
              </a:ext>
            </a:extLst>
          </p:cNvPr>
          <p:cNvSpPr txBox="1"/>
          <p:nvPr/>
        </p:nvSpPr>
        <p:spPr>
          <a:xfrm>
            <a:off x="5215469" y="2231221"/>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19" name="TextBox 18">
            <a:extLst>
              <a:ext uri="{FF2B5EF4-FFF2-40B4-BE49-F238E27FC236}">
                <a16:creationId xmlns:a16="http://schemas.microsoft.com/office/drawing/2014/main" id="{C3CFCC1D-4D92-8A85-B56C-FC774AEB5255}"/>
              </a:ext>
            </a:extLst>
          </p:cNvPr>
          <p:cNvSpPr txBox="1"/>
          <p:nvPr/>
        </p:nvSpPr>
        <p:spPr>
          <a:xfrm>
            <a:off x="5715003" y="2231221"/>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20" name="TextBox 19">
            <a:extLst>
              <a:ext uri="{FF2B5EF4-FFF2-40B4-BE49-F238E27FC236}">
                <a16:creationId xmlns:a16="http://schemas.microsoft.com/office/drawing/2014/main" id="{3F5D2EDF-C4BF-5DEA-2108-D33CBB40B25D}"/>
              </a:ext>
            </a:extLst>
          </p:cNvPr>
          <p:cNvSpPr txBox="1"/>
          <p:nvPr/>
        </p:nvSpPr>
        <p:spPr>
          <a:xfrm>
            <a:off x="6214537" y="2231221"/>
            <a:ext cx="462845" cy="584775"/>
          </a:xfrm>
          <a:prstGeom prst="rect">
            <a:avLst/>
          </a:prstGeom>
          <a:solidFill>
            <a:srgbClr val="FF0000">
              <a:alpha val="30000"/>
            </a:srgbClr>
          </a:solidFill>
        </p:spPr>
        <p:txBody>
          <a:bodyPr wrap="square" rtlCol="0">
            <a:spAutoFit/>
          </a:bodyPr>
          <a:lstStyle/>
          <a:p>
            <a:pPr algn="ctr"/>
            <a:r>
              <a:rPr lang="en-US" sz="3200" dirty="0"/>
              <a:t>4</a:t>
            </a:r>
          </a:p>
        </p:txBody>
      </p:sp>
      <p:sp>
        <p:nvSpPr>
          <p:cNvPr id="21" name="TextBox 20">
            <a:extLst>
              <a:ext uri="{FF2B5EF4-FFF2-40B4-BE49-F238E27FC236}">
                <a16:creationId xmlns:a16="http://schemas.microsoft.com/office/drawing/2014/main" id="{E5061721-C00E-36AC-6360-27770EB7DDA0}"/>
              </a:ext>
            </a:extLst>
          </p:cNvPr>
          <p:cNvSpPr txBox="1"/>
          <p:nvPr/>
        </p:nvSpPr>
        <p:spPr>
          <a:xfrm>
            <a:off x="6714071" y="223122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2" name="TextBox 21">
            <a:extLst>
              <a:ext uri="{FF2B5EF4-FFF2-40B4-BE49-F238E27FC236}">
                <a16:creationId xmlns:a16="http://schemas.microsoft.com/office/drawing/2014/main" id="{DB1556CB-E967-168C-4B10-867F5D7646E4}"/>
              </a:ext>
            </a:extLst>
          </p:cNvPr>
          <p:cNvSpPr txBox="1"/>
          <p:nvPr/>
        </p:nvSpPr>
        <p:spPr>
          <a:xfrm>
            <a:off x="4216401" y="2734556"/>
            <a:ext cx="462845" cy="584775"/>
          </a:xfrm>
          <a:prstGeom prst="rect">
            <a:avLst/>
          </a:prstGeom>
          <a:solidFill>
            <a:srgbClr val="FF0000">
              <a:alpha val="30000"/>
            </a:srgbClr>
          </a:solidFill>
        </p:spPr>
        <p:txBody>
          <a:bodyPr wrap="square" rtlCol="0">
            <a:spAutoFit/>
          </a:bodyPr>
          <a:lstStyle/>
          <a:p>
            <a:pPr algn="ctr"/>
            <a:r>
              <a:rPr lang="en-US" sz="3200" dirty="0"/>
              <a:t>4</a:t>
            </a:r>
          </a:p>
        </p:txBody>
      </p:sp>
      <p:sp>
        <p:nvSpPr>
          <p:cNvPr id="23" name="TextBox 22">
            <a:extLst>
              <a:ext uri="{FF2B5EF4-FFF2-40B4-BE49-F238E27FC236}">
                <a16:creationId xmlns:a16="http://schemas.microsoft.com/office/drawing/2014/main" id="{1BC35AEE-230D-CF0C-0EE2-D14DBC9857CF}"/>
              </a:ext>
            </a:extLst>
          </p:cNvPr>
          <p:cNvSpPr txBox="1"/>
          <p:nvPr/>
        </p:nvSpPr>
        <p:spPr>
          <a:xfrm>
            <a:off x="5215469" y="2734556"/>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4" name="TextBox 23">
            <a:extLst>
              <a:ext uri="{FF2B5EF4-FFF2-40B4-BE49-F238E27FC236}">
                <a16:creationId xmlns:a16="http://schemas.microsoft.com/office/drawing/2014/main" id="{D535C3B8-B583-E7F1-47AC-120D8E227B89}"/>
              </a:ext>
            </a:extLst>
          </p:cNvPr>
          <p:cNvSpPr txBox="1"/>
          <p:nvPr/>
        </p:nvSpPr>
        <p:spPr>
          <a:xfrm>
            <a:off x="6714071" y="2734556"/>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25" name="TextBox 24">
            <a:extLst>
              <a:ext uri="{FF2B5EF4-FFF2-40B4-BE49-F238E27FC236}">
                <a16:creationId xmlns:a16="http://schemas.microsoft.com/office/drawing/2014/main" id="{62D8A065-EF8C-B05B-E7FA-F8DCC132EFCF}"/>
              </a:ext>
            </a:extLst>
          </p:cNvPr>
          <p:cNvSpPr txBox="1"/>
          <p:nvPr/>
        </p:nvSpPr>
        <p:spPr>
          <a:xfrm>
            <a:off x="3716867" y="323789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6" name="TextBox 25">
            <a:extLst>
              <a:ext uri="{FF2B5EF4-FFF2-40B4-BE49-F238E27FC236}">
                <a16:creationId xmlns:a16="http://schemas.microsoft.com/office/drawing/2014/main" id="{F14CC200-3551-9FC1-C507-E8AF5D801F39}"/>
              </a:ext>
            </a:extLst>
          </p:cNvPr>
          <p:cNvSpPr txBox="1"/>
          <p:nvPr/>
        </p:nvSpPr>
        <p:spPr>
          <a:xfrm>
            <a:off x="4715935" y="323789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27" name="TextBox 26">
            <a:extLst>
              <a:ext uri="{FF2B5EF4-FFF2-40B4-BE49-F238E27FC236}">
                <a16:creationId xmlns:a16="http://schemas.microsoft.com/office/drawing/2014/main" id="{0C9C876C-BA37-BAA7-7F3F-663DC2B90EFF}"/>
              </a:ext>
            </a:extLst>
          </p:cNvPr>
          <p:cNvSpPr txBox="1"/>
          <p:nvPr/>
        </p:nvSpPr>
        <p:spPr>
          <a:xfrm>
            <a:off x="5215469" y="323789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28" name="TextBox 27">
            <a:extLst>
              <a:ext uri="{FF2B5EF4-FFF2-40B4-BE49-F238E27FC236}">
                <a16:creationId xmlns:a16="http://schemas.microsoft.com/office/drawing/2014/main" id="{D38DCAA3-FE6B-8A18-7524-FAD117673DDB}"/>
              </a:ext>
            </a:extLst>
          </p:cNvPr>
          <p:cNvSpPr txBox="1"/>
          <p:nvPr/>
        </p:nvSpPr>
        <p:spPr>
          <a:xfrm>
            <a:off x="7213604" y="3237891"/>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29" name="TextBox 28">
            <a:extLst>
              <a:ext uri="{FF2B5EF4-FFF2-40B4-BE49-F238E27FC236}">
                <a16:creationId xmlns:a16="http://schemas.microsoft.com/office/drawing/2014/main" id="{B1C94BBA-38FE-FC02-60EE-16407845D37F}"/>
              </a:ext>
            </a:extLst>
          </p:cNvPr>
          <p:cNvSpPr txBox="1"/>
          <p:nvPr/>
        </p:nvSpPr>
        <p:spPr>
          <a:xfrm>
            <a:off x="3217333" y="3741226"/>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30" name="TextBox 29">
            <a:extLst>
              <a:ext uri="{FF2B5EF4-FFF2-40B4-BE49-F238E27FC236}">
                <a16:creationId xmlns:a16="http://schemas.microsoft.com/office/drawing/2014/main" id="{41516D46-A940-5FC6-C7F0-9F90CCC26F8C}"/>
              </a:ext>
            </a:extLst>
          </p:cNvPr>
          <p:cNvSpPr txBox="1"/>
          <p:nvPr/>
        </p:nvSpPr>
        <p:spPr>
          <a:xfrm>
            <a:off x="3716867" y="374122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31" name="TextBox 30">
            <a:extLst>
              <a:ext uri="{FF2B5EF4-FFF2-40B4-BE49-F238E27FC236}">
                <a16:creationId xmlns:a16="http://schemas.microsoft.com/office/drawing/2014/main" id="{5FD670BC-1B1B-70FF-A090-59058EFF4C54}"/>
              </a:ext>
            </a:extLst>
          </p:cNvPr>
          <p:cNvSpPr txBox="1"/>
          <p:nvPr/>
        </p:nvSpPr>
        <p:spPr>
          <a:xfrm>
            <a:off x="5715003" y="3741226"/>
            <a:ext cx="462845" cy="584775"/>
          </a:xfrm>
          <a:prstGeom prst="rect">
            <a:avLst/>
          </a:prstGeom>
          <a:solidFill>
            <a:srgbClr val="FFFF00">
              <a:alpha val="30000"/>
            </a:srgbClr>
          </a:solidFill>
        </p:spPr>
        <p:txBody>
          <a:bodyPr wrap="square" rtlCol="0">
            <a:spAutoFit/>
          </a:bodyPr>
          <a:lstStyle/>
          <a:p>
            <a:pPr algn="ctr"/>
            <a:r>
              <a:rPr lang="en-US" sz="3200" dirty="0"/>
              <a:t>9</a:t>
            </a:r>
          </a:p>
        </p:txBody>
      </p:sp>
      <p:sp>
        <p:nvSpPr>
          <p:cNvPr id="32" name="TextBox 31">
            <a:extLst>
              <a:ext uri="{FF2B5EF4-FFF2-40B4-BE49-F238E27FC236}">
                <a16:creationId xmlns:a16="http://schemas.microsoft.com/office/drawing/2014/main" id="{F2DB943C-3DBF-FBDA-AB7A-595F40DA98F0}"/>
              </a:ext>
            </a:extLst>
          </p:cNvPr>
          <p:cNvSpPr txBox="1"/>
          <p:nvPr/>
        </p:nvSpPr>
        <p:spPr>
          <a:xfrm>
            <a:off x="6214537" y="3741226"/>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33" name="TextBox 32">
            <a:extLst>
              <a:ext uri="{FF2B5EF4-FFF2-40B4-BE49-F238E27FC236}">
                <a16:creationId xmlns:a16="http://schemas.microsoft.com/office/drawing/2014/main" id="{91C7315F-224F-77A6-6B1C-7C7EE138D1A2}"/>
              </a:ext>
            </a:extLst>
          </p:cNvPr>
          <p:cNvSpPr txBox="1"/>
          <p:nvPr/>
        </p:nvSpPr>
        <p:spPr>
          <a:xfrm>
            <a:off x="6714071" y="374122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34" name="TextBox 33">
            <a:extLst>
              <a:ext uri="{FF2B5EF4-FFF2-40B4-BE49-F238E27FC236}">
                <a16:creationId xmlns:a16="http://schemas.microsoft.com/office/drawing/2014/main" id="{09EC74B3-B347-44B8-B5C0-F1A11A3E7837}"/>
              </a:ext>
            </a:extLst>
          </p:cNvPr>
          <p:cNvSpPr txBox="1"/>
          <p:nvPr/>
        </p:nvSpPr>
        <p:spPr>
          <a:xfrm>
            <a:off x="7213604" y="3741226"/>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35" name="TextBox 34">
            <a:extLst>
              <a:ext uri="{FF2B5EF4-FFF2-40B4-BE49-F238E27FC236}">
                <a16:creationId xmlns:a16="http://schemas.microsoft.com/office/drawing/2014/main" id="{42B8E59B-D54F-69DB-8A11-405A1A724CDE}"/>
              </a:ext>
            </a:extLst>
          </p:cNvPr>
          <p:cNvSpPr txBox="1"/>
          <p:nvPr/>
        </p:nvSpPr>
        <p:spPr>
          <a:xfrm>
            <a:off x="3217333" y="424456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36" name="TextBox 35">
            <a:extLst>
              <a:ext uri="{FF2B5EF4-FFF2-40B4-BE49-F238E27FC236}">
                <a16:creationId xmlns:a16="http://schemas.microsoft.com/office/drawing/2014/main" id="{9947C2AA-834D-6B54-2D89-BCB57372AA9F}"/>
              </a:ext>
            </a:extLst>
          </p:cNvPr>
          <p:cNvSpPr txBox="1"/>
          <p:nvPr/>
        </p:nvSpPr>
        <p:spPr>
          <a:xfrm>
            <a:off x="4216401" y="4244561"/>
            <a:ext cx="462845" cy="584775"/>
          </a:xfrm>
          <a:prstGeom prst="rect">
            <a:avLst/>
          </a:prstGeom>
          <a:solidFill>
            <a:srgbClr val="FF0000">
              <a:alpha val="30000"/>
            </a:srgbClr>
          </a:solidFill>
        </p:spPr>
        <p:txBody>
          <a:bodyPr wrap="square" rtlCol="0">
            <a:spAutoFit/>
          </a:bodyPr>
          <a:lstStyle/>
          <a:p>
            <a:pPr algn="ctr"/>
            <a:r>
              <a:rPr lang="en-US" sz="3200" dirty="0"/>
              <a:t>3</a:t>
            </a:r>
          </a:p>
        </p:txBody>
      </p:sp>
      <p:sp>
        <p:nvSpPr>
          <p:cNvPr id="37" name="TextBox 36">
            <a:extLst>
              <a:ext uri="{FF2B5EF4-FFF2-40B4-BE49-F238E27FC236}">
                <a16:creationId xmlns:a16="http://schemas.microsoft.com/office/drawing/2014/main" id="{38CB0D1E-B12F-2292-611A-60D156BB2C55}"/>
              </a:ext>
            </a:extLst>
          </p:cNvPr>
          <p:cNvSpPr txBox="1"/>
          <p:nvPr/>
        </p:nvSpPr>
        <p:spPr>
          <a:xfrm>
            <a:off x="5715003" y="424456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38" name="TextBox 37">
            <a:extLst>
              <a:ext uri="{FF2B5EF4-FFF2-40B4-BE49-F238E27FC236}">
                <a16:creationId xmlns:a16="http://schemas.microsoft.com/office/drawing/2014/main" id="{D4326B12-31F7-79FD-E562-AFA5B9AE2118}"/>
              </a:ext>
            </a:extLst>
          </p:cNvPr>
          <p:cNvSpPr txBox="1"/>
          <p:nvPr/>
        </p:nvSpPr>
        <p:spPr>
          <a:xfrm>
            <a:off x="6214537" y="424456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39" name="TextBox 38">
            <a:extLst>
              <a:ext uri="{FF2B5EF4-FFF2-40B4-BE49-F238E27FC236}">
                <a16:creationId xmlns:a16="http://schemas.microsoft.com/office/drawing/2014/main" id="{50CA0469-1806-9ACD-4C1C-B1B2BE549D32}"/>
              </a:ext>
            </a:extLst>
          </p:cNvPr>
          <p:cNvSpPr txBox="1"/>
          <p:nvPr/>
        </p:nvSpPr>
        <p:spPr>
          <a:xfrm>
            <a:off x="6714071" y="4244561"/>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40" name="TextBox 39">
            <a:extLst>
              <a:ext uri="{FF2B5EF4-FFF2-40B4-BE49-F238E27FC236}">
                <a16:creationId xmlns:a16="http://schemas.microsoft.com/office/drawing/2014/main" id="{0AC6FB19-99A0-D1EE-2D8C-D9206A4C33C3}"/>
              </a:ext>
            </a:extLst>
          </p:cNvPr>
          <p:cNvSpPr txBox="1"/>
          <p:nvPr/>
        </p:nvSpPr>
        <p:spPr>
          <a:xfrm>
            <a:off x="7213604" y="4244561"/>
            <a:ext cx="462845" cy="584775"/>
          </a:xfrm>
          <a:prstGeom prst="rect">
            <a:avLst/>
          </a:prstGeom>
          <a:solidFill>
            <a:srgbClr val="00B050">
              <a:alpha val="40000"/>
            </a:srgbClr>
          </a:solidFill>
        </p:spPr>
        <p:txBody>
          <a:bodyPr wrap="square" rtlCol="0">
            <a:spAutoFit/>
          </a:bodyPr>
          <a:lstStyle/>
          <a:p>
            <a:pPr algn="ctr"/>
            <a:r>
              <a:rPr lang="en-US" sz="3200" dirty="0"/>
              <a:t>9</a:t>
            </a:r>
          </a:p>
        </p:txBody>
      </p:sp>
      <p:sp>
        <p:nvSpPr>
          <p:cNvPr id="41" name="TextBox 40">
            <a:extLst>
              <a:ext uri="{FF2B5EF4-FFF2-40B4-BE49-F238E27FC236}">
                <a16:creationId xmlns:a16="http://schemas.microsoft.com/office/drawing/2014/main" id="{64289AED-A58A-192C-6301-E42D05620916}"/>
              </a:ext>
            </a:extLst>
          </p:cNvPr>
          <p:cNvSpPr txBox="1"/>
          <p:nvPr/>
        </p:nvSpPr>
        <p:spPr>
          <a:xfrm>
            <a:off x="3217333" y="4747898"/>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42" name="TextBox 41">
            <a:extLst>
              <a:ext uri="{FF2B5EF4-FFF2-40B4-BE49-F238E27FC236}">
                <a16:creationId xmlns:a16="http://schemas.microsoft.com/office/drawing/2014/main" id="{04A5DB4F-AF6B-0692-087A-54277655BAFC}"/>
              </a:ext>
            </a:extLst>
          </p:cNvPr>
          <p:cNvSpPr txBox="1"/>
          <p:nvPr/>
        </p:nvSpPr>
        <p:spPr>
          <a:xfrm>
            <a:off x="3716867" y="4747898"/>
            <a:ext cx="462845" cy="584775"/>
          </a:xfrm>
          <a:prstGeom prst="rect">
            <a:avLst/>
          </a:prstGeom>
          <a:solidFill>
            <a:srgbClr val="FFFF00">
              <a:alpha val="30000"/>
            </a:srgbClr>
          </a:solidFill>
        </p:spPr>
        <p:txBody>
          <a:bodyPr wrap="square" rtlCol="0">
            <a:spAutoFit/>
          </a:bodyPr>
          <a:lstStyle/>
          <a:p>
            <a:pPr algn="ctr"/>
            <a:r>
              <a:rPr lang="en-US" sz="3200" dirty="0"/>
              <a:t>9</a:t>
            </a:r>
          </a:p>
        </p:txBody>
      </p:sp>
      <p:sp>
        <p:nvSpPr>
          <p:cNvPr id="43" name="TextBox 42">
            <a:extLst>
              <a:ext uri="{FF2B5EF4-FFF2-40B4-BE49-F238E27FC236}">
                <a16:creationId xmlns:a16="http://schemas.microsoft.com/office/drawing/2014/main" id="{B498598F-19E0-A31E-DA15-9B5BC0B10BCE}"/>
              </a:ext>
            </a:extLst>
          </p:cNvPr>
          <p:cNvSpPr txBox="1"/>
          <p:nvPr/>
        </p:nvSpPr>
        <p:spPr>
          <a:xfrm>
            <a:off x="4216401" y="4747898"/>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44" name="TextBox 43">
            <a:extLst>
              <a:ext uri="{FF2B5EF4-FFF2-40B4-BE49-F238E27FC236}">
                <a16:creationId xmlns:a16="http://schemas.microsoft.com/office/drawing/2014/main" id="{7CD4834D-9D93-0AB4-EA6F-803B1B71E4FE}"/>
              </a:ext>
            </a:extLst>
          </p:cNvPr>
          <p:cNvSpPr txBox="1"/>
          <p:nvPr/>
        </p:nvSpPr>
        <p:spPr>
          <a:xfrm>
            <a:off x="7157158" y="1522145"/>
            <a:ext cx="570089" cy="230832"/>
          </a:xfrm>
          <a:prstGeom prst="rect">
            <a:avLst/>
          </a:prstGeom>
          <a:noFill/>
        </p:spPr>
        <p:txBody>
          <a:bodyPr wrap="square" rtlCol="0">
            <a:spAutoFit/>
          </a:bodyPr>
          <a:lstStyle/>
          <a:p>
            <a:pPr algn="ctr"/>
            <a:r>
              <a:rPr lang="en-US" sz="900" dirty="0"/>
              <a:t>57</a:t>
            </a:r>
          </a:p>
        </p:txBody>
      </p:sp>
      <p:sp>
        <p:nvSpPr>
          <p:cNvPr id="45" name="TextBox 44">
            <a:extLst>
              <a:ext uri="{FF2B5EF4-FFF2-40B4-BE49-F238E27FC236}">
                <a16:creationId xmlns:a16="http://schemas.microsoft.com/office/drawing/2014/main" id="{1377F79A-2861-F63D-ACDE-6F44A98A3F1B}"/>
              </a:ext>
            </a:extLst>
          </p:cNvPr>
          <p:cNvSpPr txBox="1"/>
          <p:nvPr/>
        </p:nvSpPr>
        <p:spPr>
          <a:xfrm>
            <a:off x="4143022" y="5028752"/>
            <a:ext cx="570089" cy="230832"/>
          </a:xfrm>
          <a:prstGeom prst="rect">
            <a:avLst/>
          </a:prstGeom>
          <a:noFill/>
        </p:spPr>
        <p:txBody>
          <a:bodyPr wrap="square" rtlCol="0">
            <a:spAutoFit/>
          </a:bodyPr>
          <a:lstStyle/>
          <a:p>
            <a:pPr algn="ctr"/>
            <a:r>
              <a:rPr lang="en-US" sz="900" dirty="0"/>
              <a:t>57</a:t>
            </a:r>
          </a:p>
        </p:txBody>
      </p:sp>
      <p:sp>
        <p:nvSpPr>
          <p:cNvPr id="50" name="TextBox 49">
            <a:extLst>
              <a:ext uri="{FF2B5EF4-FFF2-40B4-BE49-F238E27FC236}">
                <a16:creationId xmlns:a16="http://schemas.microsoft.com/office/drawing/2014/main" id="{A880A645-0CC0-E455-BBFD-3BA67174B307}"/>
              </a:ext>
            </a:extLst>
          </p:cNvPr>
          <p:cNvSpPr txBox="1"/>
          <p:nvPr/>
        </p:nvSpPr>
        <p:spPr>
          <a:xfrm>
            <a:off x="6152446" y="1402877"/>
            <a:ext cx="570089" cy="230832"/>
          </a:xfrm>
          <a:prstGeom prst="rect">
            <a:avLst/>
          </a:prstGeom>
          <a:noFill/>
        </p:spPr>
        <p:txBody>
          <a:bodyPr wrap="square" rtlCol="0">
            <a:spAutoFit/>
          </a:bodyPr>
          <a:lstStyle/>
          <a:p>
            <a:pPr algn="ctr"/>
            <a:r>
              <a:rPr lang="en-US" sz="900" dirty="0"/>
              <a:t>75</a:t>
            </a:r>
          </a:p>
        </p:txBody>
      </p:sp>
      <p:sp>
        <p:nvSpPr>
          <p:cNvPr id="51" name="TextBox 50">
            <a:extLst>
              <a:ext uri="{FF2B5EF4-FFF2-40B4-BE49-F238E27FC236}">
                <a16:creationId xmlns:a16="http://schemas.microsoft.com/office/drawing/2014/main" id="{399CCD40-D2FE-90B9-6FAD-49AF32DDFC82}"/>
              </a:ext>
            </a:extLst>
          </p:cNvPr>
          <p:cNvSpPr txBox="1"/>
          <p:nvPr/>
        </p:nvSpPr>
        <p:spPr>
          <a:xfrm>
            <a:off x="3138310" y="4408541"/>
            <a:ext cx="570089" cy="230832"/>
          </a:xfrm>
          <a:prstGeom prst="rect">
            <a:avLst/>
          </a:prstGeom>
          <a:noFill/>
        </p:spPr>
        <p:txBody>
          <a:bodyPr wrap="square" rtlCol="0">
            <a:spAutoFit/>
          </a:bodyPr>
          <a:lstStyle/>
          <a:p>
            <a:pPr algn="ctr"/>
            <a:r>
              <a:rPr lang="en-US" sz="900" dirty="0"/>
              <a:t>75</a:t>
            </a:r>
          </a:p>
        </p:txBody>
      </p:sp>
      <p:sp>
        <p:nvSpPr>
          <p:cNvPr id="52" name="TextBox 51">
            <a:extLst>
              <a:ext uri="{FF2B5EF4-FFF2-40B4-BE49-F238E27FC236}">
                <a16:creationId xmlns:a16="http://schemas.microsoft.com/office/drawing/2014/main" id="{4799DEB3-5659-6D1A-67DB-72C7E075E202}"/>
              </a:ext>
            </a:extLst>
          </p:cNvPr>
          <p:cNvSpPr txBox="1"/>
          <p:nvPr/>
        </p:nvSpPr>
        <p:spPr>
          <a:xfrm>
            <a:off x="3640666" y="3406653"/>
            <a:ext cx="570089" cy="230832"/>
          </a:xfrm>
          <a:prstGeom prst="rect">
            <a:avLst/>
          </a:prstGeom>
          <a:noFill/>
        </p:spPr>
        <p:txBody>
          <a:bodyPr wrap="square" rtlCol="0">
            <a:spAutoFit/>
          </a:bodyPr>
          <a:lstStyle/>
          <a:p>
            <a:pPr algn="ctr"/>
            <a:r>
              <a:rPr lang="en-US" sz="900" dirty="0"/>
              <a:t>2357</a:t>
            </a:r>
          </a:p>
        </p:txBody>
      </p:sp>
      <p:sp>
        <p:nvSpPr>
          <p:cNvPr id="53" name="TextBox 52">
            <a:extLst>
              <a:ext uri="{FF2B5EF4-FFF2-40B4-BE49-F238E27FC236}">
                <a16:creationId xmlns:a16="http://schemas.microsoft.com/office/drawing/2014/main" id="{D0084A12-A722-E307-3912-4E217F729E13}"/>
              </a:ext>
            </a:extLst>
          </p:cNvPr>
          <p:cNvSpPr txBox="1"/>
          <p:nvPr/>
        </p:nvSpPr>
        <p:spPr>
          <a:xfrm>
            <a:off x="3640666" y="4026865"/>
            <a:ext cx="570089" cy="230832"/>
          </a:xfrm>
          <a:prstGeom prst="rect">
            <a:avLst/>
          </a:prstGeom>
          <a:noFill/>
        </p:spPr>
        <p:txBody>
          <a:bodyPr wrap="square" rtlCol="0">
            <a:spAutoFit/>
          </a:bodyPr>
          <a:lstStyle/>
          <a:p>
            <a:pPr algn="ctr"/>
            <a:r>
              <a:rPr lang="en-US" sz="900" dirty="0"/>
              <a:t>68</a:t>
            </a:r>
          </a:p>
        </p:txBody>
      </p:sp>
      <p:sp>
        <p:nvSpPr>
          <p:cNvPr id="54" name="TextBox 53">
            <a:extLst>
              <a:ext uri="{FF2B5EF4-FFF2-40B4-BE49-F238E27FC236}">
                <a16:creationId xmlns:a16="http://schemas.microsoft.com/office/drawing/2014/main" id="{F5990833-E47B-664B-E082-9D9A3B0648B5}"/>
              </a:ext>
            </a:extLst>
          </p:cNvPr>
          <p:cNvSpPr txBox="1"/>
          <p:nvPr/>
        </p:nvSpPr>
        <p:spPr>
          <a:xfrm>
            <a:off x="3138310" y="3788329"/>
            <a:ext cx="570089" cy="230832"/>
          </a:xfrm>
          <a:prstGeom prst="rect">
            <a:avLst/>
          </a:prstGeom>
          <a:noFill/>
        </p:spPr>
        <p:txBody>
          <a:bodyPr wrap="square" rtlCol="0">
            <a:spAutoFit/>
          </a:bodyPr>
          <a:lstStyle/>
          <a:p>
            <a:pPr algn="ctr"/>
            <a:r>
              <a:rPr lang="en-US" sz="900" dirty="0"/>
              <a:t>168</a:t>
            </a:r>
          </a:p>
        </p:txBody>
      </p:sp>
      <p:sp>
        <p:nvSpPr>
          <p:cNvPr id="55" name="TextBox 54">
            <a:extLst>
              <a:ext uri="{FF2B5EF4-FFF2-40B4-BE49-F238E27FC236}">
                <a16:creationId xmlns:a16="http://schemas.microsoft.com/office/drawing/2014/main" id="{69B4A0C2-46F1-EA36-0E19-17C195D3214D}"/>
              </a:ext>
            </a:extLst>
          </p:cNvPr>
          <p:cNvSpPr txBox="1"/>
          <p:nvPr/>
        </p:nvSpPr>
        <p:spPr>
          <a:xfrm>
            <a:off x="6152446" y="2023089"/>
            <a:ext cx="570089" cy="230832"/>
          </a:xfrm>
          <a:prstGeom prst="rect">
            <a:avLst/>
          </a:prstGeom>
          <a:noFill/>
        </p:spPr>
        <p:txBody>
          <a:bodyPr wrap="square" rtlCol="0">
            <a:spAutoFit/>
          </a:bodyPr>
          <a:lstStyle/>
          <a:p>
            <a:pPr algn="ctr"/>
            <a:r>
              <a:rPr lang="en-US" sz="900" dirty="0"/>
              <a:t>168</a:t>
            </a:r>
          </a:p>
        </p:txBody>
      </p:sp>
      <p:sp>
        <p:nvSpPr>
          <p:cNvPr id="56" name="TextBox 55">
            <a:extLst>
              <a:ext uri="{FF2B5EF4-FFF2-40B4-BE49-F238E27FC236}">
                <a16:creationId xmlns:a16="http://schemas.microsoft.com/office/drawing/2014/main" id="{5A247343-F3CF-DBD9-F0D3-D71D5CD06086}"/>
              </a:ext>
            </a:extLst>
          </p:cNvPr>
          <p:cNvSpPr txBox="1"/>
          <p:nvPr/>
        </p:nvSpPr>
        <p:spPr>
          <a:xfrm>
            <a:off x="6654802" y="1784553"/>
            <a:ext cx="570089" cy="230832"/>
          </a:xfrm>
          <a:prstGeom prst="rect">
            <a:avLst/>
          </a:prstGeom>
          <a:noFill/>
        </p:spPr>
        <p:txBody>
          <a:bodyPr wrap="square" rtlCol="0">
            <a:spAutoFit/>
          </a:bodyPr>
          <a:lstStyle/>
          <a:p>
            <a:pPr algn="ctr"/>
            <a:r>
              <a:rPr lang="en-US" sz="900" dirty="0"/>
              <a:t>68</a:t>
            </a:r>
          </a:p>
        </p:txBody>
      </p:sp>
      <p:sp>
        <p:nvSpPr>
          <p:cNvPr id="57" name="TextBox 56">
            <a:extLst>
              <a:ext uri="{FF2B5EF4-FFF2-40B4-BE49-F238E27FC236}">
                <a16:creationId xmlns:a16="http://schemas.microsoft.com/office/drawing/2014/main" id="{6F97763B-F08D-134A-ED02-507B55868970}"/>
              </a:ext>
            </a:extLst>
          </p:cNvPr>
          <p:cNvSpPr txBox="1"/>
          <p:nvPr/>
        </p:nvSpPr>
        <p:spPr>
          <a:xfrm>
            <a:off x="6654802" y="2524033"/>
            <a:ext cx="570089" cy="230832"/>
          </a:xfrm>
          <a:prstGeom prst="rect">
            <a:avLst/>
          </a:prstGeom>
          <a:noFill/>
        </p:spPr>
        <p:txBody>
          <a:bodyPr wrap="square" rtlCol="0">
            <a:spAutoFit/>
          </a:bodyPr>
          <a:lstStyle/>
          <a:p>
            <a:pPr algn="ctr"/>
            <a:r>
              <a:rPr lang="en-US" sz="900" dirty="0"/>
              <a:t>2357</a:t>
            </a:r>
          </a:p>
        </p:txBody>
      </p:sp>
      <p:sp>
        <p:nvSpPr>
          <p:cNvPr id="58" name="TextBox 57">
            <a:extLst>
              <a:ext uri="{FF2B5EF4-FFF2-40B4-BE49-F238E27FC236}">
                <a16:creationId xmlns:a16="http://schemas.microsoft.com/office/drawing/2014/main" id="{F1096D8B-2678-A32D-096B-A2B669D1E321}"/>
              </a:ext>
            </a:extLst>
          </p:cNvPr>
          <p:cNvSpPr txBox="1"/>
          <p:nvPr/>
        </p:nvSpPr>
        <p:spPr>
          <a:xfrm>
            <a:off x="4143022" y="1903821"/>
            <a:ext cx="570089" cy="230832"/>
          </a:xfrm>
          <a:prstGeom prst="rect">
            <a:avLst/>
          </a:prstGeom>
          <a:noFill/>
        </p:spPr>
        <p:txBody>
          <a:bodyPr wrap="square" rtlCol="0">
            <a:spAutoFit/>
          </a:bodyPr>
          <a:lstStyle/>
          <a:p>
            <a:pPr algn="ctr"/>
            <a:r>
              <a:rPr lang="en-US" sz="900" dirty="0"/>
              <a:t>75</a:t>
            </a:r>
          </a:p>
        </p:txBody>
      </p:sp>
      <p:sp>
        <p:nvSpPr>
          <p:cNvPr id="59" name="TextBox 58">
            <a:extLst>
              <a:ext uri="{FF2B5EF4-FFF2-40B4-BE49-F238E27FC236}">
                <a16:creationId xmlns:a16="http://schemas.microsoft.com/office/drawing/2014/main" id="{422A0154-29F4-290B-938B-809993155554}"/>
              </a:ext>
            </a:extLst>
          </p:cNvPr>
          <p:cNvSpPr txBox="1"/>
          <p:nvPr/>
        </p:nvSpPr>
        <p:spPr>
          <a:xfrm>
            <a:off x="3640666" y="2404765"/>
            <a:ext cx="570089" cy="230832"/>
          </a:xfrm>
          <a:prstGeom prst="rect">
            <a:avLst/>
          </a:prstGeom>
          <a:noFill/>
        </p:spPr>
        <p:txBody>
          <a:bodyPr wrap="square" rtlCol="0">
            <a:spAutoFit/>
          </a:bodyPr>
          <a:lstStyle/>
          <a:p>
            <a:pPr algn="ctr"/>
            <a:r>
              <a:rPr lang="en-US" sz="900" dirty="0"/>
              <a:t>2357</a:t>
            </a:r>
          </a:p>
        </p:txBody>
      </p:sp>
      <p:sp>
        <p:nvSpPr>
          <p:cNvPr id="62" name="TextBox 61">
            <a:extLst>
              <a:ext uri="{FF2B5EF4-FFF2-40B4-BE49-F238E27FC236}">
                <a16:creationId xmlns:a16="http://schemas.microsoft.com/office/drawing/2014/main" id="{6DCF6A15-B46E-15EF-8DEC-5E1B3E2DCDB2}"/>
              </a:ext>
            </a:extLst>
          </p:cNvPr>
          <p:cNvSpPr txBox="1"/>
          <p:nvPr/>
        </p:nvSpPr>
        <p:spPr>
          <a:xfrm>
            <a:off x="6654802" y="2905709"/>
            <a:ext cx="570089" cy="230832"/>
          </a:xfrm>
          <a:prstGeom prst="rect">
            <a:avLst/>
          </a:prstGeom>
          <a:noFill/>
        </p:spPr>
        <p:txBody>
          <a:bodyPr wrap="square" rtlCol="0">
            <a:spAutoFit/>
          </a:bodyPr>
          <a:lstStyle/>
          <a:p>
            <a:pPr algn="ctr"/>
            <a:r>
              <a:rPr lang="en-US" sz="900" dirty="0"/>
              <a:t>2357</a:t>
            </a:r>
          </a:p>
        </p:txBody>
      </p:sp>
      <p:sp>
        <p:nvSpPr>
          <p:cNvPr id="63" name="TextBox 62">
            <a:extLst>
              <a:ext uri="{FF2B5EF4-FFF2-40B4-BE49-F238E27FC236}">
                <a16:creationId xmlns:a16="http://schemas.microsoft.com/office/drawing/2014/main" id="{AAED7629-78B1-38FF-4E2E-6DA1D236A890}"/>
              </a:ext>
            </a:extLst>
          </p:cNvPr>
          <p:cNvSpPr txBox="1"/>
          <p:nvPr/>
        </p:nvSpPr>
        <p:spPr>
          <a:xfrm>
            <a:off x="7157158" y="3406653"/>
            <a:ext cx="570089" cy="230832"/>
          </a:xfrm>
          <a:prstGeom prst="rect">
            <a:avLst/>
          </a:prstGeom>
          <a:noFill/>
        </p:spPr>
        <p:txBody>
          <a:bodyPr wrap="square" rtlCol="0">
            <a:spAutoFit/>
          </a:bodyPr>
          <a:lstStyle/>
          <a:p>
            <a:pPr algn="ctr"/>
            <a:r>
              <a:rPr lang="en-US" sz="900" dirty="0"/>
              <a:t>75</a:t>
            </a:r>
          </a:p>
        </p:txBody>
      </p:sp>
      <p:sp>
        <p:nvSpPr>
          <p:cNvPr id="66" name="TextBox 65">
            <a:extLst>
              <a:ext uri="{FF2B5EF4-FFF2-40B4-BE49-F238E27FC236}">
                <a16:creationId xmlns:a16="http://schemas.microsoft.com/office/drawing/2014/main" id="{FAFF8CE4-FAC9-F42E-2412-35B67EA35BCC}"/>
              </a:ext>
            </a:extLst>
          </p:cNvPr>
          <p:cNvSpPr txBox="1"/>
          <p:nvPr/>
        </p:nvSpPr>
        <p:spPr>
          <a:xfrm>
            <a:off x="5147734" y="2524033"/>
            <a:ext cx="570089" cy="230832"/>
          </a:xfrm>
          <a:prstGeom prst="rect">
            <a:avLst/>
          </a:prstGeom>
          <a:noFill/>
        </p:spPr>
        <p:txBody>
          <a:bodyPr wrap="square" rtlCol="0">
            <a:spAutoFit/>
          </a:bodyPr>
          <a:lstStyle/>
          <a:p>
            <a:pPr algn="ctr"/>
            <a:r>
              <a:rPr lang="en-US" sz="900" dirty="0"/>
              <a:t>2567</a:t>
            </a:r>
          </a:p>
        </p:txBody>
      </p:sp>
      <p:sp>
        <p:nvSpPr>
          <p:cNvPr id="68" name="TextBox 67">
            <a:extLst>
              <a:ext uri="{FF2B5EF4-FFF2-40B4-BE49-F238E27FC236}">
                <a16:creationId xmlns:a16="http://schemas.microsoft.com/office/drawing/2014/main" id="{B4FB7914-3BE0-F85A-DEF0-49B1993D70E7}"/>
              </a:ext>
            </a:extLst>
          </p:cNvPr>
          <p:cNvSpPr txBox="1"/>
          <p:nvPr/>
        </p:nvSpPr>
        <p:spPr>
          <a:xfrm>
            <a:off x="6654802" y="4527809"/>
            <a:ext cx="570089" cy="230832"/>
          </a:xfrm>
          <a:prstGeom prst="rect">
            <a:avLst/>
          </a:prstGeom>
          <a:noFill/>
        </p:spPr>
        <p:txBody>
          <a:bodyPr wrap="square" rtlCol="0">
            <a:spAutoFit/>
          </a:bodyPr>
          <a:lstStyle/>
          <a:p>
            <a:pPr algn="ctr"/>
            <a:r>
              <a:rPr lang="en-US" sz="900" dirty="0"/>
              <a:t>2567</a:t>
            </a:r>
          </a:p>
        </p:txBody>
      </p:sp>
      <p:sp>
        <p:nvSpPr>
          <p:cNvPr id="70" name="TextBox 69">
            <a:extLst>
              <a:ext uri="{FF2B5EF4-FFF2-40B4-BE49-F238E27FC236}">
                <a16:creationId xmlns:a16="http://schemas.microsoft.com/office/drawing/2014/main" id="{60A78D89-DAED-A116-2863-8BFC47F7A215}"/>
              </a:ext>
            </a:extLst>
          </p:cNvPr>
          <p:cNvSpPr txBox="1"/>
          <p:nvPr/>
        </p:nvSpPr>
        <p:spPr>
          <a:xfrm>
            <a:off x="5650090" y="2285497"/>
            <a:ext cx="570089" cy="230832"/>
          </a:xfrm>
          <a:prstGeom prst="rect">
            <a:avLst/>
          </a:prstGeom>
          <a:noFill/>
        </p:spPr>
        <p:txBody>
          <a:bodyPr wrap="square" rtlCol="0">
            <a:spAutoFit/>
          </a:bodyPr>
          <a:lstStyle/>
          <a:p>
            <a:pPr algn="ctr"/>
            <a:r>
              <a:rPr lang="en-US" sz="900" dirty="0"/>
              <a:t>2367</a:t>
            </a:r>
          </a:p>
        </p:txBody>
      </p:sp>
      <p:sp>
        <p:nvSpPr>
          <p:cNvPr id="71" name="TextBox 70">
            <a:extLst>
              <a:ext uri="{FF2B5EF4-FFF2-40B4-BE49-F238E27FC236}">
                <a16:creationId xmlns:a16="http://schemas.microsoft.com/office/drawing/2014/main" id="{73E470E9-8D6A-06F1-4A1F-089DE591861B}"/>
              </a:ext>
            </a:extLst>
          </p:cNvPr>
          <p:cNvSpPr txBox="1"/>
          <p:nvPr/>
        </p:nvSpPr>
        <p:spPr>
          <a:xfrm>
            <a:off x="5147734" y="2905709"/>
            <a:ext cx="570089" cy="230832"/>
          </a:xfrm>
          <a:prstGeom prst="rect">
            <a:avLst/>
          </a:prstGeom>
          <a:noFill/>
        </p:spPr>
        <p:txBody>
          <a:bodyPr wrap="square" rtlCol="0">
            <a:spAutoFit/>
          </a:bodyPr>
          <a:lstStyle/>
          <a:p>
            <a:pPr algn="ctr"/>
            <a:r>
              <a:rPr lang="en-US" sz="900" dirty="0"/>
              <a:t>2578</a:t>
            </a:r>
          </a:p>
        </p:txBody>
      </p:sp>
      <p:sp>
        <p:nvSpPr>
          <p:cNvPr id="72" name="TextBox 71">
            <a:extLst>
              <a:ext uri="{FF2B5EF4-FFF2-40B4-BE49-F238E27FC236}">
                <a16:creationId xmlns:a16="http://schemas.microsoft.com/office/drawing/2014/main" id="{23168854-A080-C3B2-A191-C2CFDE8197E7}"/>
              </a:ext>
            </a:extLst>
          </p:cNvPr>
          <p:cNvSpPr txBox="1"/>
          <p:nvPr/>
        </p:nvSpPr>
        <p:spPr>
          <a:xfrm>
            <a:off x="4645378" y="3525921"/>
            <a:ext cx="570089" cy="230832"/>
          </a:xfrm>
          <a:prstGeom prst="rect">
            <a:avLst/>
          </a:prstGeom>
          <a:noFill/>
        </p:spPr>
        <p:txBody>
          <a:bodyPr wrap="square" rtlCol="0">
            <a:spAutoFit/>
          </a:bodyPr>
          <a:lstStyle/>
          <a:p>
            <a:pPr algn="ctr"/>
            <a:r>
              <a:rPr lang="en-US" sz="900" dirty="0"/>
              <a:t>268</a:t>
            </a:r>
          </a:p>
        </p:txBody>
      </p:sp>
      <p:sp>
        <p:nvSpPr>
          <p:cNvPr id="74" name="TextBox 73">
            <a:extLst>
              <a:ext uri="{FF2B5EF4-FFF2-40B4-BE49-F238E27FC236}">
                <a16:creationId xmlns:a16="http://schemas.microsoft.com/office/drawing/2014/main" id="{E96FAEB1-6940-160F-175A-FE0D4CD71ABE}"/>
              </a:ext>
            </a:extLst>
          </p:cNvPr>
          <p:cNvSpPr txBox="1"/>
          <p:nvPr/>
        </p:nvSpPr>
        <p:spPr>
          <a:xfrm>
            <a:off x="6152446" y="4527809"/>
            <a:ext cx="570089" cy="230832"/>
          </a:xfrm>
          <a:prstGeom prst="rect">
            <a:avLst/>
          </a:prstGeom>
          <a:noFill/>
        </p:spPr>
        <p:txBody>
          <a:bodyPr wrap="square" rtlCol="0">
            <a:spAutoFit/>
          </a:bodyPr>
          <a:lstStyle/>
          <a:p>
            <a:pPr algn="ctr"/>
            <a:r>
              <a:rPr lang="en-US" sz="900" dirty="0"/>
              <a:t>2578</a:t>
            </a:r>
          </a:p>
        </p:txBody>
      </p:sp>
      <p:sp>
        <p:nvSpPr>
          <p:cNvPr id="75" name="TextBox 74">
            <a:extLst>
              <a:ext uri="{FF2B5EF4-FFF2-40B4-BE49-F238E27FC236}">
                <a16:creationId xmlns:a16="http://schemas.microsoft.com/office/drawing/2014/main" id="{BBB8FFF6-1195-437D-78DE-3C3149306B62}"/>
              </a:ext>
            </a:extLst>
          </p:cNvPr>
          <p:cNvSpPr txBox="1"/>
          <p:nvPr/>
        </p:nvSpPr>
        <p:spPr>
          <a:xfrm>
            <a:off x="6654802" y="3788329"/>
            <a:ext cx="570089" cy="230832"/>
          </a:xfrm>
          <a:prstGeom prst="rect">
            <a:avLst/>
          </a:prstGeom>
          <a:noFill/>
        </p:spPr>
        <p:txBody>
          <a:bodyPr wrap="square" rtlCol="0">
            <a:spAutoFit/>
          </a:bodyPr>
          <a:lstStyle/>
          <a:p>
            <a:pPr algn="ctr"/>
            <a:r>
              <a:rPr lang="en-US" sz="900" dirty="0"/>
              <a:t>2367</a:t>
            </a:r>
          </a:p>
        </p:txBody>
      </p:sp>
      <p:sp>
        <p:nvSpPr>
          <p:cNvPr id="76" name="TextBox 75">
            <a:extLst>
              <a:ext uri="{FF2B5EF4-FFF2-40B4-BE49-F238E27FC236}">
                <a16:creationId xmlns:a16="http://schemas.microsoft.com/office/drawing/2014/main" id="{BCBD9FC8-8003-C77D-756B-65063450B020}"/>
              </a:ext>
            </a:extLst>
          </p:cNvPr>
          <p:cNvSpPr txBox="1"/>
          <p:nvPr/>
        </p:nvSpPr>
        <p:spPr>
          <a:xfrm>
            <a:off x="5650090" y="4527809"/>
            <a:ext cx="570089" cy="230832"/>
          </a:xfrm>
          <a:prstGeom prst="rect">
            <a:avLst/>
          </a:prstGeom>
          <a:noFill/>
        </p:spPr>
        <p:txBody>
          <a:bodyPr wrap="square" rtlCol="0">
            <a:spAutoFit/>
          </a:bodyPr>
          <a:lstStyle/>
          <a:p>
            <a:pPr algn="ctr"/>
            <a:r>
              <a:rPr lang="en-US" sz="900" dirty="0"/>
              <a:t>268</a:t>
            </a:r>
          </a:p>
        </p:txBody>
      </p:sp>
      <p:sp>
        <p:nvSpPr>
          <p:cNvPr id="73" name="TextBox 72">
            <a:extLst>
              <a:ext uri="{FF2B5EF4-FFF2-40B4-BE49-F238E27FC236}">
                <a16:creationId xmlns:a16="http://schemas.microsoft.com/office/drawing/2014/main" id="{9A19DD07-2C54-6DF7-B9B3-E0C449480A38}"/>
              </a:ext>
            </a:extLst>
          </p:cNvPr>
          <p:cNvSpPr txBox="1"/>
          <p:nvPr/>
        </p:nvSpPr>
        <p:spPr>
          <a:xfrm>
            <a:off x="5147734" y="3287385"/>
            <a:ext cx="570089" cy="230832"/>
          </a:xfrm>
          <a:prstGeom prst="rect">
            <a:avLst/>
          </a:prstGeom>
          <a:noFill/>
        </p:spPr>
        <p:txBody>
          <a:bodyPr wrap="square" rtlCol="0">
            <a:spAutoFit/>
          </a:bodyPr>
          <a:lstStyle/>
          <a:p>
            <a:pPr algn="ctr"/>
            <a:r>
              <a:rPr lang="en-US" sz="900" dirty="0"/>
              <a:t>235678</a:t>
            </a:r>
          </a:p>
        </p:txBody>
      </p:sp>
      <p:sp>
        <p:nvSpPr>
          <p:cNvPr id="78" name="TextBox 77">
            <a:extLst>
              <a:ext uri="{FF2B5EF4-FFF2-40B4-BE49-F238E27FC236}">
                <a16:creationId xmlns:a16="http://schemas.microsoft.com/office/drawing/2014/main" id="{A524D9C0-F2AD-6A4E-0508-E1D6D67D322E}"/>
              </a:ext>
            </a:extLst>
          </p:cNvPr>
          <p:cNvSpPr txBox="1"/>
          <p:nvPr/>
        </p:nvSpPr>
        <p:spPr>
          <a:xfrm>
            <a:off x="6152446" y="3788329"/>
            <a:ext cx="570089" cy="230832"/>
          </a:xfrm>
          <a:prstGeom prst="rect">
            <a:avLst/>
          </a:prstGeom>
          <a:noFill/>
        </p:spPr>
        <p:txBody>
          <a:bodyPr wrap="square" rtlCol="0">
            <a:spAutoFit/>
          </a:bodyPr>
          <a:lstStyle/>
          <a:p>
            <a:pPr algn="ctr"/>
            <a:r>
              <a:rPr lang="en-US" sz="900" dirty="0"/>
              <a:t>235678</a:t>
            </a:r>
          </a:p>
        </p:txBody>
      </p:sp>
      <p:sp>
        <p:nvSpPr>
          <p:cNvPr id="79" name="TextBox 78">
            <a:extLst>
              <a:ext uri="{FF2B5EF4-FFF2-40B4-BE49-F238E27FC236}">
                <a16:creationId xmlns:a16="http://schemas.microsoft.com/office/drawing/2014/main" id="{A18A788B-E1D1-3966-BFB5-BBD2620EF68C}"/>
              </a:ext>
            </a:extLst>
          </p:cNvPr>
          <p:cNvSpPr txBox="1"/>
          <p:nvPr/>
        </p:nvSpPr>
        <p:spPr>
          <a:xfrm>
            <a:off x="6214537" y="3237891"/>
            <a:ext cx="462845" cy="584775"/>
          </a:xfrm>
          <a:prstGeom prst="rect">
            <a:avLst/>
          </a:prstGeom>
          <a:noFill/>
        </p:spPr>
        <p:txBody>
          <a:bodyPr wrap="square" rtlCol="0">
            <a:spAutoFit/>
          </a:bodyPr>
          <a:lstStyle/>
          <a:p>
            <a:pPr algn="ctr"/>
            <a:r>
              <a:rPr lang="en-US" sz="3200" dirty="0"/>
              <a:t>9</a:t>
            </a:r>
          </a:p>
        </p:txBody>
      </p:sp>
      <p:sp>
        <p:nvSpPr>
          <p:cNvPr id="80" name="TextBox 79">
            <a:extLst>
              <a:ext uri="{FF2B5EF4-FFF2-40B4-BE49-F238E27FC236}">
                <a16:creationId xmlns:a16="http://schemas.microsoft.com/office/drawing/2014/main" id="{B0341E14-2751-7EBB-9863-B2291155A195}"/>
              </a:ext>
            </a:extLst>
          </p:cNvPr>
          <p:cNvSpPr txBox="1"/>
          <p:nvPr/>
        </p:nvSpPr>
        <p:spPr>
          <a:xfrm>
            <a:off x="6152446" y="901933"/>
            <a:ext cx="570089" cy="230832"/>
          </a:xfrm>
          <a:prstGeom prst="rect">
            <a:avLst/>
          </a:prstGeom>
          <a:noFill/>
        </p:spPr>
        <p:txBody>
          <a:bodyPr wrap="square" rtlCol="0">
            <a:spAutoFit/>
          </a:bodyPr>
          <a:lstStyle/>
          <a:p>
            <a:pPr algn="ctr"/>
            <a:r>
              <a:rPr lang="en-US" sz="900" dirty="0"/>
              <a:t>18</a:t>
            </a:r>
          </a:p>
        </p:txBody>
      </p:sp>
      <p:sp>
        <p:nvSpPr>
          <p:cNvPr id="81" name="TextBox 80">
            <a:extLst>
              <a:ext uri="{FF2B5EF4-FFF2-40B4-BE49-F238E27FC236}">
                <a16:creationId xmlns:a16="http://schemas.microsoft.com/office/drawing/2014/main" id="{9C1B4357-4365-4DBE-E357-4892F377037D}"/>
              </a:ext>
            </a:extLst>
          </p:cNvPr>
          <p:cNvSpPr txBox="1"/>
          <p:nvPr/>
        </p:nvSpPr>
        <p:spPr>
          <a:xfrm>
            <a:off x="4143022" y="3907597"/>
            <a:ext cx="570089" cy="230832"/>
          </a:xfrm>
          <a:prstGeom prst="rect">
            <a:avLst/>
          </a:prstGeom>
          <a:noFill/>
        </p:spPr>
        <p:txBody>
          <a:bodyPr wrap="square" rtlCol="0">
            <a:spAutoFit/>
          </a:bodyPr>
          <a:lstStyle/>
          <a:p>
            <a:pPr algn="ctr"/>
            <a:r>
              <a:rPr lang="en-US" sz="900" dirty="0"/>
              <a:t>28</a:t>
            </a:r>
          </a:p>
        </p:txBody>
      </p:sp>
      <p:sp>
        <p:nvSpPr>
          <p:cNvPr id="82" name="TextBox 81">
            <a:extLst>
              <a:ext uri="{FF2B5EF4-FFF2-40B4-BE49-F238E27FC236}">
                <a16:creationId xmlns:a16="http://schemas.microsoft.com/office/drawing/2014/main" id="{D7EC5847-377B-1ACE-4D67-5F662F176F54}"/>
              </a:ext>
            </a:extLst>
          </p:cNvPr>
          <p:cNvSpPr txBox="1"/>
          <p:nvPr/>
        </p:nvSpPr>
        <p:spPr>
          <a:xfrm>
            <a:off x="3640666" y="4408541"/>
            <a:ext cx="570089" cy="230832"/>
          </a:xfrm>
          <a:prstGeom prst="rect">
            <a:avLst/>
          </a:prstGeom>
          <a:noFill/>
        </p:spPr>
        <p:txBody>
          <a:bodyPr wrap="square" rtlCol="0">
            <a:spAutoFit/>
          </a:bodyPr>
          <a:lstStyle/>
          <a:p>
            <a:pPr algn="ctr"/>
            <a:r>
              <a:rPr lang="en-US" sz="900" dirty="0"/>
              <a:t>128</a:t>
            </a:r>
          </a:p>
        </p:txBody>
      </p:sp>
      <p:sp>
        <p:nvSpPr>
          <p:cNvPr id="48" name="TextBox 47">
            <a:extLst>
              <a:ext uri="{FF2B5EF4-FFF2-40B4-BE49-F238E27FC236}">
                <a16:creationId xmlns:a16="http://schemas.microsoft.com/office/drawing/2014/main" id="{EBA7F33F-93B5-39A2-08B7-4A4AC52A7D41}"/>
              </a:ext>
            </a:extLst>
          </p:cNvPr>
          <p:cNvSpPr txBox="1"/>
          <p:nvPr/>
        </p:nvSpPr>
        <p:spPr>
          <a:xfrm>
            <a:off x="3716867" y="1727886"/>
            <a:ext cx="462845" cy="584775"/>
          </a:xfrm>
          <a:prstGeom prst="rect">
            <a:avLst/>
          </a:prstGeom>
          <a:noFill/>
        </p:spPr>
        <p:txBody>
          <a:bodyPr wrap="square" rtlCol="0">
            <a:spAutoFit/>
          </a:bodyPr>
          <a:lstStyle/>
          <a:p>
            <a:pPr algn="ctr"/>
            <a:r>
              <a:rPr lang="en-US" sz="3200" dirty="0"/>
              <a:t>4</a:t>
            </a:r>
          </a:p>
        </p:txBody>
      </p:sp>
      <p:sp>
        <p:nvSpPr>
          <p:cNvPr id="49" name="TextBox 48">
            <a:extLst>
              <a:ext uri="{FF2B5EF4-FFF2-40B4-BE49-F238E27FC236}">
                <a16:creationId xmlns:a16="http://schemas.microsoft.com/office/drawing/2014/main" id="{8EA79A50-A3A2-8717-5F42-EE5DBA91F653}"/>
              </a:ext>
            </a:extLst>
          </p:cNvPr>
          <p:cNvSpPr txBox="1"/>
          <p:nvPr/>
        </p:nvSpPr>
        <p:spPr>
          <a:xfrm>
            <a:off x="5715003" y="3237891"/>
            <a:ext cx="462845" cy="584775"/>
          </a:xfrm>
          <a:prstGeom prst="rect">
            <a:avLst/>
          </a:prstGeom>
          <a:noFill/>
        </p:spPr>
        <p:txBody>
          <a:bodyPr wrap="square" rtlCol="0">
            <a:spAutoFit/>
          </a:bodyPr>
          <a:lstStyle/>
          <a:p>
            <a:pPr algn="ctr"/>
            <a:r>
              <a:rPr lang="en-US" sz="3200" dirty="0"/>
              <a:t>4</a:t>
            </a:r>
          </a:p>
        </p:txBody>
      </p:sp>
      <p:sp>
        <p:nvSpPr>
          <p:cNvPr id="46" name="TextBox 45">
            <a:extLst>
              <a:ext uri="{FF2B5EF4-FFF2-40B4-BE49-F238E27FC236}">
                <a16:creationId xmlns:a16="http://schemas.microsoft.com/office/drawing/2014/main" id="{7CD33FDD-B3C5-67D4-12D1-CC2CDCD3501B}"/>
              </a:ext>
            </a:extLst>
          </p:cNvPr>
          <p:cNvSpPr txBox="1"/>
          <p:nvPr/>
        </p:nvSpPr>
        <p:spPr>
          <a:xfrm>
            <a:off x="3217333" y="721216"/>
            <a:ext cx="462845" cy="584775"/>
          </a:xfrm>
          <a:prstGeom prst="rect">
            <a:avLst/>
          </a:prstGeom>
          <a:noFill/>
        </p:spPr>
        <p:txBody>
          <a:bodyPr wrap="square" rtlCol="0">
            <a:spAutoFit/>
          </a:bodyPr>
          <a:lstStyle/>
          <a:p>
            <a:pPr algn="ctr"/>
            <a:r>
              <a:rPr lang="en-US" sz="3200" dirty="0"/>
              <a:t>9</a:t>
            </a:r>
          </a:p>
        </p:txBody>
      </p:sp>
      <p:sp>
        <p:nvSpPr>
          <p:cNvPr id="47" name="TextBox 46">
            <a:extLst>
              <a:ext uri="{FF2B5EF4-FFF2-40B4-BE49-F238E27FC236}">
                <a16:creationId xmlns:a16="http://schemas.microsoft.com/office/drawing/2014/main" id="{774CB1F3-097D-FE2A-7B35-42913D701D13}"/>
              </a:ext>
            </a:extLst>
          </p:cNvPr>
          <p:cNvSpPr txBox="1"/>
          <p:nvPr/>
        </p:nvSpPr>
        <p:spPr>
          <a:xfrm>
            <a:off x="7213604" y="4747898"/>
            <a:ext cx="462845" cy="584775"/>
          </a:xfrm>
          <a:prstGeom prst="rect">
            <a:avLst/>
          </a:prstGeom>
          <a:noFill/>
        </p:spPr>
        <p:txBody>
          <a:bodyPr wrap="square" rtlCol="0">
            <a:spAutoFit/>
          </a:bodyPr>
          <a:lstStyle/>
          <a:p>
            <a:pPr algn="ctr"/>
            <a:r>
              <a:rPr lang="en-US" sz="3200" dirty="0"/>
              <a:t>1</a:t>
            </a:r>
          </a:p>
        </p:txBody>
      </p:sp>
      <p:sp>
        <p:nvSpPr>
          <p:cNvPr id="60" name="TextBox 59">
            <a:extLst>
              <a:ext uri="{FF2B5EF4-FFF2-40B4-BE49-F238E27FC236}">
                <a16:creationId xmlns:a16="http://schemas.microsoft.com/office/drawing/2014/main" id="{8E6CA1D3-6675-4516-34D1-E6199CC5D31A}"/>
              </a:ext>
            </a:extLst>
          </p:cNvPr>
          <p:cNvSpPr txBox="1"/>
          <p:nvPr/>
        </p:nvSpPr>
        <p:spPr>
          <a:xfrm>
            <a:off x="7213604" y="2734556"/>
            <a:ext cx="462845" cy="584775"/>
          </a:xfrm>
          <a:prstGeom prst="rect">
            <a:avLst/>
          </a:prstGeom>
          <a:noFill/>
        </p:spPr>
        <p:txBody>
          <a:bodyPr wrap="square" rtlCol="0">
            <a:spAutoFit/>
          </a:bodyPr>
          <a:lstStyle/>
          <a:p>
            <a:pPr algn="ctr"/>
            <a:r>
              <a:rPr lang="en-US" sz="3200" dirty="0"/>
              <a:t>6</a:t>
            </a:r>
          </a:p>
        </p:txBody>
      </p:sp>
      <p:sp>
        <p:nvSpPr>
          <p:cNvPr id="61" name="TextBox 60">
            <a:extLst>
              <a:ext uri="{FF2B5EF4-FFF2-40B4-BE49-F238E27FC236}">
                <a16:creationId xmlns:a16="http://schemas.microsoft.com/office/drawing/2014/main" id="{9977C6DD-4001-34DC-6046-F546B8AF1AF5}"/>
              </a:ext>
            </a:extLst>
          </p:cNvPr>
          <p:cNvSpPr txBox="1"/>
          <p:nvPr/>
        </p:nvSpPr>
        <p:spPr>
          <a:xfrm>
            <a:off x="3640666" y="901933"/>
            <a:ext cx="570089" cy="230832"/>
          </a:xfrm>
          <a:prstGeom prst="rect">
            <a:avLst/>
          </a:prstGeom>
          <a:noFill/>
        </p:spPr>
        <p:txBody>
          <a:bodyPr wrap="square" rtlCol="0">
            <a:spAutoFit/>
          </a:bodyPr>
          <a:lstStyle/>
          <a:p>
            <a:pPr algn="ctr"/>
            <a:r>
              <a:rPr lang="en-US" sz="900" dirty="0"/>
              <a:t>28</a:t>
            </a:r>
          </a:p>
        </p:txBody>
      </p:sp>
      <p:sp>
        <p:nvSpPr>
          <p:cNvPr id="64" name="TextBox 63">
            <a:extLst>
              <a:ext uri="{FF2B5EF4-FFF2-40B4-BE49-F238E27FC236}">
                <a16:creationId xmlns:a16="http://schemas.microsoft.com/office/drawing/2014/main" id="{D324DD43-A720-FDD0-6B93-27085A3B9A54}"/>
              </a:ext>
            </a:extLst>
          </p:cNvPr>
          <p:cNvSpPr txBox="1"/>
          <p:nvPr/>
        </p:nvSpPr>
        <p:spPr>
          <a:xfrm>
            <a:off x="5147734" y="901933"/>
            <a:ext cx="570089" cy="230832"/>
          </a:xfrm>
          <a:prstGeom prst="rect">
            <a:avLst/>
          </a:prstGeom>
          <a:noFill/>
        </p:spPr>
        <p:txBody>
          <a:bodyPr wrap="square" rtlCol="0">
            <a:spAutoFit/>
          </a:bodyPr>
          <a:lstStyle/>
          <a:p>
            <a:pPr algn="ctr"/>
            <a:r>
              <a:rPr lang="en-US" sz="900" dirty="0"/>
              <a:t>128</a:t>
            </a:r>
          </a:p>
        </p:txBody>
      </p:sp>
      <p:sp>
        <p:nvSpPr>
          <p:cNvPr id="65" name="TextBox 64">
            <a:extLst>
              <a:ext uri="{FF2B5EF4-FFF2-40B4-BE49-F238E27FC236}">
                <a16:creationId xmlns:a16="http://schemas.microsoft.com/office/drawing/2014/main" id="{BE66CC16-DC70-43BE-2C9B-D86D3A936D59}"/>
              </a:ext>
            </a:extLst>
          </p:cNvPr>
          <p:cNvSpPr txBox="1"/>
          <p:nvPr/>
        </p:nvSpPr>
        <p:spPr>
          <a:xfrm>
            <a:off x="3640666" y="1402877"/>
            <a:ext cx="570089" cy="230832"/>
          </a:xfrm>
          <a:prstGeom prst="rect">
            <a:avLst/>
          </a:prstGeom>
          <a:noFill/>
        </p:spPr>
        <p:txBody>
          <a:bodyPr wrap="square" rtlCol="0">
            <a:spAutoFit/>
          </a:bodyPr>
          <a:lstStyle/>
          <a:p>
            <a:pPr algn="ctr"/>
            <a:r>
              <a:rPr lang="en-US" sz="900" dirty="0"/>
              <a:t>238</a:t>
            </a:r>
          </a:p>
        </p:txBody>
      </p:sp>
      <p:sp>
        <p:nvSpPr>
          <p:cNvPr id="67" name="TextBox 66">
            <a:extLst>
              <a:ext uri="{FF2B5EF4-FFF2-40B4-BE49-F238E27FC236}">
                <a16:creationId xmlns:a16="http://schemas.microsoft.com/office/drawing/2014/main" id="{2C4A7A3C-78B1-88F0-6C4E-897EE1166545}"/>
              </a:ext>
            </a:extLst>
          </p:cNvPr>
          <p:cNvSpPr txBox="1"/>
          <p:nvPr/>
        </p:nvSpPr>
        <p:spPr>
          <a:xfrm>
            <a:off x="5147734" y="1402877"/>
            <a:ext cx="570089" cy="230832"/>
          </a:xfrm>
          <a:prstGeom prst="rect">
            <a:avLst/>
          </a:prstGeom>
          <a:noFill/>
        </p:spPr>
        <p:txBody>
          <a:bodyPr wrap="square" rtlCol="0">
            <a:spAutoFit/>
          </a:bodyPr>
          <a:lstStyle/>
          <a:p>
            <a:pPr algn="ctr"/>
            <a:r>
              <a:rPr lang="en-US" sz="900" dirty="0"/>
              <a:t>268</a:t>
            </a:r>
          </a:p>
        </p:txBody>
      </p:sp>
      <p:sp>
        <p:nvSpPr>
          <p:cNvPr id="69" name="TextBox 68">
            <a:extLst>
              <a:ext uri="{FF2B5EF4-FFF2-40B4-BE49-F238E27FC236}">
                <a16:creationId xmlns:a16="http://schemas.microsoft.com/office/drawing/2014/main" id="{21029A12-3A48-9DEC-95A2-A4DCDE8CFF56}"/>
              </a:ext>
            </a:extLst>
          </p:cNvPr>
          <p:cNvSpPr txBox="1"/>
          <p:nvPr/>
        </p:nvSpPr>
        <p:spPr>
          <a:xfrm>
            <a:off x="5650090" y="1402877"/>
            <a:ext cx="570089" cy="230832"/>
          </a:xfrm>
          <a:prstGeom prst="rect">
            <a:avLst/>
          </a:prstGeom>
          <a:noFill/>
        </p:spPr>
        <p:txBody>
          <a:bodyPr wrap="square" rtlCol="0">
            <a:spAutoFit/>
          </a:bodyPr>
          <a:lstStyle/>
          <a:p>
            <a:pPr algn="ctr"/>
            <a:r>
              <a:rPr lang="en-US" sz="900" dirty="0"/>
              <a:t>268</a:t>
            </a:r>
          </a:p>
        </p:txBody>
      </p:sp>
      <p:sp>
        <p:nvSpPr>
          <p:cNvPr id="77" name="TextBox 76">
            <a:extLst>
              <a:ext uri="{FF2B5EF4-FFF2-40B4-BE49-F238E27FC236}">
                <a16:creationId xmlns:a16="http://schemas.microsoft.com/office/drawing/2014/main" id="{317C9FBC-936A-85AB-D038-1A6EBDCF9F4E}"/>
              </a:ext>
            </a:extLst>
          </p:cNvPr>
          <p:cNvSpPr txBox="1"/>
          <p:nvPr/>
        </p:nvSpPr>
        <p:spPr>
          <a:xfrm>
            <a:off x="3138310" y="1402877"/>
            <a:ext cx="570089" cy="230832"/>
          </a:xfrm>
          <a:prstGeom prst="rect">
            <a:avLst/>
          </a:prstGeom>
          <a:noFill/>
        </p:spPr>
        <p:txBody>
          <a:bodyPr wrap="square" rtlCol="0">
            <a:spAutoFit/>
          </a:bodyPr>
          <a:lstStyle/>
          <a:p>
            <a:pPr algn="ctr"/>
            <a:r>
              <a:rPr lang="en-US" sz="900" dirty="0"/>
              <a:t>238</a:t>
            </a:r>
          </a:p>
        </p:txBody>
      </p:sp>
      <p:sp>
        <p:nvSpPr>
          <p:cNvPr id="83" name="TextBox 82">
            <a:extLst>
              <a:ext uri="{FF2B5EF4-FFF2-40B4-BE49-F238E27FC236}">
                <a16:creationId xmlns:a16="http://schemas.microsoft.com/office/drawing/2014/main" id="{DBEB8038-5797-5D07-DCBD-67E525FF7309}"/>
              </a:ext>
            </a:extLst>
          </p:cNvPr>
          <p:cNvSpPr txBox="1"/>
          <p:nvPr/>
        </p:nvSpPr>
        <p:spPr>
          <a:xfrm>
            <a:off x="4645378" y="1903821"/>
            <a:ext cx="570089" cy="230832"/>
          </a:xfrm>
          <a:prstGeom prst="rect">
            <a:avLst/>
          </a:prstGeom>
          <a:noFill/>
        </p:spPr>
        <p:txBody>
          <a:bodyPr wrap="square" rtlCol="0">
            <a:spAutoFit/>
          </a:bodyPr>
          <a:lstStyle/>
          <a:p>
            <a:pPr algn="ctr"/>
            <a:r>
              <a:rPr lang="en-US" sz="900" dirty="0"/>
              <a:t>1368</a:t>
            </a:r>
          </a:p>
        </p:txBody>
      </p:sp>
      <p:sp>
        <p:nvSpPr>
          <p:cNvPr id="84" name="TextBox 83">
            <a:extLst>
              <a:ext uri="{FF2B5EF4-FFF2-40B4-BE49-F238E27FC236}">
                <a16:creationId xmlns:a16="http://schemas.microsoft.com/office/drawing/2014/main" id="{01372B10-516A-AD9F-B3C9-DD1402E672C3}"/>
              </a:ext>
            </a:extLst>
          </p:cNvPr>
          <p:cNvSpPr txBox="1"/>
          <p:nvPr/>
        </p:nvSpPr>
        <p:spPr>
          <a:xfrm>
            <a:off x="5650090" y="1903821"/>
            <a:ext cx="570089" cy="230832"/>
          </a:xfrm>
          <a:prstGeom prst="rect">
            <a:avLst/>
          </a:prstGeom>
          <a:noFill/>
        </p:spPr>
        <p:txBody>
          <a:bodyPr wrap="square" rtlCol="0">
            <a:spAutoFit/>
          </a:bodyPr>
          <a:lstStyle/>
          <a:p>
            <a:pPr algn="ctr"/>
            <a:r>
              <a:rPr lang="en-US" sz="900" dirty="0"/>
              <a:t>1368</a:t>
            </a:r>
          </a:p>
        </p:txBody>
      </p:sp>
      <p:sp>
        <p:nvSpPr>
          <p:cNvPr id="85" name="TextBox 84">
            <a:extLst>
              <a:ext uri="{FF2B5EF4-FFF2-40B4-BE49-F238E27FC236}">
                <a16:creationId xmlns:a16="http://schemas.microsoft.com/office/drawing/2014/main" id="{7F4C07E6-800C-DD16-F70E-CC5CC89DD23F}"/>
              </a:ext>
            </a:extLst>
          </p:cNvPr>
          <p:cNvSpPr txBox="1"/>
          <p:nvPr/>
        </p:nvSpPr>
        <p:spPr>
          <a:xfrm>
            <a:off x="3138310" y="1903821"/>
            <a:ext cx="570089" cy="230832"/>
          </a:xfrm>
          <a:prstGeom prst="rect">
            <a:avLst/>
          </a:prstGeom>
          <a:noFill/>
        </p:spPr>
        <p:txBody>
          <a:bodyPr wrap="square" rtlCol="0">
            <a:spAutoFit/>
          </a:bodyPr>
          <a:lstStyle/>
          <a:p>
            <a:pPr algn="ctr"/>
            <a:r>
              <a:rPr lang="en-US" sz="900" dirty="0"/>
              <a:t>57</a:t>
            </a:r>
          </a:p>
        </p:txBody>
      </p:sp>
      <p:sp>
        <p:nvSpPr>
          <p:cNvPr id="86" name="TextBox 85">
            <a:extLst>
              <a:ext uri="{FF2B5EF4-FFF2-40B4-BE49-F238E27FC236}">
                <a16:creationId xmlns:a16="http://schemas.microsoft.com/office/drawing/2014/main" id="{4E1419E2-F059-7335-4ACA-5268CF284CFA}"/>
              </a:ext>
            </a:extLst>
          </p:cNvPr>
          <p:cNvSpPr txBox="1"/>
          <p:nvPr/>
        </p:nvSpPr>
        <p:spPr>
          <a:xfrm>
            <a:off x="4143022" y="3406653"/>
            <a:ext cx="570089" cy="230832"/>
          </a:xfrm>
          <a:prstGeom prst="rect">
            <a:avLst/>
          </a:prstGeom>
          <a:noFill/>
        </p:spPr>
        <p:txBody>
          <a:bodyPr wrap="square" rtlCol="0">
            <a:spAutoFit/>
          </a:bodyPr>
          <a:lstStyle/>
          <a:p>
            <a:pPr algn="ctr"/>
            <a:r>
              <a:rPr lang="en-US" sz="900" dirty="0"/>
              <a:t>82</a:t>
            </a:r>
          </a:p>
        </p:txBody>
      </p:sp>
      <p:sp>
        <p:nvSpPr>
          <p:cNvPr id="87" name="TextBox 86">
            <a:extLst>
              <a:ext uri="{FF2B5EF4-FFF2-40B4-BE49-F238E27FC236}">
                <a16:creationId xmlns:a16="http://schemas.microsoft.com/office/drawing/2014/main" id="{48DAE705-44B0-11E6-6E68-775AFED8A4B4}"/>
              </a:ext>
            </a:extLst>
          </p:cNvPr>
          <p:cNvSpPr txBox="1"/>
          <p:nvPr/>
        </p:nvSpPr>
        <p:spPr>
          <a:xfrm>
            <a:off x="3138310" y="3406653"/>
            <a:ext cx="570089" cy="230832"/>
          </a:xfrm>
          <a:prstGeom prst="rect">
            <a:avLst/>
          </a:prstGeom>
          <a:noFill/>
        </p:spPr>
        <p:txBody>
          <a:bodyPr wrap="square" rtlCol="0">
            <a:spAutoFit/>
          </a:bodyPr>
          <a:lstStyle/>
          <a:p>
            <a:pPr algn="ctr"/>
            <a:r>
              <a:rPr lang="en-US" sz="900" dirty="0"/>
              <a:t>2368</a:t>
            </a:r>
          </a:p>
        </p:txBody>
      </p:sp>
      <p:sp>
        <p:nvSpPr>
          <p:cNvPr id="88" name="TextBox 87">
            <a:extLst>
              <a:ext uri="{FF2B5EF4-FFF2-40B4-BE49-F238E27FC236}">
                <a16:creationId xmlns:a16="http://schemas.microsoft.com/office/drawing/2014/main" id="{8F890188-D6F9-FDE0-4F8F-C77CBFDC7DB7}"/>
              </a:ext>
            </a:extLst>
          </p:cNvPr>
          <p:cNvSpPr txBox="1"/>
          <p:nvPr/>
        </p:nvSpPr>
        <p:spPr>
          <a:xfrm>
            <a:off x="4645378" y="4408541"/>
            <a:ext cx="570089" cy="230832"/>
          </a:xfrm>
          <a:prstGeom prst="rect">
            <a:avLst/>
          </a:prstGeom>
          <a:noFill/>
        </p:spPr>
        <p:txBody>
          <a:bodyPr wrap="square" rtlCol="0">
            <a:spAutoFit/>
          </a:bodyPr>
          <a:lstStyle/>
          <a:p>
            <a:pPr algn="ctr"/>
            <a:r>
              <a:rPr lang="en-US" sz="900" dirty="0"/>
              <a:t>12568</a:t>
            </a:r>
          </a:p>
        </p:txBody>
      </p:sp>
      <p:sp>
        <p:nvSpPr>
          <p:cNvPr id="89" name="TextBox 88">
            <a:extLst>
              <a:ext uri="{FF2B5EF4-FFF2-40B4-BE49-F238E27FC236}">
                <a16:creationId xmlns:a16="http://schemas.microsoft.com/office/drawing/2014/main" id="{4109A22F-D70D-E722-E404-DCEC770AE123}"/>
              </a:ext>
            </a:extLst>
          </p:cNvPr>
          <p:cNvSpPr txBox="1"/>
          <p:nvPr/>
        </p:nvSpPr>
        <p:spPr>
          <a:xfrm>
            <a:off x="4645378" y="4909484"/>
            <a:ext cx="570089" cy="230832"/>
          </a:xfrm>
          <a:prstGeom prst="rect">
            <a:avLst/>
          </a:prstGeom>
          <a:noFill/>
        </p:spPr>
        <p:txBody>
          <a:bodyPr wrap="square" rtlCol="0">
            <a:spAutoFit/>
          </a:bodyPr>
          <a:lstStyle/>
          <a:p>
            <a:pPr algn="ctr"/>
            <a:r>
              <a:rPr lang="en-US" sz="900" dirty="0"/>
              <a:t>23568</a:t>
            </a:r>
          </a:p>
        </p:txBody>
      </p:sp>
      <p:sp>
        <p:nvSpPr>
          <p:cNvPr id="90" name="TextBox 89">
            <a:extLst>
              <a:ext uri="{FF2B5EF4-FFF2-40B4-BE49-F238E27FC236}">
                <a16:creationId xmlns:a16="http://schemas.microsoft.com/office/drawing/2014/main" id="{68F92670-D5BE-3FE5-3AA0-548753F104FC}"/>
              </a:ext>
            </a:extLst>
          </p:cNvPr>
          <p:cNvSpPr txBox="1"/>
          <p:nvPr/>
        </p:nvSpPr>
        <p:spPr>
          <a:xfrm>
            <a:off x="5147734" y="4909484"/>
            <a:ext cx="570089" cy="230832"/>
          </a:xfrm>
          <a:prstGeom prst="rect">
            <a:avLst/>
          </a:prstGeom>
          <a:noFill/>
        </p:spPr>
        <p:txBody>
          <a:bodyPr wrap="square" rtlCol="0">
            <a:spAutoFit/>
          </a:bodyPr>
          <a:lstStyle/>
          <a:p>
            <a:pPr algn="ctr"/>
            <a:r>
              <a:rPr lang="en-US" sz="900" dirty="0"/>
              <a:t>235678</a:t>
            </a:r>
          </a:p>
        </p:txBody>
      </p:sp>
      <p:sp>
        <p:nvSpPr>
          <p:cNvPr id="91" name="TextBox 90">
            <a:extLst>
              <a:ext uri="{FF2B5EF4-FFF2-40B4-BE49-F238E27FC236}">
                <a16:creationId xmlns:a16="http://schemas.microsoft.com/office/drawing/2014/main" id="{1661A11C-7055-211F-7000-F4A0ADA03410}"/>
              </a:ext>
            </a:extLst>
          </p:cNvPr>
          <p:cNvSpPr txBox="1"/>
          <p:nvPr/>
        </p:nvSpPr>
        <p:spPr>
          <a:xfrm>
            <a:off x="5650090" y="4909484"/>
            <a:ext cx="570089" cy="230832"/>
          </a:xfrm>
          <a:prstGeom prst="rect">
            <a:avLst/>
          </a:prstGeom>
          <a:noFill/>
        </p:spPr>
        <p:txBody>
          <a:bodyPr wrap="square" rtlCol="0">
            <a:spAutoFit/>
          </a:bodyPr>
          <a:lstStyle/>
          <a:p>
            <a:pPr algn="ctr"/>
            <a:r>
              <a:rPr lang="en-US" sz="900" dirty="0"/>
              <a:t>23678</a:t>
            </a:r>
          </a:p>
        </p:txBody>
      </p:sp>
      <p:sp>
        <p:nvSpPr>
          <p:cNvPr id="92" name="TextBox 91">
            <a:extLst>
              <a:ext uri="{FF2B5EF4-FFF2-40B4-BE49-F238E27FC236}">
                <a16:creationId xmlns:a16="http://schemas.microsoft.com/office/drawing/2014/main" id="{E2EBD252-BD32-2DC6-7CA4-88C23756201C}"/>
              </a:ext>
            </a:extLst>
          </p:cNvPr>
          <p:cNvSpPr txBox="1"/>
          <p:nvPr/>
        </p:nvSpPr>
        <p:spPr>
          <a:xfrm>
            <a:off x="6152446" y="4909484"/>
            <a:ext cx="570089" cy="230832"/>
          </a:xfrm>
          <a:prstGeom prst="rect">
            <a:avLst/>
          </a:prstGeom>
          <a:noFill/>
        </p:spPr>
        <p:txBody>
          <a:bodyPr wrap="square" rtlCol="0">
            <a:spAutoFit/>
          </a:bodyPr>
          <a:lstStyle/>
          <a:p>
            <a:pPr algn="ctr"/>
            <a:r>
              <a:rPr lang="en-US" sz="900" dirty="0"/>
              <a:t>235678</a:t>
            </a:r>
          </a:p>
        </p:txBody>
      </p:sp>
      <p:sp>
        <p:nvSpPr>
          <p:cNvPr id="93" name="TextBox 92">
            <a:extLst>
              <a:ext uri="{FF2B5EF4-FFF2-40B4-BE49-F238E27FC236}">
                <a16:creationId xmlns:a16="http://schemas.microsoft.com/office/drawing/2014/main" id="{99EF5CAE-075D-86AD-8984-B7409B7CF7BD}"/>
              </a:ext>
            </a:extLst>
          </p:cNvPr>
          <p:cNvSpPr txBox="1"/>
          <p:nvPr/>
        </p:nvSpPr>
        <p:spPr>
          <a:xfrm>
            <a:off x="6654802" y="4909484"/>
            <a:ext cx="570089" cy="230832"/>
          </a:xfrm>
          <a:prstGeom prst="rect">
            <a:avLst/>
          </a:prstGeom>
          <a:noFill/>
        </p:spPr>
        <p:txBody>
          <a:bodyPr wrap="square" rtlCol="0">
            <a:spAutoFit/>
          </a:bodyPr>
          <a:lstStyle/>
          <a:p>
            <a:pPr algn="ctr"/>
            <a:r>
              <a:rPr lang="en-US" sz="900" dirty="0"/>
              <a:t>235678</a:t>
            </a:r>
          </a:p>
        </p:txBody>
      </p:sp>
      <p:sp>
        <p:nvSpPr>
          <p:cNvPr id="94" name="TextBox 93">
            <a:extLst>
              <a:ext uri="{FF2B5EF4-FFF2-40B4-BE49-F238E27FC236}">
                <a16:creationId xmlns:a16="http://schemas.microsoft.com/office/drawing/2014/main" id="{15DBA3A0-FA91-E64D-9265-DD17A5F1D98E}"/>
              </a:ext>
            </a:extLst>
          </p:cNvPr>
          <p:cNvSpPr txBox="1"/>
          <p:nvPr/>
        </p:nvSpPr>
        <p:spPr>
          <a:xfrm>
            <a:off x="6152446" y="2905709"/>
            <a:ext cx="570089" cy="230832"/>
          </a:xfrm>
          <a:prstGeom prst="rect">
            <a:avLst/>
          </a:prstGeom>
          <a:noFill/>
        </p:spPr>
        <p:txBody>
          <a:bodyPr wrap="square" rtlCol="0">
            <a:spAutoFit/>
          </a:bodyPr>
          <a:lstStyle/>
          <a:p>
            <a:pPr algn="ctr"/>
            <a:r>
              <a:rPr lang="en-US" sz="900" dirty="0"/>
              <a:t>2357</a:t>
            </a:r>
          </a:p>
        </p:txBody>
      </p:sp>
      <p:sp>
        <p:nvSpPr>
          <p:cNvPr id="95" name="TextBox 94">
            <a:extLst>
              <a:ext uri="{FF2B5EF4-FFF2-40B4-BE49-F238E27FC236}">
                <a16:creationId xmlns:a16="http://schemas.microsoft.com/office/drawing/2014/main" id="{7A25EBDB-7312-0D3D-5525-D9D9AFBAB54A}"/>
              </a:ext>
            </a:extLst>
          </p:cNvPr>
          <p:cNvSpPr txBox="1"/>
          <p:nvPr/>
        </p:nvSpPr>
        <p:spPr>
          <a:xfrm>
            <a:off x="3640666" y="2905709"/>
            <a:ext cx="570089" cy="230832"/>
          </a:xfrm>
          <a:prstGeom prst="rect">
            <a:avLst/>
          </a:prstGeom>
          <a:noFill/>
        </p:spPr>
        <p:txBody>
          <a:bodyPr wrap="square" rtlCol="0">
            <a:spAutoFit/>
          </a:bodyPr>
          <a:lstStyle/>
          <a:p>
            <a:pPr algn="ctr"/>
            <a:r>
              <a:rPr lang="en-US" sz="900" dirty="0"/>
              <a:t>75</a:t>
            </a:r>
          </a:p>
        </p:txBody>
      </p:sp>
      <p:sp>
        <p:nvSpPr>
          <p:cNvPr id="96" name="TextBox 95">
            <a:extLst>
              <a:ext uri="{FF2B5EF4-FFF2-40B4-BE49-F238E27FC236}">
                <a16:creationId xmlns:a16="http://schemas.microsoft.com/office/drawing/2014/main" id="{4CCA6AE9-51B9-BCAD-B3FA-015AEC3A57E4}"/>
              </a:ext>
            </a:extLst>
          </p:cNvPr>
          <p:cNvSpPr txBox="1"/>
          <p:nvPr/>
        </p:nvSpPr>
        <p:spPr>
          <a:xfrm>
            <a:off x="5650090" y="2905709"/>
            <a:ext cx="570089" cy="230832"/>
          </a:xfrm>
          <a:prstGeom prst="rect">
            <a:avLst/>
          </a:prstGeom>
          <a:noFill/>
        </p:spPr>
        <p:txBody>
          <a:bodyPr wrap="square" rtlCol="0">
            <a:spAutoFit/>
          </a:bodyPr>
          <a:lstStyle/>
          <a:p>
            <a:pPr algn="ctr"/>
            <a:r>
              <a:rPr lang="en-US" sz="900" dirty="0"/>
              <a:t>12378</a:t>
            </a:r>
          </a:p>
        </p:txBody>
      </p:sp>
      <p:sp>
        <p:nvSpPr>
          <p:cNvPr id="97" name="TextBox 96">
            <a:extLst>
              <a:ext uri="{FF2B5EF4-FFF2-40B4-BE49-F238E27FC236}">
                <a16:creationId xmlns:a16="http://schemas.microsoft.com/office/drawing/2014/main" id="{8E4FEEE6-382C-7060-90ED-6A8CAD9B9B95}"/>
              </a:ext>
            </a:extLst>
          </p:cNvPr>
          <p:cNvSpPr txBox="1"/>
          <p:nvPr/>
        </p:nvSpPr>
        <p:spPr>
          <a:xfrm>
            <a:off x="3138310" y="2905709"/>
            <a:ext cx="570089" cy="230832"/>
          </a:xfrm>
          <a:prstGeom prst="rect">
            <a:avLst/>
          </a:prstGeom>
          <a:noFill/>
        </p:spPr>
        <p:txBody>
          <a:bodyPr wrap="square" rtlCol="0">
            <a:spAutoFit/>
          </a:bodyPr>
          <a:lstStyle/>
          <a:p>
            <a:pPr algn="ctr"/>
            <a:r>
              <a:rPr lang="en-US" sz="900" dirty="0"/>
              <a:t>1238</a:t>
            </a:r>
          </a:p>
        </p:txBody>
      </p:sp>
      <p:sp>
        <p:nvSpPr>
          <p:cNvPr id="98" name="TextBox 97">
            <a:extLst>
              <a:ext uri="{FF2B5EF4-FFF2-40B4-BE49-F238E27FC236}">
                <a16:creationId xmlns:a16="http://schemas.microsoft.com/office/drawing/2014/main" id="{81A089E8-A18D-BE5F-1BDB-4080AD5D4AB5}"/>
              </a:ext>
            </a:extLst>
          </p:cNvPr>
          <p:cNvSpPr txBox="1"/>
          <p:nvPr/>
        </p:nvSpPr>
        <p:spPr>
          <a:xfrm>
            <a:off x="4645378" y="2404765"/>
            <a:ext cx="570089" cy="230832"/>
          </a:xfrm>
          <a:prstGeom prst="rect">
            <a:avLst/>
          </a:prstGeom>
          <a:noFill/>
        </p:spPr>
        <p:txBody>
          <a:bodyPr wrap="square" rtlCol="0">
            <a:spAutoFit/>
          </a:bodyPr>
          <a:lstStyle/>
          <a:p>
            <a:pPr algn="ctr"/>
            <a:r>
              <a:rPr lang="en-US" sz="900" dirty="0"/>
              <a:t>12356</a:t>
            </a:r>
          </a:p>
        </p:txBody>
      </p:sp>
      <p:sp>
        <p:nvSpPr>
          <p:cNvPr id="99" name="TextBox 98">
            <a:extLst>
              <a:ext uri="{FF2B5EF4-FFF2-40B4-BE49-F238E27FC236}">
                <a16:creationId xmlns:a16="http://schemas.microsoft.com/office/drawing/2014/main" id="{B42C6A38-F922-3247-F2EE-6C09517C9A87}"/>
              </a:ext>
            </a:extLst>
          </p:cNvPr>
          <p:cNvSpPr txBox="1"/>
          <p:nvPr/>
        </p:nvSpPr>
        <p:spPr>
          <a:xfrm>
            <a:off x="3138310" y="2404765"/>
            <a:ext cx="570089" cy="230832"/>
          </a:xfrm>
          <a:prstGeom prst="rect">
            <a:avLst/>
          </a:prstGeom>
          <a:noFill/>
        </p:spPr>
        <p:txBody>
          <a:bodyPr wrap="square" rtlCol="0">
            <a:spAutoFit/>
          </a:bodyPr>
          <a:lstStyle/>
          <a:p>
            <a:pPr algn="ctr"/>
            <a:r>
              <a:rPr lang="en-US" sz="900" dirty="0"/>
              <a:t>1236</a:t>
            </a:r>
          </a:p>
        </p:txBody>
      </p:sp>
      <p:sp>
        <p:nvSpPr>
          <p:cNvPr id="100" name="TextBox 99">
            <a:extLst>
              <a:ext uri="{FF2B5EF4-FFF2-40B4-BE49-F238E27FC236}">
                <a16:creationId xmlns:a16="http://schemas.microsoft.com/office/drawing/2014/main" id="{C9F56118-D811-AE79-BA4F-8E30F67CFC6D}"/>
              </a:ext>
            </a:extLst>
          </p:cNvPr>
          <p:cNvSpPr txBox="1"/>
          <p:nvPr/>
        </p:nvSpPr>
        <p:spPr>
          <a:xfrm>
            <a:off x="4645378" y="3907597"/>
            <a:ext cx="570089" cy="230832"/>
          </a:xfrm>
          <a:prstGeom prst="rect">
            <a:avLst/>
          </a:prstGeom>
          <a:noFill/>
        </p:spPr>
        <p:txBody>
          <a:bodyPr wrap="square" rtlCol="0">
            <a:spAutoFit/>
          </a:bodyPr>
          <a:lstStyle/>
          <a:p>
            <a:pPr algn="ctr"/>
            <a:r>
              <a:rPr lang="en-US" sz="900" dirty="0"/>
              <a:t>123568</a:t>
            </a:r>
          </a:p>
        </p:txBody>
      </p:sp>
    </p:spTree>
    <p:extLst>
      <p:ext uri="{BB962C8B-B14F-4D97-AF65-F5344CB8AC3E}">
        <p14:creationId xmlns:p14="http://schemas.microsoft.com/office/powerpoint/2010/main" val="1019598928"/>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8DE9D9A-47B8-9EEB-6A90-0F5BCED9B27D}"/>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B7174083-D3D5-A870-E15A-E86FA1B330A6}"/>
              </a:ext>
            </a:extLst>
          </p:cNvPr>
          <p:cNvSpPr>
            <a:spLocks noGrp="1"/>
          </p:cNvSpPr>
          <p:nvPr>
            <p:ph sz="half" idx="1"/>
          </p:nvPr>
        </p:nvSpPr>
        <p:spPr/>
        <p:txBody>
          <a:bodyPr>
            <a:normAutofit/>
          </a:bodyPr>
          <a:lstStyle/>
          <a:p>
            <a:r>
              <a:rPr lang="en-US" dirty="0"/>
              <a:t>In Column 2, note 28/238/2357/75/2357 quintet.</a:t>
            </a:r>
          </a:p>
          <a:p>
            <a:r>
              <a:rPr lang="en-US" dirty="0"/>
              <a:t>Alternatively, last 6 and 1 in Column 2.</a:t>
            </a:r>
          </a:p>
        </p:txBody>
      </p:sp>
      <p:pic>
        <p:nvPicPr>
          <p:cNvPr id="4" name="Picture 3" descr="A grid of sudoku puzzle&#10;&#10;Description automatically generated">
            <a:extLst>
              <a:ext uri="{FF2B5EF4-FFF2-40B4-BE49-F238E27FC236}">
                <a16:creationId xmlns:a16="http://schemas.microsoft.com/office/drawing/2014/main" id="{30DF0915-9605-C3FF-F205-96B88AE9D6BD}"/>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24153178-0016-FCE2-377F-54A08E66CEA2}"/>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4517CE2A-ADC4-EACE-0A1D-5BDC9C97F810}"/>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044BCDB8-EB78-A259-4AC1-1BCBC765E976}"/>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48742123-F90E-F17D-38EF-5C6C13994158}"/>
              </a:ext>
            </a:extLst>
          </p:cNvPr>
          <p:cNvSpPr txBox="1"/>
          <p:nvPr/>
        </p:nvSpPr>
        <p:spPr>
          <a:xfrm>
            <a:off x="4715935" y="1224551"/>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8" name="TextBox 7">
            <a:extLst>
              <a:ext uri="{FF2B5EF4-FFF2-40B4-BE49-F238E27FC236}">
                <a16:creationId xmlns:a16="http://schemas.microsoft.com/office/drawing/2014/main" id="{6B6973B7-3D57-4A99-2E67-79814A721E04}"/>
              </a:ext>
            </a:extLst>
          </p:cNvPr>
          <p:cNvSpPr txBox="1"/>
          <p:nvPr/>
        </p:nvSpPr>
        <p:spPr>
          <a:xfrm>
            <a:off x="6214537" y="122455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9" name="TextBox 8">
            <a:extLst>
              <a:ext uri="{FF2B5EF4-FFF2-40B4-BE49-F238E27FC236}">
                <a16:creationId xmlns:a16="http://schemas.microsoft.com/office/drawing/2014/main" id="{CCAE6A6B-0CEA-F07C-35AA-631036C63AD6}"/>
              </a:ext>
            </a:extLst>
          </p:cNvPr>
          <p:cNvSpPr txBox="1"/>
          <p:nvPr/>
        </p:nvSpPr>
        <p:spPr>
          <a:xfrm>
            <a:off x="6714071" y="1224551"/>
            <a:ext cx="462845" cy="584775"/>
          </a:xfrm>
          <a:prstGeom prst="rect">
            <a:avLst/>
          </a:prstGeom>
          <a:solidFill>
            <a:srgbClr val="FFFF00">
              <a:alpha val="30000"/>
            </a:srgbClr>
          </a:solidFill>
        </p:spPr>
        <p:txBody>
          <a:bodyPr wrap="square" rtlCol="0">
            <a:spAutoFit/>
          </a:bodyPr>
          <a:lstStyle/>
          <a:p>
            <a:pPr algn="ctr"/>
            <a:r>
              <a:rPr lang="en-US" sz="3200" dirty="0"/>
              <a:t>9</a:t>
            </a:r>
          </a:p>
        </p:txBody>
      </p:sp>
      <p:sp>
        <p:nvSpPr>
          <p:cNvPr id="10" name="TextBox 9">
            <a:extLst>
              <a:ext uri="{FF2B5EF4-FFF2-40B4-BE49-F238E27FC236}">
                <a16:creationId xmlns:a16="http://schemas.microsoft.com/office/drawing/2014/main" id="{DFC9CCCC-CDD0-5CB5-2308-8EA7A42BD843}"/>
              </a:ext>
            </a:extLst>
          </p:cNvPr>
          <p:cNvSpPr txBox="1"/>
          <p:nvPr/>
        </p:nvSpPr>
        <p:spPr>
          <a:xfrm>
            <a:off x="7213604" y="122455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11" name="TextBox 10">
            <a:extLst>
              <a:ext uri="{FF2B5EF4-FFF2-40B4-BE49-F238E27FC236}">
                <a16:creationId xmlns:a16="http://schemas.microsoft.com/office/drawing/2014/main" id="{AA7C60FF-8476-DCA4-8AD2-62E408F987D7}"/>
              </a:ext>
            </a:extLst>
          </p:cNvPr>
          <p:cNvSpPr txBox="1"/>
          <p:nvPr/>
        </p:nvSpPr>
        <p:spPr>
          <a:xfrm>
            <a:off x="6714071" y="721216"/>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12" name="TextBox 11">
            <a:extLst>
              <a:ext uri="{FF2B5EF4-FFF2-40B4-BE49-F238E27FC236}">
                <a16:creationId xmlns:a16="http://schemas.microsoft.com/office/drawing/2014/main" id="{AE142475-0B03-B9FE-51EB-D9A9FE8B5C96}"/>
              </a:ext>
            </a:extLst>
          </p:cNvPr>
          <p:cNvSpPr txBox="1"/>
          <p:nvPr/>
        </p:nvSpPr>
        <p:spPr>
          <a:xfrm>
            <a:off x="7213604" y="721216"/>
            <a:ext cx="462845" cy="584775"/>
          </a:xfrm>
          <a:prstGeom prst="rect">
            <a:avLst/>
          </a:prstGeom>
          <a:solidFill>
            <a:srgbClr val="FF0000">
              <a:alpha val="30000"/>
            </a:srgbClr>
          </a:solidFill>
        </p:spPr>
        <p:txBody>
          <a:bodyPr wrap="square" rtlCol="0">
            <a:spAutoFit/>
          </a:bodyPr>
          <a:lstStyle/>
          <a:p>
            <a:pPr algn="ctr"/>
            <a:r>
              <a:rPr lang="en-US" sz="3200" dirty="0"/>
              <a:t>3</a:t>
            </a:r>
          </a:p>
        </p:txBody>
      </p:sp>
      <p:sp>
        <p:nvSpPr>
          <p:cNvPr id="13" name="TextBox 12">
            <a:extLst>
              <a:ext uri="{FF2B5EF4-FFF2-40B4-BE49-F238E27FC236}">
                <a16:creationId xmlns:a16="http://schemas.microsoft.com/office/drawing/2014/main" id="{95BF183D-3FF0-EF05-CFD6-03786B81AFFC}"/>
              </a:ext>
            </a:extLst>
          </p:cNvPr>
          <p:cNvSpPr txBox="1"/>
          <p:nvPr/>
        </p:nvSpPr>
        <p:spPr>
          <a:xfrm>
            <a:off x="4216401" y="1727886"/>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14" name="TextBox 13">
            <a:extLst>
              <a:ext uri="{FF2B5EF4-FFF2-40B4-BE49-F238E27FC236}">
                <a16:creationId xmlns:a16="http://schemas.microsoft.com/office/drawing/2014/main" id="{DF807933-7CF9-622F-9C63-2E6F909A052E}"/>
              </a:ext>
            </a:extLst>
          </p:cNvPr>
          <p:cNvSpPr txBox="1"/>
          <p:nvPr/>
        </p:nvSpPr>
        <p:spPr>
          <a:xfrm>
            <a:off x="5215469" y="1727886"/>
            <a:ext cx="462845" cy="584775"/>
          </a:xfrm>
          <a:prstGeom prst="rect">
            <a:avLst/>
          </a:prstGeom>
          <a:solidFill>
            <a:srgbClr val="00B050">
              <a:alpha val="40000"/>
            </a:srgbClr>
          </a:solidFill>
        </p:spPr>
        <p:txBody>
          <a:bodyPr wrap="square" rtlCol="0">
            <a:spAutoFit/>
          </a:bodyPr>
          <a:lstStyle/>
          <a:p>
            <a:pPr algn="ctr"/>
            <a:r>
              <a:rPr lang="en-US" sz="3200" dirty="0"/>
              <a:t>9</a:t>
            </a:r>
          </a:p>
        </p:txBody>
      </p:sp>
      <p:sp>
        <p:nvSpPr>
          <p:cNvPr id="15" name="TextBox 14">
            <a:extLst>
              <a:ext uri="{FF2B5EF4-FFF2-40B4-BE49-F238E27FC236}">
                <a16:creationId xmlns:a16="http://schemas.microsoft.com/office/drawing/2014/main" id="{896B20E1-FAF1-FC70-C21F-FDBD622E4A68}"/>
              </a:ext>
            </a:extLst>
          </p:cNvPr>
          <p:cNvSpPr txBox="1"/>
          <p:nvPr/>
        </p:nvSpPr>
        <p:spPr>
          <a:xfrm>
            <a:off x="6214537" y="1727886"/>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16" name="TextBox 15">
            <a:extLst>
              <a:ext uri="{FF2B5EF4-FFF2-40B4-BE49-F238E27FC236}">
                <a16:creationId xmlns:a16="http://schemas.microsoft.com/office/drawing/2014/main" id="{F9E17E2E-0827-4783-8951-1EB04D7F4DD4}"/>
              </a:ext>
            </a:extLst>
          </p:cNvPr>
          <p:cNvSpPr txBox="1"/>
          <p:nvPr/>
        </p:nvSpPr>
        <p:spPr>
          <a:xfrm>
            <a:off x="6714071" y="1727886"/>
            <a:ext cx="462845" cy="584775"/>
          </a:xfrm>
          <a:prstGeom prst="rect">
            <a:avLst/>
          </a:prstGeom>
          <a:solidFill>
            <a:srgbClr val="0070C0">
              <a:alpha val="40000"/>
            </a:srgbClr>
          </a:solidFill>
        </p:spPr>
        <p:txBody>
          <a:bodyPr wrap="square" rtlCol="0">
            <a:spAutoFit/>
          </a:bodyPr>
          <a:lstStyle/>
          <a:p>
            <a:pPr algn="ctr"/>
            <a:r>
              <a:rPr lang="en-US" sz="3200" dirty="0"/>
              <a:t>6</a:t>
            </a:r>
          </a:p>
        </p:txBody>
      </p:sp>
      <p:sp>
        <p:nvSpPr>
          <p:cNvPr id="17" name="TextBox 16">
            <a:extLst>
              <a:ext uri="{FF2B5EF4-FFF2-40B4-BE49-F238E27FC236}">
                <a16:creationId xmlns:a16="http://schemas.microsoft.com/office/drawing/2014/main" id="{13CF606F-DAAD-E6A2-0202-811AC58127F2}"/>
              </a:ext>
            </a:extLst>
          </p:cNvPr>
          <p:cNvSpPr txBox="1"/>
          <p:nvPr/>
        </p:nvSpPr>
        <p:spPr>
          <a:xfrm>
            <a:off x="3716867" y="223122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18" name="TextBox 17">
            <a:extLst>
              <a:ext uri="{FF2B5EF4-FFF2-40B4-BE49-F238E27FC236}">
                <a16:creationId xmlns:a16="http://schemas.microsoft.com/office/drawing/2014/main" id="{8BB11272-3E8F-EBFA-5A45-91921D0BA407}"/>
              </a:ext>
            </a:extLst>
          </p:cNvPr>
          <p:cNvSpPr txBox="1"/>
          <p:nvPr/>
        </p:nvSpPr>
        <p:spPr>
          <a:xfrm>
            <a:off x="5215469" y="2231221"/>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19" name="TextBox 18">
            <a:extLst>
              <a:ext uri="{FF2B5EF4-FFF2-40B4-BE49-F238E27FC236}">
                <a16:creationId xmlns:a16="http://schemas.microsoft.com/office/drawing/2014/main" id="{7E2D2930-85B1-CA10-2BBD-5C0B128F894A}"/>
              </a:ext>
            </a:extLst>
          </p:cNvPr>
          <p:cNvSpPr txBox="1"/>
          <p:nvPr/>
        </p:nvSpPr>
        <p:spPr>
          <a:xfrm>
            <a:off x="5715003" y="2231221"/>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20" name="TextBox 19">
            <a:extLst>
              <a:ext uri="{FF2B5EF4-FFF2-40B4-BE49-F238E27FC236}">
                <a16:creationId xmlns:a16="http://schemas.microsoft.com/office/drawing/2014/main" id="{47B42AE5-8974-D3DC-8008-4B07568B421A}"/>
              </a:ext>
            </a:extLst>
          </p:cNvPr>
          <p:cNvSpPr txBox="1"/>
          <p:nvPr/>
        </p:nvSpPr>
        <p:spPr>
          <a:xfrm>
            <a:off x="6214537" y="2231221"/>
            <a:ext cx="462845" cy="584775"/>
          </a:xfrm>
          <a:prstGeom prst="rect">
            <a:avLst/>
          </a:prstGeom>
          <a:solidFill>
            <a:srgbClr val="FF0000">
              <a:alpha val="30000"/>
            </a:srgbClr>
          </a:solidFill>
        </p:spPr>
        <p:txBody>
          <a:bodyPr wrap="square" rtlCol="0">
            <a:spAutoFit/>
          </a:bodyPr>
          <a:lstStyle/>
          <a:p>
            <a:pPr algn="ctr"/>
            <a:r>
              <a:rPr lang="en-US" sz="3200" dirty="0"/>
              <a:t>4</a:t>
            </a:r>
          </a:p>
        </p:txBody>
      </p:sp>
      <p:sp>
        <p:nvSpPr>
          <p:cNvPr id="21" name="TextBox 20">
            <a:extLst>
              <a:ext uri="{FF2B5EF4-FFF2-40B4-BE49-F238E27FC236}">
                <a16:creationId xmlns:a16="http://schemas.microsoft.com/office/drawing/2014/main" id="{09D4B3FF-9C17-9AE1-CC05-6E321DFDA1D8}"/>
              </a:ext>
            </a:extLst>
          </p:cNvPr>
          <p:cNvSpPr txBox="1"/>
          <p:nvPr/>
        </p:nvSpPr>
        <p:spPr>
          <a:xfrm>
            <a:off x="6714071" y="223122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2" name="TextBox 21">
            <a:extLst>
              <a:ext uri="{FF2B5EF4-FFF2-40B4-BE49-F238E27FC236}">
                <a16:creationId xmlns:a16="http://schemas.microsoft.com/office/drawing/2014/main" id="{4BDF6E00-9BD0-16D9-DDA3-AE79FE4875BF}"/>
              </a:ext>
            </a:extLst>
          </p:cNvPr>
          <p:cNvSpPr txBox="1"/>
          <p:nvPr/>
        </p:nvSpPr>
        <p:spPr>
          <a:xfrm>
            <a:off x="4216401" y="2734556"/>
            <a:ext cx="462845" cy="584775"/>
          </a:xfrm>
          <a:prstGeom prst="rect">
            <a:avLst/>
          </a:prstGeom>
          <a:solidFill>
            <a:srgbClr val="FF0000">
              <a:alpha val="30000"/>
            </a:srgbClr>
          </a:solidFill>
        </p:spPr>
        <p:txBody>
          <a:bodyPr wrap="square" rtlCol="0">
            <a:spAutoFit/>
          </a:bodyPr>
          <a:lstStyle/>
          <a:p>
            <a:pPr algn="ctr"/>
            <a:r>
              <a:rPr lang="en-US" sz="3200" dirty="0"/>
              <a:t>4</a:t>
            </a:r>
          </a:p>
        </p:txBody>
      </p:sp>
      <p:sp>
        <p:nvSpPr>
          <p:cNvPr id="23" name="TextBox 22">
            <a:extLst>
              <a:ext uri="{FF2B5EF4-FFF2-40B4-BE49-F238E27FC236}">
                <a16:creationId xmlns:a16="http://schemas.microsoft.com/office/drawing/2014/main" id="{A9AABC38-2F3C-28DE-5646-FE32D4538F20}"/>
              </a:ext>
            </a:extLst>
          </p:cNvPr>
          <p:cNvSpPr txBox="1"/>
          <p:nvPr/>
        </p:nvSpPr>
        <p:spPr>
          <a:xfrm>
            <a:off x="5215469" y="2734556"/>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4" name="TextBox 23">
            <a:extLst>
              <a:ext uri="{FF2B5EF4-FFF2-40B4-BE49-F238E27FC236}">
                <a16:creationId xmlns:a16="http://schemas.microsoft.com/office/drawing/2014/main" id="{2C2752B2-AF75-DA04-A39A-9D27F85BEB81}"/>
              </a:ext>
            </a:extLst>
          </p:cNvPr>
          <p:cNvSpPr txBox="1"/>
          <p:nvPr/>
        </p:nvSpPr>
        <p:spPr>
          <a:xfrm>
            <a:off x="6714071" y="2734556"/>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25" name="TextBox 24">
            <a:extLst>
              <a:ext uri="{FF2B5EF4-FFF2-40B4-BE49-F238E27FC236}">
                <a16:creationId xmlns:a16="http://schemas.microsoft.com/office/drawing/2014/main" id="{1E66FF38-F81A-6729-4109-A0916D42DF57}"/>
              </a:ext>
            </a:extLst>
          </p:cNvPr>
          <p:cNvSpPr txBox="1"/>
          <p:nvPr/>
        </p:nvSpPr>
        <p:spPr>
          <a:xfrm>
            <a:off x="3716867" y="323789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6" name="TextBox 25">
            <a:extLst>
              <a:ext uri="{FF2B5EF4-FFF2-40B4-BE49-F238E27FC236}">
                <a16:creationId xmlns:a16="http://schemas.microsoft.com/office/drawing/2014/main" id="{573E2C2D-4927-B2EB-9672-A0E862BFCE03}"/>
              </a:ext>
            </a:extLst>
          </p:cNvPr>
          <p:cNvSpPr txBox="1"/>
          <p:nvPr/>
        </p:nvSpPr>
        <p:spPr>
          <a:xfrm>
            <a:off x="4715935" y="323789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27" name="TextBox 26">
            <a:extLst>
              <a:ext uri="{FF2B5EF4-FFF2-40B4-BE49-F238E27FC236}">
                <a16:creationId xmlns:a16="http://schemas.microsoft.com/office/drawing/2014/main" id="{1455B342-1068-C367-27F6-39FB99DA0195}"/>
              </a:ext>
            </a:extLst>
          </p:cNvPr>
          <p:cNvSpPr txBox="1"/>
          <p:nvPr/>
        </p:nvSpPr>
        <p:spPr>
          <a:xfrm>
            <a:off x="5215469" y="323789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28" name="TextBox 27">
            <a:extLst>
              <a:ext uri="{FF2B5EF4-FFF2-40B4-BE49-F238E27FC236}">
                <a16:creationId xmlns:a16="http://schemas.microsoft.com/office/drawing/2014/main" id="{383169D5-A2E1-8ABA-D589-9B3A0D721169}"/>
              </a:ext>
            </a:extLst>
          </p:cNvPr>
          <p:cNvSpPr txBox="1"/>
          <p:nvPr/>
        </p:nvSpPr>
        <p:spPr>
          <a:xfrm>
            <a:off x="7213604" y="3237891"/>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29" name="TextBox 28">
            <a:extLst>
              <a:ext uri="{FF2B5EF4-FFF2-40B4-BE49-F238E27FC236}">
                <a16:creationId xmlns:a16="http://schemas.microsoft.com/office/drawing/2014/main" id="{E34A407B-3E29-C108-4841-C3B34C128FF6}"/>
              </a:ext>
            </a:extLst>
          </p:cNvPr>
          <p:cNvSpPr txBox="1"/>
          <p:nvPr/>
        </p:nvSpPr>
        <p:spPr>
          <a:xfrm>
            <a:off x="3217333" y="3741226"/>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30" name="TextBox 29">
            <a:extLst>
              <a:ext uri="{FF2B5EF4-FFF2-40B4-BE49-F238E27FC236}">
                <a16:creationId xmlns:a16="http://schemas.microsoft.com/office/drawing/2014/main" id="{6EDA0DDC-39AC-4ED2-0CF7-0D07CD83B6DB}"/>
              </a:ext>
            </a:extLst>
          </p:cNvPr>
          <p:cNvSpPr txBox="1"/>
          <p:nvPr/>
        </p:nvSpPr>
        <p:spPr>
          <a:xfrm>
            <a:off x="3716867" y="3741226"/>
            <a:ext cx="462845" cy="584775"/>
          </a:xfrm>
          <a:prstGeom prst="rect">
            <a:avLst/>
          </a:prstGeom>
          <a:solidFill>
            <a:srgbClr val="0070C0">
              <a:alpha val="40000"/>
            </a:srgbClr>
          </a:solidFill>
        </p:spPr>
        <p:txBody>
          <a:bodyPr wrap="square" rtlCol="0">
            <a:spAutoFit/>
          </a:bodyPr>
          <a:lstStyle/>
          <a:p>
            <a:pPr algn="ctr"/>
            <a:r>
              <a:rPr lang="en-US" sz="3200" dirty="0"/>
              <a:t>6</a:t>
            </a:r>
          </a:p>
        </p:txBody>
      </p:sp>
      <p:sp>
        <p:nvSpPr>
          <p:cNvPr id="31" name="TextBox 30">
            <a:extLst>
              <a:ext uri="{FF2B5EF4-FFF2-40B4-BE49-F238E27FC236}">
                <a16:creationId xmlns:a16="http://schemas.microsoft.com/office/drawing/2014/main" id="{52CA5C12-3D20-2321-0834-98692A639202}"/>
              </a:ext>
            </a:extLst>
          </p:cNvPr>
          <p:cNvSpPr txBox="1"/>
          <p:nvPr/>
        </p:nvSpPr>
        <p:spPr>
          <a:xfrm>
            <a:off x="5715003" y="3741226"/>
            <a:ext cx="462845" cy="584775"/>
          </a:xfrm>
          <a:prstGeom prst="rect">
            <a:avLst/>
          </a:prstGeom>
          <a:solidFill>
            <a:srgbClr val="FFFF00">
              <a:alpha val="30000"/>
            </a:srgbClr>
          </a:solidFill>
        </p:spPr>
        <p:txBody>
          <a:bodyPr wrap="square" rtlCol="0">
            <a:spAutoFit/>
          </a:bodyPr>
          <a:lstStyle/>
          <a:p>
            <a:pPr algn="ctr"/>
            <a:r>
              <a:rPr lang="en-US" sz="3200" dirty="0"/>
              <a:t>9</a:t>
            </a:r>
          </a:p>
        </p:txBody>
      </p:sp>
      <p:sp>
        <p:nvSpPr>
          <p:cNvPr id="32" name="TextBox 31">
            <a:extLst>
              <a:ext uri="{FF2B5EF4-FFF2-40B4-BE49-F238E27FC236}">
                <a16:creationId xmlns:a16="http://schemas.microsoft.com/office/drawing/2014/main" id="{9ABAFE2C-4E64-E378-C48A-E4863251FAC1}"/>
              </a:ext>
            </a:extLst>
          </p:cNvPr>
          <p:cNvSpPr txBox="1"/>
          <p:nvPr/>
        </p:nvSpPr>
        <p:spPr>
          <a:xfrm>
            <a:off x="6214537" y="3741226"/>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33" name="TextBox 32">
            <a:extLst>
              <a:ext uri="{FF2B5EF4-FFF2-40B4-BE49-F238E27FC236}">
                <a16:creationId xmlns:a16="http://schemas.microsoft.com/office/drawing/2014/main" id="{0E62C1B4-87A2-BD4E-A99B-299F67B9C372}"/>
              </a:ext>
            </a:extLst>
          </p:cNvPr>
          <p:cNvSpPr txBox="1"/>
          <p:nvPr/>
        </p:nvSpPr>
        <p:spPr>
          <a:xfrm>
            <a:off x="6714071" y="374122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34" name="TextBox 33">
            <a:extLst>
              <a:ext uri="{FF2B5EF4-FFF2-40B4-BE49-F238E27FC236}">
                <a16:creationId xmlns:a16="http://schemas.microsoft.com/office/drawing/2014/main" id="{2616BADF-04F2-7912-F22D-B8F8CB12E3FF}"/>
              </a:ext>
            </a:extLst>
          </p:cNvPr>
          <p:cNvSpPr txBox="1"/>
          <p:nvPr/>
        </p:nvSpPr>
        <p:spPr>
          <a:xfrm>
            <a:off x="7213604" y="3741226"/>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35" name="TextBox 34">
            <a:extLst>
              <a:ext uri="{FF2B5EF4-FFF2-40B4-BE49-F238E27FC236}">
                <a16:creationId xmlns:a16="http://schemas.microsoft.com/office/drawing/2014/main" id="{B9786613-86E4-3422-8BDB-C88B57D23424}"/>
              </a:ext>
            </a:extLst>
          </p:cNvPr>
          <p:cNvSpPr txBox="1"/>
          <p:nvPr/>
        </p:nvSpPr>
        <p:spPr>
          <a:xfrm>
            <a:off x="3217333" y="424456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36" name="TextBox 35">
            <a:extLst>
              <a:ext uri="{FF2B5EF4-FFF2-40B4-BE49-F238E27FC236}">
                <a16:creationId xmlns:a16="http://schemas.microsoft.com/office/drawing/2014/main" id="{9D3A71A3-5573-ADD8-474A-5DF95DF394DD}"/>
              </a:ext>
            </a:extLst>
          </p:cNvPr>
          <p:cNvSpPr txBox="1"/>
          <p:nvPr/>
        </p:nvSpPr>
        <p:spPr>
          <a:xfrm>
            <a:off x="4216401" y="4244561"/>
            <a:ext cx="462845" cy="584775"/>
          </a:xfrm>
          <a:prstGeom prst="rect">
            <a:avLst/>
          </a:prstGeom>
          <a:solidFill>
            <a:srgbClr val="FF0000">
              <a:alpha val="30000"/>
            </a:srgbClr>
          </a:solidFill>
        </p:spPr>
        <p:txBody>
          <a:bodyPr wrap="square" rtlCol="0">
            <a:spAutoFit/>
          </a:bodyPr>
          <a:lstStyle/>
          <a:p>
            <a:pPr algn="ctr"/>
            <a:r>
              <a:rPr lang="en-US" sz="3200" dirty="0"/>
              <a:t>3</a:t>
            </a:r>
          </a:p>
        </p:txBody>
      </p:sp>
      <p:sp>
        <p:nvSpPr>
          <p:cNvPr id="37" name="TextBox 36">
            <a:extLst>
              <a:ext uri="{FF2B5EF4-FFF2-40B4-BE49-F238E27FC236}">
                <a16:creationId xmlns:a16="http://schemas.microsoft.com/office/drawing/2014/main" id="{1810205B-8B42-F0B2-4D1A-FA7B1CCDFACF}"/>
              </a:ext>
            </a:extLst>
          </p:cNvPr>
          <p:cNvSpPr txBox="1"/>
          <p:nvPr/>
        </p:nvSpPr>
        <p:spPr>
          <a:xfrm>
            <a:off x="5715003" y="424456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38" name="TextBox 37">
            <a:extLst>
              <a:ext uri="{FF2B5EF4-FFF2-40B4-BE49-F238E27FC236}">
                <a16:creationId xmlns:a16="http://schemas.microsoft.com/office/drawing/2014/main" id="{F857DCF2-D78B-5403-AA9E-93DAB84BD0D8}"/>
              </a:ext>
            </a:extLst>
          </p:cNvPr>
          <p:cNvSpPr txBox="1"/>
          <p:nvPr/>
        </p:nvSpPr>
        <p:spPr>
          <a:xfrm>
            <a:off x="6214537" y="424456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39" name="TextBox 38">
            <a:extLst>
              <a:ext uri="{FF2B5EF4-FFF2-40B4-BE49-F238E27FC236}">
                <a16:creationId xmlns:a16="http://schemas.microsoft.com/office/drawing/2014/main" id="{996CFC72-F926-BD79-39E4-70B61B60ECF7}"/>
              </a:ext>
            </a:extLst>
          </p:cNvPr>
          <p:cNvSpPr txBox="1"/>
          <p:nvPr/>
        </p:nvSpPr>
        <p:spPr>
          <a:xfrm>
            <a:off x="6714071" y="4244561"/>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40" name="TextBox 39">
            <a:extLst>
              <a:ext uri="{FF2B5EF4-FFF2-40B4-BE49-F238E27FC236}">
                <a16:creationId xmlns:a16="http://schemas.microsoft.com/office/drawing/2014/main" id="{DE096132-763D-0291-718A-82097CB4431C}"/>
              </a:ext>
            </a:extLst>
          </p:cNvPr>
          <p:cNvSpPr txBox="1"/>
          <p:nvPr/>
        </p:nvSpPr>
        <p:spPr>
          <a:xfrm>
            <a:off x="7213604" y="4244561"/>
            <a:ext cx="462845" cy="584775"/>
          </a:xfrm>
          <a:prstGeom prst="rect">
            <a:avLst/>
          </a:prstGeom>
          <a:solidFill>
            <a:srgbClr val="00B050">
              <a:alpha val="40000"/>
            </a:srgbClr>
          </a:solidFill>
        </p:spPr>
        <p:txBody>
          <a:bodyPr wrap="square" rtlCol="0">
            <a:spAutoFit/>
          </a:bodyPr>
          <a:lstStyle/>
          <a:p>
            <a:pPr algn="ctr"/>
            <a:r>
              <a:rPr lang="en-US" sz="3200" dirty="0"/>
              <a:t>9</a:t>
            </a:r>
          </a:p>
        </p:txBody>
      </p:sp>
      <p:sp>
        <p:nvSpPr>
          <p:cNvPr id="41" name="TextBox 40">
            <a:extLst>
              <a:ext uri="{FF2B5EF4-FFF2-40B4-BE49-F238E27FC236}">
                <a16:creationId xmlns:a16="http://schemas.microsoft.com/office/drawing/2014/main" id="{014154AB-3C22-B2FC-675D-2E266250955C}"/>
              </a:ext>
            </a:extLst>
          </p:cNvPr>
          <p:cNvSpPr txBox="1"/>
          <p:nvPr/>
        </p:nvSpPr>
        <p:spPr>
          <a:xfrm>
            <a:off x="3217333" y="4747898"/>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42" name="TextBox 41">
            <a:extLst>
              <a:ext uri="{FF2B5EF4-FFF2-40B4-BE49-F238E27FC236}">
                <a16:creationId xmlns:a16="http://schemas.microsoft.com/office/drawing/2014/main" id="{34BFEEC6-7602-72A5-7ABD-A02943E3E259}"/>
              </a:ext>
            </a:extLst>
          </p:cNvPr>
          <p:cNvSpPr txBox="1"/>
          <p:nvPr/>
        </p:nvSpPr>
        <p:spPr>
          <a:xfrm>
            <a:off x="3716867" y="4747898"/>
            <a:ext cx="462845" cy="584775"/>
          </a:xfrm>
          <a:prstGeom prst="rect">
            <a:avLst/>
          </a:prstGeom>
          <a:solidFill>
            <a:srgbClr val="FFFF00">
              <a:alpha val="30000"/>
            </a:srgbClr>
          </a:solidFill>
        </p:spPr>
        <p:txBody>
          <a:bodyPr wrap="square" rtlCol="0">
            <a:spAutoFit/>
          </a:bodyPr>
          <a:lstStyle/>
          <a:p>
            <a:pPr algn="ctr"/>
            <a:r>
              <a:rPr lang="en-US" sz="3200" dirty="0"/>
              <a:t>9</a:t>
            </a:r>
          </a:p>
        </p:txBody>
      </p:sp>
      <p:sp>
        <p:nvSpPr>
          <p:cNvPr id="43" name="TextBox 42">
            <a:extLst>
              <a:ext uri="{FF2B5EF4-FFF2-40B4-BE49-F238E27FC236}">
                <a16:creationId xmlns:a16="http://schemas.microsoft.com/office/drawing/2014/main" id="{B915E970-5FC3-7882-D0C8-2FE4127E1F43}"/>
              </a:ext>
            </a:extLst>
          </p:cNvPr>
          <p:cNvSpPr txBox="1"/>
          <p:nvPr/>
        </p:nvSpPr>
        <p:spPr>
          <a:xfrm>
            <a:off x="4216401" y="4747898"/>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44" name="TextBox 43">
            <a:extLst>
              <a:ext uri="{FF2B5EF4-FFF2-40B4-BE49-F238E27FC236}">
                <a16:creationId xmlns:a16="http://schemas.microsoft.com/office/drawing/2014/main" id="{8010751E-8C85-0105-D05F-9102C963756C}"/>
              </a:ext>
            </a:extLst>
          </p:cNvPr>
          <p:cNvSpPr txBox="1"/>
          <p:nvPr/>
        </p:nvSpPr>
        <p:spPr>
          <a:xfrm>
            <a:off x="7157158" y="1522145"/>
            <a:ext cx="570089" cy="230832"/>
          </a:xfrm>
          <a:prstGeom prst="rect">
            <a:avLst/>
          </a:prstGeom>
          <a:noFill/>
        </p:spPr>
        <p:txBody>
          <a:bodyPr wrap="square" rtlCol="0">
            <a:spAutoFit/>
          </a:bodyPr>
          <a:lstStyle/>
          <a:p>
            <a:pPr algn="ctr"/>
            <a:r>
              <a:rPr lang="en-US" sz="900" dirty="0"/>
              <a:t>57</a:t>
            </a:r>
          </a:p>
        </p:txBody>
      </p:sp>
      <p:sp>
        <p:nvSpPr>
          <p:cNvPr id="45" name="TextBox 44">
            <a:extLst>
              <a:ext uri="{FF2B5EF4-FFF2-40B4-BE49-F238E27FC236}">
                <a16:creationId xmlns:a16="http://schemas.microsoft.com/office/drawing/2014/main" id="{40467CA5-51E7-00E8-9E40-A9B4F2CD061A}"/>
              </a:ext>
            </a:extLst>
          </p:cNvPr>
          <p:cNvSpPr txBox="1"/>
          <p:nvPr/>
        </p:nvSpPr>
        <p:spPr>
          <a:xfrm>
            <a:off x="4143022" y="5028752"/>
            <a:ext cx="570089" cy="230832"/>
          </a:xfrm>
          <a:prstGeom prst="rect">
            <a:avLst/>
          </a:prstGeom>
          <a:noFill/>
        </p:spPr>
        <p:txBody>
          <a:bodyPr wrap="square" rtlCol="0">
            <a:spAutoFit/>
          </a:bodyPr>
          <a:lstStyle/>
          <a:p>
            <a:pPr algn="ctr"/>
            <a:r>
              <a:rPr lang="en-US" sz="900" dirty="0"/>
              <a:t>57</a:t>
            </a:r>
          </a:p>
        </p:txBody>
      </p:sp>
      <p:sp>
        <p:nvSpPr>
          <p:cNvPr id="50" name="TextBox 49">
            <a:extLst>
              <a:ext uri="{FF2B5EF4-FFF2-40B4-BE49-F238E27FC236}">
                <a16:creationId xmlns:a16="http://schemas.microsoft.com/office/drawing/2014/main" id="{26BBF812-495C-E8B6-73BC-2F3A282F20F9}"/>
              </a:ext>
            </a:extLst>
          </p:cNvPr>
          <p:cNvSpPr txBox="1"/>
          <p:nvPr/>
        </p:nvSpPr>
        <p:spPr>
          <a:xfrm>
            <a:off x="6152446" y="1402877"/>
            <a:ext cx="570089" cy="230832"/>
          </a:xfrm>
          <a:prstGeom prst="rect">
            <a:avLst/>
          </a:prstGeom>
          <a:noFill/>
        </p:spPr>
        <p:txBody>
          <a:bodyPr wrap="square" rtlCol="0">
            <a:spAutoFit/>
          </a:bodyPr>
          <a:lstStyle/>
          <a:p>
            <a:pPr algn="ctr"/>
            <a:r>
              <a:rPr lang="en-US" sz="900" dirty="0"/>
              <a:t>75</a:t>
            </a:r>
          </a:p>
        </p:txBody>
      </p:sp>
      <p:sp>
        <p:nvSpPr>
          <p:cNvPr id="51" name="TextBox 50">
            <a:extLst>
              <a:ext uri="{FF2B5EF4-FFF2-40B4-BE49-F238E27FC236}">
                <a16:creationId xmlns:a16="http://schemas.microsoft.com/office/drawing/2014/main" id="{D5C32CD1-0BA6-6F3F-A358-66C596087CF6}"/>
              </a:ext>
            </a:extLst>
          </p:cNvPr>
          <p:cNvSpPr txBox="1"/>
          <p:nvPr/>
        </p:nvSpPr>
        <p:spPr>
          <a:xfrm>
            <a:off x="3138310" y="4408541"/>
            <a:ext cx="570089" cy="230832"/>
          </a:xfrm>
          <a:prstGeom prst="rect">
            <a:avLst/>
          </a:prstGeom>
          <a:noFill/>
        </p:spPr>
        <p:txBody>
          <a:bodyPr wrap="square" rtlCol="0">
            <a:spAutoFit/>
          </a:bodyPr>
          <a:lstStyle/>
          <a:p>
            <a:pPr algn="ctr"/>
            <a:r>
              <a:rPr lang="en-US" sz="900" dirty="0"/>
              <a:t>75</a:t>
            </a:r>
          </a:p>
        </p:txBody>
      </p:sp>
      <p:sp>
        <p:nvSpPr>
          <p:cNvPr id="52" name="TextBox 51">
            <a:extLst>
              <a:ext uri="{FF2B5EF4-FFF2-40B4-BE49-F238E27FC236}">
                <a16:creationId xmlns:a16="http://schemas.microsoft.com/office/drawing/2014/main" id="{C67F7BF0-3F3E-9DF7-059E-5EDE4EE78548}"/>
              </a:ext>
            </a:extLst>
          </p:cNvPr>
          <p:cNvSpPr txBox="1"/>
          <p:nvPr/>
        </p:nvSpPr>
        <p:spPr>
          <a:xfrm>
            <a:off x="3640666" y="3406653"/>
            <a:ext cx="570089" cy="230832"/>
          </a:xfrm>
          <a:prstGeom prst="rect">
            <a:avLst/>
          </a:prstGeom>
          <a:noFill/>
        </p:spPr>
        <p:txBody>
          <a:bodyPr wrap="square" rtlCol="0">
            <a:spAutoFit/>
          </a:bodyPr>
          <a:lstStyle/>
          <a:p>
            <a:pPr algn="ctr"/>
            <a:r>
              <a:rPr lang="en-US" sz="900" dirty="0"/>
              <a:t>2357</a:t>
            </a:r>
          </a:p>
        </p:txBody>
      </p:sp>
      <p:sp>
        <p:nvSpPr>
          <p:cNvPr id="54" name="TextBox 53">
            <a:extLst>
              <a:ext uri="{FF2B5EF4-FFF2-40B4-BE49-F238E27FC236}">
                <a16:creationId xmlns:a16="http://schemas.microsoft.com/office/drawing/2014/main" id="{B3F3ECE7-ED6C-640F-D23C-5CC024A9646F}"/>
              </a:ext>
            </a:extLst>
          </p:cNvPr>
          <p:cNvSpPr txBox="1"/>
          <p:nvPr/>
        </p:nvSpPr>
        <p:spPr>
          <a:xfrm>
            <a:off x="3138310" y="3788329"/>
            <a:ext cx="570089" cy="230832"/>
          </a:xfrm>
          <a:prstGeom prst="rect">
            <a:avLst/>
          </a:prstGeom>
          <a:noFill/>
        </p:spPr>
        <p:txBody>
          <a:bodyPr wrap="square" rtlCol="0">
            <a:spAutoFit/>
          </a:bodyPr>
          <a:lstStyle/>
          <a:p>
            <a:pPr algn="ctr"/>
            <a:r>
              <a:rPr lang="en-US" sz="900" dirty="0"/>
              <a:t>168</a:t>
            </a:r>
          </a:p>
        </p:txBody>
      </p:sp>
      <p:sp>
        <p:nvSpPr>
          <p:cNvPr id="55" name="TextBox 54">
            <a:extLst>
              <a:ext uri="{FF2B5EF4-FFF2-40B4-BE49-F238E27FC236}">
                <a16:creationId xmlns:a16="http://schemas.microsoft.com/office/drawing/2014/main" id="{7E8AA9B2-B512-737D-E85D-3B44AEBA8BFB}"/>
              </a:ext>
            </a:extLst>
          </p:cNvPr>
          <p:cNvSpPr txBox="1"/>
          <p:nvPr/>
        </p:nvSpPr>
        <p:spPr>
          <a:xfrm>
            <a:off x="6152446" y="2023089"/>
            <a:ext cx="570089" cy="230832"/>
          </a:xfrm>
          <a:prstGeom prst="rect">
            <a:avLst/>
          </a:prstGeom>
          <a:noFill/>
        </p:spPr>
        <p:txBody>
          <a:bodyPr wrap="square" rtlCol="0">
            <a:spAutoFit/>
          </a:bodyPr>
          <a:lstStyle/>
          <a:p>
            <a:pPr algn="ctr"/>
            <a:r>
              <a:rPr lang="en-US" sz="900" dirty="0"/>
              <a:t>168</a:t>
            </a:r>
          </a:p>
        </p:txBody>
      </p:sp>
      <p:sp>
        <p:nvSpPr>
          <p:cNvPr id="57" name="TextBox 56">
            <a:extLst>
              <a:ext uri="{FF2B5EF4-FFF2-40B4-BE49-F238E27FC236}">
                <a16:creationId xmlns:a16="http://schemas.microsoft.com/office/drawing/2014/main" id="{42A4BC04-12ED-0354-E846-A551863B2C16}"/>
              </a:ext>
            </a:extLst>
          </p:cNvPr>
          <p:cNvSpPr txBox="1"/>
          <p:nvPr/>
        </p:nvSpPr>
        <p:spPr>
          <a:xfrm>
            <a:off x="6654802" y="2524033"/>
            <a:ext cx="570089" cy="230832"/>
          </a:xfrm>
          <a:prstGeom prst="rect">
            <a:avLst/>
          </a:prstGeom>
          <a:noFill/>
        </p:spPr>
        <p:txBody>
          <a:bodyPr wrap="square" rtlCol="0">
            <a:spAutoFit/>
          </a:bodyPr>
          <a:lstStyle/>
          <a:p>
            <a:pPr algn="ctr"/>
            <a:r>
              <a:rPr lang="en-US" sz="900" dirty="0"/>
              <a:t>2357</a:t>
            </a:r>
          </a:p>
        </p:txBody>
      </p:sp>
      <p:sp>
        <p:nvSpPr>
          <p:cNvPr id="58" name="TextBox 57">
            <a:extLst>
              <a:ext uri="{FF2B5EF4-FFF2-40B4-BE49-F238E27FC236}">
                <a16:creationId xmlns:a16="http://schemas.microsoft.com/office/drawing/2014/main" id="{CCA27B12-1C4B-A432-6E48-51F74EDAFD0E}"/>
              </a:ext>
            </a:extLst>
          </p:cNvPr>
          <p:cNvSpPr txBox="1"/>
          <p:nvPr/>
        </p:nvSpPr>
        <p:spPr>
          <a:xfrm>
            <a:off x="4143022" y="1903821"/>
            <a:ext cx="570089" cy="230832"/>
          </a:xfrm>
          <a:prstGeom prst="rect">
            <a:avLst/>
          </a:prstGeom>
          <a:noFill/>
        </p:spPr>
        <p:txBody>
          <a:bodyPr wrap="square" rtlCol="0">
            <a:spAutoFit/>
          </a:bodyPr>
          <a:lstStyle/>
          <a:p>
            <a:pPr algn="ctr"/>
            <a:r>
              <a:rPr lang="en-US" sz="900" dirty="0"/>
              <a:t>75</a:t>
            </a:r>
          </a:p>
        </p:txBody>
      </p:sp>
      <p:sp>
        <p:nvSpPr>
          <p:cNvPr id="59" name="TextBox 58">
            <a:extLst>
              <a:ext uri="{FF2B5EF4-FFF2-40B4-BE49-F238E27FC236}">
                <a16:creationId xmlns:a16="http://schemas.microsoft.com/office/drawing/2014/main" id="{EC6CFBE3-2405-BA8E-2B8B-7D0C01D09266}"/>
              </a:ext>
            </a:extLst>
          </p:cNvPr>
          <p:cNvSpPr txBox="1"/>
          <p:nvPr/>
        </p:nvSpPr>
        <p:spPr>
          <a:xfrm>
            <a:off x="3640666" y="2404765"/>
            <a:ext cx="570089" cy="230832"/>
          </a:xfrm>
          <a:prstGeom prst="rect">
            <a:avLst/>
          </a:prstGeom>
          <a:noFill/>
        </p:spPr>
        <p:txBody>
          <a:bodyPr wrap="square" rtlCol="0">
            <a:spAutoFit/>
          </a:bodyPr>
          <a:lstStyle/>
          <a:p>
            <a:pPr algn="ctr"/>
            <a:r>
              <a:rPr lang="en-US" sz="900" dirty="0"/>
              <a:t>2357</a:t>
            </a:r>
          </a:p>
        </p:txBody>
      </p:sp>
      <p:sp>
        <p:nvSpPr>
          <p:cNvPr id="62" name="TextBox 61">
            <a:extLst>
              <a:ext uri="{FF2B5EF4-FFF2-40B4-BE49-F238E27FC236}">
                <a16:creationId xmlns:a16="http://schemas.microsoft.com/office/drawing/2014/main" id="{C9466D7F-AB68-3506-EE91-B67579295322}"/>
              </a:ext>
            </a:extLst>
          </p:cNvPr>
          <p:cNvSpPr txBox="1"/>
          <p:nvPr/>
        </p:nvSpPr>
        <p:spPr>
          <a:xfrm>
            <a:off x="6654802" y="2905709"/>
            <a:ext cx="570089" cy="230832"/>
          </a:xfrm>
          <a:prstGeom prst="rect">
            <a:avLst/>
          </a:prstGeom>
          <a:noFill/>
        </p:spPr>
        <p:txBody>
          <a:bodyPr wrap="square" rtlCol="0">
            <a:spAutoFit/>
          </a:bodyPr>
          <a:lstStyle/>
          <a:p>
            <a:pPr algn="ctr"/>
            <a:r>
              <a:rPr lang="en-US" sz="900" dirty="0"/>
              <a:t>2357</a:t>
            </a:r>
          </a:p>
        </p:txBody>
      </p:sp>
      <p:sp>
        <p:nvSpPr>
          <p:cNvPr id="63" name="TextBox 62">
            <a:extLst>
              <a:ext uri="{FF2B5EF4-FFF2-40B4-BE49-F238E27FC236}">
                <a16:creationId xmlns:a16="http://schemas.microsoft.com/office/drawing/2014/main" id="{C99B9DEA-C1E3-5687-A18A-CB66A256BB6F}"/>
              </a:ext>
            </a:extLst>
          </p:cNvPr>
          <p:cNvSpPr txBox="1"/>
          <p:nvPr/>
        </p:nvSpPr>
        <p:spPr>
          <a:xfrm>
            <a:off x="7157158" y="3406653"/>
            <a:ext cx="570089" cy="230832"/>
          </a:xfrm>
          <a:prstGeom prst="rect">
            <a:avLst/>
          </a:prstGeom>
          <a:noFill/>
        </p:spPr>
        <p:txBody>
          <a:bodyPr wrap="square" rtlCol="0">
            <a:spAutoFit/>
          </a:bodyPr>
          <a:lstStyle/>
          <a:p>
            <a:pPr algn="ctr"/>
            <a:r>
              <a:rPr lang="en-US" sz="900" dirty="0"/>
              <a:t>75</a:t>
            </a:r>
          </a:p>
        </p:txBody>
      </p:sp>
      <p:sp>
        <p:nvSpPr>
          <p:cNvPr id="66" name="TextBox 65">
            <a:extLst>
              <a:ext uri="{FF2B5EF4-FFF2-40B4-BE49-F238E27FC236}">
                <a16:creationId xmlns:a16="http://schemas.microsoft.com/office/drawing/2014/main" id="{86DE73A3-21E8-DF29-4553-F73875BA2282}"/>
              </a:ext>
            </a:extLst>
          </p:cNvPr>
          <p:cNvSpPr txBox="1"/>
          <p:nvPr/>
        </p:nvSpPr>
        <p:spPr>
          <a:xfrm>
            <a:off x="5147734" y="2524033"/>
            <a:ext cx="570089" cy="230832"/>
          </a:xfrm>
          <a:prstGeom prst="rect">
            <a:avLst/>
          </a:prstGeom>
          <a:noFill/>
        </p:spPr>
        <p:txBody>
          <a:bodyPr wrap="square" rtlCol="0">
            <a:spAutoFit/>
          </a:bodyPr>
          <a:lstStyle/>
          <a:p>
            <a:pPr algn="ctr"/>
            <a:r>
              <a:rPr lang="en-US" sz="900" dirty="0"/>
              <a:t>2567</a:t>
            </a:r>
          </a:p>
        </p:txBody>
      </p:sp>
      <p:sp>
        <p:nvSpPr>
          <p:cNvPr id="68" name="TextBox 67">
            <a:extLst>
              <a:ext uri="{FF2B5EF4-FFF2-40B4-BE49-F238E27FC236}">
                <a16:creationId xmlns:a16="http://schemas.microsoft.com/office/drawing/2014/main" id="{410A5496-3104-B7B1-FAD3-27BCC409B7D0}"/>
              </a:ext>
            </a:extLst>
          </p:cNvPr>
          <p:cNvSpPr txBox="1"/>
          <p:nvPr/>
        </p:nvSpPr>
        <p:spPr>
          <a:xfrm>
            <a:off x="6654802" y="4527809"/>
            <a:ext cx="570089" cy="230832"/>
          </a:xfrm>
          <a:prstGeom prst="rect">
            <a:avLst/>
          </a:prstGeom>
          <a:noFill/>
        </p:spPr>
        <p:txBody>
          <a:bodyPr wrap="square" rtlCol="0">
            <a:spAutoFit/>
          </a:bodyPr>
          <a:lstStyle/>
          <a:p>
            <a:pPr algn="ctr"/>
            <a:r>
              <a:rPr lang="en-US" sz="900" dirty="0"/>
              <a:t>2567</a:t>
            </a:r>
          </a:p>
        </p:txBody>
      </p:sp>
      <p:sp>
        <p:nvSpPr>
          <p:cNvPr id="70" name="TextBox 69">
            <a:extLst>
              <a:ext uri="{FF2B5EF4-FFF2-40B4-BE49-F238E27FC236}">
                <a16:creationId xmlns:a16="http://schemas.microsoft.com/office/drawing/2014/main" id="{5F301253-031E-041D-E5F3-74FF090AE7DB}"/>
              </a:ext>
            </a:extLst>
          </p:cNvPr>
          <p:cNvSpPr txBox="1"/>
          <p:nvPr/>
        </p:nvSpPr>
        <p:spPr>
          <a:xfrm>
            <a:off x="5650090" y="2285497"/>
            <a:ext cx="570089" cy="230832"/>
          </a:xfrm>
          <a:prstGeom prst="rect">
            <a:avLst/>
          </a:prstGeom>
          <a:noFill/>
        </p:spPr>
        <p:txBody>
          <a:bodyPr wrap="square" rtlCol="0">
            <a:spAutoFit/>
          </a:bodyPr>
          <a:lstStyle/>
          <a:p>
            <a:pPr algn="ctr"/>
            <a:r>
              <a:rPr lang="en-US" sz="900" dirty="0"/>
              <a:t>2367</a:t>
            </a:r>
          </a:p>
        </p:txBody>
      </p:sp>
      <p:sp>
        <p:nvSpPr>
          <p:cNvPr id="71" name="TextBox 70">
            <a:extLst>
              <a:ext uri="{FF2B5EF4-FFF2-40B4-BE49-F238E27FC236}">
                <a16:creationId xmlns:a16="http://schemas.microsoft.com/office/drawing/2014/main" id="{C1053D18-23C8-3ABF-08EB-72CB59734402}"/>
              </a:ext>
            </a:extLst>
          </p:cNvPr>
          <p:cNvSpPr txBox="1"/>
          <p:nvPr/>
        </p:nvSpPr>
        <p:spPr>
          <a:xfrm>
            <a:off x="5147734" y="2905709"/>
            <a:ext cx="570089" cy="230832"/>
          </a:xfrm>
          <a:prstGeom prst="rect">
            <a:avLst/>
          </a:prstGeom>
          <a:noFill/>
        </p:spPr>
        <p:txBody>
          <a:bodyPr wrap="square" rtlCol="0">
            <a:spAutoFit/>
          </a:bodyPr>
          <a:lstStyle/>
          <a:p>
            <a:pPr algn="ctr"/>
            <a:r>
              <a:rPr lang="en-US" sz="900" dirty="0"/>
              <a:t>2578</a:t>
            </a:r>
          </a:p>
        </p:txBody>
      </p:sp>
      <p:sp>
        <p:nvSpPr>
          <p:cNvPr id="72" name="TextBox 71">
            <a:extLst>
              <a:ext uri="{FF2B5EF4-FFF2-40B4-BE49-F238E27FC236}">
                <a16:creationId xmlns:a16="http://schemas.microsoft.com/office/drawing/2014/main" id="{36A3EECE-730A-DE96-825B-1CA482AF8798}"/>
              </a:ext>
            </a:extLst>
          </p:cNvPr>
          <p:cNvSpPr txBox="1"/>
          <p:nvPr/>
        </p:nvSpPr>
        <p:spPr>
          <a:xfrm>
            <a:off x="4645378" y="3525921"/>
            <a:ext cx="570089" cy="230832"/>
          </a:xfrm>
          <a:prstGeom prst="rect">
            <a:avLst/>
          </a:prstGeom>
          <a:noFill/>
        </p:spPr>
        <p:txBody>
          <a:bodyPr wrap="square" rtlCol="0">
            <a:spAutoFit/>
          </a:bodyPr>
          <a:lstStyle/>
          <a:p>
            <a:pPr algn="ctr"/>
            <a:r>
              <a:rPr lang="en-US" sz="900" dirty="0"/>
              <a:t>268</a:t>
            </a:r>
          </a:p>
        </p:txBody>
      </p:sp>
      <p:sp>
        <p:nvSpPr>
          <p:cNvPr id="74" name="TextBox 73">
            <a:extLst>
              <a:ext uri="{FF2B5EF4-FFF2-40B4-BE49-F238E27FC236}">
                <a16:creationId xmlns:a16="http://schemas.microsoft.com/office/drawing/2014/main" id="{E15C15E6-DC63-5B23-D84E-70BA36334D61}"/>
              </a:ext>
            </a:extLst>
          </p:cNvPr>
          <p:cNvSpPr txBox="1"/>
          <p:nvPr/>
        </p:nvSpPr>
        <p:spPr>
          <a:xfrm>
            <a:off x="6152446" y="4527809"/>
            <a:ext cx="570089" cy="230832"/>
          </a:xfrm>
          <a:prstGeom prst="rect">
            <a:avLst/>
          </a:prstGeom>
          <a:noFill/>
        </p:spPr>
        <p:txBody>
          <a:bodyPr wrap="square" rtlCol="0">
            <a:spAutoFit/>
          </a:bodyPr>
          <a:lstStyle/>
          <a:p>
            <a:pPr algn="ctr"/>
            <a:r>
              <a:rPr lang="en-US" sz="900" dirty="0"/>
              <a:t>2578</a:t>
            </a:r>
          </a:p>
        </p:txBody>
      </p:sp>
      <p:sp>
        <p:nvSpPr>
          <p:cNvPr id="75" name="TextBox 74">
            <a:extLst>
              <a:ext uri="{FF2B5EF4-FFF2-40B4-BE49-F238E27FC236}">
                <a16:creationId xmlns:a16="http://schemas.microsoft.com/office/drawing/2014/main" id="{D82E737F-584D-788A-382B-92C2AE998144}"/>
              </a:ext>
            </a:extLst>
          </p:cNvPr>
          <p:cNvSpPr txBox="1"/>
          <p:nvPr/>
        </p:nvSpPr>
        <p:spPr>
          <a:xfrm>
            <a:off x="6654802" y="3788329"/>
            <a:ext cx="570089" cy="230832"/>
          </a:xfrm>
          <a:prstGeom prst="rect">
            <a:avLst/>
          </a:prstGeom>
          <a:noFill/>
        </p:spPr>
        <p:txBody>
          <a:bodyPr wrap="square" rtlCol="0">
            <a:spAutoFit/>
          </a:bodyPr>
          <a:lstStyle/>
          <a:p>
            <a:pPr algn="ctr"/>
            <a:r>
              <a:rPr lang="en-US" sz="900" dirty="0"/>
              <a:t>2367</a:t>
            </a:r>
          </a:p>
        </p:txBody>
      </p:sp>
      <p:sp>
        <p:nvSpPr>
          <p:cNvPr id="76" name="TextBox 75">
            <a:extLst>
              <a:ext uri="{FF2B5EF4-FFF2-40B4-BE49-F238E27FC236}">
                <a16:creationId xmlns:a16="http://schemas.microsoft.com/office/drawing/2014/main" id="{7C848B19-71CD-2751-431B-889A2D3C0D50}"/>
              </a:ext>
            </a:extLst>
          </p:cNvPr>
          <p:cNvSpPr txBox="1"/>
          <p:nvPr/>
        </p:nvSpPr>
        <p:spPr>
          <a:xfrm>
            <a:off x="5650090" y="4527809"/>
            <a:ext cx="570089" cy="230832"/>
          </a:xfrm>
          <a:prstGeom prst="rect">
            <a:avLst/>
          </a:prstGeom>
          <a:noFill/>
        </p:spPr>
        <p:txBody>
          <a:bodyPr wrap="square" rtlCol="0">
            <a:spAutoFit/>
          </a:bodyPr>
          <a:lstStyle/>
          <a:p>
            <a:pPr algn="ctr"/>
            <a:r>
              <a:rPr lang="en-US" sz="900" dirty="0"/>
              <a:t>268</a:t>
            </a:r>
          </a:p>
        </p:txBody>
      </p:sp>
      <p:sp>
        <p:nvSpPr>
          <p:cNvPr id="73" name="TextBox 72">
            <a:extLst>
              <a:ext uri="{FF2B5EF4-FFF2-40B4-BE49-F238E27FC236}">
                <a16:creationId xmlns:a16="http://schemas.microsoft.com/office/drawing/2014/main" id="{D78E47AC-156C-53BC-824E-EED74D0EFAFF}"/>
              </a:ext>
            </a:extLst>
          </p:cNvPr>
          <p:cNvSpPr txBox="1"/>
          <p:nvPr/>
        </p:nvSpPr>
        <p:spPr>
          <a:xfrm>
            <a:off x="5147734" y="3287385"/>
            <a:ext cx="570089" cy="230832"/>
          </a:xfrm>
          <a:prstGeom prst="rect">
            <a:avLst/>
          </a:prstGeom>
          <a:noFill/>
        </p:spPr>
        <p:txBody>
          <a:bodyPr wrap="square" rtlCol="0">
            <a:spAutoFit/>
          </a:bodyPr>
          <a:lstStyle/>
          <a:p>
            <a:pPr algn="ctr"/>
            <a:r>
              <a:rPr lang="en-US" sz="900" dirty="0"/>
              <a:t>235678</a:t>
            </a:r>
          </a:p>
        </p:txBody>
      </p:sp>
      <p:sp>
        <p:nvSpPr>
          <p:cNvPr id="78" name="TextBox 77">
            <a:extLst>
              <a:ext uri="{FF2B5EF4-FFF2-40B4-BE49-F238E27FC236}">
                <a16:creationId xmlns:a16="http://schemas.microsoft.com/office/drawing/2014/main" id="{DEF4F23D-1ED4-694A-E047-9878624F7F4D}"/>
              </a:ext>
            </a:extLst>
          </p:cNvPr>
          <p:cNvSpPr txBox="1"/>
          <p:nvPr/>
        </p:nvSpPr>
        <p:spPr>
          <a:xfrm>
            <a:off x="6152446" y="3788329"/>
            <a:ext cx="570089" cy="230832"/>
          </a:xfrm>
          <a:prstGeom prst="rect">
            <a:avLst/>
          </a:prstGeom>
          <a:noFill/>
        </p:spPr>
        <p:txBody>
          <a:bodyPr wrap="square" rtlCol="0">
            <a:spAutoFit/>
          </a:bodyPr>
          <a:lstStyle/>
          <a:p>
            <a:pPr algn="ctr"/>
            <a:r>
              <a:rPr lang="en-US" sz="900" dirty="0"/>
              <a:t>235678</a:t>
            </a:r>
          </a:p>
        </p:txBody>
      </p:sp>
      <p:sp>
        <p:nvSpPr>
          <p:cNvPr id="79" name="TextBox 78">
            <a:extLst>
              <a:ext uri="{FF2B5EF4-FFF2-40B4-BE49-F238E27FC236}">
                <a16:creationId xmlns:a16="http://schemas.microsoft.com/office/drawing/2014/main" id="{A712145D-C845-C089-0A2D-122410F371E4}"/>
              </a:ext>
            </a:extLst>
          </p:cNvPr>
          <p:cNvSpPr txBox="1"/>
          <p:nvPr/>
        </p:nvSpPr>
        <p:spPr>
          <a:xfrm>
            <a:off x="6214537" y="3237891"/>
            <a:ext cx="462845" cy="584775"/>
          </a:xfrm>
          <a:prstGeom prst="rect">
            <a:avLst/>
          </a:prstGeom>
          <a:noFill/>
        </p:spPr>
        <p:txBody>
          <a:bodyPr wrap="square" rtlCol="0">
            <a:spAutoFit/>
          </a:bodyPr>
          <a:lstStyle/>
          <a:p>
            <a:pPr algn="ctr"/>
            <a:r>
              <a:rPr lang="en-US" sz="3200" dirty="0"/>
              <a:t>9</a:t>
            </a:r>
          </a:p>
        </p:txBody>
      </p:sp>
      <p:sp>
        <p:nvSpPr>
          <p:cNvPr id="80" name="TextBox 79">
            <a:extLst>
              <a:ext uri="{FF2B5EF4-FFF2-40B4-BE49-F238E27FC236}">
                <a16:creationId xmlns:a16="http://schemas.microsoft.com/office/drawing/2014/main" id="{6292B426-5EA3-B97C-3A2B-08554F428CFB}"/>
              </a:ext>
            </a:extLst>
          </p:cNvPr>
          <p:cNvSpPr txBox="1"/>
          <p:nvPr/>
        </p:nvSpPr>
        <p:spPr>
          <a:xfrm>
            <a:off x="6152446" y="901933"/>
            <a:ext cx="570089" cy="230832"/>
          </a:xfrm>
          <a:prstGeom prst="rect">
            <a:avLst/>
          </a:prstGeom>
          <a:noFill/>
        </p:spPr>
        <p:txBody>
          <a:bodyPr wrap="square" rtlCol="0">
            <a:spAutoFit/>
          </a:bodyPr>
          <a:lstStyle/>
          <a:p>
            <a:pPr algn="ctr"/>
            <a:r>
              <a:rPr lang="en-US" sz="900" dirty="0"/>
              <a:t>18</a:t>
            </a:r>
          </a:p>
        </p:txBody>
      </p:sp>
      <p:sp>
        <p:nvSpPr>
          <p:cNvPr id="81" name="TextBox 80">
            <a:extLst>
              <a:ext uri="{FF2B5EF4-FFF2-40B4-BE49-F238E27FC236}">
                <a16:creationId xmlns:a16="http://schemas.microsoft.com/office/drawing/2014/main" id="{7A69E78E-5169-E0B1-19A6-EECD57067120}"/>
              </a:ext>
            </a:extLst>
          </p:cNvPr>
          <p:cNvSpPr txBox="1"/>
          <p:nvPr/>
        </p:nvSpPr>
        <p:spPr>
          <a:xfrm>
            <a:off x="4143022" y="3907597"/>
            <a:ext cx="570089" cy="230832"/>
          </a:xfrm>
          <a:prstGeom prst="rect">
            <a:avLst/>
          </a:prstGeom>
          <a:noFill/>
        </p:spPr>
        <p:txBody>
          <a:bodyPr wrap="square" rtlCol="0">
            <a:spAutoFit/>
          </a:bodyPr>
          <a:lstStyle/>
          <a:p>
            <a:pPr algn="ctr"/>
            <a:r>
              <a:rPr lang="en-US" sz="900" dirty="0"/>
              <a:t>28</a:t>
            </a:r>
          </a:p>
        </p:txBody>
      </p:sp>
      <p:sp>
        <p:nvSpPr>
          <p:cNvPr id="48" name="TextBox 47">
            <a:extLst>
              <a:ext uri="{FF2B5EF4-FFF2-40B4-BE49-F238E27FC236}">
                <a16:creationId xmlns:a16="http://schemas.microsoft.com/office/drawing/2014/main" id="{13E398FE-3E8B-244E-B05A-F984A1DA4C66}"/>
              </a:ext>
            </a:extLst>
          </p:cNvPr>
          <p:cNvSpPr txBox="1"/>
          <p:nvPr/>
        </p:nvSpPr>
        <p:spPr>
          <a:xfrm>
            <a:off x="3716867" y="1727886"/>
            <a:ext cx="462845" cy="584775"/>
          </a:xfrm>
          <a:prstGeom prst="rect">
            <a:avLst/>
          </a:prstGeom>
          <a:noFill/>
        </p:spPr>
        <p:txBody>
          <a:bodyPr wrap="square" rtlCol="0">
            <a:spAutoFit/>
          </a:bodyPr>
          <a:lstStyle/>
          <a:p>
            <a:pPr algn="ctr"/>
            <a:r>
              <a:rPr lang="en-US" sz="3200" dirty="0"/>
              <a:t>4</a:t>
            </a:r>
          </a:p>
        </p:txBody>
      </p:sp>
      <p:sp>
        <p:nvSpPr>
          <p:cNvPr id="49" name="TextBox 48">
            <a:extLst>
              <a:ext uri="{FF2B5EF4-FFF2-40B4-BE49-F238E27FC236}">
                <a16:creationId xmlns:a16="http://schemas.microsoft.com/office/drawing/2014/main" id="{70D5317E-70B7-6D4A-C882-DDDC6CCA51E9}"/>
              </a:ext>
            </a:extLst>
          </p:cNvPr>
          <p:cNvSpPr txBox="1"/>
          <p:nvPr/>
        </p:nvSpPr>
        <p:spPr>
          <a:xfrm>
            <a:off x="5715003" y="3237891"/>
            <a:ext cx="462845" cy="584775"/>
          </a:xfrm>
          <a:prstGeom prst="rect">
            <a:avLst/>
          </a:prstGeom>
          <a:noFill/>
        </p:spPr>
        <p:txBody>
          <a:bodyPr wrap="square" rtlCol="0">
            <a:spAutoFit/>
          </a:bodyPr>
          <a:lstStyle/>
          <a:p>
            <a:pPr algn="ctr"/>
            <a:r>
              <a:rPr lang="en-US" sz="3200" dirty="0"/>
              <a:t>4</a:t>
            </a:r>
          </a:p>
        </p:txBody>
      </p:sp>
      <p:sp>
        <p:nvSpPr>
          <p:cNvPr id="46" name="TextBox 45">
            <a:extLst>
              <a:ext uri="{FF2B5EF4-FFF2-40B4-BE49-F238E27FC236}">
                <a16:creationId xmlns:a16="http://schemas.microsoft.com/office/drawing/2014/main" id="{E661871D-B92C-65C1-4274-0C03D207A9E5}"/>
              </a:ext>
            </a:extLst>
          </p:cNvPr>
          <p:cNvSpPr txBox="1"/>
          <p:nvPr/>
        </p:nvSpPr>
        <p:spPr>
          <a:xfrm>
            <a:off x="3217333" y="721216"/>
            <a:ext cx="462845" cy="584775"/>
          </a:xfrm>
          <a:prstGeom prst="rect">
            <a:avLst/>
          </a:prstGeom>
          <a:noFill/>
        </p:spPr>
        <p:txBody>
          <a:bodyPr wrap="square" rtlCol="0">
            <a:spAutoFit/>
          </a:bodyPr>
          <a:lstStyle/>
          <a:p>
            <a:pPr algn="ctr"/>
            <a:r>
              <a:rPr lang="en-US" sz="3200" dirty="0"/>
              <a:t>9</a:t>
            </a:r>
          </a:p>
        </p:txBody>
      </p:sp>
      <p:sp>
        <p:nvSpPr>
          <p:cNvPr id="47" name="TextBox 46">
            <a:extLst>
              <a:ext uri="{FF2B5EF4-FFF2-40B4-BE49-F238E27FC236}">
                <a16:creationId xmlns:a16="http://schemas.microsoft.com/office/drawing/2014/main" id="{BA29BE6C-E6C7-C6D3-3428-5EE78631E4AA}"/>
              </a:ext>
            </a:extLst>
          </p:cNvPr>
          <p:cNvSpPr txBox="1"/>
          <p:nvPr/>
        </p:nvSpPr>
        <p:spPr>
          <a:xfrm>
            <a:off x="7213604" y="4747898"/>
            <a:ext cx="462845" cy="584775"/>
          </a:xfrm>
          <a:prstGeom prst="rect">
            <a:avLst/>
          </a:prstGeom>
          <a:noFill/>
        </p:spPr>
        <p:txBody>
          <a:bodyPr wrap="square" rtlCol="0">
            <a:spAutoFit/>
          </a:bodyPr>
          <a:lstStyle/>
          <a:p>
            <a:pPr algn="ctr"/>
            <a:r>
              <a:rPr lang="en-US" sz="3200" dirty="0"/>
              <a:t>1</a:t>
            </a:r>
          </a:p>
        </p:txBody>
      </p:sp>
      <p:sp>
        <p:nvSpPr>
          <p:cNvPr id="60" name="TextBox 59">
            <a:extLst>
              <a:ext uri="{FF2B5EF4-FFF2-40B4-BE49-F238E27FC236}">
                <a16:creationId xmlns:a16="http://schemas.microsoft.com/office/drawing/2014/main" id="{49A7695A-49AE-0828-A0CA-CC833E4DDD25}"/>
              </a:ext>
            </a:extLst>
          </p:cNvPr>
          <p:cNvSpPr txBox="1"/>
          <p:nvPr/>
        </p:nvSpPr>
        <p:spPr>
          <a:xfrm>
            <a:off x="7213604" y="2734556"/>
            <a:ext cx="462845" cy="584775"/>
          </a:xfrm>
          <a:prstGeom prst="rect">
            <a:avLst/>
          </a:prstGeom>
          <a:noFill/>
        </p:spPr>
        <p:txBody>
          <a:bodyPr wrap="square" rtlCol="0">
            <a:spAutoFit/>
          </a:bodyPr>
          <a:lstStyle/>
          <a:p>
            <a:pPr algn="ctr"/>
            <a:r>
              <a:rPr lang="en-US" sz="3200" dirty="0"/>
              <a:t>6</a:t>
            </a:r>
          </a:p>
        </p:txBody>
      </p:sp>
      <p:sp>
        <p:nvSpPr>
          <p:cNvPr id="61" name="TextBox 60">
            <a:extLst>
              <a:ext uri="{FF2B5EF4-FFF2-40B4-BE49-F238E27FC236}">
                <a16:creationId xmlns:a16="http://schemas.microsoft.com/office/drawing/2014/main" id="{36EB90C0-2561-554E-B5B5-4BF9242C9E0A}"/>
              </a:ext>
            </a:extLst>
          </p:cNvPr>
          <p:cNvSpPr txBox="1"/>
          <p:nvPr/>
        </p:nvSpPr>
        <p:spPr>
          <a:xfrm>
            <a:off x="3640666" y="901933"/>
            <a:ext cx="570089" cy="230832"/>
          </a:xfrm>
          <a:prstGeom prst="rect">
            <a:avLst/>
          </a:prstGeom>
          <a:noFill/>
        </p:spPr>
        <p:txBody>
          <a:bodyPr wrap="square" rtlCol="0">
            <a:spAutoFit/>
          </a:bodyPr>
          <a:lstStyle/>
          <a:p>
            <a:pPr algn="ctr"/>
            <a:r>
              <a:rPr lang="en-US" sz="900" dirty="0"/>
              <a:t>28</a:t>
            </a:r>
          </a:p>
        </p:txBody>
      </p:sp>
      <p:sp>
        <p:nvSpPr>
          <p:cNvPr id="64" name="TextBox 63">
            <a:extLst>
              <a:ext uri="{FF2B5EF4-FFF2-40B4-BE49-F238E27FC236}">
                <a16:creationId xmlns:a16="http://schemas.microsoft.com/office/drawing/2014/main" id="{979B0585-9D0F-0CC8-D752-6CB1592092F3}"/>
              </a:ext>
            </a:extLst>
          </p:cNvPr>
          <p:cNvSpPr txBox="1"/>
          <p:nvPr/>
        </p:nvSpPr>
        <p:spPr>
          <a:xfrm>
            <a:off x="5147734" y="901933"/>
            <a:ext cx="570089" cy="230832"/>
          </a:xfrm>
          <a:prstGeom prst="rect">
            <a:avLst/>
          </a:prstGeom>
          <a:noFill/>
        </p:spPr>
        <p:txBody>
          <a:bodyPr wrap="square" rtlCol="0">
            <a:spAutoFit/>
          </a:bodyPr>
          <a:lstStyle/>
          <a:p>
            <a:pPr algn="ctr"/>
            <a:r>
              <a:rPr lang="en-US" sz="900" dirty="0"/>
              <a:t>128</a:t>
            </a:r>
          </a:p>
        </p:txBody>
      </p:sp>
      <p:sp>
        <p:nvSpPr>
          <p:cNvPr id="65" name="TextBox 64">
            <a:extLst>
              <a:ext uri="{FF2B5EF4-FFF2-40B4-BE49-F238E27FC236}">
                <a16:creationId xmlns:a16="http://schemas.microsoft.com/office/drawing/2014/main" id="{CA189190-F310-18A2-7EBA-65D6A7F2DA7D}"/>
              </a:ext>
            </a:extLst>
          </p:cNvPr>
          <p:cNvSpPr txBox="1"/>
          <p:nvPr/>
        </p:nvSpPr>
        <p:spPr>
          <a:xfrm>
            <a:off x="3640666" y="1402877"/>
            <a:ext cx="570089" cy="230832"/>
          </a:xfrm>
          <a:prstGeom prst="rect">
            <a:avLst/>
          </a:prstGeom>
          <a:noFill/>
        </p:spPr>
        <p:txBody>
          <a:bodyPr wrap="square" rtlCol="0">
            <a:spAutoFit/>
          </a:bodyPr>
          <a:lstStyle/>
          <a:p>
            <a:pPr algn="ctr"/>
            <a:r>
              <a:rPr lang="en-US" sz="900" dirty="0"/>
              <a:t>238</a:t>
            </a:r>
          </a:p>
        </p:txBody>
      </p:sp>
      <p:sp>
        <p:nvSpPr>
          <p:cNvPr id="67" name="TextBox 66">
            <a:extLst>
              <a:ext uri="{FF2B5EF4-FFF2-40B4-BE49-F238E27FC236}">
                <a16:creationId xmlns:a16="http://schemas.microsoft.com/office/drawing/2014/main" id="{F2EFEAC1-BCFB-72A6-71DA-C68BEAF1C279}"/>
              </a:ext>
            </a:extLst>
          </p:cNvPr>
          <p:cNvSpPr txBox="1"/>
          <p:nvPr/>
        </p:nvSpPr>
        <p:spPr>
          <a:xfrm>
            <a:off x="5147734" y="1402877"/>
            <a:ext cx="570089" cy="230832"/>
          </a:xfrm>
          <a:prstGeom prst="rect">
            <a:avLst/>
          </a:prstGeom>
          <a:noFill/>
        </p:spPr>
        <p:txBody>
          <a:bodyPr wrap="square" rtlCol="0">
            <a:spAutoFit/>
          </a:bodyPr>
          <a:lstStyle/>
          <a:p>
            <a:pPr algn="ctr"/>
            <a:r>
              <a:rPr lang="en-US" sz="900" dirty="0"/>
              <a:t>268</a:t>
            </a:r>
          </a:p>
        </p:txBody>
      </p:sp>
      <p:sp>
        <p:nvSpPr>
          <p:cNvPr id="69" name="TextBox 68">
            <a:extLst>
              <a:ext uri="{FF2B5EF4-FFF2-40B4-BE49-F238E27FC236}">
                <a16:creationId xmlns:a16="http://schemas.microsoft.com/office/drawing/2014/main" id="{F2458279-CB22-000A-F586-9C32277FCD2E}"/>
              </a:ext>
            </a:extLst>
          </p:cNvPr>
          <p:cNvSpPr txBox="1"/>
          <p:nvPr/>
        </p:nvSpPr>
        <p:spPr>
          <a:xfrm>
            <a:off x="5650090" y="1402877"/>
            <a:ext cx="570089" cy="230832"/>
          </a:xfrm>
          <a:prstGeom prst="rect">
            <a:avLst/>
          </a:prstGeom>
          <a:noFill/>
        </p:spPr>
        <p:txBody>
          <a:bodyPr wrap="square" rtlCol="0">
            <a:spAutoFit/>
          </a:bodyPr>
          <a:lstStyle/>
          <a:p>
            <a:pPr algn="ctr"/>
            <a:r>
              <a:rPr lang="en-US" sz="900" dirty="0"/>
              <a:t>268</a:t>
            </a:r>
          </a:p>
        </p:txBody>
      </p:sp>
      <p:sp>
        <p:nvSpPr>
          <p:cNvPr id="77" name="TextBox 76">
            <a:extLst>
              <a:ext uri="{FF2B5EF4-FFF2-40B4-BE49-F238E27FC236}">
                <a16:creationId xmlns:a16="http://schemas.microsoft.com/office/drawing/2014/main" id="{4B0A6CF5-53E2-5C42-BF4E-98ADEEAFE08D}"/>
              </a:ext>
            </a:extLst>
          </p:cNvPr>
          <p:cNvSpPr txBox="1"/>
          <p:nvPr/>
        </p:nvSpPr>
        <p:spPr>
          <a:xfrm>
            <a:off x="3138310" y="1402877"/>
            <a:ext cx="570089" cy="230832"/>
          </a:xfrm>
          <a:prstGeom prst="rect">
            <a:avLst/>
          </a:prstGeom>
          <a:noFill/>
        </p:spPr>
        <p:txBody>
          <a:bodyPr wrap="square" rtlCol="0">
            <a:spAutoFit/>
          </a:bodyPr>
          <a:lstStyle/>
          <a:p>
            <a:pPr algn="ctr"/>
            <a:r>
              <a:rPr lang="en-US" sz="900" dirty="0"/>
              <a:t>238</a:t>
            </a:r>
          </a:p>
        </p:txBody>
      </p:sp>
      <p:sp>
        <p:nvSpPr>
          <p:cNvPr id="83" name="TextBox 82">
            <a:extLst>
              <a:ext uri="{FF2B5EF4-FFF2-40B4-BE49-F238E27FC236}">
                <a16:creationId xmlns:a16="http://schemas.microsoft.com/office/drawing/2014/main" id="{4EAAF948-FDE1-6ABD-1131-AAF1D3B1655C}"/>
              </a:ext>
            </a:extLst>
          </p:cNvPr>
          <p:cNvSpPr txBox="1"/>
          <p:nvPr/>
        </p:nvSpPr>
        <p:spPr>
          <a:xfrm>
            <a:off x="4645378" y="1903821"/>
            <a:ext cx="570089" cy="230832"/>
          </a:xfrm>
          <a:prstGeom prst="rect">
            <a:avLst/>
          </a:prstGeom>
          <a:noFill/>
        </p:spPr>
        <p:txBody>
          <a:bodyPr wrap="square" rtlCol="0">
            <a:spAutoFit/>
          </a:bodyPr>
          <a:lstStyle/>
          <a:p>
            <a:pPr algn="ctr"/>
            <a:r>
              <a:rPr lang="en-US" sz="900" dirty="0"/>
              <a:t>1368</a:t>
            </a:r>
          </a:p>
        </p:txBody>
      </p:sp>
      <p:sp>
        <p:nvSpPr>
          <p:cNvPr id="84" name="TextBox 83">
            <a:extLst>
              <a:ext uri="{FF2B5EF4-FFF2-40B4-BE49-F238E27FC236}">
                <a16:creationId xmlns:a16="http://schemas.microsoft.com/office/drawing/2014/main" id="{675D3B8F-74ED-D03E-EB6F-07CC618D6C65}"/>
              </a:ext>
            </a:extLst>
          </p:cNvPr>
          <p:cNvSpPr txBox="1"/>
          <p:nvPr/>
        </p:nvSpPr>
        <p:spPr>
          <a:xfrm>
            <a:off x="5650090" y="1903821"/>
            <a:ext cx="570089" cy="230832"/>
          </a:xfrm>
          <a:prstGeom prst="rect">
            <a:avLst/>
          </a:prstGeom>
          <a:noFill/>
        </p:spPr>
        <p:txBody>
          <a:bodyPr wrap="square" rtlCol="0">
            <a:spAutoFit/>
          </a:bodyPr>
          <a:lstStyle/>
          <a:p>
            <a:pPr algn="ctr"/>
            <a:r>
              <a:rPr lang="en-US" sz="900" dirty="0"/>
              <a:t>1368</a:t>
            </a:r>
          </a:p>
        </p:txBody>
      </p:sp>
      <p:sp>
        <p:nvSpPr>
          <p:cNvPr id="85" name="TextBox 84">
            <a:extLst>
              <a:ext uri="{FF2B5EF4-FFF2-40B4-BE49-F238E27FC236}">
                <a16:creationId xmlns:a16="http://schemas.microsoft.com/office/drawing/2014/main" id="{75C1446D-EF17-3D28-741E-F07B9C9C7F3E}"/>
              </a:ext>
            </a:extLst>
          </p:cNvPr>
          <p:cNvSpPr txBox="1"/>
          <p:nvPr/>
        </p:nvSpPr>
        <p:spPr>
          <a:xfrm>
            <a:off x="3138310" y="1903821"/>
            <a:ext cx="570089" cy="230832"/>
          </a:xfrm>
          <a:prstGeom prst="rect">
            <a:avLst/>
          </a:prstGeom>
          <a:noFill/>
        </p:spPr>
        <p:txBody>
          <a:bodyPr wrap="square" rtlCol="0">
            <a:spAutoFit/>
          </a:bodyPr>
          <a:lstStyle/>
          <a:p>
            <a:pPr algn="ctr"/>
            <a:r>
              <a:rPr lang="en-US" sz="900" dirty="0"/>
              <a:t>57</a:t>
            </a:r>
          </a:p>
        </p:txBody>
      </p:sp>
      <p:sp>
        <p:nvSpPr>
          <p:cNvPr id="86" name="TextBox 85">
            <a:extLst>
              <a:ext uri="{FF2B5EF4-FFF2-40B4-BE49-F238E27FC236}">
                <a16:creationId xmlns:a16="http://schemas.microsoft.com/office/drawing/2014/main" id="{57633A92-BE64-6503-4D3D-0383468F07A9}"/>
              </a:ext>
            </a:extLst>
          </p:cNvPr>
          <p:cNvSpPr txBox="1"/>
          <p:nvPr/>
        </p:nvSpPr>
        <p:spPr>
          <a:xfrm>
            <a:off x="4143022" y="3406653"/>
            <a:ext cx="570089" cy="230832"/>
          </a:xfrm>
          <a:prstGeom prst="rect">
            <a:avLst/>
          </a:prstGeom>
          <a:noFill/>
        </p:spPr>
        <p:txBody>
          <a:bodyPr wrap="square" rtlCol="0">
            <a:spAutoFit/>
          </a:bodyPr>
          <a:lstStyle/>
          <a:p>
            <a:pPr algn="ctr"/>
            <a:r>
              <a:rPr lang="en-US" sz="900" dirty="0"/>
              <a:t>82</a:t>
            </a:r>
          </a:p>
        </p:txBody>
      </p:sp>
      <p:sp>
        <p:nvSpPr>
          <p:cNvPr id="87" name="TextBox 86">
            <a:extLst>
              <a:ext uri="{FF2B5EF4-FFF2-40B4-BE49-F238E27FC236}">
                <a16:creationId xmlns:a16="http://schemas.microsoft.com/office/drawing/2014/main" id="{C69A89B4-0CDD-D978-567A-9278AD308FDA}"/>
              </a:ext>
            </a:extLst>
          </p:cNvPr>
          <p:cNvSpPr txBox="1"/>
          <p:nvPr/>
        </p:nvSpPr>
        <p:spPr>
          <a:xfrm>
            <a:off x="3138310" y="3406653"/>
            <a:ext cx="570089" cy="230832"/>
          </a:xfrm>
          <a:prstGeom prst="rect">
            <a:avLst/>
          </a:prstGeom>
          <a:noFill/>
        </p:spPr>
        <p:txBody>
          <a:bodyPr wrap="square" rtlCol="0">
            <a:spAutoFit/>
          </a:bodyPr>
          <a:lstStyle/>
          <a:p>
            <a:pPr algn="ctr"/>
            <a:r>
              <a:rPr lang="en-US" sz="900" dirty="0"/>
              <a:t>2368</a:t>
            </a:r>
          </a:p>
        </p:txBody>
      </p:sp>
      <p:sp>
        <p:nvSpPr>
          <p:cNvPr id="88" name="TextBox 87">
            <a:extLst>
              <a:ext uri="{FF2B5EF4-FFF2-40B4-BE49-F238E27FC236}">
                <a16:creationId xmlns:a16="http://schemas.microsoft.com/office/drawing/2014/main" id="{6BA4D701-40F3-24A2-C41F-9F631AA00A40}"/>
              </a:ext>
            </a:extLst>
          </p:cNvPr>
          <p:cNvSpPr txBox="1"/>
          <p:nvPr/>
        </p:nvSpPr>
        <p:spPr>
          <a:xfrm>
            <a:off x="4645378" y="4408541"/>
            <a:ext cx="570089" cy="230832"/>
          </a:xfrm>
          <a:prstGeom prst="rect">
            <a:avLst/>
          </a:prstGeom>
          <a:noFill/>
        </p:spPr>
        <p:txBody>
          <a:bodyPr wrap="square" rtlCol="0">
            <a:spAutoFit/>
          </a:bodyPr>
          <a:lstStyle/>
          <a:p>
            <a:pPr algn="ctr"/>
            <a:r>
              <a:rPr lang="en-US" sz="900" dirty="0"/>
              <a:t>12568</a:t>
            </a:r>
          </a:p>
        </p:txBody>
      </p:sp>
      <p:sp>
        <p:nvSpPr>
          <p:cNvPr id="89" name="TextBox 88">
            <a:extLst>
              <a:ext uri="{FF2B5EF4-FFF2-40B4-BE49-F238E27FC236}">
                <a16:creationId xmlns:a16="http://schemas.microsoft.com/office/drawing/2014/main" id="{03DB1B1A-0CE4-6C2A-B438-7B396881DCE8}"/>
              </a:ext>
            </a:extLst>
          </p:cNvPr>
          <p:cNvSpPr txBox="1"/>
          <p:nvPr/>
        </p:nvSpPr>
        <p:spPr>
          <a:xfrm>
            <a:off x="4645378" y="4909484"/>
            <a:ext cx="570089" cy="230832"/>
          </a:xfrm>
          <a:prstGeom prst="rect">
            <a:avLst/>
          </a:prstGeom>
          <a:noFill/>
        </p:spPr>
        <p:txBody>
          <a:bodyPr wrap="square" rtlCol="0">
            <a:spAutoFit/>
          </a:bodyPr>
          <a:lstStyle/>
          <a:p>
            <a:pPr algn="ctr"/>
            <a:r>
              <a:rPr lang="en-US" sz="900" dirty="0"/>
              <a:t>23568</a:t>
            </a:r>
          </a:p>
        </p:txBody>
      </p:sp>
      <p:sp>
        <p:nvSpPr>
          <p:cNvPr id="90" name="TextBox 89">
            <a:extLst>
              <a:ext uri="{FF2B5EF4-FFF2-40B4-BE49-F238E27FC236}">
                <a16:creationId xmlns:a16="http://schemas.microsoft.com/office/drawing/2014/main" id="{2E26F4D6-981C-68CA-59FF-F85456124A34}"/>
              </a:ext>
            </a:extLst>
          </p:cNvPr>
          <p:cNvSpPr txBox="1"/>
          <p:nvPr/>
        </p:nvSpPr>
        <p:spPr>
          <a:xfrm>
            <a:off x="5147734" y="4909484"/>
            <a:ext cx="570089" cy="230832"/>
          </a:xfrm>
          <a:prstGeom prst="rect">
            <a:avLst/>
          </a:prstGeom>
          <a:noFill/>
        </p:spPr>
        <p:txBody>
          <a:bodyPr wrap="square" rtlCol="0">
            <a:spAutoFit/>
          </a:bodyPr>
          <a:lstStyle/>
          <a:p>
            <a:pPr algn="ctr"/>
            <a:r>
              <a:rPr lang="en-US" sz="900" dirty="0"/>
              <a:t>235678</a:t>
            </a:r>
          </a:p>
        </p:txBody>
      </p:sp>
      <p:sp>
        <p:nvSpPr>
          <p:cNvPr id="91" name="TextBox 90">
            <a:extLst>
              <a:ext uri="{FF2B5EF4-FFF2-40B4-BE49-F238E27FC236}">
                <a16:creationId xmlns:a16="http://schemas.microsoft.com/office/drawing/2014/main" id="{04776AFB-38C7-C804-489B-150413569C93}"/>
              </a:ext>
            </a:extLst>
          </p:cNvPr>
          <p:cNvSpPr txBox="1"/>
          <p:nvPr/>
        </p:nvSpPr>
        <p:spPr>
          <a:xfrm>
            <a:off x="5650090" y="4909484"/>
            <a:ext cx="570089" cy="230832"/>
          </a:xfrm>
          <a:prstGeom prst="rect">
            <a:avLst/>
          </a:prstGeom>
          <a:noFill/>
        </p:spPr>
        <p:txBody>
          <a:bodyPr wrap="square" rtlCol="0">
            <a:spAutoFit/>
          </a:bodyPr>
          <a:lstStyle/>
          <a:p>
            <a:pPr algn="ctr"/>
            <a:r>
              <a:rPr lang="en-US" sz="900" dirty="0"/>
              <a:t>23678</a:t>
            </a:r>
          </a:p>
        </p:txBody>
      </p:sp>
      <p:sp>
        <p:nvSpPr>
          <p:cNvPr id="92" name="TextBox 91">
            <a:extLst>
              <a:ext uri="{FF2B5EF4-FFF2-40B4-BE49-F238E27FC236}">
                <a16:creationId xmlns:a16="http://schemas.microsoft.com/office/drawing/2014/main" id="{133264C7-AC0D-F5C4-0450-05E77C71FA94}"/>
              </a:ext>
            </a:extLst>
          </p:cNvPr>
          <p:cNvSpPr txBox="1"/>
          <p:nvPr/>
        </p:nvSpPr>
        <p:spPr>
          <a:xfrm>
            <a:off x="6152446" y="4909484"/>
            <a:ext cx="570089" cy="230832"/>
          </a:xfrm>
          <a:prstGeom prst="rect">
            <a:avLst/>
          </a:prstGeom>
          <a:noFill/>
        </p:spPr>
        <p:txBody>
          <a:bodyPr wrap="square" rtlCol="0">
            <a:spAutoFit/>
          </a:bodyPr>
          <a:lstStyle/>
          <a:p>
            <a:pPr algn="ctr"/>
            <a:r>
              <a:rPr lang="en-US" sz="900" dirty="0"/>
              <a:t>235678</a:t>
            </a:r>
          </a:p>
        </p:txBody>
      </p:sp>
      <p:sp>
        <p:nvSpPr>
          <p:cNvPr id="93" name="TextBox 92">
            <a:extLst>
              <a:ext uri="{FF2B5EF4-FFF2-40B4-BE49-F238E27FC236}">
                <a16:creationId xmlns:a16="http://schemas.microsoft.com/office/drawing/2014/main" id="{FD95039F-FECF-A114-68BE-5AB47A5085C9}"/>
              </a:ext>
            </a:extLst>
          </p:cNvPr>
          <p:cNvSpPr txBox="1"/>
          <p:nvPr/>
        </p:nvSpPr>
        <p:spPr>
          <a:xfrm>
            <a:off x="6654802" y="4909484"/>
            <a:ext cx="570089" cy="230832"/>
          </a:xfrm>
          <a:prstGeom prst="rect">
            <a:avLst/>
          </a:prstGeom>
          <a:noFill/>
        </p:spPr>
        <p:txBody>
          <a:bodyPr wrap="square" rtlCol="0">
            <a:spAutoFit/>
          </a:bodyPr>
          <a:lstStyle/>
          <a:p>
            <a:pPr algn="ctr"/>
            <a:r>
              <a:rPr lang="en-US" sz="900" dirty="0"/>
              <a:t>235678</a:t>
            </a:r>
          </a:p>
        </p:txBody>
      </p:sp>
      <p:sp>
        <p:nvSpPr>
          <p:cNvPr id="94" name="TextBox 93">
            <a:extLst>
              <a:ext uri="{FF2B5EF4-FFF2-40B4-BE49-F238E27FC236}">
                <a16:creationId xmlns:a16="http://schemas.microsoft.com/office/drawing/2014/main" id="{7367CB5F-77DA-0B00-22FD-E5CDAF1738AC}"/>
              </a:ext>
            </a:extLst>
          </p:cNvPr>
          <p:cNvSpPr txBox="1"/>
          <p:nvPr/>
        </p:nvSpPr>
        <p:spPr>
          <a:xfrm>
            <a:off x="6152446" y="2905709"/>
            <a:ext cx="570089" cy="230832"/>
          </a:xfrm>
          <a:prstGeom prst="rect">
            <a:avLst/>
          </a:prstGeom>
          <a:noFill/>
        </p:spPr>
        <p:txBody>
          <a:bodyPr wrap="square" rtlCol="0">
            <a:spAutoFit/>
          </a:bodyPr>
          <a:lstStyle/>
          <a:p>
            <a:pPr algn="ctr"/>
            <a:r>
              <a:rPr lang="en-US" sz="900" dirty="0"/>
              <a:t>2357</a:t>
            </a:r>
          </a:p>
        </p:txBody>
      </p:sp>
      <p:sp>
        <p:nvSpPr>
          <p:cNvPr id="95" name="TextBox 94">
            <a:extLst>
              <a:ext uri="{FF2B5EF4-FFF2-40B4-BE49-F238E27FC236}">
                <a16:creationId xmlns:a16="http://schemas.microsoft.com/office/drawing/2014/main" id="{C47B5DDB-1BB0-EE51-249F-E2512D7AB6D5}"/>
              </a:ext>
            </a:extLst>
          </p:cNvPr>
          <p:cNvSpPr txBox="1"/>
          <p:nvPr/>
        </p:nvSpPr>
        <p:spPr>
          <a:xfrm>
            <a:off x="3640666" y="2905709"/>
            <a:ext cx="570089" cy="230832"/>
          </a:xfrm>
          <a:prstGeom prst="rect">
            <a:avLst/>
          </a:prstGeom>
          <a:noFill/>
        </p:spPr>
        <p:txBody>
          <a:bodyPr wrap="square" rtlCol="0">
            <a:spAutoFit/>
          </a:bodyPr>
          <a:lstStyle/>
          <a:p>
            <a:pPr algn="ctr"/>
            <a:r>
              <a:rPr lang="en-US" sz="900" dirty="0"/>
              <a:t>75</a:t>
            </a:r>
          </a:p>
        </p:txBody>
      </p:sp>
      <p:sp>
        <p:nvSpPr>
          <p:cNvPr id="96" name="TextBox 95">
            <a:extLst>
              <a:ext uri="{FF2B5EF4-FFF2-40B4-BE49-F238E27FC236}">
                <a16:creationId xmlns:a16="http://schemas.microsoft.com/office/drawing/2014/main" id="{81A3C683-865B-CCEC-569F-FCB9F66F918A}"/>
              </a:ext>
            </a:extLst>
          </p:cNvPr>
          <p:cNvSpPr txBox="1"/>
          <p:nvPr/>
        </p:nvSpPr>
        <p:spPr>
          <a:xfrm>
            <a:off x="5650090" y="2905709"/>
            <a:ext cx="570089" cy="230832"/>
          </a:xfrm>
          <a:prstGeom prst="rect">
            <a:avLst/>
          </a:prstGeom>
          <a:noFill/>
        </p:spPr>
        <p:txBody>
          <a:bodyPr wrap="square" rtlCol="0">
            <a:spAutoFit/>
          </a:bodyPr>
          <a:lstStyle/>
          <a:p>
            <a:pPr algn="ctr"/>
            <a:r>
              <a:rPr lang="en-US" sz="900" dirty="0"/>
              <a:t>12378</a:t>
            </a:r>
          </a:p>
        </p:txBody>
      </p:sp>
      <p:sp>
        <p:nvSpPr>
          <p:cNvPr id="97" name="TextBox 96">
            <a:extLst>
              <a:ext uri="{FF2B5EF4-FFF2-40B4-BE49-F238E27FC236}">
                <a16:creationId xmlns:a16="http://schemas.microsoft.com/office/drawing/2014/main" id="{37405164-8E7D-A04F-2EE0-25DEAF2EA4F6}"/>
              </a:ext>
            </a:extLst>
          </p:cNvPr>
          <p:cNvSpPr txBox="1"/>
          <p:nvPr/>
        </p:nvSpPr>
        <p:spPr>
          <a:xfrm>
            <a:off x="3138310" y="2905709"/>
            <a:ext cx="570089" cy="230832"/>
          </a:xfrm>
          <a:prstGeom prst="rect">
            <a:avLst/>
          </a:prstGeom>
          <a:noFill/>
        </p:spPr>
        <p:txBody>
          <a:bodyPr wrap="square" rtlCol="0">
            <a:spAutoFit/>
          </a:bodyPr>
          <a:lstStyle/>
          <a:p>
            <a:pPr algn="ctr"/>
            <a:r>
              <a:rPr lang="en-US" sz="900" dirty="0"/>
              <a:t>1238</a:t>
            </a:r>
          </a:p>
        </p:txBody>
      </p:sp>
      <p:sp>
        <p:nvSpPr>
          <p:cNvPr id="98" name="TextBox 97">
            <a:extLst>
              <a:ext uri="{FF2B5EF4-FFF2-40B4-BE49-F238E27FC236}">
                <a16:creationId xmlns:a16="http://schemas.microsoft.com/office/drawing/2014/main" id="{9E916BA8-5CB3-DFFD-42A3-03B112779FFB}"/>
              </a:ext>
            </a:extLst>
          </p:cNvPr>
          <p:cNvSpPr txBox="1"/>
          <p:nvPr/>
        </p:nvSpPr>
        <p:spPr>
          <a:xfrm>
            <a:off x="4645378" y="2404765"/>
            <a:ext cx="570089" cy="230832"/>
          </a:xfrm>
          <a:prstGeom prst="rect">
            <a:avLst/>
          </a:prstGeom>
          <a:noFill/>
        </p:spPr>
        <p:txBody>
          <a:bodyPr wrap="square" rtlCol="0">
            <a:spAutoFit/>
          </a:bodyPr>
          <a:lstStyle/>
          <a:p>
            <a:pPr algn="ctr"/>
            <a:r>
              <a:rPr lang="en-US" sz="900" dirty="0"/>
              <a:t>12356</a:t>
            </a:r>
          </a:p>
        </p:txBody>
      </p:sp>
      <p:sp>
        <p:nvSpPr>
          <p:cNvPr id="99" name="TextBox 98">
            <a:extLst>
              <a:ext uri="{FF2B5EF4-FFF2-40B4-BE49-F238E27FC236}">
                <a16:creationId xmlns:a16="http://schemas.microsoft.com/office/drawing/2014/main" id="{C299FBB4-6A58-6B2B-E4B1-CBAFD5C5F65A}"/>
              </a:ext>
            </a:extLst>
          </p:cNvPr>
          <p:cNvSpPr txBox="1"/>
          <p:nvPr/>
        </p:nvSpPr>
        <p:spPr>
          <a:xfrm>
            <a:off x="3138310" y="2404765"/>
            <a:ext cx="570089" cy="230832"/>
          </a:xfrm>
          <a:prstGeom prst="rect">
            <a:avLst/>
          </a:prstGeom>
          <a:noFill/>
        </p:spPr>
        <p:txBody>
          <a:bodyPr wrap="square" rtlCol="0">
            <a:spAutoFit/>
          </a:bodyPr>
          <a:lstStyle/>
          <a:p>
            <a:pPr algn="ctr"/>
            <a:r>
              <a:rPr lang="en-US" sz="900" dirty="0"/>
              <a:t>1236</a:t>
            </a:r>
          </a:p>
        </p:txBody>
      </p:sp>
      <p:sp>
        <p:nvSpPr>
          <p:cNvPr id="100" name="TextBox 99">
            <a:extLst>
              <a:ext uri="{FF2B5EF4-FFF2-40B4-BE49-F238E27FC236}">
                <a16:creationId xmlns:a16="http://schemas.microsoft.com/office/drawing/2014/main" id="{074A2981-8823-F07F-A466-414994F788A4}"/>
              </a:ext>
            </a:extLst>
          </p:cNvPr>
          <p:cNvSpPr txBox="1"/>
          <p:nvPr/>
        </p:nvSpPr>
        <p:spPr>
          <a:xfrm>
            <a:off x="4645378" y="3907597"/>
            <a:ext cx="570089" cy="230832"/>
          </a:xfrm>
          <a:prstGeom prst="rect">
            <a:avLst/>
          </a:prstGeom>
          <a:noFill/>
        </p:spPr>
        <p:txBody>
          <a:bodyPr wrap="square" rtlCol="0">
            <a:spAutoFit/>
          </a:bodyPr>
          <a:lstStyle/>
          <a:p>
            <a:pPr algn="ctr"/>
            <a:r>
              <a:rPr lang="en-US" sz="900" dirty="0"/>
              <a:t>123568</a:t>
            </a:r>
          </a:p>
        </p:txBody>
      </p:sp>
      <p:sp>
        <p:nvSpPr>
          <p:cNvPr id="101" name="TextBox 100">
            <a:extLst>
              <a:ext uri="{FF2B5EF4-FFF2-40B4-BE49-F238E27FC236}">
                <a16:creationId xmlns:a16="http://schemas.microsoft.com/office/drawing/2014/main" id="{5907427A-19A6-D9A1-553E-455CBD65455B}"/>
              </a:ext>
            </a:extLst>
          </p:cNvPr>
          <p:cNvSpPr txBox="1"/>
          <p:nvPr/>
        </p:nvSpPr>
        <p:spPr>
          <a:xfrm>
            <a:off x="3716867" y="4244561"/>
            <a:ext cx="462845" cy="584775"/>
          </a:xfrm>
          <a:prstGeom prst="rect">
            <a:avLst/>
          </a:prstGeom>
          <a:noFill/>
        </p:spPr>
        <p:txBody>
          <a:bodyPr wrap="square" rtlCol="0">
            <a:spAutoFit/>
          </a:bodyPr>
          <a:lstStyle/>
          <a:p>
            <a:pPr algn="ctr"/>
            <a:r>
              <a:rPr lang="en-US" sz="3200" dirty="0"/>
              <a:t>1</a:t>
            </a:r>
          </a:p>
        </p:txBody>
      </p:sp>
    </p:spTree>
    <p:extLst>
      <p:ext uri="{BB962C8B-B14F-4D97-AF65-F5344CB8AC3E}">
        <p14:creationId xmlns:p14="http://schemas.microsoft.com/office/powerpoint/2010/main" val="2701936838"/>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29A171-AABC-00CB-C20D-97BEBE12958C}"/>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D381A7C5-ADE0-2C55-A367-14E4603A1481}"/>
              </a:ext>
            </a:extLst>
          </p:cNvPr>
          <p:cNvSpPr>
            <a:spLocks noGrp="1"/>
          </p:cNvSpPr>
          <p:nvPr>
            <p:ph sz="half" idx="1"/>
          </p:nvPr>
        </p:nvSpPr>
        <p:spPr/>
        <p:txBody>
          <a:bodyPr>
            <a:normAutofit/>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68D645AE-C6DC-85B0-5BCD-04E1BDF86337}"/>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E071ABD6-BE7E-301C-D6D3-28D56160888A}"/>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F9DA5142-BB99-A474-383B-4DCC6370E048}"/>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264AF28D-79C5-696F-4519-1A0E6E9543F4}"/>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5F706641-A900-DDE9-007E-C1411E6F4228}"/>
              </a:ext>
            </a:extLst>
          </p:cNvPr>
          <p:cNvSpPr txBox="1"/>
          <p:nvPr/>
        </p:nvSpPr>
        <p:spPr>
          <a:xfrm>
            <a:off x="4715935" y="1224551"/>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8" name="TextBox 7">
            <a:extLst>
              <a:ext uri="{FF2B5EF4-FFF2-40B4-BE49-F238E27FC236}">
                <a16:creationId xmlns:a16="http://schemas.microsoft.com/office/drawing/2014/main" id="{C555D473-4467-DF4B-A491-E986989BFE1D}"/>
              </a:ext>
            </a:extLst>
          </p:cNvPr>
          <p:cNvSpPr txBox="1"/>
          <p:nvPr/>
        </p:nvSpPr>
        <p:spPr>
          <a:xfrm>
            <a:off x="6214537" y="122455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9" name="TextBox 8">
            <a:extLst>
              <a:ext uri="{FF2B5EF4-FFF2-40B4-BE49-F238E27FC236}">
                <a16:creationId xmlns:a16="http://schemas.microsoft.com/office/drawing/2014/main" id="{70E609F0-A6DE-871A-5889-0001ADED3E02}"/>
              </a:ext>
            </a:extLst>
          </p:cNvPr>
          <p:cNvSpPr txBox="1"/>
          <p:nvPr/>
        </p:nvSpPr>
        <p:spPr>
          <a:xfrm>
            <a:off x="6714071" y="1224551"/>
            <a:ext cx="462845" cy="584775"/>
          </a:xfrm>
          <a:prstGeom prst="rect">
            <a:avLst/>
          </a:prstGeom>
          <a:solidFill>
            <a:srgbClr val="FFFF00">
              <a:alpha val="30000"/>
            </a:srgbClr>
          </a:solidFill>
        </p:spPr>
        <p:txBody>
          <a:bodyPr wrap="square" rtlCol="0">
            <a:spAutoFit/>
          </a:bodyPr>
          <a:lstStyle/>
          <a:p>
            <a:pPr algn="ctr"/>
            <a:r>
              <a:rPr lang="en-US" sz="3200" dirty="0"/>
              <a:t>9</a:t>
            </a:r>
          </a:p>
        </p:txBody>
      </p:sp>
      <p:sp>
        <p:nvSpPr>
          <p:cNvPr id="10" name="TextBox 9">
            <a:extLst>
              <a:ext uri="{FF2B5EF4-FFF2-40B4-BE49-F238E27FC236}">
                <a16:creationId xmlns:a16="http://schemas.microsoft.com/office/drawing/2014/main" id="{D06482A4-F669-5B1D-D962-3BD73D60378A}"/>
              </a:ext>
            </a:extLst>
          </p:cNvPr>
          <p:cNvSpPr txBox="1"/>
          <p:nvPr/>
        </p:nvSpPr>
        <p:spPr>
          <a:xfrm>
            <a:off x="7213604" y="122455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11" name="TextBox 10">
            <a:extLst>
              <a:ext uri="{FF2B5EF4-FFF2-40B4-BE49-F238E27FC236}">
                <a16:creationId xmlns:a16="http://schemas.microsoft.com/office/drawing/2014/main" id="{ACDAFF22-1F49-C084-6EDC-7537CE6D4FAC}"/>
              </a:ext>
            </a:extLst>
          </p:cNvPr>
          <p:cNvSpPr txBox="1"/>
          <p:nvPr/>
        </p:nvSpPr>
        <p:spPr>
          <a:xfrm>
            <a:off x="6714071" y="721216"/>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12" name="TextBox 11">
            <a:extLst>
              <a:ext uri="{FF2B5EF4-FFF2-40B4-BE49-F238E27FC236}">
                <a16:creationId xmlns:a16="http://schemas.microsoft.com/office/drawing/2014/main" id="{5FB29686-7772-687F-8BE8-B4FFB4B7DD75}"/>
              </a:ext>
            </a:extLst>
          </p:cNvPr>
          <p:cNvSpPr txBox="1"/>
          <p:nvPr/>
        </p:nvSpPr>
        <p:spPr>
          <a:xfrm>
            <a:off x="7213604" y="721216"/>
            <a:ext cx="462845" cy="584775"/>
          </a:xfrm>
          <a:prstGeom prst="rect">
            <a:avLst/>
          </a:prstGeom>
          <a:solidFill>
            <a:srgbClr val="FF0000">
              <a:alpha val="30000"/>
            </a:srgbClr>
          </a:solidFill>
        </p:spPr>
        <p:txBody>
          <a:bodyPr wrap="square" rtlCol="0">
            <a:spAutoFit/>
          </a:bodyPr>
          <a:lstStyle/>
          <a:p>
            <a:pPr algn="ctr"/>
            <a:r>
              <a:rPr lang="en-US" sz="3200" dirty="0"/>
              <a:t>3</a:t>
            </a:r>
          </a:p>
        </p:txBody>
      </p:sp>
      <p:sp>
        <p:nvSpPr>
          <p:cNvPr id="13" name="TextBox 12">
            <a:extLst>
              <a:ext uri="{FF2B5EF4-FFF2-40B4-BE49-F238E27FC236}">
                <a16:creationId xmlns:a16="http://schemas.microsoft.com/office/drawing/2014/main" id="{6EB50156-D41D-EF8A-84A9-BF05D051F316}"/>
              </a:ext>
            </a:extLst>
          </p:cNvPr>
          <p:cNvSpPr txBox="1"/>
          <p:nvPr/>
        </p:nvSpPr>
        <p:spPr>
          <a:xfrm>
            <a:off x="4216401" y="1727886"/>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14" name="TextBox 13">
            <a:extLst>
              <a:ext uri="{FF2B5EF4-FFF2-40B4-BE49-F238E27FC236}">
                <a16:creationId xmlns:a16="http://schemas.microsoft.com/office/drawing/2014/main" id="{3C4DEC65-5DA7-B2C6-E795-5F45C7814500}"/>
              </a:ext>
            </a:extLst>
          </p:cNvPr>
          <p:cNvSpPr txBox="1"/>
          <p:nvPr/>
        </p:nvSpPr>
        <p:spPr>
          <a:xfrm>
            <a:off x="5215469" y="1727886"/>
            <a:ext cx="462845" cy="584775"/>
          </a:xfrm>
          <a:prstGeom prst="rect">
            <a:avLst/>
          </a:prstGeom>
          <a:solidFill>
            <a:srgbClr val="00B050">
              <a:alpha val="40000"/>
            </a:srgbClr>
          </a:solidFill>
        </p:spPr>
        <p:txBody>
          <a:bodyPr wrap="square" rtlCol="0">
            <a:spAutoFit/>
          </a:bodyPr>
          <a:lstStyle/>
          <a:p>
            <a:pPr algn="ctr"/>
            <a:r>
              <a:rPr lang="en-US" sz="3200" dirty="0"/>
              <a:t>9</a:t>
            </a:r>
          </a:p>
        </p:txBody>
      </p:sp>
      <p:sp>
        <p:nvSpPr>
          <p:cNvPr id="15" name="TextBox 14">
            <a:extLst>
              <a:ext uri="{FF2B5EF4-FFF2-40B4-BE49-F238E27FC236}">
                <a16:creationId xmlns:a16="http://schemas.microsoft.com/office/drawing/2014/main" id="{DB000673-AFE5-1865-C7C3-947FED6AEBBD}"/>
              </a:ext>
            </a:extLst>
          </p:cNvPr>
          <p:cNvSpPr txBox="1"/>
          <p:nvPr/>
        </p:nvSpPr>
        <p:spPr>
          <a:xfrm>
            <a:off x="6214537" y="1727886"/>
            <a:ext cx="462845" cy="584775"/>
          </a:xfrm>
          <a:prstGeom prst="rect">
            <a:avLst/>
          </a:prstGeom>
          <a:solidFill>
            <a:srgbClr val="00B0F0">
              <a:alpha val="30000"/>
            </a:srgbClr>
          </a:solidFill>
        </p:spPr>
        <p:txBody>
          <a:bodyPr wrap="square" rtlCol="0">
            <a:spAutoFit/>
          </a:bodyPr>
          <a:lstStyle/>
          <a:p>
            <a:pPr algn="ctr"/>
            <a:r>
              <a:rPr lang="en-US" sz="3200" dirty="0"/>
              <a:t>8</a:t>
            </a:r>
          </a:p>
        </p:txBody>
      </p:sp>
      <p:sp>
        <p:nvSpPr>
          <p:cNvPr id="16" name="TextBox 15">
            <a:extLst>
              <a:ext uri="{FF2B5EF4-FFF2-40B4-BE49-F238E27FC236}">
                <a16:creationId xmlns:a16="http://schemas.microsoft.com/office/drawing/2014/main" id="{C9205742-D5B3-CDBD-2176-97512AB57FD7}"/>
              </a:ext>
            </a:extLst>
          </p:cNvPr>
          <p:cNvSpPr txBox="1"/>
          <p:nvPr/>
        </p:nvSpPr>
        <p:spPr>
          <a:xfrm>
            <a:off x="6714071" y="1727886"/>
            <a:ext cx="462845" cy="584775"/>
          </a:xfrm>
          <a:prstGeom prst="rect">
            <a:avLst/>
          </a:prstGeom>
          <a:solidFill>
            <a:srgbClr val="0070C0">
              <a:alpha val="40000"/>
            </a:srgbClr>
          </a:solidFill>
        </p:spPr>
        <p:txBody>
          <a:bodyPr wrap="square" rtlCol="0">
            <a:spAutoFit/>
          </a:bodyPr>
          <a:lstStyle/>
          <a:p>
            <a:pPr algn="ctr"/>
            <a:r>
              <a:rPr lang="en-US" sz="3200" dirty="0"/>
              <a:t>6</a:t>
            </a:r>
          </a:p>
        </p:txBody>
      </p:sp>
      <p:sp>
        <p:nvSpPr>
          <p:cNvPr id="17" name="TextBox 16">
            <a:extLst>
              <a:ext uri="{FF2B5EF4-FFF2-40B4-BE49-F238E27FC236}">
                <a16:creationId xmlns:a16="http://schemas.microsoft.com/office/drawing/2014/main" id="{F3F4DA2F-D3EC-2D12-5CB6-BD1D2B1F2CC0}"/>
              </a:ext>
            </a:extLst>
          </p:cNvPr>
          <p:cNvSpPr txBox="1"/>
          <p:nvPr/>
        </p:nvSpPr>
        <p:spPr>
          <a:xfrm>
            <a:off x="3716867" y="223122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18" name="TextBox 17">
            <a:extLst>
              <a:ext uri="{FF2B5EF4-FFF2-40B4-BE49-F238E27FC236}">
                <a16:creationId xmlns:a16="http://schemas.microsoft.com/office/drawing/2014/main" id="{F710ED4C-9F8A-AE0C-7D17-17C214EDD69D}"/>
              </a:ext>
            </a:extLst>
          </p:cNvPr>
          <p:cNvSpPr txBox="1"/>
          <p:nvPr/>
        </p:nvSpPr>
        <p:spPr>
          <a:xfrm>
            <a:off x="5215469" y="2231221"/>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19" name="TextBox 18">
            <a:extLst>
              <a:ext uri="{FF2B5EF4-FFF2-40B4-BE49-F238E27FC236}">
                <a16:creationId xmlns:a16="http://schemas.microsoft.com/office/drawing/2014/main" id="{5B12544B-66D9-97FE-EBE7-1FBCBD4C4511}"/>
              </a:ext>
            </a:extLst>
          </p:cNvPr>
          <p:cNvSpPr txBox="1"/>
          <p:nvPr/>
        </p:nvSpPr>
        <p:spPr>
          <a:xfrm>
            <a:off x="5715003" y="2231221"/>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20" name="TextBox 19">
            <a:extLst>
              <a:ext uri="{FF2B5EF4-FFF2-40B4-BE49-F238E27FC236}">
                <a16:creationId xmlns:a16="http://schemas.microsoft.com/office/drawing/2014/main" id="{58436CEE-F2AE-C622-DC67-854C75C1B9A1}"/>
              </a:ext>
            </a:extLst>
          </p:cNvPr>
          <p:cNvSpPr txBox="1"/>
          <p:nvPr/>
        </p:nvSpPr>
        <p:spPr>
          <a:xfrm>
            <a:off x="6214537" y="2231221"/>
            <a:ext cx="462845" cy="584775"/>
          </a:xfrm>
          <a:prstGeom prst="rect">
            <a:avLst/>
          </a:prstGeom>
          <a:solidFill>
            <a:srgbClr val="FF0000">
              <a:alpha val="30000"/>
            </a:srgbClr>
          </a:solidFill>
        </p:spPr>
        <p:txBody>
          <a:bodyPr wrap="square" rtlCol="0">
            <a:spAutoFit/>
          </a:bodyPr>
          <a:lstStyle/>
          <a:p>
            <a:pPr algn="ctr"/>
            <a:r>
              <a:rPr lang="en-US" sz="3200" dirty="0"/>
              <a:t>4</a:t>
            </a:r>
          </a:p>
        </p:txBody>
      </p:sp>
      <p:sp>
        <p:nvSpPr>
          <p:cNvPr id="21" name="TextBox 20">
            <a:extLst>
              <a:ext uri="{FF2B5EF4-FFF2-40B4-BE49-F238E27FC236}">
                <a16:creationId xmlns:a16="http://schemas.microsoft.com/office/drawing/2014/main" id="{561F689E-7F95-38FB-3608-160206DC25E3}"/>
              </a:ext>
            </a:extLst>
          </p:cNvPr>
          <p:cNvSpPr txBox="1"/>
          <p:nvPr/>
        </p:nvSpPr>
        <p:spPr>
          <a:xfrm>
            <a:off x="6714071" y="223122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2" name="TextBox 21">
            <a:extLst>
              <a:ext uri="{FF2B5EF4-FFF2-40B4-BE49-F238E27FC236}">
                <a16:creationId xmlns:a16="http://schemas.microsoft.com/office/drawing/2014/main" id="{0808DA83-07ED-A8D9-85D8-1622D6C5C7BD}"/>
              </a:ext>
            </a:extLst>
          </p:cNvPr>
          <p:cNvSpPr txBox="1"/>
          <p:nvPr/>
        </p:nvSpPr>
        <p:spPr>
          <a:xfrm>
            <a:off x="4216401" y="2734556"/>
            <a:ext cx="462845" cy="584775"/>
          </a:xfrm>
          <a:prstGeom prst="rect">
            <a:avLst/>
          </a:prstGeom>
          <a:solidFill>
            <a:srgbClr val="FF0000">
              <a:alpha val="30000"/>
            </a:srgbClr>
          </a:solidFill>
        </p:spPr>
        <p:txBody>
          <a:bodyPr wrap="square" rtlCol="0">
            <a:spAutoFit/>
          </a:bodyPr>
          <a:lstStyle/>
          <a:p>
            <a:pPr algn="ctr"/>
            <a:r>
              <a:rPr lang="en-US" sz="3200" dirty="0"/>
              <a:t>4</a:t>
            </a:r>
          </a:p>
        </p:txBody>
      </p:sp>
      <p:sp>
        <p:nvSpPr>
          <p:cNvPr id="23" name="TextBox 22">
            <a:extLst>
              <a:ext uri="{FF2B5EF4-FFF2-40B4-BE49-F238E27FC236}">
                <a16:creationId xmlns:a16="http://schemas.microsoft.com/office/drawing/2014/main" id="{D5E78E6A-72CD-B825-0D2C-701A2346A110}"/>
              </a:ext>
            </a:extLst>
          </p:cNvPr>
          <p:cNvSpPr txBox="1"/>
          <p:nvPr/>
        </p:nvSpPr>
        <p:spPr>
          <a:xfrm>
            <a:off x="5215469" y="2734556"/>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4" name="TextBox 23">
            <a:extLst>
              <a:ext uri="{FF2B5EF4-FFF2-40B4-BE49-F238E27FC236}">
                <a16:creationId xmlns:a16="http://schemas.microsoft.com/office/drawing/2014/main" id="{562682F2-0506-11BA-793E-E46EB799901B}"/>
              </a:ext>
            </a:extLst>
          </p:cNvPr>
          <p:cNvSpPr txBox="1"/>
          <p:nvPr/>
        </p:nvSpPr>
        <p:spPr>
          <a:xfrm>
            <a:off x="6714071" y="2734556"/>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25" name="TextBox 24">
            <a:extLst>
              <a:ext uri="{FF2B5EF4-FFF2-40B4-BE49-F238E27FC236}">
                <a16:creationId xmlns:a16="http://schemas.microsoft.com/office/drawing/2014/main" id="{FA4004E2-7DD8-02B0-53F9-8197E0528C4C}"/>
              </a:ext>
            </a:extLst>
          </p:cNvPr>
          <p:cNvSpPr txBox="1"/>
          <p:nvPr/>
        </p:nvSpPr>
        <p:spPr>
          <a:xfrm>
            <a:off x="3716867" y="323789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6" name="TextBox 25">
            <a:extLst>
              <a:ext uri="{FF2B5EF4-FFF2-40B4-BE49-F238E27FC236}">
                <a16:creationId xmlns:a16="http://schemas.microsoft.com/office/drawing/2014/main" id="{6DB295F4-A80E-30A4-BE67-492E842124C1}"/>
              </a:ext>
            </a:extLst>
          </p:cNvPr>
          <p:cNvSpPr txBox="1"/>
          <p:nvPr/>
        </p:nvSpPr>
        <p:spPr>
          <a:xfrm>
            <a:off x="4715935" y="323789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27" name="TextBox 26">
            <a:extLst>
              <a:ext uri="{FF2B5EF4-FFF2-40B4-BE49-F238E27FC236}">
                <a16:creationId xmlns:a16="http://schemas.microsoft.com/office/drawing/2014/main" id="{8F05B09C-2C8E-D4E1-578A-C79765A62C13}"/>
              </a:ext>
            </a:extLst>
          </p:cNvPr>
          <p:cNvSpPr txBox="1"/>
          <p:nvPr/>
        </p:nvSpPr>
        <p:spPr>
          <a:xfrm>
            <a:off x="5215469" y="323789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28" name="TextBox 27">
            <a:extLst>
              <a:ext uri="{FF2B5EF4-FFF2-40B4-BE49-F238E27FC236}">
                <a16:creationId xmlns:a16="http://schemas.microsoft.com/office/drawing/2014/main" id="{AF2AC903-3D8D-3FBF-DA90-F857690AE559}"/>
              </a:ext>
            </a:extLst>
          </p:cNvPr>
          <p:cNvSpPr txBox="1"/>
          <p:nvPr/>
        </p:nvSpPr>
        <p:spPr>
          <a:xfrm>
            <a:off x="7213604" y="3237891"/>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29" name="TextBox 28">
            <a:extLst>
              <a:ext uri="{FF2B5EF4-FFF2-40B4-BE49-F238E27FC236}">
                <a16:creationId xmlns:a16="http://schemas.microsoft.com/office/drawing/2014/main" id="{ABFF5FEB-863B-BAEF-064D-F22A3A403F34}"/>
              </a:ext>
            </a:extLst>
          </p:cNvPr>
          <p:cNvSpPr txBox="1"/>
          <p:nvPr/>
        </p:nvSpPr>
        <p:spPr>
          <a:xfrm>
            <a:off x="3217333" y="3741226"/>
            <a:ext cx="462845" cy="584775"/>
          </a:xfrm>
          <a:prstGeom prst="rect">
            <a:avLst/>
          </a:prstGeom>
          <a:solidFill>
            <a:srgbClr val="00B0F0">
              <a:alpha val="30000"/>
            </a:srgbClr>
          </a:solidFill>
        </p:spPr>
        <p:txBody>
          <a:bodyPr wrap="square" rtlCol="0">
            <a:spAutoFit/>
          </a:bodyPr>
          <a:lstStyle/>
          <a:p>
            <a:pPr algn="ctr"/>
            <a:r>
              <a:rPr lang="en-US" sz="3200" dirty="0"/>
              <a:t>8</a:t>
            </a:r>
          </a:p>
        </p:txBody>
      </p:sp>
      <p:sp>
        <p:nvSpPr>
          <p:cNvPr id="30" name="TextBox 29">
            <a:extLst>
              <a:ext uri="{FF2B5EF4-FFF2-40B4-BE49-F238E27FC236}">
                <a16:creationId xmlns:a16="http://schemas.microsoft.com/office/drawing/2014/main" id="{28A81FD8-5244-F90D-FE19-42C8B23114DA}"/>
              </a:ext>
            </a:extLst>
          </p:cNvPr>
          <p:cNvSpPr txBox="1"/>
          <p:nvPr/>
        </p:nvSpPr>
        <p:spPr>
          <a:xfrm>
            <a:off x="3716867" y="3741226"/>
            <a:ext cx="462845" cy="584775"/>
          </a:xfrm>
          <a:prstGeom prst="rect">
            <a:avLst/>
          </a:prstGeom>
          <a:solidFill>
            <a:srgbClr val="0070C0">
              <a:alpha val="40000"/>
            </a:srgbClr>
          </a:solidFill>
        </p:spPr>
        <p:txBody>
          <a:bodyPr wrap="square" rtlCol="0">
            <a:spAutoFit/>
          </a:bodyPr>
          <a:lstStyle/>
          <a:p>
            <a:pPr algn="ctr"/>
            <a:r>
              <a:rPr lang="en-US" sz="3200" dirty="0"/>
              <a:t>6</a:t>
            </a:r>
          </a:p>
        </p:txBody>
      </p:sp>
      <p:sp>
        <p:nvSpPr>
          <p:cNvPr id="31" name="TextBox 30">
            <a:extLst>
              <a:ext uri="{FF2B5EF4-FFF2-40B4-BE49-F238E27FC236}">
                <a16:creationId xmlns:a16="http://schemas.microsoft.com/office/drawing/2014/main" id="{E3A5853E-2C3C-3E8A-02BA-4C2923B701AE}"/>
              </a:ext>
            </a:extLst>
          </p:cNvPr>
          <p:cNvSpPr txBox="1"/>
          <p:nvPr/>
        </p:nvSpPr>
        <p:spPr>
          <a:xfrm>
            <a:off x="5715003" y="3741226"/>
            <a:ext cx="462845" cy="584775"/>
          </a:xfrm>
          <a:prstGeom prst="rect">
            <a:avLst/>
          </a:prstGeom>
          <a:solidFill>
            <a:srgbClr val="FFFF00">
              <a:alpha val="30000"/>
            </a:srgbClr>
          </a:solidFill>
        </p:spPr>
        <p:txBody>
          <a:bodyPr wrap="square" rtlCol="0">
            <a:spAutoFit/>
          </a:bodyPr>
          <a:lstStyle/>
          <a:p>
            <a:pPr algn="ctr"/>
            <a:r>
              <a:rPr lang="en-US" sz="3200" dirty="0"/>
              <a:t>9</a:t>
            </a:r>
          </a:p>
        </p:txBody>
      </p:sp>
      <p:sp>
        <p:nvSpPr>
          <p:cNvPr id="32" name="TextBox 31">
            <a:extLst>
              <a:ext uri="{FF2B5EF4-FFF2-40B4-BE49-F238E27FC236}">
                <a16:creationId xmlns:a16="http://schemas.microsoft.com/office/drawing/2014/main" id="{A7B6A3C6-A6FD-3E26-AED5-9308FFB3615F}"/>
              </a:ext>
            </a:extLst>
          </p:cNvPr>
          <p:cNvSpPr txBox="1"/>
          <p:nvPr/>
        </p:nvSpPr>
        <p:spPr>
          <a:xfrm>
            <a:off x="6214537" y="3741226"/>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33" name="TextBox 32">
            <a:extLst>
              <a:ext uri="{FF2B5EF4-FFF2-40B4-BE49-F238E27FC236}">
                <a16:creationId xmlns:a16="http://schemas.microsoft.com/office/drawing/2014/main" id="{949D5362-3EBD-0E0C-6CD4-8914E4B68AF9}"/>
              </a:ext>
            </a:extLst>
          </p:cNvPr>
          <p:cNvSpPr txBox="1"/>
          <p:nvPr/>
        </p:nvSpPr>
        <p:spPr>
          <a:xfrm>
            <a:off x="6714071" y="374122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34" name="TextBox 33">
            <a:extLst>
              <a:ext uri="{FF2B5EF4-FFF2-40B4-BE49-F238E27FC236}">
                <a16:creationId xmlns:a16="http://schemas.microsoft.com/office/drawing/2014/main" id="{E3E389A8-94E5-19E4-F77D-B95F0ECF43CF}"/>
              </a:ext>
            </a:extLst>
          </p:cNvPr>
          <p:cNvSpPr txBox="1"/>
          <p:nvPr/>
        </p:nvSpPr>
        <p:spPr>
          <a:xfrm>
            <a:off x="7213604" y="3741226"/>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35" name="TextBox 34">
            <a:extLst>
              <a:ext uri="{FF2B5EF4-FFF2-40B4-BE49-F238E27FC236}">
                <a16:creationId xmlns:a16="http://schemas.microsoft.com/office/drawing/2014/main" id="{3C1DD8A4-7863-2029-4143-FA9C0949844D}"/>
              </a:ext>
            </a:extLst>
          </p:cNvPr>
          <p:cNvSpPr txBox="1"/>
          <p:nvPr/>
        </p:nvSpPr>
        <p:spPr>
          <a:xfrm>
            <a:off x="3217333" y="424456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36" name="TextBox 35">
            <a:extLst>
              <a:ext uri="{FF2B5EF4-FFF2-40B4-BE49-F238E27FC236}">
                <a16:creationId xmlns:a16="http://schemas.microsoft.com/office/drawing/2014/main" id="{70A62BE2-3D8A-1D38-D9A1-81BE1C5DA93F}"/>
              </a:ext>
            </a:extLst>
          </p:cNvPr>
          <p:cNvSpPr txBox="1"/>
          <p:nvPr/>
        </p:nvSpPr>
        <p:spPr>
          <a:xfrm>
            <a:off x="4216401" y="4244561"/>
            <a:ext cx="462845" cy="584775"/>
          </a:xfrm>
          <a:prstGeom prst="rect">
            <a:avLst/>
          </a:prstGeom>
          <a:solidFill>
            <a:srgbClr val="FF0000">
              <a:alpha val="30000"/>
            </a:srgbClr>
          </a:solidFill>
        </p:spPr>
        <p:txBody>
          <a:bodyPr wrap="square" rtlCol="0">
            <a:spAutoFit/>
          </a:bodyPr>
          <a:lstStyle/>
          <a:p>
            <a:pPr algn="ctr"/>
            <a:r>
              <a:rPr lang="en-US" sz="3200" dirty="0"/>
              <a:t>3</a:t>
            </a:r>
          </a:p>
        </p:txBody>
      </p:sp>
      <p:sp>
        <p:nvSpPr>
          <p:cNvPr id="37" name="TextBox 36">
            <a:extLst>
              <a:ext uri="{FF2B5EF4-FFF2-40B4-BE49-F238E27FC236}">
                <a16:creationId xmlns:a16="http://schemas.microsoft.com/office/drawing/2014/main" id="{66C08180-0176-E59F-F5BF-BA45BBDD6C5E}"/>
              </a:ext>
            </a:extLst>
          </p:cNvPr>
          <p:cNvSpPr txBox="1"/>
          <p:nvPr/>
        </p:nvSpPr>
        <p:spPr>
          <a:xfrm>
            <a:off x="5715003" y="424456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38" name="TextBox 37">
            <a:extLst>
              <a:ext uri="{FF2B5EF4-FFF2-40B4-BE49-F238E27FC236}">
                <a16:creationId xmlns:a16="http://schemas.microsoft.com/office/drawing/2014/main" id="{6055F98B-D83F-1994-FC32-D3D684474863}"/>
              </a:ext>
            </a:extLst>
          </p:cNvPr>
          <p:cNvSpPr txBox="1"/>
          <p:nvPr/>
        </p:nvSpPr>
        <p:spPr>
          <a:xfrm>
            <a:off x="6214537" y="424456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39" name="TextBox 38">
            <a:extLst>
              <a:ext uri="{FF2B5EF4-FFF2-40B4-BE49-F238E27FC236}">
                <a16:creationId xmlns:a16="http://schemas.microsoft.com/office/drawing/2014/main" id="{21EF60DC-AB88-B2D3-2447-1C8008709D91}"/>
              </a:ext>
            </a:extLst>
          </p:cNvPr>
          <p:cNvSpPr txBox="1"/>
          <p:nvPr/>
        </p:nvSpPr>
        <p:spPr>
          <a:xfrm>
            <a:off x="6714071" y="4244561"/>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40" name="TextBox 39">
            <a:extLst>
              <a:ext uri="{FF2B5EF4-FFF2-40B4-BE49-F238E27FC236}">
                <a16:creationId xmlns:a16="http://schemas.microsoft.com/office/drawing/2014/main" id="{D14EC9FA-E32B-AF32-EC6F-9485740CC4B0}"/>
              </a:ext>
            </a:extLst>
          </p:cNvPr>
          <p:cNvSpPr txBox="1"/>
          <p:nvPr/>
        </p:nvSpPr>
        <p:spPr>
          <a:xfrm>
            <a:off x="7213604" y="4244561"/>
            <a:ext cx="462845" cy="584775"/>
          </a:xfrm>
          <a:prstGeom prst="rect">
            <a:avLst/>
          </a:prstGeom>
          <a:solidFill>
            <a:srgbClr val="00B050">
              <a:alpha val="40000"/>
            </a:srgbClr>
          </a:solidFill>
        </p:spPr>
        <p:txBody>
          <a:bodyPr wrap="square" rtlCol="0">
            <a:spAutoFit/>
          </a:bodyPr>
          <a:lstStyle/>
          <a:p>
            <a:pPr algn="ctr"/>
            <a:r>
              <a:rPr lang="en-US" sz="3200" dirty="0"/>
              <a:t>9</a:t>
            </a:r>
          </a:p>
        </p:txBody>
      </p:sp>
      <p:sp>
        <p:nvSpPr>
          <p:cNvPr id="41" name="TextBox 40">
            <a:extLst>
              <a:ext uri="{FF2B5EF4-FFF2-40B4-BE49-F238E27FC236}">
                <a16:creationId xmlns:a16="http://schemas.microsoft.com/office/drawing/2014/main" id="{3B2E76D6-3B17-D880-A625-E7C00B8B6709}"/>
              </a:ext>
            </a:extLst>
          </p:cNvPr>
          <p:cNvSpPr txBox="1"/>
          <p:nvPr/>
        </p:nvSpPr>
        <p:spPr>
          <a:xfrm>
            <a:off x="3217333" y="4747898"/>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42" name="TextBox 41">
            <a:extLst>
              <a:ext uri="{FF2B5EF4-FFF2-40B4-BE49-F238E27FC236}">
                <a16:creationId xmlns:a16="http://schemas.microsoft.com/office/drawing/2014/main" id="{AECEFEBC-EAFF-815C-5EE7-BD76C561CB49}"/>
              </a:ext>
            </a:extLst>
          </p:cNvPr>
          <p:cNvSpPr txBox="1"/>
          <p:nvPr/>
        </p:nvSpPr>
        <p:spPr>
          <a:xfrm>
            <a:off x="3716867" y="4747898"/>
            <a:ext cx="462845" cy="584775"/>
          </a:xfrm>
          <a:prstGeom prst="rect">
            <a:avLst/>
          </a:prstGeom>
          <a:solidFill>
            <a:srgbClr val="FFFF00">
              <a:alpha val="30000"/>
            </a:srgbClr>
          </a:solidFill>
        </p:spPr>
        <p:txBody>
          <a:bodyPr wrap="square" rtlCol="0">
            <a:spAutoFit/>
          </a:bodyPr>
          <a:lstStyle/>
          <a:p>
            <a:pPr algn="ctr"/>
            <a:r>
              <a:rPr lang="en-US" sz="3200" dirty="0"/>
              <a:t>9</a:t>
            </a:r>
          </a:p>
        </p:txBody>
      </p:sp>
      <p:sp>
        <p:nvSpPr>
          <p:cNvPr id="43" name="TextBox 42">
            <a:extLst>
              <a:ext uri="{FF2B5EF4-FFF2-40B4-BE49-F238E27FC236}">
                <a16:creationId xmlns:a16="http://schemas.microsoft.com/office/drawing/2014/main" id="{B3F4CFEC-FEF4-2839-C9C0-720496C81172}"/>
              </a:ext>
            </a:extLst>
          </p:cNvPr>
          <p:cNvSpPr txBox="1"/>
          <p:nvPr/>
        </p:nvSpPr>
        <p:spPr>
          <a:xfrm>
            <a:off x="4216401" y="4747898"/>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44" name="TextBox 43">
            <a:extLst>
              <a:ext uri="{FF2B5EF4-FFF2-40B4-BE49-F238E27FC236}">
                <a16:creationId xmlns:a16="http://schemas.microsoft.com/office/drawing/2014/main" id="{92842872-79C4-0640-AADD-11B86E62D196}"/>
              </a:ext>
            </a:extLst>
          </p:cNvPr>
          <p:cNvSpPr txBox="1"/>
          <p:nvPr/>
        </p:nvSpPr>
        <p:spPr>
          <a:xfrm>
            <a:off x="7157158" y="1522145"/>
            <a:ext cx="570089" cy="230832"/>
          </a:xfrm>
          <a:prstGeom prst="rect">
            <a:avLst/>
          </a:prstGeom>
          <a:noFill/>
        </p:spPr>
        <p:txBody>
          <a:bodyPr wrap="square" rtlCol="0">
            <a:spAutoFit/>
          </a:bodyPr>
          <a:lstStyle/>
          <a:p>
            <a:pPr algn="ctr"/>
            <a:r>
              <a:rPr lang="en-US" sz="900" dirty="0"/>
              <a:t>57</a:t>
            </a:r>
          </a:p>
        </p:txBody>
      </p:sp>
      <p:sp>
        <p:nvSpPr>
          <p:cNvPr id="45" name="TextBox 44">
            <a:extLst>
              <a:ext uri="{FF2B5EF4-FFF2-40B4-BE49-F238E27FC236}">
                <a16:creationId xmlns:a16="http://schemas.microsoft.com/office/drawing/2014/main" id="{0EA6E6AA-D21D-A2E7-60F5-F9B7ED280B93}"/>
              </a:ext>
            </a:extLst>
          </p:cNvPr>
          <p:cNvSpPr txBox="1"/>
          <p:nvPr/>
        </p:nvSpPr>
        <p:spPr>
          <a:xfrm>
            <a:off x="4143022" y="5028752"/>
            <a:ext cx="570089" cy="230832"/>
          </a:xfrm>
          <a:prstGeom prst="rect">
            <a:avLst/>
          </a:prstGeom>
          <a:noFill/>
        </p:spPr>
        <p:txBody>
          <a:bodyPr wrap="square" rtlCol="0">
            <a:spAutoFit/>
          </a:bodyPr>
          <a:lstStyle/>
          <a:p>
            <a:pPr algn="ctr"/>
            <a:r>
              <a:rPr lang="en-US" sz="900" dirty="0"/>
              <a:t>57</a:t>
            </a:r>
          </a:p>
        </p:txBody>
      </p:sp>
      <p:sp>
        <p:nvSpPr>
          <p:cNvPr id="50" name="TextBox 49">
            <a:extLst>
              <a:ext uri="{FF2B5EF4-FFF2-40B4-BE49-F238E27FC236}">
                <a16:creationId xmlns:a16="http://schemas.microsoft.com/office/drawing/2014/main" id="{EC60DCC7-CBCC-0489-704A-A3EC5F8A1D10}"/>
              </a:ext>
            </a:extLst>
          </p:cNvPr>
          <p:cNvSpPr txBox="1"/>
          <p:nvPr/>
        </p:nvSpPr>
        <p:spPr>
          <a:xfrm>
            <a:off x="6152446" y="1402877"/>
            <a:ext cx="570089" cy="230832"/>
          </a:xfrm>
          <a:prstGeom prst="rect">
            <a:avLst/>
          </a:prstGeom>
          <a:noFill/>
        </p:spPr>
        <p:txBody>
          <a:bodyPr wrap="square" rtlCol="0">
            <a:spAutoFit/>
          </a:bodyPr>
          <a:lstStyle/>
          <a:p>
            <a:pPr algn="ctr"/>
            <a:r>
              <a:rPr lang="en-US" sz="900" dirty="0"/>
              <a:t>75</a:t>
            </a:r>
          </a:p>
        </p:txBody>
      </p:sp>
      <p:sp>
        <p:nvSpPr>
          <p:cNvPr id="51" name="TextBox 50">
            <a:extLst>
              <a:ext uri="{FF2B5EF4-FFF2-40B4-BE49-F238E27FC236}">
                <a16:creationId xmlns:a16="http://schemas.microsoft.com/office/drawing/2014/main" id="{EF48F893-3444-EB05-98AB-A98BD29601E5}"/>
              </a:ext>
            </a:extLst>
          </p:cNvPr>
          <p:cNvSpPr txBox="1"/>
          <p:nvPr/>
        </p:nvSpPr>
        <p:spPr>
          <a:xfrm>
            <a:off x="3138310" y="4408541"/>
            <a:ext cx="570089" cy="230832"/>
          </a:xfrm>
          <a:prstGeom prst="rect">
            <a:avLst/>
          </a:prstGeom>
          <a:noFill/>
        </p:spPr>
        <p:txBody>
          <a:bodyPr wrap="square" rtlCol="0">
            <a:spAutoFit/>
          </a:bodyPr>
          <a:lstStyle/>
          <a:p>
            <a:pPr algn="ctr"/>
            <a:r>
              <a:rPr lang="en-US" sz="900" dirty="0"/>
              <a:t>75</a:t>
            </a:r>
          </a:p>
        </p:txBody>
      </p:sp>
      <p:sp>
        <p:nvSpPr>
          <p:cNvPr id="52" name="TextBox 51">
            <a:extLst>
              <a:ext uri="{FF2B5EF4-FFF2-40B4-BE49-F238E27FC236}">
                <a16:creationId xmlns:a16="http://schemas.microsoft.com/office/drawing/2014/main" id="{678B215F-18B3-496E-E730-DB36EA4D5273}"/>
              </a:ext>
            </a:extLst>
          </p:cNvPr>
          <p:cNvSpPr txBox="1"/>
          <p:nvPr/>
        </p:nvSpPr>
        <p:spPr>
          <a:xfrm>
            <a:off x="3640666" y="3406653"/>
            <a:ext cx="570089" cy="230832"/>
          </a:xfrm>
          <a:prstGeom prst="rect">
            <a:avLst/>
          </a:prstGeom>
          <a:noFill/>
        </p:spPr>
        <p:txBody>
          <a:bodyPr wrap="square" rtlCol="0">
            <a:spAutoFit/>
          </a:bodyPr>
          <a:lstStyle/>
          <a:p>
            <a:pPr algn="ctr"/>
            <a:r>
              <a:rPr lang="en-US" sz="900" dirty="0"/>
              <a:t>2357</a:t>
            </a:r>
          </a:p>
        </p:txBody>
      </p:sp>
      <p:sp>
        <p:nvSpPr>
          <p:cNvPr id="57" name="TextBox 56">
            <a:extLst>
              <a:ext uri="{FF2B5EF4-FFF2-40B4-BE49-F238E27FC236}">
                <a16:creationId xmlns:a16="http://schemas.microsoft.com/office/drawing/2014/main" id="{518B640C-E953-46D3-1857-633F90ECBC40}"/>
              </a:ext>
            </a:extLst>
          </p:cNvPr>
          <p:cNvSpPr txBox="1"/>
          <p:nvPr/>
        </p:nvSpPr>
        <p:spPr>
          <a:xfrm>
            <a:off x="6654802" y="2524033"/>
            <a:ext cx="570089" cy="230832"/>
          </a:xfrm>
          <a:prstGeom prst="rect">
            <a:avLst/>
          </a:prstGeom>
          <a:noFill/>
        </p:spPr>
        <p:txBody>
          <a:bodyPr wrap="square" rtlCol="0">
            <a:spAutoFit/>
          </a:bodyPr>
          <a:lstStyle/>
          <a:p>
            <a:pPr algn="ctr"/>
            <a:r>
              <a:rPr lang="en-US" sz="900" dirty="0"/>
              <a:t>2357</a:t>
            </a:r>
          </a:p>
        </p:txBody>
      </p:sp>
      <p:sp>
        <p:nvSpPr>
          <p:cNvPr id="58" name="TextBox 57">
            <a:extLst>
              <a:ext uri="{FF2B5EF4-FFF2-40B4-BE49-F238E27FC236}">
                <a16:creationId xmlns:a16="http://schemas.microsoft.com/office/drawing/2014/main" id="{1ADC91C3-A831-1AF8-56C2-1AA08387FB10}"/>
              </a:ext>
            </a:extLst>
          </p:cNvPr>
          <p:cNvSpPr txBox="1"/>
          <p:nvPr/>
        </p:nvSpPr>
        <p:spPr>
          <a:xfrm>
            <a:off x="4143022" y="1903821"/>
            <a:ext cx="570089" cy="230832"/>
          </a:xfrm>
          <a:prstGeom prst="rect">
            <a:avLst/>
          </a:prstGeom>
          <a:noFill/>
        </p:spPr>
        <p:txBody>
          <a:bodyPr wrap="square" rtlCol="0">
            <a:spAutoFit/>
          </a:bodyPr>
          <a:lstStyle/>
          <a:p>
            <a:pPr algn="ctr"/>
            <a:r>
              <a:rPr lang="en-US" sz="900" dirty="0"/>
              <a:t>75</a:t>
            </a:r>
          </a:p>
        </p:txBody>
      </p:sp>
      <p:sp>
        <p:nvSpPr>
          <p:cNvPr id="59" name="TextBox 58">
            <a:extLst>
              <a:ext uri="{FF2B5EF4-FFF2-40B4-BE49-F238E27FC236}">
                <a16:creationId xmlns:a16="http://schemas.microsoft.com/office/drawing/2014/main" id="{EB3B1246-C0AC-80AF-2F37-8B4057B942BB}"/>
              </a:ext>
            </a:extLst>
          </p:cNvPr>
          <p:cNvSpPr txBox="1"/>
          <p:nvPr/>
        </p:nvSpPr>
        <p:spPr>
          <a:xfrm>
            <a:off x="3640666" y="2404765"/>
            <a:ext cx="570089" cy="230832"/>
          </a:xfrm>
          <a:prstGeom prst="rect">
            <a:avLst/>
          </a:prstGeom>
          <a:noFill/>
        </p:spPr>
        <p:txBody>
          <a:bodyPr wrap="square" rtlCol="0">
            <a:spAutoFit/>
          </a:bodyPr>
          <a:lstStyle/>
          <a:p>
            <a:pPr algn="ctr"/>
            <a:r>
              <a:rPr lang="en-US" sz="900" dirty="0"/>
              <a:t>2357</a:t>
            </a:r>
          </a:p>
        </p:txBody>
      </p:sp>
      <p:sp>
        <p:nvSpPr>
          <p:cNvPr id="62" name="TextBox 61">
            <a:extLst>
              <a:ext uri="{FF2B5EF4-FFF2-40B4-BE49-F238E27FC236}">
                <a16:creationId xmlns:a16="http://schemas.microsoft.com/office/drawing/2014/main" id="{6DC1E31F-FB77-9BAC-9ECC-7A942E493138}"/>
              </a:ext>
            </a:extLst>
          </p:cNvPr>
          <p:cNvSpPr txBox="1"/>
          <p:nvPr/>
        </p:nvSpPr>
        <p:spPr>
          <a:xfrm>
            <a:off x="6654802" y="2905709"/>
            <a:ext cx="570089" cy="230832"/>
          </a:xfrm>
          <a:prstGeom prst="rect">
            <a:avLst/>
          </a:prstGeom>
          <a:noFill/>
        </p:spPr>
        <p:txBody>
          <a:bodyPr wrap="square" rtlCol="0">
            <a:spAutoFit/>
          </a:bodyPr>
          <a:lstStyle/>
          <a:p>
            <a:pPr algn="ctr"/>
            <a:r>
              <a:rPr lang="en-US" sz="900" dirty="0"/>
              <a:t>2357</a:t>
            </a:r>
          </a:p>
        </p:txBody>
      </p:sp>
      <p:sp>
        <p:nvSpPr>
          <p:cNvPr id="63" name="TextBox 62">
            <a:extLst>
              <a:ext uri="{FF2B5EF4-FFF2-40B4-BE49-F238E27FC236}">
                <a16:creationId xmlns:a16="http://schemas.microsoft.com/office/drawing/2014/main" id="{A8FEC177-17F9-987F-48AC-8DD86E59E3FB}"/>
              </a:ext>
            </a:extLst>
          </p:cNvPr>
          <p:cNvSpPr txBox="1"/>
          <p:nvPr/>
        </p:nvSpPr>
        <p:spPr>
          <a:xfrm>
            <a:off x="7157158" y="3406653"/>
            <a:ext cx="570089" cy="230832"/>
          </a:xfrm>
          <a:prstGeom prst="rect">
            <a:avLst/>
          </a:prstGeom>
          <a:noFill/>
        </p:spPr>
        <p:txBody>
          <a:bodyPr wrap="square" rtlCol="0">
            <a:spAutoFit/>
          </a:bodyPr>
          <a:lstStyle/>
          <a:p>
            <a:pPr algn="ctr"/>
            <a:r>
              <a:rPr lang="en-US" sz="900" dirty="0"/>
              <a:t>75</a:t>
            </a:r>
          </a:p>
        </p:txBody>
      </p:sp>
      <p:sp>
        <p:nvSpPr>
          <p:cNvPr id="66" name="TextBox 65">
            <a:extLst>
              <a:ext uri="{FF2B5EF4-FFF2-40B4-BE49-F238E27FC236}">
                <a16:creationId xmlns:a16="http://schemas.microsoft.com/office/drawing/2014/main" id="{59E92246-5B19-C929-4BD3-67BF6D4FA47F}"/>
              </a:ext>
            </a:extLst>
          </p:cNvPr>
          <p:cNvSpPr txBox="1"/>
          <p:nvPr/>
        </p:nvSpPr>
        <p:spPr>
          <a:xfrm>
            <a:off x="5147734" y="2524033"/>
            <a:ext cx="570089" cy="230832"/>
          </a:xfrm>
          <a:prstGeom prst="rect">
            <a:avLst/>
          </a:prstGeom>
          <a:noFill/>
        </p:spPr>
        <p:txBody>
          <a:bodyPr wrap="square" rtlCol="0">
            <a:spAutoFit/>
          </a:bodyPr>
          <a:lstStyle/>
          <a:p>
            <a:pPr algn="ctr"/>
            <a:r>
              <a:rPr lang="en-US" sz="900" dirty="0"/>
              <a:t>257</a:t>
            </a:r>
          </a:p>
        </p:txBody>
      </p:sp>
      <p:sp>
        <p:nvSpPr>
          <p:cNvPr id="68" name="TextBox 67">
            <a:extLst>
              <a:ext uri="{FF2B5EF4-FFF2-40B4-BE49-F238E27FC236}">
                <a16:creationId xmlns:a16="http://schemas.microsoft.com/office/drawing/2014/main" id="{4BC66DB8-D408-B236-5AA4-D202A877DA0B}"/>
              </a:ext>
            </a:extLst>
          </p:cNvPr>
          <p:cNvSpPr txBox="1"/>
          <p:nvPr/>
        </p:nvSpPr>
        <p:spPr>
          <a:xfrm>
            <a:off x="6654802" y="4527809"/>
            <a:ext cx="570089" cy="230832"/>
          </a:xfrm>
          <a:prstGeom prst="rect">
            <a:avLst/>
          </a:prstGeom>
          <a:noFill/>
        </p:spPr>
        <p:txBody>
          <a:bodyPr wrap="square" rtlCol="0">
            <a:spAutoFit/>
          </a:bodyPr>
          <a:lstStyle/>
          <a:p>
            <a:pPr algn="ctr"/>
            <a:r>
              <a:rPr lang="en-US" sz="900" dirty="0"/>
              <a:t>257</a:t>
            </a:r>
          </a:p>
        </p:txBody>
      </p:sp>
      <p:sp>
        <p:nvSpPr>
          <p:cNvPr id="70" name="TextBox 69">
            <a:extLst>
              <a:ext uri="{FF2B5EF4-FFF2-40B4-BE49-F238E27FC236}">
                <a16:creationId xmlns:a16="http://schemas.microsoft.com/office/drawing/2014/main" id="{E04EAB20-8E7F-FD64-C538-8085E0502F52}"/>
              </a:ext>
            </a:extLst>
          </p:cNvPr>
          <p:cNvSpPr txBox="1"/>
          <p:nvPr/>
        </p:nvSpPr>
        <p:spPr>
          <a:xfrm>
            <a:off x="5650090" y="2285497"/>
            <a:ext cx="570089" cy="230832"/>
          </a:xfrm>
          <a:prstGeom prst="rect">
            <a:avLst/>
          </a:prstGeom>
          <a:noFill/>
        </p:spPr>
        <p:txBody>
          <a:bodyPr wrap="square" rtlCol="0">
            <a:spAutoFit/>
          </a:bodyPr>
          <a:lstStyle/>
          <a:p>
            <a:pPr algn="ctr"/>
            <a:r>
              <a:rPr lang="en-US" sz="900" dirty="0"/>
              <a:t>237</a:t>
            </a:r>
          </a:p>
        </p:txBody>
      </p:sp>
      <p:sp>
        <p:nvSpPr>
          <p:cNvPr id="71" name="TextBox 70">
            <a:extLst>
              <a:ext uri="{FF2B5EF4-FFF2-40B4-BE49-F238E27FC236}">
                <a16:creationId xmlns:a16="http://schemas.microsoft.com/office/drawing/2014/main" id="{544849FF-3C26-5D8A-6B4A-1FB6F9228D08}"/>
              </a:ext>
            </a:extLst>
          </p:cNvPr>
          <p:cNvSpPr txBox="1"/>
          <p:nvPr/>
        </p:nvSpPr>
        <p:spPr>
          <a:xfrm>
            <a:off x="5147734" y="2905709"/>
            <a:ext cx="570089" cy="230832"/>
          </a:xfrm>
          <a:prstGeom prst="rect">
            <a:avLst/>
          </a:prstGeom>
          <a:noFill/>
        </p:spPr>
        <p:txBody>
          <a:bodyPr wrap="square" rtlCol="0">
            <a:spAutoFit/>
          </a:bodyPr>
          <a:lstStyle/>
          <a:p>
            <a:pPr algn="ctr"/>
            <a:r>
              <a:rPr lang="en-US" sz="900" dirty="0"/>
              <a:t>2578</a:t>
            </a:r>
          </a:p>
        </p:txBody>
      </p:sp>
      <p:sp>
        <p:nvSpPr>
          <p:cNvPr id="72" name="TextBox 71">
            <a:extLst>
              <a:ext uri="{FF2B5EF4-FFF2-40B4-BE49-F238E27FC236}">
                <a16:creationId xmlns:a16="http://schemas.microsoft.com/office/drawing/2014/main" id="{E0E46D6A-B543-3907-0EF2-18918153432E}"/>
              </a:ext>
            </a:extLst>
          </p:cNvPr>
          <p:cNvSpPr txBox="1"/>
          <p:nvPr/>
        </p:nvSpPr>
        <p:spPr>
          <a:xfrm>
            <a:off x="4645378" y="3525921"/>
            <a:ext cx="570089" cy="230832"/>
          </a:xfrm>
          <a:prstGeom prst="rect">
            <a:avLst/>
          </a:prstGeom>
          <a:noFill/>
        </p:spPr>
        <p:txBody>
          <a:bodyPr wrap="square" rtlCol="0">
            <a:spAutoFit/>
          </a:bodyPr>
          <a:lstStyle/>
          <a:p>
            <a:pPr algn="ctr"/>
            <a:r>
              <a:rPr lang="en-US" sz="900" dirty="0"/>
              <a:t>268</a:t>
            </a:r>
          </a:p>
        </p:txBody>
      </p:sp>
      <p:sp>
        <p:nvSpPr>
          <p:cNvPr id="74" name="TextBox 73">
            <a:extLst>
              <a:ext uri="{FF2B5EF4-FFF2-40B4-BE49-F238E27FC236}">
                <a16:creationId xmlns:a16="http://schemas.microsoft.com/office/drawing/2014/main" id="{525D55AC-26FA-D027-7168-54A7738EC481}"/>
              </a:ext>
            </a:extLst>
          </p:cNvPr>
          <p:cNvSpPr txBox="1"/>
          <p:nvPr/>
        </p:nvSpPr>
        <p:spPr>
          <a:xfrm>
            <a:off x="6152446" y="4527809"/>
            <a:ext cx="570089" cy="230832"/>
          </a:xfrm>
          <a:prstGeom prst="rect">
            <a:avLst/>
          </a:prstGeom>
          <a:noFill/>
        </p:spPr>
        <p:txBody>
          <a:bodyPr wrap="square" rtlCol="0">
            <a:spAutoFit/>
          </a:bodyPr>
          <a:lstStyle/>
          <a:p>
            <a:pPr algn="ctr"/>
            <a:r>
              <a:rPr lang="en-US" sz="900" dirty="0"/>
              <a:t>2578</a:t>
            </a:r>
          </a:p>
        </p:txBody>
      </p:sp>
      <p:sp>
        <p:nvSpPr>
          <p:cNvPr id="75" name="TextBox 74">
            <a:extLst>
              <a:ext uri="{FF2B5EF4-FFF2-40B4-BE49-F238E27FC236}">
                <a16:creationId xmlns:a16="http://schemas.microsoft.com/office/drawing/2014/main" id="{E5A08ACD-B8F1-F133-4C0E-F8EA4F032611}"/>
              </a:ext>
            </a:extLst>
          </p:cNvPr>
          <p:cNvSpPr txBox="1"/>
          <p:nvPr/>
        </p:nvSpPr>
        <p:spPr>
          <a:xfrm>
            <a:off x="6654802" y="3788329"/>
            <a:ext cx="570089" cy="230832"/>
          </a:xfrm>
          <a:prstGeom prst="rect">
            <a:avLst/>
          </a:prstGeom>
          <a:noFill/>
        </p:spPr>
        <p:txBody>
          <a:bodyPr wrap="square" rtlCol="0">
            <a:spAutoFit/>
          </a:bodyPr>
          <a:lstStyle/>
          <a:p>
            <a:pPr algn="ctr"/>
            <a:r>
              <a:rPr lang="en-US" sz="900" dirty="0"/>
              <a:t>237</a:t>
            </a:r>
          </a:p>
        </p:txBody>
      </p:sp>
      <p:sp>
        <p:nvSpPr>
          <p:cNvPr id="76" name="TextBox 75">
            <a:extLst>
              <a:ext uri="{FF2B5EF4-FFF2-40B4-BE49-F238E27FC236}">
                <a16:creationId xmlns:a16="http://schemas.microsoft.com/office/drawing/2014/main" id="{2C413114-51C3-441D-1D89-930DBD7B802E}"/>
              </a:ext>
            </a:extLst>
          </p:cNvPr>
          <p:cNvSpPr txBox="1"/>
          <p:nvPr/>
        </p:nvSpPr>
        <p:spPr>
          <a:xfrm>
            <a:off x="5650090" y="4527809"/>
            <a:ext cx="570089" cy="230832"/>
          </a:xfrm>
          <a:prstGeom prst="rect">
            <a:avLst/>
          </a:prstGeom>
          <a:noFill/>
        </p:spPr>
        <p:txBody>
          <a:bodyPr wrap="square" rtlCol="0">
            <a:spAutoFit/>
          </a:bodyPr>
          <a:lstStyle/>
          <a:p>
            <a:pPr algn="ctr"/>
            <a:r>
              <a:rPr lang="en-US" sz="900" dirty="0"/>
              <a:t>268</a:t>
            </a:r>
          </a:p>
        </p:txBody>
      </p:sp>
      <p:sp>
        <p:nvSpPr>
          <p:cNvPr id="73" name="TextBox 72">
            <a:extLst>
              <a:ext uri="{FF2B5EF4-FFF2-40B4-BE49-F238E27FC236}">
                <a16:creationId xmlns:a16="http://schemas.microsoft.com/office/drawing/2014/main" id="{148FA3BC-3167-AA02-98E5-B87F8988114D}"/>
              </a:ext>
            </a:extLst>
          </p:cNvPr>
          <p:cNvSpPr txBox="1"/>
          <p:nvPr/>
        </p:nvSpPr>
        <p:spPr>
          <a:xfrm>
            <a:off x="5147734" y="3287385"/>
            <a:ext cx="570089" cy="230832"/>
          </a:xfrm>
          <a:prstGeom prst="rect">
            <a:avLst/>
          </a:prstGeom>
          <a:noFill/>
        </p:spPr>
        <p:txBody>
          <a:bodyPr wrap="square" rtlCol="0">
            <a:spAutoFit/>
          </a:bodyPr>
          <a:lstStyle/>
          <a:p>
            <a:pPr algn="ctr"/>
            <a:r>
              <a:rPr lang="en-US" sz="900" dirty="0"/>
              <a:t>23578</a:t>
            </a:r>
          </a:p>
        </p:txBody>
      </p:sp>
      <p:sp>
        <p:nvSpPr>
          <p:cNvPr id="78" name="TextBox 77">
            <a:extLst>
              <a:ext uri="{FF2B5EF4-FFF2-40B4-BE49-F238E27FC236}">
                <a16:creationId xmlns:a16="http://schemas.microsoft.com/office/drawing/2014/main" id="{684EFE16-2A84-20CA-48A6-3D3D42DF9D83}"/>
              </a:ext>
            </a:extLst>
          </p:cNvPr>
          <p:cNvSpPr txBox="1"/>
          <p:nvPr/>
        </p:nvSpPr>
        <p:spPr>
          <a:xfrm>
            <a:off x="6152446" y="3788329"/>
            <a:ext cx="570089" cy="230832"/>
          </a:xfrm>
          <a:prstGeom prst="rect">
            <a:avLst/>
          </a:prstGeom>
          <a:noFill/>
        </p:spPr>
        <p:txBody>
          <a:bodyPr wrap="square" rtlCol="0">
            <a:spAutoFit/>
          </a:bodyPr>
          <a:lstStyle/>
          <a:p>
            <a:pPr algn="ctr"/>
            <a:r>
              <a:rPr lang="en-US" sz="900" dirty="0"/>
              <a:t>23578</a:t>
            </a:r>
          </a:p>
        </p:txBody>
      </p:sp>
      <p:sp>
        <p:nvSpPr>
          <p:cNvPr id="79" name="TextBox 78">
            <a:extLst>
              <a:ext uri="{FF2B5EF4-FFF2-40B4-BE49-F238E27FC236}">
                <a16:creationId xmlns:a16="http://schemas.microsoft.com/office/drawing/2014/main" id="{7E7CBD37-0365-1264-1966-FDB5EA9E8976}"/>
              </a:ext>
            </a:extLst>
          </p:cNvPr>
          <p:cNvSpPr txBox="1"/>
          <p:nvPr/>
        </p:nvSpPr>
        <p:spPr>
          <a:xfrm>
            <a:off x="6214537" y="3237891"/>
            <a:ext cx="462845" cy="584775"/>
          </a:xfrm>
          <a:prstGeom prst="rect">
            <a:avLst/>
          </a:prstGeom>
          <a:noFill/>
        </p:spPr>
        <p:txBody>
          <a:bodyPr wrap="square" rtlCol="0">
            <a:spAutoFit/>
          </a:bodyPr>
          <a:lstStyle/>
          <a:p>
            <a:pPr algn="ctr"/>
            <a:r>
              <a:rPr lang="en-US" sz="3200" dirty="0"/>
              <a:t>9</a:t>
            </a:r>
          </a:p>
        </p:txBody>
      </p:sp>
      <p:sp>
        <p:nvSpPr>
          <p:cNvPr id="48" name="TextBox 47">
            <a:extLst>
              <a:ext uri="{FF2B5EF4-FFF2-40B4-BE49-F238E27FC236}">
                <a16:creationId xmlns:a16="http://schemas.microsoft.com/office/drawing/2014/main" id="{34AD7A19-04CC-A800-96DF-622F90AA426C}"/>
              </a:ext>
            </a:extLst>
          </p:cNvPr>
          <p:cNvSpPr txBox="1"/>
          <p:nvPr/>
        </p:nvSpPr>
        <p:spPr>
          <a:xfrm>
            <a:off x="3716867" y="1727886"/>
            <a:ext cx="462845" cy="584775"/>
          </a:xfrm>
          <a:prstGeom prst="rect">
            <a:avLst/>
          </a:prstGeom>
          <a:noFill/>
        </p:spPr>
        <p:txBody>
          <a:bodyPr wrap="square" rtlCol="0">
            <a:spAutoFit/>
          </a:bodyPr>
          <a:lstStyle/>
          <a:p>
            <a:pPr algn="ctr"/>
            <a:r>
              <a:rPr lang="en-US" sz="3200" dirty="0"/>
              <a:t>4</a:t>
            </a:r>
          </a:p>
        </p:txBody>
      </p:sp>
      <p:sp>
        <p:nvSpPr>
          <p:cNvPr id="49" name="TextBox 48">
            <a:extLst>
              <a:ext uri="{FF2B5EF4-FFF2-40B4-BE49-F238E27FC236}">
                <a16:creationId xmlns:a16="http://schemas.microsoft.com/office/drawing/2014/main" id="{73EFFD8D-128F-04B0-839B-C51A4945EC3F}"/>
              </a:ext>
            </a:extLst>
          </p:cNvPr>
          <p:cNvSpPr txBox="1"/>
          <p:nvPr/>
        </p:nvSpPr>
        <p:spPr>
          <a:xfrm>
            <a:off x="5715003" y="3237891"/>
            <a:ext cx="462845" cy="584775"/>
          </a:xfrm>
          <a:prstGeom prst="rect">
            <a:avLst/>
          </a:prstGeom>
          <a:noFill/>
        </p:spPr>
        <p:txBody>
          <a:bodyPr wrap="square" rtlCol="0">
            <a:spAutoFit/>
          </a:bodyPr>
          <a:lstStyle/>
          <a:p>
            <a:pPr algn="ctr"/>
            <a:r>
              <a:rPr lang="en-US" sz="3200" dirty="0"/>
              <a:t>4</a:t>
            </a:r>
          </a:p>
        </p:txBody>
      </p:sp>
      <p:sp>
        <p:nvSpPr>
          <p:cNvPr id="46" name="TextBox 45">
            <a:extLst>
              <a:ext uri="{FF2B5EF4-FFF2-40B4-BE49-F238E27FC236}">
                <a16:creationId xmlns:a16="http://schemas.microsoft.com/office/drawing/2014/main" id="{B821B195-7208-5412-1F79-A3D193583595}"/>
              </a:ext>
            </a:extLst>
          </p:cNvPr>
          <p:cNvSpPr txBox="1"/>
          <p:nvPr/>
        </p:nvSpPr>
        <p:spPr>
          <a:xfrm>
            <a:off x="3217333" y="721216"/>
            <a:ext cx="462845" cy="584775"/>
          </a:xfrm>
          <a:prstGeom prst="rect">
            <a:avLst/>
          </a:prstGeom>
          <a:noFill/>
        </p:spPr>
        <p:txBody>
          <a:bodyPr wrap="square" rtlCol="0">
            <a:spAutoFit/>
          </a:bodyPr>
          <a:lstStyle/>
          <a:p>
            <a:pPr algn="ctr"/>
            <a:r>
              <a:rPr lang="en-US" sz="3200" dirty="0"/>
              <a:t>9</a:t>
            </a:r>
          </a:p>
        </p:txBody>
      </p:sp>
      <p:sp>
        <p:nvSpPr>
          <p:cNvPr id="47" name="TextBox 46">
            <a:extLst>
              <a:ext uri="{FF2B5EF4-FFF2-40B4-BE49-F238E27FC236}">
                <a16:creationId xmlns:a16="http://schemas.microsoft.com/office/drawing/2014/main" id="{374FA709-E92C-88F1-9F34-60ECC2D4449C}"/>
              </a:ext>
            </a:extLst>
          </p:cNvPr>
          <p:cNvSpPr txBox="1"/>
          <p:nvPr/>
        </p:nvSpPr>
        <p:spPr>
          <a:xfrm>
            <a:off x="7213604" y="4747898"/>
            <a:ext cx="462845" cy="584775"/>
          </a:xfrm>
          <a:prstGeom prst="rect">
            <a:avLst/>
          </a:prstGeom>
          <a:noFill/>
        </p:spPr>
        <p:txBody>
          <a:bodyPr wrap="square" rtlCol="0">
            <a:spAutoFit/>
          </a:bodyPr>
          <a:lstStyle/>
          <a:p>
            <a:pPr algn="ctr"/>
            <a:r>
              <a:rPr lang="en-US" sz="3200" dirty="0"/>
              <a:t>1</a:t>
            </a:r>
          </a:p>
        </p:txBody>
      </p:sp>
      <p:sp>
        <p:nvSpPr>
          <p:cNvPr id="60" name="TextBox 59">
            <a:extLst>
              <a:ext uri="{FF2B5EF4-FFF2-40B4-BE49-F238E27FC236}">
                <a16:creationId xmlns:a16="http://schemas.microsoft.com/office/drawing/2014/main" id="{3180E3D2-B6AA-87F9-9218-19F8590B625D}"/>
              </a:ext>
            </a:extLst>
          </p:cNvPr>
          <p:cNvSpPr txBox="1"/>
          <p:nvPr/>
        </p:nvSpPr>
        <p:spPr>
          <a:xfrm>
            <a:off x="7213604" y="2734556"/>
            <a:ext cx="462845" cy="584775"/>
          </a:xfrm>
          <a:prstGeom prst="rect">
            <a:avLst/>
          </a:prstGeom>
          <a:noFill/>
        </p:spPr>
        <p:txBody>
          <a:bodyPr wrap="square" rtlCol="0">
            <a:spAutoFit/>
          </a:bodyPr>
          <a:lstStyle/>
          <a:p>
            <a:pPr algn="ctr"/>
            <a:r>
              <a:rPr lang="en-US" sz="3200" dirty="0"/>
              <a:t>6</a:t>
            </a:r>
          </a:p>
        </p:txBody>
      </p:sp>
      <p:sp>
        <p:nvSpPr>
          <p:cNvPr id="61" name="TextBox 60">
            <a:extLst>
              <a:ext uri="{FF2B5EF4-FFF2-40B4-BE49-F238E27FC236}">
                <a16:creationId xmlns:a16="http://schemas.microsoft.com/office/drawing/2014/main" id="{60ED2A6E-B341-D208-EA27-CFB376DDF4FB}"/>
              </a:ext>
            </a:extLst>
          </p:cNvPr>
          <p:cNvSpPr txBox="1"/>
          <p:nvPr/>
        </p:nvSpPr>
        <p:spPr>
          <a:xfrm>
            <a:off x="3640666" y="901933"/>
            <a:ext cx="570089" cy="230832"/>
          </a:xfrm>
          <a:prstGeom prst="rect">
            <a:avLst/>
          </a:prstGeom>
          <a:noFill/>
        </p:spPr>
        <p:txBody>
          <a:bodyPr wrap="square" rtlCol="0">
            <a:spAutoFit/>
          </a:bodyPr>
          <a:lstStyle/>
          <a:p>
            <a:pPr algn="ctr"/>
            <a:r>
              <a:rPr lang="en-US" sz="900" dirty="0"/>
              <a:t>28</a:t>
            </a:r>
          </a:p>
        </p:txBody>
      </p:sp>
      <p:sp>
        <p:nvSpPr>
          <p:cNvPr id="64" name="TextBox 63">
            <a:extLst>
              <a:ext uri="{FF2B5EF4-FFF2-40B4-BE49-F238E27FC236}">
                <a16:creationId xmlns:a16="http://schemas.microsoft.com/office/drawing/2014/main" id="{851E08E9-181C-FD20-00FF-D129DA29196B}"/>
              </a:ext>
            </a:extLst>
          </p:cNvPr>
          <p:cNvSpPr txBox="1"/>
          <p:nvPr/>
        </p:nvSpPr>
        <p:spPr>
          <a:xfrm>
            <a:off x="5147734" y="901933"/>
            <a:ext cx="570089" cy="230832"/>
          </a:xfrm>
          <a:prstGeom prst="rect">
            <a:avLst/>
          </a:prstGeom>
          <a:noFill/>
        </p:spPr>
        <p:txBody>
          <a:bodyPr wrap="square" rtlCol="0">
            <a:spAutoFit/>
          </a:bodyPr>
          <a:lstStyle/>
          <a:p>
            <a:pPr algn="ctr"/>
            <a:r>
              <a:rPr lang="en-US" sz="900" dirty="0"/>
              <a:t>128</a:t>
            </a:r>
          </a:p>
        </p:txBody>
      </p:sp>
      <p:sp>
        <p:nvSpPr>
          <p:cNvPr id="65" name="TextBox 64">
            <a:extLst>
              <a:ext uri="{FF2B5EF4-FFF2-40B4-BE49-F238E27FC236}">
                <a16:creationId xmlns:a16="http://schemas.microsoft.com/office/drawing/2014/main" id="{E46BE4E5-06AD-19F3-1B8C-04DEEDD1313D}"/>
              </a:ext>
            </a:extLst>
          </p:cNvPr>
          <p:cNvSpPr txBox="1"/>
          <p:nvPr/>
        </p:nvSpPr>
        <p:spPr>
          <a:xfrm>
            <a:off x="3640666" y="1402877"/>
            <a:ext cx="570089" cy="230832"/>
          </a:xfrm>
          <a:prstGeom prst="rect">
            <a:avLst/>
          </a:prstGeom>
          <a:noFill/>
        </p:spPr>
        <p:txBody>
          <a:bodyPr wrap="square" rtlCol="0">
            <a:spAutoFit/>
          </a:bodyPr>
          <a:lstStyle/>
          <a:p>
            <a:pPr algn="ctr"/>
            <a:r>
              <a:rPr lang="en-US" sz="900" dirty="0"/>
              <a:t>238</a:t>
            </a:r>
          </a:p>
        </p:txBody>
      </p:sp>
      <p:sp>
        <p:nvSpPr>
          <p:cNvPr id="67" name="TextBox 66">
            <a:extLst>
              <a:ext uri="{FF2B5EF4-FFF2-40B4-BE49-F238E27FC236}">
                <a16:creationId xmlns:a16="http://schemas.microsoft.com/office/drawing/2014/main" id="{592014BE-75C2-83DA-ACD3-7D90C32E2E02}"/>
              </a:ext>
            </a:extLst>
          </p:cNvPr>
          <p:cNvSpPr txBox="1"/>
          <p:nvPr/>
        </p:nvSpPr>
        <p:spPr>
          <a:xfrm>
            <a:off x="5147734" y="1402877"/>
            <a:ext cx="570089" cy="230832"/>
          </a:xfrm>
          <a:prstGeom prst="rect">
            <a:avLst/>
          </a:prstGeom>
          <a:noFill/>
        </p:spPr>
        <p:txBody>
          <a:bodyPr wrap="square" rtlCol="0">
            <a:spAutoFit/>
          </a:bodyPr>
          <a:lstStyle/>
          <a:p>
            <a:pPr algn="ctr"/>
            <a:r>
              <a:rPr lang="en-US" sz="900" dirty="0"/>
              <a:t>268</a:t>
            </a:r>
          </a:p>
        </p:txBody>
      </p:sp>
      <p:sp>
        <p:nvSpPr>
          <p:cNvPr id="69" name="TextBox 68">
            <a:extLst>
              <a:ext uri="{FF2B5EF4-FFF2-40B4-BE49-F238E27FC236}">
                <a16:creationId xmlns:a16="http://schemas.microsoft.com/office/drawing/2014/main" id="{A1E79C12-DC69-B51E-D16E-D00DF507B9C1}"/>
              </a:ext>
            </a:extLst>
          </p:cNvPr>
          <p:cNvSpPr txBox="1"/>
          <p:nvPr/>
        </p:nvSpPr>
        <p:spPr>
          <a:xfrm>
            <a:off x="5650090" y="1402877"/>
            <a:ext cx="570089" cy="230832"/>
          </a:xfrm>
          <a:prstGeom prst="rect">
            <a:avLst/>
          </a:prstGeom>
          <a:noFill/>
        </p:spPr>
        <p:txBody>
          <a:bodyPr wrap="square" rtlCol="0">
            <a:spAutoFit/>
          </a:bodyPr>
          <a:lstStyle/>
          <a:p>
            <a:pPr algn="ctr"/>
            <a:r>
              <a:rPr lang="en-US" sz="900" dirty="0"/>
              <a:t>268</a:t>
            </a:r>
          </a:p>
        </p:txBody>
      </p:sp>
      <p:sp>
        <p:nvSpPr>
          <p:cNvPr id="77" name="TextBox 76">
            <a:extLst>
              <a:ext uri="{FF2B5EF4-FFF2-40B4-BE49-F238E27FC236}">
                <a16:creationId xmlns:a16="http://schemas.microsoft.com/office/drawing/2014/main" id="{7439CA8C-C151-6578-E69B-9D3E881582DB}"/>
              </a:ext>
            </a:extLst>
          </p:cNvPr>
          <p:cNvSpPr txBox="1"/>
          <p:nvPr/>
        </p:nvSpPr>
        <p:spPr>
          <a:xfrm>
            <a:off x="3138310" y="1402877"/>
            <a:ext cx="570089" cy="230832"/>
          </a:xfrm>
          <a:prstGeom prst="rect">
            <a:avLst/>
          </a:prstGeom>
          <a:noFill/>
        </p:spPr>
        <p:txBody>
          <a:bodyPr wrap="square" rtlCol="0">
            <a:spAutoFit/>
          </a:bodyPr>
          <a:lstStyle/>
          <a:p>
            <a:pPr algn="ctr"/>
            <a:r>
              <a:rPr lang="en-US" sz="900" dirty="0"/>
              <a:t>238</a:t>
            </a:r>
          </a:p>
        </p:txBody>
      </p:sp>
      <p:sp>
        <p:nvSpPr>
          <p:cNvPr id="83" name="TextBox 82">
            <a:extLst>
              <a:ext uri="{FF2B5EF4-FFF2-40B4-BE49-F238E27FC236}">
                <a16:creationId xmlns:a16="http://schemas.microsoft.com/office/drawing/2014/main" id="{6577533E-D685-9AE2-791B-8B542DBB7C1C}"/>
              </a:ext>
            </a:extLst>
          </p:cNvPr>
          <p:cNvSpPr txBox="1"/>
          <p:nvPr/>
        </p:nvSpPr>
        <p:spPr>
          <a:xfrm>
            <a:off x="4645378" y="1903821"/>
            <a:ext cx="570089" cy="230832"/>
          </a:xfrm>
          <a:prstGeom prst="rect">
            <a:avLst/>
          </a:prstGeom>
          <a:noFill/>
        </p:spPr>
        <p:txBody>
          <a:bodyPr wrap="square" rtlCol="0">
            <a:spAutoFit/>
          </a:bodyPr>
          <a:lstStyle/>
          <a:p>
            <a:pPr algn="ctr"/>
            <a:r>
              <a:rPr lang="en-US" sz="900" dirty="0"/>
              <a:t>138</a:t>
            </a:r>
          </a:p>
        </p:txBody>
      </p:sp>
      <p:sp>
        <p:nvSpPr>
          <p:cNvPr id="84" name="TextBox 83">
            <a:extLst>
              <a:ext uri="{FF2B5EF4-FFF2-40B4-BE49-F238E27FC236}">
                <a16:creationId xmlns:a16="http://schemas.microsoft.com/office/drawing/2014/main" id="{8EA9C0A2-D577-F5DC-EB5D-E6870B0E69C7}"/>
              </a:ext>
            </a:extLst>
          </p:cNvPr>
          <p:cNvSpPr txBox="1"/>
          <p:nvPr/>
        </p:nvSpPr>
        <p:spPr>
          <a:xfrm>
            <a:off x="5650090" y="1903821"/>
            <a:ext cx="570089" cy="230832"/>
          </a:xfrm>
          <a:prstGeom prst="rect">
            <a:avLst/>
          </a:prstGeom>
          <a:noFill/>
        </p:spPr>
        <p:txBody>
          <a:bodyPr wrap="square" rtlCol="0">
            <a:spAutoFit/>
          </a:bodyPr>
          <a:lstStyle/>
          <a:p>
            <a:pPr algn="ctr"/>
            <a:r>
              <a:rPr lang="en-US" sz="900" dirty="0"/>
              <a:t>138</a:t>
            </a:r>
          </a:p>
        </p:txBody>
      </p:sp>
      <p:sp>
        <p:nvSpPr>
          <p:cNvPr id="85" name="TextBox 84">
            <a:extLst>
              <a:ext uri="{FF2B5EF4-FFF2-40B4-BE49-F238E27FC236}">
                <a16:creationId xmlns:a16="http://schemas.microsoft.com/office/drawing/2014/main" id="{F4547475-7675-267D-340F-6253DD9C82D7}"/>
              </a:ext>
            </a:extLst>
          </p:cNvPr>
          <p:cNvSpPr txBox="1"/>
          <p:nvPr/>
        </p:nvSpPr>
        <p:spPr>
          <a:xfrm>
            <a:off x="3138310" y="1903821"/>
            <a:ext cx="570089" cy="230832"/>
          </a:xfrm>
          <a:prstGeom prst="rect">
            <a:avLst/>
          </a:prstGeom>
          <a:noFill/>
        </p:spPr>
        <p:txBody>
          <a:bodyPr wrap="square" rtlCol="0">
            <a:spAutoFit/>
          </a:bodyPr>
          <a:lstStyle/>
          <a:p>
            <a:pPr algn="ctr"/>
            <a:r>
              <a:rPr lang="en-US" sz="900" dirty="0"/>
              <a:t>57</a:t>
            </a:r>
          </a:p>
        </p:txBody>
      </p:sp>
      <p:sp>
        <p:nvSpPr>
          <p:cNvPr id="86" name="TextBox 85">
            <a:extLst>
              <a:ext uri="{FF2B5EF4-FFF2-40B4-BE49-F238E27FC236}">
                <a16:creationId xmlns:a16="http://schemas.microsoft.com/office/drawing/2014/main" id="{5D8625F4-83C1-CA2C-B9E9-90619A1D3FE1}"/>
              </a:ext>
            </a:extLst>
          </p:cNvPr>
          <p:cNvSpPr txBox="1"/>
          <p:nvPr/>
        </p:nvSpPr>
        <p:spPr>
          <a:xfrm>
            <a:off x="4143022" y="3406653"/>
            <a:ext cx="570089" cy="230832"/>
          </a:xfrm>
          <a:prstGeom prst="rect">
            <a:avLst/>
          </a:prstGeom>
          <a:noFill/>
        </p:spPr>
        <p:txBody>
          <a:bodyPr wrap="square" rtlCol="0">
            <a:spAutoFit/>
          </a:bodyPr>
          <a:lstStyle/>
          <a:p>
            <a:pPr algn="ctr"/>
            <a:r>
              <a:rPr lang="en-US" sz="900" dirty="0"/>
              <a:t>82</a:t>
            </a:r>
          </a:p>
        </p:txBody>
      </p:sp>
      <p:sp>
        <p:nvSpPr>
          <p:cNvPr id="87" name="TextBox 86">
            <a:extLst>
              <a:ext uri="{FF2B5EF4-FFF2-40B4-BE49-F238E27FC236}">
                <a16:creationId xmlns:a16="http://schemas.microsoft.com/office/drawing/2014/main" id="{2A631A66-6772-5B0A-D242-79EDC00B0254}"/>
              </a:ext>
            </a:extLst>
          </p:cNvPr>
          <p:cNvSpPr txBox="1"/>
          <p:nvPr/>
        </p:nvSpPr>
        <p:spPr>
          <a:xfrm>
            <a:off x="3138310" y="3406653"/>
            <a:ext cx="570089" cy="230832"/>
          </a:xfrm>
          <a:prstGeom prst="rect">
            <a:avLst/>
          </a:prstGeom>
          <a:noFill/>
        </p:spPr>
        <p:txBody>
          <a:bodyPr wrap="square" rtlCol="0">
            <a:spAutoFit/>
          </a:bodyPr>
          <a:lstStyle/>
          <a:p>
            <a:pPr algn="ctr"/>
            <a:r>
              <a:rPr lang="en-US" sz="900" dirty="0"/>
              <a:t>2368</a:t>
            </a:r>
          </a:p>
        </p:txBody>
      </p:sp>
      <p:sp>
        <p:nvSpPr>
          <p:cNvPr id="88" name="TextBox 87">
            <a:extLst>
              <a:ext uri="{FF2B5EF4-FFF2-40B4-BE49-F238E27FC236}">
                <a16:creationId xmlns:a16="http://schemas.microsoft.com/office/drawing/2014/main" id="{E89A6262-BEAD-5031-6700-FE10F4FECF3E}"/>
              </a:ext>
            </a:extLst>
          </p:cNvPr>
          <p:cNvSpPr txBox="1"/>
          <p:nvPr/>
        </p:nvSpPr>
        <p:spPr>
          <a:xfrm>
            <a:off x="4645378" y="4408541"/>
            <a:ext cx="570089" cy="230832"/>
          </a:xfrm>
          <a:prstGeom prst="rect">
            <a:avLst/>
          </a:prstGeom>
          <a:noFill/>
        </p:spPr>
        <p:txBody>
          <a:bodyPr wrap="square" rtlCol="0">
            <a:spAutoFit/>
          </a:bodyPr>
          <a:lstStyle/>
          <a:p>
            <a:pPr algn="ctr"/>
            <a:r>
              <a:rPr lang="en-US" sz="900" dirty="0"/>
              <a:t>2568</a:t>
            </a:r>
          </a:p>
        </p:txBody>
      </p:sp>
      <p:sp>
        <p:nvSpPr>
          <p:cNvPr id="89" name="TextBox 88">
            <a:extLst>
              <a:ext uri="{FF2B5EF4-FFF2-40B4-BE49-F238E27FC236}">
                <a16:creationId xmlns:a16="http://schemas.microsoft.com/office/drawing/2014/main" id="{3C5379AA-10C3-9266-5FE5-D75660F8A72C}"/>
              </a:ext>
            </a:extLst>
          </p:cNvPr>
          <p:cNvSpPr txBox="1"/>
          <p:nvPr/>
        </p:nvSpPr>
        <p:spPr>
          <a:xfrm>
            <a:off x="4645378" y="4909484"/>
            <a:ext cx="570089" cy="230832"/>
          </a:xfrm>
          <a:prstGeom prst="rect">
            <a:avLst/>
          </a:prstGeom>
          <a:noFill/>
        </p:spPr>
        <p:txBody>
          <a:bodyPr wrap="square" rtlCol="0">
            <a:spAutoFit/>
          </a:bodyPr>
          <a:lstStyle/>
          <a:p>
            <a:pPr algn="ctr"/>
            <a:r>
              <a:rPr lang="en-US" sz="900" dirty="0"/>
              <a:t>23568</a:t>
            </a:r>
          </a:p>
        </p:txBody>
      </p:sp>
      <p:sp>
        <p:nvSpPr>
          <p:cNvPr id="90" name="TextBox 89">
            <a:extLst>
              <a:ext uri="{FF2B5EF4-FFF2-40B4-BE49-F238E27FC236}">
                <a16:creationId xmlns:a16="http://schemas.microsoft.com/office/drawing/2014/main" id="{6D59E60C-E755-B929-ACC3-4716D9DFDAD0}"/>
              </a:ext>
            </a:extLst>
          </p:cNvPr>
          <p:cNvSpPr txBox="1"/>
          <p:nvPr/>
        </p:nvSpPr>
        <p:spPr>
          <a:xfrm>
            <a:off x="5147734" y="4909484"/>
            <a:ext cx="570089" cy="230832"/>
          </a:xfrm>
          <a:prstGeom prst="rect">
            <a:avLst/>
          </a:prstGeom>
          <a:noFill/>
        </p:spPr>
        <p:txBody>
          <a:bodyPr wrap="square" rtlCol="0">
            <a:spAutoFit/>
          </a:bodyPr>
          <a:lstStyle/>
          <a:p>
            <a:pPr algn="ctr"/>
            <a:r>
              <a:rPr lang="en-US" sz="900" dirty="0"/>
              <a:t>235678</a:t>
            </a:r>
          </a:p>
        </p:txBody>
      </p:sp>
      <p:sp>
        <p:nvSpPr>
          <p:cNvPr id="91" name="TextBox 90">
            <a:extLst>
              <a:ext uri="{FF2B5EF4-FFF2-40B4-BE49-F238E27FC236}">
                <a16:creationId xmlns:a16="http://schemas.microsoft.com/office/drawing/2014/main" id="{B3165C76-82B2-7433-AC18-FDD72518CDEF}"/>
              </a:ext>
            </a:extLst>
          </p:cNvPr>
          <p:cNvSpPr txBox="1"/>
          <p:nvPr/>
        </p:nvSpPr>
        <p:spPr>
          <a:xfrm>
            <a:off x="5650090" y="4909484"/>
            <a:ext cx="570089" cy="230832"/>
          </a:xfrm>
          <a:prstGeom prst="rect">
            <a:avLst/>
          </a:prstGeom>
          <a:noFill/>
        </p:spPr>
        <p:txBody>
          <a:bodyPr wrap="square" rtlCol="0">
            <a:spAutoFit/>
          </a:bodyPr>
          <a:lstStyle/>
          <a:p>
            <a:pPr algn="ctr"/>
            <a:r>
              <a:rPr lang="en-US" sz="900" dirty="0"/>
              <a:t>23678</a:t>
            </a:r>
          </a:p>
        </p:txBody>
      </p:sp>
      <p:sp>
        <p:nvSpPr>
          <p:cNvPr id="92" name="TextBox 91">
            <a:extLst>
              <a:ext uri="{FF2B5EF4-FFF2-40B4-BE49-F238E27FC236}">
                <a16:creationId xmlns:a16="http://schemas.microsoft.com/office/drawing/2014/main" id="{EC45351E-7529-8304-8613-4B4294F6145A}"/>
              </a:ext>
            </a:extLst>
          </p:cNvPr>
          <p:cNvSpPr txBox="1"/>
          <p:nvPr/>
        </p:nvSpPr>
        <p:spPr>
          <a:xfrm>
            <a:off x="6152446" y="4909484"/>
            <a:ext cx="570089" cy="230832"/>
          </a:xfrm>
          <a:prstGeom prst="rect">
            <a:avLst/>
          </a:prstGeom>
          <a:noFill/>
        </p:spPr>
        <p:txBody>
          <a:bodyPr wrap="square" rtlCol="0">
            <a:spAutoFit/>
          </a:bodyPr>
          <a:lstStyle/>
          <a:p>
            <a:pPr algn="ctr"/>
            <a:r>
              <a:rPr lang="en-US" sz="900" dirty="0"/>
              <a:t>235678</a:t>
            </a:r>
          </a:p>
        </p:txBody>
      </p:sp>
      <p:sp>
        <p:nvSpPr>
          <p:cNvPr id="93" name="TextBox 92">
            <a:extLst>
              <a:ext uri="{FF2B5EF4-FFF2-40B4-BE49-F238E27FC236}">
                <a16:creationId xmlns:a16="http://schemas.microsoft.com/office/drawing/2014/main" id="{A72B8F9E-DA7E-A842-2891-C1947499DE02}"/>
              </a:ext>
            </a:extLst>
          </p:cNvPr>
          <p:cNvSpPr txBox="1"/>
          <p:nvPr/>
        </p:nvSpPr>
        <p:spPr>
          <a:xfrm>
            <a:off x="6654802" y="4909484"/>
            <a:ext cx="570089" cy="230832"/>
          </a:xfrm>
          <a:prstGeom prst="rect">
            <a:avLst/>
          </a:prstGeom>
          <a:noFill/>
        </p:spPr>
        <p:txBody>
          <a:bodyPr wrap="square" rtlCol="0">
            <a:spAutoFit/>
          </a:bodyPr>
          <a:lstStyle/>
          <a:p>
            <a:pPr algn="ctr"/>
            <a:r>
              <a:rPr lang="en-US" sz="900" dirty="0"/>
              <a:t>23578</a:t>
            </a:r>
          </a:p>
        </p:txBody>
      </p:sp>
      <p:sp>
        <p:nvSpPr>
          <p:cNvPr id="94" name="TextBox 93">
            <a:extLst>
              <a:ext uri="{FF2B5EF4-FFF2-40B4-BE49-F238E27FC236}">
                <a16:creationId xmlns:a16="http://schemas.microsoft.com/office/drawing/2014/main" id="{4457D47F-8214-385E-2E4C-93F6F92BDE64}"/>
              </a:ext>
            </a:extLst>
          </p:cNvPr>
          <p:cNvSpPr txBox="1"/>
          <p:nvPr/>
        </p:nvSpPr>
        <p:spPr>
          <a:xfrm>
            <a:off x="6152446" y="2905709"/>
            <a:ext cx="570089" cy="230832"/>
          </a:xfrm>
          <a:prstGeom prst="rect">
            <a:avLst/>
          </a:prstGeom>
          <a:noFill/>
        </p:spPr>
        <p:txBody>
          <a:bodyPr wrap="square" rtlCol="0">
            <a:spAutoFit/>
          </a:bodyPr>
          <a:lstStyle/>
          <a:p>
            <a:pPr algn="ctr"/>
            <a:r>
              <a:rPr lang="en-US" sz="900" dirty="0"/>
              <a:t>2357</a:t>
            </a:r>
          </a:p>
        </p:txBody>
      </p:sp>
      <p:sp>
        <p:nvSpPr>
          <p:cNvPr id="95" name="TextBox 94">
            <a:extLst>
              <a:ext uri="{FF2B5EF4-FFF2-40B4-BE49-F238E27FC236}">
                <a16:creationId xmlns:a16="http://schemas.microsoft.com/office/drawing/2014/main" id="{F88916E2-0EE5-F53C-17CB-8765EDE3A59A}"/>
              </a:ext>
            </a:extLst>
          </p:cNvPr>
          <p:cNvSpPr txBox="1"/>
          <p:nvPr/>
        </p:nvSpPr>
        <p:spPr>
          <a:xfrm>
            <a:off x="3640666" y="2905709"/>
            <a:ext cx="570089" cy="230832"/>
          </a:xfrm>
          <a:prstGeom prst="rect">
            <a:avLst/>
          </a:prstGeom>
          <a:noFill/>
        </p:spPr>
        <p:txBody>
          <a:bodyPr wrap="square" rtlCol="0">
            <a:spAutoFit/>
          </a:bodyPr>
          <a:lstStyle/>
          <a:p>
            <a:pPr algn="ctr"/>
            <a:r>
              <a:rPr lang="en-US" sz="900" dirty="0"/>
              <a:t>75</a:t>
            </a:r>
          </a:p>
        </p:txBody>
      </p:sp>
      <p:sp>
        <p:nvSpPr>
          <p:cNvPr id="96" name="TextBox 95">
            <a:extLst>
              <a:ext uri="{FF2B5EF4-FFF2-40B4-BE49-F238E27FC236}">
                <a16:creationId xmlns:a16="http://schemas.microsoft.com/office/drawing/2014/main" id="{6322DD36-0773-9F1A-2FA0-BB2D7C1194C3}"/>
              </a:ext>
            </a:extLst>
          </p:cNvPr>
          <p:cNvSpPr txBox="1"/>
          <p:nvPr/>
        </p:nvSpPr>
        <p:spPr>
          <a:xfrm>
            <a:off x="5650090" y="2905709"/>
            <a:ext cx="570089" cy="230832"/>
          </a:xfrm>
          <a:prstGeom prst="rect">
            <a:avLst/>
          </a:prstGeom>
          <a:noFill/>
        </p:spPr>
        <p:txBody>
          <a:bodyPr wrap="square" rtlCol="0">
            <a:spAutoFit/>
          </a:bodyPr>
          <a:lstStyle/>
          <a:p>
            <a:pPr algn="ctr"/>
            <a:r>
              <a:rPr lang="en-US" sz="900" dirty="0"/>
              <a:t>12378</a:t>
            </a:r>
          </a:p>
        </p:txBody>
      </p:sp>
      <p:sp>
        <p:nvSpPr>
          <p:cNvPr id="97" name="TextBox 96">
            <a:extLst>
              <a:ext uri="{FF2B5EF4-FFF2-40B4-BE49-F238E27FC236}">
                <a16:creationId xmlns:a16="http://schemas.microsoft.com/office/drawing/2014/main" id="{592BF922-0D10-42E8-D6D9-E4492AE73B70}"/>
              </a:ext>
            </a:extLst>
          </p:cNvPr>
          <p:cNvSpPr txBox="1"/>
          <p:nvPr/>
        </p:nvSpPr>
        <p:spPr>
          <a:xfrm>
            <a:off x="3138310" y="2905709"/>
            <a:ext cx="570089" cy="230832"/>
          </a:xfrm>
          <a:prstGeom prst="rect">
            <a:avLst/>
          </a:prstGeom>
          <a:noFill/>
        </p:spPr>
        <p:txBody>
          <a:bodyPr wrap="square" rtlCol="0">
            <a:spAutoFit/>
          </a:bodyPr>
          <a:lstStyle/>
          <a:p>
            <a:pPr algn="ctr"/>
            <a:r>
              <a:rPr lang="en-US" sz="900" dirty="0"/>
              <a:t>1238</a:t>
            </a:r>
          </a:p>
        </p:txBody>
      </p:sp>
      <p:sp>
        <p:nvSpPr>
          <p:cNvPr id="98" name="TextBox 97">
            <a:extLst>
              <a:ext uri="{FF2B5EF4-FFF2-40B4-BE49-F238E27FC236}">
                <a16:creationId xmlns:a16="http://schemas.microsoft.com/office/drawing/2014/main" id="{DEE48D17-5356-DE02-FE4B-291C38BB71AE}"/>
              </a:ext>
            </a:extLst>
          </p:cNvPr>
          <p:cNvSpPr txBox="1"/>
          <p:nvPr/>
        </p:nvSpPr>
        <p:spPr>
          <a:xfrm>
            <a:off x="4645378" y="2404765"/>
            <a:ext cx="570089" cy="230832"/>
          </a:xfrm>
          <a:prstGeom prst="rect">
            <a:avLst/>
          </a:prstGeom>
          <a:noFill/>
        </p:spPr>
        <p:txBody>
          <a:bodyPr wrap="square" rtlCol="0">
            <a:spAutoFit/>
          </a:bodyPr>
          <a:lstStyle/>
          <a:p>
            <a:pPr algn="ctr"/>
            <a:r>
              <a:rPr lang="en-US" sz="900" dirty="0"/>
              <a:t>12356</a:t>
            </a:r>
          </a:p>
        </p:txBody>
      </p:sp>
      <p:sp>
        <p:nvSpPr>
          <p:cNvPr id="99" name="TextBox 98">
            <a:extLst>
              <a:ext uri="{FF2B5EF4-FFF2-40B4-BE49-F238E27FC236}">
                <a16:creationId xmlns:a16="http://schemas.microsoft.com/office/drawing/2014/main" id="{387B5CF2-AB79-B9BC-A0B3-7724187A4CD7}"/>
              </a:ext>
            </a:extLst>
          </p:cNvPr>
          <p:cNvSpPr txBox="1"/>
          <p:nvPr/>
        </p:nvSpPr>
        <p:spPr>
          <a:xfrm>
            <a:off x="3138310" y="2404765"/>
            <a:ext cx="570089" cy="230832"/>
          </a:xfrm>
          <a:prstGeom prst="rect">
            <a:avLst/>
          </a:prstGeom>
          <a:noFill/>
        </p:spPr>
        <p:txBody>
          <a:bodyPr wrap="square" rtlCol="0">
            <a:spAutoFit/>
          </a:bodyPr>
          <a:lstStyle/>
          <a:p>
            <a:pPr algn="ctr"/>
            <a:r>
              <a:rPr lang="en-US" sz="900" dirty="0"/>
              <a:t>1236</a:t>
            </a:r>
          </a:p>
        </p:txBody>
      </p:sp>
      <p:sp>
        <p:nvSpPr>
          <p:cNvPr id="100" name="TextBox 99">
            <a:extLst>
              <a:ext uri="{FF2B5EF4-FFF2-40B4-BE49-F238E27FC236}">
                <a16:creationId xmlns:a16="http://schemas.microsoft.com/office/drawing/2014/main" id="{F35C3F47-D330-1F00-177E-E364D00A5804}"/>
              </a:ext>
            </a:extLst>
          </p:cNvPr>
          <p:cNvSpPr txBox="1"/>
          <p:nvPr/>
        </p:nvSpPr>
        <p:spPr>
          <a:xfrm>
            <a:off x="4645378" y="3907597"/>
            <a:ext cx="570089" cy="230832"/>
          </a:xfrm>
          <a:prstGeom prst="rect">
            <a:avLst/>
          </a:prstGeom>
          <a:noFill/>
        </p:spPr>
        <p:txBody>
          <a:bodyPr wrap="square" rtlCol="0">
            <a:spAutoFit/>
          </a:bodyPr>
          <a:lstStyle/>
          <a:p>
            <a:pPr algn="ctr"/>
            <a:r>
              <a:rPr lang="en-US" sz="900" dirty="0"/>
              <a:t>12358</a:t>
            </a:r>
          </a:p>
        </p:txBody>
      </p:sp>
      <p:sp>
        <p:nvSpPr>
          <p:cNvPr id="101" name="TextBox 100">
            <a:extLst>
              <a:ext uri="{FF2B5EF4-FFF2-40B4-BE49-F238E27FC236}">
                <a16:creationId xmlns:a16="http://schemas.microsoft.com/office/drawing/2014/main" id="{93B859D3-A114-E91E-16BA-57B344CB4215}"/>
              </a:ext>
            </a:extLst>
          </p:cNvPr>
          <p:cNvSpPr txBox="1"/>
          <p:nvPr/>
        </p:nvSpPr>
        <p:spPr>
          <a:xfrm>
            <a:off x="3716867" y="4244561"/>
            <a:ext cx="462845" cy="584775"/>
          </a:xfrm>
          <a:prstGeom prst="rect">
            <a:avLst/>
          </a:prstGeom>
          <a:noFill/>
        </p:spPr>
        <p:txBody>
          <a:bodyPr wrap="square" rtlCol="0">
            <a:spAutoFit/>
          </a:bodyPr>
          <a:lstStyle/>
          <a:p>
            <a:pPr algn="ctr"/>
            <a:r>
              <a:rPr lang="en-US" sz="3200" dirty="0"/>
              <a:t>1</a:t>
            </a:r>
          </a:p>
        </p:txBody>
      </p:sp>
      <p:sp>
        <p:nvSpPr>
          <p:cNvPr id="53" name="TextBox 52">
            <a:extLst>
              <a:ext uri="{FF2B5EF4-FFF2-40B4-BE49-F238E27FC236}">
                <a16:creationId xmlns:a16="http://schemas.microsoft.com/office/drawing/2014/main" id="{243D4186-87AA-3939-519B-16C419BA3D78}"/>
              </a:ext>
            </a:extLst>
          </p:cNvPr>
          <p:cNvSpPr txBox="1"/>
          <p:nvPr/>
        </p:nvSpPr>
        <p:spPr>
          <a:xfrm>
            <a:off x="4216401" y="3741226"/>
            <a:ext cx="462845" cy="584775"/>
          </a:xfrm>
          <a:prstGeom prst="rect">
            <a:avLst/>
          </a:prstGeom>
          <a:noFill/>
        </p:spPr>
        <p:txBody>
          <a:bodyPr wrap="square" rtlCol="0">
            <a:spAutoFit/>
          </a:bodyPr>
          <a:lstStyle/>
          <a:p>
            <a:pPr algn="ctr"/>
            <a:r>
              <a:rPr lang="en-US" sz="3200" dirty="0"/>
              <a:t>2</a:t>
            </a:r>
          </a:p>
        </p:txBody>
      </p:sp>
      <p:sp>
        <p:nvSpPr>
          <p:cNvPr id="56" name="TextBox 55">
            <a:extLst>
              <a:ext uri="{FF2B5EF4-FFF2-40B4-BE49-F238E27FC236}">
                <a16:creationId xmlns:a16="http://schemas.microsoft.com/office/drawing/2014/main" id="{3918DC96-CD63-D4F0-792F-D66237C342AA}"/>
              </a:ext>
            </a:extLst>
          </p:cNvPr>
          <p:cNvSpPr txBox="1"/>
          <p:nvPr/>
        </p:nvSpPr>
        <p:spPr>
          <a:xfrm>
            <a:off x="6214537" y="721216"/>
            <a:ext cx="462845" cy="584775"/>
          </a:xfrm>
          <a:prstGeom prst="rect">
            <a:avLst/>
          </a:prstGeom>
          <a:noFill/>
        </p:spPr>
        <p:txBody>
          <a:bodyPr wrap="square" rtlCol="0">
            <a:spAutoFit/>
          </a:bodyPr>
          <a:lstStyle/>
          <a:p>
            <a:pPr algn="ctr"/>
            <a:r>
              <a:rPr lang="en-US" sz="3200" dirty="0"/>
              <a:t>1</a:t>
            </a:r>
          </a:p>
        </p:txBody>
      </p:sp>
    </p:spTree>
    <p:extLst>
      <p:ext uri="{BB962C8B-B14F-4D97-AF65-F5344CB8AC3E}">
        <p14:creationId xmlns:p14="http://schemas.microsoft.com/office/powerpoint/2010/main" val="268166227"/>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95B4BA5-10AA-03B7-32D3-FF3AB65FA74A}"/>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4555E3D3-3838-9C4D-0663-0ECF1A4E38B9}"/>
              </a:ext>
            </a:extLst>
          </p:cNvPr>
          <p:cNvSpPr>
            <a:spLocks noGrp="1"/>
          </p:cNvSpPr>
          <p:nvPr>
            <p:ph sz="half" idx="1"/>
          </p:nvPr>
        </p:nvSpPr>
        <p:spPr/>
        <p:txBody>
          <a:bodyPr>
            <a:normAutofit/>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4F579BB2-89CA-11E8-E57F-FD1ACAEC5719}"/>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932D3CF1-FD09-DB2B-A741-9B5FE74BC972}"/>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7B02B112-40A7-24E4-D3B8-B4D380092E1E}"/>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3A5A7625-C975-BCC6-CADF-EAB28A095A28}"/>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65E7A05B-9FE5-EFBF-681E-CEDD1464B964}"/>
              </a:ext>
            </a:extLst>
          </p:cNvPr>
          <p:cNvSpPr txBox="1"/>
          <p:nvPr/>
        </p:nvSpPr>
        <p:spPr>
          <a:xfrm>
            <a:off x="4715935" y="1224551"/>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8" name="TextBox 7">
            <a:extLst>
              <a:ext uri="{FF2B5EF4-FFF2-40B4-BE49-F238E27FC236}">
                <a16:creationId xmlns:a16="http://schemas.microsoft.com/office/drawing/2014/main" id="{246D8F62-A2E6-4E72-1B37-C6DF3E52EF1F}"/>
              </a:ext>
            </a:extLst>
          </p:cNvPr>
          <p:cNvSpPr txBox="1"/>
          <p:nvPr/>
        </p:nvSpPr>
        <p:spPr>
          <a:xfrm>
            <a:off x="6214537" y="122455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9" name="TextBox 8">
            <a:extLst>
              <a:ext uri="{FF2B5EF4-FFF2-40B4-BE49-F238E27FC236}">
                <a16:creationId xmlns:a16="http://schemas.microsoft.com/office/drawing/2014/main" id="{006EE0EF-769C-547F-ED21-22E5042D4CF2}"/>
              </a:ext>
            </a:extLst>
          </p:cNvPr>
          <p:cNvSpPr txBox="1"/>
          <p:nvPr/>
        </p:nvSpPr>
        <p:spPr>
          <a:xfrm>
            <a:off x="6714071" y="1224551"/>
            <a:ext cx="462845" cy="584775"/>
          </a:xfrm>
          <a:prstGeom prst="rect">
            <a:avLst/>
          </a:prstGeom>
          <a:solidFill>
            <a:srgbClr val="FFFF00">
              <a:alpha val="30000"/>
            </a:srgbClr>
          </a:solidFill>
        </p:spPr>
        <p:txBody>
          <a:bodyPr wrap="square" rtlCol="0">
            <a:spAutoFit/>
          </a:bodyPr>
          <a:lstStyle/>
          <a:p>
            <a:pPr algn="ctr"/>
            <a:r>
              <a:rPr lang="en-US" sz="3200" dirty="0"/>
              <a:t>9</a:t>
            </a:r>
          </a:p>
        </p:txBody>
      </p:sp>
      <p:sp>
        <p:nvSpPr>
          <p:cNvPr id="10" name="TextBox 9">
            <a:extLst>
              <a:ext uri="{FF2B5EF4-FFF2-40B4-BE49-F238E27FC236}">
                <a16:creationId xmlns:a16="http://schemas.microsoft.com/office/drawing/2014/main" id="{276B45FE-DE82-D037-CDD9-C4AE3A718159}"/>
              </a:ext>
            </a:extLst>
          </p:cNvPr>
          <p:cNvSpPr txBox="1"/>
          <p:nvPr/>
        </p:nvSpPr>
        <p:spPr>
          <a:xfrm>
            <a:off x="7213604" y="122455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11" name="TextBox 10">
            <a:extLst>
              <a:ext uri="{FF2B5EF4-FFF2-40B4-BE49-F238E27FC236}">
                <a16:creationId xmlns:a16="http://schemas.microsoft.com/office/drawing/2014/main" id="{FEC57AC0-F85E-E732-C78D-5094F5466492}"/>
              </a:ext>
            </a:extLst>
          </p:cNvPr>
          <p:cNvSpPr txBox="1"/>
          <p:nvPr/>
        </p:nvSpPr>
        <p:spPr>
          <a:xfrm>
            <a:off x="6714071" y="721216"/>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12" name="TextBox 11">
            <a:extLst>
              <a:ext uri="{FF2B5EF4-FFF2-40B4-BE49-F238E27FC236}">
                <a16:creationId xmlns:a16="http://schemas.microsoft.com/office/drawing/2014/main" id="{5B7A243E-0FA7-65CF-862D-1508B3990FAF}"/>
              </a:ext>
            </a:extLst>
          </p:cNvPr>
          <p:cNvSpPr txBox="1"/>
          <p:nvPr/>
        </p:nvSpPr>
        <p:spPr>
          <a:xfrm>
            <a:off x="7213604" y="721216"/>
            <a:ext cx="462845" cy="584775"/>
          </a:xfrm>
          <a:prstGeom prst="rect">
            <a:avLst/>
          </a:prstGeom>
          <a:solidFill>
            <a:srgbClr val="FF0000">
              <a:alpha val="30000"/>
            </a:srgbClr>
          </a:solidFill>
        </p:spPr>
        <p:txBody>
          <a:bodyPr wrap="square" rtlCol="0">
            <a:spAutoFit/>
          </a:bodyPr>
          <a:lstStyle/>
          <a:p>
            <a:pPr algn="ctr"/>
            <a:r>
              <a:rPr lang="en-US" sz="3200" dirty="0"/>
              <a:t>3</a:t>
            </a:r>
          </a:p>
        </p:txBody>
      </p:sp>
      <p:sp>
        <p:nvSpPr>
          <p:cNvPr id="13" name="TextBox 12">
            <a:extLst>
              <a:ext uri="{FF2B5EF4-FFF2-40B4-BE49-F238E27FC236}">
                <a16:creationId xmlns:a16="http://schemas.microsoft.com/office/drawing/2014/main" id="{742C4C18-7832-6615-7446-851EE296F062}"/>
              </a:ext>
            </a:extLst>
          </p:cNvPr>
          <p:cNvSpPr txBox="1"/>
          <p:nvPr/>
        </p:nvSpPr>
        <p:spPr>
          <a:xfrm>
            <a:off x="4216401" y="1727886"/>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14" name="TextBox 13">
            <a:extLst>
              <a:ext uri="{FF2B5EF4-FFF2-40B4-BE49-F238E27FC236}">
                <a16:creationId xmlns:a16="http://schemas.microsoft.com/office/drawing/2014/main" id="{C2F7641E-0A66-5E47-4DA5-4D5B13DDFA08}"/>
              </a:ext>
            </a:extLst>
          </p:cNvPr>
          <p:cNvSpPr txBox="1"/>
          <p:nvPr/>
        </p:nvSpPr>
        <p:spPr>
          <a:xfrm>
            <a:off x="5215469" y="1727886"/>
            <a:ext cx="462845" cy="584775"/>
          </a:xfrm>
          <a:prstGeom prst="rect">
            <a:avLst/>
          </a:prstGeom>
          <a:solidFill>
            <a:srgbClr val="00B050">
              <a:alpha val="40000"/>
            </a:srgbClr>
          </a:solidFill>
        </p:spPr>
        <p:txBody>
          <a:bodyPr wrap="square" rtlCol="0">
            <a:spAutoFit/>
          </a:bodyPr>
          <a:lstStyle/>
          <a:p>
            <a:pPr algn="ctr"/>
            <a:r>
              <a:rPr lang="en-US" sz="3200" dirty="0"/>
              <a:t>9</a:t>
            </a:r>
          </a:p>
        </p:txBody>
      </p:sp>
      <p:sp>
        <p:nvSpPr>
          <p:cNvPr id="15" name="TextBox 14">
            <a:extLst>
              <a:ext uri="{FF2B5EF4-FFF2-40B4-BE49-F238E27FC236}">
                <a16:creationId xmlns:a16="http://schemas.microsoft.com/office/drawing/2014/main" id="{5A2D6E9D-E3DC-D2D3-55AC-A138D3A35AC4}"/>
              </a:ext>
            </a:extLst>
          </p:cNvPr>
          <p:cNvSpPr txBox="1"/>
          <p:nvPr/>
        </p:nvSpPr>
        <p:spPr>
          <a:xfrm>
            <a:off x="6214537" y="1727886"/>
            <a:ext cx="462845" cy="584775"/>
          </a:xfrm>
          <a:prstGeom prst="rect">
            <a:avLst/>
          </a:prstGeom>
          <a:solidFill>
            <a:srgbClr val="00B0F0">
              <a:alpha val="30000"/>
            </a:srgbClr>
          </a:solidFill>
        </p:spPr>
        <p:txBody>
          <a:bodyPr wrap="square" rtlCol="0">
            <a:spAutoFit/>
          </a:bodyPr>
          <a:lstStyle/>
          <a:p>
            <a:pPr algn="ctr"/>
            <a:r>
              <a:rPr lang="en-US" sz="3200" dirty="0"/>
              <a:t>8</a:t>
            </a:r>
          </a:p>
        </p:txBody>
      </p:sp>
      <p:sp>
        <p:nvSpPr>
          <p:cNvPr id="16" name="TextBox 15">
            <a:extLst>
              <a:ext uri="{FF2B5EF4-FFF2-40B4-BE49-F238E27FC236}">
                <a16:creationId xmlns:a16="http://schemas.microsoft.com/office/drawing/2014/main" id="{EF799FFF-814A-85B0-A881-83F5992E0DC4}"/>
              </a:ext>
            </a:extLst>
          </p:cNvPr>
          <p:cNvSpPr txBox="1"/>
          <p:nvPr/>
        </p:nvSpPr>
        <p:spPr>
          <a:xfrm>
            <a:off x="6714071" y="1727886"/>
            <a:ext cx="462845" cy="584775"/>
          </a:xfrm>
          <a:prstGeom prst="rect">
            <a:avLst/>
          </a:prstGeom>
          <a:solidFill>
            <a:srgbClr val="0070C0">
              <a:alpha val="40000"/>
            </a:srgbClr>
          </a:solidFill>
        </p:spPr>
        <p:txBody>
          <a:bodyPr wrap="square" rtlCol="0">
            <a:spAutoFit/>
          </a:bodyPr>
          <a:lstStyle/>
          <a:p>
            <a:pPr algn="ctr"/>
            <a:r>
              <a:rPr lang="en-US" sz="3200" dirty="0"/>
              <a:t>6</a:t>
            </a:r>
          </a:p>
        </p:txBody>
      </p:sp>
      <p:sp>
        <p:nvSpPr>
          <p:cNvPr id="17" name="TextBox 16">
            <a:extLst>
              <a:ext uri="{FF2B5EF4-FFF2-40B4-BE49-F238E27FC236}">
                <a16:creationId xmlns:a16="http://schemas.microsoft.com/office/drawing/2014/main" id="{2DDA5D39-AFDD-0CE0-A719-D9255B779D5A}"/>
              </a:ext>
            </a:extLst>
          </p:cNvPr>
          <p:cNvSpPr txBox="1"/>
          <p:nvPr/>
        </p:nvSpPr>
        <p:spPr>
          <a:xfrm>
            <a:off x="3716867" y="223122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18" name="TextBox 17">
            <a:extLst>
              <a:ext uri="{FF2B5EF4-FFF2-40B4-BE49-F238E27FC236}">
                <a16:creationId xmlns:a16="http://schemas.microsoft.com/office/drawing/2014/main" id="{B94ABDF6-0D02-414B-3DF6-D562B4577E75}"/>
              </a:ext>
            </a:extLst>
          </p:cNvPr>
          <p:cNvSpPr txBox="1"/>
          <p:nvPr/>
        </p:nvSpPr>
        <p:spPr>
          <a:xfrm>
            <a:off x="5215469" y="2231221"/>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19" name="TextBox 18">
            <a:extLst>
              <a:ext uri="{FF2B5EF4-FFF2-40B4-BE49-F238E27FC236}">
                <a16:creationId xmlns:a16="http://schemas.microsoft.com/office/drawing/2014/main" id="{1122AD36-CFA7-A769-847C-AC8DDD50B81C}"/>
              </a:ext>
            </a:extLst>
          </p:cNvPr>
          <p:cNvSpPr txBox="1"/>
          <p:nvPr/>
        </p:nvSpPr>
        <p:spPr>
          <a:xfrm>
            <a:off x="5715003" y="2231221"/>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20" name="TextBox 19">
            <a:extLst>
              <a:ext uri="{FF2B5EF4-FFF2-40B4-BE49-F238E27FC236}">
                <a16:creationId xmlns:a16="http://schemas.microsoft.com/office/drawing/2014/main" id="{3943EFD7-049A-BFB7-03D3-C11C89017CA1}"/>
              </a:ext>
            </a:extLst>
          </p:cNvPr>
          <p:cNvSpPr txBox="1"/>
          <p:nvPr/>
        </p:nvSpPr>
        <p:spPr>
          <a:xfrm>
            <a:off x="6214537" y="2231221"/>
            <a:ext cx="462845" cy="584775"/>
          </a:xfrm>
          <a:prstGeom prst="rect">
            <a:avLst/>
          </a:prstGeom>
          <a:solidFill>
            <a:srgbClr val="FF0000">
              <a:alpha val="30000"/>
            </a:srgbClr>
          </a:solidFill>
        </p:spPr>
        <p:txBody>
          <a:bodyPr wrap="square" rtlCol="0">
            <a:spAutoFit/>
          </a:bodyPr>
          <a:lstStyle/>
          <a:p>
            <a:pPr algn="ctr"/>
            <a:r>
              <a:rPr lang="en-US" sz="3200" dirty="0"/>
              <a:t>4</a:t>
            </a:r>
          </a:p>
        </p:txBody>
      </p:sp>
      <p:sp>
        <p:nvSpPr>
          <p:cNvPr id="21" name="TextBox 20">
            <a:extLst>
              <a:ext uri="{FF2B5EF4-FFF2-40B4-BE49-F238E27FC236}">
                <a16:creationId xmlns:a16="http://schemas.microsoft.com/office/drawing/2014/main" id="{D8990A58-3F9D-7023-C84A-5BCC88665D2F}"/>
              </a:ext>
            </a:extLst>
          </p:cNvPr>
          <p:cNvSpPr txBox="1"/>
          <p:nvPr/>
        </p:nvSpPr>
        <p:spPr>
          <a:xfrm>
            <a:off x="6714071" y="223122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2" name="TextBox 21">
            <a:extLst>
              <a:ext uri="{FF2B5EF4-FFF2-40B4-BE49-F238E27FC236}">
                <a16:creationId xmlns:a16="http://schemas.microsoft.com/office/drawing/2014/main" id="{F32DB775-4A52-0525-787B-A237416CE130}"/>
              </a:ext>
            </a:extLst>
          </p:cNvPr>
          <p:cNvSpPr txBox="1"/>
          <p:nvPr/>
        </p:nvSpPr>
        <p:spPr>
          <a:xfrm>
            <a:off x="4216401" y="2734556"/>
            <a:ext cx="462845" cy="584775"/>
          </a:xfrm>
          <a:prstGeom prst="rect">
            <a:avLst/>
          </a:prstGeom>
          <a:solidFill>
            <a:srgbClr val="FF0000">
              <a:alpha val="30000"/>
            </a:srgbClr>
          </a:solidFill>
        </p:spPr>
        <p:txBody>
          <a:bodyPr wrap="square" rtlCol="0">
            <a:spAutoFit/>
          </a:bodyPr>
          <a:lstStyle/>
          <a:p>
            <a:pPr algn="ctr"/>
            <a:r>
              <a:rPr lang="en-US" sz="3200" dirty="0"/>
              <a:t>4</a:t>
            </a:r>
          </a:p>
        </p:txBody>
      </p:sp>
      <p:sp>
        <p:nvSpPr>
          <p:cNvPr id="23" name="TextBox 22">
            <a:extLst>
              <a:ext uri="{FF2B5EF4-FFF2-40B4-BE49-F238E27FC236}">
                <a16:creationId xmlns:a16="http://schemas.microsoft.com/office/drawing/2014/main" id="{9F94CA4D-8990-01E1-C555-AF2B700ECA06}"/>
              </a:ext>
            </a:extLst>
          </p:cNvPr>
          <p:cNvSpPr txBox="1"/>
          <p:nvPr/>
        </p:nvSpPr>
        <p:spPr>
          <a:xfrm>
            <a:off x="5215469" y="2734556"/>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4" name="TextBox 23">
            <a:extLst>
              <a:ext uri="{FF2B5EF4-FFF2-40B4-BE49-F238E27FC236}">
                <a16:creationId xmlns:a16="http://schemas.microsoft.com/office/drawing/2014/main" id="{CC2EBE76-89C0-8F2F-1D31-96B48E1999BA}"/>
              </a:ext>
            </a:extLst>
          </p:cNvPr>
          <p:cNvSpPr txBox="1"/>
          <p:nvPr/>
        </p:nvSpPr>
        <p:spPr>
          <a:xfrm>
            <a:off x="6714071" y="2734556"/>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25" name="TextBox 24">
            <a:extLst>
              <a:ext uri="{FF2B5EF4-FFF2-40B4-BE49-F238E27FC236}">
                <a16:creationId xmlns:a16="http://schemas.microsoft.com/office/drawing/2014/main" id="{E6CBEA30-2A03-EC7E-1D89-C011B283E129}"/>
              </a:ext>
            </a:extLst>
          </p:cNvPr>
          <p:cNvSpPr txBox="1"/>
          <p:nvPr/>
        </p:nvSpPr>
        <p:spPr>
          <a:xfrm>
            <a:off x="3716867" y="323789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6" name="TextBox 25">
            <a:extLst>
              <a:ext uri="{FF2B5EF4-FFF2-40B4-BE49-F238E27FC236}">
                <a16:creationId xmlns:a16="http://schemas.microsoft.com/office/drawing/2014/main" id="{5A4D3F04-B7FF-C571-2A50-3113CD8E0DF0}"/>
              </a:ext>
            </a:extLst>
          </p:cNvPr>
          <p:cNvSpPr txBox="1"/>
          <p:nvPr/>
        </p:nvSpPr>
        <p:spPr>
          <a:xfrm>
            <a:off x="4715935" y="323789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27" name="TextBox 26">
            <a:extLst>
              <a:ext uri="{FF2B5EF4-FFF2-40B4-BE49-F238E27FC236}">
                <a16:creationId xmlns:a16="http://schemas.microsoft.com/office/drawing/2014/main" id="{7381F1CB-F47E-C3CB-15FD-B3D1CA8E0AA5}"/>
              </a:ext>
            </a:extLst>
          </p:cNvPr>
          <p:cNvSpPr txBox="1"/>
          <p:nvPr/>
        </p:nvSpPr>
        <p:spPr>
          <a:xfrm>
            <a:off x="5215469" y="323789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28" name="TextBox 27">
            <a:extLst>
              <a:ext uri="{FF2B5EF4-FFF2-40B4-BE49-F238E27FC236}">
                <a16:creationId xmlns:a16="http://schemas.microsoft.com/office/drawing/2014/main" id="{BE6CAD22-BD2E-7247-4283-F822416D7348}"/>
              </a:ext>
            </a:extLst>
          </p:cNvPr>
          <p:cNvSpPr txBox="1"/>
          <p:nvPr/>
        </p:nvSpPr>
        <p:spPr>
          <a:xfrm>
            <a:off x="7213604" y="3237891"/>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29" name="TextBox 28">
            <a:extLst>
              <a:ext uri="{FF2B5EF4-FFF2-40B4-BE49-F238E27FC236}">
                <a16:creationId xmlns:a16="http://schemas.microsoft.com/office/drawing/2014/main" id="{C4FCAC17-96EE-6BE1-55E9-EBC3B82D47E1}"/>
              </a:ext>
            </a:extLst>
          </p:cNvPr>
          <p:cNvSpPr txBox="1"/>
          <p:nvPr/>
        </p:nvSpPr>
        <p:spPr>
          <a:xfrm>
            <a:off x="3217333" y="3741226"/>
            <a:ext cx="462845" cy="584775"/>
          </a:xfrm>
          <a:prstGeom prst="rect">
            <a:avLst/>
          </a:prstGeom>
          <a:solidFill>
            <a:srgbClr val="00B0F0">
              <a:alpha val="30000"/>
            </a:srgbClr>
          </a:solidFill>
        </p:spPr>
        <p:txBody>
          <a:bodyPr wrap="square" rtlCol="0">
            <a:spAutoFit/>
          </a:bodyPr>
          <a:lstStyle/>
          <a:p>
            <a:pPr algn="ctr"/>
            <a:r>
              <a:rPr lang="en-US" sz="3200" dirty="0"/>
              <a:t>8</a:t>
            </a:r>
          </a:p>
        </p:txBody>
      </p:sp>
      <p:sp>
        <p:nvSpPr>
          <p:cNvPr id="30" name="TextBox 29">
            <a:extLst>
              <a:ext uri="{FF2B5EF4-FFF2-40B4-BE49-F238E27FC236}">
                <a16:creationId xmlns:a16="http://schemas.microsoft.com/office/drawing/2014/main" id="{8132CB51-34C8-8DC3-84EE-67EBD8B8C9BB}"/>
              </a:ext>
            </a:extLst>
          </p:cNvPr>
          <p:cNvSpPr txBox="1"/>
          <p:nvPr/>
        </p:nvSpPr>
        <p:spPr>
          <a:xfrm>
            <a:off x="3716867" y="3741226"/>
            <a:ext cx="462845" cy="584775"/>
          </a:xfrm>
          <a:prstGeom prst="rect">
            <a:avLst/>
          </a:prstGeom>
          <a:solidFill>
            <a:srgbClr val="0070C0">
              <a:alpha val="40000"/>
            </a:srgbClr>
          </a:solidFill>
        </p:spPr>
        <p:txBody>
          <a:bodyPr wrap="square" rtlCol="0">
            <a:spAutoFit/>
          </a:bodyPr>
          <a:lstStyle/>
          <a:p>
            <a:pPr algn="ctr"/>
            <a:r>
              <a:rPr lang="en-US" sz="3200" dirty="0"/>
              <a:t>6</a:t>
            </a:r>
          </a:p>
        </p:txBody>
      </p:sp>
      <p:sp>
        <p:nvSpPr>
          <p:cNvPr id="31" name="TextBox 30">
            <a:extLst>
              <a:ext uri="{FF2B5EF4-FFF2-40B4-BE49-F238E27FC236}">
                <a16:creationId xmlns:a16="http://schemas.microsoft.com/office/drawing/2014/main" id="{FE272FD8-9C2D-4D42-9DD2-7F9160F0E89F}"/>
              </a:ext>
            </a:extLst>
          </p:cNvPr>
          <p:cNvSpPr txBox="1"/>
          <p:nvPr/>
        </p:nvSpPr>
        <p:spPr>
          <a:xfrm>
            <a:off x="5715003" y="3741226"/>
            <a:ext cx="462845" cy="584775"/>
          </a:xfrm>
          <a:prstGeom prst="rect">
            <a:avLst/>
          </a:prstGeom>
          <a:solidFill>
            <a:srgbClr val="FFFF00">
              <a:alpha val="30000"/>
            </a:srgbClr>
          </a:solidFill>
        </p:spPr>
        <p:txBody>
          <a:bodyPr wrap="square" rtlCol="0">
            <a:spAutoFit/>
          </a:bodyPr>
          <a:lstStyle/>
          <a:p>
            <a:pPr algn="ctr"/>
            <a:r>
              <a:rPr lang="en-US" sz="3200" dirty="0"/>
              <a:t>9</a:t>
            </a:r>
          </a:p>
        </p:txBody>
      </p:sp>
      <p:sp>
        <p:nvSpPr>
          <p:cNvPr id="32" name="TextBox 31">
            <a:extLst>
              <a:ext uri="{FF2B5EF4-FFF2-40B4-BE49-F238E27FC236}">
                <a16:creationId xmlns:a16="http://schemas.microsoft.com/office/drawing/2014/main" id="{A6F374CC-01AA-1933-E877-A9F876E6B448}"/>
              </a:ext>
            </a:extLst>
          </p:cNvPr>
          <p:cNvSpPr txBox="1"/>
          <p:nvPr/>
        </p:nvSpPr>
        <p:spPr>
          <a:xfrm>
            <a:off x="6214537" y="3741226"/>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33" name="TextBox 32">
            <a:extLst>
              <a:ext uri="{FF2B5EF4-FFF2-40B4-BE49-F238E27FC236}">
                <a16:creationId xmlns:a16="http://schemas.microsoft.com/office/drawing/2014/main" id="{63E358EC-60F6-3F6D-C3FE-0010ADDF323F}"/>
              </a:ext>
            </a:extLst>
          </p:cNvPr>
          <p:cNvSpPr txBox="1"/>
          <p:nvPr/>
        </p:nvSpPr>
        <p:spPr>
          <a:xfrm>
            <a:off x="6714071" y="374122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34" name="TextBox 33">
            <a:extLst>
              <a:ext uri="{FF2B5EF4-FFF2-40B4-BE49-F238E27FC236}">
                <a16:creationId xmlns:a16="http://schemas.microsoft.com/office/drawing/2014/main" id="{71F5435C-F498-057B-D1DB-DB5500DF65E8}"/>
              </a:ext>
            </a:extLst>
          </p:cNvPr>
          <p:cNvSpPr txBox="1"/>
          <p:nvPr/>
        </p:nvSpPr>
        <p:spPr>
          <a:xfrm>
            <a:off x="7213604" y="3741226"/>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35" name="TextBox 34">
            <a:extLst>
              <a:ext uri="{FF2B5EF4-FFF2-40B4-BE49-F238E27FC236}">
                <a16:creationId xmlns:a16="http://schemas.microsoft.com/office/drawing/2014/main" id="{94D051E9-10B3-E609-8C0E-33CB61FF8CB3}"/>
              </a:ext>
            </a:extLst>
          </p:cNvPr>
          <p:cNvSpPr txBox="1"/>
          <p:nvPr/>
        </p:nvSpPr>
        <p:spPr>
          <a:xfrm>
            <a:off x="3217333" y="424456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36" name="TextBox 35">
            <a:extLst>
              <a:ext uri="{FF2B5EF4-FFF2-40B4-BE49-F238E27FC236}">
                <a16:creationId xmlns:a16="http://schemas.microsoft.com/office/drawing/2014/main" id="{5359798F-629E-8D2B-EF5B-5E97495E15F1}"/>
              </a:ext>
            </a:extLst>
          </p:cNvPr>
          <p:cNvSpPr txBox="1"/>
          <p:nvPr/>
        </p:nvSpPr>
        <p:spPr>
          <a:xfrm>
            <a:off x="4216401" y="4244561"/>
            <a:ext cx="462845" cy="584775"/>
          </a:xfrm>
          <a:prstGeom prst="rect">
            <a:avLst/>
          </a:prstGeom>
          <a:solidFill>
            <a:srgbClr val="FF0000">
              <a:alpha val="30000"/>
            </a:srgbClr>
          </a:solidFill>
        </p:spPr>
        <p:txBody>
          <a:bodyPr wrap="square" rtlCol="0">
            <a:spAutoFit/>
          </a:bodyPr>
          <a:lstStyle/>
          <a:p>
            <a:pPr algn="ctr"/>
            <a:r>
              <a:rPr lang="en-US" sz="3200" dirty="0"/>
              <a:t>3</a:t>
            </a:r>
          </a:p>
        </p:txBody>
      </p:sp>
      <p:sp>
        <p:nvSpPr>
          <p:cNvPr id="37" name="TextBox 36">
            <a:extLst>
              <a:ext uri="{FF2B5EF4-FFF2-40B4-BE49-F238E27FC236}">
                <a16:creationId xmlns:a16="http://schemas.microsoft.com/office/drawing/2014/main" id="{67B11EE9-769C-A791-1BF2-3647FB036160}"/>
              </a:ext>
            </a:extLst>
          </p:cNvPr>
          <p:cNvSpPr txBox="1"/>
          <p:nvPr/>
        </p:nvSpPr>
        <p:spPr>
          <a:xfrm>
            <a:off x="5715003" y="424456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38" name="TextBox 37">
            <a:extLst>
              <a:ext uri="{FF2B5EF4-FFF2-40B4-BE49-F238E27FC236}">
                <a16:creationId xmlns:a16="http://schemas.microsoft.com/office/drawing/2014/main" id="{538F5F34-D44D-420C-A588-0B0C3584CECE}"/>
              </a:ext>
            </a:extLst>
          </p:cNvPr>
          <p:cNvSpPr txBox="1"/>
          <p:nvPr/>
        </p:nvSpPr>
        <p:spPr>
          <a:xfrm>
            <a:off x="6214537" y="424456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39" name="TextBox 38">
            <a:extLst>
              <a:ext uri="{FF2B5EF4-FFF2-40B4-BE49-F238E27FC236}">
                <a16:creationId xmlns:a16="http://schemas.microsoft.com/office/drawing/2014/main" id="{567F21A2-6A07-A973-65E0-5E0F19945143}"/>
              </a:ext>
            </a:extLst>
          </p:cNvPr>
          <p:cNvSpPr txBox="1"/>
          <p:nvPr/>
        </p:nvSpPr>
        <p:spPr>
          <a:xfrm>
            <a:off x="6714071" y="4244561"/>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40" name="TextBox 39">
            <a:extLst>
              <a:ext uri="{FF2B5EF4-FFF2-40B4-BE49-F238E27FC236}">
                <a16:creationId xmlns:a16="http://schemas.microsoft.com/office/drawing/2014/main" id="{ADBF3FFE-5211-3988-4619-7A623C1EFA4E}"/>
              </a:ext>
            </a:extLst>
          </p:cNvPr>
          <p:cNvSpPr txBox="1"/>
          <p:nvPr/>
        </p:nvSpPr>
        <p:spPr>
          <a:xfrm>
            <a:off x="7213604" y="4244561"/>
            <a:ext cx="462845" cy="584775"/>
          </a:xfrm>
          <a:prstGeom prst="rect">
            <a:avLst/>
          </a:prstGeom>
          <a:solidFill>
            <a:srgbClr val="00B050">
              <a:alpha val="40000"/>
            </a:srgbClr>
          </a:solidFill>
        </p:spPr>
        <p:txBody>
          <a:bodyPr wrap="square" rtlCol="0">
            <a:spAutoFit/>
          </a:bodyPr>
          <a:lstStyle/>
          <a:p>
            <a:pPr algn="ctr"/>
            <a:r>
              <a:rPr lang="en-US" sz="3200" dirty="0"/>
              <a:t>9</a:t>
            </a:r>
          </a:p>
        </p:txBody>
      </p:sp>
      <p:sp>
        <p:nvSpPr>
          <p:cNvPr id="41" name="TextBox 40">
            <a:extLst>
              <a:ext uri="{FF2B5EF4-FFF2-40B4-BE49-F238E27FC236}">
                <a16:creationId xmlns:a16="http://schemas.microsoft.com/office/drawing/2014/main" id="{7D24BC6B-85A5-C121-1653-F0C14919FFC9}"/>
              </a:ext>
            </a:extLst>
          </p:cNvPr>
          <p:cNvSpPr txBox="1"/>
          <p:nvPr/>
        </p:nvSpPr>
        <p:spPr>
          <a:xfrm>
            <a:off x="3217333" y="4747898"/>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42" name="TextBox 41">
            <a:extLst>
              <a:ext uri="{FF2B5EF4-FFF2-40B4-BE49-F238E27FC236}">
                <a16:creationId xmlns:a16="http://schemas.microsoft.com/office/drawing/2014/main" id="{32B274E3-87C9-A34E-1E38-9A80CA7E7F61}"/>
              </a:ext>
            </a:extLst>
          </p:cNvPr>
          <p:cNvSpPr txBox="1"/>
          <p:nvPr/>
        </p:nvSpPr>
        <p:spPr>
          <a:xfrm>
            <a:off x="3716867" y="4747898"/>
            <a:ext cx="462845" cy="584775"/>
          </a:xfrm>
          <a:prstGeom prst="rect">
            <a:avLst/>
          </a:prstGeom>
          <a:solidFill>
            <a:srgbClr val="FFFF00">
              <a:alpha val="30000"/>
            </a:srgbClr>
          </a:solidFill>
        </p:spPr>
        <p:txBody>
          <a:bodyPr wrap="square" rtlCol="0">
            <a:spAutoFit/>
          </a:bodyPr>
          <a:lstStyle/>
          <a:p>
            <a:pPr algn="ctr"/>
            <a:r>
              <a:rPr lang="en-US" sz="3200" dirty="0"/>
              <a:t>9</a:t>
            </a:r>
          </a:p>
        </p:txBody>
      </p:sp>
      <p:sp>
        <p:nvSpPr>
          <p:cNvPr id="43" name="TextBox 42">
            <a:extLst>
              <a:ext uri="{FF2B5EF4-FFF2-40B4-BE49-F238E27FC236}">
                <a16:creationId xmlns:a16="http://schemas.microsoft.com/office/drawing/2014/main" id="{72C72755-E913-1E6D-44F6-582DD2932B11}"/>
              </a:ext>
            </a:extLst>
          </p:cNvPr>
          <p:cNvSpPr txBox="1"/>
          <p:nvPr/>
        </p:nvSpPr>
        <p:spPr>
          <a:xfrm>
            <a:off x="4216401" y="4747898"/>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44" name="TextBox 43">
            <a:extLst>
              <a:ext uri="{FF2B5EF4-FFF2-40B4-BE49-F238E27FC236}">
                <a16:creationId xmlns:a16="http://schemas.microsoft.com/office/drawing/2014/main" id="{C19484FC-0486-0759-7445-666601763DCB}"/>
              </a:ext>
            </a:extLst>
          </p:cNvPr>
          <p:cNvSpPr txBox="1"/>
          <p:nvPr/>
        </p:nvSpPr>
        <p:spPr>
          <a:xfrm>
            <a:off x="7157158" y="1522145"/>
            <a:ext cx="570089" cy="230832"/>
          </a:xfrm>
          <a:prstGeom prst="rect">
            <a:avLst/>
          </a:prstGeom>
          <a:noFill/>
        </p:spPr>
        <p:txBody>
          <a:bodyPr wrap="square" rtlCol="0">
            <a:spAutoFit/>
          </a:bodyPr>
          <a:lstStyle/>
          <a:p>
            <a:pPr algn="ctr"/>
            <a:r>
              <a:rPr lang="en-US" sz="900" dirty="0"/>
              <a:t>57</a:t>
            </a:r>
          </a:p>
        </p:txBody>
      </p:sp>
      <p:sp>
        <p:nvSpPr>
          <p:cNvPr id="45" name="TextBox 44">
            <a:extLst>
              <a:ext uri="{FF2B5EF4-FFF2-40B4-BE49-F238E27FC236}">
                <a16:creationId xmlns:a16="http://schemas.microsoft.com/office/drawing/2014/main" id="{AEBA3E07-BCB7-233E-ADF3-8AB0827A23FA}"/>
              </a:ext>
            </a:extLst>
          </p:cNvPr>
          <p:cNvSpPr txBox="1"/>
          <p:nvPr/>
        </p:nvSpPr>
        <p:spPr>
          <a:xfrm>
            <a:off x="4143022" y="5028752"/>
            <a:ext cx="570089" cy="230832"/>
          </a:xfrm>
          <a:prstGeom prst="rect">
            <a:avLst/>
          </a:prstGeom>
          <a:noFill/>
        </p:spPr>
        <p:txBody>
          <a:bodyPr wrap="square" rtlCol="0">
            <a:spAutoFit/>
          </a:bodyPr>
          <a:lstStyle/>
          <a:p>
            <a:pPr algn="ctr"/>
            <a:r>
              <a:rPr lang="en-US" sz="900" dirty="0"/>
              <a:t>57</a:t>
            </a:r>
          </a:p>
        </p:txBody>
      </p:sp>
      <p:sp>
        <p:nvSpPr>
          <p:cNvPr id="50" name="TextBox 49">
            <a:extLst>
              <a:ext uri="{FF2B5EF4-FFF2-40B4-BE49-F238E27FC236}">
                <a16:creationId xmlns:a16="http://schemas.microsoft.com/office/drawing/2014/main" id="{9E060A2F-1C30-B195-CC2E-844042C9B11A}"/>
              </a:ext>
            </a:extLst>
          </p:cNvPr>
          <p:cNvSpPr txBox="1"/>
          <p:nvPr/>
        </p:nvSpPr>
        <p:spPr>
          <a:xfrm>
            <a:off x="6152446" y="1402877"/>
            <a:ext cx="570089" cy="230832"/>
          </a:xfrm>
          <a:prstGeom prst="rect">
            <a:avLst/>
          </a:prstGeom>
          <a:noFill/>
        </p:spPr>
        <p:txBody>
          <a:bodyPr wrap="square" rtlCol="0">
            <a:spAutoFit/>
          </a:bodyPr>
          <a:lstStyle/>
          <a:p>
            <a:pPr algn="ctr"/>
            <a:r>
              <a:rPr lang="en-US" sz="900" dirty="0"/>
              <a:t>75</a:t>
            </a:r>
          </a:p>
        </p:txBody>
      </p:sp>
      <p:sp>
        <p:nvSpPr>
          <p:cNvPr id="51" name="TextBox 50">
            <a:extLst>
              <a:ext uri="{FF2B5EF4-FFF2-40B4-BE49-F238E27FC236}">
                <a16:creationId xmlns:a16="http://schemas.microsoft.com/office/drawing/2014/main" id="{41C72D7D-32A2-EC0C-976F-7A5160A211A6}"/>
              </a:ext>
            </a:extLst>
          </p:cNvPr>
          <p:cNvSpPr txBox="1"/>
          <p:nvPr/>
        </p:nvSpPr>
        <p:spPr>
          <a:xfrm>
            <a:off x="3138310" y="4408541"/>
            <a:ext cx="570089" cy="230832"/>
          </a:xfrm>
          <a:prstGeom prst="rect">
            <a:avLst/>
          </a:prstGeom>
          <a:noFill/>
        </p:spPr>
        <p:txBody>
          <a:bodyPr wrap="square" rtlCol="0">
            <a:spAutoFit/>
          </a:bodyPr>
          <a:lstStyle/>
          <a:p>
            <a:pPr algn="ctr"/>
            <a:r>
              <a:rPr lang="en-US" sz="900" dirty="0"/>
              <a:t>75</a:t>
            </a:r>
          </a:p>
        </p:txBody>
      </p:sp>
      <p:sp>
        <p:nvSpPr>
          <p:cNvPr id="52" name="TextBox 51">
            <a:extLst>
              <a:ext uri="{FF2B5EF4-FFF2-40B4-BE49-F238E27FC236}">
                <a16:creationId xmlns:a16="http://schemas.microsoft.com/office/drawing/2014/main" id="{A9231957-23DA-BF5A-7FCE-B1A18CADE717}"/>
              </a:ext>
            </a:extLst>
          </p:cNvPr>
          <p:cNvSpPr txBox="1"/>
          <p:nvPr/>
        </p:nvSpPr>
        <p:spPr>
          <a:xfrm>
            <a:off x="3640666" y="3406653"/>
            <a:ext cx="570089" cy="230832"/>
          </a:xfrm>
          <a:prstGeom prst="rect">
            <a:avLst/>
          </a:prstGeom>
          <a:noFill/>
        </p:spPr>
        <p:txBody>
          <a:bodyPr wrap="square" rtlCol="0">
            <a:spAutoFit/>
          </a:bodyPr>
          <a:lstStyle/>
          <a:p>
            <a:pPr algn="ctr"/>
            <a:r>
              <a:rPr lang="en-US" sz="900" dirty="0"/>
              <a:t>2357</a:t>
            </a:r>
          </a:p>
        </p:txBody>
      </p:sp>
      <p:sp>
        <p:nvSpPr>
          <p:cNvPr id="57" name="TextBox 56">
            <a:extLst>
              <a:ext uri="{FF2B5EF4-FFF2-40B4-BE49-F238E27FC236}">
                <a16:creationId xmlns:a16="http://schemas.microsoft.com/office/drawing/2014/main" id="{BBA7D844-C23A-1CD5-3A36-7065FEC7C475}"/>
              </a:ext>
            </a:extLst>
          </p:cNvPr>
          <p:cNvSpPr txBox="1"/>
          <p:nvPr/>
        </p:nvSpPr>
        <p:spPr>
          <a:xfrm>
            <a:off x="6654802" y="2524033"/>
            <a:ext cx="570089" cy="230832"/>
          </a:xfrm>
          <a:prstGeom prst="rect">
            <a:avLst/>
          </a:prstGeom>
          <a:noFill/>
        </p:spPr>
        <p:txBody>
          <a:bodyPr wrap="square" rtlCol="0">
            <a:spAutoFit/>
          </a:bodyPr>
          <a:lstStyle/>
          <a:p>
            <a:pPr algn="ctr"/>
            <a:r>
              <a:rPr lang="en-US" sz="900" dirty="0"/>
              <a:t>2357</a:t>
            </a:r>
          </a:p>
        </p:txBody>
      </p:sp>
      <p:sp>
        <p:nvSpPr>
          <p:cNvPr id="58" name="TextBox 57">
            <a:extLst>
              <a:ext uri="{FF2B5EF4-FFF2-40B4-BE49-F238E27FC236}">
                <a16:creationId xmlns:a16="http://schemas.microsoft.com/office/drawing/2014/main" id="{8E4E2A0B-9BB9-BB06-C27E-993A4FA69436}"/>
              </a:ext>
            </a:extLst>
          </p:cNvPr>
          <p:cNvSpPr txBox="1"/>
          <p:nvPr/>
        </p:nvSpPr>
        <p:spPr>
          <a:xfrm>
            <a:off x="4143022" y="1903821"/>
            <a:ext cx="570089" cy="230832"/>
          </a:xfrm>
          <a:prstGeom prst="rect">
            <a:avLst/>
          </a:prstGeom>
          <a:noFill/>
        </p:spPr>
        <p:txBody>
          <a:bodyPr wrap="square" rtlCol="0">
            <a:spAutoFit/>
          </a:bodyPr>
          <a:lstStyle/>
          <a:p>
            <a:pPr algn="ctr"/>
            <a:r>
              <a:rPr lang="en-US" sz="900" dirty="0"/>
              <a:t>75</a:t>
            </a:r>
          </a:p>
        </p:txBody>
      </p:sp>
      <p:sp>
        <p:nvSpPr>
          <p:cNvPr id="59" name="TextBox 58">
            <a:extLst>
              <a:ext uri="{FF2B5EF4-FFF2-40B4-BE49-F238E27FC236}">
                <a16:creationId xmlns:a16="http://schemas.microsoft.com/office/drawing/2014/main" id="{D7B5C3DF-BFC3-7290-353B-61D645E68F2C}"/>
              </a:ext>
            </a:extLst>
          </p:cNvPr>
          <p:cNvSpPr txBox="1"/>
          <p:nvPr/>
        </p:nvSpPr>
        <p:spPr>
          <a:xfrm>
            <a:off x="3640666" y="2404765"/>
            <a:ext cx="570089" cy="230832"/>
          </a:xfrm>
          <a:prstGeom prst="rect">
            <a:avLst/>
          </a:prstGeom>
          <a:noFill/>
        </p:spPr>
        <p:txBody>
          <a:bodyPr wrap="square" rtlCol="0">
            <a:spAutoFit/>
          </a:bodyPr>
          <a:lstStyle/>
          <a:p>
            <a:pPr algn="ctr"/>
            <a:r>
              <a:rPr lang="en-US" sz="900" dirty="0"/>
              <a:t>2357</a:t>
            </a:r>
          </a:p>
        </p:txBody>
      </p:sp>
      <p:sp>
        <p:nvSpPr>
          <p:cNvPr id="62" name="TextBox 61">
            <a:extLst>
              <a:ext uri="{FF2B5EF4-FFF2-40B4-BE49-F238E27FC236}">
                <a16:creationId xmlns:a16="http://schemas.microsoft.com/office/drawing/2014/main" id="{21C347A0-B1EB-5055-CF75-3A90379CE6D9}"/>
              </a:ext>
            </a:extLst>
          </p:cNvPr>
          <p:cNvSpPr txBox="1"/>
          <p:nvPr/>
        </p:nvSpPr>
        <p:spPr>
          <a:xfrm>
            <a:off x="6654802" y="2905709"/>
            <a:ext cx="570089" cy="230832"/>
          </a:xfrm>
          <a:prstGeom prst="rect">
            <a:avLst/>
          </a:prstGeom>
          <a:noFill/>
        </p:spPr>
        <p:txBody>
          <a:bodyPr wrap="square" rtlCol="0">
            <a:spAutoFit/>
          </a:bodyPr>
          <a:lstStyle/>
          <a:p>
            <a:pPr algn="ctr"/>
            <a:r>
              <a:rPr lang="en-US" sz="900" dirty="0"/>
              <a:t>2357</a:t>
            </a:r>
          </a:p>
        </p:txBody>
      </p:sp>
      <p:sp>
        <p:nvSpPr>
          <p:cNvPr id="63" name="TextBox 62">
            <a:extLst>
              <a:ext uri="{FF2B5EF4-FFF2-40B4-BE49-F238E27FC236}">
                <a16:creationId xmlns:a16="http://schemas.microsoft.com/office/drawing/2014/main" id="{3265AD59-55E3-4051-0F46-5693B8FC6670}"/>
              </a:ext>
            </a:extLst>
          </p:cNvPr>
          <p:cNvSpPr txBox="1"/>
          <p:nvPr/>
        </p:nvSpPr>
        <p:spPr>
          <a:xfrm>
            <a:off x="7157158" y="3406653"/>
            <a:ext cx="570089" cy="230832"/>
          </a:xfrm>
          <a:prstGeom prst="rect">
            <a:avLst/>
          </a:prstGeom>
          <a:noFill/>
        </p:spPr>
        <p:txBody>
          <a:bodyPr wrap="square" rtlCol="0">
            <a:spAutoFit/>
          </a:bodyPr>
          <a:lstStyle/>
          <a:p>
            <a:pPr algn="ctr"/>
            <a:r>
              <a:rPr lang="en-US" sz="900" dirty="0"/>
              <a:t>75</a:t>
            </a:r>
          </a:p>
        </p:txBody>
      </p:sp>
      <p:sp>
        <p:nvSpPr>
          <p:cNvPr id="66" name="TextBox 65">
            <a:extLst>
              <a:ext uri="{FF2B5EF4-FFF2-40B4-BE49-F238E27FC236}">
                <a16:creationId xmlns:a16="http://schemas.microsoft.com/office/drawing/2014/main" id="{728E6C52-6728-6C50-79D7-EAFCED993DA5}"/>
              </a:ext>
            </a:extLst>
          </p:cNvPr>
          <p:cNvSpPr txBox="1"/>
          <p:nvPr/>
        </p:nvSpPr>
        <p:spPr>
          <a:xfrm>
            <a:off x="5147734" y="2524033"/>
            <a:ext cx="570089" cy="230832"/>
          </a:xfrm>
          <a:prstGeom prst="rect">
            <a:avLst/>
          </a:prstGeom>
          <a:noFill/>
        </p:spPr>
        <p:txBody>
          <a:bodyPr wrap="square" rtlCol="0">
            <a:spAutoFit/>
          </a:bodyPr>
          <a:lstStyle/>
          <a:p>
            <a:pPr algn="ctr"/>
            <a:r>
              <a:rPr lang="en-US" sz="900" dirty="0"/>
              <a:t>257</a:t>
            </a:r>
          </a:p>
        </p:txBody>
      </p:sp>
      <p:sp>
        <p:nvSpPr>
          <p:cNvPr id="68" name="TextBox 67">
            <a:extLst>
              <a:ext uri="{FF2B5EF4-FFF2-40B4-BE49-F238E27FC236}">
                <a16:creationId xmlns:a16="http://schemas.microsoft.com/office/drawing/2014/main" id="{DA010C63-C476-9AF0-3FEB-1A196EE2E348}"/>
              </a:ext>
            </a:extLst>
          </p:cNvPr>
          <p:cNvSpPr txBox="1"/>
          <p:nvPr/>
        </p:nvSpPr>
        <p:spPr>
          <a:xfrm>
            <a:off x="6654802" y="4527809"/>
            <a:ext cx="570089" cy="230832"/>
          </a:xfrm>
          <a:prstGeom prst="rect">
            <a:avLst/>
          </a:prstGeom>
          <a:noFill/>
        </p:spPr>
        <p:txBody>
          <a:bodyPr wrap="square" rtlCol="0">
            <a:spAutoFit/>
          </a:bodyPr>
          <a:lstStyle/>
          <a:p>
            <a:pPr algn="ctr"/>
            <a:r>
              <a:rPr lang="en-US" sz="900" dirty="0"/>
              <a:t>257</a:t>
            </a:r>
          </a:p>
        </p:txBody>
      </p:sp>
      <p:sp>
        <p:nvSpPr>
          <p:cNvPr id="70" name="TextBox 69">
            <a:extLst>
              <a:ext uri="{FF2B5EF4-FFF2-40B4-BE49-F238E27FC236}">
                <a16:creationId xmlns:a16="http://schemas.microsoft.com/office/drawing/2014/main" id="{7B006C77-B24F-8902-49ED-2D0A28D9603B}"/>
              </a:ext>
            </a:extLst>
          </p:cNvPr>
          <p:cNvSpPr txBox="1"/>
          <p:nvPr/>
        </p:nvSpPr>
        <p:spPr>
          <a:xfrm>
            <a:off x="5650090" y="2285497"/>
            <a:ext cx="570089" cy="230832"/>
          </a:xfrm>
          <a:prstGeom prst="rect">
            <a:avLst/>
          </a:prstGeom>
          <a:noFill/>
        </p:spPr>
        <p:txBody>
          <a:bodyPr wrap="square" rtlCol="0">
            <a:spAutoFit/>
          </a:bodyPr>
          <a:lstStyle/>
          <a:p>
            <a:pPr algn="ctr"/>
            <a:r>
              <a:rPr lang="en-US" sz="900" dirty="0"/>
              <a:t>37</a:t>
            </a:r>
          </a:p>
        </p:txBody>
      </p:sp>
      <p:sp>
        <p:nvSpPr>
          <p:cNvPr id="71" name="TextBox 70">
            <a:extLst>
              <a:ext uri="{FF2B5EF4-FFF2-40B4-BE49-F238E27FC236}">
                <a16:creationId xmlns:a16="http://schemas.microsoft.com/office/drawing/2014/main" id="{2431627C-2CCF-F2C2-E4E9-C4E56343F7AB}"/>
              </a:ext>
            </a:extLst>
          </p:cNvPr>
          <p:cNvSpPr txBox="1"/>
          <p:nvPr/>
        </p:nvSpPr>
        <p:spPr>
          <a:xfrm>
            <a:off x="5147734" y="2905709"/>
            <a:ext cx="570089" cy="230832"/>
          </a:xfrm>
          <a:prstGeom prst="rect">
            <a:avLst/>
          </a:prstGeom>
          <a:noFill/>
        </p:spPr>
        <p:txBody>
          <a:bodyPr wrap="square" rtlCol="0">
            <a:spAutoFit/>
          </a:bodyPr>
          <a:lstStyle/>
          <a:p>
            <a:pPr algn="ctr"/>
            <a:r>
              <a:rPr lang="en-US" sz="900" dirty="0"/>
              <a:t>257</a:t>
            </a:r>
          </a:p>
        </p:txBody>
      </p:sp>
      <p:sp>
        <p:nvSpPr>
          <p:cNvPr id="72" name="TextBox 71">
            <a:extLst>
              <a:ext uri="{FF2B5EF4-FFF2-40B4-BE49-F238E27FC236}">
                <a16:creationId xmlns:a16="http://schemas.microsoft.com/office/drawing/2014/main" id="{D143895C-2E9E-8366-E827-39BC23A7CC4E}"/>
              </a:ext>
            </a:extLst>
          </p:cNvPr>
          <p:cNvSpPr txBox="1"/>
          <p:nvPr/>
        </p:nvSpPr>
        <p:spPr>
          <a:xfrm>
            <a:off x="4645378" y="3525921"/>
            <a:ext cx="570089" cy="230832"/>
          </a:xfrm>
          <a:prstGeom prst="rect">
            <a:avLst/>
          </a:prstGeom>
          <a:noFill/>
        </p:spPr>
        <p:txBody>
          <a:bodyPr wrap="square" rtlCol="0">
            <a:spAutoFit/>
          </a:bodyPr>
          <a:lstStyle/>
          <a:p>
            <a:pPr algn="ctr"/>
            <a:r>
              <a:rPr lang="en-US" sz="900" dirty="0"/>
              <a:t>268</a:t>
            </a:r>
          </a:p>
        </p:txBody>
      </p:sp>
      <p:sp>
        <p:nvSpPr>
          <p:cNvPr id="74" name="TextBox 73">
            <a:extLst>
              <a:ext uri="{FF2B5EF4-FFF2-40B4-BE49-F238E27FC236}">
                <a16:creationId xmlns:a16="http://schemas.microsoft.com/office/drawing/2014/main" id="{1B5B11F2-5FDD-B4C7-72E1-CAFFE03AEC10}"/>
              </a:ext>
            </a:extLst>
          </p:cNvPr>
          <p:cNvSpPr txBox="1"/>
          <p:nvPr/>
        </p:nvSpPr>
        <p:spPr>
          <a:xfrm>
            <a:off x="6152446" y="4527809"/>
            <a:ext cx="570089" cy="230832"/>
          </a:xfrm>
          <a:prstGeom prst="rect">
            <a:avLst/>
          </a:prstGeom>
          <a:noFill/>
        </p:spPr>
        <p:txBody>
          <a:bodyPr wrap="square" rtlCol="0">
            <a:spAutoFit/>
          </a:bodyPr>
          <a:lstStyle/>
          <a:p>
            <a:pPr algn="ctr"/>
            <a:r>
              <a:rPr lang="en-US" sz="900" dirty="0"/>
              <a:t>257</a:t>
            </a:r>
          </a:p>
        </p:txBody>
      </p:sp>
      <p:sp>
        <p:nvSpPr>
          <p:cNvPr id="75" name="TextBox 74">
            <a:extLst>
              <a:ext uri="{FF2B5EF4-FFF2-40B4-BE49-F238E27FC236}">
                <a16:creationId xmlns:a16="http://schemas.microsoft.com/office/drawing/2014/main" id="{BC94D8DE-D26F-F64D-D7A9-329A0775F90A}"/>
              </a:ext>
            </a:extLst>
          </p:cNvPr>
          <p:cNvSpPr txBox="1"/>
          <p:nvPr/>
        </p:nvSpPr>
        <p:spPr>
          <a:xfrm>
            <a:off x="6654802" y="3788329"/>
            <a:ext cx="570089" cy="230832"/>
          </a:xfrm>
          <a:prstGeom prst="rect">
            <a:avLst/>
          </a:prstGeom>
          <a:noFill/>
        </p:spPr>
        <p:txBody>
          <a:bodyPr wrap="square" rtlCol="0">
            <a:spAutoFit/>
          </a:bodyPr>
          <a:lstStyle/>
          <a:p>
            <a:pPr algn="ctr"/>
            <a:r>
              <a:rPr lang="en-US" sz="900" dirty="0"/>
              <a:t>37</a:t>
            </a:r>
          </a:p>
        </p:txBody>
      </p:sp>
      <p:sp>
        <p:nvSpPr>
          <p:cNvPr id="76" name="TextBox 75">
            <a:extLst>
              <a:ext uri="{FF2B5EF4-FFF2-40B4-BE49-F238E27FC236}">
                <a16:creationId xmlns:a16="http://schemas.microsoft.com/office/drawing/2014/main" id="{B36331D8-25A2-26BB-D7C7-D35FB6DE7505}"/>
              </a:ext>
            </a:extLst>
          </p:cNvPr>
          <p:cNvSpPr txBox="1"/>
          <p:nvPr/>
        </p:nvSpPr>
        <p:spPr>
          <a:xfrm>
            <a:off x="5650090" y="4527809"/>
            <a:ext cx="570089" cy="230832"/>
          </a:xfrm>
          <a:prstGeom prst="rect">
            <a:avLst/>
          </a:prstGeom>
          <a:noFill/>
        </p:spPr>
        <p:txBody>
          <a:bodyPr wrap="square" rtlCol="0">
            <a:spAutoFit/>
          </a:bodyPr>
          <a:lstStyle/>
          <a:p>
            <a:pPr algn="ctr"/>
            <a:r>
              <a:rPr lang="en-US" sz="900" dirty="0"/>
              <a:t>268</a:t>
            </a:r>
          </a:p>
        </p:txBody>
      </p:sp>
      <p:sp>
        <p:nvSpPr>
          <p:cNvPr id="73" name="TextBox 72">
            <a:extLst>
              <a:ext uri="{FF2B5EF4-FFF2-40B4-BE49-F238E27FC236}">
                <a16:creationId xmlns:a16="http://schemas.microsoft.com/office/drawing/2014/main" id="{FBFD4226-0DAB-44D0-8C7C-35B098D21967}"/>
              </a:ext>
            </a:extLst>
          </p:cNvPr>
          <p:cNvSpPr txBox="1"/>
          <p:nvPr/>
        </p:nvSpPr>
        <p:spPr>
          <a:xfrm>
            <a:off x="5147734" y="3287385"/>
            <a:ext cx="570089" cy="230832"/>
          </a:xfrm>
          <a:prstGeom prst="rect">
            <a:avLst/>
          </a:prstGeom>
          <a:noFill/>
        </p:spPr>
        <p:txBody>
          <a:bodyPr wrap="square" rtlCol="0">
            <a:spAutoFit/>
          </a:bodyPr>
          <a:lstStyle/>
          <a:p>
            <a:pPr algn="ctr"/>
            <a:r>
              <a:rPr lang="en-US" sz="900" dirty="0"/>
              <a:t>357</a:t>
            </a:r>
          </a:p>
        </p:txBody>
      </p:sp>
      <p:sp>
        <p:nvSpPr>
          <p:cNvPr id="78" name="TextBox 77">
            <a:extLst>
              <a:ext uri="{FF2B5EF4-FFF2-40B4-BE49-F238E27FC236}">
                <a16:creationId xmlns:a16="http://schemas.microsoft.com/office/drawing/2014/main" id="{B9B6BB61-434B-AB3C-29D9-9DA337B2F7E7}"/>
              </a:ext>
            </a:extLst>
          </p:cNvPr>
          <p:cNvSpPr txBox="1"/>
          <p:nvPr/>
        </p:nvSpPr>
        <p:spPr>
          <a:xfrm>
            <a:off x="6152446" y="3788329"/>
            <a:ext cx="570089" cy="230832"/>
          </a:xfrm>
          <a:prstGeom prst="rect">
            <a:avLst/>
          </a:prstGeom>
          <a:noFill/>
        </p:spPr>
        <p:txBody>
          <a:bodyPr wrap="square" rtlCol="0">
            <a:spAutoFit/>
          </a:bodyPr>
          <a:lstStyle/>
          <a:p>
            <a:pPr algn="ctr"/>
            <a:r>
              <a:rPr lang="en-US" sz="900" dirty="0"/>
              <a:t>357</a:t>
            </a:r>
          </a:p>
        </p:txBody>
      </p:sp>
      <p:sp>
        <p:nvSpPr>
          <p:cNvPr id="79" name="TextBox 78">
            <a:extLst>
              <a:ext uri="{FF2B5EF4-FFF2-40B4-BE49-F238E27FC236}">
                <a16:creationId xmlns:a16="http://schemas.microsoft.com/office/drawing/2014/main" id="{E8A79DDF-696C-A19C-E19C-B3AB094EBF83}"/>
              </a:ext>
            </a:extLst>
          </p:cNvPr>
          <p:cNvSpPr txBox="1"/>
          <p:nvPr/>
        </p:nvSpPr>
        <p:spPr>
          <a:xfrm>
            <a:off x="6214537" y="3237891"/>
            <a:ext cx="462845" cy="584775"/>
          </a:xfrm>
          <a:prstGeom prst="rect">
            <a:avLst/>
          </a:prstGeom>
          <a:noFill/>
        </p:spPr>
        <p:txBody>
          <a:bodyPr wrap="square" rtlCol="0">
            <a:spAutoFit/>
          </a:bodyPr>
          <a:lstStyle/>
          <a:p>
            <a:pPr algn="ctr"/>
            <a:r>
              <a:rPr lang="en-US" sz="3200" dirty="0"/>
              <a:t>9</a:t>
            </a:r>
          </a:p>
        </p:txBody>
      </p:sp>
      <p:sp>
        <p:nvSpPr>
          <p:cNvPr id="48" name="TextBox 47">
            <a:extLst>
              <a:ext uri="{FF2B5EF4-FFF2-40B4-BE49-F238E27FC236}">
                <a16:creationId xmlns:a16="http://schemas.microsoft.com/office/drawing/2014/main" id="{D303BCDB-F638-1CD5-C0AE-AC2701835724}"/>
              </a:ext>
            </a:extLst>
          </p:cNvPr>
          <p:cNvSpPr txBox="1"/>
          <p:nvPr/>
        </p:nvSpPr>
        <p:spPr>
          <a:xfrm>
            <a:off x="3716867" y="1727886"/>
            <a:ext cx="462845" cy="584775"/>
          </a:xfrm>
          <a:prstGeom prst="rect">
            <a:avLst/>
          </a:prstGeom>
          <a:noFill/>
        </p:spPr>
        <p:txBody>
          <a:bodyPr wrap="square" rtlCol="0">
            <a:spAutoFit/>
          </a:bodyPr>
          <a:lstStyle/>
          <a:p>
            <a:pPr algn="ctr"/>
            <a:r>
              <a:rPr lang="en-US" sz="3200" dirty="0"/>
              <a:t>4</a:t>
            </a:r>
          </a:p>
        </p:txBody>
      </p:sp>
      <p:sp>
        <p:nvSpPr>
          <p:cNvPr id="49" name="TextBox 48">
            <a:extLst>
              <a:ext uri="{FF2B5EF4-FFF2-40B4-BE49-F238E27FC236}">
                <a16:creationId xmlns:a16="http://schemas.microsoft.com/office/drawing/2014/main" id="{C8AB4106-A7A2-DE04-76E8-7E1436D86014}"/>
              </a:ext>
            </a:extLst>
          </p:cNvPr>
          <p:cNvSpPr txBox="1"/>
          <p:nvPr/>
        </p:nvSpPr>
        <p:spPr>
          <a:xfrm>
            <a:off x="5715003" y="3237891"/>
            <a:ext cx="462845" cy="584775"/>
          </a:xfrm>
          <a:prstGeom prst="rect">
            <a:avLst/>
          </a:prstGeom>
          <a:noFill/>
        </p:spPr>
        <p:txBody>
          <a:bodyPr wrap="square" rtlCol="0">
            <a:spAutoFit/>
          </a:bodyPr>
          <a:lstStyle/>
          <a:p>
            <a:pPr algn="ctr"/>
            <a:r>
              <a:rPr lang="en-US" sz="3200" dirty="0"/>
              <a:t>4</a:t>
            </a:r>
          </a:p>
        </p:txBody>
      </p:sp>
      <p:sp>
        <p:nvSpPr>
          <p:cNvPr id="46" name="TextBox 45">
            <a:extLst>
              <a:ext uri="{FF2B5EF4-FFF2-40B4-BE49-F238E27FC236}">
                <a16:creationId xmlns:a16="http://schemas.microsoft.com/office/drawing/2014/main" id="{A23C365C-A91E-7A09-1C5B-D5FE201CE69F}"/>
              </a:ext>
            </a:extLst>
          </p:cNvPr>
          <p:cNvSpPr txBox="1"/>
          <p:nvPr/>
        </p:nvSpPr>
        <p:spPr>
          <a:xfrm>
            <a:off x="3217333" y="721216"/>
            <a:ext cx="462845" cy="584775"/>
          </a:xfrm>
          <a:prstGeom prst="rect">
            <a:avLst/>
          </a:prstGeom>
          <a:noFill/>
        </p:spPr>
        <p:txBody>
          <a:bodyPr wrap="square" rtlCol="0">
            <a:spAutoFit/>
          </a:bodyPr>
          <a:lstStyle/>
          <a:p>
            <a:pPr algn="ctr"/>
            <a:r>
              <a:rPr lang="en-US" sz="3200" dirty="0"/>
              <a:t>9</a:t>
            </a:r>
          </a:p>
        </p:txBody>
      </p:sp>
      <p:sp>
        <p:nvSpPr>
          <p:cNvPr id="47" name="TextBox 46">
            <a:extLst>
              <a:ext uri="{FF2B5EF4-FFF2-40B4-BE49-F238E27FC236}">
                <a16:creationId xmlns:a16="http://schemas.microsoft.com/office/drawing/2014/main" id="{74ED5ADC-A9CC-6834-93D8-ABC341087B1A}"/>
              </a:ext>
            </a:extLst>
          </p:cNvPr>
          <p:cNvSpPr txBox="1"/>
          <p:nvPr/>
        </p:nvSpPr>
        <p:spPr>
          <a:xfrm>
            <a:off x="7213604" y="4747898"/>
            <a:ext cx="462845" cy="584775"/>
          </a:xfrm>
          <a:prstGeom prst="rect">
            <a:avLst/>
          </a:prstGeom>
          <a:noFill/>
        </p:spPr>
        <p:txBody>
          <a:bodyPr wrap="square" rtlCol="0">
            <a:spAutoFit/>
          </a:bodyPr>
          <a:lstStyle/>
          <a:p>
            <a:pPr algn="ctr"/>
            <a:r>
              <a:rPr lang="en-US" sz="3200" dirty="0"/>
              <a:t>1</a:t>
            </a:r>
          </a:p>
        </p:txBody>
      </p:sp>
      <p:sp>
        <p:nvSpPr>
          <p:cNvPr id="60" name="TextBox 59">
            <a:extLst>
              <a:ext uri="{FF2B5EF4-FFF2-40B4-BE49-F238E27FC236}">
                <a16:creationId xmlns:a16="http://schemas.microsoft.com/office/drawing/2014/main" id="{228A4F2C-AD51-3313-CB3F-A87416036F0E}"/>
              </a:ext>
            </a:extLst>
          </p:cNvPr>
          <p:cNvSpPr txBox="1"/>
          <p:nvPr/>
        </p:nvSpPr>
        <p:spPr>
          <a:xfrm>
            <a:off x="7213604" y="2734556"/>
            <a:ext cx="462845" cy="584775"/>
          </a:xfrm>
          <a:prstGeom prst="rect">
            <a:avLst/>
          </a:prstGeom>
          <a:noFill/>
        </p:spPr>
        <p:txBody>
          <a:bodyPr wrap="square" rtlCol="0">
            <a:spAutoFit/>
          </a:bodyPr>
          <a:lstStyle/>
          <a:p>
            <a:pPr algn="ctr"/>
            <a:r>
              <a:rPr lang="en-US" sz="3200" dirty="0"/>
              <a:t>6</a:t>
            </a:r>
          </a:p>
        </p:txBody>
      </p:sp>
      <p:sp>
        <p:nvSpPr>
          <p:cNvPr id="61" name="TextBox 60">
            <a:extLst>
              <a:ext uri="{FF2B5EF4-FFF2-40B4-BE49-F238E27FC236}">
                <a16:creationId xmlns:a16="http://schemas.microsoft.com/office/drawing/2014/main" id="{5AD4E4F4-C8E0-E32C-8B35-1AE907C944A6}"/>
              </a:ext>
            </a:extLst>
          </p:cNvPr>
          <p:cNvSpPr txBox="1"/>
          <p:nvPr/>
        </p:nvSpPr>
        <p:spPr>
          <a:xfrm>
            <a:off x="3640666" y="901933"/>
            <a:ext cx="570089" cy="230832"/>
          </a:xfrm>
          <a:prstGeom prst="rect">
            <a:avLst/>
          </a:prstGeom>
          <a:noFill/>
        </p:spPr>
        <p:txBody>
          <a:bodyPr wrap="square" rtlCol="0">
            <a:spAutoFit/>
          </a:bodyPr>
          <a:lstStyle/>
          <a:p>
            <a:pPr algn="ctr"/>
            <a:r>
              <a:rPr lang="en-US" sz="900" dirty="0"/>
              <a:t>28</a:t>
            </a:r>
          </a:p>
        </p:txBody>
      </p:sp>
      <p:sp>
        <p:nvSpPr>
          <p:cNvPr id="64" name="TextBox 63">
            <a:extLst>
              <a:ext uri="{FF2B5EF4-FFF2-40B4-BE49-F238E27FC236}">
                <a16:creationId xmlns:a16="http://schemas.microsoft.com/office/drawing/2014/main" id="{9A027582-0A80-A9F6-1202-A9FE48A52EEF}"/>
              </a:ext>
            </a:extLst>
          </p:cNvPr>
          <p:cNvSpPr txBox="1"/>
          <p:nvPr/>
        </p:nvSpPr>
        <p:spPr>
          <a:xfrm>
            <a:off x="5147734" y="901933"/>
            <a:ext cx="570089" cy="230832"/>
          </a:xfrm>
          <a:prstGeom prst="rect">
            <a:avLst/>
          </a:prstGeom>
          <a:noFill/>
        </p:spPr>
        <p:txBody>
          <a:bodyPr wrap="square" rtlCol="0">
            <a:spAutoFit/>
          </a:bodyPr>
          <a:lstStyle/>
          <a:p>
            <a:pPr algn="ctr"/>
            <a:r>
              <a:rPr lang="en-US" sz="900" dirty="0"/>
              <a:t>82</a:t>
            </a:r>
          </a:p>
        </p:txBody>
      </p:sp>
      <p:sp>
        <p:nvSpPr>
          <p:cNvPr id="65" name="TextBox 64">
            <a:extLst>
              <a:ext uri="{FF2B5EF4-FFF2-40B4-BE49-F238E27FC236}">
                <a16:creationId xmlns:a16="http://schemas.microsoft.com/office/drawing/2014/main" id="{FF870796-9799-6A0C-F5AE-6B7A8D025C09}"/>
              </a:ext>
            </a:extLst>
          </p:cNvPr>
          <p:cNvSpPr txBox="1"/>
          <p:nvPr/>
        </p:nvSpPr>
        <p:spPr>
          <a:xfrm>
            <a:off x="3640666" y="1402877"/>
            <a:ext cx="570089" cy="230832"/>
          </a:xfrm>
          <a:prstGeom prst="rect">
            <a:avLst/>
          </a:prstGeom>
          <a:noFill/>
        </p:spPr>
        <p:txBody>
          <a:bodyPr wrap="square" rtlCol="0">
            <a:spAutoFit/>
          </a:bodyPr>
          <a:lstStyle/>
          <a:p>
            <a:pPr algn="ctr"/>
            <a:r>
              <a:rPr lang="en-US" sz="900" dirty="0"/>
              <a:t>238</a:t>
            </a:r>
          </a:p>
        </p:txBody>
      </p:sp>
      <p:sp>
        <p:nvSpPr>
          <p:cNvPr id="67" name="TextBox 66">
            <a:extLst>
              <a:ext uri="{FF2B5EF4-FFF2-40B4-BE49-F238E27FC236}">
                <a16:creationId xmlns:a16="http://schemas.microsoft.com/office/drawing/2014/main" id="{92B08B9D-137E-7595-525C-EB61EE19720E}"/>
              </a:ext>
            </a:extLst>
          </p:cNvPr>
          <p:cNvSpPr txBox="1"/>
          <p:nvPr/>
        </p:nvSpPr>
        <p:spPr>
          <a:xfrm>
            <a:off x="5147734" y="1402877"/>
            <a:ext cx="570089" cy="230832"/>
          </a:xfrm>
          <a:prstGeom prst="rect">
            <a:avLst/>
          </a:prstGeom>
          <a:noFill/>
        </p:spPr>
        <p:txBody>
          <a:bodyPr wrap="square" rtlCol="0">
            <a:spAutoFit/>
          </a:bodyPr>
          <a:lstStyle/>
          <a:p>
            <a:pPr algn="ctr"/>
            <a:r>
              <a:rPr lang="en-US" sz="900" dirty="0"/>
              <a:t>268</a:t>
            </a:r>
          </a:p>
        </p:txBody>
      </p:sp>
      <p:sp>
        <p:nvSpPr>
          <p:cNvPr id="69" name="TextBox 68">
            <a:extLst>
              <a:ext uri="{FF2B5EF4-FFF2-40B4-BE49-F238E27FC236}">
                <a16:creationId xmlns:a16="http://schemas.microsoft.com/office/drawing/2014/main" id="{FF6DF045-172F-EF79-1222-9E1B61477950}"/>
              </a:ext>
            </a:extLst>
          </p:cNvPr>
          <p:cNvSpPr txBox="1"/>
          <p:nvPr/>
        </p:nvSpPr>
        <p:spPr>
          <a:xfrm>
            <a:off x="5650090" y="1402877"/>
            <a:ext cx="570089" cy="230832"/>
          </a:xfrm>
          <a:prstGeom prst="rect">
            <a:avLst/>
          </a:prstGeom>
          <a:noFill/>
        </p:spPr>
        <p:txBody>
          <a:bodyPr wrap="square" rtlCol="0">
            <a:spAutoFit/>
          </a:bodyPr>
          <a:lstStyle/>
          <a:p>
            <a:pPr algn="ctr"/>
            <a:r>
              <a:rPr lang="en-US" sz="900" dirty="0"/>
              <a:t>268</a:t>
            </a:r>
          </a:p>
        </p:txBody>
      </p:sp>
      <p:sp>
        <p:nvSpPr>
          <p:cNvPr id="77" name="TextBox 76">
            <a:extLst>
              <a:ext uri="{FF2B5EF4-FFF2-40B4-BE49-F238E27FC236}">
                <a16:creationId xmlns:a16="http://schemas.microsoft.com/office/drawing/2014/main" id="{DA67F9DC-DC06-EC15-3B60-E298AFC295E3}"/>
              </a:ext>
            </a:extLst>
          </p:cNvPr>
          <p:cNvSpPr txBox="1"/>
          <p:nvPr/>
        </p:nvSpPr>
        <p:spPr>
          <a:xfrm>
            <a:off x="3138310" y="1402877"/>
            <a:ext cx="570089" cy="230832"/>
          </a:xfrm>
          <a:prstGeom prst="rect">
            <a:avLst/>
          </a:prstGeom>
          <a:noFill/>
        </p:spPr>
        <p:txBody>
          <a:bodyPr wrap="square" rtlCol="0">
            <a:spAutoFit/>
          </a:bodyPr>
          <a:lstStyle/>
          <a:p>
            <a:pPr algn="ctr"/>
            <a:r>
              <a:rPr lang="en-US" sz="900" dirty="0"/>
              <a:t>23</a:t>
            </a:r>
          </a:p>
        </p:txBody>
      </p:sp>
      <p:sp>
        <p:nvSpPr>
          <p:cNvPr id="83" name="TextBox 82">
            <a:extLst>
              <a:ext uri="{FF2B5EF4-FFF2-40B4-BE49-F238E27FC236}">
                <a16:creationId xmlns:a16="http://schemas.microsoft.com/office/drawing/2014/main" id="{1FD7560D-C164-B5F9-9BFF-C58D0DDECC6A}"/>
              </a:ext>
            </a:extLst>
          </p:cNvPr>
          <p:cNvSpPr txBox="1"/>
          <p:nvPr/>
        </p:nvSpPr>
        <p:spPr>
          <a:xfrm>
            <a:off x="4645378" y="1903821"/>
            <a:ext cx="570089" cy="230832"/>
          </a:xfrm>
          <a:prstGeom prst="rect">
            <a:avLst/>
          </a:prstGeom>
          <a:noFill/>
        </p:spPr>
        <p:txBody>
          <a:bodyPr wrap="square" rtlCol="0">
            <a:spAutoFit/>
          </a:bodyPr>
          <a:lstStyle/>
          <a:p>
            <a:pPr algn="ctr"/>
            <a:r>
              <a:rPr lang="en-US" sz="900" dirty="0"/>
              <a:t>13</a:t>
            </a:r>
          </a:p>
        </p:txBody>
      </p:sp>
      <p:sp>
        <p:nvSpPr>
          <p:cNvPr id="84" name="TextBox 83">
            <a:extLst>
              <a:ext uri="{FF2B5EF4-FFF2-40B4-BE49-F238E27FC236}">
                <a16:creationId xmlns:a16="http://schemas.microsoft.com/office/drawing/2014/main" id="{DD18E899-4FB8-C661-5EF7-1938425138CF}"/>
              </a:ext>
            </a:extLst>
          </p:cNvPr>
          <p:cNvSpPr txBox="1"/>
          <p:nvPr/>
        </p:nvSpPr>
        <p:spPr>
          <a:xfrm>
            <a:off x="5650090" y="1903821"/>
            <a:ext cx="570089" cy="230832"/>
          </a:xfrm>
          <a:prstGeom prst="rect">
            <a:avLst/>
          </a:prstGeom>
          <a:noFill/>
        </p:spPr>
        <p:txBody>
          <a:bodyPr wrap="square" rtlCol="0">
            <a:spAutoFit/>
          </a:bodyPr>
          <a:lstStyle/>
          <a:p>
            <a:pPr algn="ctr"/>
            <a:r>
              <a:rPr lang="en-US" sz="900" dirty="0"/>
              <a:t>31</a:t>
            </a:r>
          </a:p>
        </p:txBody>
      </p:sp>
      <p:sp>
        <p:nvSpPr>
          <p:cNvPr id="85" name="TextBox 84">
            <a:extLst>
              <a:ext uri="{FF2B5EF4-FFF2-40B4-BE49-F238E27FC236}">
                <a16:creationId xmlns:a16="http://schemas.microsoft.com/office/drawing/2014/main" id="{2459E63A-169F-254C-AD4E-8A0C9B5115D4}"/>
              </a:ext>
            </a:extLst>
          </p:cNvPr>
          <p:cNvSpPr txBox="1"/>
          <p:nvPr/>
        </p:nvSpPr>
        <p:spPr>
          <a:xfrm>
            <a:off x="3138310" y="1903821"/>
            <a:ext cx="570089" cy="230832"/>
          </a:xfrm>
          <a:prstGeom prst="rect">
            <a:avLst/>
          </a:prstGeom>
          <a:noFill/>
        </p:spPr>
        <p:txBody>
          <a:bodyPr wrap="square" rtlCol="0">
            <a:spAutoFit/>
          </a:bodyPr>
          <a:lstStyle/>
          <a:p>
            <a:pPr algn="ctr"/>
            <a:r>
              <a:rPr lang="en-US" sz="900" dirty="0"/>
              <a:t>57</a:t>
            </a:r>
          </a:p>
        </p:txBody>
      </p:sp>
      <p:sp>
        <p:nvSpPr>
          <p:cNvPr id="87" name="TextBox 86">
            <a:extLst>
              <a:ext uri="{FF2B5EF4-FFF2-40B4-BE49-F238E27FC236}">
                <a16:creationId xmlns:a16="http://schemas.microsoft.com/office/drawing/2014/main" id="{10ACF035-2285-05F2-38D9-823942301AC8}"/>
              </a:ext>
            </a:extLst>
          </p:cNvPr>
          <p:cNvSpPr txBox="1"/>
          <p:nvPr/>
        </p:nvSpPr>
        <p:spPr>
          <a:xfrm>
            <a:off x="3138310" y="3406653"/>
            <a:ext cx="570089" cy="230832"/>
          </a:xfrm>
          <a:prstGeom prst="rect">
            <a:avLst/>
          </a:prstGeom>
          <a:noFill/>
        </p:spPr>
        <p:txBody>
          <a:bodyPr wrap="square" rtlCol="0">
            <a:spAutoFit/>
          </a:bodyPr>
          <a:lstStyle/>
          <a:p>
            <a:pPr algn="ctr"/>
            <a:r>
              <a:rPr lang="en-US" sz="900" dirty="0"/>
              <a:t>236</a:t>
            </a:r>
          </a:p>
        </p:txBody>
      </p:sp>
      <p:sp>
        <p:nvSpPr>
          <p:cNvPr id="88" name="TextBox 87">
            <a:extLst>
              <a:ext uri="{FF2B5EF4-FFF2-40B4-BE49-F238E27FC236}">
                <a16:creationId xmlns:a16="http://schemas.microsoft.com/office/drawing/2014/main" id="{5ED6D660-3BC9-7270-68F5-034B643BB4E9}"/>
              </a:ext>
            </a:extLst>
          </p:cNvPr>
          <p:cNvSpPr txBox="1"/>
          <p:nvPr/>
        </p:nvSpPr>
        <p:spPr>
          <a:xfrm>
            <a:off x="4645378" y="4408541"/>
            <a:ext cx="570089" cy="230832"/>
          </a:xfrm>
          <a:prstGeom prst="rect">
            <a:avLst/>
          </a:prstGeom>
          <a:noFill/>
        </p:spPr>
        <p:txBody>
          <a:bodyPr wrap="square" rtlCol="0">
            <a:spAutoFit/>
          </a:bodyPr>
          <a:lstStyle/>
          <a:p>
            <a:pPr algn="ctr"/>
            <a:r>
              <a:rPr lang="en-US" sz="900" dirty="0"/>
              <a:t>2568</a:t>
            </a:r>
          </a:p>
        </p:txBody>
      </p:sp>
      <p:sp>
        <p:nvSpPr>
          <p:cNvPr id="89" name="TextBox 88">
            <a:extLst>
              <a:ext uri="{FF2B5EF4-FFF2-40B4-BE49-F238E27FC236}">
                <a16:creationId xmlns:a16="http://schemas.microsoft.com/office/drawing/2014/main" id="{9A0A679F-1B83-BDDE-E609-D2E8A864F71F}"/>
              </a:ext>
            </a:extLst>
          </p:cNvPr>
          <p:cNvSpPr txBox="1"/>
          <p:nvPr/>
        </p:nvSpPr>
        <p:spPr>
          <a:xfrm>
            <a:off x="4645378" y="4909484"/>
            <a:ext cx="570089" cy="230832"/>
          </a:xfrm>
          <a:prstGeom prst="rect">
            <a:avLst/>
          </a:prstGeom>
          <a:noFill/>
        </p:spPr>
        <p:txBody>
          <a:bodyPr wrap="square" rtlCol="0">
            <a:spAutoFit/>
          </a:bodyPr>
          <a:lstStyle/>
          <a:p>
            <a:pPr algn="ctr"/>
            <a:r>
              <a:rPr lang="en-US" sz="900" dirty="0"/>
              <a:t>23568</a:t>
            </a:r>
          </a:p>
        </p:txBody>
      </p:sp>
      <p:sp>
        <p:nvSpPr>
          <p:cNvPr id="90" name="TextBox 89">
            <a:extLst>
              <a:ext uri="{FF2B5EF4-FFF2-40B4-BE49-F238E27FC236}">
                <a16:creationId xmlns:a16="http://schemas.microsoft.com/office/drawing/2014/main" id="{F9BC4727-6760-A05A-6259-0E22736CA1F3}"/>
              </a:ext>
            </a:extLst>
          </p:cNvPr>
          <p:cNvSpPr txBox="1"/>
          <p:nvPr/>
        </p:nvSpPr>
        <p:spPr>
          <a:xfrm>
            <a:off x="5147734" y="4909484"/>
            <a:ext cx="570089" cy="230832"/>
          </a:xfrm>
          <a:prstGeom prst="rect">
            <a:avLst/>
          </a:prstGeom>
          <a:noFill/>
        </p:spPr>
        <p:txBody>
          <a:bodyPr wrap="square" rtlCol="0">
            <a:spAutoFit/>
          </a:bodyPr>
          <a:lstStyle/>
          <a:p>
            <a:pPr algn="ctr"/>
            <a:r>
              <a:rPr lang="en-US" sz="900" dirty="0"/>
              <a:t>235678</a:t>
            </a:r>
          </a:p>
        </p:txBody>
      </p:sp>
      <p:sp>
        <p:nvSpPr>
          <p:cNvPr id="91" name="TextBox 90">
            <a:extLst>
              <a:ext uri="{FF2B5EF4-FFF2-40B4-BE49-F238E27FC236}">
                <a16:creationId xmlns:a16="http://schemas.microsoft.com/office/drawing/2014/main" id="{FACB653C-BD23-C0C1-752C-5FA64FE65A34}"/>
              </a:ext>
            </a:extLst>
          </p:cNvPr>
          <p:cNvSpPr txBox="1"/>
          <p:nvPr/>
        </p:nvSpPr>
        <p:spPr>
          <a:xfrm>
            <a:off x="5650090" y="4909484"/>
            <a:ext cx="570089" cy="230832"/>
          </a:xfrm>
          <a:prstGeom prst="rect">
            <a:avLst/>
          </a:prstGeom>
          <a:noFill/>
        </p:spPr>
        <p:txBody>
          <a:bodyPr wrap="square" rtlCol="0">
            <a:spAutoFit/>
          </a:bodyPr>
          <a:lstStyle/>
          <a:p>
            <a:pPr algn="ctr"/>
            <a:r>
              <a:rPr lang="en-US" sz="900" dirty="0"/>
              <a:t>23678</a:t>
            </a:r>
          </a:p>
        </p:txBody>
      </p:sp>
      <p:sp>
        <p:nvSpPr>
          <p:cNvPr id="92" name="TextBox 91">
            <a:extLst>
              <a:ext uri="{FF2B5EF4-FFF2-40B4-BE49-F238E27FC236}">
                <a16:creationId xmlns:a16="http://schemas.microsoft.com/office/drawing/2014/main" id="{F8861EE4-C556-831A-8120-1F3F1F4C8B6A}"/>
              </a:ext>
            </a:extLst>
          </p:cNvPr>
          <p:cNvSpPr txBox="1"/>
          <p:nvPr/>
        </p:nvSpPr>
        <p:spPr>
          <a:xfrm>
            <a:off x="6152446" y="4909484"/>
            <a:ext cx="570089" cy="230832"/>
          </a:xfrm>
          <a:prstGeom prst="rect">
            <a:avLst/>
          </a:prstGeom>
          <a:noFill/>
        </p:spPr>
        <p:txBody>
          <a:bodyPr wrap="square" rtlCol="0">
            <a:spAutoFit/>
          </a:bodyPr>
          <a:lstStyle/>
          <a:p>
            <a:pPr algn="ctr"/>
            <a:r>
              <a:rPr lang="en-US" sz="900" dirty="0"/>
              <a:t>23567</a:t>
            </a:r>
          </a:p>
        </p:txBody>
      </p:sp>
      <p:sp>
        <p:nvSpPr>
          <p:cNvPr id="93" name="TextBox 92">
            <a:extLst>
              <a:ext uri="{FF2B5EF4-FFF2-40B4-BE49-F238E27FC236}">
                <a16:creationId xmlns:a16="http://schemas.microsoft.com/office/drawing/2014/main" id="{DDE67213-73AB-80F1-6E70-4B4A432BA50D}"/>
              </a:ext>
            </a:extLst>
          </p:cNvPr>
          <p:cNvSpPr txBox="1"/>
          <p:nvPr/>
        </p:nvSpPr>
        <p:spPr>
          <a:xfrm>
            <a:off x="6654802" y="4909484"/>
            <a:ext cx="570089" cy="230832"/>
          </a:xfrm>
          <a:prstGeom prst="rect">
            <a:avLst/>
          </a:prstGeom>
          <a:noFill/>
        </p:spPr>
        <p:txBody>
          <a:bodyPr wrap="square" rtlCol="0">
            <a:spAutoFit/>
          </a:bodyPr>
          <a:lstStyle/>
          <a:p>
            <a:pPr algn="ctr"/>
            <a:r>
              <a:rPr lang="en-US" sz="900" dirty="0"/>
              <a:t>23578</a:t>
            </a:r>
          </a:p>
        </p:txBody>
      </p:sp>
      <p:sp>
        <p:nvSpPr>
          <p:cNvPr id="94" name="TextBox 93">
            <a:extLst>
              <a:ext uri="{FF2B5EF4-FFF2-40B4-BE49-F238E27FC236}">
                <a16:creationId xmlns:a16="http://schemas.microsoft.com/office/drawing/2014/main" id="{DFCCCFE8-B7C7-76FB-0B7C-27890ACB318C}"/>
              </a:ext>
            </a:extLst>
          </p:cNvPr>
          <p:cNvSpPr txBox="1"/>
          <p:nvPr/>
        </p:nvSpPr>
        <p:spPr>
          <a:xfrm>
            <a:off x="6152446" y="2905709"/>
            <a:ext cx="570089" cy="230832"/>
          </a:xfrm>
          <a:prstGeom prst="rect">
            <a:avLst/>
          </a:prstGeom>
          <a:noFill/>
        </p:spPr>
        <p:txBody>
          <a:bodyPr wrap="square" rtlCol="0">
            <a:spAutoFit/>
          </a:bodyPr>
          <a:lstStyle/>
          <a:p>
            <a:pPr algn="ctr"/>
            <a:r>
              <a:rPr lang="en-US" sz="900" dirty="0"/>
              <a:t>2357</a:t>
            </a:r>
          </a:p>
        </p:txBody>
      </p:sp>
      <p:sp>
        <p:nvSpPr>
          <p:cNvPr id="95" name="TextBox 94">
            <a:extLst>
              <a:ext uri="{FF2B5EF4-FFF2-40B4-BE49-F238E27FC236}">
                <a16:creationId xmlns:a16="http://schemas.microsoft.com/office/drawing/2014/main" id="{A7F0BC37-2E30-5115-F107-BBCAB96D95A1}"/>
              </a:ext>
            </a:extLst>
          </p:cNvPr>
          <p:cNvSpPr txBox="1"/>
          <p:nvPr/>
        </p:nvSpPr>
        <p:spPr>
          <a:xfrm>
            <a:off x="3640666" y="2905709"/>
            <a:ext cx="570089" cy="230832"/>
          </a:xfrm>
          <a:prstGeom prst="rect">
            <a:avLst/>
          </a:prstGeom>
          <a:noFill/>
        </p:spPr>
        <p:txBody>
          <a:bodyPr wrap="square" rtlCol="0">
            <a:spAutoFit/>
          </a:bodyPr>
          <a:lstStyle/>
          <a:p>
            <a:pPr algn="ctr"/>
            <a:r>
              <a:rPr lang="en-US" sz="900" dirty="0"/>
              <a:t>75</a:t>
            </a:r>
          </a:p>
        </p:txBody>
      </p:sp>
      <p:sp>
        <p:nvSpPr>
          <p:cNvPr id="96" name="TextBox 95">
            <a:extLst>
              <a:ext uri="{FF2B5EF4-FFF2-40B4-BE49-F238E27FC236}">
                <a16:creationId xmlns:a16="http://schemas.microsoft.com/office/drawing/2014/main" id="{FE25A8F4-F271-36DB-AC27-F8627860E3B3}"/>
              </a:ext>
            </a:extLst>
          </p:cNvPr>
          <p:cNvSpPr txBox="1"/>
          <p:nvPr/>
        </p:nvSpPr>
        <p:spPr>
          <a:xfrm>
            <a:off x="5650090" y="2905709"/>
            <a:ext cx="570089" cy="230832"/>
          </a:xfrm>
          <a:prstGeom prst="rect">
            <a:avLst/>
          </a:prstGeom>
          <a:noFill/>
        </p:spPr>
        <p:txBody>
          <a:bodyPr wrap="square" rtlCol="0">
            <a:spAutoFit/>
          </a:bodyPr>
          <a:lstStyle/>
          <a:p>
            <a:pPr algn="ctr"/>
            <a:r>
              <a:rPr lang="en-US" sz="900" dirty="0"/>
              <a:t>12378</a:t>
            </a:r>
          </a:p>
        </p:txBody>
      </p:sp>
      <p:sp>
        <p:nvSpPr>
          <p:cNvPr id="97" name="TextBox 96">
            <a:extLst>
              <a:ext uri="{FF2B5EF4-FFF2-40B4-BE49-F238E27FC236}">
                <a16:creationId xmlns:a16="http://schemas.microsoft.com/office/drawing/2014/main" id="{5F6DE9D7-B0E0-DA30-BAD9-A8F6A8B715A7}"/>
              </a:ext>
            </a:extLst>
          </p:cNvPr>
          <p:cNvSpPr txBox="1"/>
          <p:nvPr/>
        </p:nvSpPr>
        <p:spPr>
          <a:xfrm>
            <a:off x="3138310" y="2905709"/>
            <a:ext cx="570089" cy="230832"/>
          </a:xfrm>
          <a:prstGeom prst="rect">
            <a:avLst/>
          </a:prstGeom>
          <a:noFill/>
        </p:spPr>
        <p:txBody>
          <a:bodyPr wrap="square" rtlCol="0">
            <a:spAutoFit/>
          </a:bodyPr>
          <a:lstStyle/>
          <a:p>
            <a:pPr algn="ctr"/>
            <a:r>
              <a:rPr lang="en-US" sz="900" dirty="0"/>
              <a:t>123</a:t>
            </a:r>
          </a:p>
        </p:txBody>
      </p:sp>
      <p:sp>
        <p:nvSpPr>
          <p:cNvPr id="98" name="TextBox 97">
            <a:extLst>
              <a:ext uri="{FF2B5EF4-FFF2-40B4-BE49-F238E27FC236}">
                <a16:creationId xmlns:a16="http://schemas.microsoft.com/office/drawing/2014/main" id="{768F124F-EE63-2532-1C2C-41609DC5F7C9}"/>
              </a:ext>
            </a:extLst>
          </p:cNvPr>
          <p:cNvSpPr txBox="1"/>
          <p:nvPr/>
        </p:nvSpPr>
        <p:spPr>
          <a:xfrm>
            <a:off x="4645378" y="2404765"/>
            <a:ext cx="570089" cy="230832"/>
          </a:xfrm>
          <a:prstGeom prst="rect">
            <a:avLst/>
          </a:prstGeom>
          <a:noFill/>
        </p:spPr>
        <p:txBody>
          <a:bodyPr wrap="square" rtlCol="0">
            <a:spAutoFit/>
          </a:bodyPr>
          <a:lstStyle/>
          <a:p>
            <a:pPr algn="ctr"/>
            <a:r>
              <a:rPr lang="en-US" sz="900" dirty="0"/>
              <a:t>12356</a:t>
            </a:r>
          </a:p>
        </p:txBody>
      </p:sp>
      <p:sp>
        <p:nvSpPr>
          <p:cNvPr id="99" name="TextBox 98">
            <a:extLst>
              <a:ext uri="{FF2B5EF4-FFF2-40B4-BE49-F238E27FC236}">
                <a16:creationId xmlns:a16="http://schemas.microsoft.com/office/drawing/2014/main" id="{98D93D2E-5EF4-5A8F-AFD3-638735579EF5}"/>
              </a:ext>
            </a:extLst>
          </p:cNvPr>
          <p:cNvSpPr txBox="1"/>
          <p:nvPr/>
        </p:nvSpPr>
        <p:spPr>
          <a:xfrm>
            <a:off x="3138310" y="2404765"/>
            <a:ext cx="570089" cy="230832"/>
          </a:xfrm>
          <a:prstGeom prst="rect">
            <a:avLst/>
          </a:prstGeom>
          <a:noFill/>
        </p:spPr>
        <p:txBody>
          <a:bodyPr wrap="square" rtlCol="0">
            <a:spAutoFit/>
          </a:bodyPr>
          <a:lstStyle/>
          <a:p>
            <a:pPr algn="ctr"/>
            <a:r>
              <a:rPr lang="en-US" sz="900" dirty="0"/>
              <a:t>1236</a:t>
            </a:r>
          </a:p>
        </p:txBody>
      </p:sp>
      <p:sp>
        <p:nvSpPr>
          <p:cNvPr id="100" name="TextBox 99">
            <a:extLst>
              <a:ext uri="{FF2B5EF4-FFF2-40B4-BE49-F238E27FC236}">
                <a16:creationId xmlns:a16="http://schemas.microsoft.com/office/drawing/2014/main" id="{1DB976EC-02DB-439E-CC5A-311CED6BB516}"/>
              </a:ext>
            </a:extLst>
          </p:cNvPr>
          <p:cNvSpPr txBox="1"/>
          <p:nvPr/>
        </p:nvSpPr>
        <p:spPr>
          <a:xfrm>
            <a:off x="4645378" y="3907597"/>
            <a:ext cx="570089" cy="230832"/>
          </a:xfrm>
          <a:prstGeom prst="rect">
            <a:avLst/>
          </a:prstGeom>
          <a:noFill/>
        </p:spPr>
        <p:txBody>
          <a:bodyPr wrap="square" rtlCol="0">
            <a:spAutoFit/>
          </a:bodyPr>
          <a:lstStyle/>
          <a:p>
            <a:pPr algn="ctr"/>
            <a:r>
              <a:rPr lang="en-US" sz="900" dirty="0"/>
              <a:t>135</a:t>
            </a:r>
          </a:p>
        </p:txBody>
      </p:sp>
      <p:sp>
        <p:nvSpPr>
          <p:cNvPr id="101" name="TextBox 100">
            <a:extLst>
              <a:ext uri="{FF2B5EF4-FFF2-40B4-BE49-F238E27FC236}">
                <a16:creationId xmlns:a16="http://schemas.microsoft.com/office/drawing/2014/main" id="{8A0F32CF-E483-6A74-C543-AB1D3DD37679}"/>
              </a:ext>
            </a:extLst>
          </p:cNvPr>
          <p:cNvSpPr txBox="1"/>
          <p:nvPr/>
        </p:nvSpPr>
        <p:spPr>
          <a:xfrm>
            <a:off x="3716867" y="4244561"/>
            <a:ext cx="462845" cy="584775"/>
          </a:xfrm>
          <a:prstGeom prst="rect">
            <a:avLst/>
          </a:prstGeom>
          <a:noFill/>
        </p:spPr>
        <p:txBody>
          <a:bodyPr wrap="square" rtlCol="0">
            <a:spAutoFit/>
          </a:bodyPr>
          <a:lstStyle/>
          <a:p>
            <a:pPr algn="ctr"/>
            <a:r>
              <a:rPr lang="en-US" sz="3200" dirty="0"/>
              <a:t>1</a:t>
            </a:r>
          </a:p>
        </p:txBody>
      </p:sp>
      <p:sp>
        <p:nvSpPr>
          <p:cNvPr id="53" name="TextBox 52">
            <a:extLst>
              <a:ext uri="{FF2B5EF4-FFF2-40B4-BE49-F238E27FC236}">
                <a16:creationId xmlns:a16="http://schemas.microsoft.com/office/drawing/2014/main" id="{E305647A-790D-F399-783F-602D8C8DB909}"/>
              </a:ext>
            </a:extLst>
          </p:cNvPr>
          <p:cNvSpPr txBox="1"/>
          <p:nvPr/>
        </p:nvSpPr>
        <p:spPr>
          <a:xfrm>
            <a:off x="4216401" y="3741226"/>
            <a:ext cx="462845" cy="584775"/>
          </a:xfrm>
          <a:prstGeom prst="rect">
            <a:avLst/>
          </a:prstGeom>
          <a:noFill/>
        </p:spPr>
        <p:txBody>
          <a:bodyPr wrap="square" rtlCol="0">
            <a:spAutoFit/>
          </a:bodyPr>
          <a:lstStyle/>
          <a:p>
            <a:pPr algn="ctr"/>
            <a:r>
              <a:rPr lang="en-US" sz="3200" dirty="0"/>
              <a:t>2</a:t>
            </a:r>
          </a:p>
        </p:txBody>
      </p:sp>
      <p:sp>
        <p:nvSpPr>
          <p:cNvPr id="56" name="TextBox 55">
            <a:extLst>
              <a:ext uri="{FF2B5EF4-FFF2-40B4-BE49-F238E27FC236}">
                <a16:creationId xmlns:a16="http://schemas.microsoft.com/office/drawing/2014/main" id="{8773F6DC-C60E-223C-C435-965C21774725}"/>
              </a:ext>
            </a:extLst>
          </p:cNvPr>
          <p:cNvSpPr txBox="1"/>
          <p:nvPr/>
        </p:nvSpPr>
        <p:spPr>
          <a:xfrm>
            <a:off x="6214537" y="721216"/>
            <a:ext cx="462845" cy="584775"/>
          </a:xfrm>
          <a:prstGeom prst="rect">
            <a:avLst/>
          </a:prstGeom>
          <a:noFill/>
        </p:spPr>
        <p:txBody>
          <a:bodyPr wrap="square" rtlCol="0">
            <a:spAutoFit/>
          </a:bodyPr>
          <a:lstStyle/>
          <a:p>
            <a:pPr algn="ctr"/>
            <a:r>
              <a:rPr lang="en-US" sz="3200" dirty="0"/>
              <a:t>1</a:t>
            </a:r>
          </a:p>
        </p:txBody>
      </p:sp>
      <p:sp>
        <p:nvSpPr>
          <p:cNvPr id="54" name="TextBox 53">
            <a:extLst>
              <a:ext uri="{FF2B5EF4-FFF2-40B4-BE49-F238E27FC236}">
                <a16:creationId xmlns:a16="http://schemas.microsoft.com/office/drawing/2014/main" id="{4896981D-754F-95A4-29B2-6D8C6D04F346}"/>
              </a:ext>
            </a:extLst>
          </p:cNvPr>
          <p:cNvSpPr txBox="1"/>
          <p:nvPr/>
        </p:nvSpPr>
        <p:spPr>
          <a:xfrm>
            <a:off x="4216401" y="3237891"/>
            <a:ext cx="462845" cy="584775"/>
          </a:xfrm>
          <a:prstGeom prst="rect">
            <a:avLst/>
          </a:prstGeom>
          <a:noFill/>
        </p:spPr>
        <p:txBody>
          <a:bodyPr wrap="square" rtlCol="0">
            <a:spAutoFit/>
          </a:bodyPr>
          <a:lstStyle/>
          <a:p>
            <a:pPr algn="ctr"/>
            <a:r>
              <a:rPr lang="en-US" sz="3200" dirty="0"/>
              <a:t>8</a:t>
            </a:r>
          </a:p>
        </p:txBody>
      </p:sp>
    </p:spTree>
    <p:extLst>
      <p:ext uri="{BB962C8B-B14F-4D97-AF65-F5344CB8AC3E}">
        <p14:creationId xmlns:p14="http://schemas.microsoft.com/office/powerpoint/2010/main" val="593452534"/>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72BA97F-FDD0-1DEE-2EA3-FBCADF88BE4E}"/>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D64BD434-EA55-9538-54DD-4A85698596AB}"/>
              </a:ext>
            </a:extLst>
          </p:cNvPr>
          <p:cNvSpPr>
            <a:spLocks noGrp="1"/>
          </p:cNvSpPr>
          <p:nvPr>
            <p:ph sz="half" idx="1"/>
          </p:nvPr>
        </p:nvSpPr>
        <p:spPr/>
        <p:txBody>
          <a:bodyPr>
            <a:normAutofit/>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6940CE63-DCC6-1033-AFD7-E9A659EA830B}"/>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C1A17A48-A2B7-DACA-6094-91A367CCF48C}"/>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E52323BF-9FE5-3B7F-A689-5AC01BCF27EE}"/>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A996AE4E-ACDC-7A3E-9E0F-A77F9F39D1E9}"/>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2BEBA843-9D5F-718C-7364-B998F6827623}"/>
              </a:ext>
            </a:extLst>
          </p:cNvPr>
          <p:cNvSpPr txBox="1"/>
          <p:nvPr/>
        </p:nvSpPr>
        <p:spPr>
          <a:xfrm>
            <a:off x="4715935" y="1224551"/>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8" name="TextBox 7">
            <a:extLst>
              <a:ext uri="{FF2B5EF4-FFF2-40B4-BE49-F238E27FC236}">
                <a16:creationId xmlns:a16="http://schemas.microsoft.com/office/drawing/2014/main" id="{2201963E-554B-303C-4A5C-F2E99725365A}"/>
              </a:ext>
            </a:extLst>
          </p:cNvPr>
          <p:cNvSpPr txBox="1"/>
          <p:nvPr/>
        </p:nvSpPr>
        <p:spPr>
          <a:xfrm>
            <a:off x="6214537" y="122455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9" name="TextBox 8">
            <a:extLst>
              <a:ext uri="{FF2B5EF4-FFF2-40B4-BE49-F238E27FC236}">
                <a16:creationId xmlns:a16="http://schemas.microsoft.com/office/drawing/2014/main" id="{0E1CDBF8-AF7A-0B60-7870-2028D8B637BE}"/>
              </a:ext>
            </a:extLst>
          </p:cNvPr>
          <p:cNvSpPr txBox="1"/>
          <p:nvPr/>
        </p:nvSpPr>
        <p:spPr>
          <a:xfrm>
            <a:off x="6714071" y="1224551"/>
            <a:ext cx="462845" cy="584775"/>
          </a:xfrm>
          <a:prstGeom prst="rect">
            <a:avLst/>
          </a:prstGeom>
          <a:solidFill>
            <a:srgbClr val="FFFF00">
              <a:alpha val="30000"/>
            </a:srgbClr>
          </a:solidFill>
        </p:spPr>
        <p:txBody>
          <a:bodyPr wrap="square" rtlCol="0">
            <a:spAutoFit/>
          </a:bodyPr>
          <a:lstStyle/>
          <a:p>
            <a:pPr algn="ctr"/>
            <a:r>
              <a:rPr lang="en-US" sz="3200" dirty="0"/>
              <a:t>9</a:t>
            </a:r>
          </a:p>
        </p:txBody>
      </p:sp>
      <p:sp>
        <p:nvSpPr>
          <p:cNvPr id="10" name="TextBox 9">
            <a:extLst>
              <a:ext uri="{FF2B5EF4-FFF2-40B4-BE49-F238E27FC236}">
                <a16:creationId xmlns:a16="http://schemas.microsoft.com/office/drawing/2014/main" id="{83661DE5-4214-9E6A-0242-B87F0B7D6CDB}"/>
              </a:ext>
            </a:extLst>
          </p:cNvPr>
          <p:cNvSpPr txBox="1"/>
          <p:nvPr/>
        </p:nvSpPr>
        <p:spPr>
          <a:xfrm>
            <a:off x="7213604" y="122455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11" name="TextBox 10">
            <a:extLst>
              <a:ext uri="{FF2B5EF4-FFF2-40B4-BE49-F238E27FC236}">
                <a16:creationId xmlns:a16="http://schemas.microsoft.com/office/drawing/2014/main" id="{D2F1CCD6-BCE9-F485-6263-9D7021E0E7C0}"/>
              </a:ext>
            </a:extLst>
          </p:cNvPr>
          <p:cNvSpPr txBox="1"/>
          <p:nvPr/>
        </p:nvSpPr>
        <p:spPr>
          <a:xfrm>
            <a:off x="6714071" y="721216"/>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12" name="TextBox 11">
            <a:extLst>
              <a:ext uri="{FF2B5EF4-FFF2-40B4-BE49-F238E27FC236}">
                <a16:creationId xmlns:a16="http://schemas.microsoft.com/office/drawing/2014/main" id="{5C160E36-8DAE-3E7E-4B8B-AAA2F611C2C9}"/>
              </a:ext>
            </a:extLst>
          </p:cNvPr>
          <p:cNvSpPr txBox="1"/>
          <p:nvPr/>
        </p:nvSpPr>
        <p:spPr>
          <a:xfrm>
            <a:off x="7213604" y="721216"/>
            <a:ext cx="462845" cy="584775"/>
          </a:xfrm>
          <a:prstGeom prst="rect">
            <a:avLst/>
          </a:prstGeom>
          <a:solidFill>
            <a:srgbClr val="FF0000">
              <a:alpha val="30000"/>
            </a:srgbClr>
          </a:solidFill>
        </p:spPr>
        <p:txBody>
          <a:bodyPr wrap="square" rtlCol="0">
            <a:spAutoFit/>
          </a:bodyPr>
          <a:lstStyle/>
          <a:p>
            <a:pPr algn="ctr"/>
            <a:r>
              <a:rPr lang="en-US" sz="3200" dirty="0"/>
              <a:t>3</a:t>
            </a:r>
          </a:p>
        </p:txBody>
      </p:sp>
      <p:sp>
        <p:nvSpPr>
          <p:cNvPr id="13" name="TextBox 12">
            <a:extLst>
              <a:ext uri="{FF2B5EF4-FFF2-40B4-BE49-F238E27FC236}">
                <a16:creationId xmlns:a16="http://schemas.microsoft.com/office/drawing/2014/main" id="{3E5D1B22-1A61-E80B-71F2-F44248CF2119}"/>
              </a:ext>
            </a:extLst>
          </p:cNvPr>
          <p:cNvSpPr txBox="1"/>
          <p:nvPr/>
        </p:nvSpPr>
        <p:spPr>
          <a:xfrm>
            <a:off x="4216401" y="1727886"/>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14" name="TextBox 13">
            <a:extLst>
              <a:ext uri="{FF2B5EF4-FFF2-40B4-BE49-F238E27FC236}">
                <a16:creationId xmlns:a16="http://schemas.microsoft.com/office/drawing/2014/main" id="{490A6924-AF1E-AECD-B2AE-5A0A51E089DF}"/>
              </a:ext>
            </a:extLst>
          </p:cNvPr>
          <p:cNvSpPr txBox="1"/>
          <p:nvPr/>
        </p:nvSpPr>
        <p:spPr>
          <a:xfrm>
            <a:off x="5215469" y="1727886"/>
            <a:ext cx="462845" cy="584775"/>
          </a:xfrm>
          <a:prstGeom prst="rect">
            <a:avLst/>
          </a:prstGeom>
          <a:solidFill>
            <a:srgbClr val="00B050">
              <a:alpha val="40000"/>
            </a:srgbClr>
          </a:solidFill>
        </p:spPr>
        <p:txBody>
          <a:bodyPr wrap="square" rtlCol="0">
            <a:spAutoFit/>
          </a:bodyPr>
          <a:lstStyle/>
          <a:p>
            <a:pPr algn="ctr"/>
            <a:r>
              <a:rPr lang="en-US" sz="3200" dirty="0"/>
              <a:t>9</a:t>
            </a:r>
          </a:p>
        </p:txBody>
      </p:sp>
      <p:sp>
        <p:nvSpPr>
          <p:cNvPr id="15" name="TextBox 14">
            <a:extLst>
              <a:ext uri="{FF2B5EF4-FFF2-40B4-BE49-F238E27FC236}">
                <a16:creationId xmlns:a16="http://schemas.microsoft.com/office/drawing/2014/main" id="{F0D13AC9-4E01-B669-2E33-A32A83262D04}"/>
              </a:ext>
            </a:extLst>
          </p:cNvPr>
          <p:cNvSpPr txBox="1"/>
          <p:nvPr/>
        </p:nvSpPr>
        <p:spPr>
          <a:xfrm>
            <a:off x="6214537" y="1727886"/>
            <a:ext cx="462845" cy="584775"/>
          </a:xfrm>
          <a:prstGeom prst="rect">
            <a:avLst/>
          </a:prstGeom>
          <a:solidFill>
            <a:srgbClr val="00B0F0">
              <a:alpha val="30000"/>
            </a:srgbClr>
          </a:solidFill>
        </p:spPr>
        <p:txBody>
          <a:bodyPr wrap="square" rtlCol="0">
            <a:spAutoFit/>
          </a:bodyPr>
          <a:lstStyle/>
          <a:p>
            <a:pPr algn="ctr"/>
            <a:r>
              <a:rPr lang="en-US" sz="3200" dirty="0"/>
              <a:t>8</a:t>
            </a:r>
          </a:p>
        </p:txBody>
      </p:sp>
      <p:sp>
        <p:nvSpPr>
          <p:cNvPr id="16" name="TextBox 15">
            <a:extLst>
              <a:ext uri="{FF2B5EF4-FFF2-40B4-BE49-F238E27FC236}">
                <a16:creationId xmlns:a16="http://schemas.microsoft.com/office/drawing/2014/main" id="{E75B652F-649F-9571-6A42-D648D0A1BA15}"/>
              </a:ext>
            </a:extLst>
          </p:cNvPr>
          <p:cNvSpPr txBox="1"/>
          <p:nvPr/>
        </p:nvSpPr>
        <p:spPr>
          <a:xfrm>
            <a:off x="6714071" y="1727886"/>
            <a:ext cx="462845" cy="584775"/>
          </a:xfrm>
          <a:prstGeom prst="rect">
            <a:avLst/>
          </a:prstGeom>
          <a:solidFill>
            <a:srgbClr val="0070C0">
              <a:alpha val="40000"/>
            </a:srgbClr>
          </a:solidFill>
        </p:spPr>
        <p:txBody>
          <a:bodyPr wrap="square" rtlCol="0">
            <a:spAutoFit/>
          </a:bodyPr>
          <a:lstStyle/>
          <a:p>
            <a:pPr algn="ctr"/>
            <a:r>
              <a:rPr lang="en-US" sz="3200" dirty="0"/>
              <a:t>6</a:t>
            </a:r>
          </a:p>
        </p:txBody>
      </p:sp>
      <p:sp>
        <p:nvSpPr>
          <p:cNvPr id="17" name="TextBox 16">
            <a:extLst>
              <a:ext uri="{FF2B5EF4-FFF2-40B4-BE49-F238E27FC236}">
                <a16:creationId xmlns:a16="http://schemas.microsoft.com/office/drawing/2014/main" id="{73EFD1FB-7206-A8D5-E7C8-A1B26AF72CF5}"/>
              </a:ext>
            </a:extLst>
          </p:cNvPr>
          <p:cNvSpPr txBox="1"/>
          <p:nvPr/>
        </p:nvSpPr>
        <p:spPr>
          <a:xfrm>
            <a:off x="3716867" y="223122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18" name="TextBox 17">
            <a:extLst>
              <a:ext uri="{FF2B5EF4-FFF2-40B4-BE49-F238E27FC236}">
                <a16:creationId xmlns:a16="http://schemas.microsoft.com/office/drawing/2014/main" id="{B65E293C-4CF0-3000-3EF0-DB0C576B913C}"/>
              </a:ext>
            </a:extLst>
          </p:cNvPr>
          <p:cNvSpPr txBox="1"/>
          <p:nvPr/>
        </p:nvSpPr>
        <p:spPr>
          <a:xfrm>
            <a:off x="5215469" y="2231221"/>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19" name="TextBox 18">
            <a:extLst>
              <a:ext uri="{FF2B5EF4-FFF2-40B4-BE49-F238E27FC236}">
                <a16:creationId xmlns:a16="http://schemas.microsoft.com/office/drawing/2014/main" id="{897BBEFE-9A77-E093-DF73-31F8AE68DDF0}"/>
              </a:ext>
            </a:extLst>
          </p:cNvPr>
          <p:cNvSpPr txBox="1"/>
          <p:nvPr/>
        </p:nvSpPr>
        <p:spPr>
          <a:xfrm>
            <a:off x="5715003" y="2231221"/>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20" name="TextBox 19">
            <a:extLst>
              <a:ext uri="{FF2B5EF4-FFF2-40B4-BE49-F238E27FC236}">
                <a16:creationId xmlns:a16="http://schemas.microsoft.com/office/drawing/2014/main" id="{96662014-EAB1-C88B-6E17-AA3F609716BE}"/>
              </a:ext>
            </a:extLst>
          </p:cNvPr>
          <p:cNvSpPr txBox="1"/>
          <p:nvPr/>
        </p:nvSpPr>
        <p:spPr>
          <a:xfrm>
            <a:off x="6214537" y="2231221"/>
            <a:ext cx="462845" cy="584775"/>
          </a:xfrm>
          <a:prstGeom prst="rect">
            <a:avLst/>
          </a:prstGeom>
          <a:solidFill>
            <a:srgbClr val="FF0000">
              <a:alpha val="30000"/>
            </a:srgbClr>
          </a:solidFill>
        </p:spPr>
        <p:txBody>
          <a:bodyPr wrap="square" rtlCol="0">
            <a:spAutoFit/>
          </a:bodyPr>
          <a:lstStyle/>
          <a:p>
            <a:pPr algn="ctr"/>
            <a:r>
              <a:rPr lang="en-US" sz="3200" dirty="0"/>
              <a:t>4</a:t>
            </a:r>
          </a:p>
        </p:txBody>
      </p:sp>
      <p:sp>
        <p:nvSpPr>
          <p:cNvPr id="21" name="TextBox 20">
            <a:extLst>
              <a:ext uri="{FF2B5EF4-FFF2-40B4-BE49-F238E27FC236}">
                <a16:creationId xmlns:a16="http://schemas.microsoft.com/office/drawing/2014/main" id="{90D6B9AC-293D-E632-DA7E-B802102B6FEC}"/>
              </a:ext>
            </a:extLst>
          </p:cNvPr>
          <p:cNvSpPr txBox="1"/>
          <p:nvPr/>
        </p:nvSpPr>
        <p:spPr>
          <a:xfrm>
            <a:off x="6714071" y="223122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2" name="TextBox 21">
            <a:extLst>
              <a:ext uri="{FF2B5EF4-FFF2-40B4-BE49-F238E27FC236}">
                <a16:creationId xmlns:a16="http://schemas.microsoft.com/office/drawing/2014/main" id="{2E65600B-2DAC-4F6B-6B09-731ECE44092D}"/>
              </a:ext>
            </a:extLst>
          </p:cNvPr>
          <p:cNvSpPr txBox="1"/>
          <p:nvPr/>
        </p:nvSpPr>
        <p:spPr>
          <a:xfrm>
            <a:off x="4216401" y="2734556"/>
            <a:ext cx="462845" cy="584775"/>
          </a:xfrm>
          <a:prstGeom prst="rect">
            <a:avLst/>
          </a:prstGeom>
          <a:solidFill>
            <a:srgbClr val="FF0000">
              <a:alpha val="30000"/>
            </a:srgbClr>
          </a:solidFill>
        </p:spPr>
        <p:txBody>
          <a:bodyPr wrap="square" rtlCol="0">
            <a:spAutoFit/>
          </a:bodyPr>
          <a:lstStyle/>
          <a:p>
            <a:pPr algn="ctr"/>
            <a:r>
              <a:rPr lang="en-US" sz="3200" dirty="0"/>
              <a:t>4</a:t>
            </a:r>
          </a:p>
        </p:txBody>
      </p:sp>
      <p:sp>
        <p:nvSpPr>
          <p:cNvPr id="23" name="TextBox 22">
            <a:extLst>
              <a:ext uri="{FF2B5EF4-FFF2-40B4-BE49-F238E27FC236}">
                <a16:creationId xmlns:a16="http://schemas.microsoft.com/office/drawing/2014/main" id="{C9D41973-A088-0D0D-26E5-2C3425B8B212}"/>
              </a:ext>
            </a:extLst>
          </p:cNvPr>
          <p:cNvSpPr txBox="1"/>
          <p:nvPr/>
        </p:nvSpPr>
        <p:spPr>
          <a:xfrm>
            <a:off x="5215469" y="2734556"/>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4" name="TextBox 23">
            <a:extLst>
              <a:ext uri="{FF2B5EF4-FFF2-40B4-BE49-F238E27FC236}">
                <a16:creationId xmlns:a16="http://schemas.microsoft.com/office/drawing/2014/main" id="{0D96BE0D-A2B8-BD47-0A9B-A7049E6B6A4A}"/>
              </a:ext>
            </a:extLst>
          </p:cNvPr>
          <p:cNvSpPr txBox="1"/>
          <p:nvPr/>
        </p:nvSpPr>
        <p:spPr>
          <a:xfrm>
            <a:off x="6714071" y="2734556"/>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25" name="TextBox 24">
            <a:extLst>
              <a:ext uri="{FF2B5EF4-FFF2-40B4-BE49-F238E27FC236}">
                <a16:creationId xmlns:a16="http://schemas.microsoft.com/office/drawing/2014/main" id="{94712428-1CED-C001-14F8-54D92B9B16C5}"/>
              </a:ext>
            </a:extLst>
          </p:cNvPr>
          <p:cNvSpPr txBox="1"/>
          <p:nvPr/>
        </p:nvSpPr>
        <p:spPr>
          <a:xfrm>
            <a:off x="3716867" y="323789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6" name="TextBox 25">
            <a:extLst>
              <a:ext uri="{FF2B5EF4-FFF2-40B4-BE49-F238E27FC236}">
                <a16:creationId xmlns:a16="http://schemas.microsoft.com/office/drawing/2014/main" id="{713BFCD1-90A5-CD2D-362D-01125845FFFC}"/>
              </a:ext>
            </a:extLst>
          </p:cNvPr>
          <p:cNvSpPr txBox="1"/>
          <p:nvPr/>
        </p:nvSpPr>
        <p:spPr>
          <a:xfrm>
            <a:off x="4715935" y="323789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27" name="TextBox 26">
            <a:extLst>
              <a:ext uri="{FF2B5EF4-FFF2-40B4-BE49-F238E27FC236}">
                <a16:creationId xmlns:a16="http://schemas.microsoft.com/office/drawing/2014/main" id="{A897726C-1978-6109-696E-2FF4732D5A94}"/>
              </a:ext>
            </a:extLst>
          </p:cNvPr>
          <p:cNvSpPr txBox="1"/>
          <p:nvPr/>
        </p:nvSpPr>
        <p:spPr>
          <a:xfrm>
            <a:off x="5215469" y="323789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28" name="TextBox 27">
            <a:extLst>
              <a:ext uri="{FF2B5EF4-FFF2-40B4-BE49-F238E27FC236}">
                <a16:creationId xmlns:a16="http://schemas.microsoft.com/office/drawing/2014/main" id="{12EE217D-8C58-BAF9-D140-A823C61F7B98}"/>
              </a:ext>
            </a:extLst>
          </p:cNvPr>
          <p:cNvSpPr txBox="1"/>
          <p:nvPr/>
        </p:nvSpPr>
        <p:spPr>
          <a:xfrm>
            <a:off x="7213604" y="3237891"/>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29" name="TextBox 28">
            <a:extLst>
              <a:ext uri="{FF2B5EF4-FFF2-40B4-BE49-F238E27FC236}">
                <a16:creationId xmlns:a16="http://schemas.microsoft.com/office/drawing/2014/main" id="{DE6CAEA9-C2FE-A5D9-116E-02E0A8CB7EBC}"/>
              </a:ext>
            </a:extLst>
          </p:cNvPr>
          <p:cNvSpPr txBox="1"/>
          <p:nvPr/>
        </p:nvSpPr>
        <p:spPr>
          <a:xfrm>
            <a:off x="3217333" y="3741226"/>
            <a:ext cx="462845" cy="584775"/>
          </a:xfrm>
          <a:prstGeom prst="rect">
            <a:avLst/>
          </a:prstGeom>
          <a:solidFill>
            <a:srgbClr val="00B0F0">
              <a:alpha val="30000"/>
            </a:srgbClr>
          </a:solidFill>
        </p:spPr>
        <p:txBody>
          <a:bodyPr wrap="square" rtlCol="0">
            <a:spAutoFit/>
          </a:bodyPr>
          <a:lstStyle/>
          <a:p>
            <a:pPr algn="ctr"/>
            <a:r>
              <a:rPr lang="en-US" sz="3200" dirty="0"/>
              <a:t>8</a:t>
            </a:r>
          </a:p>
        </p:txBody>
      </p:sp>
      <p:sp>
        <p:nvSpPr>
          <p:cNvPr id="30" name="TextBox 29">
            <a:extLst>
              <a:ext uri="{FF2B5EF4-FFF2-40B4-BE49-F238E27FC236}">
                <a16:creationId xmlns:a16="http://schemas.microsoft.com/office/drawing/2014/main" id="{EF1D3F33-3543-F8DA-047E-04148FB4A435}"/>
              </a:ext>
            </a:extLst>
          </p:cNvPr>
          <p:cNvSpPr txBox="1"/>
          <p:nvPr/>
        </p:nvSpPr>
        <p:spPr>
          <a:xfrm>
            <a:off x="3716867" y="3741226"/>
            <a:ext cx="462845" cy="584775"/>
          </a:xfrm>
          <a:prstGeom prst="rect">
            <a:avLst/>
          </a:prstGeom>
          <a:solidFill>
            <a:srgbClr val="0070C0">
              <a:alpha val="40000"/>
            </a:srgbClr>
          </a:solidFill>
        </p:spPr>
        <p:txBody>
          <a:bodyPr wrap="square" rtlCol="0">
            <a:spAutoFit/>
          </a:bodyPr>
          <a:lstStyle/>
          <a:p>
            <a:pPr algn="ctr"/>
            <a:r>
              <a:rPr lang="en-US" sz="3200" dirty="0"/>
              <a:t>6</a:t>
            </a:r>
          </a:p>
        </p:txBody>
      </p:sp>
      <p:sp>
        <p:nvSpPr>
          <p:cNvPr id="31" name="TextBox 30">
            <a:extLst>
              <a:ext uri="{FF2B5EF4-FFF2-40B4-BE49-F238E27FC236}">
                <a16:creationId xmlns:a16="http://schemas.microsoft.com/office/drawing/2014/main" id="{B95BB507-7633-8DA8-5436-24705F557328}"/>
              </a:ext>
            </a:extLst>
          </p:cNvPr>
          <p:cNvSpPr txBox="1"/>
          <p:nvPr/>
        </p:nvSpPr>
        <p:spPr>
          <a:xfrm>
            <a:off x="5715003" y="3741226"/>
            <a:ext cx="462845" cy="584775"/>
          </a:xfrm>
          <a:prstGeom prst="rect">
            <a:avLst/>
          </a:prstGeom>
          <a:solidFill>
            <a:srgbClr val="FFFF00">
              <a:alpha val="30000"/>
            </a:srgbClr>
          </a:solidFill>
        </p:spPr>
        <p:txBody>
          <a:bodyPr wrap="square" rtlCol="0">
            <a:spAutoFit/>
          </a:bodyPr>
          <a:lstStyle/>
          <a:p>
            <a:pPr algn="ctr"/>
            <a:r>
              <a:rPr lang="en-US" sz="3200" dirty="0"/>
              <a:t>9</a:t>
            </a:r>
          </a:p>
        </p:txBody>
      </p:sp>
      <p:sp>
        <p:nvSpPr>
          <p:cNvPr id="32" name="TextBox 31">
            <a:extLst>
              <a:ext uri="{FF2B5EF4-FFF2-40B4-BE49-F238E27FC236}">
                <a16:creationId xmlns:a16="http://schemas.microsoft.com/office/drawing/2014/main" id="{B6D424DD-DCB8-3F13-CE61-BDC29AD3FB83}"/>
              </a:ext>
            </a:extLst>
          </p:cNvPr>
          <p:cNvSpPr txBox="1"/>
          <p:nvPr/>
        </p:nvSpPr>
        <p:spPr>
          <a:xfrm>
            <a:off x="6214537" y="3741226"/>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33" name="TextBox 32">
            <a:extLst>
              <a:ext uri="{FF2B5EF4-FFF2-40B4-BE49-F238E27FC236}">
                <a16:creationId xmlns:a16="http://schemas.microsoft.com/office/drawing/2014/main" id="{A7C21E66-5991-99EA-0739-F94690298D1C}"/>
              </a:ext>
            </a:extLst>
          </p:cNvPr>
          <p:cNvSpPr txBox="1"/>
          <p:nvPr/>
        </p:nvSpPr>
        <p:spPr>
          <a:xfrm>
            <a:off x="6714071" y="374122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34" name="TextBox 33">
            <a:extLst>
              <a:ext uri="{FF2B5EF4-FFF2-40B4-BE49-F238E27FC236}">
                <a16:creationId xmlns:a16="http://schemas.microsoft.com/office/drawing/2014/main" id="{CF73EB5F-9427-6FCA-7B75-F363F8D4DEF0}"/>
              </a:ext>
            </a:extLst>
          </p:cNvPr>
          <p:cNvSpPr txBox="1"/>
          <p:nvPr/>
        </p:nvSpPr>
        <p:spPr>
          <a:xfrm>
            <a:off x="7213604" y="3741226"/>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35" name="TextBox 34">
            <a:extLst>
              <a:ext uri="{FF2B5EF4-FFF2-40B4-BE49-F238E27FC236}">
                <a16:creationId xmlns:a16="http://schemas.microsoft.com/office/drawing/2014/main" id="{33FFFEAD-C174-3943-D0AE-1C6AAF9FA762}"/>
              </a:ext>
            </a:extLst>
          </p:cNvPr>
          <p:cNvSpPr txBox="1"/>
          <p:nvPr/>
        </p:nvSpPr>
        <p:spPr>
          <a:xfrm>
            <a:off x="3217333" y="424456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36" name="TextBox 35">
            <a:extLst>
              <a:ext uri="{FF2B5EF4-FFF2-40B4-BE49-F238E27FC236}">
                <a16:creationId xmlns:a16="http://schemas.microsoft.com/office/drawing/2014/main" id="{A0951031-373A-65CA-F5D3-CCF3DB1E2F7F}"/>
              </a:ext>
            </a:extLst>
          </p:cNvPr>
          <p:cNvSpPr txBox="1"/>
          <p:nvPr/>
        </p:nvSpPr>
        <p:spPr>
          <a:xfrm>
            <a:off x="4216401" y="4244561"/>
            <a:ext cx="462845" cy="584775"/>
          </a:xfrm>
          <a:prstGeom prst="rect">
            <a:avLst/>
          </a:prstGeom>
          <a:solidFill>
            <a:srgbClr val="FF0000">
              <a:alpha val="30000"/>
            </a:srgbClr>
          </a:solidFill>
        </p:spPr>
        <p:txBody>
          <a:bodyPr wrap="square" rtlCol="0">
            <a:spAutoFit/>
          </a:bodyPr>
          <a:lstStyle/>
          <a:p>
            <a:pPr algn="ctr"/>
            <a:r>
              <a:rPr lang="en-US" sz="3200" dirty="0"/>
              <a:t>3</a:t>
            </a:r>
          </a:p>
        </p:txBody>
      </p:sp>
      <p:sp>
        <p:nvSpPr>
          <p:cNvPr id="37" name="TextBox 36">
            <a:extLst>
              <a:ext uri="{FF2B5EF4-FFF2-40B4-BE49-F238E27FC236}">
                <a16:creationId xmlns:a16="http://schemas.microsoft.com/office/drawing/2014/main" id="{C7055619-FE5E-18F0-FAB1-9E814410A313}"/>
              </a:ext>
            </a:extLst>
          </p:cNvPr>
          <p:cNvSpPr txBox="1"/>
          <p:nvPr/>
        </p:nvSpPr>
        <p:spPr>
          <a:xfrm>
            <a:off x="5715003" y="424456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38" name="TextBox 37">
            <a:extLst>
              <a:ext uri="{FF2B5EF4-FFF2-40B4-BE49-F238E27FC236}">
                <a16:creationId xmlns:a16="http://schemas.microsoft.com/office/drawing/2014/main" id="{4FBB8355-5BDC-457D-1A3D-0190D5B74106}"/>
              </a:ext>
            </a:extLst>
          </p:cNvPr>
          <p:cNvSpPr txBox="1"/>
          <p:nvPr/>
        </p:nvSpPr>
        <p:spPr>
          <a:xfrm>
            <a:off x="6214537" y="424456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39" name="TextBox 38">
            <a:extLst>
              <a:ext uri="{FF2B5EF4-FFF2-40B4-BE49-F238E27FC236}">
                <a16:creationId xmlns:a16="http://schemas.microsoft.com/office/drawing/2014/main" id="{78FE4447-0F95-8E46-2C71-DCF507BF71CB}"/>
              </a:ext>
            </a:extLst>
          </p:cNvPr>
          <p:cNvSpPr txBox="1"/>
          <p:nvPr/>
        </p:nvSpPr>
        <p:spPr>
          <a:xfrm>
            <a:off x="6714071" y="4244561"/>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40" name="TextBox 39">
            <a:extLst>
              <a:ext uri="{FF2B5EF4-FFF2-40B4-BE49-F238E27FC236}">
                <a16:creationId xmlns:a16="http://schemas.microsoft.com/office/drawing/2014/main" id="{8A968A2F-B7E6-A05F-8400-6946C41AD18C}"/>
              </a:ext>
            </a:extLst>
          </p:cNvPr>
          <p:cNvSpPr txBox="1"/>
          <p:nvPr/>
        </p:nvSpPr>
        <p:spPr>
          <a:xfrm>
            <a:off x="7213604" y="4244561"/>
            <a:ext cx="462845" cy="584775"/>
          </a:xfrm>
          <a:prstGeom prst="rect">
            <a:avLst/>
          </a:prstGeom>
          <a:solidFill>
            <a:srgbClr val="00B050">
              <a:alpha val="40000"/>
            </a:srgbClr>
          </a:solidFill>
        </p:spPr>
        <p:txBody>
          <a:bodyPr wrap="square" rtlCol="0">
            <a:spAutoFit/>
          </a:bodyPr>
          <a:lstStyle/>
          <a:p>
            <a:pPr algn="ctr"/>
            <a:r>
              <a:rPr lang="en-US" sz="3200" dirty="0"/>
              <a:t>9</a:t>
            </a:r>
          </a:p>
        </p:txBody>
      </p:sp>
      <p:sp>
        <p:nvSpPr>
          <p:cNvPr id="41" name="TextBox 40">
            <a:extLst>
              <a:ext uri="{FF2B5EF4-FFF2-40B4-BE49-F238E27FC236}">
                <a16:creationId xmlns:a16="http://schemas.microsoft.com/office/drawing/2014/main" id="{34736887-EC41-317A-F0A2-638D67F52EB3}"/>
              </a:ext>
            </a:extLst>
          </p:cNvPr>
          <p:cNvSpPr txBox="1"/>
          <p:nvPr/>
        </p:nvSpPr>
        <p:spPr>
          <a:xfrm>
            <a:off x="3217333" y="4747898"/>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42" name="TextBox 41">
            <a:extLst>
              <a:ext uri="{FF2B5EF4-FFF2-40B4-BE49-F238E27FC236}">
                <a16:creationId xmlns:a16="http://schemas.microsoft.com/office/drawing/2014/main" id="{D4A328DA-0F0E-D51A-D6F5-51A05518C48E}"/>
              </a:ext>
            </a:extLst>
          </p:cNvPr>
          <p:cNvSpPr txBox="1"/>
          <p:nvPr/>
        </p:nvSpPr>
        <p:spPr>
          <a:xfrm>
            <a:off x="3716867" y="4747898"/>
            <a:ext cx="462845" cy="584775"/>
          </a:xfrm>
          <a:prstGeom prst="rect">
            <a:avLst/>
          </a:prstGeom>
          <a:solidFill>
            <a:srgbClr val="FFFF00">
              <a:alpha val="30000"/>
            </a:srgbClr>
          </a:solidFill>
        </p:spPr>
        <p:txBody>
          <a:bodyPr wrap="square" rtlCol="0">
            <a:spAutoFit/>
          </a:bodyPr>
          <a:lstStyle/>
          <a:p>
            <a:pPr algn="ctr"/>
            <a:r>
              <a:rPr lang="en-US" sz="3200" dirty="0"/>
              <a:t>9</a:t>
            </a:r>
          </a:p>
        </p:txBody>
      </p:sp>
      <p:sp>
        <p:nvSpPr>
          <p:cNvPr id="43" name="TextBox 42">
            <a:extLst>
              <a:ext uri="{FF2B5EF4-FFF2-40B4-BE49-F238E27FC236}">
                <a16:creationId xmlns:a16="http://schemas.microsoft.com/office/drawing/2014/main" id="{B4085F11-D988-FDB7-2FFE-B834EDE1CD1F}"/>
              </a:ext>
            </a:extLst>
          </p:cNvPr>
          <p:cNvSpPr txBox="1"/>
          <p:nvPr/>
        </p:nvSpPr>
        <p:spPr>
          <a:xfrm>
            <a:off x="4216401" y="4747898"/>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44" name="TextBox 43">
            <a:extLst>
              <a:ext uri="{FF2B5EF4-FFF2-40B4-BE49-F238E27FC236}">
                <a16:creationId xmlns:a16="http://schemas.microsoft.com/office/drawing/2014/main" id="{4A2D31C7-3272-7F7F-B914-BFB33408F981}"/>
              </a:ext>
            </a:extLst>
          </p:cNvPr>
          <p:cNvSpPr txBox="1"/>
          <p:nvPr/>
        </p:nvSpPr>
        <p:spPr>
          <a:xfrm>
            <a:off x="7157158" y="1522145"/>
            <a:ext cx="570089" cy="230832"/>
          </a:xfrm>
          <a:prstGeom prst="rect">
            <a:avLst/>
          </a:prstGeom>
          <a:noFill/>
        </p:spPr>
        <p:txBody>
          <a:bodyPr wrap="square" rtlCol="0">
            <a:spAutoFit/>
          </a:bodyPr>
          <a:lstStyle/>
          <a:p>
            <a:pPr algn="ctr"/>
            <a:r>
              <a:rPr lang="en-US" sz="900" dirty="0"/>
              <a:t>57</a:t>
            </a:r>
          </a:p>
        </p:txBody>
      </p:sp>
      <p:sp>
        <p:nvSpPr>
          <p:cNvPr id="45" name="TextBox 44">
            <a:extLst>
              <a:ext uri="{FF2B5EF4-FFF2-40B4-BE49-F238E27FC236}">
                <a16:creationId xmlns:a16="http://schemas.microsoft.com/office/drawing/2014/main" id="{7CE7A6DD-2C43-499D-C5C7-E3AAB4C4DA80}"/>
              </a:ext>
            </a:extLst>
          </p:cNvPr>
          <p:cNvSpPr txBox="1"/>
          <p:nvPr/>
        </p:nvSpPr>
        <p:spPr>
          <a:xfrm>
            <a:off x="4143022" y="5028752"/>
            <a:ext cx="570089" cy="230832"/>
          </a:xfrm>
          <a:prstGeom prst="rect">
            <a:avLst/>
          </a:prstGeom>
          <a:noFill/>
        </p:spPr>
        <p:txBody>
          <a:bodyPr wrap="square" rtlCol="0">
            <a:spAutoFit/>
          </a:bodyPr>
          <a:lstStyle/>
          <a:p>
            <a:pPr algn="ctr"/>
            <a:r>
              <a:rPr lang="en-US" sz="900" dirty="0"/>
              <a:t>57</a:t>
            </a:r>
          </a:p>
        </p:txBody>
      </p:sp>
      <p:sp>
        <p:nvSpPr>
          <p:cNvPr id="50" name="TextBox 49">
            <a:extLst>
              <a:ext uri="{FF2B5EF4-FFF2-40B4-BE49-F238E27FC236}">
                <a16:creationId xmlns:a16="http://schemas.microsoft.com/office/drawing/2014/main" id="{BEB47984-854A-6FBD-D595-830E38D2721E}"/>
              </a:ext>
            </a:extLst>
          </p:cNvPr>
          <p:cNvSpPr txBox="1"/>
          <p:nvPr/>
        </p:nvSpPr>
        <p:spPr>
          <a:xfrm>
            <a:off x="6152446" y="1402877"/>
            <a:ext cx="570089" cy="230832"/>
          </a:xfrm>
          <a:prstGeom prst="rect">
            <a:avLst/>
          </a:prstGeom>
          <a:noFill/>
        </p:spPr>
        <p:txBody>
          <a:bodyPr wrap="square" rtlCol="0">
            <a:spAutoFit/>
          </a:bodyPr>
          <a:lstStyle/>
          <a:p>
            <a:pPr algn="ctr"/>
            <a:r>
              <a:rPr lang="en-US" sz="900" dirty="0"/>
              <a:t>75</a:t>
            </a:r>
          </a:p>
        </p:txBody>
      </p:sp>
      <p:sp>
        <p:nvSpPr>
          <p:cNvPr id="51" name="TextBox 50">
            <a:extLst>
              <a:ext uri="{FF2B5EF4-FFF2-40B4-BE49-F238E27FC236}">
                <a16:creationId xmlns:a16="http://schemas.microsoft.com/office/drawing/2014/main" id="{EF385557-84D3-A7F8-8F75-A67D0D4F8C1D}"/>
              </a:ext>
            </a:extLst>
          </p:cNvPr>
          <p:cNvSpPr txBox="1"/>
          <p:nvPr/>
        </p:nvSpPr>
        <p:spPr>
          <a:xfrm>
            <a:off x="3138310" y="4408541"/>
            <a:ext cx="570089" cy="230832"/>
          </a:xfrm>
          <a:prstGeom prst="rect">
            <a:avLst/>
          </a:prstGeom>
          <a:noFill/>
        </p:spPr>
        <p:txBody>
          <a:bodyPr wrap="square" rtlCol="0">
            <a:spAutoFit/>
          </a:bodyPr>
          <a:lstStyle/>
          <a:p>
            <a:pPr algn="ctr"/>
            <a:r>
              <a:rPr lang="en-US" sz="900" dirty="0"/>
              <a:t>75</a:t>
            </a:r>
          </a:p>
        </p:txBody>
      </p:sp>
      <p:sp>
        <p:nvSpPr>
          <p:cNvPr id="52" name="TextBox 51">
            <a:extLst>
              <a:ext uri="{FF2B5EF4-FFF2-40B4-BE49-F238E27FC236}">
                <a16:creationId xmlns:a16="http://schemas.microsoft.com/office/drawing/2014/main" id="{9D587A95-6175-042B-863B-3D32588D5847}"/>
              </a:ext>
            </a:extLst>
          </p:cNvPr>
          <p:cNvSpPr txBox="1"/>
          <p:nvPr/>
        </p:nvSpPr>
        <p:spPr>
          <a:xfrm>
            <a:off x="3640666" y="3406653"/>
            <a:ext cx="570089" cy="230832"/>
          </a:xfrm>
          <a:prstGeom prst="rect">
            <a:avLst/>
          </a:prstGeom>
          <a:noFill/>
        </p:spPr>
        <p:txBody>
          <a:bodyPr wrap="square" rtlCol="0">
            <a:spAutoFit/>
          </a:bodyPr>
          <a:lstStyle/>
          <a:p>
            <a:pPr algn="ctr"/>
            <a:r>
              <a:rPr lang="en-US" sz="900" dirty="0"/>
              <a:t>2357</a:t>
            </a:r>
          </a:p>
        </p:txBody>
      </p:sp>
      <p:sp>
        <p:nvSpPr>
          <p:cNvPr id="57" name="TextBox 56">
            <a:extLst>
              <a:ext uri="{FF2B5EF4-FFF2-40B4-BE49-F238E27FC236}">
                <a16:creationId xmlns:a16="http://schemas.microsoft.com/office/drawing/2014/main" id="{CF6AEF31-D206-6CF4-8134-D563562FCB81}"/>
              </a:ext>
            </a:extLst>
          </p:cNvPr>
          <p:cNvSpPr txBox="1"/>
          <p:nvPr/>
        </p:nvSpPr>
        <p:spPr>
          <a:xfrm>
            <a:off x="6654802" y="2524033"/>
            <a:ext cx="570089" cy="230832"/>
          </a:xfrm>
          <a:prstGeom prst="rect">
            <a:avLst/>
          </a:prstGeom>
          <a:noFill/>
        </p:spPr>
        <p:txBody>
          <a:bodyPr wrap="square" rtlCol="0">
            <a:spAutoFit/>
          </a:bodyPr>
          <a:lstStyle/>
          <a:p>
            <a:pPr algn="ctr"/>
            <a:r>
              <a:rPr lang="en-US" sz="900" dirty="0"/>
              <a:t>2357</a:t>
            </a:r>
          </a:p>
        </p:txBody>
      </p:sp>
      <p:sp>
        <p:nvSpPr>
          <p:cNvPr id="58" name="TextBox 57">
            <a:extLst>
              <a:ext uri="{FF2B5EF4-FFF2-40B4-BE49-F238E27FC236}">
                <a16:creationId xmlns:a16="http://schemas.microsoft.com/office/drawing/2014/main" id="{A266F272-2CBC-6D48-AA83-31A8CF83398C}"/>
              </a:ext>
            </a:extLst>
          </p:cNvPr>
          <p:cNvSpPr txBox="1"/>
          <p:nvPr/>
        </p:nvSpPr>
        <p:spPr>
          <a:xfrm>
            <a:off x="4143022" y="1903821"/>
            <a:ext cx="570089" cy="230832"/>
          </a:xfrm>
          <a:prstGeom prst="rect">
            <a:avLst/>
          </a:prstGeom>
          <a:noFill/>
        </p:spPr>
        <p:txBody>
          <a:bodyPr wrap="square" rtlCol="0">
            <a:spAutoFit/>
          </a:bodyPr>
          <a:lstStyle/>
          <a:p>
            <a:pPr algn="ctr"/>
            <a:r>
              <a:rPr lang="en-US" sz="900" dirty="0"/>
              <a:t>75</a:t>
            </a:r>
          </a:p>
        </p:txBody>
      </p:sp>
      <p:sp>
        <p:nvSpPr>
          <p:cNvPr id="59" name="TextBox 58">
            <a:extLst>
              <a:ext uri="{FF2B5EF4-FFF2-40B4-BE49-F238E27FC236}">
                <a16:creationId xmlns:a16="http://schemas.microsoft.com/office/drawing/2014/main" id="{92F280F7-9C67-0940-2E1E-62F0F8DFE1D3}"/>
              </a:ext>
            </a:extLst>
          </p:cNvPr>
          <p:cNvSpPr txBox="1"/>
          <p:nvPr/>
        </p:nvSpPr>
        <p:spPr>
          <a:xfrm>
            <a:off x="3640666" y="2404765"/>
            <a:ext cx="570089" cy="230832"/>
          </a:xfrm>
          <a:prstGeom prst="rect">
            <a:avLst/>
          </a:prstGeom>
          <a:noFill/>
        </p:spPr>
        <p:txBody>
          <a:bodyPr wrap="square" rtlCol="0">
            <a:spAutoFit/>
          </a:bodyPr>
          <a:lstStyle/>
          <a:p>
            <a:pPr algn="ctr"/>
            <a:r>
              <a:rPr lang="en-US" sz="900" dirty="0"/>
              <a:t>2357</a:t>
            </a:r>
          </a:p>
        </p:txBody>
      </p:sp>
      <p:sp>
        <p:nvSpPr>
          <p:cNvPr id="62" name="TextBox 61">
            <a:extLst>
              <a:ext uri="{FF2B5EF4-FFF2-40B4-BE49-F238E27FC236}">
                <a16:creationId xmlns:a16="http://schemas.microsoft.com/office/drawing/2014/main" id="{9B2727A0-B86B-14A7-95E3-0F428CE03B56}"/>
              </a:ext>
            </a:extLst>
          </p:cNvPr>
          <p:cNvSpPr txBox="1"/>
          <p:nvPr/>
        </p:nvSpPr>
        <p:spPr>
          <a:xfrm>
            <a:off x="6654802" y="2905709"/>
            <a:ext cx="570089" cy="230832"/>
          </a:xfrm>
          <a:prstGeom prst="rect">
            <a:avLst/>
          </a:prstGeom>
          <a:noFill/>
        </p:spPr>
        <p:txBody>
          <a:bodyPr wrap="square" rtlCol="0">
            <a:spAutoFit/>
          </a:bodyPr>
          <a:lstStyle/>
          <a:p>
            <a:pPr algn="ctr"/>
            <a:r>
              <a:rPr lang="en-US" sz="900" dirty="0"/>
              <a:t>2357</a:t>
            </a:r>
          </a:p>
        </p:txBody>
      </p:sp>
      <p:sp>
        <p:nvSpPr>
          <p:cNvPr id="63" name="TextBox 62">
            <a:extLst>
              <a:ext uri="{FF2B5EF4-FFF2-40B4-BE49-F238E27FC236}">
                <a16:creationId xmlns:a16="http://schemas.microsoft.com/office/drawing/2014/main" id="{FC0A766F-8984-B693-74F3-E04E7BD82E2A}"/>
              </a:ext>
            </a:extLst>
          </p:cNvPr>
          <p:cNvSpPr txBox="1"/>
          <p:nvPr/>
        </p:nvSpPr>
        <p:spPr>
          <a:xfrm>
            <a:off x="7157158" y="3406653"/>
            <a:ext cx="570089" cy="230832"/>
          </a:xfrm>
          <a:prstGeom prst="rect">
            <a:avLst/>
          </a:prstGeom>
          <a:noFill/>
        </p:spPr>
        <p:txBody>
          <a:bodyPr wrap="square" rtlCol="0">
            <a:spAutoFit/>
          </a:bodyPr>
          <a:lstStyle/>
          <a:p>
            <a:pPr algn="ctr"/>
            <a:r>
              <a:rPr lang="en-US" sz="900" dirty="0"/>
              <a:t>75</a:t>
            </a:r>
          </a:p>
        </p:txBody>
      </p:sp>
      <p:sp>
        <p:nvSpPr>
          <p:cNvPr id="66" name="TextBox 65">
            <a:extLst>
              <a:ext uri="{FF2B5EF4-FFF2-40B4-BE49-F238E27FC236}">
                <a16:creationId xmlns:a16="http://schemas.microsoft.com/office/drawing/2014/main" id="{8F63966A-133C-5588-086F-97F92BA9FDF4}"/>
              </a:ext>
            </a:extLst>
          </p:cNvPr>
          <p:cNvSpPr txBox="1"/>
          <p:nvPr/>
        </p:nvSpPr>
        <p:spPr>
          <a:xfrm>
            <a:off x="5147734" y="2524033"/>
            <a:ext cx="570089" cy="230832"/>
          </a:xfrm>
          <a:prstGeom prst="rect">
            <a:avLst/>
          </a:prstGeom>
          <a:noFill/>
        </p:spPr>
        <p:txBody>
          <a:bodyPr wrap="square" rtlCol="0">
            <a:spAutoFit/>
          </a:bodyPr>
          <a:lstStyle/>
          <a:p>
            <a:pPr algn="ctr"/>
            <a:r>
              <a:rPr lang="en-US" sz="900" dirty="0"/>
              <a:t>257</a:t>
            </a:r>
          </a:p>
        </p:txBody>
      </p:sp>
      <p:sp>
        <p:nvSpPr>
          <p:cNvPr id="68" name="TextBox 67">
            <a:extLst>
              <a:ext uri="{FF2B5EF4-FFF2-40B4-BE49-F238E27FC236}">
                <a16:creationId xmlns:a16="http://schemas.microsoft.com/office/drawing/2014/main" id="{D315A095-68EA-2AF2-6C17-54DB578764AC}"/>
              </a:ext>
            </a:extLst>
          </p:cNvPr>
          <p:cNvSpPr txBox="1"/>
          <p:nvPr/>
        </p:nvSpPr>
        <p:spPr>
          <a:xfrm>
            <a:off x="6654802" y="4527809"/>
            <a:ext cx="570089" cy="230832"/>
          </a:xfrm>
          <a:prstGeom prst="rect">
            <a:avLst/>
          </a:prstGeom>
          <a:noFill/>
        </p:spPr>
        <p:txBody>
          <a:bodyPr wrap="square" rtlCol="0">
            <a:spAutoFit/>
          </a:bodyPr>
          <a:lstStyle/>
          <a:p>
            <a:pPr algn="ctr"/>
            <a:r>
              <a:rPr lang="en-US" sz="900" dirty="0"/>
              <a:t>257</a:t>
            </a:r>
          </a:p>
        </p:txBody>
      </p:sp>
      <p:sp>
        <p:nvSpPr>
          <p:cNvPr id="70" name="TextBox 69">
            <a:extLst>
              <a:ext uri="{FF2B5EF4-FFF2-40B4-BE49-F238E27FC236}">
                <a16:creationId xmlns:a16="http://schemas.microsoft.com/office/drawing/2014/main" id="{2667D976-7C91-7624-F8D6-35EECE88BCDA}"/>
              </a:ext>
            </a:extLst>
          </p:cNvPr>
          <p:cNvSpPr txBox="1"/>
          <p:nvPr/>
        </p:nvSpPr>
        <p:spPr>
          <a:xfrm>
            <a:off x="5650090" y="2285497"/>
            <a:ext cx="570089" cy="230832"/>
          </a:xfrm>
          <a:prstGeom prst="rect">
            <a:avLst/>
          </a:prstGeom>
          <a:noFill/>
        </p:spPr>
        <p:txBody>
          <a:bodyPr wrap="square" rtlCol="0">
            <a:spAutoFit/>
          </a:bodyPr>
          <a:lstStyle/>
          <a:p>
            <a:pPr algn="ctr"/>
            <a:r>
              <a:rPr lang="en-US" sz="900" dirty="0"/>
              <a:t>37</a:t>
            </a:r>
          </a:p>
        </p:txBody>
      </p:sp>
      <p:sp>
        <p:nvSpPr>
          <p:cNvPr id="71" name="TextBox 70">
            <a:extLst>
              <a:ext uri="{FF2B5EF4-FFF2-40B4-BE49-F238E27FC236}">
                <a16:creationId xmlns:a16="http://schemas.microsoft.com/office/drawing/2014/main" id="{E96C0F13-FD56-0E3E-BCA5-21D35111BA15}"/>
              </a:ext>
            </a:extLst>
          </p:cNvPr>
          <p:cNvSpPr txBox="1"/>
          <p:nvPr/>
        </p:nvSpPr>
        <p:spPr>
          <a:xfrm>
            <a:off x="5147734" y="2905709"/>
            <a:ext cx="570089" cy="230832"/>
          </a:xfrm>
          <a:prstGeom prst="rect">
            <a:avLst/>
          </a:prstGeom>
          <a:noFill/>
        </p:spPr>
        <p:txBody>
          <a:bodyPr wrap="square" rtlCol="0">
            <a:spAutoFit/>
          </a:bodyPr>
          <a:lstStyle/>
          <a:p>
            <a:pPr algn="ctr"/>
            <a:r>
              <a:rPr lang="en-US" sz="900" dirty="0"/>
              <a:t>257</a:t>
            </a:r>
          </a:p>
        </p:txBody>
      </p:sp>
      <p:sp>
        <p:nvSpPr>
          <p:cNvPr id="72" name="TextBox 71">
            <a:extLst>
              <a:ext uri="{FF2B5EF4-FFF2-40B4-BE49-F238E27FC236}">
                <a16:creationId xmlns:a16="http://schemas.microsoft.com/office/drawing/2014/main" id="{354C5C8B-D9A2-E8CF-5C63-208E71F0E6EC}"/>
              </a:ext>
            </a:extLst>
          </p:cNvPr>
          <p:cNvSpPr txBox="1"/>
          <p:nvPr/>
        </p:nvSpPr>
        <p:spPr>
          <a:xfrm>
            <a:off x="4645378" y="3525921"/>
            <a:ext cx="570089" cy="230832"/>
          </a:xfrm>
          <a:prstGeom prst="rect">
            <a:avLst/>
          </a:prstGeom>
          <a:noFill/>
        </p:spPr>
        <p:txBody>
          <a:bodyPr wrap="square" rtlCol="0">
            <a:spAutoFit/>
          </a:bodyPr>
          <a:lstStyle/>
          <a:p>
            <a:pPr algn="ctr"/>
            <a:r>
              <a:rPr lang="en-US" sz="900" dirty="0"/>
              <a:t>26</a:t>
            </a:r>
          </a:p>
        </p:txBody>
      </p:sp>
      <p:sp>
        <p:nvSpPr>
          <p:cNvPr id="74" name="TextBox 73">
            <a:extLst>
              <a:ext uri="{FF2B5EF4-FFF2-40B4-BE49-F238E27FC236}">
                <a16:creationId xmlns:a16="http://schemas.microsoft.com/office/drawing/2014/main" id="{059A6F1A-AB25-F0AD-8420-F6E0DD742907}"/>
              </a:ext>
            </a:extLst>
          </p:cNvPr>
          <p:cNvSpPr txBox="1"/>
          <p:nvPr/>
        </p:nvSpPr>
        <p:spPr>
          <a:xfrm>
            <a:off x="6152446" y="4527809"/>
            <a:ext cx="570089" cy="230832"/>
          </a:xfrm>
          <a:prstGeom prst="rect">
            <a:avLst/>
          </a:prstGeom>
          <a:noFill/>
        </p:spPr>
        <p:txBody>
          <a:bodyPr wrap="square" rtlCol="0">
            <a:spAutoFit/>
          </a:bodyPr>
          <a:lstStyle/>
          <a:p>
            <a:pPr algn="ctr"/>
            <a:r>
              <a:rPr lang="en-US" sz="900" dirty="0"/>
              <a:t>257</a:t>
            </a:r>
          </a:p>
        </p:txBody>
      </p:sp>
      <p:sp>
        <p:nvSpPr>
          <p:cNvPr id="75" name="TextBox 74">
            <a:extLst>
              <a:ext uri="{FF2B5EF4-FFF2-40B4-BE49-F238E27FC236}">
                <a16:creationId xmlns:a16="http://schemas.microsoft.com/office/drawing/2014/main" id="{D6C72FED-F2A4-7BB0-AC39-1F0DCA157D8F}"/>
              </a:ext>
            </a:extLst>
          </p:cNvPr>
          <p:cNvSpPr txBox="1"/>
          <p:nvPr/>
        </p:nvSpPr>
        <p:spPr>
          <a:xfrm>
            <a:off x="6654802" y="3788329"/>
            <a:ext cx="570089" cy="230832"/>
          </a:xfrm>
          <a:prstGeom prst="rect">
            <a:avLst/>
          </a:prstGeom>
          <a:noFill/>
        </p:spPr>
        <p:txBody>
          <a:bodyPr wrap="square" rtlCol="0">
            <a:spAutoFit/>
          </a:bodyPr>
          <a:lstStyle/>
          <a:p>
            <a:pPr algn="ctr"/>
            <a:r>
              <a:rPr lang="en-US" sz="900" dirty="0"/>
              <a:t>37</a:t>
            </a:r>
          </a:p>
        </p:txBody>
      </p:sp>
      <p:sp>
        <p:nvSpPr>
          <p:cNvPr id="76" name="TextBox 75">
            <a:extLst>
              <a:ext uri="{FF2B5EF4-FFF2-40B4-BE49-F238E27FC236}">
                <a16:creationId xmlns:a16="http://schemas.microsoft.com/office/drawing/2014/main" id="{11471C9A-8171-8E21-67F6-2CB592E8AC7A}"/>
              </a:ext>
            </a:extLst>
          </p:cNvPr>
          <p:cNvSpPr txBox="1"/>
          <p:nvPr/>
        </p:nvSpPr>
        <p:spPr>
          <a:xfrm>
            <a:off x="5650090" y="4527809"/>
            <a:ext cx="570089" cy="230832"/>
          </a:xfrm>
          <a:prstGeom prst="rect">
            <a:avLst/>
          </a:prstGeom>
          <a:noFill/>
        </p:spPr>
        <p:txBody>
          <a:bodyPr wrap="square" rtlCol="0">
            <a:spAutoFit/>
          </a:bodyPr>
          <a:lstStyle/>
          <a:p>
            <a:pPr algn="ctr"/>
            <a:r>
              <a:rPr lang="en-US" sz="900" dirty="0"/>
              <a:t>26</a:t>
            </a:r>
          </a:p>
        </p:txBody>
      </p:sp>
      <p:sp>
        <p:nvSpPr>
          <p:cNvPr id="73" name="TextBox 72">
            <a:extLst>
              <a:ext uri="{FF2B5EF4-FFF2-40B4-BE49-F238E27FC236}">
                <a16:creationId xmlns:a16="http://schemas.microsoft.com/office/drawing/2014/main" id="{F1D50F2E-BEF4-569E-2C94-1E8B83B40D83}"/>
              </a:ext>
            </a:extLst>
          </p:cNvPr>
          <p:cNvSpPr txBox="1"/>
          <p:nvPr/>
        </p:nvSpPr>
        <p:spPr>
          <a:xfrm>
            <a:off x="5147734" y="3287385"/>
            <a:ext cx="570089" cy="230832"/>
          </a:xfrm>
          <a:prstGeom prst="rect">
            <a:avLst/>
          </a:prstGeom>
          <a:noFill/>
        </p:spPr>
        <p:txBody>
          <a:bodyPr wrap="square" rtlCol="0">
            <a:spAutoFit/>
          </a:bodyPr>
          <a:lstStyle/>
          <a:p>
            <a:pPr algn="ctr"/>
            <a:r>
              <a:rPr lang="en-US" sz="900" dirty="0"/>
              <a:t>357</a:t>
            </a:r>
          </a:p>
        </p:txBody>
      </p:sp>
      <p:sp>
        <p:nvSpPr>
          <p:cNvPr id="78" name="TextBox 77">
            <a:extLst>
              <a:ext uri="{FF2B5EF4-FFF2-40B4-BE49-F238E27FC236}">
                <a16:creationId xmlns:a16="http://schemas.microsoft.com/office/drawing/2014/main" id="{50DF1075-55C3-6CB9-2A34-A5208962837E}"/>
              </a:ext>
            </a:extLst>
          </p:cNvPr>
          <p:cNvSpPr txBox="1"/>
          <p:nvPr/>
        </p:nvSpPr>
        <p:spPr>
          <a:xfrm>
            <a:off x="6152446" y="3788329"/>
            <a:ext cx="570089" cy="230832"/>
          </a:xfrm>
          <a:prstGeom prst="rect">
            <a:avLst/>
          </a:prstGeom>
          <a:noFill/>
        </p:spPr>
        <p:txBody>
          <a:bodyPr wrap="square" rtlCol="0">
            <a:spAutoFit/>
          </a:bodyPr>
          <a:lstStyle/>
          <a:p>
            <a:pPr algn="ctr"/>
            <a:r>
              <a:rPr lang="en-US" sz="900" dirty="0"/>
              <a:t>357</a:t>
            </a:r>
          </a:p>
        </p:txBody>
      </p:sp>
      <p:sp>
        <p:nvSpPr>
          <p:cNvPr id="79" name="TextBox 78">
            <a:extLst>
              <a:ext uri="{FF2B5EF4-FFF2-40B4-BE49-F238E27FC236}">
                <a16:creationId xmlns:a16="http://schemas.microsoft.com/office/drawing/2014/main" id="{E91E2923-AC03-B2B2-DDE0-660E588B7997}"/>
              </a:ext>
            </a:extLst>
          </p:cNvPr>
          <p:cNvSpPr txBox="1"/>
          <p:nvPr/>
        </p:nvSpPr>
        <p:spPr>
          <a:xfrm>
            <a:off x="6214537" y="3237891"/>
            <a:ext cx="462845" cy="584775"/>
          </a:xfrm>
          <a:prstGeom prst="rect">
            <a:avLst/>
          </a:prstGeom>
          <a:noFill/>
        </p:spPr>
        <p:txBody>
          <a:bodyPr wrap="square" rtlCol="0">
            <a:spAutoFit/>
          </a:bodyPr>
          <a:lstStyle/>
          <a:p>
            <a:pPr algn="ctr"/>
            <a:r>
              <a:rPr lang="en-US" sz="3200" dirty="0"/>
              <a:t>9</a:t>
            </a:r>
          </a:p>
        </p:txBody>
      </p:sp>
      <p:sp>
        <p:nvSpPr>
          <p:cNvPr id="48" name="TextBox 47">
            <a:extLst>
              <a:ext uri="{FF2B5EF4-FFF2-40B4-BE49-F238E27FC236}">
                <a16:creationId xmlns:a16="http://schemas.microsoft.com/office/drawing/2014/main" id="{DE3C4597-3212-0B8C-AD23-3F73545DF249}"/>
              </a:ext>
            </a:extLst>
          </p:cNvPr>
          <p:cNvSpPr txBox="1"/>
          <p:nvPr/>
        </p:nvSpPr>
        <p:spPr>
          <a:xfrm>
            <a:off x="3716867" y="1727886"/>
            <a:ext cx="462845" cy="584775"/>
          </a:xfrm>
          <a:prstGeom prst="rect">
            <a:avLst/>
          </a:prstGeom>
          <a:noFill/>
        </p:spPr>
        <p:txBody>
          <a:bodyPr wrap="square" rtlCol="0">
            <a:spAutoFit/>
          </a:bodyPr>
          <a:lstStyle/>
          <a:p>
            <a:pPr algn="ctr"/>
            <a:r>
              <a:rPr lang="en-US" sz="3200" dirty="0"/>
              <a:t>4</a:t>
            </a:r>
          </a:p>
        </p:txBody>
      </p:sp>
      <p:sp>
        <p:nvSpPr>
          <p:cNvPr id="49" name="TextBox 48">
            <a:extLst>
              <a:ext uri="{FF2B5EF4-FFF2-40B4-BE49-F238E27FC236}">
                <a16:creationId xmlns:a16="http://schemas.microsoft.com/office/drawing/2014/main" id="{EF7BCED0-2912-65BA-A4BF-D6A80966A90C}"/>
              </a:ext>
            </a:extLst>
          </p:cNvPr>
          <p:cNvSpPr txBox="1"/>
          <p:nvPr/>
        </p:nvSpPr>
        <p:spPr>
          <a:xfrm>
            <a:off x="5715003" y="3237891"/>
            <a:ext cx="462845" cy="584775"/>
          </a:xfrm>
          <a:prstGeom prst="rect">
            <a:avLst/>
          </a:prstGeom>
          <a:noFill/>
        </p:spPr>
        <p:txBody>
          <a:bodyPr wrap="square" rtlCol="0">
            <a:spAutoFit/>
          </a:bodyPr>
          <a:lstStyle/>
          <a:p>
            <a:pPr algn="ctr"/>
            <a:r>
              <a:rPr lang="en-US" sz="3200" dirty="0"/>
              <a:t>4</a:t>
            </a:r>
          </a:p>
        </p:txBody>
      </p:sp>
      <p:sp>
        <p:nvSpPr>
          <p:cNvPr id="46" name="TextBox 45">
            <a:extLst>
              <a:ext uri="{FF2B5EF4-FFF2-40B4-BE49-F238E27FC236}">
                <a16:creationId xmlns:a16="http://schemas.microsoft.com/office/drawing/2014/main" id="{36F7F5B0-E57B-D315-8E0C-D5A5959C7389}"/>
              </a:ext>
            </a:extLst>
          </p:cNvPr>
          <p:cNvSpPr txBox="1"/>
          <p:nvPr/>
        </p:nvSpPr>
        <p:spPr>
          <a:xfrm>
            <a:off x="3217333" y="721216"/>
            <a:ext cx="462845" cy="584775"/>
          </a:xfrm>
          <a:prstGeom prst="rect">
            <a:avLst/>
          </a:prstGeom>
          <a:noFill/>
        </p:spPr>
        <p:txBody>
          <a:bodyPr wrap="square" rtlCol="0">
            <a:spAutoFit/>
          </a:bodyPr>
          <a:lstStyle/>
          <a:p>
            <a:pPr algn="ctr"/>
            <a:r>
              <a:rPr lang="en-US" sz="3200" dirty="0"/>
              <a:t>9</a:t>
            </a:r>
          </a:p>
        </p:txBody>
      </p:sp>
      <p:sp>
        <p:nvSpPr>
          <p:cNvPr id="47" name="TextBox 46">
            <a:extLst>
              <a:ext uri="{FF2B5EF4-FFF2-40B4-BE49-F238E27FC236}">
                <a16:creationId xmlns:a16="http://schemas.microsoft.com/office/drawing/2014/main" id="{4B6CA1AA-78E5-1D33-A831-DB95639E4786}"/>
              </a:ext>
            </a:extLst>
          </p:cNvPr>
          <p:cNvSpPr txBox="1"/>
          <p:nvPr/>
        </p:nvSpPr>
        <p:spPr>
          <a:xfrm>
            <a:off x="7213604" y="4747898"/>
            <a:ext cx="462845" cy="584775"/>
          </a:xfrm>
          <a:prstGeom prst="rect">
            <a:avLst/>
          </a:prstGeom>
          <a:noFill/>
        </p:spPr>
        <p:txBody>
          <a:bodyPr wrap="square" rtlCol="0">
            <a:spAutoFit/>
          </a:bodyPr>
          <a:lstStyle/>
          <a:p>
            <a:pPr algn="ctr"/>
            <a:r>
              <a:rPr lang="en-US" sz="3200" dirty="0"/>
              <a:t>1</a:t>
            </a:r>
          </a:p>
        </p:txBody>
      </p:sp>
      <p:sp>
        <p:nvSpPr>
          <p:cNvPr id="60" name="TextBox 59">
            <a:extLst>
              <a:ext uri="{FF2B5EF4-FFF2-40B4-BE49-F238E27FC236}">
                <a16:creationId xmlns:a16="http://schemas.microsoft.com/office/drawing/2014/main" id="{C977BD0C-E187-CB1B-C6F4-2B3820CBD3C3}"/>
              </a:ext>
            </a:extLst>
          </p:cNvPr>
          <p:cNvSpPr txBox="1"/>
          <p:nvPr/>
        </p:nvSpPr>
        <p:spPr>
          <a:xfrm>
            <a:off x="7213604" y="2734556"/>
            <a:ext cx="462845" cy="584775"/>
          </a:xfrm>
          <a:prstGeom prst="rect">
            <a:avLst/>
          </a:prstGeom>
          <a:noFill/>
        </p:spPr>
        <p:txBody>
          <a:bodyPr wrap="square" rtlCol="0">
            <a:spAutoFit/>
          </a:bodyPr>
          <a:lstStyle/>
          <a:p>
            <a:pPr algn="ctr"/>
            <a:r>
              <a:rPr lang="en-US" sz="3200" dirty="0"/>
              <a:t>6</a:t>
            </a:r>
          </a:p>
        </p:txBody>
      </p:sp>
      <p:sp>
        <p:nvSpPr>
          <p:cNvPr id="61" name="TextBox 60">
            <a:extLst>
              <a:ext uri="{FF2B5EF4-FFF2-40B4-BE49-F238E27FC236}">
                <a16:creationId xmlns:a16="http://schemas.microsoft.com/office/drawing/2014/main" id="{64D1D565-F4D8-7BE4-613E-B6D6B7E38EDC}"/>
              </a:ext>
            </a:extLst>
          </p:cNvPr>
          <p:cNvSpPr txBox="1"/>
          <p:nvPr/>
        </p:nvSpPr>
        <p:spPr>
          <a:xfrm>
            <a:off x="3640666" y="901933"/>
            <a:ext cx="570089" cy="230832"/>
          </a:xfrm>
          <a:prstGeom prst="rect">
            <a:avLst/>
          </a:prstGeom>
          <a:noFill/>
        </p:spPr>
        <p:txBody>
          <a:bodyPr wrap="square" rtlCol="0">
            <a:spAutoFit/>
          </a:bodyPr>
          <a:lstStyle/>
          <a:p>
            <a:pPr algn="ctr"/>
            <a:r>
              <a:rPr lang="en-US" sz="900" dirty="0"/>
              <a:t>28</a:t>
            </a:r>
          </a:p>
        </p:txBody>
      </p:sp>
      <p:sp>
        <p:nvSpPr>
          <p:cNvPr id="64" name="TextBox 63">
            <a:extLst>
              <a:ext uri="{FF2B5EF4-FFF2-40B4-BE49-F238E27FC236}">
                <a16:creationId xmlns:a16="http://schemas.microsoft.com/office/drawing/2014/main" id="{09B104DF-293F-4810-A7F7-133BBBC35261}"/>
              </a:ext>
            </a:extLst>
          </p:cNvPr>
          <p:cNvSpPr txBox="1"/>
          <p:nvPr/>
        </p:nvSpPr>
        <p:spPr>
          <a:xfrm>
            <a:off x="5147734" y="901933"/>
            <a:ext cx="570089" cy="230832"/>
          </a:xfrm>
          <a:prstGeom prst="rect">
            <a:avLst/>
          </a:prstGeom>
          <a:noFill/>
        </p:spPr>
        <p:txBody>
          <a:bodyPr wrap="square" rtlCol="0">
            <a:spAutoFit/>
          </a:bodyPr>
          <a:lstStyle/>
          <a:p>
            <a:pPr algn="ctr"/>
            <a:r>
              <a:rPr lang="en-US" sz="900" dirty="0"/>
              <a:t>82</a:t>
            </a:r>
          </a:p>
        </p:txBody>
      </p:sp>
      <p:sp>
        <p:nvSpPr>
          <p:cNvPr id="65" name="TextBox 64">
            <a:extLst>
              <a:ext uri="{FF2B5EF4-FFF2-40B4-BE49-F238E27FC236}">
                <a16:creationId xmlns:a16="http://schemas.microsoft.com/office/drawing/2014/main" id="{F27FF3CD-2C44-9069-999E-34CCF6300812}"/>
              </a:ext>
            </a:extLst>
          </p:cNvPr>
          <p:cNvSpPr txBox="1"/>
          <p:nvPr/>
        </p:nvSpPr>
        <p:spPr>
          <a:xfrm>
            <a:off x="3640666" y="1402877"/>
            <a:ext cx="570089" cy="230832"/>
          </a:xfrm>
          <a:prstGeom prst="rect">
            <a:avLst/>
          </a:prstGeom>
          <a:noFill/>
        </p:spPr>
        <p:txBody>
          <a:bodyPr wrap="square" rtlCol="0">
            <a:spAutoFit/>
          </a:bodyPr>
          <a:lstStyle/>
          <a:p>
            <a:pPr algn="ctr"/>
            <a:r>
              <a:rPr lang="en-US" sz="900" dirty="0"/>
              <a:t>238</a:t>
            </a:r>
          </a:p>
        </p:txBody>
      </p:sp>
      <p:sp>
        <p:nvSpPr>
          <p:cNvPr id="67" name="TextBox 66">
            <a:extLst>
              <a:ext uri="{FF2B5EF4-FFF2-40B4-BE49-F238E27FC236}">
                <a16:creationId xmlns:a16="http://schemas.microsoft.com/office/drawing/2014/main" id="{D73C0F80-DDBA-91F8-572E-4E087B446F24}"/>
              </a:ext>
            </a:extLst>
          </p:cNvPr>
          <p:cNvSpPr txBox="1"/>
          <p:nvPr/>
        </p:nvSpPr>
        <p:spPr>
          <a:xfrm>
            <a:off x="5147734" y="1402877"/>
            <a:ext cx="570089" cy="230832"/>
          </a:xfrm>
          <a:prstGeom prst="rect">
            <a:avLst/>
          </a:prstGeom>
          <a:noFill/>
        </p:spPr>
        <p:txBody>
          <a:bodyPr wrap="square" rtlCol="0">
            <a:spAutoFit/>
          </a:bodyPr>
          <a:lstStyle/>
          <a:p>
            <a:pPr algn="ctr"/>
            <a:r>
              <a:rPr lang="en-US" sz="900" dirty="0"/>
              <a:t>268</a:t>
            </a:r>
          </a:p>
        </p:txBody>
      </p:sp>
      <p:sp>
        <p:nvSpPr>
          <p:cNvPr id="69" name="TextBox 68">
            <a:extLst>
              <a:ext uri="{FF2B5EF4-FFF2-40B4-BE49-F238E27FC236}">
                <a16:creationId xmlns:a16="http://schemas.microsoft.com/office/drawing/2014/main" id="{E4ABFD34-4E35-DCD9-A1B0-4258395D0183}"/>
              </a:ext>
            </a:extLst>
          </p:cNvPr>
          <p:cNvSpPr txBox="1"/>
          <p:nvPr/>
        </p:nvSpPr>
        <p:spPr>
          <a:xfrm>
            <a:off x="5650090" y="1402877"/>
            <a:ext cx="570089" cy="230832"/>
          </a:xfrm>
          <a:prstGeom prst="rect">
            <a:avLst/>
          </a:prstGeom>
          <a:noFill/>
        </p:spPr>
        <p:txBody>
          <a:bodyPr wrap="square" rtlCol="0">
            <a:spAutoFit/>
          </a:bodyPr>
          <a:lstStyle/>
          <a:p>
            <a:pPr algn="ctr"/>
            <a:r>
              <a:rPr lang="en-US" sz="900" dirty="0"/>
              <a:t>268</a:t>
            </a:r>
          </a:p>
        </p:txBody>
      </p:sp>
      <p:sp>
        <p:nvSpPr>
          <p:cNvPr id="77" name="TextBox 76">
            <a:extLst>
              <a:ext uri="{FF2B5EF4-FFF2-40B4-BE49-F238E27FC236}">
                <a16:creationId xmlns:a16="http://schemas.microsoft.com/office/drawing/2014/main" id="{0CE916F1-DC4B-D90A-5CAC-9848B965BCAA}"/>
              </a:ext>
            </a:extLst>
          </p:cNvPr>
          <p:cNvSpPr txBox="1"/>
          <p:nvPr/>
        </p:nvSpPr>
        <p:spPr>
          <a:xfrm>
            <a:off x="3138310" y="1402877"/>
            <a:ext cx="570089" cy="230832"/>
          </a:xfrm>
          <a:prstGeom prst="rect">
            <a:avLst/>
          </a:prstGeom>
          <a:noFill/>
        </p:spPr>
        <p:txBody>
          <a:bodyPr wrap="square" rtlCol="0">
            <a:spAutoFit/>
          </a:bodyPr>
          <a:lstStyle/>
          <a:p>
            <a:pPr algn="ctr"/>
            <a:r>
              <a:rPr lang="en-US" sz="900" dirty="0"/>
              <a:t>23</a:t>
            </a:r>
          </a:p>
        </p:txBody>
      </p:sp>
      <p:sp>
        <p:nvSpPr>
          <p:cNvPr id="83" name="TextBox 82">
            <a:extLst>
              <a:ext uri="{FF2B5EF4-FFF2-40B4-BE49-F238E27FC236}">
                <a16:creationId xmlns:a16="http://schemas.microsoft.com/office/drawing/2014/main" id="{4A69CCDD-30FC-61A5-5FB8-E1AD0EE5EF06}"/>
              </a:ext>
            </a:extLst>
          </p:cNvPr>
          <p:cNvSpPr txBox="1"/>
          <p:nvPr/>
        </p:nvSpPr>
        <p:spPr>
          <a:xfrm>
            <a:off x="4645378" y="1903821"/>
            <a:ext cx="570089" cy="230832"/>
          </a:xfrm>
          <a:prstGeom prst="rect">
            <a:avLst/>
          </a:prstGeom>
          <a:noFill/>
        </p:spPr>
        <p:txBody>
          <a:bodyPr wrap="square" rtlCol="0">
            <a:spAutoFit/>
          </a:bodyPr>
          <a:lstStyle/>
          <a:p>
            <a:pPr algn="ctr"/>
            <a:r>
              <a:rPr lang="en-US" sz="900" dirty="0"/>
              <a:t>13</a:t>
            </a:r>
          </a:p>
        </p:txBody>
      </p:sp>
      <p:sp>
        <p:nvSpPr>
          <p:cNvPr id="84" name="TextBox 83">
            <a:extLst>
              <a:ext uri="{FF2B5EF4-FFF2-40B4-BE49-F238E27FC236}">
                <a16:creationId xmlns:a16="http://schemas.microsoft.com/office/drawing/2014/main" id="{1075DA21-619E-7F0D-520F-2470118C8397}"/>
              </a:ext>
            </a:extLst>
          </p:cNvPr>
          <p:cNvSpPr txBox="1"/>
          <p:nvPr/>
        </p:nvSpPr>
        <p:spPr>
          <a:xfrm>
            <a:off x="5650090" y="1903821"/>
            <a:ext cx="570089" cy="230832"/>
          </a:xfrm>
          <a:prstGeom prst="rect">
            <a:avLst/>
          </a:prstGeom>
          <a:noFill/>
        </p:spPr>
        <p:txBody>
          <a:bodyPr wrap="square" rtlCol="0">
            <a:spAutoFit/>
          </a:bodyPr>
          <a:lstStyle/>
          <a:p>
            <a:pPr algn="ctr"/>
            <a:r>
              <a:rPr lang="en-US" sz="900" dirty="0"/>
              <a:t>31</a:t>
            </a:r>
          </a:p>
        </p:txBody>
      </p:sp>
      <p:sp>
        <p:nvSpPr>
          <p:cNvPr id="85" name="TextBox 84">
            <a:extLst>
              <a:ext uri="{FF2B5EF4-FFF2-40B4-BE49-F238E27FC236}">
                <a16:creationId xmlns:a16="http://schemas.microsoft.com/office/drawing/2014/main" id="{A2C2DE80-5F07-89DD-54A8-386D28F005D2}"/>
              </a:ext>
            </a:extLst>
          </p:cNvPr>
          <p:cNvSpPr txBox="1"/>
          <p:nvPr/>
        </p:nvSpPr>
        <p:spPr>
          <a:xfrm>
            <a:off x="3138310" y="1903821"/>
            <a:ext cx="570089" cy="230832"/>
          </a:xfrm>
          <a:prstGeom prst="rect">
            <a:avLst/>
          </a:prstGeom>
          <a:noFill/>
        </p:spPr>
        <p:txBody>
          <a:bodyPr wrap="square" rtlCol="0">
            <a:spAutoFit/>
          </a:bodyPr>
          <a:lstStyle/>
          <a:p>
            <a:pPr algn="ctr"/>
            <a:r>
              <a:rPr lang="en-US" sz="900" dirty="0"/>
              <a:t>57</a:t>
            </a:r>
          </a:p>
        </p:txBody>
      </p:sp>
      <p:sp>
        <p:nvSpPr>
          <p:cNvPr id="87" name="TextBox 86">
            <a:extLst>
              <a:ext uri="{FF2B5EF4-FFF2-40B4-BE49-F238E27FC236}">
                <a16:creationId xmlns:a16="http://schemas.microsoft.com/office/drawing/2014/main" id="{4F6C1EB8-41E6-5A81-7091-019B3D68E8E7}"/>
              </a:ext>
            </a:extLst>
          </p:cNvPr>
          <p:cNvSpPr txBox="1"/>
          <p:nvPr/>
        </p:nvSpPr>
        <p:spPr>
          <a:xfrm>
            <a:off x="3138310" y="3406653"/>
            <a:ext cx="570089" cy="230832"/>
          </a:xfrm>
          <a:prstGeom prst="rect">
            <a:avLst/>
          </a:prstGeom>
          <a:noFill/>
        </p:spPr>
        <p:txBody>
          <a:bodyPr wrap="square" rtlCol="0">
            <a:spAutoFit/>
          </a:bodyPr>
          <a:lstStyle/>
          <a:p>
            <a:pPr algn="ctr"/>
            <a:r>
              <a:rPr lang="en-US" sz="900" dirty="0"/>
              <a:t>236</a:t>
            </a:r>
          </a:p>
        </p:txBody>
      </p:sp>
      <p:sp>
        <p:nvSpPr>
          <p:cNvPr id="88" name="TextBox 87">
            <a:extLst>
              <a:ext uri="{FF2B5EF4-FFF2-40B4-BE49-F238E27FC236}">
                <a16:creationId xmlns:a16="http://schemas.microsoft.com/office/drawing/2014/main" id="{15D1F96D-44E1-435D-8091-1C522111C5B7}"/>
              </a:ext>
            </a:extLst>
          </p:cNvPr>
          <p:cNvSpPr txBox="1"/>
          <p:nvPr/>
        </p:nvSpPr>
        <p:spPr>
          <a:xfrm>
            <a:off x="4645378" y="4408541"/>
            <a:ext cx="570089" cy="230832"/>
          </a:xfrm>
          <a:prstGeom prst="rect">
            <a:avLst/>
          </a:prstGeom>
          <a:noFill/>
        </p:spPr>
        <p:txBody>
          <a:bodyPr wrap="square" rtlCol="0">
            <a:spAutoFit/>
          </a:bodyPr>
          <a:lstStyle/>
          <a:p>
            <a:pPr algn="ctr"/>
            <a:r>
              <a:rPr lang="en-US" sz="900" dirty="0"/>
              <a:t>2568</a:t>
            </a:r>
          </a:p>
        </p:txBody>
      </p:sp>
      <p:sp>
        <p:nvSpPr>
          <p:cNvPr id="89" name="TextBox 88">
            <a:extLst>
              <a:ext uri="{FF2B5EF4-FFF2-40B4-BE49-F238E27FC236}">
                <a16:creationId xmlns:a16="http://schemas.microsoft.com/office/drawing/2014/main" id="{F2D98D06-E4CA-9162-E976-40AB29580907}"/>
              </a:ext>
            </a:extLst>
          </p:cNvPr>
          <p:cNvSpPr txBox="1"/>
          <p:nvPr/>
        </p:nvSpPr>
        <p:spPr>
          <a:xfrm>
            <a:off x="4645378" y="4909484"/>
            <a:ext cx="570089" cy="230832"/>
          </a:xfrm>
          <a:prstGeom prst="rect">
            <a:avLst/>
          </a:prstGeom>
          <a:noFill/>
        </p:spPr>
        <p:txBody>
          <a:bodyPr wrap="square" rtlCol="0">
            <a:spAutoFit/>
          </a:bodyPr>
          <a:lstStyle/>
          <a:p>
            <a:pPr algn="ctr"/>
            <a:r>
              <a:rPr lang="en-US" sz="900" dirty="0"/>
              <a:t>23568</a:t>
            </a:r>
          </a:p>
        </p:txBody>
      </p:sp>
      <p:sp>
        <p:nvSpPr>
          <p:cNvPr id="90" name="TextBox 89">
            <a:extLst>
              <a:ext uri="{FF2B5EF4-FFF2-40B4-BE49-F238E27FC236}">
                <a16:creationId xmlns:a16="http://schemas.microsoft.com/office/drawing/2014/main" id="{67CA5C05-B9A3-A183-1EBB-726F691B96C4}"/>
              </a:ext>
            </a:extLst>
          </p:cNvPr>
          <p:cNvSpPr txBox="1"/>
          <p:nvPr/>
        </p:nvSpPr>
        <p:spPr>
          <a:xfrm>
            <a:off x="5147734" y="4909484"/>
            <a:ext cx="570089" cy="230832"/>
          </a:xfrm>
          <a:prstGeom prst="rect">
            <a:avLst/>
          </a:prstGeom>
          <a:noFill/>
        </p:spPr>
        <p:txBody>
          <a:bodyPr wrap="square" rtlCol="0">
            <a:spAutoFit/>
          </a:bodyPr>
          <a:lstStyle/>
          <a:p>
            <a:pPr algn="ctr"/>
            <a:r>
              <a:rPr lang="en-US" sz="900" dirty="0"/>
              <a:t>235678</a:t>
            </a:r>
          </a:p>
        </p:txBody>
      </p:sp>
      <p:sp>
        <p:nvSpPr>
          <p:cNvPr id="91" name="TextBox 90">
            <a:extLst>
              <a:ext uri="{FF2B5EF4-FFF2-40B4-BE49-F238E27FC236}">
                <a16:creationId xmlns:a16="http://schemas.microsoft.com/office/drawing/2014/main" id="{6648615A-0241-F24D-AFB3-6D6D7116F0E9}"/>
              </a:ext>
            </a:extLst>
          </p:cNvPr>
          <p:cNvSpPr txBox="1"/>
          <p:nvPr/>
        </p:nvSpPr>
        <p:spPr>
          <a:xfrm>
            <a:off x="5650090" y="4909484"/>
            <a:ext cx="570089" cy="230832"/>
          </a:xfrm>
          <a:prstGeom prst="rect">
            <a:avLst/>
          </a:prstGeom>
          <a:noFill/>
        </p:spPr>
        <p:txBody>
          <a:bodyPr wrap="square" rtlCol="0">
            <a:spAutoFit/>
          </a:bodyPr>
          <a:lstStyle/>
          <a:p>
            <a:pPr algn="ctr"/>
            <a:r>
              <a:rPr lang="en-US" sz="900" dirty="0"/>
              <a:t>23678</a:t>
            </a:r>
          </a:p>
        </p:txBody>
      </p:sp>
      <p:sp>
        <p:nvSpPr>
          <p:cNvPr id="92" name="TextBox 91">
            <a:extLst>
              <a:ext uri="{FF2B5EF4-FFF2-40B4-BE49-F238E27FC236}">
                <a16:creationId xmlns:a16="http://schemas.microsoft.com/office/drawing/2014/main" id="{3FCBD908-E10C-10FA-C92A-391F26D1D1ED}"/>
              </a:ext>
            </a:extLst>
          </p:cNvPr>
          <p:cNvSpPr txBox="1"/>
          <p:nvPr/>
        </p:nvSpPr>
        <p:spPr>
          <a:xfrm>
            <a:off x="6152446" y="4909484"/>
            <a:ext cx="570089" cy="230832"/>
          </a:xfrm>
          <a:prstGeom prst="rect">
            <a:avLst/>
          </a:prstGeom>
          <a:noFill/>
        </p:spPr>
        <p:txBody>
          <a:bodyPr wrap="square" rtlCol="0">
            <a:spAutoFit/>
          </a:bodyPr>
          <a:lstStyle/>
          <a:p>
            <a:pPr algn="ctr"/>
            <a:r>
              <a:rPr lang="en-US" sz="900" dirty="0"/>
              <a:t>23567</a:t>
            </a:r>
          </a:p>
        </p:txBody>
      </p:sp>
      <p:sp>
        <p:nvSpPr>
          <p:cNvPr id="93" name="TextBox 92">
            <a:extLst>
              <a:ext uri="{FF2B5EF4-FFF2-40B4-BE49-F238E27FC236}">
                <a16:creationId xmlns:a16="http://schemas.microsoft.com/office/drawing/2014/main" id="{8A313423-5863-0AF2-A71D-95C4A9A34307}"/>
              </a:ext>
            </a:extLst>
          </p:cNvPr>
          <p:cNvSpPr txBox="1"/>
          <p:nvPr/>
        </p:nvSpPr>
        <p:spPr>
          <a:xfrm>
            <a:off x="6654802" y="4909484"/>
            <a:ext cx="570089" cy="230832"/>
          </a:xfrm>
          <a:prstGeom prst="rect">
            <a:avLst/>
          </a:prstGeom>
          <a:noFill/>
        </p:spPr>
        <p:txBody>
          <a:bodyPr wrap="square" rtlCol="0">
            <a:spAutoFit/>
          </a:bodyPr>
          <a:lstStyle/>
          <a:p>
            <a:pPr algn="ctr"/>
            <a:r>
              <a:rPr lang="en-US" sz="900" dirty="0"/>
              <a:t>23578</a:t>
            </a:r>
          </a:p>
        </p:txBody>
      </p:sp>
      <p:sp>
        <p:nvSpPr>
          <p:cNvPr id="94" name="TextBox 93">
            <a:extLst>
              <a:ext uri="{FF2B5EF4-FFF2-40B4-BE49-F238E27FC236}">
                <a16:creationId xmlns:a16="http://schemas.microsoft.com/office/drawing/2014/main" id="{5E8723B7-B94F-9150-B1D3-EF41ED26DF0B}"/>
              </a:ext>
            </a:extLst>
          </p:cNvPr>
          <p:cNvSpPr txBox="1"/>
          <p:nvPr/>
        </p:nvSpPr>
        <p:spPr>
          <a:xfrm>
            <a:off x="6152446" y="2905709"/>
            <a:ext cx="570089" cy="230832"/>
          </a:xfrm>
          <a:prstGeom prst="rect">
            <a:avLst/>
          </a:prstGeom>
          <a:noFill/>
        </p:spPr>
        <p:txBody>
          <a:bodyPr wrap="square" rtlCol="0">
            <a:spAutoFit/>
          </a:bodyPr>
          <a:lstStyle/>
          <a:p>
            <a:pPr algn="ctr"/>
            <a:r>
              <a:rPr lang="en-US" sz="900" dirty="0"/>
              <a:t>2357</a:t>
            </a:r>
          </a:p>
        </p:txBody>
      </p:sp>
      <p:sp>
        <p:nvSpPr>
          <p:cNvPr id="95" name="TextBox 94">
            <a:extLst>
              <a:ext uri="{FF2B5EF4-FFF2-40B4-BE49-F238E27FC236}">
                <a16:creationId xmlns:a16="http://schemas.microsoft.com/office/drawing/2014/main" id="{03C04F20-5619-760C-4F92-FC2CDA425688}"/>
              </a:ext>
            </a:extLst>
          </p:cNvPr>
          <p:cNvSpPr txBox="1"/>
          <p:nvPr/>
        </p:nvSpPr>
        <p:spPr>
          <a:xfrm>
            <a:off x="3640666" y="2905709"/>
            <a:ext cx="570089" cy="230832"/>
          </a:xfrm>
          <a:prstGeom prst="rect">
            <a:avLst/>
          </a:prstGeom>
          <a:noFill/>
        </p:spPr>
        <p:txBody>
          <a:bodyPr wrap="square" rtlCol="0">
            <a:spAutoFit/>
          </a:bodyPr>
          <a:lstStyle/>
          <a:p>
            <a:pPr algn="ctr"/>
            <a:r>
              <a:rPr lang="en-US" sz="900" dirty="0"/>
              <a:t>75</a:t>
            </a:r>
          </a:p>
        </p:txBody>
      </p:sp>
      <p:sp>
        <p:nvSpPr>
          <p:cNvPr id="96" name="TextBox 95">
            <a:extLst>
              <a:ext uri="{FF2B5EF4-FFF2-40B4-BE49-F238E27FC236}">
                <a16:creationId xmlns:a16="http://schemas.microsoft.com/office/drawing/2014/main" id="{41410C36-D591-062C-E495-C000D140F5FF}"/>
              </a:ext>
            </a:extLst>
          </p:cNvPr>
          <p:cNvSpPr txBox="1"/>
          <p:nvPr/>
        </p:nvSpPr>
        <p:spPr>
          <a:xfrm>
            <a:off x="5650090" y="2905709"/>
            <a:ext cx="570089" cy="230832"/>
          </a:xfrm>
          <a:prstGeom prst="rect">
            <a:avLst/>
          </a:prstGeom>
          <a:noFill/>
        </p:spPr>
        <p:txBody>
          <a:bodyPr wrap="square" rtlCol="0">
            <a:spAutoFit/>
          </a:bodyPr>
          <a:lstStyle/>
          <a:p>
            <a:pPr algn="ctr"/>
            <a:r>
              <a:rPr lang="en-US" sz="900" dirty="0"/>
              <a:t>12378</a:t>
            </a:r>
          </a:p>
        </p:txBody>
      </p:sp>
      <p:sp>
        <p:nvSpPr>
          <p:cNvPr id="97" name="TextBox 96">
            <a:extLst>
              <a:ext uri="{FF2B5EF4-FFF2-40B4-BE49-F238E27FC236}">
                <a16:creationId xmlns:a16="http://schemas.microsoft.com/office/drawing/2014/main" id="{5940B48A-58AF-119A-4580-6E522EE9FE74}"/>
              </a:ext>
            </a:extLst>
          </p:cNvPr>
          <p:cNvSpPr txBox="1"/>
          <p:nvPr/>
        </p:nvSpPr>
        <p:spPr>
          <a:xfrm>
            <a:off x="3138310" y="2905709"/>
            <a:ext cx="570089" cy="230832"/>
          </a:xfrm>
          <a:prstGeom prst="rect">
            <a:avLst/>
          </a:prstGeom>
          <a:noFill/>
        </p:spPr>
        <p:txBody>
          <a:bodyPr wrap="square" rtlCol="0">
            <a:spAutoFit/>
          </a:bodyPr>
          <a:lstStyle/>
          <a:p>
            <a:pPr algn="ctr"/>
            <a:r>
              <a:rPr lang="en-US" sz="900" dirty="0"/>
              <a:t>123</a:t>
            </a:r>
          </a:p>
        </p:txBody>
      </p:sp>
      <p:sp>
        <p:nvSpPr>
          <p:cNvPr id="98" name="TextBox 97">
            <a:extLst>
              <a:ext uri="{FF2B5EF4-FFF2-40B4-BE49-F238E27FC236}">
                <a16:creationId xmlns:a16="http://schemas.microsoft.com/office/drawing/2014/main" id="{4E73C548-CE96-4E3C-E929-06CC1E81C1EA}"/>
              </a:ext>
            </a:extLst>
          </p:cNvPr>
          <p:cNvSpPr txBox="1"/>
          <p:nvPr/>
        </p:nvSpPr>
        <p:spPr>
          <a:xfrm>
            <a:off x="4645378" y="2404765"/>
            <a:ext cx="570089" cy="230832"/>
          </a:xfrm>
          <a:prstGeom prst="rect">
            <a:avLst/>
          </a:prstGeom>
          <a:noFill/>
        </p:spPr>
        <p:txBody>
          <a:bodyPr wrap="square" rtlCol="0">
            <a:spAutoFit/>
          </a:bodyPr>
          <a:lstStyle/>
          <a:p>
            <a:pPr algn="ctr"/>
            <a:r>
              <a:rPr lang="en-US" sz="900" dirty="0"/>
              <a:t>12356</a:t>
            </a:r>
          </a:p>
        </p:txBody>
      </p:sp>
      <p:sp>
        <p:nvSpPr>
          <p:cNvPr id="99" name="TextBox 98">
            <a:extLst>
              <a:ext uri="{FF2B5EF4-FFF2-40B4-BE49-F238E27FC236}">
                <a16:creationId xmlns:a16="http://schemas.microsoft.com/office/drawing/2014/main" id="{1028EAEA-52A7-F18E-3001-3FC8CF204509}"/>
              </a:ext>
            </a:extLst>
          </p:cNvPr>
          <p:cNvSpPr txBox="1"/>
          <p:nvPr/>
        </p:nvSpPr>
        <p:spPr>
          <a:xfrm>
            <a:off x="3138310" y="2404765"/>
            <a:ext cx="570089" cy="230832"/>
          </a:xfrm>
          <a:prstGeom prst="rect">
            <a:avLst/>
          </a:prstGeom>
          <a:noFill/>
        </p:spPr>
        <p:txBody>
          <a:bodyPr wrap="square" rtlCol="0">
            <a:spAutoFit/>
          </a:bodyPr>
          <a:lstStyle/>
          <a:p>
            <a:pPr algn="ctr"/>
            <a:r>
              <a:rPr lang="en-US" sz="900" dirty="0"/>
              <a:t>1236</a:t>
            </a:r>
          </a:p>
        </p:txBody>
      </p:sp>
      <p:sp>
        <p:nvSpPr>
          <p:cNvPr id="100" name="TextBox 99">
            <a:extLst>
              <a:ext uri="{FF2B5EF4-FFF2-40B4-BE49-F238E27FC236}">
                <a16:creationId xmlns:a16="http://schemas.microsoft.com/office/drawing/2014/main" id="{A55BBB5A-31A0-793D-2C67-38E9689F8893}"/>
              </a:ext>
            </a:extLst>
          </p:cNvPr>
          <p:cNvSpPr txBox="1"/>
          <p:nvPr/>
        </p:nvSpPr>
        <p:spPr>
          <a:xfrm>
            <a:off x="4645378" y="3907597"/>
            <a:ext cx="570089" cy="230832"/>
          </a:xfrm>
          <a:prstGeom prst="rect">
            <a:avLst/>
          </a:prstGeom>
          <a:noFill/>
        </p:spPr>
        <p:txBody>
          <a:bodyPr wrap="square" rtlCol="0">
            <a:spAutoFit/>
          </a:bodyPr>
          <a:lstStyle/>
          <a:p>
            <a:pPr algn="ctr"/>
            <a:r>
              <a:rPr lang="en-US" sz="900" dirty="0"/>
              <a:t>135</a:t>
            </a:r>
          </a:p>
        </p:txBody>
      </p:sp>
      <p:sp>
        <p:nvSpPr>
          <p:cNvPr id="101" name="TextBox 100">
            <a:extLst>
              <a:ext uri="{FF2B5EF4-FFF2-40B4-BE49-F238E27FC236}">
                <a16:creationId xmlns:a16="http://schemas.microsoft.com/office/drawing/2014/main" id="{5759C43D-635F-204F-88AE-A48A4DCE53D7}"/>
              </a:ext>
            </a:extLst>
          </p:cNvPr>
          <p:cNvSpPr txBox="1"/>
          <p:nvPr/>
        </p:nvSpPr>
        <p:spPr>
          <a:xfrm>
            <a:off x="3716867" y="4244561"/>
            <a:ext cx="462845" cy="584775"/>
          </a:xfrm>
          <a:prstGeom prst="rect">
            <a:avLst/>
          </a:prstGeom>
          <a:noFill/>
        </p:spPr>
        <p:txBody>
          <a:bodyPr wrap="square" rtlCol="0">
            <a:spAutoFit/>
          </a:bodyPr>
          <a:lstStyle/>
          <a:p>
            <a:pPr algn="ctr"/>
            <a:r>
              <a:rPr lang="en-US" sz="3200" dirty="0"/>
              <a:t>1</a:t>
            </a:r>
          </a:p>
        </p:txBody>
      </p:sp>
      <p:sp>
        <p:nvSpPr>
          <p:cNvPr id="53" name="TextBox 52">
            <a:extLst>
              <a:ext uri="{FF2B5EF4-FFF2-40B4-BE49-F238E27FC236}">
                <a16:creationId xmlns:a16="http://schemas.microsoft.com/office/drawing/2014/main" id="{B689DA0B-5CBB-C0D9-BF56-25E67B4BB5C8}"/>
              </a:ext>
            </a:extLst>
          </p:cNvPr>
          <p:cNvSpPr txBox="1"/>
          <p:nvPr/>
        </p:nvSpPr>
        <p:spPr>
          <a:xfrm>
            <a:off x="4216401" y="3741226"/>
            <a:ext cx="462845" cy="584775"/>
          </a:xfrm>
          <a:prstGeom prst="rect">
            <a:avLst/>
          </a:prstGeom>
          <a:noFill/>
        </p:spPr>
        <p:txBody>
          <a:bodyPr wrap="square" rtlCol="0">
            <a:spAutoFit/>
          </a:bodyPr>
          <a:lstStyle/>
          <a:p>
            <a:pPr algn="ctr"/>
            <a:r>
              <a:rPr lang="en-US" sz="3200" dirty="0"/>
              <a:t>2</a:t>
            </a:r>
          </a:p>
        </p:txBody>
      </p:sp>
      <p:sp>
        <p:nvSpPr>
          <p:cNvPr id="56" name="TextBox 55">
            <a:extLst>
              <a:ext uri="{FF2B5EF4-FFF2-40B4-BE49-F238E27FC236}">
                <a16:creationId xmlns:a16="http://schemas.microsoft.com/office/drawing/2014/main" id="{D8666D90-9283-2999-EF2F-23685A29F345}"/>
              </a:ext>
            </a:extLst>
          </p:cNvPr>
          <p:cNvSpPr txBox="1"/>
          <p:nvPr/>
        </p:nvSpPr>
        <p:spPr>
          <a:xfrm>
            <a:off x="6214537" y="721216"/>
            <a:ext cx="462845" cy="584775"/>
          </a:xfrm>
          <a:prstGeom prst="rect">
            <a:avLst/>
          </a:prstGeom>
          <a:noFill/>
        </p:spPr>
        <p:txBody>
          <a:bodyPr wrap="square" rtlCol="0">
            <a:spAutoFit/>
          </a:bodyPr>
          <a:lstStyle/>
          <a:p>
            <a:pPr algn="ctr"/>
            <a:r>
              <a:rPr lang="en-US" sz="3200" dirty="0"/>
              <a:t>1</a:t>
            </a:r>
          </a:p>
        </p:txBody>
      </p:sp>
      <p:sp>
        <p:nvSpPr>
          <p:cNvPr id="54" name="TextBox 53">
            <a:extLst>
              <a:ext uri="{FF2B5EF4-FFF2-40B4-BE49-F238E27FC236}">
                <a16:creationId xmlns:a16="http://schemas.microsoft.com/office/drawing/2014/main" id="{1E93E3B4-17CC-1C41-6131-6E5FF3C170D4}"/>
              </a:ext>
            </a:extLst>
          </p:cNvPr>
          <p:cNvSpPr txBox="1"/>
          <p:nvPr/>
        </p:nvSpPr>
        <p:spPr>
          <a:xfrm>
            <a:off x="4216401" y="3237891"/>
            <a:ext cx="462845" cy="584775"/>
          </a:xfrm>
          <a:prstGeom prst="rect">
            <a:avLst/>
          </a:prstGeom>
          <a:noFill/>
        </p:spPr>
        <p:txBody>
          <a:bodyPr wrap="square" rtlCol="0">
            <a:spAutoFit/>
          </a:bodyPr>
          <a:lstStyle/>
          <a:p>
            <a:pPr algn="ctr"/>
            <a:r>
              <a:rPr lang="en-US" sz="3200" dirty="0"/>
              <a:t>8</a:t>
            </a:r>
          </a:p>
        </p:txBody>
      </p:sp>
    </p:spTree>
    <p:extLst>
      <p:ext uri="{BB962C8B-B14F-4D97-AF65-F5344CB8AC3E}">
        <p14:creationId xmlns:p14="http://schemas.microsoft.com/office/powerpoint/2010/main" val="3691577747"/>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12A0A20-83F5-69E4-D270-3DC24CA6A284}"/>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5DD84516-A9D9-5917-E75C-BCFCEE3229EF}"/>
              </a:ext>
            </a:extLst>
          </p:cNvPr>
          <p:cNvSpPr>
            <a:spLocks noGrp="1"/>
          </p:cNvSpPr>
          <p:nvPr>
            <p:ph sz="half" idx="1"/>
          </p:nvPr>
        </p:nvSpPr>
        <p:spPr/>
        <p:txBody>
          <a:bodyPr>
            <a:normAutofit/>
          </a:bodyPr>
          <a:lstStyle/>
          <a:p>
            <a:r>
              <a:rPr lang="en-US" dirty="0"/>
              <a:t>Initialize last cell.</a:t>
            </a:r>
          </a:p>
        </p:txBody>
      </p:sp>
      <p:pic>
        <p:nvPicPr>
          <p:cNvPr id="4" name="Picture 3" descr="A grid of sudoku puzzle&#10;&#10;Description automatically generated">
            <a:extLst>
              <a:ext uri="{FF2B5EF4-FFF2-40B4-BE49-F238E27FC236}">
                <a16:creationId xmlns:a16="http://schemas.microsoft.com/office/drawing/2014/main" id="{2D7C7AF7-62B4-2346-2D7D-21A92776D127}"/>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CAD6E16D-04CE-E142-7F1F-834CB31F76A9}"/>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28D5AF46-1F76-9B79-E825-92ED84F85B0F}"/>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2A4195AF-0C35-39CC-89C0-919FE481B602}"/>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B60B6423-51B9-DDF9-229D-07E7BF123C1F}"/>
              </a:ext>
            </a:extLst>
          </p:cNvPr>
          <p:cNvSpPr txBox="1"/>
          <p:nvPr/>
        </p:nvSpPr>
        <p:spPr>
          <a:xfrm>
            <a:off x="4715935" y="1224551"/>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8" name="TextBox 7">
            <a:extLst>
              <a:ext uri="{FF2B5EF4-FFF2-40B4-BE49-F238E27FC236}">
                <a16:creationId xmlns:a16="http://schemas.microsoft.com/office/drawing/2014/main" id="{C3C95753-CC06-19C1-95E5-7174D5A700CA}"/>
              </a:ext>
            </a:extLst>
          </p:cNvPr>
          <p:cNvSpPr txBox="1"/>
          <p:nvPr/>
        </p:nvSpPr>
        <p:spPr>
          <a:xfrm>
            <a:off x="6214537" y="122455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9" name="TextBox 8">
            <a:extLst>
              <a:ext uri="{FF2B5EF4-FFF2-40B4-BE49-F238E27FC236}">
                <a16:creationId xmlns:a16="http://schemas.microsoft.com/office/drawing/2014/main" id="{500568B8-49B2-3C33-52D2-14A9BA022857}"/>
              </a:ext>
            </a:extLst>
          </p:cNvPr>
          <p:cNvSpPr txBox="1"/>
          <p:nvPr/>
        </p:nvSpPr>
        <p:spPr>
          <a:xfrm>
            <a:off x="6714071" y="1224551"/>
            <a:ext cx="462845" cy="584775"/>
          </a:xfrm>
          <a:prstGeom prst="rect">
            <a:avLst/>
          </a:prstGeom>
          <a:solidFill>
            <a:srgbClr val="FFFF00">
              <a:alpha val="30000"/>
            </a:srgbClr>
          </a:solidFill>
        </p:spPr>
        <p:txBody>
          <a:bodyPr wrap="square" rtlCol="0">
            <a:spAutoFit/>
          </a:bodyPr>
          <a:lstStyle/>
          <a:p>
            <a:pPr algn="ctr"/>
            <a:r>
              <a:rPr lang="en-US" sz="3200" dirty="0"/>
              <a:t>9</a:t>
            </a:r>
          </a:p>
        </p:txBody>
      </p:sp>
      <p:sp>
        <p:nvSpPr>
          <p:cNvPr id="10" name="TextBox 9">
            <a:extLst>
              <a:ext uri="{FF2B5EF4-FFF2-40B4-BE49-F238E27FC236}">
                <a16:creationId xmlns:a16="http://schemas.microsoft.com/office/drawing/2014/main" id="{AAB1AFBD-B952-8B13-3B80-7F3879732157}"/>
              </a:ext>
            </a:extLst>
          </p:cNvPr>
          <p:cNvSpPr txBox="1"/>
          <p:nvPr/>
        </p:nvSpPr>
        <p:spPr>
          <a:xfrm>
            <a:off x="7213604" y="122455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11" name="TextBox 10">
            <a:extLst>
              <a:ext uri="{FF2B5EF4-FFF2-40B4-BE49-F238E27FC236}">
                <a16:creationId xmlns:a16="http://schemas.microsoft.com/office/drawing/2014/main" id="{E2DA6832-602C-1B4A-0D3E-D716F90C9918}"/>
              </a:ext>
            </a:extLst>
          </p:cNvPr>
          <p:cNvSpPr txBox="1"/>
          <p:nvPr/>
        </p:nvSpPr>
        <p:spPr>
          <a:xfrm>
            <a:off x="6714071" y="721216"/>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12" name="TextBox 11">
            <a:extLst>
              <a:ext uri="{FF2B5EF4-FFF2-40B4-BE49-F238E27FC236}">
                <a16:creationId xmlns:a16="http://schemas.microsoft.com/office/drawing/2014/main" id="{A924B1F4-F0E8-8F10-E513-D58D60C68541}"/>
              </a:ext>
            </a:extLst>
          </p:cNvPr>
          <p:cNvSpPr txBox="1"/>
          <p:nvPr/>
        </p:nvSpPr>
        <p:spPr>
          <a:xfrm>
            <a:off x="7213604" y="721216"/>
            <a:ext cx="462845" cy="584775"/>
          </a:xfrm>
          <a:prstGeom prst="rect">
            <a:avLst/>
          </a:prstGeom>
          <a:solidFill>
            <a:srgbClr val="FF0000">
              <a:alpha val="30000"/>
            </a:srgbClr>
          </a:solidFill>
        </p:spPr>
        <p:txBody>
          <a:bodyPr wrap="square" rtlCol="0">
            <a:spAutoFit/>
          </a:bodyPr>
          <a:lstStyle/>
          <a:p>
            <a:pPr algn="ctr"/>
            <a:r>
              <a:rPr lang="en-US" sz="3200" dirty="0"/>
              <a:t>3</a:t>
            </a:r>
          </a:p>
        </p:txBody>
      </p:sp>
      <p:sp>
        <p:nvSpPr>
          <p:cNvPr id="13" name="TextBox 12">
            <a:extLst>
              <a:ext uri="{FF2B5EF4-FFF2-40B4-BE49-F238E27FC236}">
                <a16:creationId xmlns:a16="http://schemas.microsoft.com/office/drawing/2014/main" id="{88ABF7D7-C918-DAAE-FA6E-19E1A0109476}"/>
              </a:ext>
            </a:extLst>
          </p:cNvPr>
          <p:cNvSpPr txBox="1"/>
          <p:nvPr/>
        </p:nvSpPr>
        <p:spPr>
          <a:xfrm>
            <a:off x="4216401" y="1727886"/>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14" name="TextBox 13">
            <a:extLst>
              <a:ext uri="{FF2B5EF4-FFF2-40B4-BE49-F238E27FC236}">
                <a16:creationId xmlns:a16="http://schemas.microsoft.com/office/drawing/2014/main" id="{8EC18AFC-913B-2845-8A20-1EC8D203FE4A}"/>
              </a:ext>
            </a:extLst>
          </p:cNvPr>
          <p:cNvSpPr txBox="1"/>
          <p:nvPr/>
        </p:nvSpPr>
        <p:spPr>
          <a:xfrm>
            <a:off x="5215469" y="1727886"/>
            <a:ext cx="462845" cy="584775"/>
          </a:xfrm>
          <a:prstGeom prst="rect">
            <a:avLst/>
          </a:prstGeom>
          <a:solidFill>
            <a:srgbClr val="00B050">
              <a:alpha val="40000"/>
            </a:srgbClr>
          </a:solidFill>
        </p:spPr>
        <p:txBody>
          <a:bodyPr wrap="square" rtlCol="0">
            <a:spAutoFit/>
          </a:bodyPr>
          <a:lstStyle/>
          <a:p>
            <a:pPr algn="ctr"/>
            <a:r>
              <a:rPr lang="en-US" sz="3200" dirty="0"/>
              <a:t>9</a:t>
            </a:r>
          </a:p>
        </p:txBody>
      </p:sp>
      <p:sp>
        <p:nvSpPr>
          <p:cNvPr id="15" name="TextBox 14">
            <a:extLst>
              <a:ext uri="{FF2B5EF4-FFF2-40B4-BE49-F238E27FC236}">
                <a16:creationId xmlns:a16="http://schemas.microsoft.com/office/drawing/2014/main" id="{F18C0E02-CCCB-7210-C665-F7B065773420}"/>
              </a:ext>
            </a:extLst>
          </p:cNvPr>
          <p:cNvSpPr txBox="1"/>
          <p:nvPr/>
        </p:nvSpPr>
        <p:spPr>
          <a:xfrm>
            <a:off x="6214537" y="1727886"/>
            <a:ext cx="462845" cy="584775"/>
          </a:xfrm>
          <a:prstGeom prst="rect">
            <a:avLst/>
          </a:prstGeom>
          <a:solidFill>
            <a:srgbClr val="00B0F0">
              <a:alpha val="30000"/>
            </a:srgbClr>
          </a:solidFill>
        </p:spPr>
        <p:txBody>
          <a:bodyPr wrap="square" rtlCol="0">
            <a:spAutoFit/>
          </a:bodyPr>
          <a:lstStyle/>
          <a:p>
            <a:pPr algn="ctr"/>
            <a:r>
              <a:rPr lang="en-US" sz="3200" dirty="0"/>
              <a:t>8</a:t>
            </a:r>
          </a:p>
        </p:txBody>
      </p:sp>
      <p:sp>
        <p:nvSpPr>
          <p:cNvPr id="16" name="TextBox 15">
            <a:extLst>
              <a:ext uri="{FF2B5EF4-FFF2-40B4-BE49-F238E27FC236}">
                <a16:creationId xmlns:a16="http://schemas.microsoft.com/office/drawing/2014/main" id="{5698C863-5CBB-4724-DE7B-88E53A0B3A5D}"/>
              </a:ext>
            </a:extLst>
          </p:cNvPr>
          <p:cNvSpPr txBox="1"/>
          <p:nvPr/>
        </p:nvSpPr>
        <p:spPr>
          <a:xfrm>
            <a:off x="6714071" y="1727886"/>
            <a:ext cx="462845" cy="584775"/>
          </a:xfrm>
          <a:prstGeom prst="rect">
            <a:avLst/>
          </a:prstGeom>
          <a:solidFill>
            <a:srgbClr val="0070C0">
              <a:alpha val="40000"/>
            </a:srgbClr>
          </a:solidFill>
        </p:spPr>
        <p:txBody>
          <a:bodyPr wrap="square" rtlCol="0">
            <a:spAutoFit/>
          </a:bodyPr>
          <a:lstStyle/>
          <a:p>
            <a:pPr algn="ctr"/>
            <a:r>
              <a:rPr lang="en-US" sz="3200" dirty="0"/>
              <a:t>6</a:t>
            </a:r>
          </a:p>
        </p:txBody>
      </p:sp>
      <p:sp>
        <p:nvSpPr>
          <p:cNvPr id="17" name="TextBox 16">
            <a:extLst>
              <a:ext uri="{FF2B5EF4-FFF2-40B4-BE49-F238E27FC236}">
                <a16:creationId xmlns:a16="http://schemas.microsoft.com/office/drawing/2014/main" id="{D1485691-F187-49C9-F9E4-1A18E7A7085B}"/>
              </a:ext>
            </a:extLst>
          </p:cNvPr>
          <p:cNvSpPr txBox="1"/>
          <p:nvPr/>
        </p:nvSpPr>
        <p:spPr>
          <a:xfrm>
            <a:off x="3716867" y="223122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18" name="TextBox 17">
            <a:extLst>
              <a:ext uri="{FF2B5EF4-FFF2-40B4-BE49-F238E27FC236}">
                <a16:creationId xmlns:a16="http://schemas.microsoft.com/office/drawing/2014/main" id="{728F6B76-4CCA-427C-2F7E-499FED22CD76}"/>
              </a:ext>
            </a:extLst>
          </p:cNvPr>
          <p:cNvSpPr txBox="1"/>
          <p:nvPr/>
        </p:nvSpPr>
        <p:spPr>
          <a:xfrm>
            <a:off x="5215469" y="2231221"/>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19" name="TextBox 18">
            <a:extLst>
              <a:ext uri="{FF2B5EF4-FFF2-40B4-BE49-F238E27FC236}">
                <a16:creationId xmlns:a16="http://schemas.microsoft.com/office/drawing/2014/main" id="{FF13544E-78B2-3A1B-6407-6B7EC629D53E}"/>
              </a:ext>
            </a:extLst>
          </p:cNvPr>
          <p:cNvSpPr txBox="1"/>
          <p:nvPr/>
        </p:nvSpPr>
        <p:spPr>
          <a:xfrm>
            <a:off x="5715003" y="2231221"/>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20" name="TextBox 19">
            <a:extLst>
              <a:ext uri="{FF2B5EF4-FFF2-40B4-BE49-F238E27FC236}">
                <a16:creationId xmlns:a16="http://schemas.microsoft.com/office/drawing/2014/main" id="{54868D5F-0C30-CD1F-06E4-E0A1BB7BB8B1}"/>
              </a:ext>
            </a:extLst>
          </p:cNvPr>
          <p:cNvSpPr txBox="1"/>
          <p:nvPr/>
        </p:nvSpPr>
        <p:spPr>
          <a:xfrm>
            <a:off x="6214537" y="2231221"/>
            <a:ext cx="462845" cy="584775"/>
          </a:xfrm>
          <a:prstGeom prst="rect">
            <a:avLst/>
          </a:prstGeom>
          <a:solidFill>
            <a:srgbClr val="FF0000">
              <a:alpha val="30000"/>
            </a:srgbClr>
          </a:solidFill>
        </p:spPr>
        <p:txBody>
          <a:bodyPr wrap="square" rtlCol="0">
            <a:spAutoFit/>
          </a:bodyPr>
          <a:lstStyle/>
          <a:p>
            <a:pPr algn="ctr"/>
            <a:r>
              <a:rPr lang="en-US" sz="3200" dirty="0"/>
              <a:t>4</a:t>
            </a:r>
          </a:p>
        </p:txBody>
      </p:sp>
      <p:sp>
        <p:nvSpPr>
          <p:cNvPr id="21" name="TextBox 20">
            <a:extLst>
              <a:ext uri="{FF2B5EF4-FFF2-40B4-BE49-F238E27FC236}">
                <a16:creationId xmlns:a16="http://schemas.microsoft.com/office/drawing/2014/main" id="{97CA718E-3B78-A5A9-8FD6-DA314FDB5FFC}"/>
              </a:ext>
            </a:extLst>
          </p:cNvPr>
          <p:cNvSpPr txBox="1"/>
          <p:nvPr/>
        </p:nvSpPr>
        <p:spPr>
          <a:xfrm>
            <a:off x="6714071" y="223122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2" name="TextBox 21">
            <a:extLst>
              <a:ext uri="{FF2B5EF4-FFF2-40B4-BE49-F238E27FC236}">
                <a16:creationId xmlns:a16="http://schemas.microsoft.com/office/drawing/2014/main" id="{4AAD8BD7-926F-AE96-FEC6-719B750C6989}"/>
              </a:ext>
            </a:extLst>
          </p:cNvPr>
          <p:cNvSpPr txBox="1"/>
          <p:nvPr/>
        </p:nvSpPr>
        <p:spPr>
          <a:xfrm>
            <a:off x="4216401" y="2734556"/>
            <a:ext cx="462845" cy="584775"/>
          </a:xfrm>
          <a:prstGeom prst="rect">
            <a:avLst/>
          </a:prstGeom>
          <a:solidFill>
            <a:srgbClr val="FF0000">
              <a:alpha val="30000"/>
            </a:srgbClr>
          </a:solidFill>
        </p:spPr>
        <p:txBody>
          <a:bodyPr wrap="square" rtlCol="0">
            <a:spAutoFit/>
          </a:bodyPr>
          <a:lstStyle/>
          <a:p>
            <a:pPr algn="ctr"/>
            <a:r>
              <a:rPr lang="en-US" sz="3200" dirty="0"/>
              <a:t>4</a:t>
            </a:r>
          </a:p>
        </p:txBody>
      </p:sp>
      <p:sp>
        <p:nvSpPr>
          <p:cNvPr id="23" name="TextBox 22">
            <a:extLst>
              <a:ext uri="{FF2B5EF4-FFF2-40B4-BE49-F238E27FC236}">
                <a16:creationId xmlns:a16="http://schemas.microsoft.com/office/drawing/2014/main" id="{D836A3F1-2134-E14A-00FE-5B56989FF490}"/>
              </a:ext>
            </a:extLst>
          </p:cNvPr>
          <p:cNvSpPr txBox="1"/>
          <p:nvPr/>
        </p:nvSpPr>
        <p:spPr>
          <a:xfrm>
            <a:off x="5215469" y="2734556"/>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4" name="TextBox 23">
            <a:extLst>
              <a:ext uri="{FF2B5EF4-FFF2-40B4-BE49-F238E27FC236}">
                <a16:creationId xmlns:a16="http://schemas.microsoft.com/office/drawing/2014/main" id="{0A716B22-0D23-5175-B77F-1EC5F747266C}"/>
              </a:ext>
            </a:extLst>
          </p:cNvPr>
          <p:cNvSpPr txBox="1"/>
          <p:nvPr/>
        </p:nvSpPr>
        <p:spPr>
          <a:xfrm>
            <a:off x="6714071" y="2734556"/>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25" name="TextBox 24">
            <a:extLst>
              <a:ext uri="{FF2B5EF4-FFF2-40B4-BE49-F238E27FC236}">
                <a16:creationId xmlns:a16="http://schemas.microsoft.com/office/drawing/2014/main" id="{1ED12027-E094-9B28-5B0C-A8C39F312DCC}"/>
              </a:ext>
            </a:extLst>
          </p:cNvPr>
          <p:cNvSpPr txBox="1"/>
          <p:nvPr/>
        </p:nvSpPr>
        <p:spPr>
          <a:xfrm>
            <a:off x="3716867" y="323789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6" name="TextBox 25">
            <a:extLst>
              <a:ext uri="{FF2B5EF4-FFF2-40B4-BE49-F238E27FC236}">
                <a16:creationId xmlns:a16="http://schemas.microsoft.com/office/drawing/2014/main" id="{3DBCBC78-FCAA-A713-44D3-B50E9505A677}"/>
              </a:ext>
            </a:extLst>
          </p:cNvPr>
          <p:cNvSpPr txBox="1"/>
          <p:nvPr/>
        </p:nvSpPr>
        <p:spPr>
          <a:xfrm>
            <a:off x="4715935" y="323789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27" name="TextBox 26">
            <a:extLst>
              <a:ext uri="{FF2B5EF4-FFF2-40B4-BE49-F238E27FC236}">
                <a16:creationId xmlns:a16="http://schemas.microsoft.com/office/drawing/2014/main" id="{BC66E2BE-3D6A-4C9B-07B3-E8C61E6C44CA}"/>
              </a:ext>
            </a:extLst>
          </p:cNvPr>
          <p:cNvSpPr txBox="1"/>
          <p:nvPr/>
        </p:nvSpPr>
        <p:spPr>
          <a:xfrm>
            <a:off x="5215469" y="323789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28" name="TextBox 27">
            <a:extLst>
              <a:ext uri="{FF2B5EF4-FFF2-40B4-BE49-F238E27FC236}">
                <a16:creationId xmlns:a16="http://schemas.microsoft.com/office/drawing/2014/main" id="{E5B1A4C4-3DB2-7B6D-FD94-F849DDCD05D9}"/>
              </a:ext>
            </a:extLst>
          </p:cNvPr>
          <p:cNvSpPr txBox="1"/>
          <p:nvPr/>
        </p:nvSpPr>
        <p:spPr>
          <a:xfrm>
            <a:off x="7213604" y="3237891"/>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29" name="TextBox 28">
            <a:extLst>
              <a:ext uri="{FF2B5EF4-FFF2-40B4-BE49-F238E27FC236}">
                <a16:creationId xmlns:a16="http://schemas.microsoft.com/office/drawing/2014/main" id="{39F3B30A-AEF2-DDC8-0F86-2D570717C5BB}"/>
              </a:ext>
            </a:extLst>
          </p:cNvPr>
          <p:cNvSpPr txBox="1"/>
          <p:nvPr/>
        </p:nvSpPr>
        <p:spPr>
          <a:xfrm>
            <a:off x="3217333" y="3741226"/>
            <a:ext cx="462845" cy="584775"/>
          </a:xfrm>
          <a:prstGeom prst="rect">
            <a:avLst/>
          </a:prstGeom>
          <a:solidFill>
            <a:srgbClr val="00B0F0">
              <a:alpha val="30000"/>
            </a:srgbClr>
          </a:solidFill>
        </p:spPr>
        <p:txBody>
          <a:bodyPr wrap="square" rtlCol="0">
            <a:spAutoFit/>
          </a:bodyPr>
          <a:lstStyle/>
          <a:p>
            <a:pPr algn="ctr"/>
            <a:r>
              <a:rPr lang="en-US" sz="3200" dirty="0"/>
              <a:t>8</a:t>
            </a:r>
          </a:p>
        </p:txBody>
      </p:sp>
      <p:sp>
        <p:nvSpPr>
          <p:cNvPr id="30" name="TextBox 29">
            <a:extLst>
              <a:ext uri="{FF2B5EF4-FFF2-40B4-BE49-F238E27FC236}">
                <a16:creationId xmlns:a16="http://schemas.microsoft.com/office/drawing/2014/main" id="{E0A4D5BA-ECF7-D365-6B7D-2C46A9C92715}"/>
              </a:ext>
            </a:extLst>
          </p:cNvPr>
          <p:cNvSpPr txBox="1"/>
          <p:nvPr/>
        </p:nvSpPr>
        <p:spPr>
          <a:xfrm>
            <a:off x="3716867" y="3741226"/>
            <a:ext cx="462845" cy="584775"/>
          </a:xfrm>
          <a:prstGeom prst="rect">
            <a:avLst/>
          </a:prstGeom>
          <a:solidFill>
            <a:srgbClr val="0070C0">
              <a:alpha val="40000"/>
            </a:srgbClr>
          </a:solidFill>
        </p:spPr>
        <p:txBody>
          <a:bodyPr wrap="square" rtlCol="0">
            <a:spAutoFit/>
          </a:bodyPr>
          <a:lstStyle/>
          <a:p>
            <a:pPr algn="ctr"/>
            <a:r>
              <a:rPr lang="en-US" sz="3200" dirty="0"/>
              <a:t>6</a:t>
            </a:r>
          </a:p>
        </p:txBody>
      </p:sp>
      <p:sp>
        <p:nvSpPr>
          <p:cNvPr id="31" name="TextBox 30">
            <a:extLst>
              <a:ext uri="{FF2B5EF4-FFF2-40B4-BE49-F238E27FC236}">
                <a16:creationId xmlns:a16="http://schemas.microsoft.com/office/drawing/2014/main" id="{9DB85E8A-171E-2003-CDC1-10160302C0E0}"/>
              </a:ext>
            </a:extLst>
          </p:cNvPr>
          <p:cNvSpPr txBox="1"/>
          <p:nvPr/>
        </p:nvSpPr>
        <p:spPr>
          <a:xfrm>
            <a:off x="5715003" y="3741226"/>
            <a:ext cx="462845" cy="584775"/>
          </a:xfrm>
          <a:prstGeom prst="rect">
            <a:avLst/>
          </a:prstGeom>
          <a:solidFill>
            <a:srgbClr val="FFFF00">
              <a:alpha val="30000"/>
            </a:srgbClr>
          </a:solidFill>
        </p:spPr>
        <p:txBody>
          <a:bodyPr wrap="square" rtlCol="0">
            <a:spAutoFit/>
          </a:bodyPr>
          <a:lstStyle/>
          <a:p>
            <a:pPr algn="ctr"/>
            <a:r>
              <a:rPr lang="en-US" sz="3200" dirty="0"/>
              <a:t>9</a:t>
            </a:r>
          </a:p>
        </p:txBody>
      </p:sp>
      <p:sp>
        <p:nvSpPr>
          <p:cNvPr id="32" name="TextBox 31">
            <a:extLst>
              <a:ext uri="{FF2B5EF4-FFF2-40B4-BE49-F238E27FC236}">
                <a16:creationId xmlns:a16="http://schemas.microsoft.com/office/drawing/2014/main" id="{C037F2CB-FA0B-5E44-3CAB-6F127B4DF215}"/>
              </a:ext>
            </a:extLst>
          </p:cNvPr>
          <p:cNvSpPr txBox="1"/>
          <p:nvPr/>
        </p:nvSpPr>
        <p:spPr>
          <a:xfrm>
            <a:off x="6214537" y="3741226"/>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33" name="TextBox 32">
            <a:extLst>
              <a:ext uri="{FF2B5EF4-FFF2-40B4-BE49-F238E27FC236}">
                <a16:creationId xmlns:a16="http://schemas.microsoft.com/office/drawing/2014/main" id="{4F95815C-1618-C434-1330-AC280E3BB9A9}"/>
              </a:ext>
            </a:extLst>
          </p:cNvPr>
          <p:cNvSpPr txBox="1"/>
          <p:nvPr/>
        </p:nvSpPr>
        <p:spPr>
          <a:xfrm>
            <a:off x="6714071" y="374122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34" name="TextBox 33">
            <a:extLst>
              <a:ext uri="{FF2B5EF4-FFF2-40B4-BE49-F238E27FC236}">
                <a16:creationId xmlns:a16="http://schemas.microsoft.com/office/drawing/2014/main" id="{64B603F3-1F9D-D1F3-8468-1F8B4361A7CE}"/>
              </a:ext>
            </a:extLst>
          </p:cNvPr>
          <p:cNvSpPr txBox="1"/>
          <p:nvPr/>
        </p:nvSpPr>
        <p:spPr>
          <a:xfrm>
            <a:off x="7213604" y="3741226"/>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35" name="TextBox 34">
            <a:extLst>
              <a:ext uri="{FF2B5EF4-FFF2-40B4-BE49-F238E27FC236}">
                <a16:creationId xmlns:a16="http://schemas.microsoft.com/office/drawing/2014/main" id="{04BFD44D-61C9-94B1-6CC2-8AA6E8A542CD}"/>
              </a:ext>
            </a:extLst>
          </p:cNvPr>
          <p:cNvSpPr txBox="1"/>
          <p:nvPr/>
        </p:nvSpPr>
        <p:spPr>
          <a:xfrm>
            <a:off x="3217333" y="424456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36" name="TextBox 35">
            <a:extLst>
              <a:ext uri="{FF2B5EF4-FFF2-40B4-BE49-F238E27FC236}">
                <a16:creationId xmlns:a16="http://schemas.microsoft.com/office/drawing/2014/main" id="{10E483DF-390F-8F82-B238-1F77E3F77F52}"/>
              </a:ext>
            </a:extLst>
          </p:cNvPr>
          <p:cNvSpPr txBox="1"/>
          <p:nvPr/>
        </p:nvSpPr>
        <p:spPr>
          <a:xfrm>
            <a:off x="4216401" y="4244561"/>
            <a:ext cx="462845" cy="584775"/>
          </a:xfrm>
          <a:prstGeom prst="rect">
            <a:avLst/>
          </a:prstGeom>
          <a:solidFill>
            <a:srgbClr val="FF0000">
              <a:alpha val="30000"/>
            </a:srgbClr>
          </a:solidFill>
        </p:spPr>
        <p:txBody>
          <a:bodyPr wrap="square" rtlCol="0">
            <a:spAutoFit/>
          </a:bodyPr>
          <a:lstStyle/>
          <a:p>
            <a:pPr algn="ctr"/>
            <a:r>
              <a:rPr lang="en-US" sz="3200" dirty="0"/>
              <a:t>3</a:t>
            </a:r>
          </a:p>
        </p:txBody>
      </p:sp>
      <p:sp>
        <p:nvSpPr>
          <p:cNvPr id="37" name="TextBox 36">
            <a:extLst>
              <a:ext uri="{FF2B5EF4-FFF2-40B4-BE49-F238E27FC236}">
                <a16:creationId xmlns:a16="http://schemas.microsoft.com/office/drawing/2014/main" id="{5D06F662-5CAB-739A-A6A6-8308B583308C}"/>
              </a:ext>
            </a:extLst>
          </p:cNvPr>
          <p:cNvSpPr txBox="1"/>
          <p:nvPr/>
        </p:nvSpPr>
        <p:spPr>
          <a:xfrm>
            <a:off x="5715003" y="424456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38" name="TextBox 37">
            <a:extLst>
              <a:ext uri="{FF2B5EF4-FFF2-40B4-BE49-F238E27FC236}">
                <a16:creationId xmlns:a16="http://schemas.microsoft.com/office/drawing/2014/main" id="{CF6AE7B1-7F9B-4441-9C2E-B054FC470854}"/>
              </a:ext>
            </a:extLst>
          </p:cNvPr>
          <p:cNvSpPr txBox="1"/>
          <p:nvPr/>
        </p:nvSpPr>
        <p:spPr>
          <a:xfrm>
            <a:off x="6214537" y="424456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39" name="TextBox 38">
            <a:extLst>
              <a:ext uri="{FF2B5EF4-FFF2-40B4-BE49-F238E27FC236}">
                <a16:creationId xmlns:a16="http://schemas.microsoft.com/office/drawing/2014/main" id="{EE985065-FF47-71B8-694B-129BAB91FA6E}"/>
              </a:ext>
            </a:extLst>
          </p:cNvPr>
          <p:cNvSpPr txBox="1"/>
          <p:nvPr/>
        </p:nvSpPr>
        <p:spPr>
          <a:xfrm>
            <a:off x="6714071" y="4244561"/>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40" name="TextBox 39">
            <a:extLst>
              <a:ext uri="{FF2B5EF4-FFF2-40B4-BE49-F238E27FC236}">
                <a16:creationId xmlns:a16="http://schemas.microsoft.com/office/drawing/2014/main" id="{BC5FA227-D456-37D8-9FF1-6CDF40EF9B06}"/>
              </a:ext>
            </a:extLst>
          </p:cNvPr>
          <p:cNvSpPr txBox="1"/>
          <p:nvPr/>
        </p:nvSpPr>
        <p:spPr>
          <a:xfrm>
            <a:off x="7213604" y="4244561"/>
            <a:ext cx="462845" cy="584775"/>
          </a:xfrm>
          <a:prstGeom prst="rect">
            <a:avLst/>
          </a:prstGeom>
          <a:solidFill>
            <a:srgbClr val="00B050">
              <a:alpha val="40000"/>
            </a:srgbClr>
          </a:solidFill>
        </p:spPr>
        <p:txBody>
          <a:bodyPr wrap="square" rtlCol="0">
            <a:spAutoFit/>
          </a:bodyPr>
          <a:lstStyle/>
          <a:p>
            <a:pPr algn="ctr"/>
            <a:r>
              <a:rPr lang="en-US" sz="3200" dirty="0"/>
              <a:t>9</a:t>
            </a:r>
          </a:p>
        </p:txBody>
      </p:sp>
      <p:sp>
        <p:nvSpPr>
          <p:cNvPr id="41" name="TextBox 40">
            <a:extLst>
              <a:ext uri="{FF2B5EF4-FFF2-40B4-BE49-F238E27FC236}">
                <a16:creationId xmlns:a16="http://schemas.microsoft.com/office/drawing/2014/main" id="{951F23D3-6F69-FCE7-B8C8-843A162763DB}"/>
              </a:ext>
            </a:extLst>
          </p:cNvPr>
          <p:cNvSpPr txBox="1"/>
          <p:nvPr/>
        </p:nvSpPr>
        <p:spPr>
          <a:xfrm>
            <a:off x="3217333" y="4747898"/>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42" name="TextBox 41">
            <a:extLst>
              <a:ext uri="{FF2B5EF4-FFF2-40B4-BE49-F238E27FC236}">
                <a16:creationId xmlns:a16="http://schemas.microsoft.com/office/drawing/2014/main" id="{41B8A90E-1AEC-E3AD-BA46-4A5BECBC4F24}"/>
              </a:ext>
            </a:extLst>
          </p:cNvPr>
          <p:cNvSpPr txBox="1"/>
          <p:nvPr/>
        </p:nvSpPr>
        <p:spPr>
          <a:xfrm>
            <a:off x="3716867" y="4747898"/>
            <a:ext cx="462845" cy="584775"/>
          </a:xfrm>
          <a:prstGeom prst="rect">
            <a:avLst/>
          </a:prstGeom>
          <a:solidFill>
            <a:srgbClr val="FFFF00">
              <a:alpha val="30000"/>
            </a:srgbClr>
          </a:solidFill>
        </p:spPr>
        <p:txBody>
          <a:bodyPr wrap="square" rtlCol="0">
            <a:spAutoFit/>
          </a:bodyPr>
          <a:lstStyle/>
          <a:p>
            <a:pPr algn="ctr"/>
            <a:r>
              <a:rPr lang="en-US" sz="3200" dirty="0"/>
              <a:t>9</a:t>
            </a:r>
          </a:p>
        </p:txBody>
      </p:sp>
      <p:sp>
        <p:nvSpPr>
          <p:cNvPr id="43" name="TextBox 42">
            <a:extLst>
              <a:ext uri="{FF2B5EF4-FFF2-40B4-BE49-F238E27FC236}">
                <a16:creationId xmlns:a16="http://schemas.microsoft.com/office/drawing/2014/main" id="{F2D3360B-2352-A596-70E4-3F95B0428591}"/>
              </a:ext>
            </a:extLst>
          </p:cNvPr>
          <p:cNvSpPr txBox="1"/>
          <p:nvPr/>
        </p:nvSpPr>
        <p:spPr>
          <a:xfrm>
            <a:off x="4216401" y="4747898"/>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44" name="TextBox 43">
            <a:extLst>
              <a:ext uri="{FF2B5EF4-FFF2-40B4-BE49-F238E27FC236}">
                <a16:creationId xmlns:a16="http://schemas.microsoft.com/office/drawing/2014/main" id="{0761FB14-E671-26BB-281B-D8D499CB9B81}"/>
              </a:ext>
            </a:extLst>
          </p:cNvPr>
          <p:cNvSpPr txBox="1"/>
          <p:nvPr/>
        </p:nvSpPr>
        <p:spPr>
          <a:xfrm>
            <a:off x="7157158" y="1522145"/>
            <a:ext cx="570089" cy="230832"/>
          </a:xfrm>
          <a:prstGeom prst="rect">
            <a:avLst/>
          </a:prstGeom>
          <a:noFill/>
        </p:spPr>
        <p:txBody>
          <a:bodyPr wrap="square" rtlCol="0">
            <a:spAutoFit/>
          </a:bodyPr>
          <a:lstStyle/>
          <a:p>
            <a:pPr algn="ctr"/>
            <a:r>
              <a:rPr lang="en-US" sz="900" dirty="0"/>
              <a:t>57</a:t>
            </a:r>
          </a:p>
        </p:txBody>
      </p:sp>
      <p:sp>
        <p:nvSpPr>
          <p:cNvPr id="45" name="TextBox 44">
            <a:extLst>
              <a:ext uri="{FF2B5EF4-FFF2-40B4-BE49-F238E27FC236}">
                <a16:creationId xmlns:a16="http://schemas.microsoft.com/office/drawing/2014/main" id="{E176E4FF-6DA5-6A02-6FD4-7E35A7FBD6DE}"/>
              </a:ext>
            </a:extLst>
          </p:cNvPr>
          <p:cNvSpPr txBox="1"/>
          <p:nvPr/>
        </p:nvSpPr>
        <p:spPr>
          <a:xfrm>
            <a:off x="4143022" y="5028752"/>
            <a:ext cx="570089" cy="230832"/>
          </a:xfrm>
          <a:prstGeom prst="rect">
            <a:avLst/>
          </a:prstGeom>
          <a:noFill/>
        </p:spPr>
        <p:txBody>
          <a:bodyPr wrap="square" rtlCol="0">
            <a:spAutoFit/>
          </a:bodyPr>
          <a:lstStyle/>
          <a:p>
            <a:pPr algn="ctr"/>
            <a:r>
              <a:rPr lang="en-US" sz="900" dirty="0"/>
              <a:t>57</a:t>
            </a:r>
          </a:p>
        </p:txBody>
      </p:sp>
      <p:sp>
        <p:nvSpPr>
          <p:cNvPr id="50" name="TextBox 49">
            <a:extLst>
              <a:ext uri="{FF2B5EF4-FFF2-40B4-BE49-F238E27FC236}">
                <a16:creationId xmlns:a16="http://schemas.microsoft.com/office/drawing/2014/main" id="{553471BF-3B3B-219A-39B4-0A4FC77BC0B6}"/>
              </a:ext>
            </a:extLst>
          </p:cNvPr>
          <p:cNvSpPr txBox="1"/>
          <p:nvPr/>
        </p:nvSpPr>
        <p:spPr>
          <a:xfrm>
            <a:off x="6152446" y="1402877"/>
            <a:ext cx="570089" cy="230832"/>
          </a:xfrm>
          <a:prstGeom prst="rect">
            <a:avLst/>
          </a:prstGeom>
          <a:noFill/>
        </p:spPr>
        <p:txBody>
          <a:bodyPr wrap="square" rtlCol="0">
            <a:spAutoFit/>
          </a:bodyPr>
          <a:lstStyle/>
          <a:p>
            <a:pPr algn="ctr"/>
            <a:r>
              <a:rPr lang="en-US" sz="900" dirty="0"/>
              <a:t>75</a:t>
            </a:r>
          </a:p>
        </p:txBody>
      </p:sp>
      <p:sp>
        <p:nvSpPr>
          <p:cNvPr id="51" name="TextBox 50">
            <a:extLst>
              <a:ext uri="{FF2B5EF4-FFF2-40B4-BE49-F238E27FC236}">
                <a16:creationId xmlns:a16="http://schemas.microsoft.com/office/drawing/2014/main" id="{A55A5F5C-3BF2-3885-EB34-77CA9887CC39}"/>
              </a:ext>
            </a:extLst>
          </p:cNvPr>
          <p:cNvSpPr txBox="1"/>
          <p:nvPr/>
        </p:nvSpPr>
        <p:spPr>
          <a:xfrm>
            <a:off x="3138310" y="4408541"/>
            <a:ext cx="570089" cy="230832"/>
          </a:xfrm>
          <a:prstGeom prst="rect">
            <a:avLst/>
          </a:prstGeom>
          <a:noFill/>
        </p:spPr>
        <p:txBody>
          <a:bodyPr wrap="square" rtlCol="0">
            <a:spAutoFit/>
          </a:bodyPr>
          <a:lstStyle/>
          <a:p>
            <a:pPr algn="ctr"/>
            <a:r>
              <a:rPr lang="en-US" sz="900" dirty="0"/>
              <a:t>75</a:t>
            </a:r>
          </a:p>
        </p:txBody>
      </p:sp>
      <p:sp>
        <p:nvSpPr>
          <p:cNvPr id="52" name="TextBox 51">
            <a:extLst>
              <a:ext uri="{FF2B5EF4-FFF2-40B4-BE49-F238E27FC236}">
                <a16:creationId xmlns:a16="http://schemas.microsoft.com/office/drawing/2014/main" id="{743DDE15-ABCA-25C1-AFBA-A49D8AE5225D}"/>
              </a:ext>
            </a:extLst>
          </p:cNvPr>
          <p:cNvSpPr txBox="1"/>
          <p:nvPr/>
        </p:nvSpPr>
        <p:spPr>
          <a:xfrm>
            <a:off x="3640666" y="3406653"/>
            <a:ext cx="570089" cy="230832"/>
          </a:xfrm>
          <a:prstGeom prst="rect">
            <a:avLst/>
          </a:prstGeom>
          <a:noFill/>
        </p:spPr>
        <p:txBody>
          <a:bodyPr wrap="square" rtlCol="0">
            <a:spAutoFit/>
          </a:bodyPr>
          <a:lstStyle/>
          <a:p>
            <a:pPr algn="ctr"/>
            <a:r>
              <a:rPr lang="en-US" sz="900" dirty="0"/>
              <a:t>2357</a:t>
            </a:r>
          </a:p>
        </p:txBody>
      </p:sp>
      <p:sp>
        <p:nvSpPr>
          <p:cNvPr id="57" name="TextBox 56">
            <a:extLst>
              <a:ext uri="{FF2B5EF4-FFF2-40B4-BE49-F238E27FC236}">
                <a16:creationId xmlns:a16="http://schemas.microsoft.com/office/drawing/2014/main" id="{2273CC8E-7404-CE48-D301-95DB97234425}"/>
              </a:ext>
            </a:extLst>
          </p:cNvPr>
          <p:cNvSpPr txBox="1"/>
          <p:nvPr/>
        </p:nvSpPr>
        <p:spPr>
          <a:xfrm>
            <a:off x="6654802" y="2524033"/>
            <a:ext cx="570089" cy="230832"/>
          </a:xfrm>
          <a:prstGeom prst="rect">
            <a:avLst/>
          </a:prstGeom>
          <a:noFill/>
        </p:spPr>
        <p:txBody>
          <a:bodyPr wrap="square" rtlCol="0">
            <a:spAutoFit/>
          </a:bodyPr>
          <a:lstStyle/>
          <a:p>
            <a:pPr algn="ctr"/>
            <a:r>
              <a:rPr lang="en-US" sz="900" dirty="0"/>
              <a:t>2357</a:t>
            </a:r>
          </a:p>
        </p:txBody>
      </p:sp>
      <p:sp>
        <p:nvSpPr>
          <p:cNvPr id="58" name="TextBox 57">
            <a:extLst>
              <a:ext uri="{FF2B5EF4-FFF2-40B4-BE49-F238E27FC236}">
                <a16:creationId xmlns:a16="http://schemas.microsoft.com/office/drawing/2014/main" id="{4AC5836A-5D0E-26B9-48C8-462E8A86922E}"/>
              </a:ext>
            </a:extLst>
          </p:cNvPr>
          <p:cNvSpPr txBox="1"/>
          <p:nvPr/>
        </p:nvSpPr>
        <p:spPr>
          <a:xfrm>
            <a:off x="4143022" y="1903821"/>
            <a:ext cx="570089" cy="230832"/>
          </a:xfrm>
          <a:prstGeom prst="rect">
            <a:avLst/>
          </a:prstGeom>
          <a:noFill/>
        </p:spPr>
        <p:txBody>
          <a:bodyPr wrap="square" rtlCol="0">
            <a:spAutoFit/>
          </a:bodyPr>
          <a:lstStyle/>
          <a:p>
            <a:pPr algn="ctr"/>
            <a:r>
              <a:rPr lang="en-US" sz="900" dirty="0"/>
              <a:t>75</a:t>
            </a:r>
          </a:p>
        </p:txBody>
      </p:sp>
      <p:sp>
        <p:nvSpPr>
          <p:cNvPr id="59" name="TextBox 58">
            <a:extLst>
              <a:ext uri="{FF2B5EF4-FFF2-40B4-BE49-F238E27FC236}">
                <a16:creationId xmlns:a16="http://schemas.microsoft.com/office/drawing/2014/main" id="{10E42790-26EE-CB1B-6247-5C1C2E4DA31B}"/>
              </a:ext>
            </a:extLst>
          </p:cNvPr>
          <p:cNvSpPr txBox="1"/>
          <p:nvPr/>
        </p:nvSpPr>
        <p:spPr>
          <a:xfrm>
            <a:off x="3640666" y="2404765"/>
            <a:ext cx="570089" cy="230832"/>
          </a:xfrm>
          <a:prstGeom prst="rect">
            <a:avLst/>
          </a:prstGeom>
          <a:noFill/>
        </p:spPr>
        <p:txBody>
          <a:bodyPr wrap="square" rtlCol="0">
            <a:spAutoFit/>
          </a:bodyPr>
          <a:lstStyle/>
          <a:p>
            <a:pPr algn="ctr"/>
            <a:r>
              <a:rPr lang="en-US" sz="900" dirty="0"/>
              <a:t>2357</a:t>
            </a:r>
          </a:p>
        </p:txBody>
      </p:sp>
      <p:sp>
        <p:nvSpPr>
          <p:cNvPr id="62" name="TextBox 61">
            <a:extLst>
              <a:ext uri="{FF2B5EF4-FFF2-40B4-BE49-F238E27FC236}">
                <a16:creationId xmlns:a16="http://schemas.microsoft.com/office/drawing/2014/main" id="{8706F96A-8BD9-0BAB-EF4B-B0E064ACFC0B}"/>
              </a:ext>
            </a:extLst>
          </p:cNvPr>
          <p:cNvSpPr txBox="1"/>
          <p:nvPr/>
        </p:nvSpPr>
        <p:spPr>
          <a:xfrm>
            <a:off x="6654802" y="2905709"/>
            <a:ext cx="570089" cy="230832"/>
          </a:xfrm>
          <a:prstGeom prst="rect">
            <a:avLst/>
          </a:prstGeom>
          <a:noFill/>
        </p:spPr>
        <p:txBody>
          <a:bodyPr wrap="square" rtlCol="0">
            <a:spAutoFit/>
          </a:bodyPr>
          <a:lstStyle/>
          <a:p>
            <a:pPr algn="ctr"/>
            <a:r>
              <a:rPr lang="en-US" sz="900" dirty="0"/>
              <a:t>2357</a:t>
            </a:r>
          </a:p>
        </p:txBody>
      </p:sp>
      <p:sp>
        <p:nvSpPr>
          <p:cNvPr id="63" name="TextBox 62">
            <a:extLst>
              <a:ext uri="{FF2B5EF4-FFF2-40B4-BE49-F238E27FC236}">
                <a16:creationId xmlns:a16="http://schemas.microsoft.com/office/drawing/2014/main" id="{B38F418E-4C31-533B-051C-0EF61A284664}"/>
              </a:ext>
            </a:extLst>
          </p:cNvPr>
          <p:cNvSpPr txBox="1"/>
          <p:nvPr/>
        </p:nvSpPr>
        <p:spPr>
          <a:xfrm>
            <a:off x="7157158" y="3406653"/>
            <a:ext cx="570089" cy="230832"/>
          </a:xfrm>
          <a:prstGeom prst="rect">
            <a:avLst/>
          </a:prstGeom>
          <a:noFill/>
        </p:spPr>
        <p:txBody>
          <a:bodyPr wrap="square" rtlCol="0">
            <a:spAutoFit/>
          </a:bodyPr>
          <a:lstStyle/>
          <a:p>
            <a:pPr algn="ctr"/>
            <a:r>
              <a:rPr lang="en-US" sz="900" dirty="0"/>
              <a:t>75</a:t>
            </a:r>
          </a:p>
        </p:txBody>
      </p:sp>
      <p:sp>
        <p:nvSpPr>
          <p:cNvPr id="66" name="TextBox 65">
            <a:extLst>
              <a:ext uri="{FF2B5EF4-FFF2-40B4-BE49-F238E27FC236}">
                <a16:creationId xmlns:a16="http://schemas.microsoft.com/office/drawing/2014/main" id="{FF6B1CD0-FD10-E4B0-BBC8-BBAED406E616}"/>
              </a:ext>
            </a:extLst>
          </p:cNvPr>
          <p:cNvSpPr txBox="1"/>
          <p:nvPr/>
        </p:nvSpPr>
        <p:spPr>
          <a:xfrm>
            <a:off x="5147734" y="2524033"/>
            <a:ext cx="570089" cy="230832"/>
          </a:xfrm>
          <a:prstGeom prst="rect">
            <a:avLst/>
          </a:prstGeom>
          <a:noFill/>
        </p:spPr>
        <p:txBody>
          <a:bodyPr wrap="square" rtlCol="0">
            <a:spAutoFit/>
          </a:bodyPr>
          <a:lstStyle/>
          <a:p>
            <a:pPr algn="ctr"/>
            <a:r>
              <a:rPr lang="en-US" sz="900" dirty="0"/>
              <a:t>257</a:t>
            </a:r>
          </a:p>
        </p:txBody>
      </p:sp>
      <p:sp>
        <p:nvSpPr>
          <p:cNvPr id="68" name="TextBox 67">
            <a:extLst>
              <a:ext uri="{FF2B5EF4-FFF2-40B4-BE49-F238E27FC236}">
                <a16:creationId xmlns:a16="http://schemas.microsoft.com/office/drawing/2014/main" id="{0818FE99-0B87-487B-6C14-9BBBB85CC4D3}"/>
              </a:ext>
            </a:extLst>
          </p:cNvPr>
          <p:cNvSpPr txBox="1"/>
          <p:nvPr/>
        </p:nvSpPr>
        <p:spPr>
          <a:xfrm>
            <a:off x="6654802" y="4527809"/>
            <a:ext cx="570089" cy="230832"/>
          </a:xfrm>
          <a:prstGeom prst="rect">
            <a:avLst/>
          </a:prstGeom>
          <a:noFill/>
        </p:spPr>
        <p:txBody>
          <a:bodyPr wrap="square" rtlCol="0">
            <a:spAutoFit/>
          </a:bodyPr>
          <a:lstStyle/>
          <a:p>
            <a:pPr algn="ctr"/>
            <a:r>
              <a:rPr lang="en-US" sz="900" dirty="0"/>
              <a:t>257</a:t>
            </a:r>
          </a:p>
        </p:txBody>
      </p:sp>
      <p:sp>
        <p:nvSpPr>
          <p:cNvPr id="70" name="TextBox 69">
            <a:extLst>
              <a:ext uri="{FF2B5EF4-FFF2-40B4-BE49-F238E27FC236}">
                <a16:creationId xmlns:a16="http://schemas.microsoft.com/office/drawing/2014/main" id="{E5A67AEB-FC36-1BAC-3D21-C7F1897B07E2}"/>
              </a:ext>
            </a:extLst>
          </p:cNvPr>
          <p:cNvSpPr txBox="1"/>
          <p:nvPr/>
        </p:nvSpPr>
        <p:spPr>
          <a:xfrm>
            <a:off x="5650090" y="2285497"/>
            <a:ext cx="570089" cy="230832"/>
          </a:xfrm>
          <a:prstGeom prst="rect">
            <a:avLst/>
          </a:prstGeom>
          <a:noFill/>
        </p:spPr>
        <p:txBody>
          <a:bodyPr wrap="square" rtlCol="0">
            <a:spAutoFit/>
          </a:bodyPr>
          <a:lstStyle/>
          <a:p>
            <a:pPr algn="ctr"/>
            <a:r>
              <a:rPr lang="en-US" sz="900" dirty="0"/>
              <a:t>37</a:t>
            </a:r>
          </a:p>
        </p:txBody>
      </p:sp>
      <p:sp>
        <p:nvSpPr>
          <p:cNvPr id="71" name="TextBox 70">
            <a:extLst>
              <a:ext uri="{FF2B5EF4-FFF2-40B4-BE49-F238E27FC236}">
                <a16:creationId xmlns:a16="http://schemas.microsoft.com/office/drawing/2014/main" id="{C4794524-9FC7-5D02-3B7E-2C1C4DB0E5DB}"/>
              </a:ext>
            </a:extLst>
          </p:cNvPr>
          <p:cNvSpPr txBox="1"/>
          <p:nvPr/>
        </p:nvSpPr>
        <p:spPr>
          <a:xfrm>
            <a:off x="5147734" y="2905709"/>
            <a:ext cx="570089" cy="230832"/>
          </a:xfrm>
          <a:prstGeom prst="rect">
            <a:avLst/>
          </a:prstGeom>
          <a:noFill/>
        </p:spPr>
        <p:txBody>
          <a:bodyPr wrap="square" rtlCol="0">
            <a:spAutoFit/>
          </a:bodyPr>
          <a:lstStyle/>
          <a:p>
            <a:pPr algn="ctr"/>
            <a:r>
              <a:rPr lang="en-US" sz="900" dirty="0"/>
              <a:t>257</a:t>
            </a:r>
          </a:p>
        </p:txBody>
      </p:sp>
      <p:sp>
        <p:nvSpPr>
          <p:cNvPr id="72" name="TextBox 71">
            <a:extLst>
              <a:ext uri="{FF2B5EF4-FFF2-40B4-BE49-F238E27FC236}">
                <a16:creationId xmlns:a16="http://schemas.microsoft.com/office/drawing/2014/main" id="{D089C931-D9FA-4DF0-0CAC-1C2168397270}"/>
              </a:ext>
            </a:extLst>
          </p:cNvPr>
          <p:cNvSpPr txBox="1"/>
          <p:nvPr/>
        </p:nvSpPr>
        <p:spPr>
          <a:xfrm>
            <a:off x="4645378" y="3525921"/>
            <a:ext cx="570089" cy="230832"/>
          </a:xfrm>
          <a:prstGeom prst="rect">
            <a:avLst/>
          </a:prstGeom>
          <a:noFill/>
        </p:spPr>
        <p:txBody>
          <a:bodyPr wrap="square" rtlCol="0">
            <a:spAutoFit/>
          </a:bodyPr>
          <a:lstStyle/>
          <a:p>
            <a:pPr algn="ctr"/>
            <a:r>
              <a:rPr lang="en-US" sz="900" dirty="0"/>
              <a:t>26</a:t>
            </a:r>
          </a:p>
        </p:txBody>
      </p:sp>
      <p:sp>
        <p:nvSpPr>
          <p:cNvPr id="74" name="TextBox 73">
            <a:extLst>
              <a:ext uri="{FF2B5EF4-FFF2-40B4-BE49-F238E27FC236}">
                <a16:creationId xmlns:a16="http://schemas.microsoft.com/office/drawing/2014/main" id="{78913EBF-B09B-CF36-C4F4-55E0D01A205F}"/>
              </a:ext>
            </a:extLst>
          </p:cNvPr>
          <p:cNvSpPr txBox="1"/>
          <p:nvPr/>
        </p:nvSpPr>
        <p:spPr>
          <a:xfrm>
            <a:off x="6152446" y="4527809"/>
            <a:ext cx="570089" cy="230832"/>
          </a:xfrm>
          <a:prstGeom prst="rect">
            <a:avLst/>
          </a:prstGeom>
          <a:noFill/>
        </p:spPr>
        <p:txBody>
          <a:bodyPr wrap="square" rtlCol="0">
            <a:spAutoFit/>
          </a:bodyPr>
          <a:lstStyle/>
          <a:p>
            <a:pPr algn="ctr"/>
            <a:r>
              <a:rPr lang="en-US" sz="900" dirty="0"/>
              <a:t>257</a:t>
            </a:r>
          </a:p>
        </p:txBody>
      </p:sp>
      <p:sp>
        <p:nvSpPr>
          <p:cNvPr id="75" name="TextBox 74">
            <a:extLst>
              <a:ext uri="{FF2B5EF4-FFF2-40B4-BE49-F238E27FC236}">
                <a16:creationId xmlns:a16="http://schemas.microsoft.com/office/drawing/2014/main" id="{1DFC2A1A-7163-8905-C34A-DC762F17E29D}"/>
              </a:ext>
            </a:extLst>
          </p:cNvPr>
          <p:cNvSpPr txBox="1"/>
          <p:nvPr/>
        </p:nvSpPr>
        <p:spPr>
          <a:xfrm>
            <a:off x="6654802" y="3788329"/>
            <a:ext cx="570089" cy="230832"/>
          </a:xfrm>
          <a:prstGeom prst="rect">
            <a:avLst/>
          </a:prstGeom>
          <a:noFill/>
        </p:spPr>
        <p:txBody>
          <a:bodyPr wrap="square" rtlCol="0">
            <a:spAutoFit/>
          </a:bodyPr>
          <a:lstStyle/>
          <a:p>
            <a:pPr algn="ctr"/>
            <a:r>
              <a:rPr lang="en-US" sz="900" dirty="0"/>
              <a:t>37</a:t>
            </a:r>
          </a:p>
        </p:txBody>
      </p:sp>
      <p:sp>
        <p:nvSpPr>
          <p:cNvPr id="76" name="TextBox 75">
            <a:extLst>
              <a:ext uri="{FF2B5EF4-FFF2-40B4-BE49-F238E27FC236}">
                <a16:creationId xmlns:a16="http://schemas.microsoft.com/office/drawing/2014/main" id="{DD2711B5-21E5-C353-6841-DDEAD62BD82B}"/>
              </a:ext>
            </a:extLst>
          </p:cNvPr>
          <p:cNvSpPr txBox="1"/>
          <p:nvPr/>
        </p:nvSpPr>
        <p:spPr>
          <a:xfrm>
            <a:off x="5650090" y="4527809"/>
            <a:ext cx="570089" cy="230832"/>
          </a:xfrm>
          <a:prstGeom prst="rect">
            <a:avLst/>
          </a:prstGeom>
          <a:noFill/>
        </p:spPr>
        <p:txBody>
          <a:bodyPr wrap="square" rtlCol="0">
            <a:spAutoFit/>
          </a:bodyPr>
          <a:lstStyle/>
          <a:p>
            <a:pPr algn="ctr"/>
            <a:r>
              <a:rPr lang="en-US" sz="900" dirty="0"/>
              <a:t>26</a:t>
            </a:r>
          </a:p>
        </p:txBody>
      </p:sp>
      <p:sp>
        <p:nvSpPr>
          <p:cNvPr id="73" name="TextBox 72">
            <a:extLst>
              <a:ext uri="{FF2B5EF4-FFF2-40B4-BE49-F238E27FC236}">
                <a16:creationId xmlns:a16="http://schemas.microsoft.com/office/drawing/2014/main" id="{0CF67088-1977-4B52-5391-1B88C70A21F0}"/>
              </a:ext>
            </a:extLst>
          </p:cNvPr>
          <p:cNvSpPr txBox="1"/>
          <p:nvPr/>
        </p:nvSpPr>
        <p:spPr>
          <a:xfrm>
            <a:off x="5147734" y="3287385"/>
            <a:ext cx="570089" cy="230832"/>
          </a:xfrm>
          <a:prstGeom prst="rect">
            <a:avLst/>
          </a:prstGeom>
          <a:noFill/>
        </p:spPr>
        <p:txBody>
          <a:bodyPr wrap="square" rtlCol="0">
            <a:spAutoFit/>
          </a:bodyPr>
          <a:lstStyle/>
          <a:p>
            <a:pPr algn="ctr"/>
            <a:r>
              <a:rPr lang="en-US" sz="900" dirty="0"/>
              <a:t>357</a:t>
            </a:r>
          </a:p>
        </p:txBody>
      </p:sp>
      <p:sp>
        <p:nvSpPr>
          <p:cNvPr id="78" name="TextBox 77">
            <a:extLst>
              <a:ext uri="{FF2B5EF4-FFF2-40B4-BE49-F238E27FC236}">
                <a16:creationId xmlns:a16="http://schemas.microsoft.com/office/drawing/2014/main" id="{78C5F685-101C-6C93-D965-5B538475434A}"/>
              </a:ext>
            </a:extLst>
          </p:cNvPr>
          <p:cNvSpPr txBox="1"/>
          <p:nvPr/>
        </p:nvSpPr>
        <p:spPr>
          <a:xfrm>
            <a:off x="6152446" y="3788329"/>
            <a:ext cx="570089" cy="230832"/>
          </a:xfrm>
          <a:prstGeom prst="rect">
            <a:avLst/>
          </a:prstGeom>
          <a:noFill/>
        </p:spPr>
        <p:txBody>
          <a:bodyPr wrap="square" rtlCol="0">
            <a:spAutoFit/>
          </a:bodyPr>
          <a:lstStyle/>
          <a:p>
            <a:pPr algn="ctr"/>
            <a:r>
              <a:rPr lang="en-US" sz="900" dirty="0"/>
              <a:t>357</a:t>
            </a:r>
          </a:p>
        </p:txBody>
      </p:sp>
      <p:sp>
        <p:nvSpPr>
          <p:cNvPr id="79" name="TextBox 78">
            <a:extLst>
              <a:ext uri="{FF2B5EF4-FFF2-40B4-BE49-F238E27FC236}">
                <a16:creationId xmlns:a16="http://schemas.microsoft.com/office/drawing/2014/main" id="{99853C0E-5A2E-6170-CA8A-E2485DF82266}"/>
              </a:ext>
            </a:extLst>
          </p:cNvPr>
          <p:cNvSpPr txBox="1"/>
          <p:nvPr/>
        </p:nvSpPr>
        <p:spPr>
          <a:xfrm>
            <a:off x="6214537" y="3237891"/>
            <a:ext cx="462845" cy="584775"/>
          </a:xfrm>
          <a:prstGeom prst="rect">
            <a:avLst/>
          </a:prstGeom>
          <a:noFill/>
        </p:spPr>
        <p:txBody>
          <a:bodyPr wrap="square" rtlCol="0">
            <a:spAutoFit/>
          </a:bodyPr>
          <a:lstStyle/>
          <a:p>
            <a:pPr algn="ctr"/>
            <a:r>
              <a:rPr lang="en-US" sz="3200" dirty="0"/>
              <a:t>9</a:t>
            </a:r>
          </a:p>
        </p:txBody>
      </p:sp>
      <p:sp>
        <p:nvSpPr>
          <p:cNvPr id="48" name="TextBox 47">
            <a:extLst>
              <a:ext uri="{FF2B5EF4-FFF2-40B4-BE49-F238E27FC236}">
                <a16:creationId xmlns:a16="http://schemas.microsoft.com/office/drawing/2014/main" id="{9EDCF0AD-556B-4FB8-4C54-195CBF08FE50}"/>
              </a:ext>
            </a:extLst>
          </p:cNvPr>
          <p:cNvSpPr txBox="1"/>
          <p:nvPr/>
        </p:nvSpPr>
        <p:spPr>
          <a:xfrm>
            <a:off x="3716867" y="1727886"/>
            <a:ext cx="462845" cy="584775"/>
          </a:xfrm>
          <a:prstGeom prst="rect">
            <a:avLst/>
          </a:prstGeom>
          <a:noFill/>
        </p:spPr>
        <p:txBody>
          <a:bodyPr wrap="square" rtlCol="0">
            <a:spAutoFit/>
          </a:bodyPr>
          <a:lstStyle/>
          <a:p>
            <a:pPr algn="ctr"/>
            <a:r>
              <a:rPr lang="en-US" sz="3200" dirty="0"/>
              <a:t>4</a:t>
            </a:r>
          </a:p>
        </p:txBody>
      </p:sp>
      <p:sp>
        <p:nvSpPr>
          <p:cNvPr id="49" name="TextBox 48">
            <a:extLst>
              <a:ext uri="{FF2B5EF4-FFF2-40B4-BE49-F238E27FC236}">
                <a16:creationId xmlns:a16="http://schemas.microsoft.com/office/drawing/2014/main" id="{1D6FE780-B80D-88F0-0C58-ECB2ECDB7D26}"/>
              </a:ext>
            </a:extLst>
          </p:cNvPr>
          <p:cNvSpPr txBox="1"/>
          <p:nvPr/>
        </p:nvSpPr>
        <p:spPr>
          <a:xfrm>
            <a:off x="5715003" y="3237891"/>
            <a:ext cx="462845" cy="584775"/>
          </a:xfrm>
          <a:prstGeom prst="rect">
            <a:avLst/>
          </a:prstGeom>
          <a:noFill/>
        </p:spPr>
        <p:txBody>
          <a:bodyPr wrap="square" rtlCol="0">
            <a:spAutoFit/>
          </a:bodyPr>
          <a:lstStyle/>
          <a:p>
            <a:pPr algn="ctr"/>
            <a:r>
              <a:rPr lang="en-US" sz="3200" dirty="0"/>
              <a:t>4</a:t>
            </a:r>
          </a:p>
        </p:txBody>
      </p:sp>
      <p:sp>
        <p:nvSpPr>
          <p:cNvPr id="46" name="TextBox 45">
            <a:extLst>
              <a:ext uri="{FF2B5EF4-FFF2-40B4-BE49-F238E27FC236}">
                <a16:creationId xmlns:a16="http://schemas.microsoft.com/office/drawing/2014/main" id="{8BFBAF70-71DE-A638-B757-EE891B1E23B4}"/>
              </a:ext>
            </a:extLst>
          </p:cNvPr>
          <p:cNvSpPr txBox="1"/>
          <p:nvPr/>
        </p:nvSpPr>
        <p:spPr>
          <a:xfrm>
            <a:off x="3217333" y="721216"/>
            <a:ext cx="462845" cy="584775"/>
          </a:xfrm>
          <a:prstGeom prst="rect">
            <a:avLst/>
          </a:prstGeom>
          <a:noFill/>
        </p:spPr>
        <p:txBody>
          <a:bodyPr wrap="square" rtlCol="0">
            <a:spAutoFit/>
          </a:bodyPr>
          <a:lstStyle/>
          <a:p>
            <a:pPr algn="ctr"/>
            <a:r>
              <a:rPr lang="en-US" sz="3200" dirty="0"/>
              <a:t>9</a:t>
            </a:r>
          </a:p>
        </p:txBody>
      </p:sp>
      <p:sp>
        <p:nvSpPr>
          <p:cNvPr id="47" name="TextBox 46">
            <a:extLst>
              <a:ext uri="{FF2B5EF4-FFF2-40B4-BE49-F238E27FC236}">
                <a16:creationId xmlns:a16="http://schemas.microsoft.com/office/drawing/2014/main" id="{129DC117-2283-585C-45DF-5734672430AD}"/>
              </a:ext>
            </a:extLst>
          </p:cNvPr>
          <p:cNvSpPr txBox="1"/>
          <p:nvPr/>
        </p:nvSpPr>
        <p:spPr>
          <a:xfrm>
            <a:off x="7213604" y="4747898"/>
            <a:ext cx="462845" cy="584775"/>
          </a:xfrm>
          <a:prstGeom prst="rect">
            <a:avLst/>
          </a:prstGeom>
          <a:noFill/>
        </p:spPr>
        <p:txBody>
          <a:bodyPr wrap="square" rtlCol="0">
            <a:spAutoFit/>
          </a:bodyPr>
          <a:lstStyle/>
          <a:p>
            <a:pPr algn="ctr"/>
            <a:r>
              <a:rPr lang="en-US" sz="3200" dirty="0"/>
              <a:t>1</a:t>
            </a:r>
          </a:p>
        </p:txBody>
      </p:sp>
      <p:sp>
        <p:nvSpPr>
          <p:cNvPr id="60" name="TextBox 59">
            <a:extLst>
              <a:ext uri="{FF2B5EF4-FFF2-40B4-BE49-F238E27FC236}">
                <a16:creationId xmlns:a16="http://schemas.microsoft.com/office/drawing/2014/main" id="{1C63CA85-9EC7-BA2D-02C6-D3C4C2A557E5}"/>
              </a:ext>
            </a:extLst>
          </p:cNvPr>
          <p:cNvSpPr txBox="1"/>
          <p:nvPr/>
        </p:nvSpPr>
        <p:spPr>
          <a:xfrm>
            <a:off x="7213604" y="2734556"/>
            <a:ext cx="462845" cy="584775"/>
          </a:xfrm>
          <a:prstGeom prst="rect">
            <a:avLst/>
          </a:prstGeom>
          <a:noFill/>
        </p:spPr>
        <p:txBody>
          <a:bodyPr wrap="square" rtlCol="0">
            <a:spAutoFit/>
          </a:bodyPr>
          <a:lstStyle/>
          <a:p>
            <a:pPr algn="ctr"/>
            <a:r>
              <a:rPr lang="en-US" sz="3200" dirty="0"/>
              <a:t>6</a:t>
            </a:r>
          </a:p>
        </p:txBody>
      </p:sp>
      <p:sp>
        <p:nvSpPr>
          <p:cNvPr id="61" name="TextBox 60">
            <a:extLst>
              <a:ext uri="{FF2B5EF4-FFF2-40B4-BE49-F238E27FC236}">
                <a16:creationId xmlns:a16="http://schemas.microsoft.com/office/drawing/2014/main" id="{29594A43-2071-AEBD-EB7D-78E72CBB4057}"/>
              </a:ext>
            </a:extLst>
          </p:cNvPr>
          <p:cNvSpPr txBox="1"/>
          <p:nvPr/>
        </p:nvSpPr>
        <p:spPr>
          <a:xfrm>
            <a:off x="3640666" y="901933"/>
            <a:ext cx="570089" cy="230832"/>
          </a:xfrm>
          <a:prstGeom prst="rect">
            <a:avLst/>
          </a:prstGeom>
          <a:noFill/>
        </p:spPr>
        <p:txBody>
          <a:bodyPr wrap="square" rtlCol="0">
            <a:spAutoFit/>
          </a:bodyPr>
          <a:lstStyle/>
          <a:p>
            <a:pPr algn="ctr"/>
            <a:r>
              <a:rPr lang="en-US" sz="900" dirty="0"/>
              <a:t>28</a:t>
            </a:r>
          </a:p>
        </p:txBody>
      </p:sp>
      <p:sp>
        <p:nvSpPr>
          <p:cNvPr id="64" name="TextBox 63">
            <a:extLst>
              <a:ext uri="{FF2B5EF4-FFF2-40B4-BE49-F238E27FC236}">
                <a16:creationId xmlns:a16="http://schemas.microsoft.com/office/drawing/2014/main" id="{7FA4C6E9-1E18-6348-ADAF-8EFB42C30CA9}"/>
              </a:ext>
            </a:extLst>
          </p:cNvPr>
          <p:cNvSpPr txBox="1"/>
          <p:nvPr/>
        </p:nvSpPr>
        <p:spPr>
          <a:xfrm>
            <a:off x="5147734" y="901933"/>
            <a:ext cx="570089" cy="230832"/>
          </a:xfrm>
          <a:prstGeom prst="rect">
            <a:avLst/>
          </a:prstGeom>
          <a:noFill/>
        </p:spPr>
        <p:txBody>
          <a:bodyPr wrap="square" rtlCol="0">
            <a:spAutoFit/>
          </a:bodyPr>
          <a:lstStyle/>
          <a:p>
            <a:pPr algn="ctr"/>
            <a:r>
              <a:rPr lang="en-US" sz="900" dirty="0"/>
              <a:t>82</a:t>
            </a:r>
          </a:p>
        </p:txBody>
      </p:sp>
      <p:sp>
        <p:nvSpPr>
          <p:cNvPr id="65" name="TextBox 64">
            <a:extLst>
              <a:ext uri="{FF2B5EF4-FFF2-40B4-BE49-F238E27FC236}">
                <a16:creationId xmlns:a16="http://schemas.microsoft.com/office/drawing/2014/main" id="{F11F19F5-45F2-81A2-29FA-0FD85F3EE03F}"/>
              </a:ext>
            </a:extLst>
          </p:cNvPr>
          <p:cNvSpPr txBox="1"/>
          <p:nvPr/>
        </p:nvSpPr>
        <p:spPr>
          <a:xfrm>
            <a:off x="3640666" y="1402877"/>
            <a:ext cx="570089" cy="230832"/>
          </a:xfrm>
          <a:prstGeom prst="rect">
            <a:avLst/>
          </a:prstGeom>
          <a:noFill/>
        </p:spPr>
        <p:txBody>
          <a:bodyPr wrap="square" rtlCol="0">
            <a:spAutoFit/>
          </a:bodyPr>
          <a:lstStyle/>
          <a:p>
            <a:pPr algn="ctr"/>
            <a:r>
              <a:rPr lang="en-US" sz="900" dirty="0"/>
              <a:t>238</a:t>
            </a:r>
          </a:p>
        </p:txBody>
      </p:sp>
      <p:sp>
        <p:nvSpPr>
          <p:cNvPr id="67" name="TextBox 66">
            <a:extLst>
              <a:ext uri="{FF2B5EF4-FFF2-40B4-BE49-F238E27FC236}">
                <a16:creationId xmlns:a16="http://schemas.microsoft.com/office/drawing/2014/main" id="{74533362-E1F9-E7B2-7F8D-C3748E11459E}"/>
              </a:ext>
            </a:extLst>
          </p:cNvPr>
          <p:cNvSpPr txBox="1"/>
          <p:nvPr/>
        </p:nvSpPr>
        <p:spPr>
          <a:xfrm>
            <a:off x="5147734" y="1402877"/>
            <a:ext cx="570089" cy="230832"/>
          </a:xfrm>
          <a:prstGeom prst="rect">
            <a:avLst/>
          </a:prstGeom>
          <a:noFill/>
        </p:spPr>
        <p:txBody>
          <a:bodyPr wrap="square" rtlCol="0">
            <a:spAutoFit/>
          </a:bodyPr>
          <a:lstStyle/>
          <a:p>
            <a:pPr algn="ctr"/>
            <a:r>
              <a:rPr lang="en-US" sz="900" dirty="0"/>
              <a:t>268</a:t>
            </a:r>
          </a:p>
        </p:txBody>
      </p:sp>
      <p:sp>
        <p:nvSpPr>
          <p:cNvPr id="69" name="TextBox 68">
            <a:extLst>
              <a:ext uri="{FF2B5EF4-FFF2-40B4-BE49-F238E27FC236}">
                <a16:creationId xmlns:a16="http://schemas.microsoft.com/office/drawing/2014/main" id="{9E43A35F-3F13-D8D9-EFA3-BCFB377DE17E}"/>
              </a:ext>
            </a:extLst>
          </p:cNvPr>
          <p:cNvSpPr txBox="1"/>
          <p:nvPr/>
        </p:nvSpPr>
        <p:spPr>
          <a:xfrm>
            <a:off x="5650090" y="1402877"/>
            <a:ext cx="570089" cy="230832"/>
          </a:xfrm>
          <a:prstGeom prst="rect">
            <a:avLst/>
          </a:prstGeom>
          <a:noFill/>
        </p:spPr>
        <p:txBody>
          <a:bodyPr wrap="square" rtlCol="0">
            <a:spAutoFit/>
          </a:bodyPr>
          <a:lstStyle/>
          <a:p>
            <a:pPr algn="ctr"/>
            <a:r>
              <a:rPr lang="en-US" sz="900" dirty="0"/>
              <a:t>268</a:t>
            </a:r>
          </a:p>
        </p:txBody>
      </p:sp>
      <p:sp>
        <p:nvSpPr>
          <p:cNvPr id="77" name="TextBox 76">
            <a:extLst>
              <a:ext uri="{FF2B5EF4-FFF2-40B4-BE49-F238E27FC236}">
                <a16:creationId xmlns:a16="http://schemas.microsoft.com/office/drawing/2014/main" id="{F123A94E-19A9-69EC-7FA5-E53A821D8CFB}"/>
              </a:ext>
            </a:extLst>
          </p:cNvPr>
          <p:cNvSpPr txBox="1"/>
          <p:nvPr/>
        </p:nvSpPr>
        <p:spPr>
          <a:xfrm>
            <a:off x="3138310" y="1402877"/>
            <a:ext cx="570089" cy="230832"/>
          </a:xfrm>
          <a:prstGeom prst="rect">
            <a:avLst/>
          </a:prstGeom>
          <a:noFill/>
        </p:spPr>
        <p:txBody>
          <a:bodyPr wrap="square" rtlCol="0">
            <a:spAutoFit/>
          </a:bodyPr>
          <a:lstStyle/>
          <a:p>
            <a:pPr algn="ctr"/>
            <a:r>
              <a:rPr lang="en-US" sz="900" dirty="0"/>
              <a:t>23</a:t>
            </a:r>
          </a:p>
        </p:txBody>
      </p:sp>
      <p:sp>
        <p:nvSpPr>
          <p:cNvPr id="83" name="TextBox 82">
            <a:extLst>
              <a:ext uri="{FF2B5EF4-FFF2-40B4-BE49-F238E27FC236}">
                <a16:creationId xmlns:a16="http://schemas.microsoft.com/office/drawing/2014/main" id="{91F8EF82-DBBA-0038-3166-BAB9D019D0AF}"/>
              </a:ext>
            </a:extLst>
          </p:cNvPr>
          <p:cNvSpPr txBox="1"/>
          <p:nvPr/>
        </p:nvSpPr>
        <p:spPr>
          <a:xfrm>
            <a:off x="4645378" y="1903821"/>
            <a:ext cx="570089" cy="230832"/>
          </a:xfrm>
          <a:prstGeom prst="rect">
            <a:avLst/>
          </a:prstGeom>
          <a:noFill/>
        </p:spPr>
        <p:txBody>
          <a:bodyPr wrap="square" rtlCol="0">
            <a:spAutoFit/>
          </a:bodyPr>
          <a:lstStyle/>
          <a:p>
            <a:pPr algn="ctr"/>
            <a:r>
              <a:rPr lang="en-US" sz="900" dirty="0"/>
              <a:t>13</a:t>
            </a:r>
          </a:p>
        </p:txBody>
      </p:sp>
      <p:sp>
        <p:nvSpPr>
          <p:cNvPr id="84" name="TextBox 83">
            <a:extLst>
              <a:ext uri="{FF2B5EF4-FFF2-40B4-BE49-F238E27FC236}">
                <a16:creationId xmlns:a16="http://schemas.microsoft.com/office/drawing/2014/main" id="{8F258C6B-B3EB-AF59-9A9F-70496F1C823B}"/>
              </a:ext>
            </a:extLst>
          </p:cNvPr>
          <p:cNvSpPr txBox="1"/>
          <p:nvPr/>
        </p:nvSpPr>
        <p:spPr>
          <a:xfrm>
            <a:off x="5650090" y="1903821"/>
            <a:ext cx="570089" cy="230832"/>
          </a:xfrm>
          <a:prstGeom prst="rect">
            <a:avLst/>
          </a:prstGeom>
          <a:noFill/>
        </p:spPr>
        <p:txBody>
          <a:bodyPr wrap="square" rtlCol="0">
            <a:spAutoFit/>
          </a:bodyPr>
          <a:lstStyle/>
          <a:p>
            <a:pPr algn="ctr"/>
            <a:r>
              <a:rPr lang="en-US" sz="900" dirty="0"/>
              <a:t>31</a:t>
            </a:r>
          </a:p>
        </p:txBody>
      </p:sp>
      <p:sp>
        <p:nvSpPr>
          <p:cNvPr id="85" name="TextBox 84">
            <a:extLst>
              <a:ext uri="{FF2B5EF4-FFF2-40B4-BE49-F238E27FC236}">
                <a16:creationId xmlns:a16="http://schemas.microsoft.com/office/drawing/2014/main" id="{7782A5F0-B435-090F-F9B5-7F6302D15B0E}"/>
              </a:ext>
            </a:extLst>
          </p:cNvPr>
          <p:cNvSpPr txBox="1"/>
          <p:nvPr/>
        </p:nvSpPr>
        <p:spPr>
          <a:xfrm>
            <a:off x="3138310" y="1903821"/>
            <a:ext cx="570089" cy="230832"/>
          </a:xfrm>
          <a:prstGeom prst="rect">
            <a:avLst/>
          </a:prstGeom>
          <a:noFill/>
        </p:spPr>
        <p:txBody>
          <a:bodyPr wrap="square" rtlCol="0">
            <a:spAutoFit/>
          </a:bodyPr>
          <a:lstStyle/>
          <a:p>
            <a:pPr algn="ctr"/>
            <a:r>
              <a:rPr lang="en-US" sz="900" dirty="0"/>
              <a:t>57</a:t>
            </a:r>
          </a:p>
        </p:txBody>
      </p:sp>
      <p:sp>
        <p:nvSpPr>
          <p:cNvPr id="87" name="TextBox 86">
            <a:extLst>
              <a:ext uri="{FF2B5EF4-FFF2-40B4-BE49-F238E27FC236}">
                <a16:creationId xmlns:a16="http://schemas.microsoft.com/office/drawing/2014/main" id="{BF7B31A4-1F11-6E41-CAAD-2CD7FF2E0A40}"/>
              </a:ext>
            </a:extLst>
          </p:cNvPr>
          <p:cNvSpPr txBox="1"/>
          <p:nvPr/>
        </p:nvSpPr>
        <p:spPr>
          <a:xfrm>
            <a:off x="3138310" y="3406653"/>
            <a:ext cx="570089" cy="230832"/>
          </a:xfrm>
          <a:prstGeom prst="rect">
            <a:avLst/>
          </a:prstGeom>
          <a:noFill/>
        </p:spPr>
        <p:txBody>
          <a:bodyPr wrap="square" rtlCol="0">
            <a:spAutoFit/>
          </a:bodyPr>
          <a:lstStyle/>
          <a:p>
            <a:pPr algn="ctr"/>
            <a:r>
              <a:rPr lang="en-US" sz="900" dirty="0"/>
              <a:t>236</a:t>
            </a:r>
          </a:p>
        </p:txBody>
      </p:sp>
      <p:sp>
        <p:nvSpPr>
          <p:cNvPr id="88" name="TextBox 87">
            <a:extLst>
              <a:ext uri="{FF2B5EF4-FFF2-40B4-BE49-F238E27FC236}">
                <a16:creationId xmlns:a16="http://schemas.microsoft.com/office/drawing/2014/main" id="{B4DF473D-66A2-8BDD-49F3-DAE5D123B59B}"/>
              </a:ext>
            </a:extLst>
          </p:cNvPr>
          <p:cNvSpPr txBox="1"/>
          <p:nvPr/>
        </p:nvSpPr>
        <p:spPr>
          <a:xfrm>
            <a:off x="4645378" y="4408541"/>
            <a:ext cx="570089" cy="230832"/>
          </a:xfrm>
          <a:prstGeom prst="rect">
            <a:avLst/>
          </a:prstGeom>
          <a:noFill/>
        </p:spPr>
        <p:txBody>
          <a:bodyPr wrap="square" rtlCol="0">
            <a:spAutoFit/>
          </a:bodyPr>
          <a:lstStyle/>
          <a:p>
            <a:pPr algn="ctr"/>
            <a:r>
              <a:rPr lang="en-US" sz="900" dirty="0"/>
              <a:t>2568</a:t>
            </a:r>
          </a:p>
        </p:txBody>
      </p:sp>
      <p:sp>
        <p:nvSpPr>
          <p:cNvPr id="89" name="TextBox 88">
            <a:extLst>
              <a:ext uri="{FF2B5EF4-FFF2-40B4-BE49-F238E27FC236}">
                <a16:creationId xmlns:a16="http://schemas.microsoft.com/office/drawing/2014/main" id="{F0E20C64-90DA-F52D-9404-4A309B16486A}"/>
              </a:ext>
            </a:extLst>
          </p:cNvPr>
          <p:cNvSpPr txBox="1"/>
          <p:nvPr/>
        </p:nvSpPr>
        <p:spPr>
          <a:xfrm>
            <a:off x="4645378" y="4909484"/>
            <a:ext cx="570089" cy="230832"/>
          </a:xfrm>
          <a:prstGeom prst="rect">
            <a:avLst/>
          </a:prstGeom>
          <a:noFill/>
        </p:spPr>
        <p:txBody>
          <a:bodyPr wrap="square" rtlCol="0">
            <a:spAutoFit/>
          </a:bodyPr>
          <a:lstStyle/>
          <a:p>
            <a:pPr algn="ctr"/>
            <a:r>
              <a:rPr lang="en-US" sz="900" dirty="0"/>
              <a:t>23568</a:t>
            </a:r>
          </a:p>
        </p:txBody>
      </p:sp>
      <p:sp>
        <p:nvSpPr>
          <p:cNvPr id="90" name="TextBox 89">
            <a:extLst>
              <a:ext uri="{FF2B5EF4-FFF2-40B4-BE49-F238E27FC236}">
                <a16:creationId xmlns:a16="http://schemas.microsoft.com/office/drawing/2014/main" id="{03F1DC85-3168-3E8B-FCA4-ACD189FE6435}"/>
              </a:ext>
            </a:extLst>
          </p:cNvPr>
          <p:cNvSpPr txBox="1"/>
          <p:nvPr/>
        </p:nvSpPr>
        <p:spPr>
          <a:xfrm>
            <a:off x="5147734" y="4909484"/>
            <a:ext cx="570089" cy="230832"/>
          </a:xfrm>
          <a:prstGeom prst="rect">
            <a:avLst/>
          </a:prstGeom>
          <a:noFill/>
        </p:spPr>
        <p:txBody>
          <a:bodyPr wrap="square" rtlCol="0">
            <a:spAutoFit/>
          </a:bodyPr>
          <a:lstStyle/>
          <a:p>
            <a:pPr algn="ctr"/>
            <a:r>
              <a:rPr lang="en-US" sz="900" dirty="0"/>
              <a:t>235678</a:t>
            </a:r>
          </a:p>
        </p:txBody>
      </p:sp>
      <p:sp>
        <p:nvSpPr>
          <p:cNvPr id="91" name="TextBox 90">
            <a:extLst>
              <a:ext uri="{FF2B5EF4-FFF2-40B4-BE49-F238E27FC236}">
                <a16:creationId xmlns:a16="http://schemas.microsoft.com/office/drawing/2014/main" id="{E9DF389B-1141-457E-6672-85BC3C21C43A}"/>
              </a:ext>
            </a:extLst>
          </p:cNvPr>
          <p:cNvSpPr txBox="1"/>
          <p:nvPr/>
        </p:nvSpPr>
        <p:spPr>
          <a:xfrm>
            <a:off x="5650090" y="4909484"/>
            <a:ext cx="570089" cy="230832"/>
          </a:xfrm>
          <a:prstGeom prst="rect">
            <a:avLst/>
          </a:prstGeom>
          <a:noFill/>
        </p:spPr>
        <p:txBody>
          <a:bodyPr wrap="square" rtlCol="0">
            <a:spAutoFit/>
          </a:bodyPr>
          <a:lstStyle/>
          <a:p>
            <a:pPr algn="ctr"/>
            <a:r>
              <a:rPr lang="en-US" sz="900" dirty="0"/>
              <a:t>23678</a:t>
            </a:r>
          </a:p>
        </p:txBody>
      </p:sp>
      <p:sp>
        <p:nvSpPr>
          <p:cNvPr id="92" name="TextBox 91">
            <a:extLst>
              <a:ext uri="{FF2B5EF4-FFF2-40B4-BE49-F238E27FC236}">
                <a16:creationId xmlns:a16="http://schemas.microsoft.com/office/drawing/2014/main" id="{B267AAB4-FF68-D1AC-4F9B-D94924CA8AEC}"/>
              </a:ext>
            </a:extLst>
          </p:cNvPr>
          <p:cNvSpPr txBox="1"/>
          <p:nvPr/>
        </p:nvSpPr>
        <p:spPr>
          <a:xfrm>
            <a:off x="6152446" y="4909484"/>
            <a:ext cx="570089" cy="230832"/>
          </a:xfrm>
          <a:prstGeom prst="rect">
            <a:avLst/>
          </a:prstGeom>
          <a:noFill/>
        </p:spPr>
        <p:txBody>
          <a:bodyPr wrap="square" rtlCol="0">
            <a:spAutoFit/>
          </a:bodyPr>
          <a:lstStyle/>
          <a:p>
            <a:pPr algn="ctr"/>
            <a:r>
              <a:rPr lang="en-US" sz="900" dirty="0"/>
              <a:t>23567</a:t>
            </a:r>
          </a:p>
        </p:txBody>
      </p:sp>
      <p:sp>
        <p:nvSpPr>
          <p:cNvPr id="93" name="TextBox 92">
            <a:extLst>
              <a:ext uri="{FF2B5EF4-FFF2-40B4-BE49-F238E27FC236}">
                <a16:creationId xmlns:a16="http://schemas.microsoft.com/office/drawing/2014/main" id="{6015CABC-E7AE-819B-18A0-895C207584F4}"/>
              </a:ext>
            </a:extLst>
          </p:cNvPr>
          <p:cNvSpPr txBox="1"/>
          <p:nvPr/>
        </p:nvSpPr>
        <p:spPr>
          <a:xfrm>
            <a:off x="6654802" y="4909484"/>
            <a:ext cx="570089" cy="230832"/>
          </a:xfrm>
          <a:prstGeom prst="rect">
            <a:avLst/>
          </a:prstGeom>
          <a:noFill/>
        </p:spPr>
        <p:txBody>
          <a:bodyPr wrap="square" rtlCol="0">
            <a:spAutoFit/>
          </a:bodyPr>
          <a:lstStyle/>
          <a:p>
            <a:pPr algn="ctr"/>
            <a:r>
              <a:rPr lang="en-US" sz="900" dirty="0"/>
              <a:t>23578</a:t>
            </a:r>
          </a:p>
        </p:txBody>
      </p:sp>
      <p:sp>
        <p:nvSpPr>
          <p:cNvPr id="94" name="TextBox 93">
            <a:extLst>
              <a:ext uri="{FF2B5EF4-FFF2-40B4-BE49-F238E27FC236}">
                <a16:creationId xmlns:a16="http://schemas.microsoft.com/office/drawing/2014/main" id="{2744952F-D089-CE68-1C14-070127209937}"/>
              </a:ext>
            </a:extLst>
          </p:cNvPr>
          <p:cNvSpPr txBox="1"/>
          <p:nvPr/>
        </p:nvSpPr>
        <p:spPr>
          <a:xfrm>
            <a:off x="6152446" y="2905709"/>
            <a:ext cx="570089" cy="230832"/>
          </a:xfrm>
          <a:prstGeom prst="rect">
            <a:avLst/>
          </a:prstGeom>
          <a:noFill/>
        </p:spPr>
        <p:txBody>
          <a:bodyPr wrap="square" rtlCol="0">
            <a:spAutoFit/>
          </a:bodyPr>
          <a:lstStyle/>
          <a:p>
            <a:pPr algn="ctr"/>
            <a:r>
              <a:rPr lang="en-US" sz="900" dirty="0"/>
              <a:t>2357</a:t>
            </a:r>
          </a:p>
        </p:txBody>
      </p:sp>
      <p:sp>
        <p:nvSpPr>
          <p:cNvPr id="95" name="TextBox 94">
            <a:extLst>
              <a:ext uri="{FF2B5EF4-FFF2-40B4-BE49-F238E27FC236}">
                <a16:creationId xmlns:a16="http://schemas.microsoft.com/office/drawing/2014/main" id="{21E244BC-8B9B-098D-31BD-5D9B526FB94E}"/>
              </a:ext>
            </a:extLst>
          </p:cNvPr>
          <p:cNvSpPr txBox="1"/>
          <p:nvPr/>
        </p:nvSpPr>
        <p:spPr>
          <a:xfrm>
            <a:off x="3640666" y="2905709"/>
            <a:ext cx="570089" cy="230832"/>
          </a:xfrm>
          <a:prstGeom prst="rect">
            <a:avLst/>
          </a:prstGeom>
          <a:noFill/>
        </p:spPr>
        <p:txBody>
          <a:bodyPr wrap="square" rtlCol="0">
            <a:spAutoFit/>
          </a:bodyPr>
          <a:lstStyle/>
          <a:p>
            <a:pPr algn="ctr"/>
            <a:r>
              <a:rPr lang="en-US" sz="900" dirty="0"/>
              <a:t>75</a:t>
            </a:r>
          </a:p>
        </p:txBody>
      </p:sp>
      <p:sp>
        <p:nvSpPr>
          <p:cNvPr id="96" name="TextBox 95">
            <a:extLst>
              <a:ext uri="{FF2B5EF4-FFF2-40B4-BE49-F238E27FC236}">
                <a16:creationId xmlns:a16="http://schemas.microsoft.com/office/drawing/2014/main" id="{1430EB50-30A2-69B4-F2DF-3ED1D60464C2}"/>
              </a:ext>
            </a:extLst>
          </p:cNvPr>
          <p:cNvSpPr txBox="1"/>
          <p:nvPr/>
        </p:nvSpPr>
        <p:spPr>
          <a:xfrm>
            <a:off x="5650090" y="2905709"/>
            <a:ext cx="570089" cy="230832"/>
          </a:xfrm>
          <a:prstGeom prst="rect">
            <a:avLst/>
          </a:prstGeom>
          <a:noFill/>
        </p:spPr>
        <p:txBody>
          <a:bodyPr wrap="square" rtlCol="0">
            <a:spAutoFit/>
          </a:bodyPr>
          <a:lstStyle/>
          <a:p>
            <a:pPr algn="ctr"/>
            <a:r>
              <a:rPr lang="en-US" sz="900" dirty="0"/>
              <a:t>12378</a:t>
            </a:r>
          </a:p>
        </p:txBody>
      </p:sp>
      <p:sp>
        <p:nvSpPr>
          <p:cNvPr id="97" name="TextBox 96">
            <a:extLst>
              <a:ext uri="{FF2B5EF4-FFF2-40B4-BE49-F238E27FC236}">
                <a16:creationId xmlns:a16="http://schemas.microsoft.com/office/drawing/2014/main" id="{45651B31-1CA9-345C-01E6-8B699F52CF1A}"/>
              </a:ext>
            </a:extLst>
          </p:cNvPr>
          <p:cNvSpPr txBox="1"/>
          <p:nvPr/>
        </p:nvSpPr>
        <p:spPr>
          <a:xfrm>
            <a:off x="3138310" y="2905709"/>
            <a:ext cx="570089" cy="230832"/>
          </a:xfrm>
          <a:prstGeom prst="rect">
            <a:avLst/>
          </a:prstGeom>
          <a:noFill/>
        </p:spPr>
        <p:txBody>
          <a:bodyPr wrap="square" rtlCol="0">
            <a:spAutoFit/>
          </a:bodyPr>
          <a:lstStyle/>
          <a:p>
            <a:pPr algn="ctr"/>
            <a:r>
              <a:rPr lang="en-US" sz="900" dirty="0"/>
              <a:t>123</a:t>
            </a:r>
          </a:p>
        </p:txBody>
      </p:sp>
      <p:sp>
        <p:nvSpPr>
          <p:cNvPr id="98" name="TextBox 97">
            <a:extLst>
              <a:ext uri="{FF2B5EF4-FFF2-40B4-BE49-F238E27FC236}">
                <a16:creationId xmlns:a16="http://schemas.microsoft.com/office/drawing/2014/main" id="{F4C12BF9-3302-B1C4-3139-4461BC04E931}"/>
              </a:ext>
            </a:extLst>
          </p:cNvPr>
          <p:cNvSpPr txBox="1"/>
          <p:nvPr/>
        </p:nvSpPr>
        <p:spPr>
          <a:xfrm>
            <a:off x="4645378" y="2404765"/>
            <a:ext cx="570089" cy="230832"/>
          </a:xfrm>
          <a:prstGeom prst="rect">
            <a:avLst/>
          </a:prstGeom>
          <a:noFill/>
        </p:spPr>
        <p:txBody>
          <a:bodyPr wrap="square" rtlCol="0">
            <a:spAutoFit/>
          </a:bodyPr>
          <a:lstStyle/>
          <a:p>
            <a:pPr algn="ctr"/>
            <a:r>
              <a:rPr lang="en-US" sz="900" dirty="0"/>
              <a:t>12356</a:t>
            </a:r>
          </a:p>
        </p:txBody>
      </p:sp>
      <p:sp>
        <p:nvSpPr>
          <p:cNvPr id="99" name="TextBox 98">
            <a:extLst>
              <a:ext uri="{FF2B5EF4-FFF2-40B4-BE49-F238E27FC236}">
                <a16:creationId xmlns:a16="http://schemas.microsoft.com/office/drawing/2014/main" id="{601EFF74-91EF-BA07-451F-002E01D29C49}"/>
              </a:ext>
            </a:extLst>
          </p:cNvPr>
          <p:cNvSpPr txBox="1"/>
          <p:nvPr/>
        </p:nvSpPr>
        <p:spPr>
          <a:xfrm>
            <a:off x="3138310" y="2404765"/>
            <a:ext cx="570089" cy="230832"/>
          </a:xfrm>
          <a:prstGeom prst="rect">
            <a:avLst/>
          </a:prstGeom>
          <a:noFill/>
        </p:spPr>
        <p:txBody>
          <a:bodyPr wrap="square" rtlCol="0">
            <a:spAutoFit/>
          </a:bodyPr>
          <a:lstStyle/>
          <a:p>
            <a:pPr algn="ctr"/>
            <a:r>
              <a:rPr lang="en-US" sz="900" dirty="0"/>
              <a:t>1236</a:t>
            </a:r>
          </a:p>
        </p:txBody>
      </p:sp>
      <p:sp>
        <p:nvSpPr>
          <p:cNvPr id="100" name="TextBox 99">
            <a:extLst>
              <a:ext uri="{FF2B5EF4-FFF2-40B4-BE49-F238E27FC236}">
                <a16:creationId xmlns:a16="http://schemas.microsoft.com/office/drawing/2014/main" id="{3DE34482-B9D0-6988-6C27-664EAFBCC529}"/>
              </a:ext>
            </a:extLst>
          </p:cNvPr>
          <p:cNvSpPr txBox="1"/>
          <p:nvPr/>
        </p:nvSpPr>
        <p:spPr>
          <a:xfrm>
            <a:off x="4645378" y="3907597"/>
            <a:ext cx="570089" cy="230832"/>
          </a:xfrm>
          <a:prstGeom prst="rect">
            <a:avLst/>
          </a:prstGeom>
          <a:noFill/>
        </p:spPr>
        <p:txBody>
          <a:bodyPr wrap="square" rtlCol="0">
            <a:spAutoFit/>
          </a:bodyPr>
          <a:lstStyle/>
          <a:p>
            <a:pPr algn="ctr"/>
            <a:r>
              <a:rPr lang="en-US" sz="900" dirty="0"/>
              <a:t>135</a:t>
            </a:r>
          </a:p>
        </p:txBody>
      </p:sp>
      <p:sp>
        <p:nvSpPr>
          <p:cNvPr id="101" name="TextBox 100">
            <a:extLst>
              <a:ext uri="{FF2B5EF4-FFF2-40B4-BE49-F238E27FC236}">
                <a16:creationId xmlns:a16="http://schemas.microsoft.com/office/drawing/2014/main" id="{44F10B21-8586-00B4-77F0-2F9413211BF3}"/>
              </a:ext>
            </a:extLst>
          </p:cNvPr>
          <p:cNvSpPr txBox="1"/>
          <p:nvPr/>
        </p:nvSpPr>
        <p:spPr>
          <a:xfrm>
            <a:off x="3716867" y="4244561"/>
            <a:ext cx="462845" cy="584775"/>
          </a:xfrm>
          <a:prstGeom prst="rect">
            <a:avLst/>
          </a:prstGeom>
          <a:noFill/>
        </p:spPr>
        <p:txBody>
          <a:bodyPr wrap="square" rtlCol="0">
            <a:spAutoFit/>
          </a:bodyPr>
          <a:lstStyle/>
          <a:p>
            <a:pPr algn="ctr"/>
            <a:r>
              <a:rPr lang="en-US" sz="3200" dirty="0"/>
              <a:t>1</a:t>
            </a:r>
          </a:p>
        </p:txBody>
      </p:sp>
      <p:sp>
        <p:nvSpPr>
          <p:cNvPr id="53" name="TextBox 52">
            <a:extLst>
              <a:ext uri="{FF2B5EF4-FFF2-40B4-BE49-F238E27FC236}">
                <a16:creationId xmlns:a16="http://schemas.microsoft.com/office/drawing/2014/main" id="{F1927ABA-52E6-99FB-A342-5CB6C5E5363E}"/>
              </a:ext>
            </a:extLst>
          </p:cNvPr>
          <p:cNvSpPr txBox="1"/>
          <p:nvPr/>
        </p:nvSpPr>
        <p:spPr>
          <a:xfrm>
            <a:off x="4216401" y="3741226"/>
            <a:ext cx="462845" cy="584775"/>
          </a:xfrm>
          <a:prstGeom prst="rect">
            <a:avLst/>
          </a:prstGeom>
          <a:noFill/>
        </p:spPr>
        <p:txBody>
          <a:bodyPr wrap="square" rtlCol="0">
            <a:spAutoFit/>
          </a:bodyPr>
          <a:lstStyle/>
          <a:p>
            <a:pPr algn="ctr"/>
            <a:r>
              <a:rPr lang="en-US" sz="3200" dirty="0"/>
              <a:t>2</a:t>
            </a:r>
          </a:p>
        </p:txBody>
      </p:sp>
      <p:sp>
        <p:nvSpPr>
          <p:cNvPr id="56" name="TextBox 55">
            <a:extLst>
              <a:ext uri="{FF2B5EF4-FFF2-40B4-BE49-F238E27FC236}">
                <a16:creationId xmlns:a16="http://schemas.microsoft.com/office/drawing/2014/main" id="{2ABBF84E-4A05-5159-957E-2D2DD99DA456}"/>
              </a:ext>
            </a:extLst>
          </p:cNvPr>
          <p:cNvSpPr txBox="1"/>
          <p:nvPr/>
        </p:nvSpPr>
        <p:spPr>
          <a:xfrm>
            <a:off x="6214537" y="721216"/>
            <a:ext cx="462845" cy="584775"/>
          </a:xfrm>
          <a:prstGeom prst="rect">
            <a:avLst/>
          </a:prstGeom>
          <a:noFill/>
        </p:spPr>
        <p:txBody>
          <a:bodyPr wrap="square" rtlCol="0">
            <a:spAutoFit/>
          </a:bodyPr>
          <a:lstStyle/>
          <a:p>
            <a:pPr algn="ctr"/>
            <a:r>
              <a:rPr lang="en-US" sz="3200" dirty="0"/>
              <a:t>1</a:t>
            </a:r>
          </a:p>
        </p:txBody>
      </p:sp>
      <p:sp>
        <p:nvSpPr>
          <p:cNvPr id="54" name="TextBox 53">
            <a:extLst>
              <a:ext uri="{FF2B5EF4-FFF2-40B4-BE49-F238E27FC236}">
                <a16:creationId xmlns:a16="http://schemas.microsoft.com/office/drawing/2014/main" id="{0B70FBB0-ED30-DFB7-3F4A-E9A1FF12691C}"/>
              </a:ext>
            </a:extLst>
          </p:cNvPr>
          <p:cNvSpPr txBox="1"/>
          <p:nvPr/>
        </p:nvSpPr>
        <p:spPr>
          <a:xfrm>
            <a:off x="5147734" y="3907597"/>
            <a:ext cx="570089" cy="230832"/>
          </a:xfrm>
          <a:prstGeom prst="rect">
            <a:avLst/>
          </a:prstGeom>
          <a:noFill/>
        </p:spPr>
        <p:txBody>
          <a:bodyPr wrap="square" rtlCol="0">
            <a:spAutoFit/>
          </a:bodyPr>
          <a:lstStyle/>
          <a:p>
            <a:pPr algn="ctr"/>
            <a:r>
              <a:rPr lang="en-US" sz="900" dirty="0"/>
              <a:t>1357</a:t>
            </a:r>
          </a:p>
        </p:txBody>
      </p:sp>
      <p:sp>
        <p:nvSpPr>
          <p:cNvPr id="55" name="TextBox 54">
            <a:extLst>
              <a:ext uri="{FF2B5EF4-FFF2-40B4-BE49-F238E27FC236}">
                <a16:creationId xmlns:a16="http://schemas.microsoft.com/office/drawing/2014/main" id="{A547EF42-DDEB-1C75-5039-97523B8237E5}"/>
              </a:ext>
            </a:extLst>
          </p:cNvPr>
          <p:cNvSpPr txBox="1"/>
          <p:nvPr/>
        </p:nvSpPr>
        <p:spPr>
          <a:xfrm>
            <a:off x="4216401" y="3237891"/>
            <a:ext cx="462845" cy="584775"/>
          </a:xfrm>
          <a:prstGeom prst="rect">
            <a:avLst/>
          </a:prstGeom>
          <a:noFill/>
        </p:spPr>
        <p:txBody>
          <a:bodyPr wrap="square" rtlCol="0">
            <a:spAutoFit/>
          </a:bodyPr>
          <a:lstStyle/>
          <a:p>
            <a:pPr algn="ctr"/>
            <a:r>
              <a:rPr lang="en-US" sz="3200" dirty="0"/>
              <a:t>8</a:t>
            </a:r>
          </a:p>
        </p:txBody>
      </p:sp>
    </p:spTree>
    <p:extLst>
      <p:ext uri="{BB962C8B-B14F-4D97-AF65-F5344CB8AC3E}">
        <p14:creationId xmlns:p14="http://schemas.microsoft.com/office/powerpoint/2010/main" val="1063738403"/>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3DB575-FB66-3E19-719C-520ADB662FAB}"/>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63E99497-8C4D-6680-7177-A39E3542E2EE}"/>
              </a:ext>
            </a:extLst>
          </p:cNvPr>
          <p:cNvSpPr>
            <a:spLocks noGrp="1"/>
          </p:cNvSpPr>
          <p:nvPr>
            <p:ph sz="half" idx="1"/>
          </p:nvPr>
        </p:nvSpPr>
        <p:spPr/>
        <p:txBody>
          <a:bodyPr>
            <a:normAutofit/>
          </a:bodyPr>
          <a:lstStyle/>
          <a:p>
            <a:r>
              <a:rPr lang="en-US" dirty="0"/>
              <a:t>Note 357/37/257/257 in lower right block.</a:t>
            </a:r>
          </a:p>
        </p:txBody>
      </p:sp>
      <p:pic>
        <p:nvPicPr>
          <p:cNvPr id="4" name="Picture 3" descr="A grid of sudoku puzzle&#10;&#10;Description automatically generated">
            <a:extLst>
              <a:ext uri="{FF2B5EF4-FFF2-40B4-BE49-F238E27FC236}">
                <a16:creationId xmlns:a16="http://schemas.microsoft.com/office/drawing/2014/main" id="{2CAE73FA-119D-D341-755F-4D6546C1A656}"/>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D57500E8-197E-D52B-61E7-743DA89FC6DB}"/>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4D17BCCF-E008-ED0D-6530-C9AF68C273A3}"/>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F80C670A-82B2-569C-E7B2-BEB5DC949C35}"/>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9222D266-0468-3E3A-1603-2F5B0D937D48}"/>
              </a:ext>
            </a:extLst>
          </p:cNvPr>
          <p:cNvSpPr txBox="1"/>
          <p:nvPr/>
        </p:nvSpPr>
        <p:spPr>
          <a:xfrm>
            <a:off x="4715935" y="1224551"/>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8" name="TextBox 7">
            <a:extLst>
              <a:ext uri="{FF2B5EF4-FFF2-40B4-BE49-F238E27FC236}">
                <a16:creationId xmlns:a16="http://schemas.microsoft.com/office/drawing/2014/main" id="{C5553B5A-F39E-EEDC-E486-32EF2221A9C6}"/>
              </a:ext>
            </a:extLst>
          </p:cNvPr>
          <p:cNvSpPr txBox="1"/>
          <p:nvPr/>
        </p:nvSpPr>
        <p:spPr>
          <a:xfrm>
            <a:off x="6214537" y="122455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9" name="TextBox 8">
            <a:extLst>
              <a:ext uri="{FF2B5EF4-FFF2-40B4-BE49-F238E27FC236}">
                <a16:creationId xmlns:a16="http://schemas.microsoft.com/office/drawing/2014/main" id="{2EF46E76-A16C-008D-ECA0-A68A7ED02903}"/>
              </a:ext>
            </a:extLst>
          </p:cNvPr>
          <p:cNvSpPr txBox="1"/>
          <p:nvPr/>
        </p:nvSpPr>
        <p:spPr>
          <a:xfrm>
            <a:off x="6714071" y="1224551"/>
            <a:ext cx="462845" cy="584775"/>
          </a:xfrm>
          <a:prstGeom prst="rect">
            <a:avLst/>
          </a:prstGeom>
          <a:solidFill>
            <a:srgbClr val="FFFF00">
              <a:alpha val="30000"/>
            </a:srgbClr>
          </a:solidFill>
        </p:spPr>
        <p:txBody>
          <a:bodyPr wrap="square" rtlCol="0">
            <a:spAutoFit/>
          </a:bodyPr>
          <a:lstStyle/>
          <a:p>
            <a:pPr algn="ctr"/>
            <a:r>
              <a:rPr lang="en-US" sz="3200" dirty="0"/>
              <a:t>9</a:t>
            </a:r>
          </a:p>
        </p:txBody>
      </p:sp>
      <p:sp>
        <p:nvSpPr>
          <p:cNvPr id="10" name="TextBox 9">
            <a:extLst>
              <a:ext uri="{FF2B5EF4-FFF2-40B4-BE49-F238E27FC236}">
                <a16:creationId xmlns:a16="http://schemas.microsoft.com/office/drawing/2014/main" id="{E42A2B0C-B593-5366-A14E-E90D5037C1C3}"/>
              </a:ext>
            </a:extLst>
          </p:cNvPr>
          <p:cNvSpPr txBox="1"/>
          <p:nvPr/>
        </p:nvSpPr>
        <p:spPr>
          <a:xfrm>
            <a:off x="7213604" y="122455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11" name="TextBox 10">
            <a:extLst>
              <a:ext uri="{FF2B5EF4-FFF2-40B4-BE49-F238E27FC236}">
                <a16:creationId xmlns:a16="http://schemas.microsoft.com/office/drawing/2014/main" id="{3E95A912-5D9F-5917-7190-416CC08D532A}"/>
              </a:ext>
            </a:extLst>
          </p:cNvPr>
          <p:cNvSpPr txBox="1"/>
          <p:nvPr/>
        </p:nvSpPr>
        <p:spPr>
          <a:xfrm>
            <a:off x="6714071" y="721216"/>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12" name="TextBox 11">
            <a:extLst>
              <a:ext uri="{FF2B5EF4-FFF2-40B4-BE49-F238E27FC236}">
                <a16:creationId xmlns:a16="http://schemas.microsoft.com/office/drawing/2014/main" id="{C37B8A39-CABE-9221-53AD-813933A0F63B}"/>
              </a:ext>
            </a:extLst>
          </p:cNvPr>
          <p:cNvSpPr txBox="1"/>
          <p:nvPr/>
        </p:nvSpPr>
        <p:spPr>
          <a:xfrm>
            <a:off x="7213604" y="721216"/>
            <a:ext cx="462845" cy="584775"/>
          </a:xfrm>
          <a:prstGeom prst="rect">
            <a:avLst/>
          </a:prstGeom>
          <a:solidFill>
            <a:srgbClr val="FF0000">
              <a:alpha val="30000"/>
            </a:srgbClr>
          </a:solidFill>
        </p:spPr>
        <p:txBody>
          <a:bodyPr wrap="square" rtlCol="0">
            <a:spAutoFit/>
          </a:bodyPr>
          <a:lstStyle/>
          <a:p>
            <a:pPr algn="ctr"/>
            <a:r>
              <a:rPr lang="en-US" sz="3200" dirty="0"/>
              <a:t>3</a:t>
            </a:r>
          </a:p>
        </p:txBody>
      </p:sp>
      <p:sp>
        <p:nvSpPr>
          <p:cNvPr id="13" name="TextBox 12">
            <a:extLst>
              <a:ext uri="{FF2B5EF4-FFF2-40B4-BE49-F238E27FC236}">
                <a16:creationId xmlns:a16="http://schemas.microsoft.com/office/drawing/2014/main" id="{F130C969-7ADE-5774-0291-33C67758C022}"/>
              </a:ext>
            </a:extLst>
          </p:cNvPr>
          <p:cNvSpPr txBox="1"/>
          <p:nvPr/>
        </p:nvSpPr>
        <p:spPr>
          <a:xfrm>
            <a:off x="4216401" y="1727886"/>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14" name="TextBox 13">
            <a:extLst>
              <a:ext uri="{FF2B5EF4-FFF2-40B4-BE49-F238E27FC236}">
                <a16:creationId xmlns:a16="http://schemas.microsoft.com/office/drawing/2014/main" id="{A83EDD20-C96E-24D2-28C2-C20F0A7A070C}"/>
              </a:ext>
            </a:extLst>
          </p:cNvPr>
          <p:cNvSpPr txBox="1"/>
          <p:nvPr/>
        </p:nvSpPr>
        <p:spPr>
          <a:xfrm>
            <a:off x="5215469" y="1727886"/>
            <a:ext cx="462845" cy="584775"/>
          </a:xfrm>
          <a:prstGeom prst="rect">
            <a:avLst/>
          </a:prstGeom>
          <a:solidFill>
            <a:srgbClr val="00B050">
              <a:alpha val="40000"/>
            </a:srgbClr>
          </a:solidFill>
        </p:spPr>
        <p:txBody>
          <a:bodyPr wrap="square" rtlCol="0">
            <a:spAutoFit/>
          </a:bodyPr>
          <a:lstStyle/>
          <a:p>
            <a:pPr algn="ctr"/>
            <a:r>
              <a:rPr lang="en-US" sz="3200" dirty="0"/>
              <a:t>9</a:t>
            </a:r>
          </a:p>
        </p:txBody>
      </p:sp>
      <p:sp>
        <p:nvSpPr>
          <p:cNvPr id="15" name="TextBox 14">
            <a:extLst>
              <a:ext uri="{FF2B5EF4-FFF2-40B4-BE49-F238E27FC236}">
                <a16:creationId xmlns:a16="http://schemas.microsoft.com/office/drawing/2014/main" id="{E8F48B3A-2CE4-F82A-AE1E-8F5DF75EA6D4}"/>
              </a:ext>
            </a:extLst>
          </p:cNvPr>
          <p:cNvSpPr txBox="1"/>
          <p:nvPr/>
        </p:nvSpPr>
        <p:spPr>
          <a:xfrm>
            <a:off x="6214537" y="1727886"/>
            <a:ext cx="462845" cy="584775"/>
          </a:xfrm>
          <a:prstGeom prst="rect">
            <a:avLst/>
          </a:prstGeom>
          <a:solidFill>
            <a:srgbClr val="00B0F0">
              <a:alpha val="30000"/>
            </a:srgbClr>
          </a:solidFill>
        </p:spPr>
        <p:txBody>
          <a:bodyPr wrap="square" rtlCol="0">
            <a:spAutoFit/>
          </a:bodyPr>
          <a:lstStyle/>
          <a:p>
            <a:pPr algn="ctr"/>
            <a:r>
              <a:rPr lang="en-US" sz="3200" dirty="0"/>
              <a:t>8</a:t>
            </a:r>
          </a:p>
        </p:txBody>
      </p:sp>
      <p:sp>
        <p:nvSpPr>
          <p:cNvPr id="16" name="TextBox 15">
            <a:extLst>
              <a:ext uri="{FF2B5EF4-FFF2-40B4-BE49-F238E27FC236}">
                <a16:creationId xmlns:a16="http://schemas.microsoft.com/office/drawing/2014/main" id="{6A0AD8CF-A74A-2D27-0170-CCDC52C0B381}"/>
              </a:ext>
            </a:extLst>
          </p:cNvPr>
          <p:cNvSpPr txBox="1"/>
          <p:nvPr/>
        </p:nvSpPr>
        <p:spPr>
          <a:xfrm>
            <a:off x="6714071" y="1727886"/>
            <a:ext cx="462845" cy="584775"/>
          </a:xfrm>
          <a:prstGeom prst="rect">
            <a:avLst/>
          </a:prstGeom>
          <a:solidFill>
            <a:srgbClr val="0070C0">
              <a:alpha val="40000"/>
            </a:srgbClr>
          </a:solidFill>
        </p:spPr>
        <p:txBody>
          <a:bodyPr wrap="square" rtlCol="0">
            <a:spAutoFit/>
          </a:bodyPr>
          <a:lstStyle/>
          <a:p>
            <a:pPr algn="ctr"/>
            <a:r>
              <a:rPr lang="en-US" sz="3200" dirty="0"/>
              <a:t>6</a:t>
            </a:r>
          </a:p>
        </p:txBody>
      </p:sp>
      <p:sp>
        <p:nvSpPr>
          <p:cNvPr id="17" name="TextBox 16">
            <a:extLst>
              <a:ext uri="{FF2B5EF4-FFF2-40B4-BE49-F238E27FC236}">
                <a16:creationId xmlns:a16="http://schemas.microsoft.com/office/drawing/2014/main" id="{3AE2D166-89A4-D9C5-C0F4-9D20035CE672}"/>
              </a:ext>
            </a:extLst>
          </p:cNvPr>
          <p:cNvSpPr txBox="1"/>
          <p:nvPr/>
        </p:nvSpPr>
        <p:spPr>
          <a:xfrm>
            <a:off x="3716867" y="223122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18" name="TextBox 17">
            <a:extLst>
              <a:ext uri="{FF2B5EF4-FFF2-40B4-BE49-F238E27FC236}">
                <a16:creationId xmlns:a16="http://schemas.microsoft.com/office/drawing/2014/main" id="{35AA6215-5F57-1F7F-32C7-C2EC903F175D}"/>
              </a:ext>
            </a:extLst>
          </p:cNvPr>
          <p:cNvSpPr txBox="1"/>
          <p:nvPr/>
        </p:nvSpPr>
        <p:spPr>
          <a:xfrm>
            <a:off x="5215469" y="2231221"/>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19" name="TextBox 18">
            <a:extLst>
              <a:ext uri="{FF2B5EF4-FFF2-40B4-BE49-F238E27FC236}">
                <a16:creationId xmlns:a16="http://schemas.microsoft.com/office/drawing/2014/main" id="{C0B69D88-C68D-B8C6-F639-DAD26897B012}"/>
              </a:ext>
            </a:extLst>
          </p:cNvPr>
          <p:cNvSpPr txBox="1"/>
          <p:nvPr/>
        </p:nvSpPr>
        <p:spPr>
          <a:xfrm>
            <a:off x="5715003" y="2231221"/>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20" name="TextBox 19">
            <a:extLst>
              <a:ext uri="{FF2B5EF4-FFF2-40B4-BE49-F238E27FC236}">
                <a16:creationId xmlns:a16="http://schemas.microsoft.com/office/drawing/2014/main" id="{C7963ADE-E428-1C23-0E66-C3C672D0B716}"/>
              </a:ext>
            </a:extLst>
          </p:cNvPr>
          <p:cNvSpPr txBox="1"/>
          <p:nvPr/>
        </p:nvSpPr>
        <p:spPr>
          <a:xfrm>
            <a:off x="6214537" y="2231221"/>
            <a:ext cx="462845" cy="584775"/>
          </a:xfrm>
          <a:prstGeom prst="rect">
            <a:avLst/>
          </a:prstGeom>
          <a:solidFill>
            <a:srgbClr val="FF0000">
              <a:alpha val="30000"/>
            </a:srgbClr>
          </a:solidFill>
        </p:spPr>
        <p:txBody>
          <a:bodyPr wrap="square" rtlCol="0">
            <a:spAutoFit/>
          </a:bodyPr>
          <a:lstStyle/>
          <a:p>
            <a:pPr algn="ctr"/>
            <a:r>
              <a:rPr lang="en-US" sz="3200" dirty="0"/>
              <a:t>4</a:t>
            </a:r>
          </a:p>
        </p:txBody>
      </p:sp>
      <p:sp>
        <p:nvSpPr>
          <p:cNvPr id="21" name="TextBox 20">
            <a:extLst>
              <a:ext uri="{FF2B5EF4-FFF2-40B4-BE49-F238E27FC236}">
                <a16:creationId xmlns:a16="http://schemas.microsoft.com/office/drawing/2014/main" id="{CF6A647E-2D1A-A421-7CF3-107AE85AC48D}"/>
              </a:ext>
            </a:extLst>
          </p:cNvPr>
          <p:cNvSpPr txBox="1"/>
          <p:nvPr/>
        </p:nvSpPr>
        <p:spPr>
          <a:xfrm>
            <a:off x="6714071" y="223122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2" name="TextBox 21">
            <a:extLst>
              <a:ext uri="{FF2B5EF4-FFF2-40B4-BE49-F238E27FC236}">
                <a16:creationId xmlns:a16="http://schemas.microsoft.com/office/drawing/2014/main" id="{71F9A7BE-FDFD-1279-E0F8-78E14DB08C31}"/>
              </a:ext>
            </a:extLst>
          </p:cNvPr>
          <p:cNvSpPr txBox="1"/>
          <p:nvPr/>
        </p:nvSpPr>
        <p:spPr>
          <a:xfrm>
            <a:off x="4216401" y="2734556"/>
            <a:ext cx="462845" cy="584775"/>
          </a:xfrm>
          <a:prstGeom prst="rect">
            <a:avLst/>
          </a:prstGeom>
          <a:solidFill>
            <a:srgbClr val="FF0000">
              <a:alpha val="30000"/>
            </a:srgbClr>
          </a:solidFill>
        </p:spPr>
        <p:txBody>
          <a:bodyPr wrap="square" rtlCol="0">
            <a:spAutoFit/>
          </a:bodyPr>
          <a:lstStyle/>
          <a:p>
            <a:pPr algn="ctr"/>
            <a:r>
              <a:rPr lang="en-US" sz="3200" dirty="0"/>
              <a:t>4</a:t>
            </a:r>
          </a:p>
        </p:txBody>
      </p:sp>
      <p:sp>
        <p:nvSpPr>
          <p:cNvPr id="23" name="TextBox 22">
            <a:extLst>
              <a:ext uri="{FF2B5EF4-FFF2-40B4-BE49-F238E27FC236}">
                <a16:creationId xmlns:a16="http://schemas.microsoft.com/office/drawing/2014/main" id="{B5D28A79-1AC7-662B-55A8-7D1B06DA8452}"/>
              </a:ext>
            </a:extLst>
          </p:cNvPr>
          <p:cNvSpPr txBox="1"/>
          <p:nvPr/>
        </p:nvSpPr>
        <p:spPr>
          <a:xfrm>
            <a:off x="5215469" y="2734556"/>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4" name="TextBox 23">
            <a:extLst>
              <a:ext uri="{FF2B5EF4-FFF2-40B4-BE49-F238E27FC236}">
                <a16:creationId xmlns:a16="http://schemas.microsoft.com/office/drawing/2014/main" id="{FE1391D8-2068-F179-BF25-B29A9C113D62}"/>
              </a:ext>
            </a:extLst>
          </p:cNvPr>
          <p:cNvSpPr txBox="1"/>
          <p:nvPr/>
        </p:nvSpPr>
        <p:spPr>
          <a:xfrm>
            <a:off x="6714071" y="2734556"/>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25" name="TextBox 24">
            <a:extLst>
              <a:ext uri="{FF2B5EF4-FFF2-40B4-BE49-F238E27FC236}">
                <a16:creationId xmlns:a16="http://schemas.microsoft.com/office/drawing/2014/main" id="{5485F1C4-1A4B-7A13-3A2A-41D155E1A376}"/>
              </a:ext>
            </a:extLst>
          </p:cNvPr>
          <p:cNvSpPr txBox="1"/>
          <p:nvPr/>
        </p:nvSpPr>
        <p:spPr>
          <a:xfrm>
            <a:off x="3716867" y="323789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6" name="TextBox 25">
            <a:extLst>
              <a:ext uri="{FF2B5EF4-FFF2-40B4-BE49-F238E27FC236}">
                <a16:creationId xmlns:a16="http://schemas.microsoft.com/office/drawing/2014/main" id="{B4446B03-D081-7937-9E78-D5EFBA59CF8E}"/>
              </a:ext>
            </a:extLst>
          </p:cNvPr>
          <p:cNvSpPr txBox="1"/>
          <p:nvPr/>
        </p:nvSpPr>
        <p:spPr>
          <a:xfrm>
            <a:off x="4715935" y="323789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27" name="TextBox 26">
            <a:extLst>
              <a:ext uri="{FF2B5EF4-FFF2-40B4-BE49-F238E27FC236}">
                <a16:creationId xmlns:a16="http://schemas.microsoft.com/office/drawing/2014/main" id="{CDBAA4C3-DAF7-2676-0E03-53C919002C6C}"/>
              </a:ext>
            </a:extLst>
          </p:cNvPr>
          <p:cNvSpPr txBox="1"/>
          <p:nvPr/>
        </p:nvSpPr>
        <p:spPr>
          <a:xfrm>
            <a:off x="5215469" y="323789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28" name="TextBox 27">
            <a:extLst>
              <a:ext uri="{FF2B5EF4-FFF2-40B4-BE49-F238E27FC236}">
                <a16:creationId xmlns:a16="http://schemas.microsoft.com/office/drawing/2014/main" id="{DB692D33-60B9-C170-2CC5-7AD1ED3DF92A}"/>
              </a:ext>
            </a:extLst>
          </p:cNvPr>
          <p:cNvSpPr txBox="1"/>
          <p:nvPr/>
        </p:nvSpPr>
        <p:spPr>
          <a:xfrm>
            <a:off x="7213604" y="3237891"/>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29" name="TextBox 28">
            <a:extLst>
              <a:ext uri="{FF2B5EF4-FFF2-40B4-BE49-F238E27FC236}">
                <a16:creationId xmlns:a16="http://schemas.microsoft.com/office/drawing/2014/main" id="{A5340A75-3DDA-1984-C9F1-B18B7AE7EAAA}"/>
              </a:ext>
            </a:extLst>
          </p:cNvPr>
          <p:cNvSpPr txBox="1"/>
          <p:nvPr/>
        </p:nvSpPr>
        <p:spPr>
          <a:xfrm>
            <a:off x="3217333" y="3741226"/>
            <a:ext cx="462845" cy="584775"/>
          </a:xfrm>
          <a:prstGeom prst="rect">
            <a:avLst/>
          </a:prstGeom>
          <a:solidFill>
            <a:srgbClr val="00B0F0">
              <a:alpha val="30000"/>
            </a:srgbClr>
          </a:solidFill>
        </p:spPr>
        <p:txBody>
          <a:bodyPr wrap="square" rtlCol="0">
            <a:spAutoFit/>
          </a:bodyPr>
          <a:lstStyle/>
          <a:p>
            <a:pPr algn="ctr"/>
            <a:r>
              <a:rPr lang="en-US" sz="3200" dirty="0"/>
              <a:t>8</a:t>
            </a:r>
          </a:p>
        </p:txBody>
      </p:sp>
      <p:sp>
        <p:nvSpPr>
          <p:cNvPr id="30" name="TextBox 29">
            <a:extLst>
              <a:ext uri="{FF2B5EF4-FFF2-40B4-BE49-F238E27FC236}">
                <a16:creationId xmlns:a16="http://schemas.microsoft.com/office/drawing/2014/main" id="{58D161F3-C437-4B72-29E7-065F0E5EAB19}"/>
              </a:ext>
            </a:extLst>
          </p:cNvPr>
          <p:cNvSpPr txBox="1"/>
          <p:nvPr/>
        </p:nvSpPr>
        <p:spPr>
          <a:xfrm>
            <a:off x="3716867" y="3741226"/>
            <a:ext cx="462845" cy="584775"/>
          </a:xfrm>
          <a:prstGeom prst="rect">
            <a:avLst/>
          </a:prstGeom>
          <a:solidFill>
            <a:srgbClr val="0070C0">
              <a:alpha val="40000"/>
            </a:srgbClr>
          </a:solidFill>
        </p:spPr>
        <p:txBody>
          <a:bodyPr wrap="square" rtlCol="0">
            <a:spAutoFit/>
          </a:bodyPr>
          <a:lstStyle/>
          <a:p>
            <a:pPr algn="ctr"/>
            <a:r>
              <a:rPr lang="en-US" sz="3200" dirty="0"/>
              <a:t>6</a:t>
            </a:r>
          </a:p>
        </p:txBody>
      </p:sp>
      <p:sp>
        <p:nvSpPr>
          <p:cNvPr id="31" name="TextBox 30">
            <a:extLst>
              <a:ext uri="{FF2B5EF4-FFF2-40B4-BE49-F238E27FC236}">
                <a16:creationId xmlns:a16="http://schemas.microsoft.com/office/drawing/2014/main" id="{C56FCDB2-A96A-4E5D-343D-832C392E8E2F}"/>
              </a:ext>
            </a:extLst>
          </p:cNvPr>
          <p:cNvSpPr txBox="1"/>
          <p:nvPr/>
        </p:nvSpPr>
        <p:spPr>
          <a:xfrm>
            <a:off x="5715003" y="3741226"/>
            <a:ext cx="462845" cy="584775"/>
          </a:xfrm>
          <a:prstGeom prst="rect">
            <a:avLst/>
          </a:prstGeom>
          <a:solidFill>
            <a:srgbClr val="FFFF00">
              <a:alpha val="30000"/>
            </a:srgbClr>
          </a:solidFill>
        </p:spPr>
        <p:txBody>
          <a:bodyPr wrap="square" rtlCol="0">
            <a:spAutoFit/>
          </a:bodyPr>
          <a:lstStyle/>
          <a:p>
            <a:pPr algn="ctr"/>
            <a:r>
              <a:rPr lang="en-US" sz="3200" dirty="0"/>
              <a:t>9</a:t>
            </a:r>
          </a:p>
        </p:txBody>
      </p:sp>
      <p:sp>
        <p:nvSpPr>
          <p:cNvPr id="32" name="TextBox 31">
            <a:extLst>
              <a:ext uri="{FF2B5EF4-FFF2-40B4-BE49-F238E27FC236}">
                <a16:creationId xmlns:a16="http://schemas.microsoft.com/office/drawing/2014/main" id="{713BD532-AF2A-7140-06B5-D6BCA87677E2}"/>
              </a:ext>
            </a:extLst>
          </p:cNvPr>
          <p:cNvSpPr txBox="1"/>
          <p:nvPr/>
        </p:nvSpPr>
        <p:spPr>
          <a:xfrm>
            <a:off x="6214537" y="3741226"/>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33" name="TextBox 32">
            <a:extLst>
              <a:ext uri="{FF2B5EF4-FFF2-40B4-BE49-F238E27FC236}">
                <a16:creationId xmlns:a16="http://schemas.microsoft.com/office/drawing/2014/main" id="{48BB5374-7503-2D06-75A0-92F42588325C}"/>
              </a:ext>
            </a:extLst>
          </p:cNvPr>
          <p:cNvSpPr txBox="1"/>
          <p:nvPr/>
        </p:nvSpPr>
        <p:spPr>
          <a:xfrm>
            <a:off x="6714071" y="374122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34" name="TextBox 33">
            <a:extLst>
              <a:ext uri="{FF2B5EF4-FFF2-40B4-BE49-F238E27FC236}">
                <a16:creationId xmlns:a16="http://schemas.microsoft.com/office/drawing/2014/main" id="{A1B30E28-AF02-AAC7-E285-9DD7F9BCF78A}"/>
              </a:ext>
            </a:extLst>
          </p:cNvPr>
          <p:cNvSpPr txBox="1"/>
          <p:nvPr/>
        </p:nvSpPr>
        <p:spPr>
          <a:xfrm>
            <a:off x="7213604" y="3741226"/>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35" name="TextBox 34">
            <a:extLst>
              <a:ext uri="{FF2B5EF4-FFF2-40B4-BE49-F238E27FC236}">
                <a16:creationId xmlns:a16="http://schemas.microsoft.com/office/drawing/2014/main" id="{A4FA8C3D-0DDB-AA4B-3CC4-A7C07D47A783}"/>
              </a:ext>
            </a:extLst>
          </p:cNvPr>
          <p:cNvSpPr txBox="1"/>
          <p:nvPr/>
        </p:nvSpPr>
        <p:spPr>
          <a:xfrm>
            <a:off x="3217333" y="424456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36" name="TextBox 35">
            <a:extLst>
              <a:ext uri="{FF2B5EF4-FFF2-40B4-BE49-F238E27FC236}">
                <a16:creationId xmlns:a16="http://schemas.microsoft.com/office/drawing/2014/main" id="{251FD036-1B1C-D7DA-B819-5AD216BEE9DE}"/>
              </a:ext>
            </a:extLst>
          </p:cNvPr>
          <p:cNvSpPr txBox="1"/>
          <p:nvPr/>
        </p:nvSpPr>
        <p:spPr>
          <a:xfrm>
            <a:off x="4216401" y="4244561"/>
            <a:ext cx="462845" cy="584775"/>
          </a:xfrm>
          <a:prstGeom prst="rect">
            <a:avLst/>
          </a:prstGeom>
          <a:solidFill>
            <a:srgbClr val="FF0000">
              <a:alpha val="30000"/>
            </a:srgbClr>
          </a:solidFill>
        </p:spPr>
        <p:txBody>
          <a:bodyPr wrap="square" rtlCol="0">
            <a:spAutoFit/>
          </a:bodyPr>
          <a:lstStyle/>
          <a:p>
            <a:pPr algn="ctr"/>
            <a:r>
              <a:rPr lang="en-US" sz="3200" dirty="0"/>
              <a:t>3</a:t>
            </a:r>
          </a:p>
        </p:txBody>
      </p:sp>
      <p:sp>
        <p:nvSpPr>
          <p:cNvPr id="37" name="TextBox 36">
            <a:extLst>
              <a:ext uri="{FF2B5EF4-FFF2-40B4-BE49-F238E27FC236}">
                <a16:creationId xmlns:a16="http://schemas.microsoft.com/office/drawing/2014/main" id="{1C5AA05F-A4B9-765D-78D7-DF66A708CC14}"/>
              </a:ext>
            </a:extLst>
          </p:cNvPr>
          <p:cNvSpPr txBox="1"/>
          <p:nvPr/>
        </p:nvSpPr>
        <p:spPr>
          <a:xfrm>
            <a:off x="5715003" y="424456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38" name="TextBox 37">
            <a:extLst>
              <a:ext uri="{FF2B5EF4-FFF2-40B4-BE49-F238E27FC236}">
                <a16:creationId xmlns:a16="http://schemas.microsoft.com/office/drawing/2014/main" id="{0AB29561-DE35-0D94-30AE-B454DCD2E16D}"/>
              </a:ext>
            </a:extLst>
          </p:cNvPr>
          <p:cNvSpPr txBox="1"/>
          <p:nvPr/>
        </p:nvSpPr>
        <p:spPr>
          <a:xfrm>
            <a:off x="6214537" y="424456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39" name="TextBox 38">
            <a:extLst>
              <a:ext uri="{FF2B5EF4-FFF2-40B4-BE49-F238E27FC236}">
                <a16:creationId xmlns:a16="http://schemas.microsoft.com/office/drawing/2014/main" id="{D8CB1D1F-3F4B-83F5-AFFC-D6F39D861B6E}"/>
              </a:ext>
            </a:extLst>
          </p:cNvPr>
          <p:cNvSpPr txBox="1"/>
          <p:nvPr/>
        </p:nvSpPr>
        <p:spPr>
          <a:xfrm>
            <a:off x="6714071" y="4244561"/>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40" name="TextBox 39">
            <a:extLst>
              <a:ext uri="{FF2B5EF4-FFF2-40B4-BE49-F238E27FC236}">
                <a16:creationId xmlns:a16="http://schemas.microsoft.com/office/drawing/2014/main" id="{0F69D5C5-3062-B171-AD38-B160E0C43AF5}"/>
              </a:ext>
            </a:extLst>
          </p:cNvPr>
          <p:cNvSpPr txBox="1"/>
          <p:nvPr/>
        </p:nvSpPr>
        <p:spPr>
          <a:xfrm>
            <a:off x="7213604" y="4244561"/>
            <a:ext cx="462845" cy="584775"/>
          </a:xfrm>
          <a:prstGeom prst="rect">
            <a:avLst/>
          </a:prstGeom>
          <a:solidFill>
            <a:srgbClr val="00B050">
              <a:alpha val="40000"/>
            </a:srgbClr>
          </a:solidFill>
        </p:spPr>
        <p:txBody>
          <a:bodyPr wrap="square" rtlCol="0">
            <a:spAutoFit/>
          </a:bodyPr>
          <a:lstStyle/>
          <a:p>
            <a:pPr algn="ctr"/>
            <a:r>
              <a:rPr lang="en-US" sz="3200" dirty="0"/>
              <a:t>9</a:t>
            </a:r>
          </a:p>
        </p:txBody>
      </p:sp>
      <p:sp>
        <p:nvSpPr>
          <p:cNvPr id="41" name="TextBox 40">
            <a:extLst>
              <a:ext uri="{FF2B5EF4-FFF2-40B4-BE49-F238E27FC236}">
                <a16:creationId xmlns:a16="http://schemas.microsoft.com/office/drawing/2014/main" id="{84BA96A8-9591-718F-8029-7CB7FC4BE550}"/>
              </a:ext>
            </a:extLst>
          </p:cNvPr>
          <p:cNvSpPr txBox="1"/>
          <p:nvPr/>
        </p:nvSpPr>
        <p:spPr>
          <a:xfrm>
            <a:off x="3217333" y="4747898"/>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42" name="TextBox 41">
            <a:extLst>
              <a:ext uri="{FF2B5EF4-FFF2-40B4-BE49-F238E27FC236}">
                <a16:creationId xmlns:a16="http://schemas.microsoft.com/office/drawing/2014/main" id="{CD7618DA-64AD-9772-6260-65BA890FDB05}"/>
              </a:ext>
            </a:extLst>
          </p:cNvPr>
          <p:cNvSpPr txBox="1"/>
          <p:nvPr/>
        </p:nvSpPr>
        <p:spPr>
          <a:xfrm>
            <a:off x="3716867" y="4747898"/>
            <a:ext cx="462845" cy="584775"/>
          </a:xfrm>
          <a:prstGeom prst="rect">
            <a:avLst/>
          </a:prstGeom>
          <a:solidFill>
            <a:srgbClr val="FFFF00">
              <a:alpha val="30000"/>
            </a:srgbClr>
          </a:solidFill>
        </p:spPr>
        <p:txBody>
          <a:bodyPr wrap="square" rtlCol="0">
            <a:spAutoFit/>
          </a:bodyPr>
          <a:lstStyle/>
          <a:p>
            <a:pPr algn="ctr"/>
            <a:r>
              <a:rPr lang="en-US" sz="3200" dirty="0"/>
              <a:t>9</a:t>
            </a:r>
          </a:p>
        </p:txBody>
      </p:sp>
      <p:sp>
        <p:nvSpPr>
          <p:cNvPr id="43" name="TextBox 42">
            <a:extLst>
              <a:ext uri="{FF2B5EF4-FFF2-40B4-BE49-F238E27FC236}">
                <a16:creationId xmlns:a16="http://schemas.microsoft.com/office/drawing/2014/main" id="{3711E6E2-34E2-204C-4854-BC10B98D79AE}"/>
              </a:ext>
            </a:extLst>
          </p:cNvPr>
          <p:cNvSpPr txBox="1"/>
          <p:nvPr/>
        </p:nvSpPr>
        <p:spPr>
          <a:xfrm>
            <a:off x="4216401" y="4747898"/>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44" name="TextBox 43">
            <a:extLst>
              <a:ext uri="{FF2B5EF4-FFF2-40B4-BE49-F238E27FC236}">
                <a16:creationId xmlns:a16="http://schemas.microsoft.com/office/drawing/2014/main" id="{7FD4A156-29AD-7745-722A-24264463965F}"/>
              </a:ext>
            </a:extLst>
          </p:cNvPr>
          <p:cNvSpPr txBox="1"/>
          <p:nvPr/>
        </p:nvSpPr>
        <p:spPr>
          <a:xfrm>
            <a:off x="7157158" y="1522145"/>
            <a:ext cx="570089" cy="230832"/>
          </a:xfrm>
          <a:prstGeom prst="rect">
            <a:avLst/>
          </a:prstGeom>
          <a:noFill/>
        </p:spPr>
        <p:txBody>
          <a:bodyPr wrap="square" rtlCol="0">
            <a:spAutoFit/>
          </a:bodyPr>
          <a:lstStyle/>
          <a:p>
            <a:pPr algn="ctr"/>
            <a:r>
              <a:rPr lang="en-US" sz="900" dirty="0"/>
              <a:t>57</a:t>
            </a:r>
          </a:p>
        </p:txBody>
      </p:sp>
      <p:sp>
        <p:nvSpPr>
          <p:cNvPr id="45" name="TextBox 44">
            <a:extLst>
              <a:ext uri="{FF2B5EF4-FFF2-40B4-BE49-F238E27FC236}">
                <a16:creationId xmlns:a16="http://schemas.microsoft.com/office/drawing/2014/main" id="{2BBD9068-2F2E-6919-EF72-5073D4F5F722}"/>
              </a:ext>
            </a:extLst>
          </p:cNvPr>
          <p:cNvSpPr txBox="1"/>
          <p:nvPr/>
        </p:nvSpPr>
        <p:spPr>
          <a:xfrm>
            <a:off x="4143022" y="5028752"/>
            <a:ext cx="570089" cy="230832"/>
          </a:xfrm>
          <a:prstGeom prst="rect">
            <a:avLst/>
          </a:prstGeom>
          <a:noFill/>
        </p:spPr>
        <p:txBody>
          <a:bodyPr wrap="square" rtlCol="0">
            <a:spAutoFit/>
          </a:bodyPr>
          <a:lstStyle/>
          <a:p>
            <a:pPr algn="ctr"/>
            <a:r>
              <a:rPr lang="en-US" sz="900" dirty="0"/>
              <a:t>57</a:t>
            </a:r>
          </a:p>
        </p:txBody>
      </p:sp>
      <p:sp>
        <p:nvSpPr>
          <p:cNvPr id="50" name="TextBox 49">
            <a:extLst>
              <a:ext uri="{FF2B5EF4-FFF2-40B4-BE49-F238E27FC236}">
                <a16:creationId xmlns:a16="http://schemas.microsoft.com/office/drawing/2014/main" id="{BFDCA3EB-742A-414F-421E-A7C9943502D7}"/>
              </a:ext>
            </a:extLst>
          </p:cNvPr>
          <p:cNvSpPr txBox="1"/>
          <p:nvPr/>
        </p:nvSpPr>
        <p:spPr>
          <a:xfrm>
            <a:off x="6152446" y="1402877"/>
            <a:ext cx="570089" cy="230832"/>
          </a:xfrm>
          <a:prstGeom prst="rect">
            <a:avLst/>
          </a:prstGeom>
          <a:noFill/>
        </p:spPr>
        <p:txBody>
          <a:bodyPr wrap="square" rtlCol="0">
            <a:spAutoFit/>
          </a:bodyPr>
          <a:lstStyle/>
          <a:p>
            <a:pPr algn="ctr"/>
            <a:r>
              <a:rPr lang="en-US" sz="900" dirty="0"/>
              <a:t>75</a:t>
            </a:r>
          </a:p>
        </p:txBody>
      </p:sp>
      <p:sp>
        <p:nvSpPr>
          <p:cNvPr id="51" name="TextBox 50">
            <a:extLst>
              <a:ext uri="{FF2B5EF4-FFF2-40B4-BE49-F238E27FC236}">
                <a16:creationId xmlns:a16="http://schemas.microsoft.com/office/drawing/2014/main" id="{F393C09C-34F3-62F1-8220-372711794F51}"/>
              </a:ext>
            </a:extLst>
          </p:cNvPr>
          <p:cNvSpPr txBox="1"/>
          <p:nvPr/>
        </p:nvSpPr>
        <p:spPr>
          <a:xfrm>
            <a:off x="3138310" y="4408541"/>
            <a:ext cx="570089" cy="230832"/>
          </a:xfrm>
          <a:prstGeom prst="rect">
            <a:avLst/>
          </a:prstGeom>
          <a:noFill/>
        </p:spPr>
        <p:txBody>
          <a:bodyPr wrap="square" rtlCol="0">
            <a:spAutoFit/>
          </a:bodyPr>
          <a:lstStyle/>
          <a:p>
            <a:pPr algn="ctr"/>
            <a:r>
              <a:rPr lang="en-US" sz="900" dirty="0"/>
              <a:t>75</a:t>
            </a:r>
          </a:p>
        </p:txBody>
      </p:sp>
      <p:sp>
        <p:nvSpPr>
          <p:cNvPr id="52" name="TextBox 51">
            <a:extLst>
              <a:ext uri="{FF2B5EF4-FFF2-40B4-BE49-F238E27FC236}">
                <a16:creationId xmlns:a16="http://schemas.microsoft.com/office/drawing/2014/main" id="{C96AE22D-3E42-4220-90B6-7996BD8DE73B}"/>
              </a:ext>
            </a:extLst>
          </p:cNvPr>
          <p:cNvSpPr txBox="1"/>
          <p:nvPr/>
        </p:nvSpPr>
        <p:spPr>
          <a:xfrm>
            <a:off x="3640666" y="3406653"/>
            <a:ext cx="570089" cy="230832"/>
          </a:xfrm>
          <a:prstGeom prst="rect">
            <a:avLst/>
          </a:prstGeom>
          <a:noFill/>
        </p:spPr>
        <p:txBody>
          <a:bodyPr wrap="square" rtlCol="0">
            <a:spAutoFit/>
          </a:bodyPr>
          <a:lstStyle/>
          <a:p>
            <a:pPr algn="ctr"/>
            <a:r>
              <a:rPr lang="en-US" sz="900" dirty="0"/>
              <a:t>2357</a:t>
            </a:r>
          </a:p>
        </p:txBody>
      </p:sp>
      <p:sp>
        <p:nvSpPr>
          <p:cNvPr id="57" name="TextBox 56">
            <a:extLst>
              <a:ext uri="{FF2B5EF4-FFF2-40B4-BE49-F238E27FC236}">
                <a16:creationId xmlns:a16="http://schemas.microsoft.com/office/drawing/2014/main" id="{70A772B6-4FD2-243A-E5DB-29CA1E7F2F85}"/>
              </a:ext>
            </a:extLst>
          </p:cNvPr>
          <p:cNvSpPr txBox="1"/>
          <p:nvPr/>
        </p:nvSpPr>
        <p:spPr>
          <a:xfrm>
            <a:off x="6654802" y="2524033"/>
            <a:ext cx="570089" cy="230832"/>
          </a:xfrm>
          <a:prstGeom prst="rect">
            <a:avLst/>
          </a:prstGeom>
          <a:noFill/>
        </p:spPr>
        <p:txBody>
          <a:bodyPr wrap="square" rtlCol="0">
            <a:spAutoFit/>
          </a:bodyPr>
          <a:lstStyle/>
          <a:p>
            <a:pPr algn="ctr"/>
            <a:r>
              <a:rPr lang="en-US" sz="900" dirty="0"/>
              <a:t>2357</a:t>
            </a:r>
          </a:p>
        </p:txBody>
      </p:sp>
      <p:sp>
        <p:nvSpPr>
          <p:cNvPr id="58" name="TextBox 57">
            <a:extLst>
              <a:ext uri="{FF2B5EF4-FFF2-40B4-BE49-F238E27FC236}">
                <a16:creationId xmlns:a16="http://schemas.microsoft.com/office/drawing/2014/main" id="{2323C3F4-F35C-395E-8B77-9A440876F0D0}"/>
              </a:ext>
            </a:extLst>
          </p:cNvPr>
          <p:cNvSpPr txBox="1"/>
          <p:nvPr/>
        </p:nvSpPr>
        <p:spPr>
          <a:xfrm>
            <a:off x="4143022" y="1903821"/>
            <a:ext cx="570089" cy="230832"/>
          </a:xfrm>
          <a:prstGeom prst="rect">
            <a:avLst/>
          </a:prstGeom>
          <a:noFill/>
        </p:spPr>
        <p:txBody>
          <a:bodyPr wrap="square" rtlCol="0">
            <a:spAutoFit/>
          </a:bodyPr>
          <a:lstStyle/>
          <a:p>
            <a:pPr algn="ctr"/>
            <a:r>
              <a:rPr lang="en-US" sz="900" dirty="0"/>
              <a:t>75</a:t>
            </a:r>
          </a:p>
        </p:txBody>
      </p:sp>
      <p:sp>
        <p:nvSpPr>
          <p:cNvPr id="59" name="TextBox 58">
            <a:extLst>
              <a:ext uri="{FF2B5EF4-FFF2-40B4-BE49-F238E27FC236}">
                <a16:creationId xmlns:a16="http://schemas.microsoft.com/office/drawing/2014/main" id="{C3B41E57-4CB4-40C7-FBA3-BB072B0F7361}"/>
              </a:ext>
            </a:extLst>
          </p:cNvPr>
          <p:cNvSpPr txBox="1"/>
          <p:nvPr/>
        </p:nvSpPr>
        <p:spPr>
          <a:xfrm>
            <a:off x="3640666" y="2404765"/>
            <a:ext cx="570089" cy="230832"/>
          </a:xfrm>
          <a:prstGeom prst="rect">
            <a:avLst/>
          </a:prstGeom>
          <a:noFill/>
        </p:spPr>
        <p:txBody>
          <a:bodyPr wrap="square" rtlCol="0">
            <a:spAutoFit/>
          </a:bodyPr>
          <a:lstStyle/>
          <a:p>
            <a:pPr algn="ctr"/>
            <a:r>
              <a:rPr lang="en-US" sz="900" dirty="0"/>
              <a:t>2357</a:t>
            </a:r>
          </a:p>
        </p:txBody>
      </p:sp>
      <p:sp>
        <p:nvSpPr>
          <p:cNvPr id="62" name="TextBox 61">
            <a:extLst>
              <a:ext uri="{FF2B5EF4-FFF2-40B4-BE49-F238E27FC236}">
                <a16:creationId xmlns:a16="http://schemas.microsoft.com/office/drawing/2014/main" id="{E6A4812A-511A-5B89-2E20-633BC46A6C30}"/>
              </a:ext>
            </a:extLst>
          </p:cNvPr>
          <p:cNvSpPr txBox="1"/>
          <p:nvPr/>
        </p:nvSpPr>
        <p:spPr>
          <a:xfrm>
            <a:off x="6654802" y="2905709"/>
            <a:ext cx="570089" cy="230832"/>
          </a:xfrm>
          <a:prstGeom prst="rect">
            <a:avLst/>
          </a:prstGeom>
          <a:noFill/>
        </p:spPr>
        <p:txBody>
          <a:bodyPr wrap="square" rtlCol="0">
            <a:spAutoFit/>
          </a:bodyPr>
          <a:lstStyle/>
          <a:p>
            <a:pPr algn="ctr"/>
            <a:r>
              <a:rPr lang="en-US" sz="900" dirty="0"/>
              <a:t>2357</a:t>
            </a:r>
          </a:p>
        </p:txBody>
      </p:sp>
      <p:sp>
        <p:nvSpPr>
          <p:cNvPr id="63" name="TextBox 62">
            <a:extLst>
              <a:ext uri="{FF2B5EF4-FFF2-40B4-BE49-F238E27FC236}">
                <a16:creationId xmlns:a16="http://schemas.microsoft.com/office/drawing/2014/main" id="{5AECE59B-DB48-5BBA-9C95-701044903A01}"/>
              </a:ext>
            </a:extLst>
          </p:cNvPr>
          <p:cNvSpPr txBox="1"/>
          <p:nvPr/>
        </p:nvSpPr>
        <p:spPr>
          <a:xfrm>
            <a:off x="7157158" y="3406653"/>
            <a:ext cx="570089" cy="230832"/>
          </a:xfrm>
          <a:prstGeom prst="rect">
            <a:avLst/>
          </a:prstGeom>
          <a:noFill/>
        </p:spPr>
        <p:txBody>
          <a:bodyPr wrap="square" rtlCol="0">
            <a:spAutoFit/>
          </a:bodyPr>
          <a:lstStyle/>
          <a:p>
            <a:pPr algn="ctr"/>
            <a:r>
              <a:rPr lang="en-US" sz="900" dirty="0"/>
              <a:t>75</a:t>
            </a:r>
          </a:p>
        </p:txBody>
      </p:sp>
      <p:sp>
        <p:nvSpPr>
          <p:cNvPr id="66" name="TextBox 65">
            <a:extLst>
              <a:ext uri="{FF2B5EF4-FFF2-40B4-BE49-F238E27FC236}">
                <a16:creationId xmlns:a16="http://schemas.microsoft.com/office/drawing/2014/main" id="{4AB8BCBD-5775-467A-1233-BAD1A79A28B7}"/>
              </a:ext>
            </a:extLst>
          </p:cNvPr>
          <p:cNvSpPr txBox="1"/>
          <p:nvPr/>
        </p:nvSpPr>
        <p:spPr>
          <a:xfrm>
            <a:off x="5147734" y="2524033"/>
            <a:ext cx="570089" cy="230832"/>
          </a:xfrm>
          <a:prstGeom prst="rect">
            <a:avLst/>
          </a:prstGeom>
          <a:noFill/>
        </p:spPr>
        <p:txBody>
          <a:bodyPr wrap="square" rtlCol="0">
            <a:spAutoFit/>
          </a:bodyPr>
          <a:lstStyle/>
          <a:p>
            <a:pPr algn="ctr"/>
            <a:r>
              <a:rPr lang="en-US" sz="900" dirty="0"/>
              <a:t>257</a:t>
            </a:r>
          </a:p>
        </p:txBody>
      </p:sp>
      <p:sp>
        <p:nvSpPr>
          <p:cNvPr id="68" name="TextBox 67">
            <a:extLst>
              <a:ext uri="{FF2B5EF4-FFF2-40B4-BE49-F238E27FC236}">
                <a16:creationId xmlns:a16="http://schemas.microsoft.com/office/drawing/2014/main" id="{08348858-BDA8-D641-384C-C4AA6BA4851B}"/>
              </a:ext>
            </a:extLst>
          </p:cNvPr>
          <p:cNvSpPr txBox="1"/>
          <p:nvPr/>
        </p:nvSpPr>
        <p:spPr>
          <a:xfrm>
            <a:off x="6654802" y="4527809"/>
            <a:ext cx="570089" cy="230832"/>
          </a:xfrm>
          <a:prstGeom prst="rect">
            <a:avLst/>
          </a:prstGeom>
          <a:noFill/>
        </p:spPr>
        <p:txBody>
          <a:bodyPr wrap="square" rtlCol="0">
            <a:spAutoFit/>
          </a:bodyPr>
          <a:lstStyle/>
          <a:p>
            <a:pPr algn="ctr"/>
            <a:r>
              <a:rPr lang="en-US" sz="900" dirty="0"/>
              <a:t>257</a:t>
            </a:r>
          </a:p>
        </p:txBody>
      </p:sp>
      <p:sp>
        <p:nvSpPr>
          <p:cNvPr id="70" name="TextBox 69">
            <a:extLst>
              <a:ext uri="{FF2B5EF4-FFF2-40B4-BE49-F238E27FC236}">
                <a16:creationId xmlns:a16="http://schemas.microsoft.com/office/drawing/2014/main" id="{8271F54C-A5E7-0DBC-0E31-387C0633AD75}"/>
              </a:ext>
            </a:extLst>
          </p:cNvPr>
          <p:cNvSpPr txBox="1"/>
          <p:nvPr/>
        </p:nvSpPr>
        <p:spPr>
          <a:xfrm>
            <a:off x="5650090" y="2285497"/>
            <a:ext cx="570089" cy="230832"/>
          </a:xfrm>
          <a:prstGeom prst="rect">
            <a:avLst/>
          </a:prstGeom>
          <a:noFill/>
        </p:spPr>
        <p:txBody>
          <a:bodyPr wrap="square" rtlCol="0">
            <a:spAutoFit/>
          </a:bodyPr>
          <a:lstStyle/>
          <a:p>
            <a:pPr algn="ctr"/>
            <a:r>
              <a:rPr lang="en-US" sz="900" dirty="0"/>
              <a:t>37</a:t>
            </a:r>
          </a:p>
        </p:txBody>
      </p:sp>
      <p:sp>
        <p:nvSpPr>
          <p:cNvPr id="71" name="TextBox 70">
            <a:extLst>
              <a:ext uri="{FF2B5EF4-FFF2-40B4-BE49-F238E27FC236}">
                <a16:creationId xmlns:a16="http://schemas.microsoft.com/office/drawing/2014/main" id="{5A3A9B65-899F-230F-F8AC-837BC6808F70}"/>
              </a:ext>
            </a:extLst>
          </p:cNvPr>
          <p:cNvSpPr txBox="1"/>
          <p:nvPr/>
        </p:nvSpPr>
        <p:spPr>
          <a:xfrm>
            <a:off x="5147734" y="2905709"/>
            <a:ext cx="570089" cy="230832"/>
          </a:xfrm>
          <a:prstGeom prst="rect">
            <a:avLst/>
          </a:prstGeom>
          <a:noFill/>
        </p:spPr>
        <p:txBody>
          <a:bodyPr wrap="square" rtlCol="0">
            <a:spAutoFit/>
          </a:bodyPr>
          <a:lstStyle/>
          <a:p>
            <a:pPr algn="ctr"/>
            <a:r>
              <a:rPr lang="en-US" sz="900" dirty="0"/>
              <a:t>257</a:t>
            </a:r>
          </a:p>
        </p:txBody>
      </p:sp>
      <p:sp>
        <p:nvSpPr>
          <p:cNvPr id="72" name="TextBox 71">
            <a:extLst>
              <a:ext uri="{FF2B5EF4-FFF2-40B4-BE49-F238E27FC236}">
                <a16:creationId xmlns:a16="http://schemas.microsoft.com/office/drawing/2014/main" id="{DE3048FB-E55B-C136-5C26-F2D541AB2373}"/>
              </a:ext>
            </a:extLst>
          </p:cNvPr>
          <p:cNvSpPr txBox="1"/>
          <p:nvPr/>
        </p:nvSpPr>
        <p:spPr>
          <a:xfrm>
            <a:off x="4645378" y="3525921"/>
            <a:ext cx="570089" cy="230832"/>
          </a:xfrm>
          <a:prstGeom prst="rect">
            <a:avLst/>
          </a:prstGeom>
          <a:noFill/>
        </p:spPr>
        <p:txBody>
          <a:bodyPr wrap="square" rtlCol="0">
            <a:spAutoFit/>
          </a:bodyPr>
          <a:lstStyle/>
          <a:p>
            <a:pPr algn="ctr"/>
            <a:r>
              <a:rPr lang="en-US" sz="900" dirty="0"/>
              <a:t>26</a:t>
            </a:r>
          </a:p>
        </p:txBody>
      </p:sp>
      <p:sp>
        <p:nvSpPr>
          <p:cNvPr id="74" name="TextBox 73">
            <a:extLst>
              <a:ext uri="{FF2B5EF4-FFF2-40B4-BE49-F238E27FC236}">
                <a16:creationId xmlns:a16="http://schemas.microsoft.com/office/drawing/2014/main" id="{58280913-50A5-A3EA-D86C-9D262053D642}"/>
              </a:ext>
            </a:extLst>
          </p:cNvPr>
          <p:cNvSpPr txBox="1"/>
          <p:nvPr/>
        </p:nvSpPr>
        <p:spPr>
          <a:xfrm>
            <a:off x="6152446" y="4527809"/>
            <a:ext cx="570089" cy="230832"/>
          </a:xfrm>
          <a:prstGeom prst="rect">
            <a:avLst/>
          </a:prstGeom>
          <a:noFill/>
        </p:spPr>
        <p:txBody>
          <a:bodyPr wrap="square" rtlCol="0">
            <a:spAutoFit/>
          </a:bodyPr>
          <a:lstStyle/>
          <a:p>
            <a:pPr algn="ctr"/>
            <a:r>
              <a:rPr lang="en-US" sz="900" dirty="0"/>
              <a:t>257</a:t>
            </a:r>
          </a:p>
        </p:txBody>
      </p:sp>
      <p:sp>
        <p:nvSpPr>
          <p:cNvPr id="75" name="TextBox 74">
            <a:extLst>
              <a:ext uri="{FF2B5EF4-FFF2-40B4-BE49-F238E27FC236}">
                <a16:creationId xmlns:a16="http://schemas.microsoft.com/office/drawing/2014/main" id="{BC881CF6-7F08-55EE-6AFD-62DC7C381459}"/>
              </a:ext>
            </a:extLst>
          </p:cNvPr>
          <p:cNvSpPr txBox="1"/>
          <p:nvPr/>
        </p:nvSpPr>
        <p:spPr>
          <a:xfrm>
            <a:off x="6654802" y="3788329"/>
            <a:ext cx="570089" cy="230832"/>
          </a:xfrm>
          <a:prstGeom prst="rect">
            <a:avLst/>
          </a:prstGeom>
          <a:noFill/>
        </p:spPr>
        <p:txBody>
          <a:bodyPr wrap="square" rtlCol="0">
            <a:spAutoFit/>
          </a:bodyPr>
          <a:lstStyle/>
          <a:p>
            <a:pPr algn="ctr"/>
            <a:r>
              <a:rPr lang="en-US" sz="900" dirty="0"/>
              <a:t>37</a:t>
            </a:r>
          </a:p>
        </p:txBody>
      </p:sp>
      <p:sp>
        <p:nvSpPr>
          <p:cNvPr id="76" name="TextBox 75">
            <a:extLst>
              <a:ext uri="{FF2B5EF4-FFF2-40B4-BE49-F238E27FC236}">
                <a16:creationId xmlns:a16="http://schemas.microsoft.com/office/drawing/2014/main" id="{7A9E910B-3D82-D1C6-6FBB-14193205D792}"/>
              </a:ext>
            </a:extLst>
          </p:cNvPr>
          <p:cNvSpPr txBox="1"/>
          <p:nvPr/>
        </p:nvSpPr>
        <p:spPr>
          <a:xfrm>
            <a:off x="5650090" y="4527809"/>
            <a:ext cx="570089" cy="230832"/>
          </a:xfrm>
          <a:prstGeom prst="rect">
            <a:avLst/>
          </a:prstGeom>
          <a:noFill/>
        </p:spPr>
        <p:txBody>
          <a:bodyPr wrap="square" rtlCol="0">
            <a:spAutoFit/>
          </a:bodyPr>
          <a:lstStyle/>
          <a:p>
            <a:pPr algn="ctr"/>
            <a:r>
              <a:rPr lang="en-US" sz="900" dirty="0"/>
              <a:t>26</a:t>
            </a:r>
          </a:p>
        </p:txBody>
      </p:sp>
      <p:sp>
        <p:nvSpPr>
          <p:cNvPr id="73" name="TextBox 72">
            <a:extLst>
              <a:ext uri="{FF2B5EF4-FFF2-40B4-BE49-F238E27FC236}">
                <a16:creationId xmlns:a16="http://schemas.microsoft.com/office/drawing/2014/main" id="{F806120B-BFBE-0EA1-9912-DB1FA5A9E119}"/>
              </a:ext>
            </a:extLst>
          </p:cNvPr>
          <p:cNvSpPr txBox="1"/>
          <p:nvPr/>
        </p:nvSpPr>
        <p:spPr>
          <a:xfrm>
            <a:off x="5147734" y="3287385"/>
            <a:ext cx="570089" cy="230832"/>
          </a:xfrm>
          <a:prstGeom prst="rect">
            <a:avLst/>
          </a:prstGeom>
          <a:noFill/>
        </p:spPr>
        <p:txBody>
          <a:bodyPr wrap="square" rtlCol="0">
            <a:spAutoFit/>
          </a:bodyPr>
          <a:lstStyle/>
          <a:p>
            <a:pPr algn="ctr"/>
            <a:r>
              <a:rPr lang="en-US" sz="900" dirty="0"/>
              <a:t>357</a:t>
            </a:r>
          </a:p>
        </p:txBody>
      </p:sp>
      <p:sp>
        <p:nvSpPr>
          <p:cNvPr id="78" name="TextBox 77">
            <a:extLst>
              <a:ext uri="{FF2B5EF4-FFF2-40B4-BE49-F238E27FC236}">
                <a16:creationId xmlns:a16="http://schemas.microsoft.com/office/drawing/2014/main" id="{9395DFA9-2191-AD47-42E0-4ABB326D07F4}"/>
              </a:ext>
            </a:extLst>
          </p:cNvPr>
          <p:cNvSpPr txBox="1"/>
          <p:nvPr/>
        </p:nvSpPr>
        <p:spPr>
          <a:xfrm>
            <a:off x="6152446" y="3788329"/>
            <a:ext cx="570089" cy="230832"/>
          </a:xfrm>
          <a:prstGeom prst="rect">
            <a:avLst/>
          </a:prstGeom>
          <a:noFill/>
        </p:spPr>
        <p:txBody>
          <a:bodyPr wrap="square" rtlCol="0">
            <a:spAutoFit/>
          </a:bodyPr>
          <a:lstStyle/>
          <a:p>
            <a:pPr algn="ctr"/>
            <a:r>
              <a:rPr lang="en-US" sz="900" dirty="0"/>
              <a:t>357</a:t>
            </a:r>
          </a:p>
        </p:txBody>
      </p:sp>
      <p:sp>
        <p:nvSpPr>
          <p:cNvPr id="79" name="TextBox 78">
            <a:extLst>
              <a:ext uri="{FF2B5EF4-FFF2-40B4-BE49-F238E27FC236}">
                <a16:creationId xmlns:a16="http://schemas.microsoft.com/office/drawing/2014/main" id="{62D03E14-172B-94D8-FC0B-22BF3E43E6BF}"/>
              </a:ext>
            </a:extLst>
          </p:cNvPr>
          <p:cNvSpPr txBox="1"/>
          <p:nvPr/>
        </p:nvSpPr>
        <p:spPr>
          <a:xfrm>
            <a:off x="6214537" y="3237891"/>
            <a:ext cx="462845" cy="584775"/>
          </a:xfrm>
          <a:prstGeom prst="rect">
            <a:avLst/>
          </a:prstGeom>
          <a:noFill/>
        </p:spPr>
        <p:txBody>
          <a:bodyPr wrap="square" rtlCol="0">
            <a:spAutoFit/>
          </a:bodyPr>
          <a:lstStyle/>
          <a:p>
            <a:pPr algn="ctr"/>
            <a:r>
              <a:rPr lang="en-US" sz="3200" dirty="0"/>
              <a:t>9</a:t>
            </a:r>
          </a:p>
        </p:txBody>
      </p:sp>
      <p:sp>
        <p:nvSpPr>
          <p:cNvPr id="48" name="TextBox 47">
            <a:extLst>
              <a:ext uri="{FF2B5EF4-FFF2-40B4-BE49-F238E27FC236}">
                <a16:creationId xmlns:a16="http://schemas.microsoft.com/office/drawing/2014/main" id="{24648DF7-4E43-7B3A-9FD2-78F7ECEE259C}"/>
              </a:ext>
            </a:extLst>
          </p:cNvPr>
          <p:cNvSpPr txBox="1"/>
          <p:nvPr/>
        </p:nvSpPr>
        <p:spPr>
          <a:xfrm>
            <a:off x="3716867" y="1727886"/>
            <a:ext cx="462845" cy="584775"/>
          </a:xfrm>
          <a:prstGeom prst="rect">
            <a:avLst/>
          </a:prstGeom>
          <a:noFill/>
        </p:spPr>
        <p:txBody>
          <a:bodyPr wrap="square" rtlCol="0">
            <a:spAutoFit/>
          </a:bodyPr>
          <a:lstStyle/>
          <a:p>
            <a:pPr algn="ctr"/>
            <a:r>
              <a:rPr lang="en-US" sz="3200" dirty="0"/>
              <a:t>4</a:t>
            </a:r>
          </a:p>
        </p:txBody>
      </p:sp>
      <p:sp>
        <p:nvSpPr>
          <p:cNvPr id="49" name="TextBox 48">
            <a:extLst>
              <a:ext uri="{FF2B5EF4-FFF2-40B4-BE49-F238E27FC236}">
                <a16:creationId xmlns:a16="http://schemas.microsoft.com/office/drawing/2014/main" id="{89A15F50-0DC8-96EA-6AA0-14A861C8F558}"/>
              </a:ext>
            </a:extLst>
          </p:cNvPr>
          <p:cNvSpPr txBox="1"/>
          <p:nvPr/>
        </p:nvSpPr>
        <p:spPr>
          <a:xfrm>
            <a:off x="5715003" y="3237891"/>
            <a:ext cx="462845" cy="584775"/>
          </a:xfrm>
          <a:prstGeom prst="rect">
            <a:avLst/>
          </a:prstGeom>
          <a:noFill/>
        </p:spPr>
        <p:txBody>
          <a:bodyPr wrap="square" rtlCol="0">
            <a:spAutoFit/>
          </a:bodyPr>
          <a:lstStyle/>
          <a:p>
            <a:pPr algn="ctr"/>
            <a:r>
              <a:rPr lang="en-US" sz="3200" dirty="0"/>
              <a:t>4</a:t>
            </a:r>
          </a:p>
        </p:txBody>
      </p:sp>
      <p:sp>
        <p:nvSpPr>
          <p:cNvPr id="46" name="TextBox 45">
            <a:extLst>
              <a:ext uri="{FF2B5EF4-FFF2-40B4-BE49-F238E27FC236}">
                <a16:creationId xmlns:a16="http://schemas.microsoft.com/office/drawing/2014/main" id="{404D165A-20B6-CD05-16B8-8EA1A9DF9C29}"/>
              </a:ext>
            </a:extLst>
          </p:cNvPr>
          <p:cNvSpPr txBox="1"/>
          <p:nvPr/>
        </p:nvSpPr>
        <p:spPr>
          <a:xfrm>
            <a:off x="3217333" y="721216"/>
            <a:ext cx="462845" cy="584775"/>
          </a:xfrm>
          <a:prstGeom prst="rect">
            <a:avLst/>
          </a:prstGeom>
          <a:noFill/>
        </p:spPr>
        <p:txBody>
          <a:bodyPr wrap="square" rtlCol="0">
            <a:spAutoFit/>
          </a:bodyPr>
          <a:lstStyle/>
          <a:p>
            <a:pPr algn="ctr"/>
            <a:r>
              <a:rPr lang="en-US" sz="3200" dirty="0"/>
              <a:t>9</a:t>
            </a:r>
          </a:p>
        </p:txBody>
      </p:sp>
      <p:sp>
        <p:nvSpPr>
          <p:cNvPr id="47" name="TextBox 46">
            <a:extLst>
              <a:ext uri="{FF2B5EF4-FFF2-40B4-BE49-F238E27FC236}">
                <a16:creationId xmlns:a16="http://schemas.microsoft.com/office/drawing/2014/main" id="{F23DB29A-2D46-EABE-E29B-3ED36771F0D2}"/>
              </a:ext>
            </a:extLst>
          </p:cNvPr>
          <p:cNvSpPr txBox="1"/>
          <p:nvPr/>
        </p:nvSpPr>
        <p:spPr>
          <a:xfrm>
            <a:off x="7213604" y="4747898"/>
            <a:ext cx="462845" cy="584775"/>
          </a:xfrm>
          <a:prstGeom prst="rect">
            <a:avLst/>
          </a:prstGeom>
          <a:noFill/>
        </p:spPr>
        <p:txBody>
          <a:bodyPr wrap="square" rtlCol="0">
            <a:spAutoFit/>
          </a:bodyPr>
          <a:lstStyle/>
          <a:p>
            <a:pPr algn="ctr"/>
            <a:r>
              <a:rPr lang="en-US" sz="3200" dirty="0"/>
              <a:t>1</a:t>
            </a:r>
          </a:p>
        </p:txBody>
      </p:sp>
      <p:sp>
        <p:nvSpPr>
          <p:cNvPr id="60" name="TextBox 59">
            <a:extLst>
              <a:ext uri="{FF2B5EF4-FFF2-40B4-BE49-F238E27FC236}">
                <a16:creationId xmlns:a16="http://schemas.microsoft.com/office/drawing/2014/main" id="{0CA3C442-2E2E-C38D-0524-68CE4F6D4903}"/>
              </a:ext>
            </a:extLst>
          </p:cNvPr>
          <p:cNvSpPr txBox="1"/>
          <p:nvPr/>
        </p:nvSpPr>
        <p:spPr>
          <a:xfrm>
            <a:off x="7213604" y="2734556"/>
            <a:ext cx="462845" cy="584775"/>
          </a:xfrm>
          <a:prstGeom prst="rect">
            <a:avLst/>
          </a:prstGeom>
          <a:noFill/>
        </p:spPr>
        <p:txBody>
          <a:bodyPr wrap="square" rtlCol="0">
            <a:spAutoFit/>
          </a:bodyPr>
          <a:lstStyle/>
          <a:p>
            <a:pPr algn="ctr"/>
            <a:r>
              <a:rPr lang="en-US" sz="3200" dirty="0"/>
              <a:t>6</a:t>
            </a:r>
          </a:p>
        </p:txBody>
      </p:sp>
      <p:sp>
        <p:nvSpPr>
          <p:cNvPr id="61" name="TextBox 60">
            <a:extLst>
              <a:ext uri="{FF2B5EF4-FFF2-40B4-BE49-F238E27FC236}">
                <a16:creationId xmlns:a16="http://schemas.microsoft.com/office/drawing/2014/main" id="{E13401D5-4A0F-9725-3B1E-367757B1DEB5}"/>
              </a:ext>
            </a:extLst>
          </p:cNvPr>
          <p:cNvSpPr txBox="1"/>
          <p:nvPr/>
        </p:nvSpPr>
        <p:spPr>
          <a:xfrm>
            <a:off x="3640666" y="901933"/>
            <a:ext cx="570089" cy="230832"/>
          </a:xfrm>
          <a:prstGeom prst="rect">
            <a:avLst/>
          </a:prstGeom>
          <a:noFill/>
        </p:spPr>
        <p:txBody>
          <a:bodyPr wrap="square" rtlCol="0">
            <a:spAutoFit/>
          </a:bodyPr>
          <a:lstStyle/>
          <a:p>
            <a:pPr algn="ctr"/>
            <a:r>
              <a:rPr lang="en-US" sz="900" dirty="0"/>
              <a:t>28</a:t>
            </a:r>
          </a:p>
        </p:txBody>
      </p:sp>
      <p:sp>
        <p:nvSpPr>
          <p:cNvPr id="64" name="TextBox 63">
            <a:extLst>
              <a:ext uri="{FF2B5EF4-FFF2-40B4-BE49-F238E27FC236}">
                <a16:creationId xmlns:a16="http://schemas.microsoft.com/office/drawing/2014/main" id="{DFEB626E-7A48-1F2D-19FE-93B667FA28E0}"/>
              </a:ext>
            </a:extLst>
          </p:cNvPr>
          <p:cNvSpPr txBox="1"/>
          <p:nvPr/>
        </p:nvSpPr>
        <p:spPr>
          <a:xfrm>
            <a:off x="5147734" y="901933"/>
            <a:ext cx="570089" cy="230832"/>
          </a:xfrm>
          <a:prstGeom prst="rect">
            <a:avLst/>
          </a:prstGeom>
          <a:noFill/>
        </p:spPr>
        <p:txBody>
          <a:bodyPr wrap="square" rtlCol="0">
            <a:spAutoFit/>
          </a:bodyPr>
          <a:lstStyle/>
          <a:p>
            <a:pPr algn="ctr"/>
            <a:r>
              <a:rPr lang="en-US" sz="900" dirty="0"/>
              <a:t>82</a:t>
            </a:r>
          </a:p>
        </p:txBody>
      </p:sp>
      <p:sp>
        <p:nvSpPr>
          <p:cNvPr id="65" name="TextBox 64">
            <a:extLst>
              <a:ext uri="{FF2B5EF4-FFF2-40B4-BE49-F238E27FC236}">
                <a16:creationId xmlns:a16="http://schemas.microsoft.com/office/drawing/2014/main" id="{A511DC90-81F0-561B-A203-6CA24462CFDF}"/>
              </a:ext>
            </a:extLst>
          </p:cNvPr>
          <p:cNvSpPr txBox="1"/>
          <p:nvPr/>
        </p:nvSpPr>
        <p:spPr>
          <a:xfrm>
            <a:off x="3640666" y="1402877"/>
            <a:ext cx="570089" cy="230832"/>
          </a:xfrm>
          <a:prstGeom prst="rect">
            <a:avLst/>
          </a:prstGeom>
          <a:noFill/>
        </p:spPr>
        <p:txBody>
          <a:bodyPr wrap="square" rtlCol="0">
            <a:spAutoFit/>
          </a:bodyPr>
          <a:lstStyle/>
          <a:p>
            <a:pPr algn="ctr"/>
            <a:r>
              <a:rPr lang="en-US" sz="900" dirty="0"/>
              <a:t>238</a:t>
            </a:r>
          </a:p>
        </p:txBody>
      </p:sp>
      <p:sp>
        <p:nvSpPr>
          <p:cNvPr id="67" name="TextBox 66">
            <a:extLst>
              <a:ext uri="{FF2B5EF4-FFF2-40B4-BE49-F238E27FC236}">
                <a16:creationId xmlns:a16="http://schemas.microsoft.com/office/drawing/2014/main" id="{8BA27433-B3E0-3011-50E3-F0B85405BF59}"/>
              </a:ext>
            </a:extLst>
          </p:cNvPr>
          <p:cNvSpPr txBox="1"/>
          <p:nvPr/>
        </p:nvSpPr>
        <p:spPr>
          <a:xfrm>
            <a:off x="5147734" y="1402877"/>
            <a:ext cx="570089" cy="230832"/>
          </a:xfrm>
          <a:prstGeom prst="rect">
            <a:avLst/>
          </a:prstGeom>
          <a:noFill/>
        </p:spPr>
        <p:txBody>
          <a:bodyPr wrap="square" rtlCol="0">
            <a:spAutoFit/>
          </a:bodyPr>
          <a:lstStyle/>
          <a:p>
            <a:pPr algn="ctr"/>
            <a:r>
              <a:rPr lang="en-US" sz="900" dirty="0"/>
              <a:t>268</a:t>
            </a:r>
          </a:p>
        </p:txBody>
      </p:sp>
      <p:sp>
        <p:nvSpPr>
          <p:cNvPr id="69" name="TextBox 68">
            <a:extLst>
              <a:ext uri="{FF2B5EF4-FFF2-40B4-BE49-F238E27FC236}">
                <a16:creationId xmlns:a16="http://schemas.microsoft.com/office/drawing/2014/main" id="{2E8E2868-89B3-0B11-37E5-370EA4ED5841}"/>
              </a:ext>
            </a:extLst>
          </p:cNvPr>
          <p:cNvSpPr txBox="1"/>
          <p:nvPr/>
        </p:nvSpPr>
        <p:spPr>
          <a:xfrm>
            <a:off x="5650090" y="1402877"/>
            <a:ext cx="570089" cy="230832"/>
          </a:xfrm>
          <a:prstGeom prst="rect">
            <a:avLst/>
          </a:prstGeom>
          <a:noFill/>
        </p:spPr>
        <p:txBody>
          <a:bodyPr wrap="square" rtlCol="0">
            <a:spAutoFit/>
          </a:bodyPr>
          <a:lstStyle/>
          <a:p>
            <a:pPr algn="ctr"/>
            <a:r>
              <a:rPr lang="en-US" sz="900" dirty="0"/>
              <a:t>268</a:t>
            </a:r>
          </a:p>
        </p:txBody>
      </p:sp>
      <p:sp>
        <p:nvSpPr>
          <p:cNvPr id="77" name="TextBox 76">
            <a:extLst>
              <a:ext uri="{FF2B5EF4-FFF2-40B4-BE49-F238E27FC236}">
                <a16:creationId xmlns:a16="http://schemas.microsoft.com/office/drawing/2014/main" id="{906CB079-D793-ADAD-7851-DC580EFF9819}"/>
              </a:ext>
            </a:extLst>
          </p:cNvPr>
          <p:cNvSpPr txBox="1"/>
          <p:nvPr/>
        </p:nvSpPr>
        <p:spPr>
          <a:xfrm>
            <a:off x="3138310" y="1402877"/>
            <a:ext cx="570089" cy="230832"/>
          </a:xfrm>
          <a:prstGeom prst="rect">
            <a:avLst/>
          </a:prstGeom>
          <a:noFill/>
        </p:spPr>
        <p:txBody>
          <a:bodyPr wrap="square" rtlCol="0">
            <a:spAutoFit/>
          </a:bodyPr>
          <a:lstStyle/>
          <a:p>
            <a:pPr algn="ctr"/>
            <a:r>
              <a:rPr lang="en-US" sz="900" dirty="0"/>
              <a:t>23</a:t>
            </a:r>
          </a:p>
        </p:txBody>
      </p:sp>
      <p:sp>
        <p:nvSpPr>
          <p:cNvPr id="83" name="TextBox 82">
            <a:extLst>
              <a:ext uri="{FF2B5EF4-FFF2-40B4-BE49-F238E27FC236}">
                <a16:creationId xmlns:a16="http://schemas.microsoft.com/office/drawing/2014/main" id="{A8456527-3E2C-9223-C754-6F67A33CB545}"/>
              </a:ext>
            </a:extLst>
          </p:cNvPr>
          <p:cNvSpPr txBox="1"/>
          <p:nvPr/>
        </p:nvSpPr>
        <p:spPr>
          <a:xfrm>
            <a:off x="4645378" y="1903821"/>
            <a:ext cx="570089" cy="230832"/>
          </a:xfrm>
          <a:prstGeom prst="rect">
            <a:avLst/>
          </a:prstGeom>
          <a:noFill/>
        </p:spPr>
        <p:txBody>
          <a:bodyPr wrap="square" rtlCol="0">
            <a:spAutoFit/>
          </a:bodyPr>
          <a:lstStyle/>
          <a:p>
            <a:pPr algn="ctr"/>
            <a:r>
              <a:rPr lang="en-US" sz="900" dirty="0"/>
              <a:t>13</a:t>
            </a:r>
          </a:p>
        </p:txBody>
      </p:sp>
      <p:sp>
        <p:nvSpPr>
          <p:cNvPr id="84" name="TextBox 83">
            <a:extLst>
              <a:ext uri="{FF2B5EF4-FFF2-40B4-BE49-F238E27FC236}">
                <a16:creationId xmlns:a16="http://schemas.microsoft.com/office/drawing/2014/main" id="{43031BDB-4D38-5924-4BDE-0552A1F87395}"/>
              </a:ext>
            </a:extLst>
          </p:cNvPr>
          <p:cNvSpPr txBox="1"/>
          <p:nvPr/>
        </p:nvSpPr>
        <p:spPr>
          <a:xfrm>
            <a:off x="5650090" y="1903821"/>
            <a:ext cx="570089" cy="230832"/>
          </a:xfrm>
          <a:prstGeom prst="rect">
            <a:avLst/>
          </a:prstGeom>
          <a:noFill/>
        </p:spPr>
        <p:txBody>
          <a:bodyPr wrap="square" rtlCol="0">
            <a:spAutoFit/>
          </a:bodyPr>
          <a:lstStyle/>
          <a:p>
            <a:pPr algn="ctr"/>
            <a:r>
              <a:rPr lang="en-US" sz="900" dirty="0"/>
              <a:t>31</a:t>
            </a:r>
          </a:p>
        </p:txBody>
      </p:sp>
      <p:sp>
        <p:nvSpPr>
          <p:cNvPr id="85" name="TextBox 84">
            <a:extLst>
              <a:ext uri="{FF2B5EF4-FFF2-40B4-BE49-F238E27FC236}">
                <a16:creationId xmlns:a16="http://schemas.microsoft.com/office/drawing/2014/main" id="{2694BB57-4FDD-C932-F937-3BDF853BEFDA}"/>
              </a:ext>
            </a:extLst>
          </p:cNvPr>
          <p:cNvSpPr txBox="1"/>
          <p:nvPr/>
        </p:nvSpPr>
        <p:spPr>
          <a:xfrm>
            <a:off x="3138310" y="1903821"/>
            <a:ext cx="570089" cy="230832"/>
          </a:xfrm>
          <a:prstGeom prst="rect">
            <a:avLst/>
          </a:prstGeom>
          <a:noFill/>
        </p:spPr>
        <p:txBody>
          <a:bodyPr wrap="square" rtlCol="0">
            <a:spAutoFit/>
          </a:bodyPr>
          <a:lstStyle/>
          <a:p>
            <a:pPr algn="ctr"/>
            <a:r>
              <a:rPr lang="en-US" sz="900" dirty="0"/>
              <a:t>57</a:t>
            </a:r>
          </a:p>
        </p:txBody>
      </p:sp>
      <p:sp>
        <p:nvSpPr>
          <p:cNvPr id="87" name="TextBox 86">
            <a:extLst>
              <a:ext uri="{FF2B5EF4-FFF2-40B4-BE49-F238E27FC236}">
                <a16:creationId xmlns:a16="http://schemas.microsoft.com/office/drawing/2014/main" id="{628A29E6-AE2D-0205-B386-63C2CC3B46D2}"/>
              </a:ext>
            </a:extLst>
          </p:cNvPr>
          <p:cNvSpPr txBox="1"/>
          <p:nvPr/>
        </p:nvSpPr>
        <p:spPr>
          <a:xfrm>
            <a:off x="3138310" y="3406653"/>
            <a:ext cx="570089" cy="230832"/>
          </a:xfrm>
          <a:prstGeom prst="rect">
            <a:avLst/>
          </a:prstGeom>
          <a:noFill/>
        </p:spPr>
        <p:txBody>
          <a:bodyPr wrap="square" rtlCol="0">
            <a:spAutoFit/>
          </a:bodyPr>
          <a:lstStyle/>
          <a:p>
            <a:pPr algn="ctr"/>
            <a:r>
              <a:rPr lang="en-US" sz="900" dirty="0"/>
              <a:t>236</a:t>
            </a:r>
          </a:p>
        </p:txBody>
      </p:sp>
      <p:sp>
        <p:nvSpPr>
          <p:cNvPr id="88" name="TextBox 87">
            <a:extLst>
              <a:ext uri="{FF2B5EF4-FFF2-40B4-BE49-F238E27FC236}">
                <a16:creationId xmlns:a16="http://schemas.microsoft.com/office/drawing/2014/main" id="{B0D349B0-A83F-6B7D-D104-7A418CA576C2}"/>
              </a:ext>
            </a:extLst>
          </p:cNvPr>
          <p:cNvSpPr txBox="1"/>
          <p:nvPr/>
        </p:nvSpPr>
        <p:spPr>
          <a:xfrm>
            <a:off x="4645378" y="4408541"/>
            <a:ext cx="570089" cy="230832"/>
          </a:xfrm>
          <a:prstGeom prst="rect">
            <a:avLst/>
          </a:prstGeom>
          <a:noFill/>
        </p:spPr>
        <p:txBody>
          <a:bodyPr wrap="square" rtlCol="0">
            <a:spAutoFit/>
          </a:bodyPr>
          <a:lstStyle/>
          <a:p>
            <a:pPr algn="ctr"/>
            <a:r>
              <a:rPr lang="en-US" sz="900" dirty="0"/>
              <a:t>2568</a:t>
            </a:r>
          </a:p>
        </p:txBody>
      </p:sp>
      <p:sp>
        <p:nvSpPr>
          <p:cNvPr id="89" name="TextBox 88">
            <a:extLst>
              <a:ext uri="{FF2B5EF4-FFF2-40B4-BE49-F238E27FC236}">
                <a16:creationId xmlns:a16="http://schemas.microsoft.com/office/drawing/2014/main" id="{C2E65708-90DD-9015-79F2-5EDDF45ED1AE}"/>
              </a:ext>
            </a:extLst>
          </p:cNvPr>
          <p:cNvSpPr txBox="1"/>
          <p:nvPr/>
        </p:nvSpPr>
        <p:spPr>
          <a:xfrm>
            <a:off x="4645378" y="4909484"/>
            <a:ext cx="570089" cy="230832"/>
          </a:xfrm>
          <a:prstGeom prst="rect">
            <a:avLst/>
          </a:prstGeom>
          <a:noFill/>
        </p:spPr>
        <p:txBody>
          <a:bodyPr wrap="square" rtlCol="0">
            <a:spAutoFit/>
          </a:bodyPr>
          <a:lstStyle/>
          <a:p>
            <a:pPr algn="ctr"/>
            <a:r>
              <a:rPr lang="en-US" sz="900" dirty="0"/>
              <a:t>23568</a:t>
            </a:r>
          </a:p>
        </p:txBody>
      </p:sp>
      <p:sp>
        <p:nvSpPr>
          <p:cNvPr id="90" name="TextBox 89">
            <a:extLst>
              <a:ext uri="{FF2B5EF4-FFF2-40B4-BE49-F238E27FC236}">
                <a16:creationId xmlns:a16="http://schemas.microsoft.com/office/drawing/2014/main" id="{AC2976B2-6D33-6E52-23DB-45A5E8CEB1CB}"/>
              </a:ext>
            </a:extLst>
          </p:cNvPr>
          <p:cNvSpPr txBox="1"/>
          <p:nvPr/>
        </p:nvSpPr>
        <p:spPr>
          <a:xfrm>
            <a:off x="5147734" y="4909484"/>
            <a:ext cx="570089" cy="230832"/>
          </a:xfrm>
          <a:prstGeom prst="rect">
            <a:avLst/>
          </a:prstGeom>
          <a:noFill/>
        </p:spPr>
        <p:txBody>
          <a:bodyPr wrap="square" rtlCol="0">
            <a:spAutoFit/>
          </a:bodyPr>
          <a:lstStyle/>
          <a:p>
            <a:pPr algn="ctr"/>
            <a:r>
              <a:rPr lang="en-US" sz="900" dirty="0"/>
              <a:t>235678</a:t>
            </a:r>
          </a:p>
        </p:txBody>
      </p:sp>
      <p:sp>
        <p:nvSpPr>
          <p:cNvPr id="91" name="TextBox 90">
            <a:extLst>
              <a:ext uri="{FF2B5EF4-FFF2-40B4-BE49-F238E27FC236}">
                <a16:creationId xmlns:a16="http://schemas.microsoft.com/office/drawing/2014/main" id="{47796473-85C4-6BBB-CC82-9C682A70EC34}"/>
              </a:ext>
            </a:extLst>
          </p:cNvPr>
          <p:cNvSpPr txBox="1"/>
          <p:nvPr/>
        </p:nvSpPr>
        <p:spPr>
          <a:xfrm>
            <a:off x="5650090" y="4909484"/>
            <a:ext cx="570089" cy="230832"/>
          </a:xfrm>
          <a:prstGeom prst="rect">
            <a:avLst/>
          </a:prstGeom>
          <a:noFill/>
        </p:spPr>
        <p:txBody>
          <a:bodyPr wrap="square" rtlCol="0">
            <a:spAutoFit/>
          </a:bodyPr>
          <a:lstStyle/>
          <a:p>
            <a:pPr algn="ctr"/>
            <a:r>
              <a:rPr lang="en-US" sz="900" dirty="0"/>
              <a:t>23678</a:t>
            </a:r>
          </a:p>
        </p:txBody>
      </p:sp>
      <p:sp>
        <p:nvSpPr>
          <p:cNvPr id="94" name="TextBox 93">
            <a:extLst>
              <a:ext uri="{FF2B5EF4-FFF2-40B4-BE49-F238E27FC236}">
                <a16:creationId xmlns:a16="http://schemas.microsoft.com/office/drawing/2014/main" id="{78F9ED24-0DA4-12FC-BB94-65F439F1D74C}"/>
              </a:ext>
            </a:extLst>
          </p:cNvPr>
          <p:cNvSpPr txBox="1"/>
          <p:nvPr/>
        </p:nvSpPr>
        <p:spPr>
          <a:xfrm>
            <a:off x="6152446" y="2905709"/>
            <a:ext cx="570089" cy="230832"/>
          </a:xfrm>
          <a:prstGeom prst="rect">
            <a:avLst/>
          </a:prstGeom>
          <a:noFill/>
        </p:spPr>
        <p:txBody>
          <a:bodyPr wrap="square" rtlCol="0">
            <a:spAutoFit/>
          </a:bodyPr>
          <a:lstStyle/>
          <a:p>
            <a:pPr algn="ctr"/>
            <a:r>
              <a:rPr lang="en-US" sz="900" dirty="0"/>
              <a:t>2357</a:t>
            </a:r>
          </a:p>
        </p:txBody>
      </p:sp>
      <p:sp>
        <p:nvSpPr>
          <p:cNvPr id="95" name="TextBox 94">
            <a:extLst>
              <a:ext uri="{FF2B5EF4-FFF2-40B4-BE49-F238E27FC236}">
                <a16:creationId xmlns:a16="http://schemas.microsoft.com/office/drawing/2014/main" id="{8D4F1E39-7895-2FEF-8DE1-F3BC12258CCB}"/>
              </a:ext>
            </a:extLst>
          </p:cNvPr>
          <p:cNvSpPr txBox="1"/>
          <p:nvPr/>
        </p:nvSpPr>
        <p:spPr>
          <a:xfrm>
            <a:off x="3640666" y="2905709"/>
            <a:ext cx="570089" cy="230832"/>
          </a:xfrm>
          <a:prstGeom prst="rect">
            <a:avLst/>
          </a:prstGeom>
          <a:noFill/>
        </p:spPr>
        <p:txBody>
          <a:bodyPr wrap="square" rtlCol="0">
            <a:spAutoFit/>
          </a:bodyPr>
          <a:lstStyle/>
          <a:p>
            <a:pPr algn="ctr"/>
            <a:r>
              <a:rPr lang="en-US" sz="900" dirty="0"/>
              <a:t>75</a:t>
            </a:r>
          </a:p>
        </p:txBody>
      </p:sp>
      <p:sp>
        <p:nvSpPr>
          <p:cNvPr id="96" name="TextBox 95">
            <a:extLst>
              <a:ext uri="{FF2B5EF4-FFF2-40B4-BE49-F238E27FC236}">
                <a16:creationId xmlns:a16="http://schemas.microsoft.com/office/drawing/2014/main" id="{97230687-1234-E93E-BCE2-4773E4B3C432}"/>
              </a:ext>
            </a:extLst>
          </p:cNvPr>
          <p:cNvSpPr txBox="1"/>
          <p:nvPr/>
        </p:nvSpPr>
        <p:spPr>
          <a:xfrm>
            <a:off x="5650090" y="2905709"/>
            <a:ext cx="570089" cy="230832"/>
          </a:xfrm>
          <a:prstGeom prst="rect">
            <a:avLst/>
          </a:prstGeom>
          <a:noFill/>
        </p:spPr>
        <p:txBody>
          <a:bodyPr wrap="square" rtlCol="0">
            <a:spAutoFit/>
          </a:bodyPr>
          <a:lstStyle/>
          <a:p>
            <a:pPr algn="ctr"/>
            <a:r>
              <a:rPr lang="en-US" sz="900" dirty="0"/>
              <a:t>12378</a:t>
            </a:r>
          </a:p>
        </p:txBody>
      </p:sp>
      <p:sp>
        <p:nvSpPr>
          <p:cNvPr id="97" name="TextBox 96">
            <a:extLst>
              <a:ext uri="{FF2B5EF4-FFF2-40B4-BE49-F238E27FC236}">
                <a16:creationId xmlns:a16="http://schemas.microsoft.com/office/drawing/2014/main" id="{F27BAE56-BE1F-FD95-7067-F09E1B5B4399}"/>
              </a:ext>
            </a:extLst>
          </p:cNvPr>
          <p:cNvSpPr txBox="1"/>
          <p:nvPr/>
        </p:nvSpPr>
        <p:spPr>
          <a:xfrm>
            <a:off x="3138310" y="2905709"/>
            <a:ext cx="570089" cy="230832"/>
          </a:xfrm>
          <a:prstGeom prst="rect">
            <a:avLst/>
          </a:prstGeom>
          <a:noFill/>
        </p:spPr>
        <p:txBody>
          <a:bodyPr wrap="square" rtlCol="0">
            <a:spAutoFit/>
          </a:bodyPr>
          <a:lstStyle/>
          <a:p>
            <a:pPr algn="ctr"/>
            <a:r>
              <a:rPr lang="en-US" sz="900" dirty="0"/>
              <a:t>123</a:t>
            </a:r>
          </a:p>
        </p:txBody>
      </p:sp>
      <p:sp>
        <p:nvSpPr>
          <p:cNvPr id="98" name="TextBox 97">
            <a:extLst>
              <a:ext uri="{FF2B5EF4-FFF2-40B4-BE49-F238E27FC236}">
                <a16:creationId xmlns:a16="http://schemas.microsoft.com/office/drawing/2014/main" id="{4478D3C9-2B27-B181-8B83-8238BAE7CEDE}"/>
              </a:ext>
            </a:extLst>
          </p:cNvPr>
          <p:cNvSpPr txBox="1"/>
          <p:nvPr/>
        </p:nvSpPr>
        <p:spPr>
          <a:xfrm>
            <a:off x="4645378" y="2404765"/>
            <a:ext cx="570089" cy="230832"/>
          </a:xfrm>
          <a:prstGeom prst="rect">
            <a:avLst/>
          </a:prstGeom>
          <a:noFill/>
        </p:spPr>
        <p:txBody>
          <a:bodyPr wrap="square" rtlCol="0">
            <a:spAutoFit/>
          </a:bodyPr>
          <a:lstStyle/>
          <a:p>
            <a:pPr algn="ctr"/>
            <a:r>
              <a:rPr lang="en-US" sz="900" dirty="0"/>
              <a:t>12356</a:t>
            </a:r>
          </a:p>
        </p:txBody>
      </p:sp>
      <p:sp>
        <p:nvSpPr>
          <p:cNvPr id="99" name="TextBox 98">
            <a:extLst>
              <a:ext uri="{FF2B5EF4-FFF2-40B4-BE49-F238E27FC236}">
                <a16:creationId xmlns:a16="http://schemas.microsoft.com/office/drawing/2014/main" id="{4ED8063B-77CF-DAE9-7D38-E75153AA8CBF}"/>
              </a:ext>
            </a:extLst>
          </p:cNvPr>
          <p:cNvSpPr txBox="1"/>
          <p:nvPr/>
        </p:nvSpPr>
        <p:spPr>
          <a:xfrm>
            <a:off x="3138310" y="2404765"/>
            <a:ext cx="570089" cy="230832"/>
          </a:xfrm>
          <a:prstGeom prst="rect">
            <a:avLst/>
          </a:prstGeom>
          <a:noFill/>
        </p:spPr>
        <p:txBody>
          <a:bodyPr wrap="square" rtlCol="0">
            <a:spAutoFit/>
          </a:bodyPr>
          <a:lstStyle/>
          <a:p>
            <a:pPr algn="ctr"/>
            <a:r>
              <a:rPr lang="en-US" sz="900" dirty="0"/>
              <a:t>1236</a:t>
            </a:r>
          </a:p>
        </p:txBody>
      </p:sp>
      <p:sp>
        <p:nvSpPr>
          <p:cNvPr id="100" name="TextBox 99">
            <a:extLst>
              <a:ext uri="{FF2B5EF4-FFF2-40B4-BE49-F238E27FC236}">
                <a16:creationId xmlns:a16="http://schemas.microsoft.com/office/drawing/2014/main" id="{B0ADF26D-7FBB-DA8B-B7DC-49600D921B26}"/>
              </a:ext>
            </a:extLst>
          </p:cNvPr>
          <p:cNvSpPr txBox="1"/>
          <p:nvPr/>
        </p:nvSpPr>
        <p:spPr>
          <a:xfrm>
            <a:off x="4645378" y="3907597"/>
            <a:ext cx="570089" cy="230832"/>
          </a:xfrm>
          <a:prstGeom prst="rect">
            <a:avLst/>
          </a:prstGeom>
          <a:noFill/>
        </p:spPr>
        <p:txBody>
          <a:bodyPr wrap="square" rtlCol="0">
            <a:spAutoFit/>
          </a:bodyPr>
          <a:lstStyle/>
          <a:p>
            <a:pPr algn="ctr"/>
            <a:r>
              <a:rPr lang="en-US" sz="900" dirty="0"/>
              <a:t>135</a:t>
            </a:r>
          </a:p>
        </p:txBody>
      </p:sp>
      <p:sp>
        <p:nvSpPr>
          <p:cNvPr id="101" name="TextBox 100">
            <a:extLst>
              <a:ext uri="{FF2B5EF4-FFF2-40B4-BE49-F238E27FC236}">
                <a16:creationId xmlns:a16="http://schemas.microsoft.com/office/drawing/2014/main" id="{738AA9F6-36FD-0E47-BC9F-817A6210A7E2}"/>
              </a:ext>
            </a:extLst>
          </p:cNvPr>
          <p:cNvSpPr txBox="1"/>
          <p:nvPr/>
        </p:nvSpPr>
        <p:spPr>
          <a:xfrm>
            <a:off x="3716867" y="4244561"/>
            <a:ext cx="462845" cy="584775"/>
          </a:xfrm>
          <a:prstGeom prst="rect">
            <a:avLst/>
          </a:prstGeom>
          <a:noFill/>
        </p:spPr>
        <p:txBody>
          <a:bodyPr wrap="square" rtlCol="0">
            <a:spAutoFit/>
          </a:bodyPr>
          <a:lstStyle/>
          <a:p>
            <a:pPr algn="ctr"/>
            <a:r>
              <a:rPr lang="en-US" sz="3200" dirty="0"/>
              <a:t>1</a:t>
            </a:r>
          </a:p>
        </p:txBody>
      </p:sp>
      <p:sp>
        <p:nvSpPr>
          <p:cNvPr id="53" name="TextBox 52">
            <a:extLst>
              <a:ext uri="{FF2B5EF4-FFF2-40B4-BE49-F238E27FC236}">
                <a16:creationId xmlns:a16="http://schemas.microsoft.com/office/drawing/2014/main" id="{98EEE15B-0F8B-FDE8-FE2A-B10223E0895C}"/>
              </a:ext>
            </a:extLst>
          </p:cNvPr>
          <p:cNvSpPr txBox="1"/>
          <p:nvPr/>
        </p:nvSpPr>
        <p:spPr>
          <a:xfrm>
            <a:off x="4216401" y="3741226"/>
            <a:ext cx="462845" cy="584775"/>
          </a:xfrm>
          <a:prstGeom prst="rect">
            <a:avLst/>
          </a:prstGeom>
          <a:noFill/>
        </p:spPr>
        <p:txBody>
          <a:bodyPr wrap="square" rtlCol="0">
            <a:spAutoFit/>
          </a:bodyPr>
          <a:lstStyle/>
          <a:p>
            <a:pPr algn="ctr"/>
            <a:r>
              <a:rPr lang="en-US" sz="3200" dirty="0"/>
              <a:t>2</a:t>
            </a:r>
          </a:p>
        </p:txBody>
      </p:sp>
      <p:sp>
        <p:nvSpPr>
          <p:cNvPr id="56" name="TextBox 55">
            <a:extLst>
              <a:ext uri="{FF2B5EF4-FFF2-40B4-BE49-F238E27FC236}">
                <a16:creationId xmlns:a16="http://schemas.microsoft.com/office/drawing/2014/main" id="{A2AC78E3-C4B6-7D83-324E-ECA9ADE29FF1}"/>
              </a:ext>
            </a:extLst>
          </p:cNvPr>
          <p:cNvSpPr txBox="1"/>
          <p:nvPr/>
        </p:nvSpPr>
        <p:spPr>
          <a:xfrm>
            <a:off x="6214537" y="721216"/>
            <a:ext cx="462845" cy="584775"/>
          </a:xfrm>
          <a:prstGeom prst="rect">
            <a:avLst/>
          </a:prstGeom>
          <a:noFill/>
        </p:spPr>
        <p:txBody>
          <a:bodyPr wrap="square" rtlCol="0">
            <a:spAutoFit/>
          </a:bodyPr>
          <a:lstStyle/>
          <a:p>
            <a:pPr algn="ctr"/>
            <a:r>
              <a:rPr lang="en-US" sz="3200" dirty="0"/>
              <a:t>1</a:t>
            </a:r>
          </a:p>
        </p:txBody>
      </p:sp>
      <p:sp>
        <p:nvSpPr>
          <p:cNvPr id="54" name="TextBox 53">
            <a:extLst>
              <a:ext uri="{FF2B5EF4-FFF2-40B4-BE49-F238E27FC236}">
                <a16:creationId xmlns:a16="http://schemas.microsoft.com/office/drawing/2014/main" id="{E647FC71-A0E4-1E98-5861-A81A5CBEF173}"/>
              </a:ext>
            </a:extLst>
          </p:cNvPr>
          <p:cNvSpPr txBox="1"/>
          <p:nvPr/>
        </p:nvSpPr>
        <p:spPr>
          <a:xfrm>
            <a:off x="5147734" y="3907597"/>
            <a:ext cx="570089" cy="230832"/>
          </a:xfrm>
          <a:prstGeom prst="rect">
            <a:avLst/>
          </a:prstGeom>
          <a:noFill/>
        </p:spPr>
        <p:txBody>
          <a:bodyPr wrap="square" rtlCol="0">
            <a:spAutoFit/>
          </a:bodyPr>
          <a:lstStyle/>
          <a:p>
            <a:pPr algn="ctr"/>
            <a:r>
              <a:rPr lang="en-US" sz="900" dirty="0"/>
              <a:t>1357</a:t>
            </a:r>
          </a:p>
        </p:txBody>
      </p:sp>
      <p:sp>
        <p:nvSpPr>
          <p:cNvPr id="55" name="TextBox 54">
            <a:extLst>
              <a:ext uri="{FF2B5EF4-FFF2-40B4-BE49-F238E27FC236}">
                <a16:creationId xmlns:a16="http://schemas.microsoft.com/office/drawing/2014/main" id="{9B441B90-7F68-99AF-B28D-C0063D3158EC}"/>
              </a:ext>
            </a:extLst>
          </p:cNvPr>
          <p:cNvSpPr txBox="1"/>
          <p:nvPr/>
        </p:nvSpPr>
        <p:spPr>
          <a:xfrm>
            <a:off x="6714071" y="4747898"/>
            <a:ext cx="462845" cy="584775"/>
          </a:xfrm>
          <a:prstGeom prst="rect">
            <a:avLst/>
          </a:prstGeom>
          <a:noFill/>
        </p:spPr>
        <p:txBody>
          <a:bodyPr wrap="square" rtlCol="0">
            <a:spAutoFit/>
          </a:bodyPr>
          <a:lstStyle/>
          <a:p>
            <a:pPr algn="ctr"/>
            <a:r>
              <a:rPr lang="en-US" sz="3200" dirty="0"/>
              <a:t>8</a:t>
            </a:r>
          </a:p>
        </p:txBody>
      </p:sp>
      <p:sp>
        <p:nvSpPr>
          <p:cNvPr id="80" name="TextBox 79">
            <a:extLst>
              <a:ext uri="{FF2B5EF4-FFF2-40B4-BE49-F238E27FC236}">
                <a16:creationId xmlns:a16="http://schemas.microsoft.com/office/drawing/2014/main" id="{41376E21-2533-330A-BE1F-B05016356380}"/>
              </a:ext>
            </a:extLst>
          </p:cNvPr>
          <p:cNvSpPr txBox="1"/>
          <p:nvPr/>
        </p:nvSpPr>
        <p:spPr>
          <a:xfrm>
            <a:off x="6214537" y="4747898"/>
            <a:ext cx="462845" cy="584775"/>
          </a:xfrm>
          <a:prstGeom prst="rect">
            <a:avLst/>
          </a:prstGeom>
          <a:noFill/>
        </p:spPr>
        <p:txBody>
          <a:bodyPr wrap="square" rtlCol="0">
            <a:spAutoFit/>
          </a:bodyPr>
          <a:lstStyle/>
          <a:p>
            <a:pPr algn="ctr"/>
            <a:r>
              <a:rPr lang="en-US" sz="3200" dirty="0"/>
              <a:t>6</a:t>
            </a:r>
          </a:p>
        </p:txBody>
      </p:sp>
      <p:sp>
        <p:nvSpPr>
          <p:cNvPr id="81" name="TextBox 80">
            <a:extLst>
              <a:ext uri="{FF2B5EF4-FFF2-40B4-BE49-F238E27FC236}">
                <a16:creationId xmlns:a16="http://schemas.microsoft.com/office/drawing/2014/main" id="{9DDCF0EC-57C9-1E3D-EB15-23AF5DFD8215}"/>
              </a:ext>
            </a:extLst>
          </p:cNvPr>
          <p:cNvSpPr txBox="1"/>
          <p:nvPr/>
        </p:nvSpPr>
        <p:spPr>
          <a:xfrm>
            <a:off x="4216401" y="3237891"/>
            <a:ext cx="462845" cy="584775"/>
          </a:xfrm>
          <a:prstGeom prst="rect">
            <a:avLst/>
          </a:prstGeom>
          <a:noFill/>
        </p:spPr>
        <p:txBody>
          <a:bodyPr wrap="square" rtlCol="0">
            <a:spAutoFit/>
          </a:bodyPr>
          <a:lstStyle/>
          <a:p>
            <a:pPr algn="ctr"/>
            <a:r>
              <a:rPr lang="en-US" sz="3200" dirty="0"/>
              <a:t>8</a:t>
            </a:r>
          </a:p>
        </p:txBody>
      </p:sp>
    </p:spTree>
    <p:extLst>
      <p:ext uri="{BB962C8B-B14F-4D97-AF65-F5344CB8AC3E}">
        <p14:creationId xmlns:p14="http://schemas.microsoft.com/office/powerpoint/2010/main" val="426058029"/>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E18AEF-99DC-A9EB-EEF3-989E69BB5698}"/>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465908EA-AF10-6F10-6E4F-2FC4B518A8FB}"/>
              </a:ext>
            </a:extLst>
          </p:cNvPr>
          <p:cNvSpPr>
            <a:spLocks noGrp="1"/>
          </p:cNvSpPr>
          <p:nvPr>
            <p:ph sz="half" idx="1"/>
          </p:nvPr>
        </p:nvSpPr>
        <p:spPr/>
        <p:txBody>
          <a:bodyPr>
            <a:normAutofit/>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3C9C7491-42D6-4ADA-68F2-BBB92EEEC9DC}"/>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3F90101B-7095-9905-1C90-541DDE986167}"/>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81697FE7-8799-3E58-5A2F-820BA6C2A400}"/>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3D42755D-6AD3-0204-9B48-4BCFE26D2144}"/>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591F6FE4-9828-892B-FFD8-CF8806D1BC1D}"/>
              </a:ext>
            </a:extLst>
          </p:cNvPr>
          <p:cNvSpPr txBox="1"/>
          <p:nvPr/>
        </p:nvSpPr>
        <p:spPr>
          <a:xfrm>
            <a:off x="4715935" y="1224551"/>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8" name="TextBox 7">
            <a:extLst>
              <a:ext uri="{FF2B5EF4-FFF2-40B4-BE49-F238E27FC236}">
                <a16:creationId xmlns:a16="http://schemas.microsoft.com/office/drawing/2014/main" id="{B9AFE058-077E-6B54-A9A6-29B6838A0EDE}"/>
              </a:ext>
            </a:extLst>
          </p:cNvPr>
          <p:cNvSpPr txBox="1"/>
          <p:nvPr/>
        </p:nvSpPr>
        <p:spPr>
          <a:xfrm>
            <a:off x="6214537" y="122455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9" name="TextBox 8">
            <a:extLst>
              <a:ext uri="{FF2B5EF4-FFF2-40B4-BE49-F238E27FC236}">
                <a16:creationId xmlns:a16="http://schemas.microsoft.com/office/drawing/2014/main" id="{4C8DD744-16EE-EA90-2B62-05422CDEC3D7}"/>
              </a:ext>
            </a:extLst>
          </p:cNvPr>
          <p:cNvSpPr txBox="1"/>
          <p:nvPr/>
        </p:nvSpPr>
        <p:spPr>
          <a:xfrm>
            <a:off x="6714071" y="1224551"/>
            <a:ext cx="462845" cy="584775"/>
          </a:xfrm>
          <a:prstGeom prst="rect">
            <a:avLst/>
          </a:prstGeom>
          <a:solidFill>
            <a:srgbClr val="FFFF00">
              <a:alpha val="30000"/>
            </a:srgbClr>
          </a:solidFill>
        </p:spPr>
        <p:txBody>
          <a:bodyPr wrap="square" rtlCol="0">
            <a:spAutoFit/>
          </a:bodyPr>
          <a:lstStyle/>
          <a:p>
            <a:pPr algn="ctr"/>
            <a:r>
              <a:rPr lang="en-US" sz="3200" dirty="0"/>
              <a:t>9</a:t>
            </a:r>
          </a:p>
        </p:txBody>
      </p:sp>
      <p:sp>
        <p:nvSpPr>
          <p:cNvPr id="10" name="TextBox 9">
            <a:extLst>
              <a:ext uri="{FF2B5EF4-FFF2-40B4-BE49-F238E27FC236}">
                <a16:creationId xmlns:a16="http://schemas.microsoft.com/office/drawing/2014/main" id="{6BF1CCF0-3BC9-B2E3-B518-3FFD35DED228}"/>
              </a:ext>
            </a:extLst>
          </p:cNvPr>
          <p:cNvSpPr txBox="1"/>
          <p:nvPr/>
        </p:nvSpPr>
        <p:spPr>
          <a:xfrm>
            <a:off x="7213604" y="122455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11" name="TextBox 10">
            <a:extLst>
              <a:ext uri="{FF2B5EF4-FFF2-40B4-BE49-F238E27FC236}">
                <a16:creationId xmlns:a16="http://schemas.microsoft.com/office/drawing/2014/main" id="{8441FDA9-0B89-08AD-4DF0-B0B2C7D2344F}"/>
              </a:ext>
            </a:extLst>
          </p:cNvPr>
          <p:cNvSpPr txBox="1"/>
          <p:nvPr/>
        </p:nvSpPr>
        <p:spPr>
          <a:xfrm>
            <a:off x="6714071" y="721216"/>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12" name="TextBox 11">
            <a:extLst>
              <a:ext uri="{FF2B5EF4-FFF2-40B4-BE49-F238E27FC236}">
                <a16:creationId xmlns:a16="http://schemas.microsoft.com/office/drawing/2014/main" id="{EF98464A-7875-9D0C-0962-02FA79E84226}"/>
              </a:ext>
            </a:extLst>
          </p:cNvPr>
          <p:cNvSpPr txBox="1"/>
          <p:nvPr/>
        </p:nvSpPr>
        <p:spPr>
          <a:xfrm>
            <a:off x="7213604" y="721216"/>
            <a:ext cx="462845" cy="584775"/>
          </a:xfrm>
          <a:prstGeom prst="rect">
            <a:avLst/>
          </a:prstGeom>
          <a:solidFill>
            <a:srgbClr val="FF0000">
              <a:alpha val="30000"/>
            </a:srgbClr>
          </a:solidFill>
        </p:spPr>
        <p:txBody>
          <a:bodyPr wrap="square" rtlCol="0">
            <a:spAutoFit/>
          </a:bodyPr>
          <a:lstStyle/>
          <a:p>
            <a:pPr algn="ctr"/>
            <a:r>
              <a:rPr lang="en-US" sz="3200" dirty="0"/>
              <a:t>3</a:t>
            </a:r>
          </a:p>
        </p:txBody>
      </p:sp>
      <p:sp>
        <p:nvSpPr>
          <p:cNvPr id="13" name="TextBox 12">
            <a:extLst>
              <a:ext uri="{FF2B5EF4-FFF2-40B4-BE49-F238E27FC236}">
                <a16:creationId xmlns:a16="http://schemas.microsoft.com/office/drawing/2014/main" id="{096644EA-73BE-C6BE-56A8-750CAA60CE30}"/>
              </a:ext>
            </a:extLst>
          </p:cNvPr>
          <p:cNvSpPr txBox="1"/>
          <p:nvPr/>
        </p:nvSpPr>
        <p:spPr>
          <a:xfrm>
            <a:off x="4216401" y="1727886"/>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14" name="TextBox 13">
            <a:extLst>
              <a:ext uri="{FF2B5EF4-FFF2-40B4-BE49-F238E27FC236}">
                <a16:creationId xmlns:a16="http://schemas.microsoft.com/office/drawing/2014/main" id="{BF969406-3164-AF8E-67A7-E2ADBD1093AC}"/>
              </a:ext>
            </a:extLst>
          </p:cNvPr>
          <p:cNvSpPr txBox="1"/>
          <p:nvPr/>
        </p:nvSpPr>
        <p:spPr>
          <a:xfrm>
            <a:off x="5215469" y="1727886"/>
            <a:ext cx="462845" cy="584775"/>
          </a:xfrm>
          <a:prstGeom prst="rect">
            <a:avLst/>
          </a:prstGeom>
          <a:solidFill>
            <a:srgbClr val="00B050">
              <a:alpha val="40000"/>
            </a:srgbClr>
          </a:solidFill>
        </p:spPr>
        <p:txBody>
          <a:bodyPr wrap="square" rtlCol="0">
            <a:spAutoFit/>
          </a:bodyPr>
          <a:lstStyle/>
          <a:p>
            <a:pPr algn="ctr"/>
            <a:r>
              <a:rPr lang="en-US" sz="3200" dirty="0"/>
              <a:t>9</a:t>
            </a:r>
          </a:p>
        </p:txBody>
      </p:sp>
      <p:sp>
        <p:nvSpPr>
          <p:cNvPr id="15" name="TextBox 14">
            <a:extLst>
              <a:ext uri="{FF2B5EF4-FFF2-40B4-BE49-F238E27FC236}">
                <a16:creationId xmlns:a16="http://schemas.microsoft.com/office/drawing/2014/main" id="{B0375E18-BE00-C9E1-073F-525AA68EA92B}"/>
              </a:ext>
            </a:extLst>
          </p:cNvPr>
          <p:cNvSpPr txBox="1"/>
          <p:nvPr/>
        </p:nvSpPr>
        <p:spPr>
          <a:xfrm>
            <a:off x="6214537" y="1727886"/>
            <a:ext cx="462845" cy="584775"/>
          </a:xfrm>
          <a:prstGeom prst="rect">
            <a:avLst/>
          </a:prstGeom>
          <a:solidFill>
            <a:srgbClr val="00B0F0">
              <a:alpha val="30000"/>
            </a:srgbClr>
          </a:solidFill>
        </p:spPr>
        <p:txBody>
          <a:bodyPr wrap="square" rtlCol="0">
            <a:spAutoFit/>
          </a:bodyPr>
          <a:lstStyle/>
          <a:p>
            <a:pPr algn="ctr"/>
            <a:r>
              <a:rPr lang="en-US" sz="3200" dirty="0"/>
              <a:t>8</a:t>
            </a:r>
          </a:p>
        </p:txBody>
      </p:sp>
      <p:sp>
        <p:nvSpPr>
          <p:cNvPr id="16" name="TextBox 15">
            <a:extLst>
              <a:ext uri="{FF2B5EF4-FFF2-40B4-BE49-F238E27FC236}">
                <a16:creationId xmlns:a16="http://schemas.microsoft.com/office/drawing/2014/main" id="{4BB9161D-ACBD-8095-F28A-BD57CD90FCF0}"/>
              </a:ext>
            </a:extLst>
          </p:cNvPr>
          <p:cNvSpPr txBox="1"/>
          <p:nvPr/>
        </p:nvSpPr>
        <p:spPr>
          <a:xfrm>
            <a:off x="6714071" y="1727886"/>
            <a:ext cx="462845" cy="584775"/>
          </a:xfrm>
          <a:prstGeom prst="rect">
            <a:avLst/>
          </a:prstGeom>
          <a:solidFill>
            <a:srgbClr val="0070C0">
              <a:alpha val="40000"/>
            </a:srgbClr>
          </a:solidFill>
        </p:spPr>
        <p:txBody>
          <a:bodyPr wrap="square" rtlCol="0">
            <a:spAutoFit/>
          </a:bodyPr>
          <a:lstStyle/>
          <a:p>
            <a:pPr algn="ctr"/>
            <a:r>
              <a:rPr lang="en-US" sz="3200" dirty="0"/>
              <a:t>6</a:t>
            </a:r>
          </a:p>
        </p:txBody>
      </p:sp>
      <p:sp>
        <p:nvSpPr>
          <p:cNvPr id="17" name="TextBox 16">
            <a:extLst>
              <a:ext uri="{FF2B5EF4-FFF2-40B4-BE49-F238E27FC236}">
                <a16:creationId xmlns:a16="http://schemas.microsoft.com/office/drawing/2014/main" id="{3F1FBE3B-33C3-398C-AF5B-19458D50FD11}"/>
              </a:ext>
            </a:extLst>
          </p:cNvPr>
          <p:cNvSpPr txBox="1"/>
          <p:nvPr/>
        </p:nvSpPr>
        <p:spPr>
          <a:xfrm>
            <a:off x="3716867" y="223122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18" name="TextBox 17">
            <a:extLst>
              <a:ext uri="{FF2B5EF4-FFF2-40B4-BE49-F238E27FC236}">
                <a16:creationId xmlns:a16="http://schemas.microsoft.com/office/drawing/2014/main" id="{C63541A8-1983-1C0C-7C08-84D2D8A769EE}"/>
              </a:ext>
            </a:extLst>
          </p:cNvPr>
          <p:cNvSpPr txBox="1"/>
          <p:nvPr/>
        </p:nvSpPr>
        <p:spPr>
          <a:xfrm>
            <a:off x="5215469" y="2231221"/>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19" name="TextBox 18">
            <a:extLst>
              <a:ext uri="{FF2B5EF4-FFF2-40B4-BE49-F238E27FC236}">
                <a16:creationId xmlns:a16="http://schemas.microsoft.com/office/drawing/2014/main" id="{A32D8204-3E63-9CD0-C804-73F6F39CC696}"/>
              </a:ext>
            </a:extLst>
          </p:cNvPr>
          <p:cNvSpPr txBox="1"/>
          <p:nvPr/>
        </p:nvSpPr>
        <p:spPr>
          <a:xfrm>
            <a:off x="5715003" y="2231221"/>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20" name="TextBox 19">
            <a:extLst>
              <a:ext uri="{FF2B5EF4-FFF2-40B4-BE49-F238E27FC236}">
                <a16:creationId xmlns:a16="http://schemas.microsoft.com/office/drawing/2014/main" id="{2EE0DFBF-6082-DE27-FDE9-F99F35CCCD36}"/>
              </a:ext>
            </a:extLst>
          </p:cNvPr>
          <p:cNvSpPr txBox="1"/>
          <p:nvPr/>
        </p:nvSpPr>
        <p:spPr>
          <a:xfrm>
            <a:off x="6214537" y="2231221"/>
            <a:ext cx="462845" cy="584775"/>
          </a:xfrm>
          <a:prstGeom prst="rect">
            <a:avLst/>
          </a:prstGeom>
          <a:solidFill>
            <a:srgbClr val="FF0000">
              <a:alpha val="30000"/>
            </a:srgbClr>
          </a:solidFill>
        </p:spPr>
        <p:txBody>
          <a:bodyPr wrap="square" rtlCol="0">
            <a:spAutoFit/>
          </a:bodyPr>
          <a:lstStyle/>
          <a:p>
            <a:pPr algn="ctr"/>
            <a:r>
              <a:rPr lang="en-US" sz="3200" dirty="0"/>
              <a:t>4</a:t>
            </a:r>
          </a:p>
        </p:txBody>
      </p:sp>
      <p:sp>
        <p:nvSpPr>
          <p:cNvPr id="21" name="TextBox 20">
            <a:extLst>
              <a:ext uri="{FF2B5EF4-FFF2-40B4-BE49-F238E27FC236}">
                <a16:creationId xmlns:a16="http://schemas.microsoft.com/office/drawing/2014/main" id="{5CE583E8-E667-096A-FA0F-573A92B55F19}"/>
              </a:ext>
            </a:extLst>
          </p:cNvPr>
          <p:cNvSpPr txBox="1"/>
          <p:nvPr/>
        </p:nvSpPr>
        <p:spPr>
          <a:xfrm>
            <a:off x="6714071" y="223122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2" name="TextBox 21">
            <a:extLst>
              <a:ext uri="{FF2B5EF4-FFF2-40B4-BE49-F238E27FC236}">
                <a16:creationId xmlns:a16="http://schemas.microsoft.com/office/drawing/2014/main" id="{85C6A24C-10AA-3084-0010-CF81FD31E789}"/>
              </a:ext>
            </a:extLst>
          </p:cNvPr>
          <p:cNvSpPr txBox="1"/>
          <p:nvPr/>
        </p:nvSpPr>
        <p:spPr>
          <a:xfrm>
            <a:off x="4216401" y="2734556"/>
            <a:ext cx="462845" cy="584775"/>
          </a:xfrm>
          <a:prstGeom prst="rect">
            <a:avLst/>
          </a:prstGeom>
          <a:solidFill>
            <a:srgbClr val="FF0000">
              <a:alpha val="30000"/>
            </a:srgbClr>
          </a:solidFill>
        </p:spPr>
        <p:txBody>
          <a:bodyPr wrap="square" rtlCol="0">
            <a:spAutoFit/>
          </a:bodyPr>
          <a:lstStyle/>
          <a:p>
            <a:pPr algn="ctr"/>
            <a:r>
              <a:rPr lang="en-US" sz="3200" dirty="0"/>
              <a:t>4</a:t>
            </a:r>
          </a:p>
        </p:txBody>
      </p:sp>
      <p:sp>
        <p:nvSpPr>
          <p:cNvPr id="23" name="TextBox 22">
            <a:extLst>
              <a:ext uri="{FF2B5EF4-FFF2-40B4-BE49-F238E27FC236}">
                <a16:creationId xmlns:a16="http://schemas.microsoft.com/office/drawing/2014/main" id="{0CBA38A8-8482-0B67-FC43-4BEAE6D9B8E1}"/>
              </a:ext>
            </a:extLst>
          </p:cNvPr>
          <p:cNvSpPr txBox="1"/>
          <p:nvPr/>
        </p:nvSpPr>
        <p:spPr>
          <a:xfrm>
            <a:off x="5215469" y="2734556"/>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4" name="TextBox 23">
            <a:extLst>
              <a:ext uri="{FF2B5EF4-FFF2-40B4-BE49-F238E27FC236}">
                <a16:creationId xmlns:a16="http://schemas.microsoft.com/office/drawing/2014/main" id="{1CC5EBCF-85DD-9DDC-E4A6-E3DB7CA41B74}"/>
              </a:ext>
            </a:extLst>
          </p:cNvPr>
          <p:cNvSpPr txBox="1"/>
          <p:nvPr/>
        </p:nvSpPr>
        <p:spPr>
          <a:xfrm>
            <a:off x="6714071" y="2734556"/>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25" name="TextBox 24">
            <a:extLst>
              <a:ext uri="{FF2B5EF4-FFF2-40B4-BE49-F238E27FC236}">
                <a16:creationId xmlns:a16="http://schemas.microsoft.com/office/drawing/2014/main" id="{FBD34A2B-DAE5-AAB0-A54B-67301207DBB6}"/>
              </a:ext>
            </a:extLst>
          </p:cNvPr>
          <p:cNvSpPr txBox="1"/>
          <p:nvPr/>
        </p:nvSpPr>
        <p:spPr>
          <a:xfrm>
            <a:off x="3716867" y="323789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6" name="TextBox 25">
            <a:extLst>
              <a:ext uri="{FF2B5EF4-FFF2-40B4-BE49-F238E27FC236}">
                <a16:creationId xmlns:a16="http://schemas.microsoft.com/office/drawing/2014/main" id="{E1CAF715-5851-1D8B-168E-E3327497AF34}"/>
              </a:ext>
            </a:extLst>
          </p:cNvPr>
          <p:cNvSpPr txBox="1"/>
          <p:nvPr/>
        </p:nvSpPr>
        <p:spPr>
          <a:xfrm>
            <a:off x="4715935" y="323789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27" name="TextBox 26">
            <a:extLst>
              <a:ext uri="{FF2B5EF4-FFF2-40B4-BE49-F238E27FC236}">
                <a16:creationId xmlns:a16="http://schemas.microsoft.com/office/drawing/2014/main" id="{61DCFFFB-FCBE-C15C-20D0-5263D0EB8A77}"/>
              </a:ext>
            </a:extLst>
          </p:cNvPr>
          <p:cNvSpPr txBox="1"/>
          <p:nvPr/>
        </p:nvSpPr>
        <p:spPr>
          <a:xfrm>
            <a:off x="5215469" y="323789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28" name="TextBox 27">
            <a:extLst>
              <a:ext uri="{FF2B5EF4-FFF2-40B4-BE49-F238E27FC236}">
                <a16:creationId xmlns:a16="http://schemas.microsoft.com/office/drawing/2014/main" id="{57B4978F-685B-892B-0609-843013B65A71}"/>
              </a:ext>
            </a:extLst>
          </p:cNvPr>
          <p:cNvSpPr txBox="1"/>
          <p:nvPr/>
        </p:nvSpPr>
        <p:spPr>
          <a:xfrm>
            <a:off x="7213604" y="3237891"/>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29" name="TextBox 28">
            <a:extLst>
              <a:ext uri="{FF2B5EF4-FFF2-40B4-BE49-F238E27FC236}">
                <a16:creationId xmlns:a16="http://schemas.microsoft.com/office/drawing/2014/main" id="{30B6AA67-3FEB-1824-2C73-018EC26E5C14}"/>
              </a:ext>
            </a:extLst>
          </p:cNvPr>
          <p:cNvSpPr txBox="1"/>
          <p:nvPr/>
        </p:nvSpPr>
        <p:spPr>
          <a:xfrm>
            <a:off x="3217333" y="3741226"/>
            <a:ext cx="462845" cy="584775"/>
          </a:xfrm>
          <a:prstGeom prst="rect">
            <a:avLst/>
          </a:prstGeom>
          <a:solidFill>
            <a:srgbClr val="00B0F0">
              <a:alpha val="30000"/>
            </a:srgbClr>
          </a:solidFill>
        </p:spPr>
        <p:txBody>
          <a:bodyPr wrap="square" rtlCol="0">
            <a:spAutoFit/>
          </a:bodyPr>
          <a:lstStyle/>
          <a:p>
            <a:pPr algn="ctr"/>
            <a:r>
              <a:rPr lang="en-US" sz="3200" dirty="0"/>
              <a:t>8</a:t>
            </a:r>
          </a:p>
        </p:txBody>
      </p:sp>
      <p:sp>
        <p:nvSpPr>
          <p:cNvPr id="30" name="TextBox 29">
            <a:extLst>
              <a:ext uri="{FF2B5EF4-FFF2-40B4-BE49-F238E27FC236}">
                <a16:creationId xmlns:a16="http://schemas.microsoft.com/office/drawing/2014/main" id="{AF9EDF71-4746-4F4F-CB23-851EFA8911EC}"/>
              </a:ext>
            </a:extLst>
          </p:cNvPr>
          <p:cNvSpPr txBox="1"/>
          <p:nvPr/>
        </p:nvSpPr>
        <p:spPr>
          <a:xfrm>
            <a:off x="3716867" y="3741226"/>
            <a:ext cx="462845" cy="584775"/>
          </a:xfrm>
          <a:prstGeom prst="rect">
            <a:avLst/>
          </a:prstGeom>
          <a:solidFill>
            <a:srgbClr val="0070C0">
              <a:alpha val="40000"/>
            </a:srgbClr>
          </a:solidFill>
        </p:spPr>
        <p:txBody>
          <a:bodyPr wrap="square" rtlCol="0">
            <a:spAutoFit/>
          </a:bodyPr>
          <a:lstStyle/>
          <a:p>
            <a:pPr algn="ctr"/>
            <a:r>
              <a:rPr lang="en-US" sz="3200" dirty="0"/>
              <a:t>6</a:t>
            </a:r>
          </a:p>
        </p:txBody>
      </p:sp>
      <p:sp>
        <p:nvSpPr>
          <p:cNvPr id="31" name="TextBox 30">
            <a:extLst>
              <a:ext uri="{FF2B5EF4-FFF2-40B4-BE49-F238E27FC236}">
                <a16:creationId xmlns:a16="http://schemas.microsoft.com/office/drawing/2014/main" id="{0667C002-0988-1560-BA80-CC2E8C20AEC0}"/>
              </a:ext>
            </a:extLst>
          </p:cNvPr>
          <p:cNvSpPr txBox="1"/>
          <p:nvPr/>
        </p:nvSpPr>
        <p:spPr>
          <a:xfrm>
            <a:off x="5715003" y="3741226"/>
            <a:ext cx="462845" cy="584775"/>
          </a:xfrm>
          <a:prstGeom prst="rect">
            <a:avLst/>
          </a:prstGeom>
          <a:solidFill>
            <a:srgbClr val="FFFF00">
              <a:alpha val="30000"/>
            </a:srgbClr>
          </a:solidFill>
        </p:spPr>
        <p:txBody>
          <a:bodyPr wrap="square" rtlCol="0">
            <a:spAutoFit/>
          </a:bodyPr>
          <a:lstStyle/>
          <a:p>
            <a:pPr algn="ctr"/>
            <a:r>
              <a:rPr lang="en-US" sz="3200" dirty="0"/>
              <a:t>9</a:t>
            </a:r>
          </a:p>
        </p:txBody>
      </p:sp>
      <p:sp>
        <p:nvSpPr>
          <p:cNvPr id="32" name="TextBox 31">
            <a:extLst>
              <a:ext uri="{FF2B5EF4-FFF2-40B4-BE49-F238E27FC236}">
                <a16:creationId xmlns:a16="http://schemas.microsoft.com/office/drawing/2014/main" id="{3889C598-D7F2-4532-8083-6F69011EE46D}"/>
              </a:ext>
            </a:extLst>
          </p:cNvPr>
          <p:cNvSpPr txBox="1"/>
          <p:nvPr/>
        </p:nvSpPr>
        <p:spPr>
          <a:xfrm>
            <a:off x="6214537" y="3741226"/>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33" name="TextBox 32">
            <a:extLst>
              <a:ext uri="{FF2B5EF4-FFF2-40B4-BE49-F238E27FC236}">
                <a16:creationId xmlns:a16="http://schemas.microsoft.com/office/drawing/2014/main" id="{FEC1996B-15E1-7228-C7FB-806C2A900F6B}"/>
              </a:ext>
            </a:extLst>
          </p:cNvPr>
          <p:cNvSpPr txBox="1"/>
          <p:nvPr/>
        </p:nvSpPr>
        <p:spPr>
          <a:xfrm>
            <a:off x="6714071" y="374122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34" name="TextBox 33">
            <a:extLst>
              <a:ext uri="{FF2B5EF4-FFF2-40B4-BE49-F238E27FC236}">
                <a16:creationId xmlns:a16="http://schemas.microsoft.com/office/drawing/2014/main" id="{D7AD6105-A1D6-0D05-1134-E274E0BDCF50}"/>
              </a:ext>
            </a:extLst>
          </p:cNvPr>
          <p:cNvSpPr txBox="1"/>
          <p:nvPr/>
        </p:nvSpPr>
        <p:spPr>
          <a:xfrm>
            <a:off x="7213604" y="3741226"/>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35" name="TextBox 34">
            <a:extLst>
              <a:ext uri="{FF2B5EF4-FFF2-40B4-BE49-F238E27FC236}">
                <a16:creationId xmlns:a16="http://schemas.microsoft.com/office/drawing/2014/main" id="{C9658CF6-3827-950A-8688-A42588A2787B}"/>
              </a:ext>
            </a:extLst>
          </p:cNvPr>
          <p:cNvSpPr txBox="1"/>
          <p:nvPr/>
        </p:nvSpPr>
        <p:spPr>
          <a:xfrm>
            <a:off x="3217333" y="424456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36" name="TextBox 35">
            <a:extLst>
              <a:ext uri="{FF2B5EF4-FFF2-40B4-BE49-F238E27FC236}">
                <a16:creationId xmlns:a16="http://schemas.microsoft.com/office/drawing/2014/main" id="{1545907B-D667-502B-5E81-EE689C0E5AF9}"/>
              </a:ext>
            </a:extLst>
          </p:cNvPr>
          <p:cNvSpPr txBox="1"/>
          <p:nvPr/>
        </p:nvSpPr>
        <p:spPr>
          <a:xfrm>
            <a:off x="4216401" y="4244561"/>
            <a:ext cx="462845" cy="584775"/>
          </a:xfrm>
          <a:prstGeom prst="rect">
            <a:avLst/>
          </a:prstGeom>
          <a:solidFill>
            <a:srgbClr val="FF0000">
              <a:alpha val="30000"/>
            </a:srgbClr>
          </a:solidFill>
        </p:spPr>
        <p:txBody>
          <a:bodyPr wrap="square" rtlCol="0">
            <a:spAutoFit/>
          </a:bodyPr>
          <a:lstStyle/>
          <a:p>
            <a:pPr algn="ctr"/>
            <a:r>
              <a:rPr lang="en-US" sz="3200" dirty="0"/>
              <a:t>3</a:t>
            </a:r>
          </a:p>
        </p:txBody>
      </p:sp>
      <p:sp>
        <p:nvSpPr>
          <p:cNvPr id="37" name="TextBox 36">
            <a:extLst>
              <a:ext uri="{FF2B5EF4-FFF2-40B4-BE49-F238E27FC236}">
                <a16:creationId xmlns:a16="http://schemas.microsoft.com/office/drawing/2014/main" id="{B2B3DEFE-5DF0-B4BA-9373-222B59103EBA}"/>
              </a:ext>
            </a:extLst>
          </p:cNvPr>
          <p:cNvSpPr txBox="1"/>
          <p:nvPr/>
        </p:nvSpPr>
        <p:spPr>
          <a:xfrm>
            <a:off x="5715003" y="424456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38" name="TextBox 37">
            <a:extLst>
              <a:ext uri="{FF2B5EF4-FFF2-40B4-BE49-F238E27FC236}">
                <a16:creationId xmlns:a16="http://schemas.microsoft.com/office/drawing/2014/main" id="{BB3AD5CC-B6EB-04FD-A725-475DBC497543}"/>
              </a:ext>
            </a:extLst>
          </p:cNvPr>
          <p:cNvSpPr txBox="1"/>
          <p:nvPr/>
        </p:nvSpPr>
        <p:spPr>
          <a:xfrm>
            <a:off x="6214537" y="424456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39" name="TextBox 38">
            <a:extLst>
              <a:ext uri="{FF2B5EF4-FFF2-40B4-BE49-F238E27FC236}">
                <a16:creationId xmlns:a16="http://schemas.microsoft.com/office/drawing/2014/main" id="{3D4D946D-7BD9-50F9-7638-23366FF511EC}"/>
              </a:ext>
            </a:extLst>
          </p:cNvPr>
          <p:cNvSpPr txBox="1"/>
          <p:nvPr/>
        </p:nvSpPr>
        <p:spPr>
          <a:xfrm>
            <a:off x="6714071" y="4244561"/>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40" name="TextBox 39">
            <a:extLst>
              <a:ext uri="{FF2B5EF4-FFF2-40B4-BE49-F238E27FC236}">
                <a16:creationId xmlns:a16="http://schemas.microsoft.com/office/drawing/2014/main" id="{DC2642E1-9420-1030-0FD9-70A12AFFBD73}"/>
              </a:ext>
            </a:extLst>
          </p:cNvPr>
          <p:cNvSpPr txBox="1"/>
          <p:nvPr/>
        </p:nvSpPr>
        <p:spPr>
          <a:xfrm>
            <a:off x="7213604" y="4244561"/>
            <a:ext cx="462845" cy="584775"/>
          </a:xfrm>
          <a:prstGeom prst="rect">
            <a:avLst/>
          </a:prstGeom>
          <a:solidFill>
            <a:srgbClr val="00B050">
              <a:alpha val="40000"/>
            </a:srgbClr>
          </a:solidFill>
        </p:spPr>
        <p:txBody>
          <a:bodyPr wrap="square" rtlCol="0">
            <a:spAutoFit/>
          </a:bodyPr>
          <a:lstStyle/>
          <a:p>
            <a:pPr algn="ctr"/>
            <a:r>
              <a:rPr lang="en-US" sz="3200" dirty="0"/>
              <a:t>9</a:t>
            </a:r>
          </a:p>
        </p:txBody>
      </p:sp>
      <p:sp>
        <p:nvSpPr>
          <p:cNvPr id="41" name="TextBox 40">
            <a:extLst>
              <a:ext uri="{FF2B5EF4-FFF2-40B4-BE49-F238E27FC236}">
                <a16:creationId xmlns:a16="http://schemas.microsoft.com/office/drawing/2014/main" id="{8FE8AD9D-9EF7-B806-EBEC-99A99181BD8D}"/>
              </a:ext>
            </a:extLst>
          </p:cNvPr>
          <p:cNvSpPr txBox="1"/>
          <p:nvPr/>
        </p:nvSpPr>
        <p:spPr>
          <a:xfrm>
            <a:off x="3217333" y="4747898"/>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42" name="TextBox 41">
            <a:extLst>
              <a:ext uri="{FF2B5EF4-FFF2-40B4-BE49-F238E27FC236}">
                <a16:creationId xmlns:a16="http://schemas.microsoft.com/office/drawing/2014/main" id="{30A4C3CF-FED3-05B0-F07D-5BE211BD24A9}"/>
              </a:ext>
            </a:extLst>
          </p:cNvPr>
          <p:cNvSpPr txBox="1"/>
          <p:nvPr/>
        </p:nvSpPr>
        <p:spPr>
          <a:xfrm>
            <a:off x="3716867" y="4747898"/>
            <a:ext cx="462845" cy="584775"/>
          </a:xfrm>
          <a:prstGeom prst="rect">
            <a:avLst/>
          </a:prstGeom>
          <a:solidFill>
            <a:srgbClr val="FFFF00">
              <a:alpha val="30000"/>
            </a:srgbClr>
          </a:solidFill>
        </p:spPr>
        <p:txBody>
          <a:bodyPr wrap="square" rtlCol="0">
            <a:spAutoFit/>
          </a:bodyPr>
          <a:lstStyle/>
          <a:p>
            <a:pPr algn="ctr"/>
            <a:r>
              <a:rPr lang="en-US" sz="3200" dirty="0"/>
              <a:t>9</a:t>
            </a:r>
          </a:p>
        </p:txBody>
      </p:sp>
      <p:sp>
        <p:nvSpPr>
          <p:cNvPr id="43" name="TextBox 42">
            <a:extLst>
              <a:ext uri="{FF2B5EF4-FFF2-40B4-BE49-F238E27FC236}">
                <a16:creationId xmlns:a16="http://schemas.microsoft.com/office/drawing/2014/main" id="{E11410DD-2D4E-BBFD-D840-5303026F6F52}"/>
              </a:ext>
            </a:extLst>
          </p:cNvPr>
          <p:cNvSpPr txBox="1"/>
          <p:nvPr/>
        </p:nvSpPr>
        <p:spPr>
          <a:xfrm>
            <a:off x="4216401" y="4747898"/>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44" name="TextBox 43">
            <a:extLst>
              <a:ext uri="{FF2B5EF4-FFF2-40B4-BE49-F238E27FC236}">
                <a16:creationId xmlns:a16="http://schemas.microsoft.com/office/drawing/2014/main" id="{6F41D946-D356-CD9B-C8B7-DBD73A35DF26}"/>
              </a:ext>
            </a:extLst>
          </p:cNvPr>
          <p:cNvSpPr txBox="1"/>
          <p:nvPr/>
        </p:nvSpPr>
        <p:spPr>
          <a:xfrm>
            <a:off x="7157158" y="1522145"/>
            <a:ext cx="570089" cy="230832"/>
          </a:xfrm>
          <a:prstGeom prst="rect">
            <a:avLst/>
          </a:prstGeom>
          <a:noFill/>
        </p:spPr>
        <p:txBody>
          <a:bodyPr wrap="square" rtlCol="0">
            <a:spAutoFit/>
          </a:bodyPr>
          <a:lstStyle/>
          <a:p>
            <a:pPr algn="ctr"/>
            <a:r>
              <a:rPr lang="en-US" sz="900" dirty="0"/>
              <a:t>57</a:t>
            </a:r>
          </a:p>
        </p:txBody>
      </p:sp>
      <p:sp>
        <p:nvSpPr>
          <p:cNvPr id="45" name="TextBox 44">
            <a:extLst>
              <a:ext uri="{FF2B5EF4-FFF2-40B4-BE49-F238E27FC236}">
                <a16:creationId xmlns:a16="http://schemas.microsoft.com/office/drawing/2014/main" id="{857B9E7B-A362-45A9-F7DE-BF6618E891FA}"/>
              </a:ext>
            </a:extLst>
          </p:cNvPr>
          <p:cNvSpPr txBox="1"/>
          <p:nvPr/>
        </p:nvSpPr>
        <p:spPr>
          <a:xfrm>
            <a:off x="4143022" y="5028752"/>
            <a:ext cx="570089" cy="230832"/>
          </a:xfrm>
          <a:prstGeom prst="rect">
            <a:avLst/>
          </a:prstGeom>
          <a:noFill/>
        </p:spPr>
        <p:txBody>
          <a:bodyPr wrap="square" rtlCol="0">
            <a:spAutoFit/>
          </a:bodyPr>
          <a:lstStyle/>
          <a:p>
            <a:pPr algn="ctr"/>
            <a:r>
              <a:rPr lang="en-US" sz="900" dirty="0"/>
              <a:t>57</a:t>
            </a:r>
          </a:p>
        </p:txBody>
      </p:sp>
      <p:sp>
        <p:nvSpPr>
          <p:cNvPr id="50" name="TextBox 49">
            <a:extLst>
              <a:ext uri="{FF2B5EF4-FFF2-40B4-BE49-F238E27FC236}">
                <a16:creationId xmlns:a16="http://schemas.microsoft.com/office/drawing/2014/main" id="{9211EC53-C3F9-A6EB-3A48-315FA8049633}"/>
              </a:ext>
            </a:extLst>
          </p:cNvPr>
          <p:cNvSpPr txBox="1"/>
          <p:nvPr/>
        </p:nvSpPr>
        <p:spPr>
          <a:xfrm>
            <a:off x="6152446" y="1402877"/>
            <a:ext cx="570089" cy="230832"/>
          </a:xfrm>
          <a:prstGeom prst="rect">
            <a:avLst/>
          </a:prstGeom>
          <a:noFill/>
        </p:spPr>
        <p:txBody>
          <a:bodyPr wrap="square" rtlCol="0">
            <a:spAutoFit/>
          </a:bodyPr>
          <a:lstStyle/>
          <a:p>
            <a:pPr algn="ctr"/>
            <a:r>
              <a:rPr lang="en-US" sz="900" dirty="0"/>
              <a:t>75</a:t>
            </a:r>
          </a:p>
        </p:txBody>
      </p:sp>
      <p:sp>
        <p:nvSpPr>
          <p:cNvPr id="51" name="TextBox 50">
            <a:extLst>
              <a:ext uri="{FF2B5EF4-FFF2-40B4-BE49-F238E27FC236}">
                <a16:creationId xmlns:a16="http://schemas.microsoft.com/office/drawing/2014/main" id="{0717EBD0-F30F-16A0-C570-292DC84812F8}"/>
              </a:ext>
            </a:extLst>
          </p:cNvPr>
          <p:cNvSpPr txBox="1"/>
          <p:nvPr/>
        </p:nvSpPr>
        <p:spPr>
          <a:xfrm>
            <a:off x="3138310" y="4408541"/>
            <a:ext cx="570089" cy="230832"/>
          </a:xfrm>
          <a:prstGeom prst="rect">
            <a:avLst/>
          </a:prstGeom>
          <a:noFill/>
        </p:spPr>
        <p:txBody>
          <a:bodyPr wrap="square" rtlCol="0">
            <a:spAutoFit/>
          </a:bodyPr>
          <a:lstStyle/>
          <a:p>
            <a:pPr algn="ctr"/>
            <a:r>
              <a:rPr lang="en-US" sz="900" dirty="0"/>
              <a:t>75</a:t>
            </a:r>
          </a:p>
        </p:txBody>
      </p:sp>
      <p:sp>
        <p:nvSpPr>
          <p:cNvPr id="52" name="TextBox 51">
            <a:extLst>
              <a:ext uri="{FF2B5EF4-FFF2-40B4-BE49-F238E27FC236}">
                <a16:creationId xmlns:a16="http://schemas.microsoft.com/office/drawing/2014/main" id="{1870CA7E-5505-A73A-2142-178E6C46DD38}"/>
              </a:ext>
            </a:extLst>
          </p:cNvPr>
          <p:cNvSpPr txBox="1"/>
          <p:nvPr/>
        </p:nvSpPr>
        <p:spPr>
          <a:xfrm>
            <a:off x="3640666" y="3406653"/>
            <a:ext cx="570089" cy="230832"/>
          </a:xfrm>
          <a:prstGeom prst="rect">
            <a:avLst/>
          </a:prstGeom>
          <a:noFill/>
        </p:spPr>
        <p:txBody>
          <a:bodyPr wrap="square" rtlCol="0">
            <a:spAutoFit/>
          </a:bodyPr>
          <a:lstStyle/>
          <a:p>
            <a:pPr algn="ctr"/>
            <a:r>
              <a:rPr lang="en-US" sz="900" dirty="0"/>
              <a:t>2357</a:t>
            </a:r>
          </a:p>
        </p:txBody>
      </p:sp>
      <p:sp>
        <p:nvSpPr>
          <p:cNvPr id="57" name="TextBox 56">
            <a:extLst>
              <a:ext uri="{FF2B5EF4-FFF2-40B4-BE49-F238E27FC236}">
                <a16:creationId xmlns:a16="http://schemas.microsoft.com/office/drawing/2014/main" id="{D58B52D2-4209-05E4-9FF3-8A152ADA04AF}"/>
              </a:ext>
            </a:extLst>
          </p:cNvPr>
          <p:cNvSpPr txBox="1"/>
          <p:nvPr/>
        </p:nvSpPr>
        <p:spPr>
          <a:xfrm>
            <a:off x="6654802" y="2524033"/>
            <a:ext cx="570089" cy="230832"/>
          </a:xfrm>
          <a:prstGeom prst="rect">
            <a:avLst/>
          </a:prstGeom>
          <a:noFill/>
        </p:spPr>
        <p:txBody>
          <a:bodyPr wrap="square" rtlCol="0">
            <a:spAutoFit/>
          </a:bodyPr>
          <a:lstStyle/>
          <a:p>
            <a:pPr algn="ctr"/>
            <a:r>
              <a:rPr lang="en-US" sz="900" dirty="0"/>
              <a:t>2357</a:t>
            </a:r>
          </a:p>
        </p:txBody>
      </p:sp>
      <p:sp>
        <p:nvSpPr>
          <p:cNvPr id="58" name="TextBox 57">
            <a:extLst>
              <a:ext uri="{FF2B5EF4-FFF2-40B4-BE49-F238E27FC236}">
                <a16:creationId xmlns:a16="http://schemas.microsoft.com/office/drawing/2014/main" id="{FD71151D-EC93-BE75-1872-DC2908F4FCF9}"/>
              </a:ext>
            </a:extLst>
          </p:cNvPr>
          <p:cNvSpPr txBox="1"/>
          <p:nvPr/>
        </p:nvSpPr>
        <p:spPr>
          <a:xfrm>
            <a:off x="4143022" y="1903821"/>
            <a:ext cx="570089" cy="230832"/>
          </a:xfrm>
          <a:prstGeom prst="rect">
            <a:avLst/>
          </a:prstGeom>
          <a:noFill/>
        </p:spPr>
        <p:txBody>
          <a:bodyPr wrap="square" rtlCol="0">
            <a:spAutoFit/>
          </a:bodyPr>
          <a:lstStyle/>
          <a:p>
            <a:pPr algn="ctr"/>
            <a:r>
              <a:rPr lang="en-US" sz="900" dirty="0"/>
              <a:t>75</a:t>
            </a:r>
          </a:p>
        </p:txBody>
      </p:sp>
      <p:sp>
        <p:nvSpPr>
          <p:cNvPr id="59" name="TextBox 58">
            <a:extLst>
              <a:ext uri="{FF2B5EF4-FFF2-40B4-BE49-F238E27FC236}">
                <a16:creationId xmlns:a16="http://schemas.microsoft.com/office/drawing/2014/main" id="{CC9C9BF2-31FE-76BB-56CC-CDB743369008}"/>
              </a:ext>
            </a:extLst>
          </p:cNvPr>
          <p:cNvSpPr txBox="1"/>
          <p:nvPr/>
        </p:nvSpPr>
        <p:spPr>
          <a:xfrm>
            <a:off x="3640666" y="2404765"/>
            <a:ext cx="570089" cy="230832"/>
          </a:xfrm>
          <a:prstGeom prst="rect">
            <a:avLst/>
          </a:prstGeom>
          <a:noFill/>
        </p:spPr>
        <p:txBody>
          <a:bodyPr wrap="square" rtlCol="0">
            <a:spAutoFit/>
          </a:bodyPr>
          <a:lstStyle/>
          <a:p>
            <a:pPr algn="ctr"/>
            <a:r>
              <a:rPr lang="en-US" sz="900" dirty="0"/>
              <a:t>2357</a:t>
            </a:r>
          </a:p>
        </p:txBody>
      </p:sp>
      <p:sp>
        <p:nvSpPr>
          <p:cNvPr id="62" name="TextBox 61">
            <a:extLst>
              <a:ext uri="{FF2B5EF4-FFF2-40B4-BE49-F238E27FC236}">
                <a16:creationId xmlns:a16="http://schemas.microsoft.com/office/drawing/2014/main" id="{050F78B6-1C8B-A877-C513-742BFAC00966}"/>
              </a:ext>
            </a:extLst>
          </p:cNvPr>
          <p:cNvSpPr txBox="1"/>
          <p:nvPr/>
        </p:nvSpPr>
        <p:spPr>
          <a:xfrm>
            <a:off x="6654802" y="2905709"/>
            <a:ext cx="570089" cy="230832"/>
          </a:xfrm>
          <a:prstGeom prst="rect">
            <a:avLst/>
          </a:prstGeom>
          <a:noFill/>
        </p:spPr>
        <p:txBody>
          <a:bodyPr wrap="square" rtlCol="0">
            <a:spAutoFit/>
          </a:bodyPr>
          <a:lstStyle/>
          <a:p>
            <a:pPr algn="ctr"/>
            <a:r>
              <a:rPr lang="en-US" sz="900" dirty="0"/>
              <a:t>2357</a:t>
            </a:r>
          </a:p>
        </p:txBody>
      </p:sp>
      <p:sp>
        <p:nvSpPr>
          <p:cNvPr id="63" name="TextBox 62">
            <a:extLst>
              <a:ext uri="{FF2B5EF4-FFF2-40B4-BE49-F238E27FC236}">
                <a16:creationId xmlns:a16="http://schemas.microsoft.com/office/drawing/2014/main" id="{471863D1-05CD-2653-D3CB-3B01755C1A6D}"/>
              </a:ext>
            </a:extLst>
          </p:cNvPr>
          <p:cNvSpPr txBox="1"/>
          <p:nvPr/>
        </p:nvSpPr>
        <p:spPr>
          <a:xfrm>
            <a:off x="7157158" y="3406653"/>
            <a:ext cx="570089" cy="230832"/>
          </a:xfrm>
          <a:prstGeom prst="rect">
            <a:avLst/>
          </a:prstGeom>
          <a:noFill/>
        </p:spPr>
        <p:txBody>
          <a:bodyPr wrap="square" rtlCol="0">
            <a:spAutoFit/>
          </a:bodyPr>
          <a:lstStyle/>
          <a:p>
            <a:pPr algn="ctr"/>
            <a:r>
              <a:rPr lang="en-US" sz="900" dirty="0"/>
              <a:t>75</a:t>
            </a:r>
          </a:p>
        </p:txBody>
      </p:sp>
      <p:sp>
        <p:nvSpPr>
          <p:cNvPr id="66" name="TextBox 65">
            <a:extLst>
              <a:ext uri="{FF2B5EF4-FFF2-40B4-BE49-F238E27FC236}">
                <a16:creationId xmlns:a16="http://schemas.microsoft.com/office/drawing/2014/main" id="{E149A6F9-6C6E-198E-012C-E1D785EA6949}"/>
              </a:ext>
            </a:extLst>
          </p:cNvPr>
          <p:cNvSpPr txBox="1"/>
          <p:nvPr/>
        </p:nvSpPr>
        <p:spPr>
          <a:xfrm>
            <a:off x="5147734" y="2524033"/>
            <a:ext cx="570089" cy="230832"/>
          </a:xfrm>
          <a:prstGeom prst="rect">
            <a:avLst/>
          </a:prstGeom>
          <a:noFill/>
        </p:spPr>
        <p:txBody>
          <a:bodyPr wrap="square" rtlCol="0">
            <a:spAutoFit/>
          </a:bodyPr>
          <a:lstStyle/>
          <a:p>
            <a:pPr algn="ctr"/>
            <a:r>
              <a:rPr lang="en-US" sz="900" dirty="0"/>
              <a:t>257</a:t>
            </a:r>
          </a:p>
        </p:txBody>
      </p:sp>
      <p:sp>
        <p:nvSpPr>
          <p:cNvPr id="68" name="TextBox 67">
            <a:extLst>
              <a:ext uri="{FF2B5EF4-FFF2-40B4-BE49-F238E27FC236}">
                <a16:creationId xmlns:a16="http://schemas.microsoft.com/office/drawing/2014/main" id="{2064B6CB-9C11-29D0-71C8-03279B221669}"/>
              </a:ext>
            </a:extLst>
          </p:cNvPr>
          <p:cNvSpPr txBox="1"/>
          <p:nvPr/>
        </p:nvSpPr>
        <p:spPr>
          <a:xfrm>
            <a:off x="6654802" y="4527809"/>
            <a:ext cx="570089" cy="230832"/>
          </a:xfrm>
          <a:prstGeom prst="rect">
            <a:avLst/>
          </a:prstGeom>
          <a:noFill/>
        </p:spPr>
        <p:txBody>
          <a:bodyPr wrap="square" rtlCol="0">
            <a:spAutoFit/>
          </a:bodyPr>
          <a:lstStyle/>
          <a:p>
            <a:pPr algn="ctr"/>
            <a:r>
              <a:rPr lang="en-US" sz="900" dirty="0"/>
              <a:t>257</a:t>
            </a:r>
          </a:p>
        </p:txBody>
      </p:sp>
      <p:sp>
        <p:nvSpPr>
          <p:cNvPr id="70" name="TextBox 69">
            <a:extLst>
              <a:ext uri="{FF2B5EF4-FFF2-40B4-BE49-F238E27FC236}">
                <a16:creationId xmlns:a16="http://schemas.microsoft.com/office/drawing/2014/main" id="{B0C5B3E7-3F50-10B6-B357-3CF62D31651F}"/>
              </a:ext>
            </a:extLst>
          </p:cNvPr>
          <p:cNvSpPr txBox="1"/>
          <p:nvPr/>
        </p:nvSpPr>
        <p:spPr>
          <a:xfrm>
            <a:off x="5650090" y="2285497"/>
            <a:ext cx="570089" cy="230832"/>
          </a:xfrm>
          <a:prstGeom prst="rect">
            <a:avLst/>
          </a:prstGeom>
          <a:noFill/>
        </p:spPr>
        <p:txBody>
          <a:bodyPr wrap="square" rtlCol="0">
            <a:spAutoFit/>
          </a:bodyPr>
          <a:lstStyle/>
          <a:p>
            <a:pPr algn="ctr"/>
            <a:r>
              <a:rPr lang="en-US" sz="900" dirty="0"/>
              <a:t>37</a:t>
            </a:r>
          </a:p>
        </p:txBody>
      </p:sp>
      <p:sp>
        <p:nvSpPr>
          <p:cNvPr id="71" name="TextBox 70">
            <a:extLst>
              <a:ext uri="{FF2B5EF4-FFF2-40B4-BE49-F238E27FC236}">
                <a16:creationId xmlns:a16="http://schemas.microsoft.com/office/drawing/2014/main" id="{7A8C4DF4-B90F-F0EF-A899-9E8B53DF34DF}"/>
              </a:ext>
            </a:extLst>
          </p:cNvPr>
          <p:cNvSpPr txBox="1"/>
          <p:nvPr/>
        </p:nvSpPr>
        <p:spPr>
          <a:xfrm>
            <a:off x="5147734" y="2905709"/>
            <a:ext cx="570089" cy="230832"/>
          </a:xfrm>
          <a:prstGeom prst="rect">
            <a:avLst/>
          </a:prstGeom>
          <a:noFill/>
        </p:spPr>
        <p:txBody>
          <a:bodyPr wrap="square" rtlCol="0">
            <a:spAutoFit/>
          </a:bodyPr>
          <a:lstStyle/>
          <a:p>
            <a:pPr algn="ctr"/>
            <a:r>
              <a:rPr lang="en-US" sz="900" dirty="0"/>
              <a:t>257</a:t>
            </a:r>
          </a:p>
        </p:txBody>
      </p:sp>
      <p:sp>
        <p:nvSpPr>
          <p:cNvPr id="72" name="TextBox 71">
            <a:extLst>
              <a:ext uri="{FF2B5EF4-FFF2-40B4-BE49-F238E27FC236}">
                <a16:creationId xmlns:a16="http://schemas.microsoft.com/office/drawing/2014/main" id="{F5AD9506-7498-BDFC-7107-AF54E91139EF}"/>
              </a:ext>
            </a:extLst>
          </p:cNvPr>
          <p:cNvSpPr txBox="1"/>
          <p:nvPr/>
        </p:nvSpPr>
        <p:spPr>
          <a:xfrm>
            <a:off x="4645378" y="3525921"/>
            <a:ext cx="570089" cy="230832"/>
          </a:xfrm>
          <a:prstGeom prst="rect">
            <a:avLst/>
          </a:prstGeom>
          <a:noFill/>
        </p:spPr>
        <p:txBody>
          <a:bodyPr wrap="square" rtlCol="0">
            <a:spAutoFit/>
          </a:bodyPr>
          <a:lstStyle/>
          <a:p>
            <a:pPr algn="ctr"/>
            <a:r>
              <a:rPr lang="en-US" sz="900" dirty="0"/>
              <a:t>26</a:t>
            </a:r>
          </a:p>
        </p:txBody>
      </p:sp>
      <p:sp>
        <p:nvSpPr>
          <p:cNvPr id="74" name="TextBox 73">
            <a:extLst>
              <a:ext uri="{FF2B5EF4-FFF2-40B4-BE49-F238E27FC236}">
                <a16:creationId xmlns:a16="http://schemas.microsoft.com/office/drawing/2014/main" id="{59677761-AD2B-BC03-5E54-45028572E2E2}"/>
              </a:ext>
            </a:extLst>
          </p:cNvPr>
          <p:cNvSpPr txBox="1"/>
          <p:nvPr/>
        </p:nvSpPr>
        <p:spPr>
          <a:xfrm>
            <a:off x="6152446" y="4527809"/>
            <a:ext cx="570089" cy="230832"/>
          </a:xfrm>
          <a:prstGeom prst="rect">
            <a:avLst/>
          </a:prstGeom>
          <a:noFill/>
        </p:spPr>
        <p:txBody>
          <a:bodyPr wrap="square" rtlCol="0">
            <a:spAutoFit/>
          </a:bodyPr>
          <a:lstStyle/>
          <a:p>
            <a:pPr algn="ctr"/>
            <a:r>
              <a:rPr lang="en-US" sz="900" dirty="0"/>
              <a:t>257</a:t>
            </a:r>
          </a:p>
        </p:txBody>
      </p:sp>
      <p:sp>
        <p:nvSpPr>
          <p:cNvPr id="75" name="TextBox 74">
            <a:extLst>
              <a:ext uri="{FF2B5EF4-FFF2-40B4-BE49-F238E27FC236}">
                <a16:creationId xmlns:a16="http://schemas.microsoft.com/office/drawing/2014/main" id="{BC3BA54D-7BF5-0AAE-C3EA-A5AA17062E89}"/>
              </a:ext>
            </a:extLst>
          </p:cNvPr>
          <p:cNvSpPr txBox="1"/>
          <p:nvPr/>
        </p:nvSpPr>
        <p:spPr>
          <a:xfrm>
            <a:off x="6654802" y="3788329"/>
            <a:ext cx="570089" cy="230832"/>
          </a:xfrm>
          <a:prstGeom prst="rect">
            <a:avLst/>
          </a:prstGeom>
          <a:noFill/>
        </p:spPr>
        <p:txBody>
          <a:bodyPr wrap="square" rtlCol="0">
            <a:spAutoFit/>
          </a:bodyPr>
          <a:lstStyle/>
          <a:p>
            <a:pPr algn="ctr"/>
            <a:r>
              <a:rPr lang="en-US" sz="900" dirty="0"/>
              <a:t>37</a:t>
            </a:r>
          </a:p>
        </p:txBody>
      </p:sp>
      <p:sp>
        <p:nvSpPr>
          <p:cNvPr id="76" name="TextBox 75">
            <a:extLst>
              <a:ext uri="{FF2B5EF4-FFF2-40B4-BE49-F238E27FC236}">
                <a16:creationId xmlns:a16="http://schemas.microsoft.com/office/drawing/2014/main" id="{DAAF38C1-E5D3-0A1F-508A-57A971E8420A}"/>
              </a:ext>
            </a:extLst>
          </p:cNvPr>
          <p:cNvSpPr txBox="1"/>
          <p:nvPr/>
        </p:nvSpPr>
        <p:spPr>
          <a:xfrm>
            <a:off x="5650090" y="4527809"/>
            <a:ext cx="570089" cy="230832"/>
          </a:xfrm>
          <a:prstGeom prst="rect">
            <a:avLst/>
          </a:prstGeom>
          <a:noFill/>
        </p:spPr>
        <p:txBody>
          <a:bodyPr wrap="square" rtlCol="0">
            <a:spAutoFit/>
          </a:bodyPr>
          <a:lstStyle/>
          <a:p>
            <a:pPr algn="ctr"/>
            <a:r>
              <a:rPr lang="en-US" sz="900" dirty="0"/>
              <a:t>26</a:t>
            </a:r>
          </a:p>
        </p:txBody>
      </p:sp>
      <p:sp>
        <p:nvSpPr>
          <p:cNvPr id="73" name="TextBox 72">
            <a:extLst>
              <a:ext uri="{FF2B5EF4-FFF2-40B4-BE49-F238E27FC236}">
                <a16:creationId xmlns:a16="http://schemas.microsoft.com/office/drawing/2014/main" id="{CA46A975-CD64-D014-E795-1205474F10C7}"/>
              </a:ext>
            </a:extLst>
          </p:cNvPr>
          <p:cNvSpPr txBox="1"/>
          <p:nvPr/>
        </p:nvSpPr>
        <p:spPr>
          <a:xfrm>
            <a:off x="5147734" y="3287385"/>
            <a:ext cx="570089" cy="230832"/>
          </a:xfrm>
          <a:prstGeom prst="rect">
            <a:avLst/>
          </a:prstGeom>
          <a:noFill/>
        </p:spPr>
        <p:txBody>
          <a:bodyPr wrap="square" rtlCol="0">
            <a:spAutoFit/>
          </a:bodyPr>
          <a:lstStyle/>
          <a:p>
            <a:pPr algn="ctr"/>
            <a:r>
              <a:rPr lang="en-US" sz="900" dirty="0"/>
              <a:t>357</a:t>
            </a:r>
          </a:p>
        </p:txBody>
      </p:sp>
      <p:sp>
        <p:nvSpPr>
          <p:cNvPr id="78" name="TextBox 77">
            <a:extLst>
              <a:ext uri="{FF2B5EF4-FFF2-40B4-BE49-F238E27FC236}">
                <a16:creationId xmlns:a16="http://schemas.microsoft.com/office/drawing/2014/main" id="{3E40EC8F-CC31-9731-D347-CEB2DC7517D0}"/>
              </a:ext>
            </a:extLst>
          </p:cNvPr>
          <p:cNvSpPr txBox="1"/>
          <p:nvPr/>
        </p:nvSpPr>
        <p:spPr>
          <a:xfrm>
            <a:off x="6152446" y="3788329"/>
            <a:ext cx="570089" cy="230832"/>
          </a:xfrm>
          <a:prstGeom prst="rect">
            <a:avLst/>
          </a:prstGeom>
          <a:noFill/>
        </p:spPr>
        <p:txBody>
          <a:bodyPr wrap="square" rtlCol="0">
            <a:spAutoFit/>
          </a:bodyPr>
          <a:lstStyle/>
          <a:p>
            <a:pPr algn="ctr"/>
            <a:r>
              <a:rPr lang="en-US" sz="900" dirty="0"/>
              <a:t>357</a:t>
            </a:r>
          </a:p>
        </p:txBody>
      </p:sp>
      <p:sp>
        <p:nvSpPr>
          <p:cNvPr id="79" name="TextBox 78">
            <a:extLst>
              <a:ext uri="{FF2B5EF4-FFF2-40B4-BE49-F238E27FC236}">
                <a16:creationId xmlns:a16="http://schemas.microsoft.com/office/drawing/2014/main" id="{39DC1F15-3EE5-451F-6A56-D8534958CB5D}"/>
              </a:ext>
            </a:extLst>
          </p:cNvPr>
          <p:cNvSpPr txBox="1"/>
          <p:nvPr/>
        </p:nvSpPr>
        <p:spPr>
          <a:xfrm>
            <a:off x="6214537" y="3237891"/>
            <a:ext cx="462845" cy="584775"/>
          </a:xfrm>
          <a:prstGeom prst="rect">
            <a:avLst/>
          </a:prstGeom>
          <a:noFill/>
        </p:spPr>
        <p:txBody>
          <a:bodyPr wrap="square" rtlCol="0">
            <a:spAutoFit/>
          </a:bodyPr>
          <a:lstStyle/>
          <a:p>
            <a:pPr algn="ctr"/>
            <a:r>
              <a:rPr lang="en-US" sz="3200" dirty="0"/>
              <a:t>9</a:t>
            </a:r>
          </a:p>
        </p:txBody>
      </p:sp>
      <p:sp>
        <p:nvSpPr>
          <p:cNvPr id="48" name="TextBox 47">
            <a:extLst>
              <a:ext uri="{FF2B5EF4-FFF2-40B4-BE49-F238E27FC236}">
                <a16:creationId xmlns:a16="http://schemas.microsoft.com/office/drawing/2014/main" id="{046DAC09-BEBC-6A76-C3E3-178932B016A2}"/>
              </a:ext>
            </a:extLst>
          </p:cNvPr>
          <p:cNvSpPr txBox="1"/>
          <p:nvPr/>
        </p:nvSpPr>
        <p:spPr>
          <a:xfrm>
            <a:off x="3716867" y="1727886"/>
            <a:ext cx="462845" cy="584775"/>
          </a:xfrm>
          <a:prstGeom prst="rect">
            <a:avLst/>
          </a:prstGeom>
          <a:noFill/>
        </p:spPr>
        <p:txBody>
          <a:bodyPr wrap="square" rtlCol="0">
            <a:spAutoFit/>
          </a:bodyPr>
          <a:lstStyle/>
          <a:p>
            <a:pPr algn="ctr"/>
            <a:r>
              <a:rPr lang="en-US" sz="3200" dirty="0"/>
              <a:t>4</a:t>
            </a:r>
          </a:p>
        </p:txBody>
      </p:sp>
      <p:sp>
        <p:nvSpPr>
          <p:cNvPr id="49" name="TextBox 48">
            <a:extLst>
              <a:ext uri="{FF2B5EF4-FFF2-40B4-BE49-F238E27FC236}">
                <a16:creationId xmlns:a16="http://schemas.microsoft.com/office/drawing/2014/main" id="{21EDCC38-782C-6FCB-8C2F-DD712FDE42C1}"/>
              </a:ext>
            </a:extLst>
          </p:cNvPr>
          <p:cNvSpPr txBox="1"/>
          <p:nvPr/>
        </p:nvSpPr>
        <p:spPr>
          <a:xfrm>
            <a:off x="5715003" y="3237891"/>
            <a:ext cx="462845" cy="584775"/>
          </a:xfrm>
          <a:prstGeom prst="rect">
            <a:avLst/>
          </a:prstGeom>
          <a:noFill/>
        </p:spPr>
        <p:txBody>
          <a:bodyPr wrap="square" rtlCol="0">
            <a:spAutoFit/>
          </a:bodyPr>
          <a:lstStyle/>
          <a:p>
            <a:pPr algn="ctr"/>
            <a:r>
              <a:rPr lang="en-US" sz="3200" dirty="0"/>
              <a:t>4</a:t>
            </a:r>
          </a:p>
        </p:txBody>
      </p:sp>
      <p:sp>
        <p:nvSpPr>
          <p:cNvPr id="46" name="TextBox 45">
            <a:extLst>
              <a:ext uri="{FF2B5EF4-FFF2-40B4-BE49-F238E27FC236}">
                <a16:creationId xmlns:a16="http://schemas.microsoft.com/office/drawing/2014/main" id="{E9AE56EC-8751-BE83-F7B0-B87774EC8795}"/>
              </a:ext>
            </a:extLst>
          </p:cNvPr>
          <p:cNvSpPr txBox="1"/>
          <p:nvPr/>
        </p:nvSpPr>
        <p:spPr>
          <a:xfrm>
            <a:off x="3217333" y="721216"/>
            <a:ext cx="462845" cy="584775"/>
          </a:xfrm>
          <a:prstGeom prst="rect">
            <a:avLst/>
          </a:prstGeom>
          <a:noFill/>
        </p:spPr>
        <p:txBody>
          <a:bodyPr wrap="square" rtlCol="0">
            <a:spAutoFit/>
          </a:bodyPr>
          <a:lstStyle/>
          <a:p>
            <a:pPr algn="ctr"/>
            <a:r>
              <a:rPr lang="en-US" sz="3200" dirty="0"/>
              <a:t>9</a:t>
            </a:r>
          </a:p>
        </p:txBody>
      </p:sp>
      <p:sp>
        <p:nvSpPr>
          <p:cNvPr id="47" name="TextBox 46">
            <a:extLst>
              <a:ext uri="{FF2B5EF4-FFF2-40B4-BE49-F238E27FC236}">
                <a16:creationId xmlns:a16="http://schemas.microsoft.com/office/drawing/2014/main" id="{099B9367-7A54-9447-E8A0-B3D64145481A}"/>
              </a:ext>
            </a:extLst>
          </p:cNvPr>
          <p:cNvSpPr txBox="1"/>
          <p:nvPr/>
        </p:nvSpPr>
        <p:spPr>
          <a:xfrm>
            <a:off x="7213604" y="4747898"/>
            <a:ext cx="462845" cy="584775"/>
          </a:xfrm>
          <a:prstGeom prst="rect">
            <a:avLst/>
          </a:prstGeom>
          <a:noFill/>
        </p:spPr>
        <p:txBody>
          <a:bodyPr wrap="square" rtlCol="0">
            <a:spAutoFit/>
          </a:bodyPr>
          <a:lstStyle/>
          <a:p>
            <a:pPr algn="ctr"/>
            <a:r>
              <a:rPr lang="en-US" sz="3200" dirty="0"/>
              <a:t>1</a:t>
            </a:r>
          </a:p>
        </p:txBody>
      </p:sp>
      <p:sp>
        <p:nvSpPr>
          <p:cNvPr id="60" name="TextBox 59">
            <a:extLst>
              <a:ext uri="{FF2B5EF4-FFF2-40B4-BE49-F238E27FC236}">
                <a16:creationId xmlns:a16="http://schemas.microsoft.com/office/drawing/2014/main" id="{C0D8419F-DDC4-C22D-689A-A4AE9970E9AA}"/>
              </a:ext>
            </a:extLst>
          </p:cNvPr>
          <p:cNvSpPr txBox="1"/>
          <p:nvPr/>
        </p:nvSpPr>
        <p:spPr>
          <a:xfrm>
            <a:off x="7213604" y="2734556"/>
            <a:ext cx="462845" cy="584775"/>
          </a:xfrm>
          <a:prstGeom prst="rect">
            <a:avLst/>
          </a:prstGeom>
          <a:noFill/>
        </p:spPr>
        <p:txBody>
          <a:bodyPr wrap="square" rtlCol="0">
            <a:spAutoFit/>
          </a:bodyPr>
          <a:lstStyle/>
          <a:p>
            <a:pPr algn="ctr"/>
            <a:r>
              <a:rPr lang="en-US" sz="3200" dirty="0"/>
              <a:t>6</a:t>
            </a:r>
          </a:p>
        </p:txBody>
      </p:sp>
      <p:sp>
        <p:nvSpPr>
          <p:cNvPr id="61" name="TextBox 60">
            <a:extLst>
              <a:ext uri="{FF2B5EF4-FFF2-40B4-BE49-F238E27FC236}">
                <a16:creationId xmlns:a16="http://schemas.microsoft.com/office/drawing/2014/main" id="{648B6889-48AF-7862-1D96-85EEB6CE0761}"/>
              </a:ext>
            </a:extLst>
          </p:cNvPr>
          <p:cNvSpPr txBox="1"/>
          <p:nvPr/>
        </p:nvSpPr>
        <p:spPr>
          <a:xfrm>
            <a:off x="3640666" y="901933"/>
            <a:ext cx="570089" cy="230832"/>
          </a:xfrm>
          <a:prstGeom prst="rect">
            <a:avLst/>
          </a:prstGeom>
          <a:noFill/>
        </p:spPr>
        <p:txBody>
          <a:bodyPr wrap="square" rtlCol="0">
            <a:spAutoFit/>
          </a:bodyPr>
          <a:lstStyle/>
          <a:p>
            <a:pPr algn="ctr"/>
            <a:r>
              <a:rPr lang="en-US" sz="900" dirty="0"/>
              <a:t>28</a:t>
            </a:r>
          </a:p>
        </p:txBody>
      </p:sp>
      <p:sp>
        <p:nvSpPr>
          <p:cNvPr id="64" name="TextBox 63">
            <a:extLst>
              <a:ext uri="{FF2B5EF4-FFF2-40B4-BE49-F238E27FC236}">
                <a16:creationId xmlns:a16="http://schemas.microsoft.com/office/drawing/2014/main" id="{BEDFE50F-8332-567F-70E7-8ACD52EA9CF6}"/>
              </a:ext>
            </a:extLst>
          </p:cNvPr>
          <p:cNvSpPr txBox="1"/>
          <p:nvPr/>
        </p:nvSpPr>
        <p:spPr>
          <a:xfrm>
            <a:off x="5147734" y="901933"/>
            <a:ext cx="570089" cy="230832"/>
          </a:xfrm>
          <a:prstGeom prst="rect">
            <a:avLst/>
          </a:prstGeom>
          <a:noFill/>
        </p:spPr>
        <p:txBody>
          <a:bodyPr wrap="square" rtlCol="0">
            <a:spAutoFit/>
          </a:bodyPr>
          <a:lstStyle/>
          <a:p>
            <a:pPr algn="ctr"/>
            <a:r>
              <a:rPr lang="en-US" sz="900" dirty="0"/>
              <a:t>82</a:t>
            </a:r>
          </a:p>
        </p:txBody>
      </p:sp>
      <p:sp>
        <p:nvSpPr>
          <p:cNvPr id="65" name="TextBox 64">
            <a:extLst>
              <a:ext uri="{FF2B5EF4-FFF2-40B4-BE49-F238E27FC236}">
                <a16:creationId xmlns:a16="http://schemas.microsoft.com/office/drawing/2014/main" id="{C19AC148-0375-73B9-3D31-994F3949FE85}"/>
              </a:ext>
            </a:extLst>
          </p:cNvPr>
          <p:cNvSpPr txBox="1"/>
          <p:nvPr/>
        </p:nvSpPr>
        <p:spPr>
          <a:xfrm>
            <a:off x="3640666" y="1402877"/>
            <a:ext cx="570089" cy="230832"/>
          </a:xfrm>
          <a:prstGeom prst="rect">
            <a:avLst/>
          </a:prstGeom>
          <a:noFill/>
        </p:spPr>
        <p:txBody>
          <a:bodyPr wrap="square" rtlCol="0">
            <a:spAutoFit/>
          </a:bodyPr>
          <a:lstStyle/>
          <a:p>
            <a:pPr algn="ctr"/>
            <a:r>
              <a:rPr lang="en-US" sz="900" dirty="0"/>
              <a:t>238</a:t>
            </a:r>
          </a:p>
        </p:txBody>
      </p:sp>
      <p:sp>
        <p:nvSpPr>
          <p:cNvPr id="67" name="TextBox 66">
            <a:extLst>
              <a:ext uri="{FF2B5EF4-FFF2-40B4-BE49-F238E27FC236}">
                <a16:creationId xmlns:a16="http://schemas.microsoft.com/office/drawing/2014/main" id="{736CCF23-686A-B913-0BFD-E9A3A19CF15A}"/>
              </a:ext>
            </a:extLst>
          </p:cNvPr>
          <p:cNvSpPr txBox="1"/>
          <p:nvPr/>
        </p:nvSpPr>
        <p:spPr>
          <a:xfrm>
            <a:off x="5147734" y="1402877"/>
            <a:ext cx="570089" cy="230832"/>
          </a:xfrm>
          <a:prstGeom prst="rect">
            <a:avLst/>
          </a:prstGeom>
          <a:noFill/>
        </p:spPr>
        <p:txBody>
          <a:bodyPr wrap="square" rtlCol="0">
            <a:spAutoFit/>
          </a:bodyPr>
          <a:lstStyle/>
          <a:p>
            <a:pPr algn="ctr"/>
            <a:r>
              <a:rPr lang="en-US" sz="900" dirty="0"/>
              <a:t>268</a:t>
            </a:r>
          </a:p>
        </p:txBody>
      </p:sp>
      <p:sp>
        <p:nvSpPr>
          <p:cNvPr id="69" name="TextBox 68">
            <a:extLst>
              <a:ext uri="{FF2B5EF4-FFF2-40B4-BE49-F238E27FC236}">
                <a16:creationId xmlns:a16="http://schemas.microsoft.com/office/drawing/2014/main" id="{38150F1E-1074-1767-0F7C-CBD54F5E231F}"/>
              </a:ext>
            </a:extLst>
          </p:cNvPr>
          <p:cNvSpPr txBox="1"/>
          <p:nvPr/>
        </p:nvSpPr>
        <p:spPr>
          <a:xfrm>
            <a:off x="5650090" y="1402877"/>
            <a:ext cx="570089" cy="230832"/>
          </a:xfrm>
          <a:prstGeom prst="rect">
            <a:avLst/>
          </a:prstGeom>
          <a:noFill/>
        </p:spPr>
        <p:txBody>
          <a:bodyPr wrap="square" rtlCol="0">
            <a:spAutoFit/>
          </a:bodyPr>
          <a:lstStyle/>
          <a:p>
            <a:pPr algn="ctr"/>
            <a:r>
              <a:rPr lang="en-US" sz="900" dirty="0"/>
              <a:t>268</a:t>
            </a:r>
          </a:p>
        </p:txBody>
      </p:sp>
      <p:sp>
        <p:nvSpPr>
          <p:cNvPr id="77" name="TextBox 76">
            <a:extLst>
              <a:ext uri="{FF2B5EF4-FFF2-40B4-BE49-F238E27FC236}">
                <a16:creationId xmlns:a16="http://schemas.microsoft.com/office/drawing/2014/main" id="{67B9B8A7-6301-D5C4-F6BE-26232CC0C58E}"/>
              </a:ext>
            </a:extLst>
          </p:cNvPr>
          <p:cNvSpPr txBox="1"/>
          <p:nvPr/>
        </p:nvSpPr>
        <p:spPr>
          <a:xfrm>
            <a:off x="3138310" y="1402877"/>
            <a:ext cx="570089" cy="230832"/>
          </a:xfrm>
          <a:prstGeom prst="rect">
            <a:avLst/>
          </a:prstGeom>
          <a:noFill/>
        </p:spPr>
        <p:txBody>
          <a:bodyPr wrap="square" rtlCol="0">
            <a:spAutoFit/>
          </a:bodyPr>
          <a:lstStyle/>
          <a:p>
            <a:pPr algn="ctr"/>
            <a:r>
              <a:rPr lang="en-US" sz="900" dirty="0"/>
              <a:t>23</a:t>
            </a:r>
          </a:p>
        </p:txBody>
      </p:sp>
      <p:sp>
        <p:nvSpPr>
          <p:cNvPr id="83" name="TextBox 82">
            <a:extLst>
              <a:ext uri="{FF2B5EF4-FFF2-40B4-BE49-F238E27FC236}">
                <a16:creationId xmlns:a16="http://schemas.microsoft.com/office/drawing/2014/main" id="{13595E52-524A-AA56-6286-D7DCDB59DDBE}"/>
              </a:ext>
            </a:extLst>
          </p:cNvPr>
          <p:cNvSpPr txBox="1"/>
          <p:nvPr/>
        </p:nvSpPr>
        <p:spPr>
          <a:xfrm>
            <a:off x="4645378" y="1903821"/>
            <a:ext cx="570089" cy="230832"/>
          </a:xfrm>
          <a:prstGeom prst="rect">
            <a:avLst/>
          </a:prstGeom>
          <a:noFill/>
        </p:spPr>
        <p:txBody>
          <a:bodyPr wrap="square" rtlCol="0">
            <a:spAutoFit/>
          </a:bodyPr>
          <a:lstStyle/>
          <a:p>
            <a:pPr algn="ctr"/>
            <a:r>
              <a:rPr lang="en-US" sz="900" dirty="0"/>
              <a:t>13</a:t>
            </a:r>
          </a:p>
        </p:txBody>
      </p:sp>
      <p:sp>
        <p:nvSpPr>
          <p:cNvPr id="84" name="TextBox 83">
            <a:extLst>
              <a:ext uri="{FF2B5EF4-FFF2-40B4-BE49-F238E27FC236}">
                <a16:creationId xmlns:a16="http://schemas.microsoft.com/office/drawing/2014/main" id="{F11A691F-3A6E-4EE5-EB75-1C1DEE5EF6B4}"/>
              </a:ext>
            </a:extLst>
          </p:cNvPr>
          <p:cNvSpPr txBox="1"/>
          <p:nvPr/>
        </p:nvSpPr>
        <p:spPr>
          <a:xfrm>
            <a:off x="5650090" y="1903821"/>
            <a:ext cx="570089" cy="230832"/>
          </a:xfrm>
          <a:prstGeom prst="rect">
            <a:avLst/>
          </a:prstGeom>
          <a:noFill/>
        </p:spPr>
        <p:txBody>
          <a:bodyPr wrap="square" rtlCol="0">
            <a:spAutoFit/>
          </a:bodyPr>
          <a:lstStyle/>
          <a:p>
            <a:pPr algn="ctr"/>
            <a:r>
              <a:rPr lang="en-US" sz="900" dirty="0"/>
              <a:t>31</a:t>
            </a:r>
          </a:p>
        </p:txBody>
      </p:sp>
      <p:sp>
        <p:nvSpPr>
          <p:cNvPr id="85" name="TextBox 84">
            <a:extLst>
              <a:ext uri="{FF2B5EF4-FFF2-40B4-BE49-F238E27FC236}">
                <a16:creationId xmlns:a16="http://schemas.microsoft.com/office/drawing/2014/main" id="{EA4DFAA3-50BB-F268-6FED-82C05C3B11FF}"/>
              </a:ext>
            </a:extLst>
          </p:cNvPr>
          <p:cNvSpPr txBox="1"/>
          <p:nvPr/>
        </p:nvSpPr>
        <p:spPr>
          <a:xfrm>
            <a:off x="3138310" y="1903821"/>
            <a:ext cx="570089" cy="230832"/>
          </a:xfrm>
          <a:prstGeom prst="rect">
            <a:avLst/>
          </a:prstGeom>
          <a:noFill/>
        </p:spPr>
        <p:txBody>
          <a:bodyPr wrap="square" rtlCol="0">
            <a:spAutoFit/>
          </a:bodyPr>
          <a:lstStyle/>
          <a:p>
            <a:pPr algn="ctr"/>
            <a:r>
              <a:rPr lang="en-US" sz="900" dirty="0"/>
              <a:t>57</a:t>
            </a:r>
          </a:p>
        </p:txBody>
      </p:sp>
      <p:sp>
        <p:nvSpPr>
          <p:cNvPr id="87" name="TextBox 86">
            <a:extLst>
              <a:ext uri="{FF2B5EF4-FFF2-40B4-BE49-F238E27FC236}">
                <a16:creationId xmlns:a16="http://schemas.microsoft.com/office/drawing/2014/main" id="{BC714F1F-CB31-FF0D-17AB-C358DBB18BA9}"/>
              </a:ext>
            </a:extLst>
          </p:cNvPr>
          <p:cNvSpPr txBox="1"/>
          <p:nvPr/>
        </p:nvSpPr>
        <p:spPr>
          <a:xfrm>
            <a:off x="3138310" y="3406653"/>
            <a:ext cx="570089" cy="230832"/>
          </a:xfrm>
          <a:prstGeom prst="rect">
            <a:avLst/>
          </a:prstGeom>
          <a:noFill/>
        </p:spPr>
        <p:txBody>
          <a:bodyPr wrap="square" rtlCol="0">
            <a:spAutoFit/>
          </a:bodyPr>
          <a:lstStyle/>
          <a:p>
            <a:pPr algn="ctr"/>
            <a:r>
              <a:rPr lang="en-US" sz="900" dirty="0"/>
              <a:t>236</a:t>
            </a:r>
          </a:p>
        </p:txBody>
      </p:sp>
      <p:sp>
        <p:nvSpPr>
          <p:cNvPr id="88" name="TextBox 87">
            <a:extLst>
              <a:ext uri="{FF2B5EF4-FFF2-40B4-BE49-F238E27FC236}">
                <a16:creationId xmlns:a16="http://schemas.microsoft.com/office/drawing/2014/main" id="{CD9A7454-6D01-D949-95FB-C14861BCE700}"/>
              </a:ext>
            </a:extLst>
          </p:cNvPr>
          <p:cNvSpPr txBox="1"/>
          <p:nvPr/>
        </p:nvSpPr>
        <p:spPr>
          <a:xfrm>
            <a:off x="4645378" y="4408541"/>
            <a:ext cx="570089" cy="230832"/>
          </a:xfrm>
          <a:prstGeom prst="rect">
            <a:avLst/>
          </a:prstGeom>
          <a:noFill/>
        </p:spPr>
        <p:txBody>
          <a:bodyPr wrap="square" rtlCol="0">
            <a:spAutoFit/>
          </a:bodyPr>
          <a:lstStyle/>
          <a:p>
            <a:pPr algn="ctr"/>
            <a:r>
              <a:rPr lang="en-US" sz="900" dirty="0"/>
              <a:t>2568</a:t>
            </a:r>
          </a:p>
        </p:txBody>
      </p:sp>
      <p:sp>
        <p:nvSpPr>
          <p:cNvPr id="89" name="TextBox 88">
            <a:extLst>
              <a:ext uri="{FF2B5EF4-FFF2-40B4-BE49-F238E27FC236}">
                <a16:creationId xmlns:a16="http://schemas.microsoft.com/office/drawing/2014/main" id="{8A4EA6B6-0268-0564-95DF-D0D675BA6F7E}"/>
              </a:ext>
            </a:extLst>
          </p:cNvPr>
          <p:cNvSpPr txBox="1"/>
          <p:nvPr/>
        </p:nvSpPr>
        <p:spPr>
          <a:xfrm>
            <a:off x="4645378" y="4909484"/>
            <a:ext cx="570089" cy="230832"/>
          </a:xfrm>
          <a:prstGeom prst="rect">
            <a:avLst/>
          </a:prstGeom>
          <a:noFill/>
        </p:spPr>
        <p:txBody>
          <a:bodyPr wrap="square" rtlCol="0">
            <a:spAutoFit/>
          </a:bodyPr>
          <a:lstStyle/>
          <a:p>
            <a:pPr algn="ctr"/>
            <a:r>
              <a:rPr lang="en-US" sz="900" dirty="0"/>
              <a:t>235</a:t>
            </a:r>
          </a:p>
        </p:txBody>
      </p:sp>
      <p:sp>
        <p:nvSpPr>
          <p:cNvPr id="90" name="TextBox 89">
            <a:extLst>
              <a:ext uri="{FF2B5EF4-FFF2-40B4-BE49-F238E27FC236}">
                <a16:creationId xmlns:a16="http://schemas.microsoft.com/office/drawing/2014/main" id="{5356D03F-AD8C-CDD0-A75C-F5CC589E10F1}"/>
              </a:ext>
            </a:extLst>
          </p:cNvPr>
          <p:cNvSpPr txBox="1"/>
          <p:nvPr/>
        </p:nvSpPr>
        <p:spPr>
          <a:xfrm>
            <a:off x="5147734" y="4909484"/>
            <a:ext cx="570089" cy="230832"/>
          </a:xfrm>
          <a:prstGeom prst="rect">
            <a:avLst/>
          </a:prstGeom>
          <a:noFill/>
        </p:spPr>
        <p:txBody>
          <a:bodyPr wrap="square" rtlCol="0">
            <a:spAutoFit/>
          </a:bodyPr>
          <a:lstStyle/>
          <a:p>
            <a:pPr algn="ctr"/>
            <a:r>
              <a:rPr lang="en-US" sz="900" dirty="0"/>
              <a:t>2357</a:t>
            </a:r>
          </a:p>
        </p:txBody>
      </p:sp>
      <p:sp>
        <p:nvSpPr>
          <p:cNvPr id="91" name="TextBox 90">
            <a:extLst>
              <a:ext uri="{FF2B5EF4-FFF2-40B4-BE49-F238E27FC236}">
                <a16:creationId xmlns:a16="http://schemas.microsoft.com/office/drawing/2014/main" id="{D04F63EE-C44B-12D3-10CC-C225E0E9A6DF}"/>
              </a:ext>
            </a:extLst>
          </p:cNvPr>
          <p:cNvSpPr txBox="1"/>
          <p:nvPr/>
        </p:nvSpPr>
        <p:spPr>
          <a:xfrm>
            <a:off x="5650090" y="4909484"/>
            <a:ext cx="570089" cy="230832"/>
          </a:xfrm>
          <a:prstGeom prst="rect">
            <a:avLst/>
          </a:prstGeom>
          <a:noFill/>
        </p:spPr>
        <p:txBody>
          <a:bodyPr wrap="square" rtlCol="0">
            <a:spAutoFit/>
          </a:bodyPr>
          <a:lstStyle/>
          <a:p>
            <a:pPr algn="ctr"/>
            <a:r>
              <a:rPr lang="en-US" sz="900" dirty="0"/>
              <a:t>237</a:t>
            </a:r>
          </a:p>
        </p:txBody>
      </p:sp>
      <p:sp>
        <p:nvSpPr>
          <p:cNvPr id="94" name="TextBox 93">
            <a:extLst>
              <a:ext uri="{FF2B5EF4-FFF2-40B4-BE49-F238E27FC236}">
                <a16:creationId xmlns:a16="http://schemas.microsoft.com/office/drawing/2014/main" id="{B57AF60D-64A2-8124-4267-FD366B6461AB}"/>
              </a:ext>
            </a:extLst>
          </p:cNvPr>
          <p:cNvSpPr txBox="1"/>
          <p:nvPr/>
        </p:nvSpPr>
        <p:spPr>
          <a:xfrm>
            <a:off x="6152446" y="2905709"/>
            <a:ext cx="570089" cy="230832"/>
          </a:xfrm>
          <a:prstGeom prst="rect">
            <a:avLst/>
          </a:prstGeom>
          <a:noFill/>
        </p:spPr>
        <p:txBody>
          <a:bodyPr wrap="square" rtlCol="0">
            <a:spAutoFit/>
          </a:bodyPr>
          <a:lstStyle/>
          <a:p>
            <a:pPr algn="ctr"/>
            <a:r>
              <a:rPr lang="en-US" sz="900" dirty="0"/>
              <a:t>2357</a:t>
            </a:r>
          </a:p>
        </p:txBody>
      </p:sp>
      <p:sp>
        <p:nvSpPr>
          <p:cNvPr id="95" name="TextBox 94">
            <a:extLst>
              <a:ext uri="{FF2B5EF4-FFF2-40B4-BE49-F238E27FC236}">
                <a16:creationId xmlns:a16="http://schemas.microsoft.com/office/drawing/2014/main" id="{C4870CF2-A1EC-502F-96F6-32DF396BC819}"/>
              </a:ext>
            </a:extLst>
          </p:cNvPr>
          <p:cNvSpPr txBox="1"/>
          <p:nvPr/>
        </p:nvSpPr>
        <p:spPr>
          <a:xfrm>
            <a:off x="3640666" y="2905709"/>
            <a:ext cx="570089" cy="230832"/>
          </a:xfrm>
          <a:prstGeom prst="rect">
            <a:avLst/>
          </a:prstGeom>
          <a:noFill/>
        </p:spPr>
        <p:txBody>
          <a:bodyPr wrap="square" rtlCol="0">
            <a:spAutoFit/>
          </a:bodyPr>
          <a:lstStyle/>
          <a:p>
            <a:pPr algn="ctr"/>
            <a:r>
              <a:rPr lang="en-US" sz="900" dirty="0"/>
              <a:t>75</a:t>
            </a:r>
          </a:p>
        </p:txBody>
      </p:sp>
      <p:sp>
        <p:nvSpPr>
          <p:cNvPr id="96" name="TextBox 95">
            <a:extLst>
              <a:ext uri="{FF2B5EF4-FFF2-40B4-BE49-F238E27FC236}">
                <a16:creationId xmlns:a16="http://schemas.microsoft.com/office/drawing/2014/main" id="{6822487F-80C1-C71C-BF1F-067753B23428}"/>
              </a:ext>
            </a:extLst>
          </p:cNvPr>
          <p:cNvSpPr txBox="1"/>
          <p:nvPr/>
        </p:nvSpPr>
        <p:spPr>
          <a:xfrm>
            <a:off x="5650090" y="2905709"/>
            <a:ext cx="570089" cy="230832"/>
          </a:xfrm>
          <a:prstGeom prst="rect">
            <a:avLst/>
          </a:prstGeom>
          <a:noFill/>
        </p:spPr>
        <p:txBody>
          <a:bodyPr wrap="square" rtlCol="0">
            <a:spAutoFit/>
          </a:bodyPr>
          <a:lstStyle/>
          <a:p>
            <a:pPr algn="ctr"/>
            <a:r>
              <a:rPr lang="en-US" sz="900" dirty="0"/>
              <a:t>12378</a:t>
            </a:r>
          </a:p>
        </p:txBody>
      </p:sp>
      <p:sp>
        <p:nvSpPr>
          <p:cNvPr id="97" name="TextBox 96">
            <a:extLst>
              <a:ext uri="{FF2B5EF4-FFF2-40B4-BE49-F238E27FC236}">
                <a16:creationId xmlns:a16="http://schemas.microsoft.com/office/drawing/2014/main" id="{70778A49-DF31-3709-7EEC-82E3876EEAF8}"/>
              </a:ext>
            </a:extLst>
          </p:cNvPr>
          <p:cNvSpPr txBox="1"/>
          <p:nvPr/>
        </p:nvSpPr>
        <p:spPr>
          <a:xfrm>
            <a:off x="3138310" y="2905709"/>
            <a:ext cx="570089" cy="230832"/>
          </a:xfrm>
          <a:prstGeom prst="rect">
            <a:avLst/>
          </a:prstGeom>
          <a:noFill/>
        </p:spPr>
        <p:txBody>
          <a:bodyPr wrap="square" rtlCol="0">
            <a:spAutoFit/>
          </a:bodyPr>
          <a:lstStyle/>
          <a:p>
            <a:pPr algn="ctr"/>
            <a:r>
              <a:rPr lang="en-US" sz="900" dirty="0"/>
              <a:t>123</a:t>
            </a:r>
          </a:p>
        </p:txBody>
      </p:sp>
      <p:sp>
        <p:nvSpPr>
          <p:cNvPr id="98" name="TextBox 97">
            <a:extLst>
              <a:ext uri="{FF2B5EF4-FFF2-40B4-BE49-F238E27FC236}">
                <a16:creationId xmlns:a16="http://schemas.microsoft.com/office/drawing/2014/main" id="{D3E45B8F-88D3-77FE-3D1F-FC2D69F71947}"/>
              </a:ext>
            </a:extLst>
          </p:cNvPr>
          <p:cNvSpPr txBox="1"/>
          <p:nvPr/>
        </p:nvSpPr>
        <p:spPr>
          <a:xfrm>
            <a:off x="4645378" y="2404765"/>
            <a:ext cx="570089" cy="230832"/>
          </a:xfrm>
          <a:prstGeom prst="rect">
            <a:avLst/>
          </a:prstGeom>
          <a:noFill/>
        </p:spPr>
        <p:txBody>
          <a:bodyPr wrap="square" rtlCol="0">
            <a:spAutoFit/>
          </a:bodyPr>
          <a:lstStyle/>
          <a:p>
            <a:pPr algn="ctr"/>
            <a:r>
              <a:rPr lang="en-US" sz="900" dirty="0"/>
              <a:t>12356</a:t>
            </a:r>
          </a:p>
        </p:txBody>
      </p:sp>
      <p:sp>
        <p:nvSpPr>
          <p:cNvPr id="99" name="TextBox 98">
            <a:extLst>
              <a:ext uri="{FF2B5EF4-FFF2-40B4-BE49-F238E27FC236}">
                <a16:creationId xmlns:a16="http://schemas.microsoft.com/office/drawing/2014/main" id="{6B4E132B-0E32-C5E6-804B-2CBAEDFFD841}"/>
              </a:ext>
            </a:extLst>
          </p:cNvPr>
          <p:cNvSpPr txBox="1"/>
          <p:nvPr/>
        </p:nvSpPr>
        <p:spPr>
          <a:xfrm>
            <a:off x="3138310" y="2404765"/>
            <a:ext cx="570089" cy="230832"/>
          </a:xfrm>
          <a:prstGeom prst="rect">
            <a:avLst/>
          </a:prstGeom>
          <a:noFill/>
        </p:spPr>
        <p:txBody>
          <a:bodyPr wrap="square" rtlCol="0">
            <a:spAutoFit/>
          </a:bodyPr>
          <a:lstStyle/>
          <a:p>
            <a:pPr algn="ctr"/>
            <a:r>
              <a:rPr lang="en-US" sz="900" dirty="0"/>
              <a:t>1236</a:t>
            </a:r>
          </a:p>
        </p:txBody>
      </p:sp>
      <p:sp>
        <p:nvSpPr>
          <p:cNvPr id="100" name="TextBox 99">
            <a:extLst>
              <a:ext uri="{FF2B5EF4-FFF2-40B4-BE49-F238E27FC236}">
                <a16:creationId xmlns:a16="http://schemas.microsoft.com/office/drawing/2014/main" id="{58E5D1F5-486E-EA54-48ED-E19D6A3AB9F2}"/>
              </a:ext>
            </a:extLst>
          </p:cNvPr>
          <p:cNvSpPr txBox="1"/>
          <p:nvPr/>
        </p:nvSpPr>
        <p:spPr>
          <a:xfrm>
            <a:off x="4645378" y="3907597"/>
            <a:ext cx="570089" cy="230832"/>
          </a:xfrm>
          <a:prstGeom prst="rect">
            <a:avLst/>
          </a:prstGeom>
          <a:noFill/>
        </p:spPr>
        <p:txBody>
          <a:bodyPr wrap="square" rtlCol="0">
            <a:spAutoFit/>
          </a:bodyPr>
          <a:lstStyle/>
          <a:p>
            <a:pPr algn="ctr"/>
            <a:r>
              <a:rPr lang="en-US" sz="900" dirty="0"/>
              <a:t>135</a:t>
            </a:r>
          </a:p>
        </p:txBody>
      </p:sp>
      <p:sp>
        <p:nvSpPr>
          <p:cNvPr id="101" name="TextBox 100">
            <a:extLst>
              <a:ext uri="{FF2B5EF4-FFF2-40B4-BE49-F238E27FC236}">
                <a16:creationId xmlns:a16="http://schemas.microsoft.com/office/drawing/2014/main" id="{8735B905-A5CB-9B37-83F0-EE2889FED261}"/>
              </a:ext>
            </a:extLst>
          </p:cNvPr>
          <p:cNvSpPr txBox="1"/>
          <p:nvPr/>
        </p:nvSpPr>
        <p:spPr>
          <a:xfrm>
            <a:off x="3716867" y="4244561"/>
            <a:ext cx="462845" cy="584775"/>
          </a:xfrm>
          <a:prstGeom prst="rect">
            <a:avLst/>
          </a:prstGeom>
          <a:noFill/>
        </p:spPr>
        <p:txBody>
          <a:bodyPr wrap="square" rtlCol="0">
            <a:spAutoFit/>
          </a:bodyPr>
          <a:lstStyle/>
          <a:p>
            <a:pPr algn="ctr"/>
            <a:r>
              <a:rPr lang="en-US" sz="3200" dirty="0"/>
              <a:t>1</a:t>
            </a:r>
          </a:p>
        </p:txBody>
      </p:sp>
      <p:sp>
        <p:nvSpPr>
          <p:cNvPr id="53" name="TextBox 52">
            <a:extLst>
              <a:ext uri="{FF2B5EF4-FFF2-40B4-BE49-F238E27FC236}">
                <a16:creationId xmlns:a16="http://schemas.microsoft.com/office/drawing/2014/main" id="{28EE3410-26D1-7865-7684-F07D868F16FE}"/>
              </a:ext>
            </a:extLst>
          </p:cNvPr>
          <p:cNvSpPr txBox="1"/>
          <p:nvPr/>
        </p:nvSpPr>
        <p:spPr>
          <a:xfrm>
            <a:off x="4216401" y="3741226"/>
            <a:ext cx="462845" cy="584775"/>
          </a:xfrm>
          <a:prstGeom prst="rect">
            <a:avLst/>
          </a:prstGeom>
          <a:noFill/>
        </p:spPr>
        <p:txBody>
          <a:bodyPr wrap="square" rtlCol="0">
            <a:spAutoFit/>
          </a:bodyPr>
          <a:lstStyle/>
          <a:p>
            <a:pPr algn="ctr"/>
            <a:r>
              <a:rPr lang="en-US" sz="3200" dirty="0"/>
              <a:t>2</a:t>
            </a:r>
          </a:p>
        </p:txBody>
      </p:sp>
      <p:sp>
        <p:nvSpPr>
          <p:cNvPr id="56" name="TextBox 55">
            <a:extLst>
              <a:ext uri="{FF2B5EF4-FFF2-40B4-BE49-F238E27FC236}">
                <a16:creationId xmlns:a16="http://schemas.microsoft.com/office/drawing/2014/main" id="{995EBD8C-C920-813E-EC63-B74C2D57FD26}"/>
              </a:ext>
            </a:extLst>
          </p:cNvPr>
          <p:cNvSpPr txBox="1"/>
          <p:nvPr/>
        </p:nvSpPr>
        <p:spPr>
          <a:xfrm>
            <a:off x="6214537" y="721216"/>
            <a:ext cx="462845" cy="584775"/>
          </a:xfrm>
          <a:prstGeom prst="rect">
            <a:avLst/>
          </a:prstGeom>
          <a:noFill/>
        </p:spPr>
        <p:txBody>
          <a:bodyPr wrap="square" rtlCol="0">
            <a:spAutoFit/>
          </a:bodyPr>
          <a:lstStyle/>
          <a:p>
            <a:pPr algn="ctr"/>
            <a:r>
              <a:rPr lang="en-US" sz="3200" dirty="0"/>
              <a:t>1</a:t>
            </a:r>
          </a:p>
        </p:txBody>
      </p:sp>
      <p:sp>
        <p:nvSpPr>
          <p:cNvPr id="54" name="TextBox 53">
            <a:extLst>
              <a:ext uri="{FF2B5EF4-FFF2-40B4-BE49-F238E27FC236}">
                <a16:creationId xmlns:a16="http://schemas.microsoft.com/office/drawing/2014/main" id="{7E37CA8F-53A1-C3EE-337D-CB0E66B6B431}"/>
              </a:ext>
            </a:extLst>
          </p:cNvPr>
          <p:cNvSpPr txBox="1"/>
          <p:nvPr/>
        </p:nvSpPr>
        <p:spPr>
          <a:xfrm>
            <a:off x="5147734" y="3907597"/>
            <a:ext cx="570089" cy="230832"/>
          </a:xfrm>
          <a:prstGeom prst="rect">
            <a:avLst/>
          </a:prstGeom>
          <a:noFill/>
        </p:spPr>
        <p:txBody>
          <a:bodyPr wrap="square" rtlCol="0">
            <a:spAutoFit/>
          </a:bodyPr>
          <a:lstStyle/>
          <a:p>
            <a:pPr algn="ctr"/>
            <a:r>
              <a:rPr lang="en-US" sz="900" dirty="0"/>
              <a:t>1357</a:t>
            </a:r>
          </a:p>
        </p:txBody>
      </p:sp>
      <p:sp>
        <p:nvSpPr>
          <p:cNvPr id="55" name="TextBox 54">
            <a:extLst>
              <a:ext uri="{FF2B5EF4-FFF2-40B4-BE49-F238E27FC236}">
                <a16:creationId xmlns:a16="http://schemas.microsoft.com/office/drawing/2014/main" id="{7CC11255-EE58-375B-4876-70BB1D3C55FF}"/>
              </a:ext>
            </a:extLst>
          </p:cNvPr>
          <p:cNvSpPr txBox="1"/>
          <p:nvPr/>
        </p:nvSpPr>
        <p:spPr>
          <a:xfrm>
            <a:off x="6714071" y="4747898"/>
            <a:ext cx="462845" cy="584775"/>
          </a:xfrm>
          <a:prstGeom prst="rect">
            <a:avLst/>
          </a:prstGeom>
          <a:noFill/>
        </p:spPr>
        <p:txBody>
          <a:bodyPr wrap="square" rtlCol="0">
            <a:spAutoFit/>
          </a:bodyPr>
          <a:lstStyle/>
          <a:p>
            <a:pPr algn="ctr"/>
            <a:r>
              <a:rPr lang="en-US" sz="3200" dirty="0"/>
              <a:t>8</a:t>
            </a:r>
          </a:p>
        </p:txBody>
      </p:sp>
      <p:sp>
        <p:nvSpPr>
          <p:cNvPr id="80" name="TextBox 79">
            <a:extLst>
              <a:ext uri="{FF2B5EF4-FFF2-40B4-BE49-F238E27FC236}">
                <a16:creationId xmlns:a16="http://schemas.microsoft.com/office/drawing/2014/main" id="{FD87F6CF-1A9D-DA93-A99E-4AF5E9129153}"/>
              </a:ext>
            </a:extLst>
          </p:cNvPr>
          <p:cNvSpPr txBox="1"/>
          <p:nvPr/>
        </p:nvSpPr>
        <p:spPr>
          <a:xfrm>
            <a:off x="6214537" y="4747898"/>
            <a:ext cx="462845" cy="584775"/>
          </a:xfrm>
          <a:prstGeom prst="rect">
            <a:avLst/>
          </a:prstGeom>
          <a:noFill/>
        </p:spPr>
        <p:txBody>
          <a:bodyPr wrap="square" rtlCol="0">
            <a:spAutoFit/>
          </a:bodyPr>
          <a:lstStyle/>
          <a:p>
            <a:pPr algn="ctr"/>
            <a:r>
              <a:rPr lang="en-US" sz="3200" dirty="0"/>
              <a:t>6</a:t>
            </a:r>
          </a:p>
        </p:txBody>
      </p:sp>
      <p:sp>
        <p:nvSpPr>
          <p:cNvPr id="81" name="TextBox 80">
            <a:extLst>
              <a:ext uri="{FF2B5EF4-FFF2-40B4-BE49-F238E27FC236}">
                <a16:creationId xmlns:a16="http://schemas.microsoft.com/office/drawing/2014/main" id="{A46EEBA6-11BD-7094-7634-27FA80C04C9A}"/>
              </a:ext>
            </a:extLst>
          </p:cNvPr>
          <p:cNvSpPr txBox="1"/>
          <p:nvPr/>
        </p:nvSpPr>
        <p:spPr>
          <a:xfrm>
            <a:off x="4216401" y="3237891"/>
            <a:ext cx="462845" cy="584775"/>
          </a:xfrm>
          <a:prstGeom prst="rect">
            <a:avLst/>
          </a:prstGeom>
          <a:noFill/>
        </p:spPr>
        <p:txBody>
          <a:bodyPr wrap="square" rtlCol="0">
            <a:spAutoFit/>
          </a:bodyPr>
          <a:lstStyle/>
          <a:p>
            <a:pPr algn="ctr"/>
            <a:r>
              <a:rPr lang="en-US" sz="3200" dirty="0"/>
              <a:t>8</a:t>
            </a:r>
          </a:p>
        </p:txBody>
      </p:sp>
    </p:spTree>
    <p:extLst>
      <p:ext uri="{BB962C8B-B14F-4D97-AF65-F5344CB8AC3E}">
        <p14:creationId xmlns:p14="http://schemas.microsoft.com/office/powerpoint/2010/main" val="3530754496"/>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27B008-F6D1-97EB-F18C-60CF64F08D9A}"/>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E9E46B20-A843-0964-9691-0965A5B98AB6}"/>
              </a:ext>
            </a:extLst>
          </p:cNvPr>
          <p:cNvSpPr>
            <a:spLocks noGrp="1"/>
          </p:cNvSpPr>
          <p:nvPr>
            <p:ph sz="half" idx="1"/>
          </p:nvPr>
        </p:nvSpPr>
        <p:spPr/>
        <p:txBody>
          <a:bodyPr>
            <a:normAutofit/>
          </a:bodyPr>
          <a:lstStyle/>
          <a:p>
            <a:r>
              <a:rPr lang="en-US" dirty="0"/>
              <a:t>Last 8 in bottom center block.</a:t>
            </a:r>
          </a:p>
          <a:p>
            <a:r>
              <a:rPr lang="en-US" dirty="0"/>
              <a:t>Then, last 6 in bottom center block.</a:t>
            </a:r>
          </a:p>
        </p:txBody>
      </p:sp>
      <p:pic>
        <p:nvPicPr>
          <p:cNvPr id="4" name="Picture 3" descr="A grid of sudoku puzzle&#10;&#10;Description automatically generated">
            <a:extLst>
              <a:ext uri="{FF2B5EF4-FFF2-40B4-BE49-F238E27FC236}">
                <a16:creationId xmlns:a16="http://schemas.microsoft.com/office/drawing/2014/main" id="{64528BE5-07F7-DCBA-96F8-B049F6D186D3}"/>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CBBFBE86-0C04-FA3D-A0B6-A2A9AA4D22E6}"/>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80F7F73C-FB16-E5F4-7D4B-EBF4D03CF12E}"/>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1D883058-BF25-8437-F93A-C9C38AFD4B94}"/>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A0995D95-D49D-6C24-D96F-29C0EA306A44}"/>
              </a:ext>
            </a:extLst>
          </p:cNvPr>
          <p:cNvSpPr txBox="1"/>
          <p:nvPr/>
        </p:nvSpPr>
        <p:spPr>
          <a:xfrm>
            <a:off x="4715935" y="1224551"/>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8" name="TextBox 7">
            <a:extLst>
              <a:ext uri="{FF2B5EF4-FFF2-40B4-BE49-F238E27FC236}">
                <a16:creationId xmlns:a16="http://schemas.microsoft.com/office/drawing/2014/main" id="{16729D7C-9C75-7A2A-2C6C-B8B0E073EE9E}"/>
              </a:ext>
            </a:extLst>
          </p:cNvPr>
          <p:cNvSpPr txBox="1"/>
          <p:nvPr/>
        </p:nvSpPr>
        <p:spPr>
          <a:xfrm>
            <a:off x="6214537" y="122455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9" name="TextBox 8">
            <a:extLst>
              <a:ext uri="{FF2B5EF4-FFF2-40B4-BE49-F238E27FC236}">
                <a16:creationId xmlns:a16="http://schemas.microsoft.com/office/drawing/2014/main" id="{FFFDA81D-FFC7-D18C-0241-2FD1475B68B1}"/>
              </a:ext>
            </a:extLst>
          </p:cNvPr>
          <p:cNvSpPr txBox="1"/>
          <p:nvPr/>
        </p:nvSpPr>
        <p:spPr>
          <a:xfrm>
            <a:off x="6714071" y="1224551"/>
            <a:ext cx="462845" cy="584775"/>
          </a:xfrm>
          <a:prstGeom prst="rect">
            <a:avLst/>
          </a:prstGeom>
          <a:solidFill>
            <a:srgbClr val="FFFF00">
              <a:alpha val="30000"/>
            </a:srgbClr>
          </a:solidFill>
        </p:spPr>
        <p:txBody>
          <a:bodyPr wrap="square" rtlCol="0">
            <a:spAutoFit/>
          </a:bodyPr>
          <a:lstStyle/>
          <a:p>
            <a:pPr algn="ctr"/>
            <a:r>
              <a:rPr lang="en-US" sz="3200" dirty="0"/>
              <a:t>9</a:t>
            </a:r>
          </a:p>
        </p:txBody>
      </p:sp>
      <p:sp>
        <p:nvSpPr>
          <p:cNvPr id="10" name="TextBox 9">
            <a:extLst>
              <a:ext uri="{FF2B5EF4-FFF2-40B4-BE49-F238E27FC236}">
                <a16:creationId xmlns:a16="http://schemas.microsoft.com/office/drawing/2014/main" id="{681C33BB-0AB8-AA41-7B1B-32D1013A2F5A}"/>
              </a:ext>
            </a:extLst>
          </p:cNvPr>
          <p:cNvSpPr txBox="1"/>
          <p:nvPr/>
        </p:nvSpPr>
        <p:spPr>
          <a:xfrm>
            <a:off x="7213604" y="122455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11" name="TextBox 10">
            <a:extLst>
              <a:ext uri="{FF2B5EF4-FFF2-40B4-BE49-F238E27FC236}">
                <a16:creationId xmlns:a16="http://schemas.microsoft.com/office/drawing/2014/main" id="{D4925135-AB32-0208-8DEC-9B98A943AD25}"/>
              </a:ext>
            </a:extLst>
          </p:cNvPr>
          <p:cNvSpPr txBox="1"/>
          <p:nvPr/>
        </p:nvSpPr>
        <p:spPr>
          <a:xfrm>
            <a:off x="6714071" y="721216"/>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12" name="TextBox 11">
            <a:extLst>
              <a:ext uri="{FF2B5EF4-FFF2-40B4-BE49-F238E27FC236}">
                <a16:creationId xmlns:a16="http://schemas.microsoft.com/office/drawing/2014/main" id="{6889ED0D-6D76-F2F4-8A2A-E9AF140D1F0C}"/>
              </a:ext>
            </a:extLst>
          </p:cNvPr>
          <p:cNvSpPr txBox="1"/>
          <p:nvPr/>
        </p:nvSpPr>
        <p:spPr>
          <a:xfrm>
            <a:off x="7213604" y="721216"/>
            <a:ext cx="462845" cy="584775"/>
          </a:xfrm>
          <a:prstGeom prst="rect">
            <a:avLst/>
          </a:prstGeom>
          <a:solidFill>
            <a:srgbClr val="FF0000">
              <a:alpha val="30000"/>
            </a:srgbClr>
          </a:solidFill>
        </p:spPr>
        <p:txBody>
          <a:bodyPr wrap="square" rtlCol="0">
            <a:spAutoFit/>
          </a:bodyPr>
          <a:lstStyle/>
          <a:p>
            <a:pPr algn="ctr"/>
            <a:r>
              <a:rPr lang="en-US" sz="3200" dirty="0"/>
              <a:t>3</a:t>
            </a:r>
          </a:p>
        </p:txBody>
      </p:sp>
      <p:sp>
        <p:nvSpPr>
          <p:cNvPr id="13" name="TextBox 12">
            <a:extLst>
              <a:ext uri="{FF2B5EF4-FFF2-40B4-BE49-F238E27FC236}">
                <a16:creationId xmlns:a16="http://schemas.microsoft.com/office/drawing/2014/main" id="{2F85625F-94AE-6489-CD4C-136E80D77B7F}"/>
              </a:ext>
            </a:extLst>
          </p:cNvPr>
          <p:cNvSpPr txBox="1"/>
          <p:nvPr/>
        </p:nvSpPr>
        <p:spPr>
          <a:xfrm>
            <a:off x="4216401" y="1727886"/>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14" name="TextBox 13">
            <a:extLst>
              <a:ext uri="{FF2B5EF4-FFF2-40B4-BE49-F238E27FC236}">
                <a16:creationId xmlns:a16="http://schemas.microsoft.com/office/drawing/2014/main" id="{88F91756-29DD-922E-A80B-3A53225D4AED}"/>
              </a:ext>
            </a:extLst>
          </p:cNvPr>
          <p:cNvSpPr txBox="1"/>
          <p:nvPr/>
        </p:nvSpPr>
        <p:spPr>
          <a:xfrm>
            <a:off x="5215469" y="1727886"/>
            <a:ext cx="462845" cy="584775"/>
          </a:xfrm>
          <a:prstGeom prst="rect">
            <a:avLst/>
          </a:prstGeom>
          <a:solidFill>
            <a:srgbClr val="00B050">
              <a:alpha val="40000"/>
            </a:srgbClr>
          </a:solidFill>
        </p:spPr>
        <p:txBody>
          <a:bodyPr wrap="square" rtlCol="0">
            <a:spAutoFit/>
          </a:bodyPr>
          <a:lstStyle/>
          <a:p>
            <a:pPr algn="ctr"/>
            <a:r>
              <a:rPr lang="en-US" sz="3200" dirty="0"/>
              <a:t>9</a:t>
            </a:r>
          </a:p>
        </p:txBody>
      </p:sp>
      <p:sp>
        <p:nvSpPr>
          <p:cNvPr id="15" name="TextBox 14">
            <a:extLst>
              <a:ext uri="{FF2B5EF4-FFF2-40B4-BE49-F238E27FC236}">
                <a16:creationId xmlns:a16="http://schemas.microsoft.com/office/drawing/2014/main" id="{A569DA7D-C414-8C16-79F7-926175BE6338}"/>
              </a:ext>
            </a:extLst>
          </p:cNvPr>
          <p:cNvSpPr txBox="1"/>
          <p:nvPr/>
        </p:nvSpPr>
        <p:spPr>
          <a:xfrm>
            <a:off x="6214537" y="1727886"/>
            <a:ext cx="462845" cy="584775"/>
          </a:xfrm>
          <a:prstGeom prst="rect">
            <a:avLst/>
          </a:prstGeom>
          <a:solidFill>
            <a:srgbClr val="00B0F0">
              <a:alpha val="30000"/>
            </a:srgbClr>
          </a:solidFill>
        </p:spPr>
        <p:txBody>
          <a:bodyPr wrap="square" rtlCol="0">
            <a:spAutoFit/>
          </a:bodyPr>
          <a:lstStyle/>
          <a:p>
            <a:pPr algn="ctr"/>
            <a:r>
              <a:rPr lang="en-US" sz="3200" dirty="0"/>
              <a:t>8</a:t>
            </a:r>
          </a:p>
        </p:txBody>
      </p:sp>
      <p:sp>
        <p:nvSpPr>
          <p:cNvPr id="16" name="TextBox 15">
            <a:extLst>
              <a:ext uri="{FF2B5EF4-FFF2-40B4-BE49-F238E27FC236}">
                <a16:creationId xmlns:a16="http://schemas.microsoft.com/office/drawing/2014/main" id="{3DC5005F-1809-7B0C-B256-184574F76D08}"/>
              </a:ext>
            </a:extLst>
          </p:cNvPr>
          <p:cNvSpPr txBox="1"/>
          <p:nvPr/>
        </p:nvSpPr>
        <p:spPr>
          <a:xfrm>
            <a:off x="6714071" y="1727886"/>
            <a:ext cx="462845" cy="584775"/>
          </a:xfrm>
          <a:prstGeom prst="rect">
            <a:avLst/>
          </a:prstGeom>
          <a:solidFill>
            <a:srgbClr val="0070C0">
              <a:alpha val="40000"/>
            </a:srgbClr>
          </a:solidFill>
        </p:spPr>
        <p:txBody>
          <a:bodyPr wrap="square" rtlCol="0">
            <a:spAutoFit/>
          </a:bodyPr>
          <a:lstStyle/>
          <a:p>
            <a:pPr algn="ctr"/>
            <a:r>
              <a:rPr lang="en-US" sz="3200" dirty="0"/>
              <a:t>6</a:t>
            </a:r>
          </a:p>
        </p:txBody>
      </p:sp>
      <p:sp>
        <p:nvSpPr>
          <p:cNvPr id="17" name="TextBox 16">
            <a:extLst>
              <a:ext uri="{FF2B5EF4-FFF2-40B4-BE49-F238E27FC236}">
                <a16:creationId xmlns:a16="http://schemas.microsoft.com/office/drawing/2014/main" id="{11E787E0-92EE-22DC-C6E6-A38BEE1FEDF7}"/>
              </a:ext>
            </a:extLst>
          </p:cNvPr>
          <p:cNvSpPr txBox="1"/>
          <p:nvPr/>
        </p:nvSpPr>
        <p:spPr>
          <a:xfrm>
            <a:off x="3716867" y="223122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18" name="TextBox 17">
            <a:extLst>
              <a:ext uri="{FF2B5EF4-FFF2-40B4-BE49-F238E27FC236}">
                <a16:creationId xmlns:a16="http://schemas.microsoft.com/office/drawing/2014/main" id="{91087A5F-9640-FAFC-C0EF-A05D475D8204}"/>
              </a:ext>
            </a:extLst>
          </p:cNvPr>
          <p:cNvSpPr txBox="1"/>
          <p:nvPr/>
        </p:nvSpPr>
        <p:spPr>
          <a:xfrm>
            <a:off x="5215469" y="2231221"/>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19" name="TextBox 18">
            <a:extLst>
              <a:ext uri="{FF2B5EF4-FFF2-40B4-BE49-F238E27FC236}">
                <a16:creationId xmlns:a16="http://schemas.microsoft.com/office/drawing/2014/main" id="{FB51D625-758C-D24D-E473-8692067D77C6}"/>
              </a:ext>
            </a:extLst>
          </p:cNvPr>
          <p:cNvSpPr txBox="1"/>
          <p:nvPr/>
        </p:nvSpPr>
        <p:spPr>
          <a:xfrm>
            <a:off x="5715003" y="2231221"/>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20" name="TextBox 19">
            <a:extLst>
              <a:ext uri="{FF2B5EF4-FFF2-40B4-BE49-F238E27FC236}">
                <a16:creationId xmlns:a16="http://schemas.microsoft.com/office/drawing/2014/main" id="{A1097458-D049-9B23-21DD-B8798D43D305}"/>
              </a:ext>
            </a:extLst>
          </p:cNvPr>
          <p:cNvSpPr txBox="1"/>
          <p:nvPr/>
        </p:nvSpPr>
        <p:spPr>
          <a:xfrm>
            <a:off x="6214537" y="2231221"/>
            <a:ext cx="462845" cy="584775"/>
          </a:xfrm>
          <a:prstGeom prst="rect">
            <a:avLst/>
          </a:prstGeom>
          <a:solidFill>
            <a:srgbClr val="FF0000">
              <a:alpha val="30000"/>
            </a:srgbClr>
          </a:solidFill>
        </p:spPr>
        <p:txBody>
          <a:bodyPr wrap="square" rtlCol="0">
            <a:spAutoFit/>
          </a:bodyPr>
          <a:lstStyle/>
          <a:p>
            <a:pPr algn="ctr"/>
            <a:r>
              <a:rPr lang="en-US" sz="3200" dirty="0"/>
              <a:t>4</a:t>
            </a:r>
          </a:p>
        </p:txBody>
      </p:sp>
      <p:sp>
        <p:nvSpPr>
          <p:cNvPr id="21" name="TextBox 20">
            <a:extLst>
              <a:ext uri="{FF2B5EF4-FFF2-40B4-BE49-F238E27FC236}">
                <a16:creationId xmlns:a16="http://schemas.microsoft.com/office/drawing/2014/main" id="{51F15A55-41AB-6586-8C61-05CF65928934}"/>
              </a:ext>
            </a:extLst>
          </p:cNvPr>
          <p:cNvSpPr txBox="1"/>
          <p:nvPr/>
        </p:nvSpPr>
        <p:spPr>
          <a:xfrm>
            <a:off x="6714071" y="223122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2" name="TextBox 21">
            <a:extLst>
              <a:ext uri="{FF2B5EF4-FFF2-40B4-BE49-F238E27FC236}">
                <a16:creationId xmlns:a16="http://schemas.microsoft.com/office/drawing/2014/main" id="{08E61F6D-1396-007F-A543-86A302EA178B}"/>
              </a:ext>
            </a:extLst>
          </p:cNvPr>
          <p:cNvSpPr txBox="1"/>
          <p:nvPr/>
        </p:nvSpPr>
        <p:spPr>
          <a:xfrm>
            <a:off x="4216401" y="2734556"/>
            <a:ext cx="462845" cy="584775"/>
          </a:xfrm>
          <a:prstGeom prst="rect">
            <a:avLst/>
          </a:prstGeom>
          <a:solidFill>
            <a:srgbClr val="FF0000">
              <a:alpha val="30000"/>
            </a:srgbClr>
          </a:solidFill>
        </p:spPr>
        <p:txBody>
          <a:bodyPr wrap="square" rtlCol="0">
            <a:spAutoFit/>
          </a:bodyPr>
          <a:lstStyle/>
          <a:p>
            <a:pPr algn="ctr"/>
            <a:r>
              <a:rPr lang="en-US" sz="3200" dirty="0"/>
              <a:t>4</a:t>
            </a:r>
          </a:p>
        </p:txBody>
      </p:sp>
      <p:sp>
        <p:nvSpPr>
          <p:cNvPr id="23" name="TextBox 22">
            <a:extLst>
              <a:ext uri="{FF2B5EF4-FFF2-40B4-BE49-F238E27FC236}">
                <a16:creationId xmlns:a16="http://schemas.microsoft.com/office/drawing/2014/main" id="{6E889031-CDC5-D560-9D99-62E72AE48EC8}"/>
              </a:ext>
            </a:extLst>
          </p:cNvPr>
          <p:cNvSpPr txBox="1"/>
          <p:nvPr/>
        </p:nvSpPr>
        <p:spPr>
          <a:xfrm>
            <a:off x="5215469" y="2734556"/>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4" name="TextBox 23">
            <a:extLst>
              <a:ext uri="{FF2B5EF4-FFF2-40B4-BE49-F238E27FC236}">
                <a16:creationId xmlns:a16="http://schemas.microsoft.com/office/drawing/2014/main" id="{998C39EB-3B88-CF4F-99CE-D8D0EBE352A0}"/>
              </a:ext>
            </a:extLst>
          </p:cNvPr>
          <p:cNvSpPr txBox="1"/>
          <p:nvPr/>
        </p:nvSpPr>
        <p:spPr>
          <a:xfrm>
            <a:off x="6714071" y="2734556"/>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25" name="TextBox 24">
            <a:extLst>
              <a:ext uri="{FF2B5EF4-FFF2-40B4-BE49-F238E27FC236}">
                <a16:creationId xmlns:a16="http://schemas.microsoft.com/office/drawing/2014/main" id="{F2106574-485F-BF0C-5327-F77A819F1963}"/>
              </a:ext>
            </a:extLst>
          </p:cNvPr>
          <p:cNvSpPr txBox="1"/>
          <p:nvPr/>
        </p:nvSpPr>
        <p:spPr>
          <a:xfrm>
            <a:off x="3716867" y="323789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6" name="TextBox 25">
            <a:extLst>
              <a:ext uri="{FF2B5EF4-FFF2-40B4-BE49-F238E27FC236}">
                <a16:creationId xmlns:a16="http://schemas.microsoft.com/office/drawing/2014/main" id="{94428EF8-2804-7F92-A7E9-FAE1365CCF00}"/>
              </a:ext>
            </a:extLst>
          </p:cNvPr>
          <p:cNvSpPr txBox="1"/>
          <p:nvPr/>
        </p:nvSpPr>
        <p:spPr>
          <a:xfrm>
            <a:off x="4715935" y="3237891"/>
            <a:ext cx="462845" cy="584775"/>
          </a:xfrm>
          <a:prstGeom prst="rect">
            <a:avLst/>
          </a:prstGeom>
          <a:solidFill>
            <a:srgbClr val="FF0000">
              <a:alpha val="30000"/>
            </a:srgbClr>
          </a:solidFill>
        </p:spPr>
        <p:txBody>
          <a:bodyPr wrap="square" rtlCol="0">
            <a:spAutoFit/>
          </a:bodyPr>
          <a:lstStyle/>
          <a:p>
            <a:pPr algn="ctr"/>
            <a:r>
              <a:rPr lang="en-US" sz="3200" dirty="0"/>
              <a:t>6</a:t>
            </a:r>
          </a:p>
        </p:txBody>
      </p:sp>
      <p:sp>
        <p:nvSpPr>
          <p:cNvPr id="27" name="TextBox 26">
            <a:extLst>
              <a:ext uri="{FF2B5EF4-FFF2-40B4-BE49-F238E27FC236}">
                <a16:creationId xmlns:a16="http://schemas.microsoft.com/office/drawing/2014/main" id="{2221671E-4615-4380-92E7-5B04E8AF31C0}"/>
              </a:ext>
            </a:extLst>
          </p:cNvPr>
          <p:cNvSpPr txBox="1"/>
          <p:nvPr/>
        </p:nvSpPr>
        <p:spPr>
          <a:xfrm>
            <a:off x="5215469" y="323789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28" name="TextBox 27">
            <a:extLst>
              <a:ext uri="{FF2B5EF4-FFF2-40B4-BE49-F238E27FC236}">
                <a16:creationId xmlns:a16="http://schemas.microsoft.com/office/drawing/2014/main" id="{D1D7FB78-E664-0F3A-3586-0D5E7AA282C7}"/>
              </a:ext>
            </a:extLst>
          </p:cNvPr>
          <p:cNvSpPr txBox="1"/>
          <p:nvPr/>
        </p:nvSpPr>
        <p:spPr>
          <a:xfrm>
            <a:off x="7213604" y="3237891"/>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29" name="TextBox 28">
            <a:extLst>
              <a:ext uri="{FF2B5EF4-FFF2-40B4-BE49-F238E27FC236}">
                <a16:creationId xmlns:a16="http://schemas.microsoft.com/office/drawing/2014/main" id="{6FA1FD94-5ACE-5E6C-C8CF-BEDE878490A2}"/>
              </a:ext>
            </a:extLst>
          </p:cNvPr>
          <p:cNvSpPr txBox="1"/>
          <p:nvPr/>
        </p:nvSpPr>
        <p:spPr>
          <a:xfrm>
            <a:off x="3217333" y="3741226"/>
            <a:ext cx="462845" cy="584775"/>
          </a:xfrm>
          <a:prstGeom prst="rect">
            <a:avLst/>
          </a:prstGeom>
          <a:solidFill>
            <a:srgbClr val="00B0F0">
              <a:alpha val="30000"/>
            </a:srgbClr>
          </a:solidFill>
        </p:spPr>
        <p:txBody>
          <a:bodyPr wrap="square" rtlCol="0">
            <a:spAutoFit/>
          </a:bodyPr>
          <a:lstStyle/>
          <a:p>
            <a:pPr algn="ctr"/>
            <a:r>
              <a:rPr lang="en-US" sz="3200" dirty="0"/>
              <a:t>8</a:t>
            </a:r>
          </a:p>
        </p:txBody>
      </p:sp>
      <p:sp>
        <p:nvSpPr>
          <p:cNvPr id="30" name="TextBox 29">
            <a:extLst>
              <a:ext uri="{FF2B5EF4-FFF2-40B4-BE49-F238E27FC236}">
                <a16:creationId xmlns:a16="http://schemas.microsoft.com/office/drawing/2014/main" id="{CFD78442-7017-BA8A-47A6-C51F9962C34B}"/>
              </a:ext>
            </a:extLst>
          </p:cNvPr>
          <p:cNvSpPr txBox="1"/>
          <p:nvPr/>
        </p:nvSpPr>
        <p:spPr>
          <a:xfrm>
            <a:off x="3716867" y="3741226"/>
            <a:ext cx="462845" cy="584775"/>
          </a:xfrm>
          <a:prstGeom prst="rect">
            <a:avLst/>
          </a:prstGeom>
          <a:solidFill>
            <a:srgbClr val="0070C0">
              <a:alpha val="40000"/>
            </a:srgbClr>
          </a:solidFill>
        </p:spPr>
        <p:txBody>
          <a:bodyPr wrap="square" rtlCol="0">
            <a:spAutoFit/>
          </a:bodyPr>
          <a:lstStyle/>
          <a:p>
            <a:pPr algn="ctr"/>
            <a:r>
              <a:rPr lang="en-US" sz="3200" dirty="0"/>
              <a:t>6</a:t>
            </a:r>
          </a:p>
        </p:txBody>
      </p:sp>
      <p:sp>
        <p:nvSpPr>
          <p:cNvPr id="31" name="TextBox 30">
            <a:extLst>
              <a:ext uri="{FF2B5EF4-FFF2-40B4-BE49-F238E27FC236}">
                <a16:creationId xmlns:a16="http://schemas.microsoft.com/office/drawing/2014/main" id="{241356BE-9D85-D251-3936-9DA27CD7C288}"/>
              </a:ext>
            </a:extLst>
          </p:cNvPr>
          <p:cNvSpPr txBox="1"/>
          <p:nvPr/>
        </p:nvSpPr>
        <p:spPr>
          <a:xfrm>
            <a:off x="5715003" y="3741226"/>
            <a:ext cx="462845" cy="584775"/>
          </a:xfrm>
          <a:prstGeom prst="rect">
            <a:avLst/>
          </a:prstGeom>
          <a:solidFill>
            <a:srgbClr val="FFFF00">
              <a:alpha val="30000"/>
            </a:srgbClr>
          </a:solidFill>
        </p:spPr>
        <p:txBody>
          <a:bodyPr wrap="square" rtlCol="0">
            <a:spAutoFit/>
          </a:bodyPr>
          <a:lstStyle/>
          <a:p>
            <a:pPr algn="ctr"/>
            <a:r>
              <a:rPr lang="en-US" sz="3200" dirty="0"/>
              <a:t>9</a:t>
            </a:r>
          </a:p>
        </p:txBody>
      </p:sp>
      <p:sp>
        <p:nvSpPr>
          <p:cNvPr id="32" name="TextBox 31">
            <a:extLst>
              <a:ext uri="{FF2B5EF4-FFF2-40B4-BE49-F238E27FC236}">
                <a16:creationId xmlns:a16="http://schemas.microsoft.com/office/drawing/2014/main" id="{DF3774B0-8C7A-101D-2FF6-82C36A60B2C0}"/>
              </a:ext>
            </a:extLst>
          </p:cNvPr>
          <p:cNvSpPr txBox="1"/>
          <p:nvPr/>
        </p:nvSpPr>
        <p:spPr>
          <a:xfrm>
            <a:off x="6214537" y="3741226"/>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33" name="TextBox 32">
            <a:extLst>
              <a:ext uri="{FF2B5EF4-FFF2-40B4-BE49-F238E27FC236}">
                <a16:creationId xmlns:a16="http://schemas.microsoft.com/office/drawing/2014/main" id="{E7414B3B-CAD0-380D-7F0D-F42D3A656053}"/>
              </a:ext>
            </a:extLst>
          </p:cNvPr>
          <p:cNvSpPr txBox="1"/>
          <p:nvPr/>
        </p:nvSpPr>
        <p:spPr>
          <a:xfrm>
            <a:off x="6714071" y="374122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34" name="TextBox 33">
            <a:extLst>
              <a:ext uri="{FF2B5EF4-FFF2-40B4-BE49-F238E27FC236}">
                <a16:creationId xmlns:a16="http://schemas.microsoft.com/office/drawing/2014/main" id="{24C5CE0F-E431-9B10-81EB-15F3FBDB23F6}"/>
              </a:ext>
            </a:extLst>
          </p:cNvPr>
          <p:cNvSpPr txBox="1"/>
          <p:nvPr/>
        </p:nvSpPr>
        <p:spPr>
          <a:xfrm>
            <a:off x="7213604" y="3741226"/>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35" name="TextBox 34">
            <a:extLst>
              <a:ext uri="{FF2B5EF4-FFF2-40B4-BE49-F238E27FC236}">
                <a16:creationId xmlns:a16="http://schemas.microsoft.com/office/drawing/2014/main" id="{EA73E13A-AB1A-65E6-A9E2-CB47B443EFBC}"/>
              </a:ext>
            </a:extLst>
          </p:cNvPr>
          <p:cNvSpPr txBox="1"/>
          <p:nvPr/>
        </p:nvSpPr>
        <p:spPr>
          <a:xfrm>
            <a:off x="3217333" y="424456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36" name="TextBox 35">
            <a:extLst>
              <a:ext uri="{FF2B5EF4-FFF2-40B4-BE49-F238E27FC236}">
                <a16:creationId xmlns:a16="http://schemas.microsoft.com/office/drawing/2014/main" id="{50827E43-318C-C4A5-D19A-D7E18C17390D}"/>
              </a:ext>
            </a:extLst>
          </p:cNvPr>
          <p:cNvSpPr txBox="1"/>
          <p:nvPr/>
        </p:nvSpPr>
        <p:spPr>
          <a:xfrm>
            <a:off x="4216401" y="4244561"/>
            <a:ext cx="462845" cy="584775"/>
          </a:xfrm>
          <a:prstGeom prst="rect">
            <a:avLst/>
          </a:prstGeom>
          <a:solidFill>
            <a:srgbClr val="FF0000">
              <a:alpha val="30000"/>
            </a:srgbClr>
          </a:solidFill>
        </p:spPr>
        <p:txBody>
          <a:bodyPr wrap="square" rtlCol="0">
            <a:spAutoFit/>
          </a:bodyPr>
          <a:lstStyle/>
          <a:p>
            <a:pPr algn="ctr"/>
            <a:r>
              <a:rPr lang="en-US" sz="3200" dirty="0"/>
              <a:t>3</a:t>
            </a:r>
          </a:p>
        </p:txBody>
      </p:sp>
      <p:sp>
        <p:nvSpPr>
          <p:cNvPr id="37" name="TextBox 36">
            <a:extLst>
              <a:ext uri="{FF2B5EF4-FFF2-40B4-BE49-F238E27FC236}">
                <a16:creationId xmlns:a16="http://schemas.microsoft.com/office/drawing/2014/main" id="{47FFC073-D706-EE34-BBAA-24A46A896576}"/>
              </a:ext>
            </a:extLst>
          </p:cNvPr>
          <p:cNvSpPr txBox="1"/>
          <p:nvPr/>
        </p:nvSpPr>
        <p:spPr>
          <a:xfrm>
            <a:off x="5715003" y="4244561"/>
            <a:ext cx="462845" cy="584775"/>
          </a:xfrm>
          <a:prstGeom prst="rect">
            <a:avLst/>
          </a:prstGeom>
          <a:solidFill>
            <a:srgbClr val="FF0000">
              <a:alpha val="30000"/>
            </a:srgbClr>
          </a:solidFill>
        </p:spPr>
        <p:txBody>
          <a:bodyPr wrap="square" rtlCol="0">
            <a:spAutoFit/>
          </a:bodyPr>
          <a:lstStyle/>
          <a:p>
            <a:pPr algn="ctr"/>
            <a:r>
              <a:rPr lang="en-US" sz="3200" dirty="0"/>
              <a:t>6</a:t>
            </a:r>
          </a:p>
        </p:txBody>
      </p:sp>
      <p:sp>
        <p:nvSpPr>
          <p:cNvPr id="38" name="TextBox 37">
            <a:extLst>
              <a:ext uri="{FF2B5EF4-FFF2-40B4-BE49-F238E27FC236}">
                <a16:creationId xmlns:a16="http://schemas.microsoft.com/office/drawing/2014/main" id="{B7ECF15B-1215-6371-F698-577C8B511A7D}"/>
              </a:ext>
            </a:extLst>
          </p:cNvPr>
          <p:cNvSpPr txBox="1"/>
          <p:nvPr/>
        </p:nvSpPr>
        <p:spPr>
          <a:xfrm>
            <a:off x="6214537" y="424456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39" name="TextBox 38">
            <a:extLst>
              <a:ext uri="{FF2B5EF4-FFF2-40B4-BE49-F238E27FC236}">
                <a16:creationId xmlns:a16="http://schemas.microsoft.com/office/drawing/2014/main" id="{CC82FB06-DCF8-7987-20F4-0FD73E7F44A1}"/>
              </a:ext>
            </a:extLst>
          </p:cNvPr>
          <p:cNvSpPr txBox="1"/>
          <p:nvPr/>
        </p:nvSpPr>
        <p:spPr>
          <a:xfrm>
            <a:off x="6714071" y="4244561"/>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40" name="TextBox 39">
            <a:extLst>
              <a:ext uri="{FF2B5EF4-FFF2-40B4-BE49-F238E27FC236}">
                <a16:creationId xmlns:a16="http://schemas.microsoft.com/office/drawing/2014/main" id="{B443581D-4F2E-5F13-91F7-E77246BEA454}"/>
              </a:ext>
            </a:extLst>
          </p:cNvPr>
          <p:cNvSpPr txBox="1"/>
          <p:nvPr/>
        </p:nvSpPr>
        <p:spPr>
          <a:xfrm>
            <a:off x="7213604" y="4244561"/>
            <a:ext cx="462845" cy="584775"/>
          </a:xfrm>
          <a:prstGeom prst="rect">
            <a:avLst/>
          </a:prstGeom>
          <a:solidFill>
            <a:srgbClr val="00B050">
              <a:alpha val="40000"/>
            </a:srgbClr>
          </a:solidFill>
        </p:spPr>
        <p:txBody>
          <a:bodyPr wrap="square" rtlCol="0">
            <a:spAutoFit/>
          </a:bodyPr>
          <a:lstStyle/>
          <a:p>
            <a:pPr algn="ctr"/>
            <a:r>
              <a:rPr lang="en-US" sz="3200" dirty="0"/>
              <a:t>9</a:t>
            </a:r>
          </a:p>
        </p:txBody>
      </p:sp>
      <p:sp>
        <p:nvSpPr>
          <p:cNvPr id="41" name="TextBox 40">
            <a:extLst>
              <a:ext uri="{FF2B5EF4-FFF2-40B4-BE49-F238E27FC236}">
                <a16:creationId xmlns:a16="http://schemas.microsoft.com/office/drawing/2014/main" id="{A493C53C-9960-06A8-47C7-8A9F44D367A3}"/>
              </a:ext>
            </a:extLst>
          </p:cNvPr>
          <p:cNvSpPr txBox="1"/>
          <p:nvPr/>
        </p:nvSpPr>
        <p:spPr>
          <a:xfrm>
            <a:off x="3217333" y="4747898"/>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42" name="TextBox 41">
            <a:extLst>
              <a:ext uri="{FF2B5EF4-FFF2-40B4-BE49-F238E27FC236}">
                <a16:creationId xmlns:a16="http://schemas.microsoft.com/office/drawing/2014/main" id="{7FFA043C-7308-E200-C28F-00A0B8BCB4A8}"/>
              </a:ext>
            </a:extLst>
          </p:cNvPr>
          <p:cNvSpPr txBox="1"/>
          <p:nvPr/>
        </p:nvSpPr>
        <p:spPr>
          <a:xfrm>
            <a:off x="3716867" y="4747898"/>
            <a:ext cx="462845" cy="584775"/>
          </a:xfrm>
          <a:prstGeom prst="rect">
            <a:avLst/>
          </a:prstGeom>
          <a:solidFill>
            <a:srgbClr val="FFFF00">
              <a:alpha val="30000"/>
            </a:srgbClr>
          </a:solidFill>
        </p:spPr>
        <p:txBody>
          <a:bodyPr wrap="square" rtlCol="0">
            <a:spAutoFit/>
          </a:bodyPr>
          <a:lstStyle/>
          <a:p>
            <a:pPr algn="ctr"/>
            <a:r>
              <a:rPr lang="en-US" sz="3200" dirty="0"/>
              <a:t>9</a:t>
            </a:r>
          </a:p>
        </p:txBody>
      </p:sp>
      <p:sp>
        <p:nvSpPr>
          <p:cNvPr id="43" name="TextBox 42">
            <a:extLst>
              <a:ext uri="{FF2B5EF4-FFF2-40B4-BE49-F238E27FC236}">
                <a16:creationId xmlns:a16="http://schemas.microsoft.com/office/drawing/2014/main" id="{A39D488B-D48E-966A-8826-F965419D4BF9}"/>
              </a:ext>
            </a:extLst>
          </p:cNvPr>
          <p:cNvSpPr txBox="1"/>
          <p:nvPr/>
        </p:nvSpPr>
        <p:spPr>
          <a:xfrm>
            <a:off x="4216401" y="4747898"/>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44" name="TextBox 43">
            <a:extLst>
              <a:ext uri="{FF2B5EF4-FFF2-40B4-BE49-F238E27FC236}">
                <a16:creationId xmlns:a16="http://schemas.microsoft.com/office/drawing/2014/main" id="{B6EAD22F-5952-2F32-0499-DD59EF92A37A}"/>
              </a:ext>
            </a:extLst>
          </p:cNvPr>
          <p:cNvSpPr txBox="1"/>
          <p:nvPr/>
        </p:nvSpPr>
        <p:spPr>
          <a:xfrm>
            <a:off x="7157158" y="1522145"/>
            <a:ext cx="570089" cy="230832"/>
          </a:xfrm>
          <a:prstGeom prst="rect">
            <a:avLst/>
          </a:prstGeom>
          <a:noFill/>
        </p:spPr>
        <p:txBody>
          <a:bodyPr wrap="square" rtlCol="0">
            <a:spAutoFit/>
          </a:bodyPr>
          <a:lstStyle/>
          <a:p>
            <a:pPr algn="ctr"/>
            <a:r>
              <a:rPr lang="en-US" sz="900" dirty="0"/>
              <a:t>57</a:t>
            </a:r>
          </a:p>
        </p:txBody>
      </p:sp>
      <p:sp>
        <p:nvSpPr>
          <p:cNvPr id="45" name="TextBox 44">
            <a:extLst>
              <a:ext uri="{FF2B5EF4-FFF2-40B4-BE49-F238E27FC236}">
                <a16:creationId xmlns:a16="http://schemas.microsoft.com/office/drawing/2014/main" id="{22DA292A-CC28-CA36-1E00-6730E1FDA7DB}"/>
              </a:ext>
            </a:extLst>
          </p:cNvPr>
          <p:cNvSpPr txBox="1"/>
          <p:nvPr/>
        </p:nvSpPr>
        <p:spPr>
          <a:xfrm>
            <a:off x="4143022" y="5028752"/>
            <a:ext cx="570089" cy="230832"/>
          </a:xfrm>
          <a:prstGeom prst="rect">
            <a:avLst/>
          </a:prstGeom>
          <a:noFill/>
        </p:spPr>
        <p:txBody>
          <a:bodyPr wrap="square" rtlCol="0">
            <a:spAutoFit/>
          </a:bodyPr>
          <a:lstStyle/>
          <a:p>
            <a:pPr algn="ctr"/>
            <a:r>
              <a:rPr lang="en-US" sz="900" dirty="0"/>
              <a:t>57</a:t>
            </a:r>
          </a:p>
        </p:txBody>
      </p:sp>
      <p:sp>
        <p:nvSpPr>
          <p:cNvPr id="50" name="TextBox 49">
            <a:extLst>
              <a:ext uri="{FF2B5EF4-FFF2-40B4-BE49-F238E27FC236}">
                <a16:creationId xmlns:a16="http://schemas.microsoft.com/office/drawing/2014/main" id="{E32736E7-A622-E863-CB8E-4F0680CB8CA1}"/>
              </a:ext>
            </a:extLst>
          </p:cNvPr>
          <p:cNvSpPr txBox="1"/>
          <p:nvPr/>
        </p:nvSpPr>
        <p:spPr>
          <a:xfrm>
            <a:off x="6152446" y="1402877"/>
            <a:ext cx="570089" cy="230832"/>
          </a:xfrm>
          <a:prstGeom prst="rect">
            <a:avLst/>
          </a:prstGeom>
          <a:noFill/>
        </p:spPr>
        <p:txBody>
          <a:bodyPr wrap="square" rtlCol="0">
            <a:spAutoFit/>
          </a:bodyPr>
          <a:lstStyle/>
          <a:p>
            <a:pPr algn="ctr"/>
            <a:r>
              <a:rPr lang="en-US" sz="900" dirty="0"/>
              <a:t>75</a:t>
            </a:r>
          </a:p>
        </p:txBody>
      </p:sp>
      <p:sp>
        <p:nvSpPr>
          <p:cNvPr id="51" name="TextBox 50">
            <a:extLst>
              <a:ext uri="{FF2B5EF4-FFF2-40B4-BE49-F238E27FC236}">
                <a16:creationId xmlns:a16="http://schemas.microsoft.com/office/drawing/2014/main" id="{DA653850-6F3A-3436-ABAD-CF88AB717D10}"/>
              </a:ext>
            </a:extLst>
          </p:cNvPr>
          <p:cNvSpPr txBox="1"/>
          <p:nvPr/>
        </p:nvSpPr>
        <p:spPr>
          <a:xfrm>
            <a:off x="3138310" y="4408541"/>
            <a:ext cx="570089" cy="230832"/>
          </a:xfrm>
          <a:prstGeom prst="rect">
            <a:avLst/>
          </a:prstGeom>
          <a:noFill/>
        </p:spPr>
        <p:txBody>
          <a:bodyPr wrap="square" rtlCol="0">
            <a:spAutoFit/>
          </a:bodyPr>
          <a:lstStyle/>
          <a:p>
            <a:pPr algn="ctr"/>
            <a:r>
              <a:rPr lang="en-US" sz="900" dirty="0"/>
              <a:t>75</a:t>
            </a:r>
          </a:p>
        </p:txBody>
      </p:sp>
      <p:sp>
        <p:nvSpPr>
          <p:cNvPr id="52" name="TextBox 51">
            <a:extLst>
              <a:ext uri="{FF2B5EF4-FFF2-40B4-BE49-F238E27FC236}">
                <a16:creationId xmlns:a16="http://schemas.microsoft.com/office/drawing/2014/main" id="{6AFE5902-5216-CAFF-B68E-E90D6223A9F7}"/>
              </a:ext>
            </a:extLst>
          </p:cNvPr>
          <p:cNvSpPr txBox="1"/>
          <p:nvPr/>
        </p:nvSpPr>
        <p:spPr>
          <a:xfrm>
            <a:off x="3640666" y="3406653"/>
            <a:ext cx="570089" cy="230832"/>
          </a:xfrm>
          <a:prstGeom prst="rect">
            <a:avLst/>
          </a:prstGeom>
          <a:noFill/>
        </p:spPr>
        <p:txBody>
          <a:bodyPr wrap="square" rtlCol="0">
            <a:spAutoFit/>
          </a:bodyPr>
          <a:lstStyle/>
          <a:p>
            <a:pPr algn="ctr"/>
            <a:r>
              <a:rPr lang="en-US" sz="900" dirty="0"/>
              <a:t>2357</a:t>
            </a:r>
          </a:p>
        </p:txBody>
      </p:sp>
      <p:sp>
        <p:nvSpPr>
          <p:cNvPr id="57" name="TextBox 56">
            <a:extLst>
              <a:ext uri="{FF2B5EF4-FFF2-40B4-BE49-F238E27FC236}">
                <a16:creationId xmlns:a16="http://schemas.microsoft.com/office/drawing/2014/main" id="{5A9BF171-7756-E58D-6FD0-F1C0D025AD24}"/>
              </a:ext>
            </a:extLst>
          </p:cNvPr>
          <p:cNvSpPr txBox="1"/>
          <p:nvPr/>
        </p:nvSpPr>
        <p:spPr>
          <a:xfrm>
            <a:off x="6654802" y="2524033"/>
            <a:ext cx="570089" cy="230832"/>
          </a:xfrm>
          <a:prstGeom prst="rect">
            <a:avLst/>
          </a:prstGeom>
          <a:noFill/>
        </p:spPr>
        <p:txBody>
          <a:bodyPr wrap="square" rtlCol="0">
            <a:spAutoFit/>
          </a:bodyPr>
          <a:lstStyle/>
          <a:p>
            <a:pPr algn="ctr"/>
            <a:r>
              <a:rPr lang="en-US" sz="900" dirty="0"/>
              <a:t>2357</a:t>
            </a:r>
          </a:p>
        </p:txBody>
      </p:sp>
      <p:sp>
        <p:nvSpPr>
          <p:cNvPr id="58" name="TextBox 57">
            <a:extLst>
              <a:ext uri="{FF2B5EF4-FFF2-40B4-BE49-F238E27FC236}">
                <a16:creationId xmlns:a16="http://schemas.microsoft.com/office/drawing/2014/main" id="{775FC5F4-DE92-2200-C284-66397A5A9268}"/>
              </a:ext>
            </a:extLst>
          </p:cNvPr>
          <p:cNvSpPr txBox="1"/>
          <p:nvPr/>
        </p:nvSpPr>
        <p:spPr>
          <a:xfrm>
            <a:off x="4143022" y="1903821"/>
            <a:ext cx="570089" cy="230832"/>
          </a:xfrm>
          <a:prstGeom prst="rect">
            <a:avLst/>
          </a:prstGeom>
          <a:noFill/>
        </p:spPr>
        <p:txBody>
          <a:bodyPr wrap="square" rtlCol="0">
            <a:spAutoFit/>
          </a:bodyPr>
          <a:lstStyle/>
          <a:p>
            <a:pPr algn="ctr"/>
            <a:r>
              <a:rPr lang="en-US" sz="900" dirty="0"/>
              <a:t>75</a:t>
            </a:r>
          </a:p>
        </p:txBody>
      </p:sp>
      <p:sp>
        <p:nvSpPr>
          <p:cNvPr id="59" name="TextBox 58">
            <a:extLst>
              <a:ext uri="{FF2B5EF4-FFF2-40B4-BE49-F238E27FC236}">
                <a16:creationId xmlns:a16="http://schemas.microsoft.com/office/drawing/2014/main" id="{BCEAE148-768E-24EB-CD48-D300F81D5622}"/>
              </a:ext>
            </a:extLst>
          </p:cNvPr>
          <p:cNvSpPr txBox="1"/>
          <p:nvPr/>
        </p:nvSpPr>
        <p:spPr>
          <a:xfrm>
            <a:off x="3640666" y="2404765"/>
            <a:ext cx="570089" cy="230832"/>
          </a:xfrm>
          <a:prstGeom prst="rect">
            <a:avLst/>
          </a:prstGeom>
          <a:noFill/>
        </p:spPr>
        <p:txBody>
          <a:bodyPr wrap="square" rtlCol="0">
            <a:spAutoFit/>
          </a:bodyPr>
          <a:lstStyle/>
          <a:p>
            <a:pPr algn="ctr"/>
            <a:r>
              <a:rPr lang="en-US" sz="900" dirty="0"/>
              <a:t>2357</a:t>
            </a:r>
          </a:p>
        </p:txBody>
      </p:sp>
      <p:sp>
        <p:nvSpPr>
          <p:cNvPr id="62" name="TextBox 61">
            <a:extLst>
              <a:ext uri="{FF2B5EF4-FFF2-40B4-BE49-F238E27FC236}">
                <a16:creationId xmlns:a16="http://schemas.microsoft.com/office/drawing/2014/main" id="{E21AEB5E-2482-8D31-D01F-204807A76190}"/>
              </a:ext>
            </a:extLst>
          </p:cNvPr>
          <p:cNvSpPr txBox="1"/>
          <p:nvPr/>
        </p:nvSpPr>
        <p:spPr>
          <a:xfrm>
            <a:off x="6654802" y="2905709"/>
            <a:ext cx="570089" cy="230832"/>
          </a:xfrm>
          <a:prstGeom prst="rect">
            <a:avLst/>
          </a:prstGeom>
          <a:noFill/>
        </p:spPr>
        <p:txBody>
          <a:bodyPr wrap="square" rtlCol="0">
            <a:spAutoFit/>
          </a:bodyPr>
          <a:lstStyle/>
          <a:p>
            <a:pPr algn="ctr"/>
            <a:r>
              <a:rPr lang="en-US" sz="900" dirty="0"/>
              <a:t>2357</a:t>
            </a:r>
          </a:p>
        </p:txBody>
      </p:sp>
      <p:sp>
        <p:nvSpPr>
          <p:cNvPr id="63" name="TextBox 62">
            <a:extLst>
              <a:ext uri="{FF2B5EF4-FFF2-40B4-BE49-F238E27FC236}">
                <a16:creationId xmlns:a16="http://schemas.microsoft.com/office/drawing/2014/main" id="{83BC5816-2DF1-A027-B503-98432F92F6D5}"/>
              </a:ext>
            </a:extLst>
          </p:cNvPr>
          <p:cNvSpPr txBox="1"/>
          <p:nvPr/>
        </p:nvSpPr>
        <p:spPr>
          <a:xfrm>
            <a:off x="7157158" y="3406653"/>
            <a:ext cx="570089" cy="230832"/>
          </a:xfrm>
          <a:prstGeom prst="rect">
            <a:avLst/>
          </a:prstGeom>
          <a:noFill/>
        </p:spPr>
        <p:txBody>
          <a:bodyPr wrap="square" rtlCol="0">
            <a:spAutoFit/>
          </a:bodyPr>
          <a:lstStyle/>
          <a:p>
            <a:pPr algn="ctr"/>
            <a:r>
              <a:rPr lang="en-US" sz="900" dirty="0"/>
              <a:t>75</a:t>
            </a:r>
          </a:p>
        </p:txBody>
      </p:sp>
      <p:sp>
        <p:nvSpPr>
          <p:cNvPr id="66" name="TextBox 65">
            <a:extLst>
              <a:ext uri="{FF2B5EF4-FFF2-40B4-BE49-F238E27FC236}">
                <a16:creationId xmlns:a16="http://schemas.microsoft.com/office/drawing/2014/main" id="{98F655EF-4230-9A50-16F7-E52045A2B423}"/>
              </a:ext>
            </a:extLst>
          </p:cNvPr>
          <p:cNvSpPr txBox="1"/>
          <p:nvPr/>
        </p:nvSpPr>
        <p:spPr>
          <a:xfrm>
            <a:off x="5147734" y="2524033"/>
            <a:ext cx="570089" cy="230832"/>
          </a:xfrm>
          <a:prstGeom prst="rect">
            <a:avLst/>
          </a:prstGeom>
          <a:noFill/>
        </p:spPr>
        <p:txBody>
          <a:bodyPr wrap="square" rtlCol="0">
            <a:spAutoFit/>
          </a:bodyPr>
          <a:lstStyle/>
          <a:p>
            <a:pPr algn="ctr"/>
            <a:r>
              <a:rPr lang="en-US" sz="900" dirty="0"/>
              <a:t>257</a:t>
            </a:r>
          </a:p>
        </p:txBody>
      </p:sp>
      <p:sp>
        <p:nvSpPr>
          <p:cNvPr id="68" name="TextBox 67">
            <a:extLst>
              <a:ext uri="{FF2B5EF4-FFF2-40B4-BE49-F238E27FC236}">
                <a16:creationId xmlns:a16="http://schemas.microsoft.com/office/drawing/2014/main" id="{6558652C-11A7-A4F6-7450-71836C9F0D98}"/>
              </a:ext>
            </a:extLst>
          </p:cNvPr>
          <p:cNvSpPr txBox="1"/>
          <p:nvPr/>
        </p:nvSpPr>
        <p:spPr>
          <a:xfrm>
            <a:off x="6654802" y="4527809"/>
            <a:ext cx="570089" cy="230832"/>
          </a:xfrm>
          <a:prstGeom prst="rect">
            <a:avLst/>
          </a:prstGeom>
          <a:noFill/>
        </p:spPr>
        <p:txBody>
          <a:bodyPr wrap="square" rtlCol="0">
            <a:spAutoFit/>
          </a:bodyPr>
          <a:lstStyle/>
          <a:p>
            <a:pPr algn="ctr"/>
            <a:r>
              <a:rPr lang="en-US" sz="900" dirty="0"/>
              <a:t>257</a:t>
            </a:r>
          </a:p>
        </p:txBody>
      </p:sp>
      <p:sp>
        <p:nvSpPr>
          <p:cNvPr id="70" name="TextBox 69">
            <a:extLst>
              <a:ext uri="{FF2B5EF4-FFF2-40B4-BE49-F238E27FC236}">
                <a16:creationId xmlns:a16="http://schemas.microsoft.com/office/drawing/2014/main" id="{12C3B41E-0653-2984-20B6-0584ADA25F2D}"/>
              </a:ext>
            </a:extLst>
          </p:cNvPr>
          <p:cNvSpPr txBox="1"/>
          <p:nvPr/>
        </p:nvSpPr>
        <p:spPr>
          <a:xfrm>
            <a:off x="5650090" y="2285497"/>
            <a:ext cx="570089" cy="230832"/>
          </a:xfrm>
          <a:prstGeom prst="rect">
            <a:avLst/>
          </a:prstGeom>
          <a:noFill/>
        </p:spPr>
        <p:txBody>
          <a:bodyPr wrap="square" rtlCol="0">
            <a:spAutoFit/>
          </a:bodyPr>
          <a:lstStyle/>
          <a:p>
            <a:pPr algn="ctr"/>
            <a:r>
              <a:rPr lang="en-US" sz="900" dirty="0"/>
              <a:t>37</a:t>
            </a:r>
          </a:p>
        </p:txBody>
      </p:sp>
      <p:sp>
        <p:nvSpPr>
          <p:cNvPr id="71" name="TextBox 70">
            <a:extLst>
              <a:ext uri="{FF2B5EF4-FFF2-40B4-BE49-F238E27FC236}">
                <a16:creationId xmlns:a16="http://schemas.microsoft.com/office/drawing/2014/main" id="{492C2E2A-FED0-65D2-D458-0D040024E162}"/>
              </a:ext>
            </a:extLst>
          </p:cNvPr>
          <p:cNvSpPr txBox="1"/>
          <p:nvPr/>
        </p:nvSpPr>
        <p:spPr>
          <a:xfrm>
            <a:off x="5147734" y="2905709"/>
            <a:ext cx="570089" cy="230832"/>
          </a:xfrm>
          <a:prstGeom prst="rect">
            <a:avLst/>
          </a:prstGeom>
          <a:noFill/>
        </p:spPr>
        <p:txBody>
          <a:bodyPr wrap="square" rtlCol="0">
            <a:spAutoFit/>
          </a:bodyPr>
          <a:lstStyle/>
          <a:p>
            <a:pPr algn="ctr"/>
            <a:r>
              <a:rPr lang="en-US" sz="900" dirty="0"/>
              <a:t>257</a:t>
            </a:r>
          </a:p>
        </p:txBody>
      </p:sp>
      <p:sp>
        <p:nvSpPr>
          <p:cNvPr id="74" name="TextBox 73">
            <a:extLst>
              <a:ext uri="{FF2B5EF4-FFF2-40B4-BE49-F238E27FC236}">
                <a16:creationId xmlns:a16="http://schemas.microsoft.com/office/drawing/2014/main" id="{1D52AB0D-1E60-1B67-AB97-C592A438E1E2}"/>
              </a:ext>
            </a:extLst>
          </p:cNvPr>
          <p:cNvSpPr txBox="1"/>
          <p:nvPr/>
        </p:nvSpPr>
        <p:spPr>
          <a:xfrm>
            <a:off x="6152446" y="4527809"/>
            <a:ext cx="570089" cy="230832"/>
          </a:xfrm>
          <a:prstGeom prst="rect">
            <a:avLst/>
          </a:prstGeom>
          <a:noFill/>
        </p:spPr>
        <p:txBody>
          <a:bodyPr wrap="square" rtlCol="0">
            <a:spAutoFit/>
          </a:bodyPr>
          <a:lstStyle/>
          <a:p>
            <a:pPr algn="ctr"/>
            <a:r>
              <a:rPr lang="en-US" sz="900" dirty="0"/>
              <a:t>257</a:t>
            </a:r>
          </a:p>
        </p:txBody>
      </p:sp>
      <p:sp>
        <p:nvSpPr>
          <p:cNvPr id="75" name="TextBox 74">
            <a:extLst>
              <a:ext uri="{FF2B5EF4-FFF2-40B4-BE49-F238E27FC236}">
                <a16:creationId xmlns:a16="http://schemas.microsoft.com/office/drawing/2014/main" id="{DB9570B0-9C73-09AF-3F89-6F8A4FDCFE02}"/>
              </a:ext>
            </a:extLst>
          </p:cNvPr>
          <p:cNvSpPr txBox="1"/>
          <p:nvPr/>
        </p:nvSpPr>
        <p:spPr>
          <a:xfrm>
            <a:off x="6654802" y="3788329"/>
            <a:ext cx="570089" cy="230832"/>
          </a:xfrm>
          <a:prstGeom prst="rect">
            <a:avLst/>
          </a:prstGeom>
          <a:noFill/>
        </p:spPr>
        <p:txBody>
          <a:bodyPr wrap="square" rtlCol="0">
            <a:spAutoFit/>
          </a:bodyPr>
          <a:lstStyle/>
          <a:p>
            <a:pPr algn="ctr"/>
            <a:r>
              <a:rPr lang="en-US" sz="900" dirty="0"/>
              <a:t>37</a:t>
            </a:r>
          </a:p>
        </p:txBody>
      </p:sp>
      <p:sp>
        <p:nvSpPr>
          <p:cNvPr id="73" name="TextBox 72">
            <a:extLst>
              <a:ext uri="{FF2B5EF4-FFF2-40B4-BE49-F238E27FC236}">
                <a16:creationId xmlns:a16="http://schemas.microsoft.com/office/drawing/2014/main" id="{84E5B570-0756-2E69-6B6B-E28B8778C589}"/>
              </a:ext>
            </a:extLst>
          </p:cNvPr>
          <p:cNvSpPr txBox="1"/>
          <p:nvPr/>
        </p:nvSpPr>
        <p:spPr>
          <a:xfrm>
            <a:off x="5147734" y="3287385"/>
            <a:ext cx="570089" cy="230832"/>
          </a:xfrm>
          <a:prstGeom prst="rect">
            <a:avLst/>
          </a:prstGeom>
          <a:noFill/>
        </p:spPr>
        <p:txBody>
          <a:bodyPr wrap="square" rtlCol="0">
            <a:spAutoFit/>
          </a:bodyPr>
          <a:lstStyle/>
          <a:p>
            <a:pPr algn="ctr"/>
            <a:r>
              <a:rPr lang="en-US" sz="900" dirty="0"/>
              <a:t>357</a:t>
            </a:r>
          </a:p>
        </p:txBody>
      </p:sp>
      <p:sp>
        <p:nvSpPr>
          <p:cNvPr id="78" name="TextBox 77">
            <a:extLst>
              <a:ext uri="{FF2B5EF4-FFF2-40B4-BE49-F238E27FC236}">
                <a16:creationId xmlns:a16="http://schemas.microsoft.com/office/drawing/2014/main" id="{1140EFDF-08B9-E87A-6034-91138B9FDD1A}"/>
              </a:ext>
            </a:extLst>
          </p:cNvPr>
          <p:cNvSpPr txBox="1"/>
          <p:nvPr/>
        </p:nvSpPr>
        <p:spPr>
          <a:xfrm>
            <a:off x="6152446" y="3788329"/>
            <a:ext cx="570089" cy="230832"/>
          </a:xfrm>
          <a:prstGeom prst="rect">
            <a:avLst/>
          </a:prstGeom>
          <a:noFill/>
        </p:spPr>
        <p:txBody>
          <a:bodyPr wrap="square" rtlCol="0">
            <a:spAutoFit/>
          </a:bodyPr>
          <a:lstStyle/>
          <a:p>
            <a:pPr algn="ctr"/>
            <a:r>
              <a:rPr lang="en-US" sz="900" dirty="0"/>
              <a:t>357</a:t>
            </a:r>
          </a:p>
        </p:txBody>
      </p:sp>
      <p:sp>
        <p:nvSpPr>
          <p:cNvPr id="79" name="TextBox 78">
            <a:extLst>
              <a:ext uri="{FF2B5EF4-FFF2-40B4-BE49-F238E27FC236}">
                <a16:creationId xmlns:a16="http://schemas.microsoft.com/office/drawing/2014/main" id="{A5B99D0B-3089-DB14-9FDE-8DACA36FC4D4}"/>
              </a:ext>
            </a:extLst>
          </p:cNvPr>
          <p:cNvSpPr txBox="1"/>
          <p:nvPr/>
        </p:nvSpPr>
        <p:spPr>
          <a:xfrm>
            <a:off x="6214537" y="3237891"/>
            <a:ext cx="462845" cy="584775"/>
          </a:xfrm>
          <a:prstGeom prst="rect">
            <a:avLst/>
          </a:prstGeom>
          <a:noFill/>
        </p:spPr>
        <p:txBody>
          <a:bodyPr wrap="square" rtlCol="0">
            <a:spAutoFit/>
          </a:bodyPr>
          <a:lstStyle/>
          <a:p>
            <a:pPr algn="ctr"/>
            <a:r>
              <a:rPr lang="en-US" sz="3200" dirty="0"/>
              <a:t>9</a:t>
            </a:r>
          </a:p>
        </p:txBody>
      </p:sp>
      <p:sp>
        <p:nvSpPr>
          <p:cNvPr id="48" name="TextBox 47">
            <a:extLst>
              <a:ext uri="{FF2B5EF4-FFF2-40B4-BE49-F238E27FC236}">
                <a16:creationId xmlns:a16="http://schemas.microsoft.com/office/drawing/2014/main" id="{B6928BDF-731B-52F4-48CF-E8A66E819642}"/>
              </a:ext>
            </a:extLst>
          </p:cNvPr>
          <p:cNvSpPr txBox="1"/>
          <p:nvPr/>
        </p:nvSpPr>
        <p:spPr>
          <a:xfrm>
            <a:off x="3716867" y="1727886"/>
            <a:ext cx="462845" cy="584775"/>
          </a:xfrm>
          <a:prstGeom prst="rect">
            <a:avLst/>
          </a:prstGeom>
          <a:noFill/>
        </p:spPr>
        <p:txBody>
          <a:bodyPr wrap="square" rtlCol="0">
            <a:spAutoFit/>
          </a:bodyPr>
          <a:lstStyle/>
          <a:p>
            <a:pPr algn="ctr"/>
            <a:r>
              <a:rPr lang="en-US" sz="3200" dirty="0"/>
              <a:t>4</a:t>
            </a:r>
          </a:p>
        </p:txBody>
      </p:sp>
      <p:sp>
        <p:nvSpPr>
          <p:cNvPr id="49" name="TextBox 48">
            <a:extLst>
              <a:ext uri="{FF2B5EF4-FFF2-40B4-BE49-F238E27FC236}">
                <a16:creationId xmlns:a16="http://schemas.microsoft.com/office/drawing/2014/main" id="{8C165B91-EB06-7112-C701-EAA633C61AB8}"/>
              </a:ext>
            </a:extLst>
          </p:cNvPr>
          <p:cNvSpPr txBox="1"/>
          <p:nvPr/>
        </p:nvSpPr>
        <p:spPr>
          <a:xfrm>
            <a:off x="5715003" y="3237891"/>
            <a:ext cx="462845" cy="584775"/>
          </a:xfrm>
          <a:prstGeom prst="rect">
            <a:avLst/>
          </a:prstGeom>
          <a:noFill/>
        </p:spPr>
        <p:txBody>
          <a:bodyPr wrap="square" rtlCol="0">
            <a:spAutoFit/>
          </a:bodyPr>
          <a:lstStyle/>
          <a:p>
            <a:pPr algn="ctr"/>
            <a:r>
              <a:rPr lang="en-US" sz="3200" dirty="0"/>
              <a:t>4</a:t>
            </a:r>
          </a:p>
        </p:txBody>
      </p:sp>
      <p:sp>
        <p:nvSpPr>
          <p:cNvPr id="46" name="TextBox 45">
            <a:extLst>
              <a:ext uri="{FF2B5EF4-FFF2-40B4-BE49-F238E27FC236}">
                <a16:creationId xmlns:a16="http://schemas.microsoft.com/office/drawing/2014/main" id="{ECCDD41A-2C60-A42C-42E2-E0300F72BD34}"/>
              </a:ext>
            </a:extLst>
          </p:cNvPr>
          <p:cNvSpPr txBox="1"/>
          <p:nvPr/>
        </p:nvSpPr>
        <p:spPr>
          <a:xfrm>
            <a:off x="3217333" y="721216"/>
            <a:ext cx="462845" cy="584775"/>
          </a:xfrm>
          <a:prstGeom prst="rect">
            <a:avLst/>
          </a:prstGeom>
          <a:noFill/>
        </p:spPr>
        <p:txBody>
          <a:bodyPr wrap="square" rtlCol="0">
            <a:spAutoFit/>
          </a:bodyPr>
          <a:lstStyle/>
          <a:p>
            <a:pPr algn="ctr"/>
            <a:r>
              <a:rPr lang="en-US" sz="3200" dirty="0"/>
              <a:t>9</a:t>
            </a:r>
          </a:p>
        </p:txBody>
      </p:sp>
      <p:sp>
        <p:nvSpPr>
          <p:cNvPr id="47" name="TextBox 46">
            <a:extLst>
              <a:ext uri="{FF2B5EF4-FFF2-40B4-BE49-F238E27FC236}">
                <a16:creationId xmlns:a16="http://schemas.microsoft.com/office/drawing/2014/main" id="{24947D46-14BF-9231-B06B-5A73DA526CDA}"/>
              </a:ext>
            </a:extLst>
          </p:cNvPr>
          <p:cNvSpPr txBox="1"/>
          <p:nvPr/>
        </p:nvSpPr>
        <p:spPr>
          <a:xfrm>
            <a:off x="7213604" y="4747898"/>
            <a:ext cx="462845" cy="584775"/>
          </a:xfrm>
          <a:prstGeom prst="rect">
            <a:avLst/>
          </a:prstGeom>
          <a:noFill/>
        </p:spPr>
        <p:txBody>
          <a:bodyPr wrap="square" rtlCol="0">
            <a:spAutoFit/>
          </a:bodyPr>
          <a:lstStyle/>
          <a:p>
            <a:pPr algn="ctr"/>
            <a:r>
              <a:rPr lang="en-US" sz="3200" dirty="0"/>
              <a:t>1</a:t>
            </a:r>
          </a:p>
        </p:txBody>
      </p:sp>
      <p:sp>
        <p:nvSpPr>
          <p:cNvPr id="60" name="TextBox 59">
            <a:extLst>
              <a:ext uri="{FF2B5EF4-FFF2-40B4-BE49-F238E27FC236}">
                <a16:creationId xmlns:a16="http://schemas.microsoft.com/office/drawing/2014/main" id="{4C9E3D64-D31B-0D42-7D1D-9E829446D59E}"/>
              </a:ext>
            </a:extLst>
          </p:cNvPr>
          <p:cNvSpPr txBox="1"/>
          <p:nvPr/>
        </p:nvSpPr>
        <p:spPr>
          <a:xfrm>
            <a:off x="7213604" y="2734556"/>
            <a:ext cx="462845" cy="584775"/>
          </a:xfrm>
          <a:prstGeom prst="rect">
            <a:avLst/>
          </a:prstGeom>
          <a:noFill/>
        </p:spPr>
        <p:txBody>
          <a:bodyPr wrap="square" rtlCol="0">
            <a:spAutoFit/>
          </a:bodyPr>
          <a:lstStyle/>
          <a:p>
            <a:pPr algn="ctr"/>
            <a:r>
              <a:rPr lang="en-US" sz="3200" dirty="0"/>
              <a:t>6</a:t>
            </a:r>
          </a:p>
        </p:txBody>
      </p:sp>
      <p:sp>
        <p:nvSpPr>
          <p:cNvPr id="61" name="TextBox 60">
            <a:extLst>
              <a:ext uri="{FF2B5EF4-FFF2-40B4-BE49-F238E27FC236}">
                <a16:creationId xmlns:a16="http://schemas.microsoft.com/office/drawing/2014/main" id="{40DEBFE2-615E-53B5-8A61-BA43B87FABB1}"/>
              </a:ext>
            </a:extLst>
          </p:cNvPr>
          <p:cNvSpPr txBox="1"/>
          <p:nvPr/>
        </p:nvSpPr>
        <p:spPr>
          <a:xfrm>
            <a:off x="3640666" y="901933"/>
            <a:ext cx="570089" cy="230832"/>
          </a:xfrm>
          <a:prstGeom prst="rect">
            <a:avLst/>
          </a:prstGeom>
          <a:noFill/>
        </p:spPr>
        <p:txBody>
          <a:bodyPr wrap="square" rtlCol="0">
            <a:spAutoFit/>
          </a:bodyPr>
          <a:lstStyle/>
          <a:p>
            <a:pPr algn="ctr"/>
            <a:r>
              <a:rPr lang="en-US" sz="900" dirty="0"/>
              <a:t>28</a:t>
            </a:r>
          </a:p>
        </p:txBody>
      </p:sp>
      <p:sp>
        <p:nvSpPr>
          <p:cNvPr id="64" name="TextBox 63">
            <a:extLst>
              <a:ext uri="{FF2B5EF4-FFF2-40B4-BE49-F238E27FC236}">
                <a16:creationId xmlns:a16="http://schemas.microsoft.com/office/drawing/2014/main" id="{862E348D-14D8-B12B-492F-5849565C84F5}"/>
              </a:ext>
            </a:extLst>
          </p:cNvPr>
          <p:cNvSpPr txBox="1"/>
          <p:nvPr/>
        </p:nvSpPr>
        <p:spPr>
          <a:xfrm>
            <a:off x="5147734" y="901933"/>
            <a:ext cx="570089" cy="230832"/>
          </a:xfrm>
          <a:prstGeom prst="rect">
            <a:avLst/>
          </a:prstGeom>
          <a:noFill/>
        </p:spPr>
        <p:txBody>
          <a:bodyPr wrap="square" rtlCol="0">
            <a:spAutoFit/>
          </a:bodyPr>
          <a:lstStyle/>
          <a:p>
            <a:pPr algn="ctr"/>
            <a:r>
              <a:rPr lang="en-US" sz="900" dirty="0"/>
              <a:t>82</a:t>
            </a:r>
          </a:p>
        </p:txBody>
      </p:sp>
      <p:sp>
        <p:nvSpPr>
          <p:cNvPr id="65" name="TextBox 64">
            <a:extLst>
              <a:ext uri="{FF2B5EF4-FFF2-40B4-BE49-F238E27FC236}">
                <a16:creationId xmlns:a16="http://schemas.microsoft.com/office/drawing/2014/main" id="{2CD8769E-1EAA-F03C-6E99-F6B732E3EDA9}"/>
              </a:ext>
            </a:extLst>
          </p:cNvPr>
          <p:cNvSpPr txBox="1"/>
          <p:nvPr/>
        </p:nvSpPr>
        <p:spPr>
          <a:xfrm>
            <a:off x="3640666" y="1402877"/>
            <a:ext cx="570089" cy="230832"/>
          </a:xfrm>
          <a:prstGeom prst="rect">
            <a:avLst/>
          </a:prstGeom>
          <a:noFill/>
        </p:spPr>
        <p:txBody>
          <a:bodyPr wrap="square" rtlCol="0">
            <a:spAutoFit/>
          </a:bodyPr>
          <a:lstStyle/>
          <a:p>
            <a:pPr algn="ctr"/>
            <a:r>
              <a:rPr lang="en-US" sz="900" dirty="0"/>
              <a:t>238</a:t>
            </a:r>
          </a:p>
        </p:txBody>
      </p:sp>
      <p:sp>
        <p:nvSpPr>
          <p:cNvPr id="67" name="TextBox 66">
            <a:extLst>
              <a:ext uri="{FF2B5EF4-FFF2-40B4-BE49-F238E27FC236}">
                <a16:creationId xmlns:a16="http://schemas.microsoft.com/office/drawing/2014/main" id="{A11742A0-108C-C7D4-F97B-78E8F8E85564}"/>
              </a:ext>
            </a:extLst>
          </p:cNvPr>
          <p:cNvSpPr txBox="1"/>
          <p:nvPr/>
        </p:nvSpPr>
        <p:spPr>
          <a:xfrm>
            <a:off x="5147734" y="1402877"/>
            <a:ext cx="570089" cy="230832"/>
          </a:xfrm>
          <a:prstGeom prst="rect">
            <a:avLst/>
          </a:prstGeom>
          <a:noFill/>
        </p:spPr>
        <p:txBody>
          <a:bodyPr wrap="square" rtlCol="0">
            <a:spAutoFit/>
          </a:bodyPr>
          <a:lstStyle/>
          <a:p>
            <a:pPr algn="ctr"/>
            <a:r>
              <a:rPr lang="en-US" sz="900" dirty="0"/>
              <a:t>268</a:t>
            </a:r>
          </a:p>
        </p:txBody>
      </p:sp>
      <p:sp>
        <p:nvSpPr>
          <p:cNvPr id="69" name="TextBox 68">
            <a:extLst>
              <a:ext uri="{FF2B5EF4-FFF2-40B4-BE49-F238E27FC236}">
                <a16:creationId xmlns:a16="http://schemas.microsoft.com/office/drawing/2014/main" id="{C2F7D701-06AE-6FE0-DB09-A80287868A4D}"/>
              </a:ext>
            </a:extLst>
          </p:cNvPr>
          <p:cNvSpPr txBox="1"/>
          <p:nvPr/>
        </p:nvSpPr>
        <p:spPr>
          <a:xfrm>
            <a:off x="5650090" y="1402877"/>
            <a:ext cx="570089" cy="230832"/>
          </a:xfrm>
          <a:prstGeom prst="rect">
            <a:avLst/>
          </a:prstGeom>
          <a:noFill/>
        </p:spPr>
        <p:txBody>
          <a:bodyPr wrap="square" rtlCol="0">
            <a:spAutoFit/>
          </a:bodyPr>
          <a:lstStyle/>
          <a:p>
            <a:pPr algn="ctr"/>
            <a:r>
              <a:rPr lang="en-US" sz="900" dirty="0"/>
              <a:t>268</a:t>
            </a:r>
          </a:p>
        </p:txBody>
      </p:sp>
      <p:sp>
        <p:nvSpPr>
          <p:cNvPr id="77" name="TextBox 76">
            <a:extLst>
              <a:ext uri="{FF2B5EF4-FFF2-40B4-BE49-F238E27FC236}">
                <a16:creationId xmlns:a16="http://schemas.microsoft.com/office/drawing/2014/main" id="{CB72E86A-F888-87DC-2CD8-564B91DC1E09}"/>
              </a:ext>
            </a:extLst>
          </p:cNvPr>
          <p:cNvSpPr txBox="1"/>
          <p:nvPr/>
        </p:nvSpPr>
        <p:spPr>
          <a:xfrm>
            <a:off x="3138310" y="1402877"/>
            <a:ext cx="570089" cy="230832"/>
          </a:xfrm>
          <a:prstGeom prst="rect">
            <a:avLst/>
          </a:prstGeom>
          <a:noFill/>
        </p:spPr>
        <p:txBody>
          <a:bodyPr wrap="square" rtlCol="0">
            <a:spAutoFit/>
          </a:bodyPr>
          <a:lstStyle/>
          <a:p>
            <a:pPr algn="ctr"/>
            <a:r>
              <a:rPr lang="en-US" sz="900" dirty="0"/>
              <a:t>23</a:t>
            </a:r>
          </a:p>
        </p:txBody>
      </p:sp>
      <p:sp>
        <p:nvSpPr>
          <p:cNvPr id="83" name="TextBox 82">
            <a:extLst>
              <a:ext uri="{FF2B5EF4-FFF2-40B4-BE49-F238E27FC236}">
                <a16:creationId xmlns:a16="http://schemas.microsoft.com/office/drawing/2014/main" id="{086B0279-D6AE-5DED-2F50-A9C46AEA72F8}"/>
              </a:ext>
            </a:extLst>
          </p:cNvPr>
          <p:cNvSpPr txBox="1"/>
          <p:nvPr/>
        </p:nvSpPr>
        <p:spPr>
          <a:xfrm>
            <a:off x="4645378" y="1903821"/>
            <a:ext cx="570089" cy="230832"/>
          </a:xfrm>
          <a:prstGeom prst="rect">
            <a:avLst/>
          </a:prstGeom>
          <a:noFill/>
        </p:spPr>
        <p:txBody>
          <a:bodyPr wrap="square" rtlCol="0">
            <a:spAutoFit/>
          </a:bodyPr>
          <a:lstStyle/>
          <a:p>
            <a:pPr algn="ctr"/>
            <a:r>
              <a:rPr lang="en-US" sz="900" dirty="0"/>
              <a:t>13</a:t>
            </a:r>
          </a:p>
        </p:txBody>
      </p:sp>
      <p:sp>
        <p:nvSpPr>
          <p:cNvPr id="84" name="TextBox 83">
            <a:extLst>
              <a:ext uri="{FF2B5EF4-FFF2-40B4-BE49-F238E27FC236}">
                <a16:creationId xmlns:a16="http://schemas.microsoft.com/office/drawing/2014/main" id="{CABDD244-6E2B-668E-2C4B-D59E3E9B6A7A}"/>
              </a:ext>
            </a:extLst>
          </p:cNvPr>
          <p:cNvSpPr txBox="1"/>
          <p:nvPr/>
        </p:nvSpPr>
        <p:spPr>
          <a:xfrm>
            <a:off x="5650090" y="1903821"/>
            <a:ext cx="570089" cy="230832"/>
          </a:xfrm>
          <a:prstGeom prst="rect">
            <a:avLst/>
          </a:prstGeom>
          <a:noFill/>
        </p:spPr>
        <p:txBody>
          <a:bodyPr wrap="square" rtlCol="0">
            <a:spAutoFit/>
          </a:bodyPr>
          <a:lstStyle/>
          <a:p>
            <a:pPr algn="ctr"/>
            <a:r>
              <a:rPr lang="en-US" sz="900" dirty="0"/>
              <a:t>31</a:t>
            </a:r>
          </a:p>
        </p:txBody>
      </p:sp>
      <p:sp>
        <p:nvSpPr>
          <p:cNvPr id="85" name="TextBox 84">
            <a:extLst>
              <a:ext uri="{FF2B5EF4-FFF2-40B4-BE49-F238E27FC236}">
                <a16:creationId xmlns:a16="http://schemas.microsoft.com/office/drawing/2014/main" id="{5B555D3C-67B1-3B5D-77BB-637A77B9714A}"/>
              </a:ext>
            </a:extLst>
          </p:cNvPr>
          <p:cNvSpPr txBox="1"/>
          <p:nvPr/>
        </p:nvSpPr>
        <p:spPr>
          <a:xfrm>
            <a:off x="3138310" y="1903821"/>
            <a:ext cx="570089" cy="230832"/>
          </a:xfrm>
          <a:prstGeom prst="rect">
            <a:avLst/>
          </a:prstGeom>
          <a:noFill/>
        </p:spPr>
        <p:txBody>
          <a:bodyPr wrap="square" rtlCol="0">
            <a:spAutoFit/>
          </a:bodyPr>
          <a:lstStyle/>
          <a:p>
            <a:pPr algn="ctr"/>
            <a:r>
              <a:rPr lang="en-US" sz="900" dirty="0"/>
              <a:t>57</a:t>
            </a:r>
          </a:p>
        </p:txBody>
      </p:sp>
      <p:sp>
        <p:nvSpPr>
          <p:cNvPr id="87" name="TextBox 86">
            <a:extLst>
              <a:ext uri="{FF2B5EF4-FFF2-40B4-BE49-F238E27FC236}">
                <a16:creationId xmlns:a16="http://schemas.microsoft.com/office/drawing/2014/main" id="{F5A7C689-694B-C1FC-65CD-568181E5626F}"/>
              </a:ext>
            </a:extLst>
          </p:cNvPr>
          <p:cNvSpPr txBox="1"/>
          <p:nvPr/>
        </p:nvSpPr>
        <p:spPr>
          <a:xfrm>
            <a:off x="3138310" y="3406653"/>
            <a:ext cx="570089" cy="230832"/>
          </a:xfrm>
          <a:prstGeom prst="rect">
            <a:avLst/>
          </a:prstGeom>
          <a:noFill/>
        </p:spPr>
        <p:txBody>
          <a:bodyPr wrap="square" rtlCol="0">
            <a:spAutoFit/>
          </a:bodyPr>
          <a:lstStyle/>
          <a:p>
            <a:pPr algn="ctr"/>
            <a:r>
              <a:rPr lang="en-US" sz="900" dirty="0"/>
              <a:t>236</a:t>
            </a:r>
          </a:p>
        </p:txBody>
      </p:sp>
      <p:sp>
        <p:nvSpPr>
          <p:cNvPr id="89" name="TextBox 88">
            <a:extLst>
              <a:ext uri="{FF2B5EF4-FFF2-40B4-BE49-F238E27FC236}">
                <a16:creationId xmlns:a16="http://schemas.microsoft.com/office/drawing/2014/main" id="{149EAEF3-6F0A-3611-2675-796365B68A81}"/>
              </a:ext>
            </a:extLst>
          </p:cNvPr>
          <p:cNvSpPr txBox="1"/>
          <p:nvPr/>
        </p:nvSpPr>
        <p:spPr>
          <a:xfrm>
            <a:off x="4645378" y="4909484"/>
            <a:ext cx="570089" cy="230832"/>
          </a:xfrm>
          <a:prstGeom prst="rect">
            <a:avLst/>
          </a:prstGeom>
          <a:noFill/>
        </p:spPr>
        <p:txBody>
          <a:bodyPr wrap="square" rtlCol="0">
            <a:spAutoFit/>
          </a:bodyPr>
          <a:lstStyle/>
          <a:p>
            <a:pPr algn="ctr"/>
            <a:r>
              <a:rPr lang="en-US" sz="900" dirty="0"/>
              <a:t>235</a:t>
            </a:r>
          </a:p>
        </p:txBody>
      </p:sp>
      <p:sp>
        <p:nvSpPr>
          <p:cNvPr id="90" name="TextBox 89">
            <a:extLst>
              <a:ext uri="{FF2B5EF4-FFF2-40B4-BE49-F238E27FC236}">
                <a16:creationId xmlns:a16="http://schemas.microsoft.com/office/drawing/2014/main" id="{CCE738B8-403D-A7AA-99D2-AF482154723E}"/>
              </a:ext>
            </a:extLst>
          </p:cNvPr>
          <p:cNvSpPr txBox="1"/>
          <p:nvPr/>
        </p:nvSpPr>
        <p:spPr>
          <a:xfrm>
            <a:off x="5147734" y="4909484"/>
            <a:ext cx="570089" cy="230832"/>
          </a:xfrm>
          <a:prstGeom prst="rect">
            <a:avLst/>
          </a:prstGeom>
          <a:noFill/>
        </p:spPr>
        <p:txBody>
          <a:bodyPr wrap="square" rtlCol="0">
            <a:spAutoFit/>
          </a:bodyPr>
          <a:lstStyle/>
          <a:p>
            <a:pPr algn="ctr"/>
            <a:r>
              <a:rPr lang="en-US" sz="900" dirty="0"/>
              <a:t>2357</a:t>
            </a:r>
          </a:p>
        </p:txBody>
      </p:sp>
      <p:sp>
        <p:nvSpPr>
          <p:cNvPr id="91" name="TextBox 90">
            <a:extLst>
              <a:ext uri="{FF2B5EF4-FFF2-40B4-BE49-F238E27FC236}">
                <a16:creationId xmlns:a16="http://schemas.microsoft.com/office/drawing/2014/main" id="{07E061E1-248E-AB57-A0DE-562E9EF174B1}"/>
              </a:ext>
            </a:extLst>
          </p:cNvPr>
          <p:cNvSpPr txBox="1"/>
          <p:nvPr/>
        </p:nvSpPr>
        <p:spPr>
          <a:xfrm>
            <a:off x="5650090" y="4909484"/>
            <a:ext cx="570089" cy="230832"/>
          </a:xfrm>
          <a:prstGeom prst="rect">
            <a:avLst/>
          </a:prstGeom>
          <a:noFill/>
        </p:spPr>
        <p:txBody>
          <a:bodyPr wrap="square" rtlCol="0">
            <a:spAutoFit/>
          </a:bodyPr>
          <a:lstStyle/>
          <a:p>
            <a:pPr algn="ctr"/>
            <a:r>
              <a:rPr lang="en-US" sz="900" dirty="0"/>
              <a:t>237</a:t>
            </a:r>
          </a:p>
        </p:txBody>
      </p:sp>
      <p:sp>
        <p:nvSpPr>
          <p:cNvPr id="94" name="TextBox 93">
            <a:extLst>
              <a:ext uri="{FF2B5EF4-FFF2-40B4-BE49-F238E27FC236}">
                <a16:creationId xmlns:a16="http://schemas.microsoft.com/office/drawing/2014/main" id="{7DC86DAB-B310-4CA3-0AE3-2EB7A9980880}"/>
              </a:ext>
            </a:extLst>
          </p:cNvPr>
          <p:cNvSpPr txBox="1"/>
          <p:nvPr/>
        </p:nvSpPr>
        <p:spPr>
          <a:xfrm>
            <a:off x="6152446" y="2905709"/>
            <a:ext cx="570089" cy="230832"/>
          </a:xfrm>
          <a:prstGeom prst="rect">
            <a:avLst/>
          </a:prstGeom>
          <a:noFill/>
        </p:spPr>
        <p:txBody>
          <a:bodyPr wrap="square" rtlCol="0">
            <a:spAutoFit/>
          </a:bodyPr>
          <a:lstStyle/>
          <a:p>
            <a:pPr algn="ctr"/>
            <a:r>
              <a:rPr lang="en-US" sz="900" dirty="0"/>
              <a:t>2357</a:t>
            </a:r>
          </a:p>
        </p:txBody>
      </p:sp>
      <p:sp>
        <p:nvSpPr>
          <p:cNvPr id="95" name="TextBox 94">
            <a:extLst>
              <a:ext uri="{FF2B5EF4-FFF2-40B4-BE49-F238E27FC236}">
                <a16:creationId xmlns:a16="http://schemas.microsoft.com/office/drawing/2014/main" id="{23E1F080-790B-BC65-F38D-A1A062FEEA82}"/>
              </a:ext>
            </a:extLst>
          </p:cNvPr>
          <p:cNvSpPr txBox="1"/>
          <p:nvPr/>
        </p:nvSpPr>
        <p:spPr>
          <a:xfrm>
            <a:off x="3640666" y="2905709"/>
            <a:ext cx="570089" cy="230832"/>
          </a:xfrm>
          <a:prstGeom prst="rect">
            <a:avLst/>
          </a:prstGeom>
          <a:noFill/>
        </p:spPr>
        <p:txBody>
          <a:bodyPr wrap="square" rtlCol="0">
            <a:spAutoFit/>
          </a:bodyPr>
          <a:lstStyle/>
          <a:p>
            <a:pPr algn="ctr"/>
            <a:r>
              <a:rPr lang="en-US" sz="900" dirty="0"/>
              <a:t>75</a:t>
            </a:r>
          </a:p>
        </p:txBody>
      </p:sp>
      <p:sp>
        <p:nvSpPr>
          <p:cNvPr id="96" name="TextBox 95">
            <a:extLst>
              <a:ext uri="{FF2B5EF4-FFF2-40B4-BE49-F238E27FC236}">
                <a16:creationId xmlns:a16="http://schemas.microsoft.com/office/drawing/2014/main" id="{94617C12-2C00-9EA6-D8E1-6E99DD828C9D}"/>
              </a:ext>
            </a:extLst>
          </p:cNvPr>
          <p:cNvSpPr txBox="1"/>
          <p:nvPr/>
        </p:nvSpPr>
        <p:spPr>
          <a:xfrm>
            <a:off x="5650090" y="2905709"/>
            <a:ext cx="570089" cy="230832"/>
          </a:xfrm>
          <a:prstGeom prst="rect">
            <a:avLst/>
          </a:prstGeom>
          <a:noFill/>
        </p:spPr>
        <p:txBody>
          <a:bodyPr wrap="square" rtlCol="0">
            <a:spAutoFit/>
          </a:bodyPr>
          <a:lstStyle/>
          <a:p>
            <a:pPr algn="ctr"/>
            <a:r>
              <a:rPr lang="en-US" sz="900" dirty="0"/>
              <a:t>12378</a:t>
            </a:r>
          </a:p>
        </p:txBody>
      </p:sp>
      <p:sp>
        <p:nvSpPr>
          <p:cNvPr id="97" name="TextBox 96">
            <a:extLst>
              <a:ext uri="{FF2B5EF4-FFF2-40B4-BE49-F238E27FC236}">
                <a16:creationId xmlns:a16="http://schemas.microsoft.com/office/drawing/2014/main" id="{65DA6246-6860-88A0-1FD0-6CB0AC0F0972}"/>
              </a:ext>
            </a:extLst>
          </p:cNvPr>
          <p:cNvSpPr txBox="1"/>
          <p:nvPr/>
        </p:nvSpPr>
        <p:spPr>
          <a:xfrm>
            <a:off x="3138310" y="2905709"/>
            <a:ext cx="570089" cy="230832"/>
          </a:xfrm>
          <a:prstGeom prst="rect">
            <a:avLst/>
          </a:prstGeom>
          <a:noFill/>
        </p:spPr>
        <p:txBody>
          <a:bodyPr wrap="square" rtlCol="0">
            <a:spAutoFit/>
          </a:bodyPr>
          <a:lstStyle/>
          <a:p>
            <a:pPr algn="ctr"/>
            <a:r>
              <a:rPr lang="en-US" sz="900" dirty="0"/>
              <a:t>123</a:t>
            </a:r>
          </a:p>
        </p:txBody>
      </p:sp>
      <p:sp>
        <p:nvSpPr>
          <p:cNvPr id="98" name="TextBox 97">
            <a:extLst>
              <a:ext uri="{FF2B5EF4-FFF2-40B4-BE49-F238E27FC236}">
                <a16:creationId xmlns:a16="http://schemas.microsoft.com/office/drawing/2014/main" id="{E89E697A-C40F-90DF-C978-C52E50E29140}"/>
              </a:ext>
            </a:extLst>
          </p:cNvPr>
          <p:cNvSpPr txBox="1"/>
          <p:nvPr/>
        </p:nvSpPr>
        <p:spPr>
          <a:xfrm>
            <a:off x="4645378" y="2404765"/>
            <a:ext cx="570089" cy="230832"/>
          </a:xfrm>
          <a:prstGeom prst="rect">
            <a:avLst/>
          </a:prstGeom>
          <a:noFill/>
        </p:spPr>
        <p:txBody>
          <a:bodyPr wrap="square" rtlCol="0">
            <a:spAutoFit/>
          </a:bodyPr>
          <a:lstStyle/>
          <a:p>
            <a:pPr algn="ctr"/>
            <a:r>
              <a:rPr lang="en-US" sz="900" dirty="0"/>
              <a:t>12356</a:t>
            </a:r>
          </a:p>
        </p:txBody>
      </p:sp>
      <p:sp>
        <p:nvSpPr>
          <p:cNvPr id="99" name="TextBox 98">
            <a:extLst>
              <a:ext uri="{FF2B5EF4-FFF2-40B4-BE49-F238E27FC236}">
                <a16:creationId xmlns:a16="http://schemas.microsoft.com/office/drawing/2014/main" id="{6A2F6F78-F6B1-5F35-365A-EC775AAC2058}"/>
              </a:ext>
            </a:extLst>
          </p:cNvPr>
          <p:cNvSpPr txBox="1"/>
          <p:nvPr/>
        </p:nvSpPr>
        <p:spPr>
          <a:xfrm>
            <a:off x="3138310" y="2404765"/>
            <a:ext cx="570089" cy="230832"/>
          </a:xfrm>
          <a:prstGeom prst="rect">
            <a:avLst/>
          </a:prstGeom>
          <a:noFill/>
        </p:spPr>
        <p:txBody>
          <a:bodyPr wrap="square" rtlCol="0">
            <a:spAutoFit/>
          </a:bodyPr>
          <a:lstStyle/>
          <a:p>
            <a:pPr algn="ctr"/>
            <a:r>
              <a:rPr lang="en-US" sz="900" dirty="0"/>
              <a:t>1236</a:t>
            </a:r>
          </a:p>
        </p:txBody>
      </p:sp>
      <p:sp>
        <p:nvSpPr>
          <p:cNvPr id="100" name="TextBox 99">
            <a:extLst>
              <a:ext uri="{FF2B5EF4-FFF2-40B4-BE49-F238E27FC236}">
                <a16:creationId xmlns:a16="http://schemas.microsoft.com/office/drawing/2014/main" id="{54BD98A7-1E92-201F-975B-C384220F3372}"/>
              </a:ext>
            </a:extLst>
          </p:cNvPr>
          <p:cNvSpPr txBox="1"/>
          <p:nvPr/>
        </p:nvSpPr>
        <p:spPr>
          <a:xfrm>
            <a:off x="4645378" y="3907597"/>
            <a:ext cx="570089" cy="230832"/>
          </a:xfrm>
          <a:prstGeom prst="rect">
            <a:avLst/>
          </a:prstGeom>
          <a:noFill/>
        </p:spPr>
        <p:txBody>
          <a:bodyPr wrap="square" rtlCol="0">
            <a:spAutoFit/>
          </a:bodyPr>
          <a:lstStyle/>
          <a:p>
            <a:pPr algn="ctr"/>
            <a:r>
              <a:rPr lang="en-US" sz="900" dirty="0"/>
              <a:t>135</a:t>
            </a:r>
          </a:p>
        </p:txBody>
      </p:sp>
      <p:sp>
        <p:nvSpPr>
          <p:cNvPr id="101" name="TextBox 100">
            <a:extLst>
              <a:ext uri="{FF2B5EF4-FFF2-40B4-BE49-F238E27FC236}">
                <a16:creationId xmlns:a16="http://schemas.microsoft.com/office/drawing/2014/main" id="{B71722AF-0E12-9254-545B-09974F93934D}"/>
              </a:ext>
            </a:extLst>
          </p:cNvPr>
          <p:cNvSpPr txBox="1"/>
          <p:nvPr/>
        </p:nvSpPr>
        <p:spPr>
          <a:xfrm>
            <a:off x="3716867" y="4244561"/>
            <a:ext cx="462845" cy="584775"/>
          </a:xfrm>
          <a:prstGeom prst="rect">
            <a:avLst/>
          </a:prstGeom>
          <a:noFill/>
        </p:spPr>
        <p:txBody>
          <a:bodyPr wrap="square" rtlCol="0">
            <a:spAutoFit/>
          </a:bodyPr>
          <a:lstStyle/>
          <a:p>
            <a:pPr algn="ctr"/>
            <a:r>
              <a:rPr lang="en-US" sz="3200" dirty="0"/>
              <a:t>1</a:t>
            </a:r>
          </a:p>
        </p:txBody>
      </p:sp>
      <p:sp>
        <p:nvSpPr>
          <p:cNvPr id="53" name="TextBox 52">
            <a:extLst>
              <a:ext uri="{FF2B5EF4-FFF2-40B4-BE49-F238E27FC236}">
                <a16:creationId xmlns:a16="http://schemas.microsoft.com/office/drawing/2014/main" id="{0E72DA34-4162-184A-4A2A-E52637FD8C5C}"/>
              </a:ext>
            </a:extLst>
          </p:cNvPr>
          <p:cNvSpPr txBox="1"/>
          <p:nvPr/>
        </p:nvSpPr>
        <p:spPr>
          <a:xfrm>
            <a:off x="4216401" y="3741226"/>
            <a:ext cx="462845" cy="584775"/>
          </a:xfrm>
          <a:prstGeom prst="rect">
            <a:avLst/>
          </a:prstGeom>
          <a:noFill/>
        </p:spPr>
        <p:txBody>
          <a:bodyPr wrap="square" rtlCol="0">
            <a:spAutoFit/>
          </a:bodyPr>
          <a:lstStyle/>
          <a:p>
            <a:pPr algn="ctr"/>
            <a:r>
              <a:rPr lang="en-US" sz="3200" dirty="0"/>
              <a:t>2</a:t>
            </a:r>
          </a:p>
        </p:txBody>
      </p:sp>
      <p:sp>
        <p:nvSpPr>
          <p:cNvPr id="56" name="TextBox 55">
            <a:extLst>
              <a:ext uri="{FF2B5EF4-FFF2-40B4-BE49-F238E27FC236}">
                <a16:creationId xmlns:a16="http://schemas.microsoft.com/office/drawing/2014/main" id="{8845FA37-C5F4-95ED-84A3-B908A4D18D5C}"/>
              </a:ext>
            </a:extLst>
          </p:cNvPr>
          <p:cNvSpPr txBox="1"/>
          <p:nvPr/>
        </p:nvSpPr>
        <p:spPr>
          <a:xfrm>
            <a:off x="6214537" y="721216"/>
            <a:ext cx="462845" cy="584775"/>
          </a:xfrm>
          <a:prstGeom prst="rect">
            <a:avLst/>
          </a:prstGeom>
          <a:noFill/>
        </p:spPr>
        <p:txBody>
          <a:bodyPr wrap="square" rtlCol="0">
            <a:spAutoFit/>
          </a:bodyPr>
          <a:lstStyle/>
          <a:p>
            <a:pPr algn="ctr"/>
            <a:r>
              <a:rPr lang="en-US" sz="3200" dirty="0"/>
              <a:t>1</a:t>
            </a:r>
          </a:p>
        </p:txBody>
      </p:sp>
      <p:sp>
        <p:nvSpPr>
          <p:cNvPr id="54" name="TextBox 53">
            <a:extLst>
              <a:ext uri="{FF2B5EF4-FFF2-40B4-BE49-F238E27FC236}">
                <a16:creationId xmlns:a16="http://schemas.microsoft.com/office/drawing/2014/main" id="{6F1F1F4C-320B-28CE-5285-7E8FF5D6AE56}"/>
              </a:ext>
            </a:extLst>
          </p:cNvPr>
          <p:cNvSpPr txBox="1"/>
          <p:nvPr/>
        </p:nvSpPr>
        <p:spPr>
          <a:xfrm>
            <a:off x="5147734" y="3907597"/>
            <a:ext cx="570089" cy="230832"/>
          </a:xfrm>
          <a:prstGeom prst="rect">
            <a:avLst/>
          </a:prstGeom>
          <a:noFill/>
        </p:spPr>
        <p:txBody>
          <a:bodyPr wrap="square" rtlCol="0">
            <a:spAutoFit/>
          </a:bodyPr>
          <a:lstStyle/>
          <a:p>
            <a:pPr algn="ctr"/>
            <a:r>
              <a:rPr lang="en-US" sz="900" dirty="0"/>
              <a:t>1357</a:t>
            </a:r>
          </a:p>
        </p:txBody>
      </p:sp>
      <p:sp>
        <p:nvSpPr>
          <p:cNvPr id="55" name="TextBox 54">
            <a:extLst>
              <a:ext uri="{FF2B5EF4-FFF2-40B4-BE49-F238E27FC236}">
                <a16:creationId xmlns:a16="http://schemas.microsoft.com/office/drawing/2014/main" id="{4536A538-9CBA-F985-AEAF-B8D9FA93A14C}"/>
              </a:ext>
            </a:extLst>
          </p:cNvPr>
          <p:cNvSpPr txBox="1"/>
          <p:nvPr/>
        </p:nvSpPr>
        <p:spPr>
          <a:xfrm>
            <a:off x="6714071" y="4747898"/>
            <a:ext cx="462845" cy="584775"/>
          </a:xfrm>
          <a:prstGeom prst="rect">
            <a:avLst/>
          </a:prstGeom>
          <a:noFill/>
        </p:spPr>
        <p:txBody>
          <a:bodyPr wrap="square" rtlCol="0">
            <a:spAutoFit/>
          </a:bodyPr>
          <a:lstStyle/>
          <a:p>
            <a:pPr algn="ctr"/>
            <a:r>
              <a:rPr lang="en-US" sz="3200" dirty="0"/>
              <a:t>8</a:t>
            </a:r>
          </a:p>
        </p:txBody>
      </p:sp>
      <p:sp>
        <p:nvSpPr>
          <p:cNvPr id="80" name="TextBox 79">
            <a:extLst>
              <a:ext uri="{FF2B5EF4-FFF2-40B4-BE49-F238E27FC236}">
                <a16:creationId xmlns:a16="http://schemas.microsoft.com/office/drawing/2014/main" id="{1F570965-34A0-21AA-5DA2-C66C4C81E7EF}"/>
              </a:ext>
            </a:extLst>
          </p:cNvPr>
          <p:cNvSpPr txBox="1"/>
          <p:nvPr/>
        </p:nvSpPr>
        <p:spPr>
          <a:xfrm>
            <a:off x="6214537" y="4747898"/>
            <a:ext cx="462845" cy="584775"/>
          </a:xfrm>
          <a:prstGeom prst="rect">
            <a:avLst/>
          </a:prstGeom>
          <a:noFill/>
        </p:spPr>
        <p:txBody>
          <a:bodyPr wrap="square" rtlCol="0">
            <a:spAutoFit/>
          </a:bodyPr>
          <a:lstStyle/>
          <a:p>
            <a:pPr algn="ctr"/>
            <a:r>
              <a:rPr lang="en-US" sz="3200" dirty="0"/>
              <a:t>6</a:t>
            </a:r>
          </a:p>
        </p:txBody>
      </p:sp>
      <p:sp>
        <p:nvSpPr>
          <p:cNvPr id="81" name="TextBox 80">
            <a:extLst>
              <a:ext uri="{FF2B5EF4-FFF2-40B4-BE49-F238E27FC236}">
                <a16:creationId xmlns:a16="http://schemas.microsoft.com/office/drawing/2014/main" id="{62818A10-99B1-E808-B857-3FF907D65192}"/>
              </a:ext>
            </a:extLst>
          </p:cNvPr>
          <p:cNvSpPr txBox="1"/>
          <p:nvPr/>
        </p:nvSpPr>
        <p:spPr>
          <a:xfrm>
            <a:off x="4216401" y="3237891"/>
            <a:ext cx="462845" cy="584775"/>
          </a:xfrm>
          <a:prstGeom prst="rect">
            <a:avLst/>
          </a:prstGeom>
          <a:noFill/>
        </p:spPr>
        <p:txBody>
          <a:bodyPr wrap="square" rtlCol="0">
            <a:spAutoFit/>
          </a:bodyPr>
          <a:lstStyle/>
          <a:p>
            <a:pPr algn="ctr"/>
            <a:r>
              <a:rPr lang="en-US" sz="3200" dirty="0"/>
              <a:t>8</a:t>
            </a:r>
          </a:p>
        </p:txBody>
      </p:sp>
      <p:sp>
        <p:nvSpPr>
          <p:cNvPr id="93" name="TextBox 92">
            <a:extLst>
              <a:ext uri="{FF2B5EF4-FFF2-40B4-BE49-F238E27FC236}">
                <a16:creationId xmlns:a16="http://schemas.microsoft.com/office/drawing/2014/main" id="{AC04D658-C99D-E433-8722-5140B4287A92}"/>
              </a:ext>
            </a:extLst>
          </p:cNvPr>
          <p:cNvSpPr txBox="1"/>
          <p:nvPr/>
        </p:nvSpPr>
        <p:spPr>
          <a:xfrm>
            <a:off x="4715935" y="4244561"/>
            <a:ext cx="462845" cy="584775"/>
          </a:xfrm>
          <a:prstGeom prst="rect">
            <a:avLst/>
          </a:prstGeom>
          <a:noFill/>
        </p:spPr>
        <p:txBody>
          <a:bodyPr wrap="square" rtlCol="0">
            <a:spAutoFit/>
          </a:bodyPr>
          <a:lstStyle/>
          <a:p>
            <a:pPr algn="ctr"/>
            <a:r>
              <a:rPr lang="en-US" sz="3200" dirty="0"/>
              <a:t>8</a:t>
            </a:r>
          </a:p>
        </p:txBody>
      </p:sp>
    </p:spTree>
    <p:extLst>
      <p:ext uri="{BB962C8B-B14F-4D97-AF65-F5344CB8AC3E}">
        <p14:creationId xmlns:p14="http://schemas.microsoft.com/office/powerpoint/2010/main" val="3263432273"/>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D9FF354-DF35-0822-150C-E1899EF8C123}"/>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467CB588-5CB4-CB21-2A48-8F2D794FB1BB}"/>
              </a:ext>
            </a:extLst>
          </p:cNvPr>
          <p:cNvSpPr>
            <a:spLocks noGrp="1"/>
          </p:cNvSpPr>
          <p:nvPr>
            <p:ph sz="half" idx="1"/>
          </p:nvPr>
        </p:nvSpPr>
        <p:spPr/>
        <p:txBody>
          <a:bodyPr>
            <a:normAutofit/>
          </a:bodyPr>
          <a:lstStyle/>
          <a:p>
            <a:r>
              <a:rPr lang="en-US" dirty="0"/>
              <a:t>In bottom center block, 3 is in Row 9.</a:t>
            </a:r>
          </a:p>
        </p:txBody>
      </p:sp>
      <p:pic>
        <p:nvPicPr>
          <p:cNvPr id="4" name="Picture 3" descr="A grid of sudoku puzzle&#10;&#10;Description automatically generated">
            <a:extLst>
              <a:ext uri="{FF2B5EF4-FFF2-40B4-BE49-F238E27FC236}">
                <a16:creationId xmlns:a16="http://schemas.microsoft.com/office/drawing/2014/main" id="{80CE81A9-3C89-CDB4-B16E-5D4684306476}"/>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F9687005-63C5-68B6-4DE2-A8ED23850806}"/>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B9ABF828-1174-18EB-7CFF-53E3773D1991}"/>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7615B430-BB13-27F5-0233-FEEF82FFF9EC}"/>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395E93AD-0133-C2C6-A739-C0104CDCAAB0}"/>
              </a:ext>
            </a:extLst>
          </p:cNvPr>
          <p:cNvSpPr txBox="1"/>
          <p:nvPr/>
        </p:nvSpPr>
        <p:spPr>
          <a:xfrm>
            <a:off x="4715935" y="1224551"/>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8" name="TextBox 7">
            <a:extLst>
              <a:ext uri="{FF2B5EF4-FFF2-40B4-BE49-F238E27FC236}">
                <a16:creationId xmlns:a16="http://schemas.microsoft.com/office/drawing/2014/main" id="{826FE592-23CD-0604-D2D6-3D80DC2147F1}"/>
              </a:ext>
            </a:extLst>
          </p:cNvPr>
          <p:cNvSpPr txBox="1"/>
          <p:nvPr/>
        </p:nvSpPr>
        <p:spPr>
          <a:xfrm>
            <a:off x="6214537" y="122455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9" name="TextBox 8">
            <a:extLst>
              <a:ext uri="{FF2B5EF4-FFF2-40B4-BE49-F238E27FC236}">
                <a16:creationId xmlns:a16="http://schemas.microsoft.com/office/drawing/2014/main" id="{C53AABF6-D439-702B-3FEE-4703EB2F55E0}"/>
              </a:ext>
            </a:extLst>
          </p:cNvPr>
          <p:cNvSpPr txBox="1"/>
          <p:nvPr/>
        </p:nvSpPr>
        <p:spPr>
          <a:xfrm>
            <a:off x="6714071" y="1224551"/>
            <a:ext cx="462845" cy="584775"/>
          </a:xfrm>
          <a:prstGeom prst="rect">
            <a:avLst/>
          </a:prstGeom>
          <a:solidFill>
            <a:srgbClr val="FFFF00">
              <a:alpha val="30000"/>
            </a:srgbClr>
          </a:solidFill>
        </p:spPr>
        <p:txBody>
          <a:bodyPr wrap="square" rtlCol="0">
            <a:spAutoFit/>
          </a:bodyPr>
          <a:lstStyle/>
          <a:p>
            <a:pPr algn="ctr"/>
            <a:r>
              <a:rPr lang="en-US" sz="3200" dirty="0"/>
              <a:t>9</a:t>
            </a:r>
          </a:p>
        </p:txBody>
      </p:sp>
      <p:sp>
        <p:nvSpPr>
          <p:cNvPr id="10" name="TextBox 9">
            <a:extLst>
              <a:ext uri="{FF2B5EF4-FFF2-40B4-BE49-F238E27FC236}">
                <a16:creationId xmlns:a16="http://schemas.microsoft.com/office/drawing/2014/main" id="{609604AE-4F6F-C57B-1D7D-60635A17ABCC}"/>
              </a:ext>
            </a:extLst>
          </p:cNvPr>
          <p:cNvSpPr txBox="1"/>
          <p:nvPr/>
        </p:nvSpPr>
        <p:spPr>
          <a:xfrm>
            <a:off x="7213604" y="122455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11" name="TextBox 10">
            <a:extLst>
              <a:ext uri="{FF2B5EF4-FFF2-40B4-BE49-F238E27FC236}">
                <a16:creationId xmlns:a16="http://schemas.microsoft.com/office/drawing/2014/main" id="{095F1BB3-85E2-81E2-5A28-F828B6AE5D86}"/>
              </a:ext>
            </a:extLst>
          </p:cNvPr>
          <p:cNvSpPr txBox="1"/>
          <p:nvPr/>
        </p:nvSpPr>
        <p:spPr>
          <a:xfrm>
            <a:off x="6714071" y="721216"/>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12" name="TextBox 11">
            <a:extLst>
              <a:ext uri="{FF2B5EF4-FFF2-40B4-BE49-F238E27FC236}">
                <a16:creationId xmlns:a16="http://schemas.microsoft.com/office/drawing/2014/main" id="{B57BC526-174C-C0C3-E2CD-119CA155A806}"/>
              </a:ext>
            </a:extLst>
          </p:cNvPr>
          <p:cNvSpPr txBox="1"/>
          <p:nvPr/>
        </p:nvSpPr>
        <p:spPr>
          <a:xfrm>
            <a:off x="7213604" y="721216"/>
            <a:ext cx="462845" cy="584775"/>
          </a:xfrm>
          <a:prstGeom prst="rect">
            <a:avLst/>
          </a:prstGeom>
          <a:solidFill>
            <a:srgbClr val="FF0000">
              <a:alpha val="30000"/>
            </a:srgbClr>
          </a:solidFill>
        </p:spPr>
        <p:txBody>
          <a:bodyPr wrap="square" rtlCol="0">
            <a:spAutoFit/>
          </a:bodyPr>
          <a:lstStyle/>
          <a:p>
            <a:pPr algn="ctr"/>
            <a:r>
              <a:rPr lang="en-US" sz="3200" dirty="0"/>
              <a:t>3</a:t>
            </a:r>
          </a:p>
        </p:txBody>
      </p:sp>
      <p:sp>
        <p:nvSpPr>
          <p:cNvPr id="13" name="TextBox 12">
            <a:extLst>
              <a:ext uri="{FF2B5EF4-FFF2-40B4-BE49-F238E27FC236}">
                <a16:creationId xmlns:a16="http://schemas.microsoft.com/office/drawing/2014/main" id="{CA1C62C3-C46E-891F-5DCF-6C764981E5C6}"/>
              </a:ext>
            </a:extLst>
          </p:cNvPr>
          <p:cNvSpPr txBox="1"/>
          <p:nvPr/>
        </p:nvSpPr>
        <p:spPr>
          <a:xfrm>
            <a:off x="4216401" y="1727886"/>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14" name="TextBox 13">
            <a:extLst>
              <a:ext uri="{FF2B5EF4-FFF2-40B4-BE49-F238E27FC236}">
                <a16:creationId xmlns:a16="http://schemas.microsoft.com/office/drawing/2014/main" id="{ADD222BA-EEC0-CC0B-09AF-8F4C3724AB3F}"/>
              </a:ext>
            </a:extLst>
          </p:cNvPr>
          <p:cNvSpPr txBox="1"/>
          <p:nvPr/>
        </p:nvSpPr>
        <p:spPr>
          <a:xfrm>
            <a:off x="5215469" y="1727886"/>
            <a:ext cx="462845" cy="584775"/>
          </a:xfrm>
          <a:prstGeom prst="rect">
            <a:avLst/>
          </a:prstGeom>
          <a:solidFill>
            <a:srgbClr val="00B050">
              <a:alpha val="40000"/>
            </a:srgbClr>
          </a:solidFill>
        </p:spPr>
        <p:txBody>
          <a:bodyPr wrap="square" rtlCol="0">
            <a:spAutoFit/>
          </a:bodyPr>
          <a:lstStyle/>
          <a:p>
            <a:pPr algn="ctr"/>
            <a:r>
              <a:rPr lang="en-US" sz="3200" dirty="0"/>
              <a:t>9</a:t>
            </a:r>
          </a:p>
        </p:txBody>
      </p:sp>
      <p:sp>
        <p:nvSpPr>
          <p:cNvPr id="15" name="TextBox 14">
            <a:extLst>
              <a:ext uri="{FF2B5EF4-FFF2-40B4-BE49-F238E27FC236}">
                <a16:creationId xmlns:a16="http://schemas.microsoft.com/office/drawing/2014/main" id="{2700B058-8395-B578-02FD-A50586C1458A}"/>
              </a:ext>
            </a:extLst>
          </p:cNvPr>
          <p:cNvSpPr txBox="1"/>
          <p:nvPr/>
        </p:nvSpPr>
        <p:spPr>
          <a:xfrm>
            <a:off x="6214537" y="1727886"/>
            <a:ext cx="462845" cy="584775"/>
          </a:xfrm>
          <a:prstGeom prst="rect">
            <a:avLst/>
          </a:prstGeom>
          <a:solidFill>
            <a:srgbClr val="00B0F0">
              <a:alpha val="30000"/>
            </a:srgbClr>
          </a:solidFill>
        </p:spPr>
        <p:txBody>
          <a:bodyPr wrap="square" rtlCol="0">
            <a:spAutoFit/>
          </a:bodyPr>
          <a:lstStyle/>
          <a:p>
            <a:pPr algn="ctr"/>
            <a:r>
              <a:rPr lang="en-US" sz="3200" dirty="0"/>
              <a:t>8</a:t>
            </a:r>
          </a:p>
        </p:txBody>
      </p:sp>
      <p:sp>
        <p:nvSpPr>
          <p:cNvPr id="16" name="TextBox 15">
            <a:extLst>
              <a:ext uri="{FF2B5EF4-FFF2-40B4-BE49-F238E27FC236}">
                <a16:creationId xmlns:a16="http://schemas.microsoft.com/office/drawing/2014/main" id="{0DC677E7-F055-2A3D-6E19-F199BC065A57}"/>
              </a:ext>
            </a:extLst>
          </p:cNvPr>
          <p:cNvSpPr txBox="1"/>
          <p:nvPr/>
        </p:nvSpPr>
        <p:spPr>
          <a:xfrm>
            <a:off x="6714071" y="1727886"/>
            <a:ext cx="462845" cy="584775"/>
          </a:xfrm>
          <a:prstGeom prst="rect">
            <a:avLst/>
          </a:prstGeom>
          <a:solidFill>
            <a:srgbClr val="0070C0">
              <a:alpha val="40000"/>
            </a:srgbClr>
          </a:solidFill>
        </p:spPr>
        <p:txBody>
          <a:bodyPr wrap="square" rtlCol="0">
            <a:spAutoFit/>
          </a:bodyPr>
          <a:lstStyle/>
          <a:p>
            <a:pPr algn="ctr"/>
            <a:r>
              <a:rPr lang="en-US" sz="3200" dirty="0"/>
              <a:t>6</a:t>
            </a:r>
          </a:p>
        </p:txBody>
      </p:sp>
      <p:sp>
        <p:nvSpPr>
          <p:cNvPr id="17" name="TextBox 16">
            <a:extLst>
              <a:ext uri="{FF2B5EF4-FFF2-40B4-BE49-F238E27FC236}">
                <a16:creationId xmlns:a16="http://schemas.microsoft.com/office/drawing/2014/main" id="{6323834C-DB16-C202-6328-CE0A9BCA3E58}"/>
              </a:ext>
            </a:extLst>
          </p:cNvPr>
          <p:cNvSpPr txBox="1"/>
          <p:nvPr/>
        </p:nvSpPr>
        <p:spPr>
          <a:xfrm>
            <a:off x="3716867" y="223122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18" name="TextBox 17">
            <a:extLst>
              <a:ext uri="{FF2B5EF4-FFF2-40B4-BE49-F238E27FC236}">
                <a16:creationId xmlns:a16="http://schemas.microsoft.com/office/drawing/2014/main" id="{DF8625A1-73E3-4E47-8990-D8DF0D1BEFC5}"/>
              </a:ext>
            </a:extLst>
          </p:cNvPr>
          <p:cNvSpPr txBox="1"/>
          <p:nvPr/>
        </p:nvSpPr>
        <p:spPr>
          <a:xfrm>
            <a:off x="5215469" y="2231221"/>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19" name="TextBox 18">
            <a:extLst>
              <a:ext uri="{FF2B5EF4-FFF2-40B4-BE49-F238E27FC236}">
                <a16:creationId xmlns:a16="http://schemas.microsoft.com/office/drawing/2014/main" id="{193C5E73-D968-4938-F803-CC07CC42EB19}"/>
              </a:ext>
            </a:extLst>
          </p:cNvPr>
          <p:cNvSpPr txBox="1"/>
          <p:nvPr/>
        </p:nvSpPr>
        <p:spPr>
          <a:xfrm>
            <a:off x="5715003" y="2231221"/>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20" name="TextBox 19">
            <a:extLst>
              <a:ext uri="{FF2B5EF4-FFF2-40B4-BE49-F238E27FC236}">
                <a16:creationId xmlns:a16="http://schemas.microsoft.com/office/drawing/2014/main" id="{F751F9B9-5CAC-B6C7-2645-6EC45AD86CA8}"/>
              </a:ext>
            </a:extLst>
          </p:cNvPr>
          <p:cNvSpPr txBox="1"/>
          <p:nvPr/>
        </p:nvSpPr>
        <p:spPr>
          <a:xfrm>
            <a:off x="6214537" y="2231221"/>
            <a:ext cx="462845" cy="584775"/>
          </a:xfrm>
          <a:prstGeom prst="rect">
            <a:avLst/>
          </a:prstGeom>
          <a:solidFill>
            <a:srgbClr val="FF0000">
              <a:alpha val="30000"/>
            </a:srgbClr>
          </a:solidFill>
        </p:spPr>
        <p:txBody>
          <a:bodyPr wrap="square" rtlCol="0">
            <a:spAutoFit/>
          </a:bodyPr>
          <a:lstStyle/>
          <a:p>
            <a:pPr algn="ctr"/>
            <a:r>
              <a:rPr lang="en-US" sz="3200" dirty="0"/>
              <a:t>4</a:t>
            </a:r>
          </a:p>
        </p:txBody>
      </p:sp>
      <p:sp>
        <p:nvSpPr>
          <p:cNvPr id="21" name="TextBox 20">
            <a:extLst>
              <a:ext uri="{FF2B5EF4-FFF2-40B4-BE49-F238E27FC236}">
                <a16:creationId xmlns:a16="http://schemas.microsoft.com/office/drawing/2014/main" id="{85D0537B-E0B8-2EFE-BA7E-E5B420827863}"/>
              </a:ext>
            </a:extLst>
          </p:cNvPr>
          <p:cNvSpPr txBox="1"/>
          <p:nvPr/>
        </p:nvSpPr>
        <p:spPr>
          <a:xfrm>
            <a:off x="6714071" y="223122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2" name="TextBox 21">
            <a:extLst>
              <a:ext uri="{FF2B5EF4-FFF2-40B4-BE49-F238E27FC236}">
                <a16:creationId xmlns:a16="http://schemas.microsoft.com/office/drawing/2014/main" id="{169BA880-FD54-B873-2273-D2DEF61F7324}"/>
              </a:ext>
            </a:extLst>
          </p:cNvPr>
          <p:cNvSpPr txBox="1"/>
          <p:nvPr/>
        </p:nvSpPr>
        <p:spPr>
          <a:xfrm>
            <a:off x="4216401" y="2734556"/>
            <a:ext cx="462845" cy="584775"/>
          </a:xfrm>
          <a:prstGeom prst="rect">
            <a:avLst/>
          </a:prstGeom>
          <a:solidFill>
            <a:srgbClr val="FF0000">
              <a:alpha val="30000"/>
            </a:srgbClr>
          </a:solidFill>
        </p:spPr>
        <p:txBody>
          <a:bodyPr wrap="square" rtlCol="0">
            <a:spAutoFit/>
          </a:bodyPr>
          <a:lstStyle/>
          <a:p>
            <a:pPr algn="ctr"/>
            <a:r>
              <a:rPr lang="en-US" sz="3200" dirty="0"/>
              <a:t>4</a:t>
            </a:r>
          </a:p>
        </p:txBody>
      </p:sp>
      <p:sp>
        <p:nvSpPr>
          <p:cNvPr id="23" name="TextBox 22">
            <a:extLst>
              <a:ext uri="{FF2B5EF4-FFF2-40B4-BE49-F238E27FC236}">
                <a16:creationId xmlns:a16="http://schemas.microsoft.com/office/drawing/2014/main" id="{C8A00D19-8ED5-0406-ED58-AF7F97051FD8}"/>
              </a:ext>
            </a:extLst>
          </p:cNvPr>
          <p:cNvSpPr txBox="1"/>
          <p:nvPr/>
        </p:nvSpPr>
        <p:spPr>
          <a:xfrm>
            <a:off x="5215469" y="2734556"/>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4" name="TextBox 23">
            <a:extLst>
              <a:ext uri="{FF2B5EF4-FFF2-40B4-BE49-F238E27FC236}">
                <a16:creationId xmlns:a16="http://schemas.microsoft.com/office/drawing/2014/main" id="{175928E6-27E2-6966-C8DD-E04DE9C44A6A}"/>
              </a:ext>
            </a:extLst>
          </p:cNvPr>
          <p:cNvSpPr txBox="1"/>
          <p:nvPr/>
        </p:nvSpPr>
        <p:spPr>
          <a:xfrm>
            <a:off x="6714071" y="2734556"/>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25" name="TextBox 24">
            <a:extLst>
              <a:ext uri="{FF2B5EF4-FFF2-40B4-BE49-F238E27FC236}">
                <a16:creationId xmlns:a16="http://schemas.microsoft.com/office/drawing/2014/main" id="{CC26990C-3E9E-DE86-5EE7-550A8F1BA9F7}"/>
              </a:ext>
            </a:extLst>
          </p:cNvPr>
          <p:cNvSpPr txBox="1"/>
          <p:nvPr/>
        </p:nvSpPr>
        <p:spPr>
          <a:xfrm>
            <a:off x="3716867" y="323789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6" name="TextBox 25">
            <a:extLst>
              <a:ext uri="{FF2B5EF4-FFF2-40B4-BE49-F238E27FC236}">
                <a16:creationId xmlns:a16="http://schemas.microsoft.com/office/drawing/2014/main" id="{C49806D7-5923-FF7F-73DB-D89DE6230E00}"/>
              </a:ext>
            </a:extLst>
          </p:cNvPr>
          <p:cNvSpPr txBox="1"/>
          <p:nvPr/>
        </p:nvSpPr>
        <p:spPr>
          <a:xfrm>
            <a:off x="4715935" y="3237891"/>
            <a:ext cx="462845" cy="584775"/>
          </a:xfrm>
          <a:prstGeom prst="rect">
            <a:avLst/>
          </a:prstGeom>
          <a:solidFill>
            <a:srgbClr val="FF0000">
              <a:alpha val="30000"/>
            </a:srgbClr>
          </a:solidFill>
        </p:spPr>
        <p:txBody>
          <a:bodyPr wrap="square" rtlCol="0">
            <a:spAutoFit/>
          </a:bodyPr>
          <a:lstStyle/>
          <a:p>
            <a:pPr algn="ctr"/>
            <a:r>
              <a:rPr lang="en-US" sz="3200" dirty="0"/>
              <a:t>6</a:t>
            </a:r>
          </a:p>
        </p:txBody>
      </p:sp>
      <p:sp>
        <p:nvSpPr>
          <p:cNvPr id="27" name="TextBox 26">
            <a:extLst>
              <a:ext uri="{FF2B5EF4-FFF2-40B4-BE49-F238E27FC236}">
                <a16:creationId xmlns:a16="http://schemas.microsoft.com/office/drawing/2014/main" id="{479FE0D6-053A-89A8-DF80-1894B96C7408}"/>
              </a:ext>
            </a:extLst>
          </p:cNvPr>
          <p:cNvSpPr txBox="1"/>
          <p:nvPr/>
        </p:nvSpPr>
        <p:spPr>
          <a:xfrm>
            <a:off x="5215469" y="323789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28" name="TextBox 27">
            <a:extLst>
              <a:ext uri="{FF2B5EF4-FFF2-40B4-BE49-F238E27FC236}">
                <a16:creationId xmlns:a16="http://schemas.microsoft.com/office/drawing/2014/main" id="{759EF6C5-3DFE-663F-7405-2D2DC5B5B342}"/>
              </a:ext>
            </a:extLst>
          </p:cNvPr>
          <p:cNvSpPr txBox="1"/>
          <p:nvPr/>
        </p:nvSpPr>
        <p:spPr>
          <a:xfrm>
            <a:off x="7213604" y="3237891"/>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29" name="TextBox 28">
            <a:extLst>
              <a:ext uri="{FF2B5EF4-FFF2-40B4-BE49-F238E27FC236}">
                <a16:creationId xmlns:a16="http://schemas.microsoft.com/office/drawing/2014/main" id="{E5F2B6BD-9BA7-7017-46FA-BDD72BF16790}"/>
              </a:ext>
            </a:extLst>
          </p:cNvPr>
          <p:cNvSpPr txBox="1"/>
          <p:nvPr/>
        </p:nvSpPr>
        <p:spPr>
          <a:xfrm>
            <a:off x="3217333" y="3741226"/>
            <a:ext cx="462845" cy="584775"/>
          </a:xfrm>
          <a:prstGeom prst="rect">
            <a:avLst/>
          </a:prstGeom>
          <a:solidFill>
            <a:srgbClr val="00B0F0">
              <a:alpha val="30000"/>
            </a:srgbClr>
          </a:solidFill>
        </p:spPr>
        <p:txBody>
          <a:bodyPr wrap="square" rtlCol="0">
            <a:spAutoFit/>
          </a:bodyPr>
          <a:lstStyle/>
          <a:p>
            <a:pPr algn="ctr"/>
            <a:r>
              <a:rPr lang="en-US" sz="3200" dirty="0"/>
              <a:t>8</a:t>
            </a:r>
          </a:p>
        </p:txBody>
      </p:sp>
      <p:sp>
        <p:nvSpPr>
          <p:cNvPr id="30" name="TextBox 29">
            <a:extLst>
              <a:ext uri="{FF2B5EF4-FFF2-40B4-BE49-F238E27FC236}">
                <a16:creationId xmlns:a16="http://schemas.microsoft.com/office/drawing/2014/main" id="{69A575A1-4C40-EB13-8C97-F4EF9A66386C}"/>
              </a:ext>
            </a:extLst>
          </p:cNvPr>
          <p:cNvSpPr txBox="1"/>
          <p:nvPr/>
        </p:nvSpPr>
        <p:spPr>
          <a:xfrm>
            <a:off x="3716867" y="3741226"/>
            <a:ext cx="462845" cy="584775"/>
          </a:xfrm>
          <a:prstGeom prst="rect">
            <a:avLst/>
          </a:prstGeom>
          <a:solidFill>
            <a:srgbClr val="0070C0">
              <a:alpha val="40000"/>
            </a:srgbClr>
          </a:solidFill>
        </p:spPr>
        <p:txBody>
          <a:bodyPr wrap="square" rtlCol="0">
            <a:spAutoFit/>
          </a:bodyPr>
          <a:lstStyle/>
          <a:p>
            <a:pPr algn="ctr"/>
            <a:r>
              <a:rPr lang="en-US" sz="3200" dirty="0"/>
              <a:t>6</a:t>
            </a:r>
          </a:p>
        </p:txBody>
      </p:sp>
      <p:sp>
        <p:nvSpPr>
          <p:cNvPr id="31" name="TextBox 30">
            <a:extLst>
              <a:ext uri="{FF2B5EF4-FFF2-40B4-BE49-F238E27FC236}">
                <a16:creationId xmlns:a16="http://schemas.microsoft.com/office/drawing/2014/main" id="{362B7F3B-0C70-05FA-C0FF-6CDB9599B4C0}"/>
              </a:ext>
            </a:extLst>
          </p:cNvPr>
          <p:cNvSpPr txBox="1"/>
          <p:nvPr/>
        </p:nvSpPr>
        <p:spPr>
          <a:xfrm>
            <a:off x="5715003" y="3741226"/>
            <a:ext cx="462845" cy="584775"/>
          </a:xfrm>
          <a:prstGeom prst="rect">
            <a:avLst/>
          </a:prstGeom>
          <a:solidFill>
            <a:srgbClr val="FFFF00">
              <a:alpha val="30000"/>
            </a:srgbClr>
          </a:solidFill>
        </p:spPr>
        <p:txBody>
          <a:bodyPr wrap="square" rtlCol="0">
            <a:spAutoFit/>
          </a:bodyPr>
          <a:lstStyle/>
          <a:p>
            <a:pPr algn="ctr"/>
            <a:r>
              <a:rPr lang="en-US" sz="3200" dirty="0"/>
              <a:t>9</a:t>
            </a:r>
          </a:p>
        </p:txBody>
      </p:sp>
      <p:sp>
        <p:nvSpPr>
          <p:cNvPr id="32" name="TextBox 31">
            <a:extLst>
              <a:ext uri="{FF2B5EF4-FFF2-40B4-BE49-F238E27FC236}">
                <a16:creationId xmlns:a16="http://schemas.microsoft.com/office/drawing/2014/main" id="{39CBAAF0-26D9-C236-FE30-5ECCE4578B14}"/>
              </a:ext>
            </a:extLst>
          </p:cNvPr>
          <p:cNvSpPr txBox="1"/>
          <p:nvPr/>
        </p:nvSpPr>
        <p:spPr>
          <a:xfrm>
            <a:off x="6214537" y="3741226"/>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33" name="TextBox 32">
            <a:extLst>
              <a:ext uri="{FF2B5EF4-FFF2-40B4-BE49-F238E27FC236}">
                <a16:creationId xmlns:a16="http://schemas.microsoft.com/office/drawing/2014/main" id="{8B8F8FA5-71D2-BC24-9648-4FBC07136600}"/>
              </a:ext>
            </a:extLst>
          </p:cNvPr>
          <p:cNvSpPr txBox="1"/>
          <p:nvPr/>
        </p:nvSpPr>
        <p:spPr>
          <a:xfrm>
            <a:off x="6714071" y="374122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34" name="TextBox 33">
            <a:extLst>
              <a:ext uri="{FF2B5EF4-FFF2-40B4-BE49-F238E27FC236}">
                <a16:creationId xmlns:a16="http://schemas.microsoft.com/office/drawing/2014/main" id="{F938A890-92D7-748D-73B3-4443C60DB96D}"/>
              </a:ext>
            </a:extLst>
          </p:cNvPr>
          <p:cNvSpPr txBox="1"/>
          <p:nvPr/>
        </p:nvSpPr>
        <p:spPr>
          <a:xfrm>
            <a:off x="7213604" y="3741226"/>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35" name="TextBox 34">
            <a:extLst>
              <a:ext uri="{FF2B5EF4-FFF2-40B4-BE49-F238E27FC236}">
                <a16:creationId xmlns:a16="http://schemas.microsoft.com/office/drawing/2014/main" id="{F8C0A4C7-644B-E3F6-B8E1-1DF5F4CA8C88}"/>
              </a:ext>
            </a:extLst>
          </p:cNvPr>
          <p:cNvSpPr txBox="1"/>
          <p:nvPr/>
        </p:nvSpPr>
        <p:spPr>
          <a:xfrm>
            <a:off x="3217333" y="424456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36" name="TextBox 35">
            <a:extLst>
              <a:ext uri="{FF2B5EF4-FFF2-40B4-BE49-F238E27FC236}">
                <a16:creationId xmlns:a16="http://schemas.microsoft.com/office/drawing/2014/main" id="{E0EBEDEB-63D2-3CA4-4946-8B97B1C2452C}"/>
              </a:ext>
            </a:extLst>
          </p:cNvPr>
          <p:cNvSpPr txBox="1"/>
          <p:nvPr/>
        </p:nvSpPr>
        <p:spPr>
          <a:xfrm>
            <a:off x="4216401" y="4244561"/>
            <a:ext cx="462845" cy="584775"/>
          </a:xfrm>
          <a:prstGeom prst="rect">
            <a:avLst/>
          </a:prstGeom>
          <a:solidFill>
            <a:srgbClr val="FF0000">
              <a:alpha val="30000"/>
            </a:srgbClr>
          </a:solidFill>
        </p:spPr>
        <p:txBody>
          <a:bodyPr wrap="square" rtlCol="0">
            <a:spAutoFit/>
          </a:bodyPr>
          <a:lstStyle/>
          <a:p>
            <a:pPr algn="ctr"/>
            <a:r>
              <a:rPr lang="en-US" sz="3200" dirty="0"/>
              <a:t>3</a:t>
            </a:r>
          </a:p>
        </p:txBody>
      </p:sp>
      <p:sp>
        <p:nvSpPr>
          <p:cNvPr id="37" name="TextBox 36">
            <a:extLst>
              <a:ext uri="{FF2B5EF4-FFF2-40B4-BE49-F238E27FC236}">
                <a16:creationId xmlns:a16="http://schemas.microsoft.com/office/drawing/2014/main" id="{113FA5A0-C2EE-894E-A331-BF6DDDDE4512}"/>
              </a:ext>
            </a:extLst>
          </p:cNvPr>
          <p:cNvSpPr txBox="1"/>
          <p:nvPr/>
        </p:nvSpPr>
        <p:spPr>
          <a:xfrm>
            <a:off x="5715003" y="4244561"/>
            <a:ext cx="462845" cy="584775"/>
          </a:xfrm>
          <a:prstGeom prst="rect">
            <a:avLst/>
          </a:prstGeom>
          <a:solidFill>
            <a:srgbClr val="FF0000">
              <a:alpha val="30000"/>
            </a:srgbClr>
          </a:solidFill>
        </p:spPr>
        <p:txBody>
          <a:bodyPr wrap="square" rtlCol="0">
            <a:spAutoFit/>
          </a:bodyPr>
          <a:lstStyle/>
          <a:p>
            <a:pPr algn="ctr"/>
            <a:r>
              <a:rPr lang="en-US" sz="3200" dirty="0"/>
              <a:t>6</a:t>
            </a:r>
          </a:p>
        </p:txBody>
      </p:sp>
      <p:sp>
        <p:nvSpPr>
          <p:cNvPr id="38" name="TextBox 37">
            <a:extLst>
              <a:ext uri="{FF2B5EF4-FFF2-40B4-BE49-F238E27FC236}">
                <a16:creationId xmlns:a16="http://schemas.microsoft.com/office/drawing/2014/main" id="{156B93D4-D156-B678-DC8B-5DD1EC07053B}"/>
              </a:ext>
            </a:extLst>
          </p:cNvPr>
          <p:cNvSpPr txBox="1"/>
          <p:nvPr/>
        </p:nvSpPr>
        <p:spPr>
          <a:xfrm>
            <a:off x="6214537" y="424456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39" name="TextBox 38">
            <a:extLst>
              <a:ext uri="{FF2B5EF4-FFF2-40B4-BE49-F238E27FC236}">
                <a16:creationId xmlns:a16="http://schemas.microsoft.com/office/drawing/2014/main" id="{F27A3D26-32FA-AB3D-DC19-68868152FA0C}"/>
              </a:ext>
            </a:extLst>
          </p:cNvPr>
          <p:cNvSpPr txBox="1"/>
          <p:nvPr/>
        </p:nvSpPr>
        <p:spPr>
          <a:xfrm>
            <a:off x="6714071" y="4244561"/>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40" name="TextBox 39">
            <a:extLst>
              <a:ext uri="{FF2B5EF4-FFF2-40B4-BE49-F238E27FC236}">
                <a16:creationId xmlns:a16="http://schemas.microsoft.com/office/drawing/2014/main" id="{94E32AED-39F5-E006-A6DF-8F89A1355D6E}"/>
              </a:ext>
            </a:extLst>
          </p:cNvPr>
          <p:cNvSpPr txBox="1"/>
          <p:nvPr/>
        </p:nvSpPr>
        <p:spPr>
          <a:xfrm>
            <a:off x="7213604" y="4244561"/>
            <a:ext cx="462845" cy="584775"/>
          </a:xfrm>
          <a:prstGeom prst="rect">
            <a:avLst/>
          </a:prstGeom>
          <a:solidFill>
            <a:srgbClr val="00B050">
              <a:alpha val="40000"/>
            </a:srgbClr>
          </a:solidFill>
        </p:spPr>
        <p:txBody>
          <a:bodyPr wrap="square" rtlCol="0">
            <a:spAutoFit/>
          </a:bodyPr>
          <a:lstStyle/>
          <a:p>
            <a:pPr algn="ctr"/>
            <a:r>
              <a:rPr lang="en-US" sz="3200" dirty="0"/>
              <a:t>9</a:t>
            </a:r>
          </a:p>
        </p:txBody>
      </p:sp>
      <p:sp>
        <p:nvSpPr>
          <p:cNvPr id="41" name="TextBox 40">
            <a:extLst>
              <a:ext uri="{FF2B5EF4-FFF2-40B4-BE49-F238E27FC236}">
                <a16:creationId xmlns:a16="http://schemas.microsoft.com/office/drawing/2014/main" id="{58A5A8CC-6001-07A6-0806-28FEB31E3878}"/>
              </a:ext>
            </a:extLst>
          </p:cNvPr>
          <p:cNvSpPr txBox="1"/>
          <p:nvPr/>
        </p:nvSpPr>
        <p:spPr>
          <a:xfrm>
            <a:off x="3217333" y="4747898"/>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42" name="TextBox 41">
            <a:extLst>
              <a:ext uri="{FF2B5EF4-FFF2-40B4-BE49-F238E27FC236}">
                <a16:creationId xmlns:a16="http://schemas.microsoft.com/office/drawing/2014/main" id="{7C3929A5-CB13-DA8C-FED9-676F93BFF01B}"/>
              </a:ext>
            </a:extLst>
          </p:cNvPr>
          <p:cNvSpPr txBox="1"/>
          <p:nvPr/>
        </p:nvSpPr>
        <p:spPr>
          <a:xfrm>
            <a:off x="3716867" y="4747898"/>
            <a:ext cx="462845" cy="584775"/>
          </a:xfrm>
          <a:prstGeom prst="rect">
            <a:avLst/>
          </a:prstGeom>
          <a:solidFill>
            <a:srgbClr val="FFFF00">
              <a:alpha val="30000"/>
            </a:srgbClr>
          </a:solidFill>
        </p:spPr>
        <p:txBody>
          <a:bodyPr wrap="square" rtlCol="0">
            <a:spAutoFit/>
          </a:bodyPr>
          <a:lstStyle/>
          <a:p>
            <a:pPr algn="ctr"/>
            <a:r>
              <a:rPr lang="en-US" sz="3200" dirty="0"/>
              <a:t>9</a:t>
            </a:r>
          </a:p>
        </p:txBody>
      </p:sp>
      <p:sp>
        <p:nvSpPr>
          <p:cNvPr id="43" name="TextBox 42">
            <a:extLst>
              <a:ext uri="{FF2B5EF4-FFF2-40B4-BE49-F238E27FC236}">
                <a16:creationId xmlns:a16="http://schemas.microsoft.com/office/drawing/2014/main" id="{F94AFE76-49C3-2C8B-BB37-B7F181E63633}"/>
              </a:ext>
            </a:extLst>
          </p:cNvPr>
          <p:cNvSpPr txBox="1"/>
          <p:nvPr/>
        </p:nvSpPr>
        <p:spPr>
          <a:xfrm>
            <a:off x="4216401" y="4747898"/>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44" name="TextBox 43">
            <a:extLst>
              <a:ext uri="{FF2B5EF4-FFF2-40B4-BE49-F238E27FC236}">
                <a16:creationId xmlns:a16="http://schemas.microsoft.com/office/drawing/2014/main" id="{003C867B-92F2-3B7F-3DF9-1ACA859F4752}"/>
              </a:ext>
            </a:extLst>
          </p:cNvPr>
          <p:cNvSpPr txBox="1"/>
          <p:nvPr/>
        </p:nvSpPr>
        <p:spPr>
          <a:xfrm>
            <a:off x="7157158" y="1522145"/>
            <a:ext cx="570089" cy="230832"/>
          </a:xfrm>
          <a:prstGeom prst="rect">
            <a:avLst/>
          </a:prstGeom>
          <a:noFill/>
        </p:spPr>
        <p:txBody>
          <a:bodyPr wrap="square" rtlCol="0">
            <a:spAutoFit/>
          </a:bodyPr>
          <a:lstStyle/>
          <a:p>
            <a:pPr algn="ctr"/>
            <a:r>
              <a:rPr lang="en-US" sz="900" dirty="0"/>
              <a:t>57</a:t>
            </a:r>
          </a:p>
        </p:txBody>
      </p:sp>
      <p:sp>
        <p:nvSpPr>
          <p:cNvPr id="45" name="TextBox 44">
            <a:extLst>
              <a:ext uri="{FF2B5EF4-FFF2-40B4-BE49-F238E27FC236}">
                <a16:creationId xmlns:a16="http://schemas.microsoft.com/office/drawing/2014/main" id="{A02B3674-27C9-30CF-4D65-C9429CE8FC7D}"/>
              </a:ext>
            </a:extLst>
          </p:cNvPr>
          <p:cNvSpPr txBox="1"/>
          <p:nvPr/>
        </p:nvSpPr>
        <p:spPr>
          <a:xfrm>
            <a:off x="4143022" y="5028752"/>
            <a:ext cx="570089" cy="230832"/>
          </a:xfrm>
          <a:prstGeom prst="rect">
            <a:avLst/>
          </a:prstGeom>
          <a:noFill/>
        </p:spPr>
        <p:txBody>
          <a:bodyPr wrap="square" rtlCol="0">
            <a:spAutoFit/>
          </a:bodyPr>
          <a:lstStyle/>
          <a:p>
            <a:pPr algn="ctr"/>
            <a:r>
              <a:rPr lang="en-US" sz="900" dirty="0"/>
              <a:t>57</a:t>
            </a:r>
          </a:p>
        </p:txBody>
      </p:sp>
      <p:sp>
        <p:nvSpPr>
          <p:cNvPr id="50" name="TextBox 49">
            <a:extLst>
              <a:ext uri="{FF2B5EF4-FFF2-40B4-BE49-F238E27FC236}">
                <a16:creationId xmlns:a16="http://schemas.microsoft.com/office/drawing/2014/main" id="{CEBCA19F-EBE2-A60E-8D57-539943E10E34}"/>
              </a:ext>
            </a:extLst>
          </p:cNvPr>
          <p:cNvSpPr txBox="1"/>
          <p:nvPr/>
        </p:nvSpPr>
        <p:spPr>
          <a:xfrm>
            <a:off x="6152446" y="1402877"/>
            <a:ext cx="570089" cy="230832"/>
          </a:xfrm>
          <a:prstGeom prst="rect">
            <a:avLst/>
          </a:prstGeom>
          <a:noFill/>
        </p:spPr>
        <p:txBody>
          <a:bodyPr wrap="square" rtlCol="0">
            <a:spAutoFit/>
          </a:bodyPr>
          <a:lstStyle/>
          <a:p>
            <a:pPr algn="ctr"/>
            <a:r>
              <a:rPr lang="en-US" sz="900" dirty="0"/>
              <a:t>75</a:t>
            </a:r>
          </a:p>
        </p:txBody>
      </p:sp>
      <p:sp>
        <p:nvSpPr>
          <p:cNvPr id="51" name="TextBox 50">
            <a:extLst>
              <a:ext uri="{FF2B5EF4-FFF2-40B4-BE49-F238E27FC236}">
                <a16:creationId xmlns:a16="http://schemas.microsoft.com/office/drawing/2014/main" id="{C5F77D21-53CD-A737-FAD2-F38D6628318E}"/>
              </a:ext>
            </a:extLst>
          </p:cNvPr>
          <p:cNvSpPr txBox="1"/>
          <p:nvPr/>
        </p:nvSpPr>
        <p:spPr>
          <a:xfrm>
            <a:off x="3138310" y="4408541"/>
            <a:ext cx="570089" cy="230832"/>
          </a:xfrm>
          <a:prstGeom prst="rect">
            <a:avLst/>
          </a:prstGeom>
          <a:noFill/>
        </p:spPr>
        <p:txBody>
          <a:bodyPr wrap="square" rtlCol="0">
            <a:spAutoFit/>
          </a:bodyPr>
          <a:lstStyle/>
          <a:p>
            <a:pPr algn="ctr"/>
            <a:r>
              <a:rPr lang="en-US" sz="900" dirty="0"/>
              <a:t>75</a:t>
            </a:r>
          </a:p>
        </p:txBody>
      </p:sp>
      <p:sp>
        <p:nvSpPr>
          <p:cNvPr id="52" name="TextBox 51">
            <a:extLst>
              <a:ext uri="{FF2B5EF4-FFF2-40B4-BE49-F238E27FC236}">
                <a16:creationId xmlns:a16="http://schemas.microsoft.com/office/drawing/2014/main" id="{46E9D3BB-507E-B150-4E8D-5872C8E65A07}"/>
              </a:ext>
            </a:extLst>
          </p:cNvPr>
          <p:cNvSpPr txBox="1"/>
          <p:nvPr/>
        </p:nvSpPr>
        <p:spPr>
          <a:xfrm>
            <a:off x="3640666" y="3406653"/>
            <a:ext cx="570089" cy="230832"/>
          </a:xfrm>
          <a:prstGeom prst="rect">
            <a:avLst/>
          </a:prstGeom>
          <a:noFill/>
        </p:spPr>
        <p:txBody>
          <a:bodyPr wrap="square" rtlCol="0">
            <a:spAutoFit/>
          </a:bodyPr>
          <a:lstStyle/>
          <a:p>
            <a:pPr algn="ctr"/>
            <a:r>
              <a:rPr lang="en-US" sz="900" dirty="0"/>
              <a:t>2357</a:t>
            </a:r>
          </a:p>
        </p:txBody>
      </p:sp>
      <p:sp>
        <p:nvSpPr>
          <p:cNvPr id="57" name="TextBox 56">
            <a:extLst>
              <a:ext uri="{FF2B5EF4-FFF2-40B4-BE49-F238E27FC236}">
                <a16:creationId xmlns:a16="http://schemas.microsoft.com/office/drawing/2014/main" id="{7F6DF4FC-2848-3150-3A1B-EF96D94DF0C0}"/>
              </a:ext>
            </a:extLst>
          </p:cNvPr>
          <p:cNvSpPr txBox="1"/>
          <p:nvPr/>
        </p:nvSpPr>
        <p:spPr>
          <a:xfrm>
            <a:off x="6654802" y="2524033"/>
            <a:ext cx="570089" cy="230832"/>
          </a:xfrm>
          <a:prstGeom prst="rect">
            <a:avLst/>
          </a:prstGeom>
          <a:noFill/>
        </p:spPr>
        <p:txBody>
          <a:bodyPr wrap="square" rtlCol="0">
            <a:spAutoFit/>
          </a:bodyPr>
          <a:lstStyle/>
          <a:p>
            <a:pPr algn="ctr"/>
            <a:r>
              <a:rPr lang="en-US" sz="900" dirty="0"/>
              <a:t>2357</a:t>
            </a:r>
          </a:p>
        </p:txBody>
      </p:sp>
      <p:sp>
        <p:nvSpPr>
          <p:cNvPr id="58" name="TextBox 57">
            <a:extLst>
              <a:ext uri="{FF2B5EF4-FFF2-40B4-BE49-F238E27FC236}">
                <a16:creationId xmlns:a16="http://schemas.microsoft.com/office/drawing/2014/main" id="{5EF6A2D9-449D-1055-7D9B-5C2483239837}"/>
              </a:ext>
            </a:extLst>
          </p:cNvPr>
          <p:cNvSpPr txBox="1"/>
          <p:nvPr/>
        </p:nvSpPr>
        <p:spPr>
          <a:xfrm>
            <a:off x="4143022" y="1903821"/>
            <a:ext cx="570089" cy="230832"/>
          </a:xfrm>
          <a:prstGeom prst="rect">
            <a:avLst/>
          </a:prstGeom>
          <a:noFill/>
        </p:spPr>
        <p:txBody>
          <a:bodyPr wrap="square" rtlCol="0">
            <a:spAutoFit/>
          </a:bodyPr>
          <a:lstStyle/>
          <a:p>
            <a:pPr algn="ctr"/>
            <a:r>
              <a:rPr lang="en-US" sz="900" dirty="0"/>
              <a:t>75</a:t>
            </a:r>
          </a:p>
        </p:txBody>
      </p:sp>
      <p:sp>
        <p:nvSpPr>
          <p:cNvPr id="59" name="TextBox 58">
            <a:extLst>
              <a:ext uri="{FF2B5EF4-FFF2-40B4-BE49-F238E27FC236}">
                <a16:creationId xmlns:a16="http://schemas.microsoft.com/office/drawing/2014/main" id="{E738E91D-CA12-D6C6-D745-8EDA6D424608}"/>
              </a:ext>
            </a:extLst>
          </p:cNvPr>
          <p:cNvSpPr txBox="1"/>
          <p:nvPr/>
        </p:nvSpPr>
        <p:spPr>
          <a:xfrm>
            <a:off x="3640666" y="2404765"/>
            <a:ext cx="570089" cy="230832"/>
          </a:xfrm>
          <a:prstGeom prst="rect">
            <a:avLst/>
          </a:prstGeom>
          <a:noFill/>
        </p:spPr>
        <p:txBody>
          <a:bodyPr wrap="square" rtlCol="0">
            <a:spAutoFit/>
          </a:bodyPr>
          <a:lstStyle/>
          <a:p>
            <a:pPr algn="ctr"/>
            <a:r>
              <a:rPr lang="en-US" sz="900" dirty="0"/>
              <a:t>2357</a:t>
            </a:r>
          </a:p>
        </p:txBody>
      </p:sp>
      <p:sp>
        <p:nvSpPr>
          <p:cNvPr id="62" name="TextBox 61">
            <a:extLst>
              <a:ext uri="{FF2B5EF4-FFF2-40B4-BE49-F238E27FC236}">
                <a16:creationId xmlns:a16="http://schemas.microsoft.com/office/drawing/2014/main" id="{08BDD446-EEF2-1DB3-2FCC-C32C3DE350D5}"/>
              </a:ext>
            </a:extLst>
          </p:cNvPr>
          <p:cNvSpPr txBox="1"/>
          <p:nvPr/>
        </p:nvSpPr>
        <p:spPr>
          <a:xfrm>
            <a:off x="6654802" y="2905709"/>
            <a:ext cx="570089" cy="230832"/>
          </a:xfrm>
          <a:prstGeom prst="rect">
            <a:avLst/>
          </a:prstGeom>
          <a:noFill/>
        </p:spPr>
        <p:txBody>
          <a:bodyPr wrap="square" rtlCol="0">
            <a:spAutoFit/>
          </a:bodyPr>
          <a:lstStyle/>
          <a:p>
            <a:pPr algn="ctr"/>
            <a:r>
              <a:rPr lang="en-US" sz="900" dirty="0"/>
              <a:t>2357</a:t>
            </a:r>
          </a:p>
        </p:txBody>
      </p:sp>
      <p:sp>
        <p:nvSpPr>
          <p:cNvPr id="63" name="TextBox 62">
            <a:extLst>
              <a:ext uri="{FF2B5EF4-FFF2-40B4-BE49-F238E27FC236}">
                <a16:creationId xmlns:a16="http://schemas.microsoft.com/office/drawing/2014/main" id="{500B3B1F-A5F1-7C9C-C0F7-0A82B6FB81C2}"/>
              </a:ext>
            </a:extLst>
          </p:cNvPr>
          <p:cNvSpPr txBox="1"/>
          <p:nvPr/>
        </p:nvSpPr>
        <p:spPr>
          <a:xfrm>
            <a:off x="7157158" y="3406653"/>
            <a:ext cx="570089" cy="230832"/>
          </a:xfrm>
          <a:prstGeom prst="rect">
            <a:avLst/>
          </a:prstGeom>
          <a:noFill/>
        </p:spPr>
        <p:txBody>
          <a:bodyPr wrap="square" rtlCol="0">
            <a:spAutoFit/>
          </a:bodyPr>
          <a:lstStyle/>
          <a:p>
            <a:pPr algn="ctr"/>
            <a:r>
              <a:rPr lang="en-US" sz="900" dirty="0"/>
              <a:t>75</a:t>
            </a:r>
          </a:p>
        </p:txBody>
      </p:sp>
      <p:sp>
        <p:nvSpPr>
          <p:cNvPr id="66" name="TextBox 65">
            <a:extLst>
              <a:ext uri="{FF2B5EF4-FFF2-40B4-BE49-F238E27FC236}">
                <a16:creationId xmlns:a16="http://schemas.microsoft.com/office/drawing/2014/main" id="{504418E7-A8D0-C0D4-8A17-456DBDF93EF1}"/>
              </a:ext>
            </a:extLst>
          </p:cNvPr>
          <p:cNvSpPr txBox="1"/>
          <p:nvPr/>
        </p:nvSpPr>
        <p:spPr>
          <a:xfrm>
            <a:off x="5147734" y="2524033"/>
            <a:ext cx="570089" cy="230832"/>
          </a:xfrm>
          <a:prstGeom prst="rect">
            <a:avLst/>
          </a:prstGeom>
          <a:noFill/>
        </p:spPr>
        <p:txBody>
          <a:bodyPr wrap="square" rtlCol="0">
            <a:spAutoFit/>
          </a:bodyPr>
          <a:lstStyle/>
          <a:p>
            <a:pPr algn="ctr"/>
            <a:r>
              <a:rPr lang="en-US" sz="900" dirty="0"/>
              <a:t>257</a:t>
            </a:r>
          </a:p>
        </p:txBody>
      </p:sp>
      <p:sp>
        <p:nvSpPr>
          <p:cNvPr id="68" name="TextBox 67">
            <a:extLst>
              <a:ext uri="{FF2B5EF4-FFF2-40B4-BE49-F238E27FC236}">
                <a16:creationId xmlns:a16="http://schemas.microsoft.com/office/drawing/2014/main" id="{5E381561-E92F-B9D2-AC38-1074627DE9A5}"/>
              </a:ext>
            </a:extLst>
          </p:cNvPr>
          <p:cNvSpPr txBox="1"/>
          <p:nvPr/>
        </p:nvSpPr>
        <p:spPr>
          <a:xfrm>
            <a:off x="6654802" y="4527809"/>
            <a:ext cx="570089" cy="230832"/>
          </a:xfrm>
          <a:prstGeom prst="rect">
            <a:avLst/>
          </a:prstGeom>
          <a:noFill/>
        </p:spPr>
        <p:txBody>
          <a:bodyPr wrap="square" rtlCol="0">
            <a:spAutoFit/>
          </a:bodyPr>
          <a:lstStyle/>
          <a:p>
            <a:pPr algn="ctr"/>
            <a:r>
              <a:rPr lang="en-US" sz="900" dirty="0"/>
              <a:t>257</a:t>
            </a:r>
          </a:p>
        </p:txBody>
      </p:sp>
      <p:sp>
        <p:nvSpPr>
          <p:cNvPr id="70" name="TextBox 69">
            <a:extLst>
              <a:ext uri="{FF2B5EF4-FFF2-40B4-BE49-F238E27FC236}">
                <a16:creationId xmlns:a16="http://schemas.microsoft.com/office/drawing/2014/main" id="{424E5FE9-F504-8591-8CCE-6315D650069D}"/>
              </a:ext>
            </a:extLst>
          </p:cNvPr>
          <p:cNvSpPr txBox="1"/>
          <p:nvPr/>
        </p:nvSpPr>
        <p:spPr>
          <a:xfrm>
            <a:off x="5650090" y="2285497"/>
            <a:ext cx="570089" cy="230832"/>
          </a:xfrm>
          <a:prstGeom prst="rect">
            <a:avLst/>
          </a:prstGeom>
          <a:noFill/>
        </p:spPr>
        <p:txBody>
          <a:bodyPr wrap="square" rtlCol="0">
            <a:spAutoFit/>
          </a:bodyPr>
          <a:lstStyle/>
          <a:p>
            <a:pPr algn="ctr"/>
            <a:r>
              <a:rPr lang="en-US" sz="900" dirty="0"/>
              <a:t>37</a:t>
            </a:r>
          </a:p>
        </p:txBody>
      </p:sp>
      <p:sp>
        <p:nvSpPr>
          <p:cNvPr id="71" name="TextBox 70">
            <a:extLst>
              <a:ext uri="{FF2B5EF4-FFF2-40B4-BE49-F238E27FC236}">
                <a16:creationId xmlns:a16="http://schemas.microsoft.com/office/drawing/2014/main" id="{324E29D4-A891-39FB-5EE3-D4803E344303}"/>
              </a:ext>
            </a:extLst>
          </p:cNvPr>
          <p:cNvSpPr txBox="1"/>
          <p:nvPr/>
        </p:nvSpPr>
        <p:spPr>
          <a:xfrm>
            <a:off x="5147734" y="2905709"/>
            <a:ext cx="570089" cy="230832"/>
          </a:xfrm>
          <a:prstGeom prst="rect">
            <a:avLst/>
          </a:prstGeom>
          <a:noFill/>
        </p:spPr>
        <p:txBody>
          <a:bodyPr wrap="square" rtlCol="0">
            <a:spAutoFit/>
          </a:bodyPr>
          <a:lstStyle/>
          <a:p>
            <a:pPr algn="ctr"/>
            <a:r>
              <a:rPr lang="en-US" sz="900" dirty="0"/>
              <a:t>257</a:t>
            </a:r>
          </a:p>
        </p:txBody>
      </p:sp>
      <p:sp>
        <p:nvSpPr>
          <p:cNvPr id="74" name="TextBox 73">
            <a:extLst>
              <a:ext uri="{FF2B5EF4-FFF2-40B4-BE49-F238E27FC236}">
                <a16:creationId xmlns:a16="http://schemas.microsoft.com/office/drawing/2014/main" id="{CFBACDC5-734A-DE9D-7240-A8327348EE86}"/>
              </a:ext>
            </a:extLst>
          </p:cNvPr>
          <p:cNvSpPr txBox="1"/>
          <p:nvPr/>
        </p:nvSpPr>
        <p:spPr>
          <a:xfrm>
            <a:off x="6152446" y="4527809"/>
            <a:ext cx="570089" cy="230832"/>
          </a:xfrm>
          <a:prstGeom prst="rect">
            <a:avLst/>
          </a:prstGeom>
          <a:noFill/>
        </p:spPr>
        <p:txBody>
          <a:bodyPr wrap="square" rtlCol="0">
            <a:spAutoFit/>
          </a:bodyPr>
          <a:lstStyle/>
          <a:p>
            <a:pPr algn="ctr"/>
            <a:r>
              <a:rPr lang="en-US" sz="900" dirty="0"/>
              <a:t>257</a:t>
            </a:r>
          </a:p>
        </p:txBody>
      </p:sp>
      <p:sp>
        <p:nvSpPr>
          <p:cNvPr id="75" name="TextBox 74">
            <a:extLst>
              <a:ext uri="{FF2B5EF4-FFF2-40B4-BE49-F238E27FC236}">
                <a16:creationId xmlns:a16="http://schemas.microsoft.com/office/drawing/2014/main" id="{4BA1DDCF-DED1-8EE7-8805-26F32E2041C7}"/>
              </a:ext>
            </a:extLst>
          </p:cNvPr>
          <p:cNvSpPr txBox="1"/>
          <p:nvPr/>
        </p:nvSpPr>
        <p:spPr>
          <a:xfrm>
            <a:off x="6654802" y="3788329"/>
            <a:ext cx="570089" cy="230832"/>
          </a:xfrm>
          <a:prstGeom prst="rect">
            <a:avLst/>
          </a:prstGeom>
          <a:noFill/>
        </p:spPr>
        <p:txBody>
          <a:bodyPr wrap="square" rtlCol="0">
            <a:spAutoFit/>
          </a:bodyPr>
          <a:lstStyle/>
          <a:p>
            <a:pPr algn="ctr"/>
            <a:r>
              <a:rPr lang="en-US" sz="900" dirty="0"/>
              <a:t>37</a:t>
            </a:r>
          </a:p>
        </p:txBody>
      </p:sp>
      <p:sp>
        <p:nvSpPr>
          <p:cNvPr id="73" name="TextBox 72">
            <a:extLst>
              <a:ext uri="{FF2B5EF4-FFF2-40B4-BE49-F238E27FC236}">
                <a16:creationId xmlns:a16="http://schemas.microsoft.com/office/drawing/2014/main" id="{AFEF7A74-401F-EAB3-AAF7-D44DC6153519}"/>
              </a:ext>
            </a:extLst>
          </p:cNvPr>
          <p:cNvSpPr txBox="1"/>
          <p:nvPr/>
        </p:nvSpPr>
        <p:spPr>
          <a:xfrm>
            <a:off x="5147734" y="3287385"/>
            <a:ext cx="570089" cy="230832"/>
          </a:xfrm>
          <a:prstGeom prst="rect">
            <a:avLst/>
          </a:prstGeom>
          <a:noFill/>
        </p:spPr>
        <p:txBody>
          <a:bodyPr wrap="square" rtlCol="0">
            <a:spAutoFit/>
          </a:bodyPr>
          <a:lstStyle/>
          <a:p>
            <a:pPr algn="ctr"/>
            <a:r>
              <a:rPr lang="en-US" sz="900" dirty="0"/>
              <a:t>357</a:t>
            </a:r>
          </a:p>
        </p:txBody>
      </p:sp>
      <p:sp>
        <p:nvSpPr>
          <p:cNvPr id="78" name="TextBox 77">
            <a:extLst>
              <a:ext uri="{FF2B5EF4-FFF2-40B4-BE49-F238E27FC236}">
                <a16:creationId xmlns:a16="http://schemas.microsoft.com/office/drawing/2014/main" id="{AB99AF1B-77D8-ED46-39B7-A331C6C59B9D}"/>
              </a:ext>
            </a:extLst>
          </p:cNvPr>
          <p:cNvSpPr txBox="1"/>
          <p:nvPr/>
        </p:nvSpPr>
        <p:spPr>
          <a:xfrm>
            <a:off x="6152446" y="3788329"/>
            <a:ext cx="570089" cy="230832"/>
          </a:xfrm>
          <a:prstGeom prst="rect">
            <a:avLst/>
          </a:prstGeom>
          <a:noFill/>
        </p:spPr>
        <p:txBody>
          <a:bodyPr wrap="square" rtlCol="0">
            <a:spAutoFit/>
          </a:bodyPr>
          <a:lstStyle/>
          <a:p>
            <a:pPr algn="ctr"/>
            <a:r>
              <a:rPr lang="en-US" sz="900" dirty="0"/>
              <a:t>357</a:t>
            </a:r>
          </a:p>
        </p:txBody>
      </p:sp>
      <p:sp>
        <p:nvSpPr>
          <p:cNvPr id="79" name="TextBox 78">
            <a:extLst>
              <a:ext uri="{FF2B5EF4-FFF2-40B4-BE49-F238E27FC236}">
                <a16:creationId xmlns:a16="http://schemas.microsoft.com/office/drawing/2014/main" id="{6FC60B47-48A5-6AB3-D69C-BD3A5899E072}"/>
              </a:ext>
            </a:extLst>
          </p:cNvPr>
          <p:cNvSpPr txBox="1"/>
          <p:nvPr/>
        </p:nvSpPr>
        <p:spPr>
          <a:xfrm>
            <a:off x="6214537" y="3237891"/>
            <a:ext cx="462845" cy="584775"/>
          </a:xfrm>
          <a:prstGeom prst="rect">
            <a:avLst/>
          </a:prstGeom>
          <a:noFill/>
        </p:spPr>
        <p:txBody>
          <a:bodyPr wrap="square" rtlCol="0">
            <a:spAutoFit/>
          </a:bodyPr>
          <a:lstStyle/>
          <a:p>
            <a:pPr algn="ctr"/>
            <a:r>
              <a:rPr lang="en-US" sz="3200" dirty="0"/>
              <a:t>9</a:t>
            </a:r>
          </a:p>
        </p:txBody>
      </p:sp>
      <p:sp>
        <p:nvSpPr>
          <p:cNvPr id="48" name="TextBox 47">
            <a:extLst>
              <a:ext uri="{FF2B5EF4-FFF2-40B4-BE49-F238E27FC236}">
                <a16:creationId xmlns:a16="http://schemas.microsoft.com/office/drawing/2014/main" id="{CA4BE94A-21EA-4D78-3033-C78D2F9A54DB}"/>
              </a:ext>
            </a:extLst>
          </p:cNvPr>
          <p:cNvSpPr txBox="1"/>
          <p:nvPr/>
        </p:nvSpPr>
        <p:spPr>
          <a:xfrm>
            <a:off x="3716867" y="1727886"/>
            <a:ext cx="462845" cy="584775"/>
          </a:xfrm>
          <a:prstGeom prst="rect">
            <a:avLst/>
          </a:prstGeom>
          <a:noFill/>
        </p:spPr>
        <p:txBody>
          <a:bodyPr wrap="square" rtlCol="0">
            <a:spAutoFit/>
          </a:bodyPr>
          <a:lstStyle/>
          <a:p>
            <a:pPr algn="ctr"/>
            <a:r>
              <a:rPr lang="en-US" sz="3200" dirty="0"/>
              <a:t>4</a:t>
            </a:r>
          </a:p>
        </p:txBody>
      </p:sp>
      <p:sp>
        <p:nvSpPr>
          <p:cNvPr id="49" name="TextBox 48">
            <a:extLst>
              <a:ext uri="{FF2B5EF4-FFF2-40B4-BE49-F238E27FC236}">
                <a16:creationId xmlns:a16="http://schemas.microsoft.com/office/drawing/2014/main" id="{3B89F914-F677-50E3-0908-1F93BB6987D7}"/>
              </a:ext>
            </a:extLst>
          </p:cNvPr>
          <p:cNvSpPr txBox="1"/>
          <p:nvPr/>
        </p:nvSpPr>
        <p:spPr>
          <a:xfrm>
            <a:off x="5715003" y="3237891"/>
            <a:ext cx="462845" cy="584775"/>
          </a:xfrm>
          <a:prstGeom prst="rect">
            <a:avLst/>
          </a:prstGeom>
          <a:noFill/>
        </p:spPr>
        <p:txBody>
          <a:bodyPr wrap="square" rtlCol="0">
            <a:spAutoFit/>
          </a:bodyPr>
          <a:lstStyle/>
          <a:p>
            <a:pPr algn="ctr"/>
            <a:r>
              <a:rPr lang="en-US" sz="3200" dirty="0"/>
              <a:t>4</a:t>
            </a:r>
          </a:p>
        </p:txBody>
      </p:sp>
      <p:sp>
        <p:nvSpPr>
          <p:cNvPr id="46" name="TextBox 45">
            <a:extLst>
              <a:ext uri="{FF2B5EF4-FFF2-40B4-BE49-F238E27FC236}">
                <a16:creationId xmlns:a16="http://schemas.microsoft.com/office/drawing/2014/main" id="{A0C373C2-F773-CC9E-3288-C4028DD8D27C}"/>
              </a:ext>
            </a:extLst>
          </p:cNvPr>
          <p:cNvSpPr txBox="1"/>
          <p:nvPr/>
        </p:nvSpPr>
        <p:spPr>
          <a:xfrm>
            <a:off x="3217333" y="721216"/>
            <a:ext cx="462845" cy="584775"/>
          </a:xfrm>
          <a:prstGeom prst="rect">
            <a:avLst/>
          </a:prstGeom>
          <a:noFill/>
        </p:spPr>
        <p:txBody>
          <a:bodyPr wrap="square" rtlCol="0">
            <a:spAutoFit/>
          </a:bodyPr>
          <a:lstStyle/>
          <a:p>
            <a:pPr algn="ctr"/>
            <a:r>
              <a:rPr lang="en-US" sz="3200" dirty="0"/>
              <a:t>9</a:t>
            </a:r>
          </a:p>
        </p:txBody>
      </p:sp>
      <p:sp>
        <p:nvSpPr>
          <p:cNvPr id="47" name="TextBox 46">
            <a:extLst>
              <a:ext uri="{FF2B5EF4-FFF2-40B4-BE49-F238E27FC236}">
                <a16:creationId xmlns:a16="http://schemas.microsoft.com/office/drawing/2014/main" id="{D62ECFBE-D974-D0D6-FA4A-DCA2003ADF8B}"/>
              </a:ext>
            </a:extLst>
          </p:cNvPr>
          <p:cNvSpPr txBox="1"/>
          <p:nvPr/>
        </p:nvSpPr>
        <p:spPr>
          <a:xfrm>
            <a:off x="7213604" y="4747898"/>
            <a:ext cx="462845" cy="584775"/>
          </a:xfrm>
          <a:prstGeom prst="rect">
            <a:avLst/>
          </a:prstGeom>
          <a:noFill/>
        </p:spPr>
        <p:txBody>
          <a:bodyPr wrap="square" rtlCol="0">
            <a:spAutoFit/>
          </a:bodyPr>
          <a:lstStyle/>
          <a:p>
            <a:pPr algn="ctr"/>
            <a:r>
              <a:rPr lang="en-US" sz="3200" dirty="0"/>
              <a:t>1</a:t>
            </a:r>
          </a:p>
        </p:txBody>
      </p:sp>
      <p:sp>
        <p:nvSpPr>
          <p:cNvPr id="60" name="TextBox 59">
            <a:extLst>
              <a:ext uri="{FF2B5EF4-FFF2-40B4-BE49-F238E27FC236}">
                <a16:creationId xmlns:a16="http://schemas.microsoft.com/office/drawing/2014/main" id="{6762F2A9-F84A-9349-D716-8AA601339F2B}"/>
              </a:ext>
            </a:extLst>
          </p:cNvPr>
          <p:cNvSpPr txBox="1"/>
          <p:nvPr/>
        </p:nvSpPr>
        <p:spPr>
          <a:xfrm>
            <a:off x="7213604" y="2734556"/>
            <a:ext cx="462845" cy="584775"/>
          </a:xfrm>
          <a:prstGeom prst="rect">
            <a:avLst/>
          </a:prstGeom>
          <a:noFill/>
        </p:spPr>
        <p:txBody>
          <a:bodyPr wrap="square" rtlCol="0">
            <a:spAutoFit/>
          </a:bodyPr>
          <a:lstStyle/>
          <a:p>
            <a:pPr algn="ctr"/>
            <a:r>
              <a:rPr lang="en-US" sz="3200" dirty="0"/>
              <a:t>6</a:t>
            </a:r>
          </a:p>
        </p:txBody>
      </p:sp>
      <p:sp>
        <p:nvSpPr>
          <p:cNvPr id="61" name="TextBox 60">
            <a:extLst>
              <a:ext uri="{FF2B5EF4-FFF2-40B4-BE49-F238E27FC236}">
                <a16:creationId xmlns:a16="http://schemas.microsoft.com/office/drawing/2014/main" id="{991E8CF5-0EF1-62A3-9F2D-014BB88A117F}"/>
              </a:ext>
            </a:extLst>
          </p:cNvPr>
          <p:cNvSpPr txBox="1"/>
          <p:nvPr/>
        </p:nvSpPr>
        <p:spPr>
          <a:xfrm>
            <a:off x="3640666" y="901933"/>
            <a:ext cx="570089" cy="230832"/>
          </a:xfrm>
          <a:prstGeom prst="rect">
            <a:avLst/>
          </a:prstGeom>
          <a:noFill/>
        </p:spPr>
        <p:txBody>
          <a:bodyPr wrap="square" rtlCol="0">
            <a:spAutoFit/>
          </a:bodyPr>
          <a:lstStyle/>
          <a:p>
            <a:pPr algn="ctr"/>
            <a:r>
              <a:rPr lang="en-US" sz="900" dirty="0"/>
              <a:t>28</a:t>
            </a:r>
          </a:p>
        </p:txBody>
      </p:sp>
      <p:sp>
        <p:nvSpPr>
          <p:cNvPr id="64" name="TextBox 63">
            <a:extLst>
              <a:ext uri="{FF2B5EF4-FFF2-40B4-BE49-F238E27FC236}">
                <a16:creationId xmlns:a16="http://schemas.microsoft.com/office/drawing/2014/main" id="{424A34FE-B3A0-6F04-AE73-81E0CC8F5F13}"/>
              </a:ext>
            </a:extLst>
          </p:cNvPr>
          <p:cNvSpPr txBox="1"/>
          <p:nvPr/>
        </p:nvSpPr>
        <p:spPr>
          <a:xfrm>
            <a:off x="5147734" y="901933"/>
            <a:ext cx="570089" cy="230832"/>
          </a:xfrm>
          <a:prstGeom prst="rect">
            <a:avLst/>
          </a:prstGeom>
          <a:noFill/>
        </p:spPr>
        <p:txBody>
          <a:bodyPr wrap="square" rtlCol="0">
            <a:spAutoFit/>
          </a:bodyPr>
          <a:lstStyle/>
          <a:p>
            <a:pPr algn="ctr"/>
            <a:r>
              <a:rPr lang="en-US" sz="900" dirty="0"/>
              <a:t>82</a:t>
            </a:r>
          </a:p>
        </p:txBody>
      </p:sp>
      <p:sp>
        <p:nvSpPr>
          <p:cNvPr id="65" name="TextBox 64">
            <a:extLst>
              <a:ext uri="{FF2B5EF4-FFF2-40B4-BE49-F238E27FC236}">
                <a16:creationId xmlns:a16="http://schemas.microsoft.com/office/drawing/2014/main" id="{B385ED44-3422-B2BE-31E7-40569F563FB1}"/>
              </a:ext>
            </a:extLst>
          </p:cNvPr>
          <p:cNvSpPr txBox="1"/>
          <p:nvPr/>
        </p:nvSpPr>
        <p:spPr>
          <a:xfrm>
            <a:off x="3640666" y="1402877"/>
            <a:ext cx="570089" cy="230832"/>
          </a:xfrm>
          <a:prstGeom prst="rect">
            <a:avLst/>
          </a:prstGeom>
          <a:noFill/>
        </p:spPr>
        <p:txBody>
          <a:bodyPr wrap="square" rtlCol="0">
            <a:spAutoFit/>
          </a:bodyPr>
          <a:lstStyle/>
          <a:p>
            <a:pPr algn="ctr"/>
            <a:r>
              <a:rPr lang="en-US" sz="900" dirty="0"/>
              <a:t>238</a:t>
            </a:r>
          </a:p>
        </p:txBody>
      </p:sp>
      <p:sp>
        <p:nvSpPr>
          <p:cNvPr id="67" name="TextBox 66">
            <a:extLst>
              <a:ext uri="{FF2B5EF4-FFF2-40B4-BE49-F238E27FC236}">
                <a16:creationId xmlns:a16="http://schemas.microsoft.com/office/drawing/2014/main" id="{BC45EB4A-0E62-F9AF-19F3-AA41D281778E}"/>
              </a:ext>
            </a:extLst>
          </p:cNvPr>
          <p:cNvSpPr txBox="1"/>
          <p:nvPr/>
        </p:nvSpPr>
        <p:spPr>
          <a:xfrm>
            <a:off x="5147734" y="1402877"/>
            <a:ext cx="570089" cy="230832"/>
          </a:xfrm>
          <a:prstGeom prst="rect">
            <a:avLst/>
          </a:prstGeom>
          <a:noFill/>
        </p:spPr>
        <p:txBody>
          <a:bodyPr wrap="square" rtlCol="0">
            <a:spAutoFit/>
          </a:bodyPr>
          <a:lstStyle/>
          <a:p>
            <a:pPr algn="ctr"/>
            <a:r>
              <a:rPr lang="en-US" sz="900" dirty="0"/>
              <a:t>268</a:t>
            </a:r>
          </a:p>
        </p:txBody>
      </p:sp>
      <p:sp>
        <p:nvSpPr>
          <p:cNvPr id="69" name="TextBox 68">
            <a:extLst>
              <a:ext uri="{FF2B5EF4-FFF2-40B4-BE49-F238E27FC236}">
                <a16:creationId xmlns:a16="http://schemas.microsoft.com/office/drawing/2014/main" id="{57906592-149A-B8F5-FFC5-F191AF6AE7C7}"/>
              </a:ext>
            </a:extLst>
          </p:cNvPr>
          <p:cNvSpPr txBox="1"/>
          <p:nvPr/>
        </p:nvSpPr>
        <p:spPr>
          <a:xfrm>
            <a:off x="5650090" y="1402877"/>
            <a:ext cx="570089" cy="230832"/>
          </a:xfrm>
          <a:prstGeom prst="rect">
            <a:avLst/>
          </a:prstGeom>
          <a:noFill/>
        </p:spPr>
        <p:txBody>
          <a:bodyPr wrap="square" rtlCol="0">
            <a:spAutoFit/>
          </a:bodyPr>
          <a:lstStyle/>
          <a:p>
            <a:pPr algn="ctr"/>
            <a:r>
              <a:rPr lang="en-US" sz="900" dirty="0"/>
              <a:t>268</a:t>
            </a:r>
          </a:p>
        </p:txBody>
      </p:sp>
      <p:sp>
        <p:nvSpPr>
          <p:cNvPr id="77" name="TextBox 76">
            <a:extLst>
              <a:ext uri="{FF2B5EF4-FFF2-40B4-BE49-F238E27FC236}">
                <a16:creationId xmlns:a16="http://schemas.microsoft.com/office/drawing/2014/main" id="{87C30432-0F75-C959-7DE3-42C81C2CC48D}"/>
              </a:ext>
            </a:extLst>
          </p:cNvPr>
          <p:cNvSpPr txBox="1"/>
          <p:nvPr/>
        </p:nvSpPr>
        <p:spPr>
          <a:xfrm>
            <a:off x="3138310" y="1402877"/>
            <a:ext cx="570089" cy="230832"/>
          </a:xfrm>
          <a:prstGeom prst="rect">
            <a:avLst/>
          </a:prstGeom>
          <a:noFill/>
        </p:spPr>
        <p:txBody>
          <a:bodyPr wrap="square" rtlCol="0">
            <a:spAutoFit/>
          </a:bodyPr>
          <a:lstStyle/>
          <a:p>
            <a:pPr algn="ctr"/>
            <a:r>
              <a:rPr lang="en-US" sz="900" dirty="0"/>
              <a:t>23</a:t>
            </a:r>
          </a:p>
        </p:txBody>
      </p:sp>
      <p:sp>
        <p:nvSpPr>
          <p:cNvPr id="83" name="TextBox 82">
            <a:extLst>
              <a:ext uri="{FF2B5EF4-FFF2-40B4-BE49-F238E27FC236}">
                <a16:creationId xmlns:a16="http://schemas.microsoft.com/office/drawing/2014/main" id="{E4EF5F60-F501-200B-B5E2-668E1F4C5E68}"/>
              </a:ext>
            </a:extLst>
          </p:cNvPr>
          <p:cNvSpPr txBox="1"/>
          <p:nvPr/>
        </p:nvSpPr>
        <p:spPr>
          <a:xfrm>
            <a:off x="4645378" y="1903821"/>
            <a:ext cx="570089" cy="230832"/>
          </a:xfrm>
          <a:prstGeom prst="rect">
            <a:avLst/>
          </a:prstGeom>
          <a:noFill/>
        </p:spPr>
        <p:txBody>
          <a:bodyPr wrap="square" rtlCol="0">
            <a:spAutoFit/>
          </a:bodyPr>
          <a:lstStyle/>
          <a:p>
            <a:pPr algn="ctr"/>
            <a:r>
              <a:rPr lang="en-US" sz="900" dirty="0"/>
              <a:t>13</a:t>
            </a:r>
          </a:p>
        </p:txBody>
      </p:sp>
      <p:sp>
        <p:nvSpPr>
          <p:cNvPr id="84" name="TextBox 83">
            <a:extLst>
              <a:ext uri="{FF2B5EF4-FFF2-40B4-BE49-F238E27FC236}">
                <a16:creationId xmlns:a16="http://schemas.microsoft.com/office/drawing/2014/main" id="{3CA2C67D-DB8B-68CF-D654-367656349A8B}"/>
              </a:ext>
            </a:extLst>
          </p:cNvPr>
          <p:cNvSpPr txBox="1"/>
          <p:nvPr/>
        </p:nvSpPr>
        <p:spPr>
          <a:xfrm>
            <a:off x="5650090" y="1903821"/>
            <a:ext cx="570089" cy="230832"/>
          </a:xfrm>
          <a:prstGeom prst="rect">
            <a:avLst/>
          </a:prstGeom>
          <a:noFill/>
        </p:spPr>
        <p:txBody>
          <a:bodyPr wrap="square" rtlCol="0">
            <a:spAutoFit/>
          </a:bodyPr>
          <a:lstStyle/>
          <a:p>
            <a:pPr algn="ctr"/>
            <a:r>
              <a:rPr lang="en-US" sz="900" dirty="0"/>
              <a:t>31</a:t>
            </a:r>
          </a:p>
        </p:txBody>
      </p:sp>
      <p:sp>
        <p:nvSpPr>
          <p:cNvPr id="85" name="TextBox 84">
            <a:extLst>
              <a:ext uri="{FF2B5EF4-FFF2-40B4-BE49-F238E27FC236}">
                <a16:creationId xmlns:a16="http://schemas.microsoft.com/office/drawing/2014/main" id="{69D81EFF-AE64-C925-FC16-69F42D725B3C}"/>
              </a:ext>
            </a:extLst>
          </p:cNvPr>
          <p:cNvSpPr txBox="1"/>
          <p:nvPr/>
        </p:nvSpPr>
        <p:spPr>
          <a:xfrm>
            <a:off x="3138310" y="1903821"/>
            <a:ext cx="570089" cy="230832"/>
          </a:xfrm>
          <a:prstGeom prst="rect">
            <a:avLst/>
          </a:prstGeom>
          <a:noFill/>
        </p:spPr>
        <p:txBody>
          <a:bodyPr wrap="square" rtlCol="0">
            <a:spAutoFit/>
          </a:bodyPr>
          <a:lstStyle/>
          <a:p>
            <a:pPr algn="ctr"/>
            <a:r>
              <a:rPr lang="en-US" sz="900" dirty="0"/>
              <a:t>57</a:t>
            </a:r>
          </a:p>
        </p:txBody>
      </p:sp>
      <p:sp>
        <p:nvSpPr>
          <p:cNvPr id="87" name="TextBox 86">
            <a:extLst>
              <a:ext uri="{FF2B5EF4-FFF2-40B4-BE49-F238E27FC236}">
                <a16:creationId xmlns:a16="http://schemas.microsoft.com/office/drawing/2014/main" id="{FC162F34-2B64-B433-9BC4-25F85A76F3C8}"/>
              </a:ext>
            </a:extLst>
          </p:cNvPr>
          <p:cNvSpPr txBox="1"/>
          <p:nvPr/>
        </p:nvSpPr>
        <p:spPr>
          <a:xfrm>
            <a:off x="3138310" y="3406653"/>
            <a:ext cx="570089" cy="230832"/>
          </a:xfrm>
          <a:prstGeom prst="rect">
            <a:avLst/>
          </a:prstGeom>
          <a:noFill/>
        </p:spPr>
        <p:txBody>
          <a:bodyPr wrap="square" rtlCol="0">
            <a:spAutoFit/>
          </a:bodyPr>
          <a:lstStyle/>
          <a:p>
            <a:pPr algn="ctr"/>
            <a:r>
              <a:rPr lang="en-US" sz="900" dirty="0"/>
              <a:t>236</a:t>
            </a:r>
          </a:p>
        </p:txBody>
      </p:sp>
      <p:sp>
        <p:nvSpPr>
          <p:cNvPr id="89" name="TextBox 88">
            <a:extLst>
              <a:ext uri="{FF2B5EF4-FFF2-40B4-BE49-F238E27FC236}">
                <a16:creationId xmlns:a16="http://schemas.microsoft.com/office/drawing/2014/main" id="{0959D69F-564E-2748-5896-5C1219970409}"/>
              </a:ext>
            </a:extLst>
          </p:cNvPr>
          <p:cNvSpPr txBox="1"/>
          <p:nvPr/>
        </p:nvSpPr>
        <p:spPr>
          <a:xfrm>
            <a:off x="4645378" y="4909484"/>
            <a:ext cx="570089" cy="230832"/>
          </a:xfrm>
          <a:prstGeom prst="rect">
            <a:avLst/>
          </a:prstGeom>
          <a:noFill/>
        </p:spPr>
        <p:txBody>
          <a:bodyPr wrap="square" rtlCol="0">
            <a:spAutoFit/>
          </a:bodyPr>
          <a:lstStyle/>
          <a:p>
            <a:pPr algn="ctr"/>
            <a:r>
              <a:rPr lang="en-US" sz="900" dirty="0"/>
              <a:t>235</a:t>
            </a:r>
          </a:p>
        </p:txBody>
      </p:sp>
      <p:sp>
        <p:nvSpPr>
          <p:cNvPr id="90" name="TextBox 89">
            <a:extLst>
              <a:ext uri="{FF2B5EF4-FFF2-40B4-BE49-F238E27FC236}">
                <a16:creationId xmlns:a16="http://schemas.microsoft.com/office/drawing/2014/main" id="{B3283D6B-510D-8947-C1D6-9143862007B3}"/>
              </a:ext>
            </a:extLst>
          </p:cNvPr>
          <p:cNvSpPr txBox="1"/>
          <p:nvPr/>
        </p:nvSpPr>
        <p:spPr>
          <a:xfrm>
            <a:off x="5147734" y="4909484"/>
            <a:ext cx="570089" cy="230832"/>
          </a:xfrm>
          <a:prstGeom prst="rect">
            <a:avLst/>
          </a:prstGeom>
          <a:noFill/>
        </p:spPr>
        <p:txBody>
          <a:bodyPr wrap="square" rtlCol="0">
            <a:spAutoFit/>
          </a:bodyPr>
          <a:lstStyle/>
          <a:p>
            <a:pPr algn="ctr"/>
            <a:r>
              <a:rPr lang="en-US" sz="900" dirty="0"/>
              <a:t>2357</a:t>
            </a:r>
          </a:p>
        </p:txBody>
      </p:sp>
      <p:sp>
        <p:nvSpPr>
          <p:cNvPr id="91" name="TextBox 90">
            <a:extLst>
              <a:ext uri="{FF2B5EF4-FFF2-40B4-BE49-F238E27FC236}">
                <a16:creationId xmlns:a16="http://schemas.microsoft.com/office/drawing/2014/main" id="{9CDD1D12-7F96-39CD-B845-471A6D270ED5}"/>
              </a:ext>
            </a:extLst>
          </p:cNvPr>
          <p:cNvSpPr txBox="1"/>
          <p:nvPr/>
        </p:nvSpPr>
        <p:spPr>
          <a:xfrm>
            <a:off x="5650090" y="4909484"/>
            <a:ext cx="570089" cy="230832"/>
          </a:xfrm>
          <a:prstGeom prst="rect">
            <a:avLst/>
          </a:prstGeom>
          <a:noFill/>
        </p:spPr>
        <p:txBody>
          <a:bodyPr wrap="square" rtlCol="0">
            <a:spAutoFit/>
          </a:bodyPr>
          <a:lstStyle/>
          <a:p>
            <a:pPr algn="ctr"/>
            <a:r>
              <a:rPr lang="en-US" sz="900" dirty="0"/>
              <a:t>237</a:t>
            </a:r>
          </a:p>
        </p:txBody>
      </p:sp>
      <p:sp>
        <p:nvSpPr>
          <p:cNvPr id="94" name="TextBox 93">
            <a:extLst>
              <a:ext uri="{FF2B5EF4-FFF2-40B4-BE49-F238E27FC236}">
                <a16:creationId xmlns:a16="http://schemas.microsoft.com/office/drawing/2014/main" id="{59EA63CC-6464-B7BF-0E18-E87898462C36}"/>
              </a:ext>
            </a:extLst>
          </p:cNvPr>
          <p:cNvSpPr txBox="1"/>
          <p:nvPr/>
        </p:nvSpPr>
        <p:spPr>
          <a:xfrm>
            <a:off x="6152446" y="2905709"/>
            <a:ext cx="570089" cy="230832"/>
          </a:xfrm>
          <a:prstGeom prst="rect">
            <a:avLst/>
          </a:prstGeom>
          <a:noFill/>
        </p:spPr>
        <p:txBody>
          <a:bodyPr wrap="square" rtlCol="0">
            <a:spAutoFit/>
          </a:bodyPr>
          <a:lstStyle/>
          <a:p>
            <a:pPr algn="ctr"/>
            <a:r>
              <a:rPr lang="en-US" sz="900" dirty="0"/>
              <a:t>2357</a:t>
            </a:r>
          </a:p>
        </p:txBody>
      </p:sp>
      <p:sp>
        <p:nvSpPr>
          <p:cNvPr id="95" name="TextBox 94">
            <a:extLst>
              <a:ext uri="{FF2B5EF4-FFF2-40B4-BE49-F238E27FC236}">
                <a16:creationId xmlns:a16="http://schemas.microsoft.com/office/drawing/2014/main" id="{1D0C36C1-C15B-805A-2F5C-F09C8C2C2697}"/>
              </a:ext>
            </a:extLst>
          </p:cNvPr>
          <p:cNvSpPr txBox="1"/>
          <p:nvPr/>
        </p:nvSpPr>
        <p:spPr>
          <a:xfrm>
            <a:off x="3640666" y="2905709"/>
            <a:ext cx="570089" cy="230832"/>
          </a:xfrm>
          <a:prstGeom prst="rect">
            <a:avLst/>
          </a:prstGeom>
          <a:noFill/>
        </p:spPr>
        <p:txBody>
          <a:bodyPr wrap="square" rtlCol="0">
            <a:spAutoFit/>
          </a:bodyPr>
          <a:lstStyle/>
          <a:p>
            <a:pPr algn="ctr"/>
            <a:r>
              <a:rPr lang="en-US" sz="900" dirty="0"/>
              <a:t>75</a:t>
            </a:r>
          </a:p>
        </p:txBody>
      </p:sp>
      <p:sp>
        <p:nvSpPr>
          <p:cNvPr id="96" name="TextBox 95">
            <a:extLst>
              <a:ext uri="{FF2B5EF4-FFF2-40B4-BE49-F238E27FC236}">
                <a16:creationId xmlns:a16="http://schemas.microsoft.com/office/drawing/2014/main" id="{8DACFC67-D937-0D1A-C211-FAEF4FC62E0C}"/>
              </a:ext>
            </a:extLst>
          </p:cNvPr>
          <p:cNvSpPr txBox="1"/>
          <p:nvPr/>
        </p:nvSpPr>
        <p:spPr>
          <a:xfrm>
            <a:off x="5650090" y="2905709"/>
            <a:ext cx="570089" cy="230832"/>
          </a:xfrm>
          <a:prstGeom prst="rect">
            <a:avLst/>
          </a:prstGeom>
          <a:noFill/>
        </p:spPr>
        <p:txBody>
          <a:bodyPr wrap="square" rtlCol="0">
            <a:spAutoFit/>
          </a:bodyPr>
          <a:lstStyle/>
          <a:p>
            <a:pPr algn="ctr"/>
            <a:r>
              <a:rPr lang="en-US" sz="900" dirty="0"/>
              <a:t>12378</a:t>
            </a:r>
          </a:p>
        </p:txBody>
      </p:sp>
      <p:sp>
        <p:nvSpPr>
          <p:cNvPr id="97" name="TextBox 96">
            <a:extLst>
              <a:ext uri="{FF2B5EF4-FFF2-40B4-BE49-F238E27FC236}">
                <a16:creationId xmlns:a16="http://schemas.microsoft.com/office/drawing/2014/main" id="{345FBB66-30D5-6CAA-C551-BC5471D3A7C9}"/>
              </a:ext>
            </a:extLst>
          </p:cNvPr>
          <p:cNvSpPr txBox="1"/>
          <p:nvPr/>
        </p:nvSpPr>
        <p:spPr>
          <a:xfrm>
            <a:off x="3138310" y="2905709"/>
            <a:ext cx="570089" cy="230832"/>
          </a:xfrm>
          <a:prstGeom prst="rect">
            <a:avLst/>
          </a:prstGeom>
          <a:noFill/>
        </p:spPr>
        <p:txBody>
          <a:bodyPr wrap="square" rtlCol="0">
            <a:spAutoFit/>
          </a:bodyPr>
          <a:lstStyle/>
          <a:p>
            <a:pPr algn="ctr"/>
            <a:r>
              <a:rPr lang="en-US" sz="900" dirty="0"/>
              <a:t>123</a:t>
            </a:r>
          </a:p>
        </p:txBody>
      </p:sp>
      <p:sp>
        <p:nvSpPr>
          <p:cNvPr id="98" name="TextBox 97">
            <a:extLst>
              <a:ext uri="{FF2B5EF4-FFF2-40B4-BE49-F238E27FC236}">
                <a16:creationId xmlns:a16="http://schemas.microsoft.com/office/drawing/2014/main" id="{6389D73D-E544-E350-5AC2-C31410BFC243}"/>
              </a:ext>
            </a:extLst>
          </p:cNvPr>
          <p:cNvSpPr txBox="1"/>
          <p:nvPr/>
        </p:nvSpPr>
        <p:spPr>
          <a:xfrm>
            <a:off x="4645378" y="2404765"/>
            <a:ext cx="570089" cy="230832"/>
          </a:xfrm>
          <a:prstGeom prst="rect">
            <a:avLst/>
          </a:prstGeom>
          <a:noFill/>
        </p:spPr>
        <p:txBody>
          <a:bodyPr wrap="square" rtlCol="0">
            <a:spAutoFit/>
          </a:bodyPr>
          <a:lstStyle/>
          <a:p>
            <a:pPr algn="ctr"/>
            <a:r>
              <a:rPr lang="en-US" sz="900" dirty="0"/>
              <a:t>12356</a:t>
            </a:r>
          </a:p>
        </p:txBody>
      </p:sp>
      <p:sp>
        <p:nvSpPr>
          <p:cNvPr id="99" name="TextBox 98">
            <a:extLst>
              <a:ext uri="{FF2B5EF4-FFF2-40B4-BE49-F238E27FC236}">
                <a16:creationId xmlns:a16="http://schemas.microsoft.com/office/drawing/2014/main" id="{32BAD96D-743C-14AD-7575-8FB63DE707D8}"/>
              </a:ext>
            </a:extLst>
          </p:cNvPr>
          <p:cNvSpPr txBox="1"/>
          <p:nvPr/>
        </p:nvSpPr>
        <p:spPr>
          <a:xfrm>
            <a:off x="3138310" y="2404765"/>
            <a:ext cx="570089" cy="230832"/>
          </a:xfrm>
          <a:prstGeom prst="rect">
            <a:avLst/>
          </a:prstGeom>
          <a:noFill/>
        </p:spPr>
        <p:txBody>
          <a:bodyPr wrap="square" rtlCol="0">
            <a:spAutoFit/>
          </a:bodyPr>
          <a:lstStyle/>
          <a:p>
            <a:pPr algn="ctr"/>
            <a:r>
              <a:rPr lang="en-US" sz="900" dirty="0"/>
              <a:t>1236</a:t>
            </a:r>
          </a:p>
        </p:txBody>
      </p:sp>
      <p:sp>
        <p:nvSpPr>
          <p:cNvPr id="100" name="TextBox 99">
            <a:extLst>
              <a:ext uri="{FF2B5EF4-FFF2-40B4-BE49-F238E27FC236}">
                <a16:creationId xmlns:a16="http://schemas.microsoft.com/office/drawing/2014/main" id="{71612B4F-641D-E833-8994-810D73DF61EF}"/>
              </a:ext>
            </a:extLst>
          </p:cNvPr>
          <p:cNvSpPr txBox="1"/>
          <p:nvPr/>
        </p:nvSpPr>
        <p:spPr>
          <a:xfrm>
            <a:off x="4645378" y="3907597"/>
            <a:ext cx="570089" cy="230832"/>
          </a:xfrm>
          <a:prstGeom prst="rect">
            <a:avLst/>
          </a:prstGeom>
          <a:noFill/>
        </p:spPr>
        <p:txBody>
          <a:bodyPr wrap="square" rtlCol="0">
            <a:spAutoFit/>
          </a:bodyPr>
          <a:lstStyle/>
          <a:p>
            <a:pPr algn="ctr"/>
            <a:r>
              <a:rPr lang="en-US" sz="900" dirty="0"/>
              <a:t>15</a:t>
            </a:r>
          </a:p>
        </p:txBody>
      </p:sp>
      <p:sp>
        <p:nvSpPr>
          <p:cNvPr id="101" name="TextBox 100">
            <a:extLst>
              <a:ext uri="{FF2B5EF4-FFF2-40B4-BE49-F238E27FC236}">
                <a16:creationId xmlns:a16="http://schemas.microsoft.com/office/drawing/2014/main" id="{98DFFF5C-9A3D-0879-DA36-C50690717960}"/>
              </a:ext>
            </a:extLst>
          </p:cNvPr>
          <p:cNvSpPr txBox="1"/>
          <p:nvPr/>
        </p:nvSpPr>
        <p:spPr>
          <a:xfrm>
            <a:off x="3716867" y="4244561"/>
            <a:ext cx="462845" cy="584775"/>
          </a:xfrm>
          <a:prstGeom prst="rect">
            <a:avLst/>
          </a:prstGeom>
          <a:noFill/>
        </p:spPr>
        <p:txBody>
          <a:bodyPr wrap="square" rtlCol="0">
            <a:spAutoFit/>
          </a:bodyPr>
          <a:lstStyle/>
          <a:p>
            <a:pPr algn="ctr"/>
            <a:r>
              <a:rPr lang="en-US" sz="3200" dirty="0"/>
              <a:t>1</a:t>
            </a:r>
          </a:p>
        </p:txBody>
      </p:sp>
      <p:sp>
        <p:nvSpPr>
          <p:cNvPr id="53" name="TextBox 52">
            <a:extLst>
              <a:ext uri="{FF2B5EF4-FFF2-40B4-BE49-F238E27FC236}">
                <a16:creationId xmlns:a16="http://schemas.microsoft.com/office/drawing/2014/main" id="{90A60AE7-B459-D0E8-991E-0E92EE2C785B}"/>
              </a:ext>
            </a:extLst>
          </p:cNvPr>
          <p:cNvSpPr txBox="1"/>
          <p:nvPr/>
        </p:nvSpPr>
        <p:spPr>
          <a:xfrm>
            <a:off x="4216401" y="3741226"/>
            <a:ext cx="462845" cy="584775"/>
          </a:xfrm>
          <a:prstGeom prst="rect">
            <a:avLst/>
          </a:prstGeom>
          <a:noFill/>
        </p:spPr>
        <p:txBody>
          <a:bodyPr wrap="square" rtlCol="0">
            <a:spAutoFit/>
          </a:bodyPr>
          <a:lstStyle/>
          <a:p>
            <a:pPr algn="ctr"/>
            <a:r>
              <a:rPr lang="en-US" sz="3200" dirty="0"/>
              <a:t>2</a:t>
            </a:r>
          </a:p>
        </p:txBody>
      </p:sp>
      <p:sp>
        <p:nvSpPr>
          <p:cNvPr id="56" name="TextBox 55">
            <a:extLst>
              <a:ext uri="{FF2B5EF4-FFF2-40B4-BE49-F238E27FC236}">
                <a16:creationId xmlns:a16="http://schemas.microsoft.com/office/drawing/2014/main" id="{90EA88D6-FD8D-FEEC-1CF9-FB33E2124C85}"/>
              </a:ext>
            </a:extLst>
          </p:cNvPr>
          <p:cNvSpPr txBox="1"/>
          <p:nvPr/>
        </p:nvSpPr>
        <p:spPr>
          <a:xfrm>
            <a:off x="6214537" y="721216"/>
            <a:ext cx="462845" cy="584775"/>
          </a:xfrm>
          <a:prstGeom prst="rect">
            <a:avLst/>
          </a:prstGeom>
          <a:noFill/>
        </p:spPr>
        <p:txBody>
          <a:bodyPr wrap="square" rtlCol="0">
            <a:spAutoFit/>
          </a:bodyPr>
          <a:lstStyle/>
          <a:p>
            <a:pPr algn="ctr"/>
            <a:r>
              <a:rPr lang="en-US" sz="3200" dirty="0"/>
              <a:t>1</a:t>
            </a:r>
          </a:p>
        </p:txBody>
      </p:sp>
      <p:sp>
        <p:nvSpPr>
          <p:cNvPr id="54" name="TextBox 53">
            <a:extLst>
              <a:ext uri="{FF2B5EF4-FFF2-40B4-BE49-F238E27FC236}">
                <a16:creationId xmlns:a16="http://schemas.microsoft.com/office/drawing/2014/main" id="{88199AE1-B35F-2837-5AD4-5CB0E82187A5}"/>
              </a:ext>
            </a:extLst>
          </p:cNvPr>
          <p:cNvSpPr txBox="1"/>
          <p:nvPr/>
        </p:nvSpPr>
        <p:spPr>
          <a:xfrm>
            <a:off x="5147734" y="3907597"/>
            <a:ext cx="570089" cy="230832"/>
          </a:xfrm>
          <a:prstGeom prst="rect">
            <a:avLst/>
          </a:prstGeom>
          <a:noFill/>
        </p:spPr>
        <p:txBody>
          <a:bodyPr wrap="square" rtlCol="0">
            <a:spAutoFit/>
          </a:bodyPr>
          <a:lstStyle/>
          <a:p>
            <a:pPr algn="ctr"/>
            <a:r>
              <a:rPr lang="en-US" sz="900" dirty="0"/>
              <a:t>157</a:t>
            </a:r>
          </a:p>
        </p:txBody>
      </p:sp>
      <p:sp>
        <p:nvSpPr>
          <p:cNvPr id="55" name="TextBox 54">
            <a:extLst>
              <a:ext uri="{FF2B5EF4-FFF2-40B4-BE49-F238E27FC236}">
                <a16:creationId xmlns:a16="http://schemas.microsoft.com/office/drawing/2014/main" id="{2CF23E00-DCB5-4F42-0706-24785E9ECD3D}"/>
              </a:ext>
            </a:extLst>
          </p:cNvPr>
          <p:cNvSpPr txBox="1"/>
          <p:nvPr/>
        </p:nvSpPr>
        <p:spPr>
          <a:xfrm>
            <a:off x="6714071" y="4747898"/>
            <a:ext cx="462845" cy="584775"/>
          </a:xfrm>
          <a:prstGeom prst="rect">
            <a:avLst/>
          </a:prstGeom>
          <a:noFill/>
        </p:spPr>
        <p:txBody>
          <a:bodyPr wrap="square" rtlCol="0">
            <a:spAutoFit/>
          </a:bodyPr>
          <a:lstStyle/>
          <a:p>
            <a:pPr algn="ctr"/>
            <a:r>
              <a:rPr lang="en-US" sz="3200" dirty="0"/>
              <a:t>8</a:t>
            </a:r>
          </a:p>
        </p:txBody>
      </p:sp>
      <p:sp>
        <p:nvSpPr>
          <p:cNvPr id="80" name="TextBox 79">
            <a:extLst>
              <a:ext uri="{FF2B5EF4-FFF2-40B4-BE49-F238E27FC236}">
                <a16:creationId xmlns:a16="http://schemas.microsoft.com/office/drawing/2014/main" id="{F32FF0BA-80E1-3821-7A34-F15087AFC6C4}"/>
              </a:ext>
            </a:extLst>
          </p:cNvPr>
          <p:cNvSpPr txBox="1"/>
          <p:nvPr/>
        </p:nvSpPr>
        <p:spPr>
          <a:xfrm>
            <a:off x="6214537" y="4747898"/>
            <a:ext cx="462845" cy="584775"/>
          </a:xfrm>
          <a:prstGeom prst="rect">
            <a:avLst/>
          </a:prstGeom>
          <a:noFill/>
        </p:spPr>
        <p:txBody>
          <a:bodyPr wrap="square" rtlCol="0">
            <a:spAutoFit/>
          </a:bodyPr>
          <a:lstStyle/>
          <a:p>
            <a:pPr algn="ctr"/>
            <a:r>
              <a:rPr lang="en-US" sz="3200" dirty="0"/>
              <a:t>6</a:t>
            </a:r>
          </a:p>
        </p:txBody>
      </p:sp>
      <p:sp>
        <p:nvSpPr>
          <p:cNvPr id="81" name="TextBox 80">
            <a:extLst>
              <a:ext uri="{FF2B5EF4-FFF2-40B4-BE49-F238E27FC236}">
                <a16:creationId xmlns:a16="http://schemas.microsoft.com/office/drawing/2014/main" id="{D89D94B7-2C74-C0CC-2948-AC2050F89AF8}"/>
              </a:ext>
            </a:extLst>
          </p:cNvPr>
          <p:cNvSpPr txBox="1"/>
          <p:nvPr/>
        </p:nvSpPr>
        <p:spPr>
          <a:xfrm>
            <a:off x="4216401" y="3237891"/>
            <a:ext cx="462845" cy="584775"/>
          </a:xfrm>
          <a:prstGeom prst="rect">
            <a:avLst/>
          </a:prstGeom>
          <a:noFill/>
        </p:spPr>
        <p:txBody>
          <a:bodyPr wrap="square" rtlCol="0">
            <a:spAutoFit/>
          </a:bodyPr>
          <a:lstStyle/>
          <a:p>
            <a:pPr algn="ctr"/>
            <a:r>
              <a:rPr lang="en-US" sz="3200" dirty="0"/>
              <a:t>8</a:t>
            </a:r>
          </a:p>
        </p:txBody>
      </p:sp>
      <p:sp>
        <p:nvSpPr>
          <p:cNvPr id="93" name="TextBox 92">
            <a:extLst>
              <a:ext uri="{FF2B5EF4-FFF2-40B4-BE49-F238E27FC236}">
                <a16:creationId xmlns:a16="http://schemas.microsoft.com/office/drawing/2014/main" id="{34018C32-5F1E-C53C-8692-7662E8D1C648}"/>
              </a:ext>
            </a:extLst>
          </p:cNvPr>
          <p:cNvSpPr txBox="1"/>
          <p:nvPr/>
        </p:nvSpPr>
        <p:spPr>
          <a:xfrm>
            <a:off x="4715935" y="4244561"/>
            <a:ext cx="462845" cy="584775"/>
          </a:xfrm>
          <a:prstGeom prst="rect">
            <a:avLst/>
          </a:prstGeom>
          <a:noFill/>
        </p:spPr>
        <p:txBody>
          <a:bodyPr wrap="square" rtlCol="0">
            <a:spAutoFit/>
          </a:bodyPr>
          <a:lstStyle/>
          <a:p>
            <a:pPr algn="ctr"/>
            <a:r>
              <a:rPr lang="en-US" sz="3200" dirty="0"/>
              <a:t>8</a:t>
            </a:r>
          </a:p>
        </p:txBody>
      </p:sp>
    </p:spTree>
    <p:extLst>
      <p:ext uri="{BB962C8B-B14F-4D97-AF65-F5344CB8AC3E}">
        <p14:creationId xmlns:p14="http://schemas.microsoft.com/office/powerpoint/2010/main" val="1970952858"/>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D67135-9125-D333-DA3A-347038D36C8E}"/>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3FA5311F-3E2A-E1D9-5236-7A518C671BE4}"/>
              </a:ext>
            </a:extLst>
          </p:cNvPr>
          <p:cNvSpPr>
            <a:spLocks noGrp="1"/>
          </p:cNvSpPr>
          <p:nvPr>
            <p:ph sz="half" idx="1"/>
          </p:nvPr>
        </p:nvSpPr>
        <p:spPr/>
        <p:txBody>
          <a:bodyPr>
            <a:normAutofit/>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3BCDB7A4-1F65-51EB-0CAD-31C50EC31407}"/>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6ADB12A0-BE82-2BE6-F5F8-C77774393434}"/>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34EA6987-781A-171A-736F-FFFA5D0E591C}"/>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0F7F82C6-ECEB-0F36-AD75-BF0A91D0BEF1}"/>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C87CB3AB-4FE5-7A0A-EA13-59D53D335AB7}"/>
              </a:ext>
            </a:extLst>
          </p:cNvPr>
          <p:cNvSpPr txBox="1"/>
          <p:nvPr/>
        </p:nvSpPr>
        <p:spPr>
          <a:xfrm>
            <a:off x="4715935" y="1224551"/>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8" name="TextBox 7">
            <a:extLst>
              <a:ext uri="{FF2B5EF4-FFF2-40B4-BE49-F238E27FC236}">
                <a16:creationId xmlns:a16="http://schemas.microsoft.com/office/drawing/2014/main" id="{4D0C3FA6-E179-A13D-01A6-0E3C258B91FC}"/>
              </a:ext>
            </a:extLst>
          </p:cNvPr>
          <p:cNvSpPr txBox="1"/>
          <p:nvPr/>
        </p:nvSpPr>
        <p:spPr>
          <a:xfrm>
            <a:off x="6214537" y="122455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9" name="TextBox 8">
            <a:extLst>
              <a:ext uri="{FF2B5EF4-FFF2-40B4-BE49-F238E27FC236}">
                <a16:creationId xmlns:a16="http://schemas.microsoft.com/office/drawing/2014/main" id="{99386F67-100D-31CD-1BC2-F97265F789A5}"/>
              </a:ext>
            </a:extLst>
          </p:cNvPr>
          <p:cNvSpPr txBox="1"/>
          <p:nvPr/>
        </p:nvSpPr>
        <p:spPr>
          <a:xfrm>
            <a:off x="6714071" y="1224551"/>
            <a:ext cx="462845" cy="584775"/>
          </a:xfrm>
          <a:prstGeom prst="rect">
            <a:avLst/>
          </a:prstGeom>
          <a:solidFill>
            <a:srgbClr val="FFFF00">
              <a:alpha val="30000"/>
            </a:srgbClr>
          </a:solidFill>
        </p:spPr>
        <p:txBody>
          <a:bodyPr wrap="square" rtlCol="0">
            <a:spAutoFit/>
          </a:bodyPr>
          <a:lstStyle/>
          <a:p>
            <a:pPr algn="ctr"/>
            <a:r>
              <a:rPr lang="en-US" sz="3200" dirty="0"/>
              <a:t>9</a:t>
            </a:r>
          </a:p>
        </p:txBody>
      </p:sp>
      <p:sp>
        <p:nvSpPr>
          <p:cNvPr id="10" name="TextBox 9">
            <a:extLst>
              <a:ext uri="{FF2B5EF4-FFF2-40B4-BE49-F238E27FC236}">
                <a16:creationId xmlns:a16="http://schemas.microsoft.com/office/drawing/2014/main" id="{5F0A404A-1DCE-23B0-FCD8-E7CC2F2C52F3}"/>
              </a:ext>
            </a:extLst>
          </p:cNvPr>
          <p:cNvSpPr txBox="1"/>
          <p:nvPr/>
        </p:nvSpPr>
        <p:spPr>
          <a:xfrm>
            <a:off x="7213604" y="122455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11" name="TextBox 10">
            <a:extLst>
              <a:ext uri="{FF2B5EF4-FFF2-40B4-BE49-F238E27FC236}">
                <a16:creationId xmlns:a16="http://schemas.microsoft.com/office/drawing/2014/main" id="{152AC67A-DE59-82DA-B895-D21727FB619D}"/>
              </a:ext>
            </a:extLst>
          </p:cNvPr>
          <p:cNvSpPr txBox="1"/>
          <p:nvPr/>
        </p:nvSpPr>
        <p:spPr>
          <a:xfrm>
            <a:off x="6714071" y="721216"/>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12" name="TextBox 11">
            <a:extLst>
              <a:ext uri="{FF2B5EF4-FFF2-40B4-BE49-F238E27FC236}">
                <a16:creationId xmlns:a16="http://schemas.microsoft.com/office/drawing/2014/main" id="{EA914ECE-AB4A-0103-9C9E-9516D1209BC8}"/>
              </a:ext>
            </a:extLst>
          </p:cNvPr>
          <p:cNvSpPr txBox="1"/>
          <p:nvPr/>
        </p:nvSpPr>
        <p:spPr>
          <a:xfrm>
            <a:off x="7213604" y="721216"/>
            <a:ext cx="462845" cy="584775"/>
          </a:xfrm>
          <a:prstGeom prst="rect">
            <a:avLst/>
          </a:prstGeom>
          <a:solidFill>
            <a:srgbClr val="FF0000">
              <a:alpha val="30000"/>
            </a:srgbClr>
          </a:solidFill>
        </p:spPr>
        <p:txBody>
          <a:bodyPr wrap="square" rtlCol="0">
            <a:spAutoFit/>
          </a:bodyPr>
          <a:lstStyle/>
          <a:p>
            <a:pPr algn="ctr"/>
            <a:r>
              <a:rPr lang="en-US" sz="3200" dirty="0"/>
              <a:t>3</a:t>
            </a:r>
          </a:p>
        </p:txBody>
      </p:sp>
      <p:sp>
        <p:nvSpPr>
          <p:cNvPr id="13" name="TextBox 12">
            <a:extLst>
              <a:ext uri="{FF2B5EF4-FFF2-40B4-BE49-F238E27FC236}">
                <a16:creationId xmlns:a16="http://schemas.microsoft.com/office/drawing/2014/main" id="{5C12EB27-EC28-5426-E936-3FD1F96A9BFB}"/>
              </a:ext>
            </a:extLst>
          </p:cNvPr>
          <p:cNvSpPr txBox="1"/>
          <p:nvPr/>
        </p:nvSpPr>
        <p:spPr>
          <a:xfrm>
            <a:off x="4216401" y="1727886"/>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14" name="TextBox 13">
            <a:extLst>
              <a:ext uri="{FF2B5EF4-FFF2-40B4-BE49-F238E27FC236}">
                <a16:creationId xmlns:a16="http://schemas.microsoft.com/office/drawing/2014/main" id="{820BE486-6938-D038-9ABD-0A703B60CF3B}"/>
              </a:ext>
            </a:extLst>
          </p:cNvPr>
          <p:cNvSpPr txBox="1"/>
          <p:nvPr/>
        </p:nvSpPr>
        <p:spPr>
          <a:xfrm>
            <a:off x="5215469" y="1727886"/>
            <a:ext cx="462845" cy="584775"/>
          </a:xfrm>
          <a:prstGeom prst="rect">
            <a:avLst/>
          </a:prstGeom>
          <a:solidFill>
            <a:srgbClr val="00B050">
              <a:alpha val="40000"/>
            </a:srgbClr>
          </a:solidFill>
        </p:spPr>
        <p:txBody>
          <a:bodyPr wrap="square" rtlCol="0">
            <a:spAutoFit/>
          </a:bodyPr>
          <a:lstStyle/>
          <a:p>
            <a:pPr algn="ctr"/>
            <a:r>
              <a:rPr lang="en-US" sz="3200" dirty="0"/>
              <a:t>9</a:t>
            </a:r>
          </a:p>
        </p:txBody>
      </p:sp>
      <p:sp>
        <p:nvSpPr>
          <p:cNvPr id="15" name="TextBox 14">
            <a:extLst>
              <a:ext uri="{FF2B5EF4-FFF2-40B4-BE49-F238E27FC236}">
                <a16:creationId xmlns:a16="http://schemas.microsoft.com/office/drawing/2014/main" id="{8FA8E84E-07A3-8D6E-E4F5-FEE28084018F}"/>
              </a:ext>
            </a:extLst>
          </p:cNvPr>
          <p:cNvSpPr txBox="1"/>
          <p:nvPr/>
        </p:nvSpPr>
        <p:spPr>
          <a:xfrm>
            <a:off x="6214537" y="1727886"/>
            <a:ext cx="462845" cy="584775"/>
          </a:xfrm>
          <a:prstGeom prst="rect">
            <a:avLst/>
          </a:prstGeom>
          <a:solidFill>
            <a:srgbClr val="00B0F0">
              <a:alpha val="30000"/>
            </a:srgbClr>
          </a:solidFill>
        </p:spPr>
        <p:txBody>
          <a:bodyPr wrap="square" rtlCol="0">
            <a:spAutoFit/>
          </a:bodyPr>
          <a:lstStyle/>
          <a:p>
            <a:pPr algn="ctr"/>
            <a:r>
              <a:rPr lang="en-US" sz="3200" dirty="0"/>
              <a:t>8</a:t>
            </a:r>
          </a:p>
        </p:txBody>
      </p:sp>
      <p:sp>
        <p:nvSpPr>
          <p:cNvPr id="16" name="TextBox 15">
            <a:extLst>
              <a:ext uri="{FF2B5EF4-FFF2-40B4-BE49-F238E27FC236}">
                <a16:creationId xmlns:a16="http://schemas.microsoft.com/office/drawing/2014/main" id="{4D3D6DBD-FBE7-402F-7F6D-106F61F59F75}"/>
              </a:ext>
            </a:extLst>
          </p:cNvPr>
          <p:cNvSpPr txBox="1"/>
          <p:nvPr/>
        </p:nvSpPr>
        <p:spPr>
          <a:xfrm>
            <a:off x="6714071" y="1727886"/>
            <a:ext cx="462845" cy="584775"/>
          </a:xfrm>
          <a:prstGeom prst="rect">
            <a:avLst/>
          </a:prstGeom>
          <a:solidFill>
            <a:srgbClr val="0070C0">
              <a:alpha val="40000"/>
            </a:srgbClr>
          </a:solidFill>
        </p:spPr>
        <p:txBody>
          <a:bodyPr wrap="square" rtlCol="0">
            <a:spAutoFit/>
          </a:bodyPr>
          <a:lstStyle/>
          <a:p>
            <a:pPr algn="ctr"/>
            <a:r>
              <a:rPr lang="en-US" sz="3200" dirty="0"/>
              <a:t>6</a:t>
            </a:r>
          </a:p>
        </p:txBody>
      </p:sp>
      <p:sp>
        <p:nvSpPr>
          <p:cNvPr id="17" name="TextBox 16">
            <a:extLst>
              <a:ext uri="{FF2B5EF4-FFF2-40B4-BE49-F238E27FC236}">
                <a16:creationId xmlns:a16="http://schemas.microsoft.com/office/drawing/2014/main" id="{A00B6AB0-51CB-0A2D-DDBB-D95D0E7CBF32}"/>
              </a:ext>
            </a:extLst>
          </p:cNvPr>
          <p:cNvSpPr txBox="1"/>
          <p:nvPr/>
        </p:nvSpPr>
        <p:spPr>
          <a:xfrm>
            <a:off x="3716867" y="223122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18" name="TextBox 17">
            <a:extLst>
              <a:ext uri="{FF2B5EF4-FFF2-40B4-BE49-F238E27FC236}">
                <a16:creationId xmlns:a16="http://schemas.microsoft.com/office/drawing/2014/main" id="{76367C8F-A35F-80E6-FBF8-DDBC89912A69}"/>
              </a:ext>
            </a:extLst>
          </p:cNvPr>
          <p:cNvSpPr txBox="1"/>
          <p:nvPr/>
        </p:nvSpPr>
        <p:spPr>
          <a:xfrm>
            <a:off x="5215469" y="2231221"/>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19" name="TextBox 18">
            <a:extLst>
              <a:ext uri="{FF2B5EF4-FFF2-40B4-BE49-F238E27FC236}">
                <a16:creationId xmlns:a16="http://schemas.microsoft.com/office/drawing/2014/main" id="{3105DF95-16FD-C397-8297-69A0BDA9B028}"/>
              </a:ext>
            </a:extLst>
          </p:cNvPr>
          <p:cNvSpPr txBox="1"/>
          <p:nvPr/>
        </p:nvSpPr>
        <p:spPr>
          <a:xfrm>
            <a:off x="5715003" y="2231221"/>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20" name="TextBox 19">
            <a:extLst>
              <a:ext uri="{FF2B5EF4-FFF2-40B4-BE49-F238E27FC236}">
                <a16:creationId xmlns:a16="http://schemas.microsoft.com/office/drawing/2014/main" id="{620F50CB-37AF-3F3F-A50D-628C272D37E6}"/>
              </a:ext>
            </a:extLst>
          </p:cNvPr>
          <p:cNvSpPr txBox="1"/>
          <p:nvPr/>
        </p:nvSpPr>
        <p:spPr>
          <a:xfrm>
            <a:off x="6214537" y="2231221"/>
            <a:ext cx="462845" cy="584775"/>
          </a:xfrm>
          <a:prstGeom prst="rect">
            <a:avLst/>
          </a:prstGeom>
          <a:solidFill>
            <a:srgbClr val="FF0000">
              <a:alpha val="30000"/>
            </a:srgbClr>
          </a:solidFill>
        </p:spPr>
        <p:txBody>
          <a:bodyPr wrap="square" rtlCol="0">
            <a:spAutoFit/>
          </a:bodyPr>
          <a:lstStyle/>
          <a:p>
            <a:pPr algn="ctr"/>
            <a:r>
              <a:rPr lang="en-US" sz="3200" dirty="0"/>
              <a:t>4</a:t>
            </a:r>
          </a:p>
        </p:txBody>
      </p:sp>
      <p:sp>
        <p:nvSpPr>
          <p:cNvPr id="21" name="TextBox 20">
            <a:extLst>
              <a:ext uri="{FF2B5EF4-FFF2-40B4-BE49-F238E27FC236}">
                <a16:creationId xmlns:a16="http://schemas.microsoft.com/office/drawing/2014/main" id="{9C0EC177-8F4C-41FB-C595-853FCEB6C45D}"/>
              </a:ext>
            </a:extLst>
          </p:cNvPr>
          <p:cNvSpPr txBox="1"/>
          <p:nvPr/>
        </p:nvSpPr>
        <p:spPr>
          <a:xfrm>
            <a:off x="6714071" y="223122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2" name="TextBox 21">
            <a:extLst>
              <a:ext uri="{FF2B5EF4-FFF2-40B4-BE49-F238E27FC236}">
                <a16:creationId xmlns:a16="http://schemas.microsoft.com/office/drawing/2014/main" id="{0B53BFAA-7B4E-ABB4-77EB-BBC30F034851}"/>
              </a:ext>
            </a:extLst>
          </p:cNvPr>
          <p:cNvSpPr txBox="1"/>
          <p:nvPr/>
        </p:nvSpPr>
        <p:spPr>
          <a:xfrm>
            <a:off x="4216401" y="2734556"/>
            <a:ext cx="462845" cy="584775"/>
          </a:xfrm>
          <a:prstGeom prst="rect">
            <a:avLst/>
          </a:prstGeom>
          <a:solidFill>
            <a:srgbClr val="FF0000">
              <a:alpha val="30000"/>
            </a:srgbClr>
          </a:solidFill>
        </p:spPr>
        <p:txBody>
          <a:bodyPr wrap="square" rtlCol="0">
            <a:spAutoFit/>
          </a:bodyPr>
          <a:lstStyle/>
          <a:p>
            <a:pPr algn="ctr"/>
            <a:r>
              <a:rPr lang="en-US" sz="3200" dirty="0"/>
              <a:t>4</a:t>
            </a:r>
          </a:p>
        </p:txBody>
      </p:sp>
      <p:sp>
        <p:nvSpPr>
          <p:cNvPr id="23" name="TextBox 22">
            <a:extLst>
              <a:ext uri="{FF2B5EF4-FFF2-40B4-BE49-F238E27FC236}">
                <a16:creationId xmlns:a16="http://schemas.microsoft.com/office/drawing/2014/main" id="{1011DD58-E300-3107-E5BF-EE7C6F00B56F}"/>
              </a:ext>
            </a:extLst>
          </p:cNvPr>
          <p:cNvSpPr txBox="1"/>
          <p:nvPr/>
        </p:nvSpPr>
        <p:spPr>
          <a:xfrm>
            <a:off x="5215469" y="2734556"/>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4" name="TextBox 23">
            <a:extLst>
              <a:ext uri="{FF2B5EF4-FFF2-40B4-BE49-F238E27FC236}">
                <a16:creationId xmlns:a16="http://schemas.microsoft.com/office/drawing/2014/main" id="{249AD847-3C16-DEE5-DD63-FBE0151C7072}"/>
              </a:ext>
            </a:extLst>
          </p:cNvPr>
          <p:cNvSpPr txBox="1"/>
          <p:nvPr/>
        </p:nvSpPr>
        <p:spPr>
          <a:xfrm>
            <a:off x="6714071" y="2734556"/>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25" name="TextBox 24">
            <a:extLst>
              <a:ext uri="{FF2B5EF4-FFF2-40B4-BE49-F238E27FC236}">
                <a16:creationId xmlns:a16="http://schemas.microsoft.com/office/drawing/2014/main" id="{382FDC02-626F-4730-B18E-525CD23F92EF}"/>
              </a:ext>
            </a:extLst>
          </p:cNvPr>
          <p:cNvSpPr txBox="1"/>
          <p:nvPr/>
        </p:nvSpPr>
        <p:spPr>
          <a:xfrm>
            <a:off x="3716867" y="323789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6" name="TextBox 25">
            <a:extLst>
              <a:ext uri="{FF2B5EF4-FFF2-40B4-BE49-F238E27FC236}">
                <a16:creationId xmlns:a16="http://schemas.microsoft.com/office/drawing/2014/main" id="{C9C4591C-DEDE-CB8C-3C29-9FFD9BB2CD50}"/>
              </a:ext>
            </a:extLst>
          </p:cNvPr>
          <p:cNvSpPr txBox="1"/>
          <p:nvPr/>
        </p:nvSpPr>
        <p:spPr>
          <a:xfrm>
            <a:off x="4715935" y="3237891"/>
            <a:ext cx="462845" cy="584775"/>
          </a:xfrm>
          <a:prstGeom prst="rect">
            <a:avLst/>
          </a:prstGeom>
          <a:solidFill>
            <a:srgbClr val="FF0000">
              <a:alpha val="30000"/>
            </a:srgbClr>
          </a:solidFill>
        </p:spPr>
        <p:txBody>
          <a:bodyPr wrap="square" rtlCol="0">
            <a:spAutoFit/>
          </a:bodyPr>
          <a:lstStyle/>
          <a:p>
            <a:pPr algn="ctr"/>
            <a:r>
              <a:rPr lang="en-US" sz="3200" dirty="0"/>
              <a:t>6</a:t>
            </a:r>
          </a:p>
        </p:txBody>
      </p:sp>
      <p:sp>
        <p:nvSpPr>
          <p:cNvPr id="27" name="TextBox 26">
            <a:extLst>
              <a:ext uri="{FF2B5EF4-FFF2-40B4-BE49-F238E27FC236}">
                <a16:creationId xmlns:a16="http://schemas.microsoft.com/office/drawing/2014/main" id="{AE7A44DE-FCBF-148E-AB70-B3584B24845E}"/>
              </a:ext>
            </a:extLst>
          </p:cNvPr>
          <p:cNvSpPr txBox="1"/>
          <p:nvPr/>
        </p:nvSpPr>
        <p:spPr>
          <a:xfrm>
            <a:off x="5215469" y="323789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28" name="TextBox 27">
            <a:extLst>
              <a:ext uri="{FF2B5EF4-FFF2-40B4-BE49-F238E27FC236}">
                <a16:creationId xmlns:a16="http://schemas.microsoft.com/office/drawing/2014/main" id="{A80C74C5-1FDD-4B4B-E1BD-AE626FF33405}"/>
              </a:ext>
            </a:extLst>
          </p:cNvPr>
          <p:cNvSpPr txBox="1"/>
          <p:nvPr/>
        </p:nvSpPr>
        <p:spPr>
          <a:xfrm>
            <a:off x="7213604" y="3237891"/>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29" name="TextBox 28">
            <a:extLst>
              <a:ext uri="{FF2B5EF4-FFF2-40B4-BE49-F238E27FC236}">
                <a16:creationId xmlns:a16="http://schemas.microsoft.com/office/drawing/2014/main" id="{D21831F1-2DDA-E138-FE79-B8840A3A246D}"/>
              </a:ext>
            </a:extLst>
          </p:cNvPr>
          <p:cNvSpPr txBox="1"/>
          <p:nvPr/>
        </p:nvSpPr>
        <p:spPr>
          <a:xfrm>
            <a:off x="3217333" y="3741226"/>
            <a:ext cx="462845" cy="584775"/>
          </a:xfrm>
          <a:prstGeom prst="rect">
            <a:avLst/>
          </a:prstGeom>
          <a:solidFill>
            <a:srgbClr val="00B0F0">
              <a:alpha val="30000"/>
            </a:srgbClr>
          </a:solidFill>
        </p:spPr>
        <p:txBody>
          <a:bodyPr wrap="square" rtlCol="0">
            <a:spAutoFit/>
          </a:bodyPr>
          <a:lstStyle/>
          <a:p>
            <a:pPr algn="ctr"/>
            <a:r>
              <a:rPr lang="en-US" sz="3200" dirty="0"/>
              <a:t>8</a:t>
            </a:r>
          </a:p>
        </p:txBody>
      </p:sp>
      <p:sp>
        <p:nvSpPr>
          <p:cNvPr id="30" name="TextBox 29">
            <a:extLst>
              <a:ext uri="{FF2B5EF4-FFF2-40B4-BE49-F238E27FC236}">
                <a16:creationId xmlns:a16="http://schemas.microsoft.com/office/drawing/2014/main" id="{196297C9-9A94-58AC-3A38-269F5A1E69DF}"/>
              </a:ext>
            </a:extLst>
          </p:cNvPr>
          <p:cNvSpPr txBox="1"/>
          <p:nvPr/>
        </p:nvSpPr>
        <p:spPr>
          <a:xfrm>
            <a:off x="3716867" y="3741226"/>
            <a:ext cx="462845" cy="584775"/>
          </a:xfrm>
          <a:prstGeom prst="rect">
            <a:avLst/>
          </a:prstGeom>
          <a:solidFill>
            <a:srgbClr val="0070C0">
              <a:alpha val="40000"/>
            </a:srgbClr>
          </a:solidFill>
        </p:spPr>
        <p:txBody>
          <a:bodyPr wrap="square" rtlCol="0">
            <a:spAutoFit/>
          </a:bodyPr>
          <a:lstStyle/>
          <a:p>
            <a:pPr algn="ctr"/>
            <a:r>
              <a:rPr lang="en-US" sz="3200" dirty="0"/>
              <a:t>6</a:t>
            </a:r>
          </a:p>
        </p:txBody>
      </p:sp>
      <p:sp>
        <p:nvSpPr>
          <p:cNvPr id="31" name="TextBox 30">
            <a:extLst>
              <a:ext uri="{FF2B5EF4-FFF2-40B4-BE49-F238E27FC236}">
                <a16:creationId xmlns:a16="http://schemas.microsoft.com/office/drawing/2014/main" id="{C19B6DD2-68FC-EE4F-FF3D-F304998C9171}"/>
              </a:ext>
            </a:extLst>
          </p:cNvPr>
          <p:cNvSpPr txBox="1"/>
          <p:nvPr/>
        </p:nvSpPr>
        <p:spPr>
          <a:xfrm>
            <a:off x="5715003" y="3741226"/>
            <a:ext cx="462845" cy="584775"/>
          </a:xfrm>
          <a:prstGeom prst="rect">
            <a:avLst/>
          </a:prstGeom>
          <a:solidFill>
            <a:srgbClr val="FFFF00">
              <a:alpha val="30000"/>
            </a:srgbClr>
          </a:solidFill>
        </p:spPr>
        <p:txBody>
          <a:bodyPr wrap="square" rtlCol="0">
            <a:spAutoFit/>
          </a:bodyPr>
          <a:lstStyle/>
          <a:p>
            <a:pPr algn="ctr"/>
            <a:r>
              <a:rPr lang="en-US" sz="3200" dirty="0"/>
              <a:t>9</a:t>
            </a:r>
          </a:p>
        </p:txBody>
      </p:sp>
      <p:sp>
        <p:nvSpPr>
          <p:cNvPr id="32" name="TextBox 31">
            <a:extLst>
              <a:ext uri="{FF2B5EF4-FFF2-40B4-BE49-F238E27FC236}">
                <a16:creationId xmlns:a16="http://schemas.microsoft.com/office/drawing/2014/main" id="{CF95EA29-B59F-CC72-34F0-F7DC9F428C38}"/>
              </a:ext>
            </a:extLst>
          </p:cNvPr>
          <p:cNvSpPr txBox="1"/>
          <p:nvPr/>
        </p:nvSpPr>
        <p:spPr>
          <a:xfrm>
            <a:off x="6214537" y="3741226"/>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33" name="TextBox 32">
            <a:extLst>
              <a:ext uri="{FF2B5EF4-FFF2-40B4-BE49-F238E27FC236}">
                <a16:creationId xmlns:a16="http://schemas.microsoft.com/office/drawing/2014/main" id="{3E082178-F004-D593-AD04-FB3E928385EF}"/>
              </a:ext>
            </a:extLst>
          </p:cNvPr>
          <p:cNvSpPr txBox="1"/>
          <p:nvPr/>
        </p:nvSpPr>
        <p:spPr>
          <a:xfrm>
            <a:off x="6714071" y="374122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34" name="TextBox 33">
            <a:extLst>
              <a:ext uri="{FF2B5EF4-FFF2-40B4-BE49-F238E27FC236}">
                <a16:creationId xmlns:a16="http://schemas.microsoft.com/office/drawing/2014/main" id="{5427A677-2CE7-6A0F-602A-8DCDBAD0CA9E}"/>
              </a:ext>
            </a:extLst>
          </p:cNvPr>
          <p:cNvSpPr txBox="1"/>
          <p:nvPr/>
        </p:nvSpPr>
        <p:spPr>
          <a:xfrm>
            <a:off x="7213604" y="3741226"/>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35" name="TextBox 34">
            <a:extLst>
              <a:ext uri="{FF2B5EF4-FFF2-40B4-BE49-F238E27FC236}">
                <a16:creationId xmlns:a16="http://schemas.microsoft.com/office/drawing/2014/main" id="{46E9A698-2AF4-2CD7-B401-7939C99BE072}"/>
              </a:ext>
            </a:extLst>
          </p:cNvPr>
          <p:cNvSpPr txBox="1"/>
          <p:nvPr/>
        </p:nvSpPr>
        <p:spPr>
          <a:xfrm>
            <a:off x="3217333" y="424456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36" name="TextBox 35">
            <a:extLst>
              <a:ext uri="{FF2B5EF4-FFF2-40B4-BE49-F238E27FC236}">
                <a16:creationId xmlns:a16="http://schemas.microsoft.com/office/drawing/2014/main" id="{3730D1EB-EB9D-3D70-F71C-964B0A25588D}"/>
              </a:ext>
            </a:extLst>
          </p:cNvPr>
          <p:cNvSpPr txBox="1"/>
          <p:nvPr/>
        </p:nvSpPr>
        <p:spPr>
          <a:xfrm>
            <a:off x="4216401" y="4244561"/>
            <a:ext cx="462845" cy="584775"/>
          </a:xfrm>
          <a:prstGeom prst="rect">
            <a:avLst/>
          </a:prstGeom>
          <a:solidFill>
            <a:srgbClr val="FF0000">
              <a:alpha val="30000"/>
            </a:srgbClr>
          </a:solidFill>
        </p:spPr>
        <p:txBody>
          <a:bodyPr wrap="square" rtlCol="0">
            <a:spAutoFit/>
          </a:bodyPr>
          <a:lstStyle/>
          <a:p>
            <a:pPr algn="ctr"/>
            <a:r>
              <a:rPr lang="en-US" sz="3200" dirty="0"/>
              <a:t>3</a:t>
            </a:r>
          </a:p>
        </p:txBody>
      </p:sp>
      <p:sp>
        <p:nvSpPr>
          <p:cNvPr id="37" name="TextBox 36">
            <a:extLst>
              <a:ext uri="{FF2B5EF4-FFF2-40B4-BE49-F238E27FC236}">
                <a16:creationId xmlns:a16="http://schemas.microsoft.com/office/drawing/2014/main" id="{D41B521B-666B-CE6C-5162-9A27AA06412E}"/>
              </a:ext>
            </a:extLst>
          </p:cNvPr>
          <p:cNvSpPr txBox="1"/>
          <p:nvPr/>
        </p:nvSpPr>
        <p:spPr>
          <a:xfrm>
            <a:off x="5715003" y="4244561"/>
            <a:ext cx="462845" cy="584775"/>
          </a:xfrm>
          <a:prstGeom prst="rect">
            <a:avLst/>
          </a:prstGeom>
          <a:solidFill>
            <a:srgbClr val="FF0000">
              <a:alpha val="30000"/>
            </a:srgbClr>
          </a:solidFill>
        </p:spPr>
        <p:txBody>
          <a:bodyPr wrap="square" rtlCol="0">
            <a:spAutoFit/>
          </a:bodyPr>
          <a:lstStyle/>
          <a:p>
            <a:pPr algn="ctr"/>
            <a:r>
              <a:rPr lang="en-US" sz="3200" dirty="0"/>
              <a:t>6</a:t>
            </a:r>
          </a:p>
        </p:txBody>
      </p:sp>
      <p:sp>
        <p:nvSpPr>
          <p:cNvPr id="38" name="TextBox 37">
            <a:extLst>
              <a:ext uri="{FF2B5EF4-FFF2-40B4-BE49-F238E27FC236}">
                <a16:creationId xmlns:a16="http://schemas.microsoft.com/office/drawing/2014/main" id="{3C968313-C1E1-A655-050C-2005ACFE91FB}"/>
              </a:ext>
            </a:extLst>
          </p:cNvPr>
          <p:cNvSpPr txBox="1"/>
          <p:nvPr/>
        </p:nvSpPr>
        <p:spPr>
          <a:xfrm>
            <a:off x="6214537" y="424456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39" name="TextBox 38">
            <a:extLst>
              <a:ext uri="{FF2B5EF4-FFF2-40B4-BE49-F238E27FC236}">
                <a16:creationId xmlns:a16="http://schemas.microsoft.com/office/drawing/2014/main" id="{A85BDD33-A3E3-24EC-C7C6-0526E057BF4B}"/>
              </a:ext>
            </a:extLst>
          </p:cNvPr>
          <p:cNvSpPr txBox="1"/>
          <p:nvPr/>
        </p:nvSpPr>
        <p:spPr>
          <a:xfrm>
            <a:off x="6714071" y="4244561"/>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40" name="TextBox 39">
            <a:extLst>
              <a:ext uri="{FF2B5EF4-FFF2-40B4-BE49-F238E27FC236}">
                <a16:creationId xmlns:a16="http://schemas.microsoft.com/office/drawing/2014/main" id="{4F8BD070-A9C4-A4E2-891C-7EDE066546C1}"/>
              </a:ext>
            </a:extLst>
          </p:cNvPr>
          <p:cNvSpPr txBox="1"/>
          <p:nvPr/>
        </p:nvSpPr>
        <p:spPr>
          <a:xfrm>
            <a:off x="7213604" y="4244561"/>
            <a:ext cx="462845" cy="584775"/>
          </a:xfrm>
          <a:prstGeom prst="rect">
            <a:avLst/>
          </a:prstGeom>
          <a:solidFill>
            <a:srgbClr val="00B050">
              <a:alpha val="40000"/>
            </a:srgbClr>
          </a:solidFill>
        </p:spPr>
        <p:txBody>
          <a:bodyPr wrap="square" rtlCol="0">
            <a:spAutoFit/>
          </a:bodyPr>
          <a:lstStyle/>
          <a:p>
            <a:pPr algn="ctr"/>
            <a:r>
              <a:rPr lang="en-US" sz="3200" dirty="0"/>
              <a:t>9</a:t>
            </a:r>
          </a:p>
        </p:txBody>
      </p:sp>
      <p:sp>
        <p:nvSpPr>
          <p:cNvPr id="41" name="TextBox 40">
            <a:extLst>
              <a:ext uri="{FF2B5EF4-FFF2-40B4-BE49-F238E27FC236}">
                <a16:creationId xmlns:a16="http://schemas.microsoft.com/office/drawing/2014/main" id="{325611BA-D854-EF2B-00AF-C76A63BA465C}"/>
              </a:ext>
            </a:extLst>
          </p:cNvPr>
          <p:cNvSpPr txBox="1"/>
          <p:nvPr/>
        </p:nvSpPr>
        <p:spPr>
          <a:xfrm>
            <a:off x="3217333" y="4747898"/>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42" name="TextBox 41">
            <a:extLst>
              <a:ext uri="{FF2B5EF4-FFF2-40B4-BE49-F238E27FC236}">
                <a16:creationId xmlns:a16="http://schemas.microsoft.com/office/drawing/2014/main" id="{2F824AF0-502A-8628-1B42-8DD0D504B2C2}"/>
              </a:ext>
            </a:extLst>
          </p:cNvPr>
          <p:cNvSpPr txBox="1"/>
          <p:nvPr/>
        </p:nvSpPr>
        <p:spPr>
          <a:xfrm>
            <a:off x="3716867" y="4747898"/>
            <a:ext cx="462845" cy="584775"/>
          </a:xfrm>
          <a:prstGeom prst="rect">
            <a:avLst/>
          </a:prstGeom>
          <a:solidFill>
            <a:srgbClr val="FFFF00">
              <a:alpha val="30000"/>
            </a:srgbClr>
          </a:solidFill>
        </p:spPr>
        <p:txBody>
          <a:bodyPr wrap="square" rtlCol="0">
            <a:spAutoFit/>
          </a:bodyPr>
          <a:lstStyle/>
          <a:p>
            <a:pPr algn="ctr"/>
            <a:r>
              <a:rPr lang="en-US" sz="3200" dirty="0"/>
              <a:t>9</a:t>
            </a:r>
          </a:p>
        </p:txBody>
      </p:sp>
      <p:sp>
        <p:nvSpPr>
          <p:cNvPr id="43" name="TextBox 42">
            <a:extLst>
              <a:ext uri="{FF2B5EF4-FFF2-40B4-BE49-F238E27FC236}">
                <a16:creationId xmlns:a16="http://schemas.microsoft.com/office/drawing/2014/main" id="{CBCC7744-2559-0898-FF51-98A06AB0FD64}"/>
              </a:ext>
            </a:extLst>
          </p:cNvPr>
          <p:cNvSpPr txBox="1"/>
          <p:nvPr/>
        </p:nvSpPr>
        <p:spPr>
          <a:xfrm>
            <a:off x="4216401" y="4747898"/>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44" name="TextBox 43">
            <a:extLst>
              <a:ext uri="{FF2B5EF4-FFF2-40B4-BE49-F238E27FC236}">
                <a16:creationId xmlns:a16="http://schemas.microsoft.com/office/drawing/2014/main" id="{350B9402-C252-ECBD-61F3-F0126E574E41}"/>
              </a:ext>
            </a:extLst>
          </p:cNvPr>
          <p:cNvSpPr txBox="1"/>
          <p:nvPr/>
        </p:nvSpPr>
        <p:spPr>
          <a:xfrm>
            <a:off x="7157158" y="1522145"/>
            <a:ext cx="570089" cy="230832"/>
          </a:xfrm>
          <a:prstGeom prst="rect">
            <a:avLst/>
          </a:prstGeom>
          <a:noFill/>
        </p:spPr>
        <p:txBody>
          <a:bodyPr wrap="square" rtlCol="0">
            <a:spAutoFit/>
          </a:bodyPr>
          <a:lstStyle/>
          <a:p>
            <a:pPr algn="ctr"/>
            <a:r>
              <a:rPr lang="en-US" sz="900" dirty="0"/>
              <a:t>57</a:t>
            </a:r>
          </a:p>
        </p:txBody>
      </p:sp>
      <p:sp>
        <p:nvSpPr>
          <p:cNvPr id="45" name="TextBox 44">
            <a:extLst>
              <a:ext uri="{FF2B5EF4-FFF2-40B4-BE49-F238E27FC236}">
                <a16:creationId xmlns:a16="http://schemas.microsoft.com/office/drawing/2014/main" id="{31F96F44-09A6-1FAA-FB04-306D10E66D5A}"/>
              </a:ext>
            </a:extLst>
          </p:cNvPr>
          <p:cNvSpPr txBox="1"/>
          <p:nvPr/>
        </p:nvSpPr>
        <p:spPr>
          <a:xfrm>
            <a:off x="4143022" y="5028752"/>
            <a:ext cx="570089" cy="230832"/>
          </a:xfrm>
          <a:prstGeom prst="rect">
            <a:avLst/>
          </a:prstGeom>
          <a:noFill/>
        </p:spPr>
        <p:txBody>
          <a:bodyPr wrap="square" rtlCol="0">
            <a:spAutoFit/>
          </a:bodyPr>
          <a:lstStyle/>
          <a:p>
            <a:pPr algn="ctr"/>
            <a:r>
              <a:rPr lang="en-US" sz="900" dirty="0"/>
              <a:t>57</a:t>
            </a:r>
          </a:p>
        </p:txBody>
      </p:sp>
      <p:sp>
        <p:nvSpPr>
          <p:cNvPr id="50" name="TextBox 49">
            <a:extLst>
              <a:ext uri="{FF2B5EF4-FFF2-40B4-BE49-F238E27FC236}">
                <a16:creationId xmlns:a16="http://schemas.microsoft.com/office/drawing/2014/main" id="{2752E50C-884A-28AD-8F23-420E6090EC22}"/>
              </a:ext>
            </a:extLst>
          </p:cNvPr>
          <p:cNvSpPr txBox="1"/>
          <p:nvPr/>
        </p:nvSpPr>
        <p:spPr>
          <a:xfrm>
            <a:off x="6152446" y="1402877"/>
            <a:ext cx="570089" cy="230832"/>
          </a:xfrm>
          <a:prstGeom prst="rect">
            <a:avLst/>
          </a:prstGeom>
          <a:noFill/>
        </p:spPr>
        <p:txBody>
          <a:bodyPr wrap="square" rtlCol="0">
            <a:spAutoFit/>
          </a:bodyPr>
          <a:lstStyle/>
          <a:p>
            <a:pPr algn="ctr"/>
            <a:r>
              <a:rPr lang="en-US" sz="900" dirty="0"/>
              <a:t>75</a:t>
            </a:r>
          </a:p>
        </p:txBody>
      </p:sp>
      <p:sp>
        <p:nvSpPr>
          <p:cNvPr id="51" name="TextBox 50">
            <a:extLst>
              <a:ext uri="{FF2B5EF4-FFF2-40B4-BE49-F238E27FC236}">
                <a16:creationId xmlns:a16="http://schemas.microsoft.com/office/drawing/2014/main" id="{F98B15EF-E2D7-17A0-F8CF-CE288DFFED8D}"/>
              </a:ext>
            </a:extLst>
          </p:cNvPr>
          <p:cNvSpPr txBox="1"/>
          <p:nvPr/>
        </p:nvSpPr>
        <p:spPr>
          <a:xfrm>
            <a:off x="3138310" y="4408541"/>
            <a:ext cx="570089" cy="230832"/>
          </a:xfrm>
          <a:prstGeom prst="rect">
            <a:avLst/>
          </a:prstGeom>
          <a:noFill/>
        </p:spPr>
        <p:txBody>
          <a:bodyPr wrap="square" rtlCol="0">
            <a:spAutoFit/>
          </a:bodyPr>
          <a:lstStyle/>
          <a:p>
            <a:pPr algn="ctr"/>
            <a:r>
              <a:rPr lang="en-US" sz="900" dirty="0"/>
              <a:t>75</a:t>
            </a:r>
          </a:p>
        </p:txBody>
      </p:sp>
      <p:sp>
        <p:nvSpPr>
          <p:cNvPr id="52" name="TextBox 51">
            <a:extLst>
              <a:ext uri="{FF2B5EF4-FFF2-40B4-BE49-F238E27FC236}">
                <a16:creationId xmlns:a16="http://schemas.microsoft.com/office/drawing/2014/main" id="{250D85B5-7848-CA36-341F-1F50F5C78195}"/>
              </a:ext>
            </a:extLst>
          </p:cNvPr>
          <p:cNvSpPr txBox="1"/>
          <p:nvPr/>
        </p:nvSpPr>
        <p:spPr>
          <a:xfrm>
            <a:off x="3640666" y="3406653"/>
            <a:ext cx="570089" cy="230832"/>
          </a:xfrm>
          <a:prstGeom prst="rect">
            <a:avLst/>
          </a:prstGeom>
          <a:noFill/>
        </p:spPr>
        <p:txBody>
          <a:bodyPr wrap="square" rtlCol="0">
            <a:spAutoFit/>
          </a:bodyPr>
          <a:lstStyle/>
          <a:p>
            <a:pPr algn="ctr"/>
            <a:r>
              <a:rPr lang="en-US" sz="900" dirty="0"/>
              <a:t>2357</a:t>
            </a:r>
          </a:p>
        </p:txBody>
      </p:sp>
      <p:sp>
        <p:nvSpPr>
          <p:cNvPr id="57" name="TextBox 56">
            <a:extLst>
              <a:ext uri="{FF2B5EF4-FFF2-40B4-BE49-F238E27FC236}">
                <a16:creationId xmlns:a16="http://schemas.microsoft.com/office/drawing/2014/main" id="{755CB28B-E211-E26A-3832-36360FD2B83E}"/>
              </a:ext>
            </a:extLst>
          </p:cNvPr>
          <p:cNvSpPr txBox="1"/>
          <p:nvPr/>
        </p:nvSpPr>
        <p:spPr>
          <a:xfrm>
            <a:off x="6654802" y="2524033"/>
            <a:ext cx="570089" cy="230832"/>
          </a:xfrm>
          <a:prstGeom prst="rect">
            <a:avLst/>
          </a:prstGeom>
          <a:noFill/>
        </p:spPr>
        <p:txBody>
          <a:bodyPr wrap="square" rtlCol="0">
            <a:spAutoFit/>
          </a:bodyPr>
          <a:lstStyle/>
          <a:p>
            <a:pPr algn="ctr"/>
            <a:r>
              <a:rPr lang="en-US" sz="900" dirty="0"/>
              <a:t>2357</a:t>
            </a:r>
          </a:p>
        </p:txBody>
      </p:sp>
      <p:sp>
        <p:nvSpPr>
          <p:cNvPr id="58" name="TextBox 57">
            <a:extLst>
              <a:ext uri="{FF2B5EF4-FFF2-40B4-BE49-F238E27FC236}">
                <a16:creationId xmlns:a16="http://schemas.microsoft.com/office/drawing/2014/main" id="{2969E90A-0CC8-CA74-99E6-3F65E375A596}"/>
              </a:ext>
            </a:extLst>
          </p:cNvPr>
          <p:cNvSpPr txBox="1"/>
          <p:nvPr/>
        </p:nvSpPr>
        <p:spPr>
          <a:xfrm>
            <a:off x="4143022" y="1903821"/>
            <a:ext cx="570089" cy="230832"/>
          </a:xfrm>
          <a:prstGeom prst="rect">
            <a:avLst/>
          </a:prstGeom>
          <a:noFill/>
        </p:spPr>
        <p:txBody>
          <a:bodyPr wrap="square" rtlCol="0">
            <a:spAutoFit/>
          </a:bodyPr>
          <a:lstStyle/>
          <a:p>
            <a:pPr algn="ctr"/>
            <a:r>
              <a:rPr lang="en-US" sz="900" dirty="0"/>
              <a:t>75</a:t>
            </a:r>
          </a:p>
        </p:txBody>
      </p:sp>
      <p:sp>
        <p:nvSpPr>
          <p:cNvPr id="59" name="TextBox 58">
            <a:extLst>
              <a:ext uri="{FF2B5EF4-FFF2-40B4-BE49-F238E27FC236}">
                <a16:creationId xmlns:a16="http://schemas.microsoft.com/office/drawing/2014/main" id="{3D96E1CA-5CA4-5CD8-A587-336E8DDEE616}"/>
              </a:ext>
            </a:extLst>
          </p:cNvPr>
          <p:cNvSpPr txBox="1"/>
          <p:nvPr/>
        </p:nvSpPr>
        <p:spPr>
          <a:xfrm>
            <a:off x="3640666" y="2404765"/>
            <a:ext cx="570089" cy="230832"/>
          </a:xfrm>
          <a:prstGeom prst="rect">
            <a:avLst/>
          </a:prstGeom>
          <a:noFill/>
        </p:spPr>
        <p:txBody>
          <a:bodyPr wrap="square" rtlCol="0">
            <a:spAutoFit/>
          </a:bodyPr>
          <a:lstStyle/>
          <a:p>
            <a:pPr algn="ctr"/>
            <a:r>
              <a:rPr lang="en-US" sz="900" dirty="0"/>
              <a:t>2357</a:t>
            </a:r>
          </a:p>
        </p:txBody>
      </p:sp>
      <p:sp>
        <p:nvSpPr>
          <p:cNvPr id="62" name="TextBox 61">
            <a:extLst>
              <a:ext uri="{FF2B5EF4-FFF2-40B4-BE49-F238E27FC236}">
                <a16:creationId xmlns:a16="http://schemas.microsoft.com/office/drawing/2014/main" id="{1E1D9150-6927-D310-A708-D84ADCBA8431}"/>
              </a:ext>
            </a:extLst>
          </p:cNvPr>
          <p:cNvSpPr txBox="1"/>
          <p:nvPr/>
        </p:nvSpPr>
        <p:spPr>
          <a:xfrm>
            <a:off x="6654802" y="2905709"/>
            <a:ext cx="570089" cy="230832"/>
          </a:xfrm>
          <a:prstGeom prst="rect">
            <a:avLst/>
          </a:prstGeom>
          <a:noFill/>
        </p:spPr>
        <p:txBody>
          <a:bodyPr wrap="square" rtlCol="0">
            <a:spAutoFit/>
          </a:bodyPr>
          <a:lstStyle/>
          <a:p>
            <a:pPr algn="ctr"/>
            <a:r>
              <a:rPr lang="en-US" sz="900" dirty="0"/>
              <a:t>2357</a:t>
            </a:r>
          </a:p>
        </p:txBody>
      </p:sp>
      <p:sp>
        <p:nvSpPr>
          <p:cNvPr id="63" name="TextBox 62">
            <a:extLst>
              <a:ext uri="{FF2B5EF4-FFF2-40B4-BE49-F238E27FC236}">
                <a16:creationId xmlns:a16="http://schemas.microsoft.com/office/drawing/2014/main" id="{3520EB0A-0EEF-2587-17C4-052A7D3FAC7C}"/>
              </a:ext>
            </a:extLst>
          </p:cNvPr>
          <p:cNvSpPr txBox="1"/>
          <p:nvPr/>
        </p:nvSpPr>
        <p:spPr>
          <a:xfrm>
            <a:off x="7157158" y="3406653"/>
            <a:ext cx="570089" cy="230832"/>
          </a:xfrm>
          <a:prstGeom prst="rect">
            <a:avLst/>
          </a:prstGeom>
          <a:noFill/>
        </p:spPr>
        <p:txBody>
          <a:bodyPr wrap="square" rtlCol="0">
            <a:spAutoFit/>
          </a:bodyPr>
          <a:lstStyle/>
          <a:p>
            <a:pPr algn="ctr"/>
            <a:r>
              <a:rPr lang="en-US" sz="900" dirty="0"/>
              <a:t>75</a:t>
            </a:r>
          </a:p>
        </p:txBody>
      </p:sp>
      <p:sp>
        <p:nvSpPr>
          <p:cNvPr id="66" name="TextBox 65">
            <a:extLst>
              <a:ext uri="{FF2B5EF4-FFF2-40B4-BE49-F238E27FC236}">
                <a16:creationId xmlns:a16="http://schemas.microsoft.com/office/drawing/2014/main" id="{BF93E8C5-E239-FAC8-0EE3-979B32A66B3D}"/>
              </a:ext>
            </a:extLst>
          </p:cNvPr>
          <p:cNvSpPr txBox="1"/>
          <p:nvPr/>
        </p:nvSpPr>
        <p:spPr>
          <a:xfrm>
            <a:off x="5147734" y="2524033"/>
            <a:ext cx="570089" cy="230832"/>
          </a:xfrm>
          <a:prstGeom prst="rect">
            <a:avLst/>
          </a:prstGeom>
          <a:noFill/>
        </p:spPr>
        <p:txBody>
          <a:bodyPr wrap="square" rtlCol="0">
            <a:spAutoFit/>
          </a:bodyPr>
          <a:lstStyle/>
          <a:p>
            <a:pPr algn="ctr"/>
            <a:r>
              <a:rPr lang="en-US" sz="900" dirty="0"/>
              <a:t>257</a:t>
            </a:r>
          </a:p>
        </p:txBody>
      </p:sp>
      <p:sp>
        <p:nvSpPr>
          <p:cNvPr id="68" name="TextBox 67">
            <a:extLst>
              <a:ext uri="{FF2B5EF4-FFF2-40B4-BE49-F238E27FC236}">
                <a16:creationId xmlns:a16="http://schemas.microsoft.com/office/drawing/2014/main" id="{7B1ED9E4-8C88-3B8F-3EEC-579105312277}"/>
              </a:ext>
            </a:extLst>
          </p:cNvPr>
          <p:cNvSpPr txBox="1"/>
          <p:nvPr/>
        </p:nvSpPr>
        <p:spPr>
          <a:xfrm>
            <a:off x="6654802" y="4527809"/>
            <a:ext cx="570089" cy="230832"/>
          </a:xfrm>
          <a:prstGeom prst="rect">
            <a:avLst/>
          </a:prstGeom>
          <a:noFill/>
        </p:spPr>
        <p:txBody>
          <a:bodyPr wrap="square" rtlCol="0">
            <a:spAutoFit/>
          </a:bodyPr>
          <a:lstStyle/>
          <a:p>
            <a:pPr algn="ctr"/>
            <a:r>
              <a:rPr lang="en-US" sz="900" dirty="0"/>
              <a:t>257</a:t>
            </a:r>
          </a:p>
        </p:txBody>
      </p:sp>
      <p:sp>
        <p:nvSpPr>
          <p:cNvPr id="70" name="TextBox 69">
            <a:extLst>
              <a:ext uri="{FF2B5EF4-FFF2-40B4-BE49-F238E27FC236}">
                <a16:creationId xmlns:a16="http://schemas.microsoft.com/office/drawing/2014/main" id="{FE887E3A-61CB-C25E-2071-8F4E64DE19B5}"/>
              </a:ext>
            </a:extLst>
          </p:cNvPr>
          <p:cNvSpPr txBox="1"/>
          <p:nvPr/>
        </p:nvSpPr>
        <p:spPr>
          <a:xfrm>
            <a:off x="5650090" y="2285497"/>
            <a:ext cx="570089" cy="230832"/>
          </a:xfrm>
          <a:prstGeom prst="rect">
            <a:avLst/>
          </a:prstGeom>
          <a:noFill/>
        </p:spPr>
        <p:txBody>
          <a:bodyPr wrap="square" rtlCol="0">
            <a:spAutoFit/>
          </a:bodyPr>
          <a:lstStyle/>
          <a:p>
            <a:pPr algn="ctr"/>
            <a:r>
              <a:rPr lang="en-US" sz="900" dirty="0"/>
              <a:t>37</a:t>
            </a:r>
          </a:p>
        </p:txBody>
      </p:sp>
      <p:sp>
        <p:nvSpPr>
          <p:cNvPr id="71" name="TextBox 70">
            <a:extLst>
              <a:ext uri="{FF2B5EF4-FFF2-40B4-BE49-F238E27FC236}">
                <a16:creationId xmlns:a16="http://schemas.microsoft.com/office/drawing/2014/main" id="{C9F30707-9CB0-FC02-E9B8-5220E0D3D0EF}"/>
              </a:ext>
            </a:extLst>
          </p:cNvPr>
          <p:cNvSpPr txBox="1"/>
          <p:nvPr/>
        </p:nvSpPr>
        <p:spPr>
          <a:xfrm>
            <a:off x="5147734" y="2905709"/>
            <a:ext cx="570089" cy="230832"/>
          </a:xfrm>
          <a:prstGeom prst="rect">
            <a:avLst/>
          </a:prstGeom>
          <a:noFill/>
        </p:spPr>
        <p:txBody>
          <a:bodyPr wrap="square" rtlCol="0">
            <a:spAutoFit/>
          </a:bodyPr>
          <a:lstStyle/>
          <a:p>
            <a:pPr algn="ctr"/>
            <a:r>
              <a:rPr lang="en-US" sz="900" dirty="0"/>
              <a:t>257</a:t>
            </a:r>
          </a:p>
        </p:txBody>
      </p:sp>
      <p:sp>
        <p:nvSpPr>
          <p:cNvPr id="74" name="TextBox 73">
            <a:extLst>
              <a:ext uri="{FF2B5EF4-FFF2-40B4-BE49-F238E27FC236}">
                <a16:creationId xmlns:a16="http://schemas.microsoft.com/office/drawing/2014/main" id="{DA38DBB0-6D40-036E-208F-7279A512BAEC}"/>
              </a:ext>
            </a:extLst>
          </p:cNvPr>
          <p:cNvSpPr txBox="1"/>
          <p:nvPr/>
        </p:nvSpPr>
        <p:spPr>
          <a:xfrm>
            <a:off x="6152446" y="4527809"/>
            <a:ext cx="570089" cy="230832"/>
          </a:xfrm>
          <a:prstGeom prst="rect">
            <a:avLst/>
          </a:prstGeom>
          <a:noFill/>
        </p:spPr>
        <p:txBody>
          <a:bodyPr wrap="square" rtlCol="0">
            <a:spAutoFit/>
          </a:bodyPr>
          <a:lstStyle/>
          <a:p>
            <a:pPr algn="ctr"/>
            <a:r>
              <a:rPr lang="en-US" sz="900" dirty="0"/>
              <a:t>257</a:t>
            </a:r>
          </a:p>
        </p:txBody>
      </p:sp>
      <p:sp>
        <p:nvSpPr>
          <p:cNvPr id="75" name="TextBox 74">
            <a:extLst>
              <a:ext uri="{FF2B5EF4-FFF2-40B4-BE49-F238E27FC236}">
                <a16:creationId xmlns:a16="http://schemas.microsoft.com/office/drawing/2014/main" id="{0017EAF5-B25C-989F-8365-22E0C8A78B96}"/>
              </a:ext>
            </a:extLst>
          </p:cNvPr>
          <p:cNvSpPr txBox="1"/>
          <p:nvPr/>
        </p:nvSpPr>
        <p:spPr>
          <a:xfrm>
            <a:off x="6654802" y="3788329"/>
            <a:ext cx="570089" cy="230832"/>
          </a:xfrm>
          <a:prstGeom prst="rect">
            <a:avLst/>
          </a:prstGeom>
          <a:noFill/>
        </p:spPr>
        <p:txBody>
          <a:bodyPr wrap="square" rtlCol="0">
            <a:spAutoFit/>
          </a:bodyPr>
          <a:lstStyle/>
          <a:p>
            <a:pPr algn="ctr"/>
            <a:r>
              <a:rPr lang="en-US" sz="900" dirty="0"/>
              <a:t>37</a:t>
            </a:r>
          </a:p>
        </p:txBody>
      </p:sp>
      <p:sp>
        <p:nvSpPr>
          <p:cNvPr id="73" name="TextBox 72">
            <a:extLst>
              <a:ext uri="{FF2B5EF4-FFF2-40B4-BE49-F238E27FC236}">
                <a16:creationId xmlns:a16="http://schemas.microsoft.com/office/drawing/2014/main" id="{C99BA82C-54B8-D73F-D7A5-4AF353EB19ED}"/>
              </a:ext>
            </a:extLst>
          </p:cNvPr>
          <p:cNvSpPr txBox="1"/>
          <p:nvPr/>
        </p:nvSpPr>
        <p:spPr>
          <a:xfrm>
            <a:off x="5147734" y="3287385"/>
            <a:ext cx="570089" cy="230832"/>
          </a:xfrm>
          <a:prstGeom prst="rect">
            <a:avLst/>
          </a:prstGeom>
          <a:noFill/>
        </p:spPr>
        <p:txBody>
          <a:bodyPr wrap="square" rtlCol="0">
            <a:spAutoFit/>
          </a:bodyPr>
          <a:lstStyle/>
          <a:p>
            <a:pPr algn="ctr"/>
            <a:r>
              <a:rPr lang="en-US" sz="900" dirty="0"/>
              <a:t>357</a:t>
            </a:r>
          </a:p>
        </p:txBody>
      </p:sp>
      <p:sp>
        <p:nvSpPr>
          <p:cNvPr id="78" name="TextBox 77">
            <a:extLst>
              <a:ext uri="{FF2B5EF4-FFF2-40B4-BE49-F238E27FC236}">
                <a16:creationId xmlns:a16="http://schemas.microsoft.com/office/drawing/2014/main" id="{2CEB4227-FFAE-B313-510E-036B11943258}"/>
              </a:ext>
            </a:extLst>
          </p:cNvPr>
          <p:cNvSpPr txBox="1"/>
          <p:nvPr/>
        </p:nvSpPr>
        <p:spPr>
          <a:xfrm>
            <a:off x="6152446" y="3788329"/>
            <a:ext cx="570089" cy="230832"/>
          </a:xfrm>
          <a:prstGeom prst="rect">
            <a:avLst/>
          </a:prstGeom>
          <a:noFill/>
        </p:spPr>
        <p:txBody>
          <a:bodyPr wrap="square" rtlCol="0">
            <a:spAutoFit/>
          </a:bodyPr>
          <a:lstStyle/>
          <a:p>
            <a:pPr algn="ctr"/>
            <a:r>
              <a:rPr lang="en-US" sz="900" dirty="0"/>
              <a:t>357</a:t>
            </a:r>
          </a:p>
        </p:txBody>
      </p:sp>
      <p:sp>
        <p:nvSpPr>
          <p:cNvPr id="79" name="TextBox 78">
            <a:extLst>
              <a:ext uri="{FF2B5EF4-FFF2-40B4-BE49-F238E27FC236}">
                <a16:creationId xmlns:a16="http://schemas.microsoft.com/office/drawing/2014/main" id="{3DB7BC9D-4B88-2081-4CC0-9A2065303544}"/>
              </a:ext>
            </a:extLst>
          </p:cNvPr>
          <p:cNvSpPr txBox="1"/>
          <p:nvPr/>
        </p:nvSpPr>
        <p:spPr>
          <a:xfrm>
            <a:off x="6214537" y="3237891"/>
            <a:ext cx="462845" cy="584775"/>
          </a:xfrm>
          <a:prstGeom prst="rect">
            <a:avLst/>
          </a:prstGeom>
          <a:noFill/>
        </p:spPr>
        <p:txBody>
          <a:bodyPr wrap="square" rtlCol="0">
            <a:spAutoFit/>
          </a:bodyPr>
          <a:lstStyle/>
          <a:p>
            <a:pPr algn="ctr"/>
            <a:r>
              <a:rPr lang="en-US" sz="3200" dirty="0"/>
              <a:t>9</a:t>
            </a:r>
          </a:p>
        </p:txBody>
      </p:sp>
      <p:sp>
        <p:nvSpPr>
          <p:cNvPr id="48" name="TextBox 47">
            <a:extLst>
              <a:ext uri="{FF2B5EF4-FFF2-40B4-BE49-F238E27FC236}">
                <a16:creationId xmlns:a16="http://schemas.microsoft.com/office/drawing/2014/main" id="{846AB787-17CE-2D75-DA4D-321B6CA9CD46}"/>
              </a:ext>
            </a:extLst>
          </p:cNvPr>
          <p:cNvSpPr txBox="1"/>
          <p:nvPr/>
        </p:nvSpPr>
        <p:spPr>
          <a:xfrm>
            <a:off x="3716867" y="1727886"/>
            <a:ext cx="462845" cy="584775"/>
          </a:xfrm>
          <a:prstGeom prst="rect">
            <a:avLst/>
          </a:prstGeom>
          <a:noFill/>
        </p:spPr>
        <p:txBody>
          <a:bodyPr wrap="square" rtlCol="0">
            <a:spAutoFit/>
          </a:bodyPr>
          <a:lstStyle/>
          <a:p>
            <a:pPr algn="ctr"/>
            <a:r>
              <a:rPr lang="en-US" sz="3200" dirty="0"/>
              <a:t>4</a:t>
            </a:r>
          </a:p>
        </p:txBody>
      </p:sp>
      <p:sp>
        <p:nvSpPr>
          <p:cNvPr id="49" name="TextBox 48">
            <a:extLst>
              <a:ext uri="{FF2B5EF4-FFF2-40B4-BE49-F238E27FC236}">
                <a16:creationId xmlns:a16="http://schemas.microsoft.com/office/drawing/2014/main" id="{E308CB87-5348-DA2D-173D-ABE4CC02056D}"/>
              </a:ext>
            </a:extLst>
          </p:cNvPr>
          <p:cNvSpPr txBox="1"/>
          <p:nvPr/>
        </p:nvSpPr>
        <p:spPr>
          <a:xfrm>
            <a:off x="5715003" y="3237891"/>
            <a:ext cx="462845" cy="584775"/>
          </a:xfrm>
          <a:prstGeom prst="rect">
            <a:avLst/>
          </a:prstGeom>
          <a:noFill/>
        </p:spPr>
        <p:txBody>
          <a:bodyPr wrap="square" rtlCol="0">
            <a:spAutoFit/>
          </a:bodyPr>
          <a:lstStyle/>
          <a:p>
            <a:pPr algn="ctr"/>
            <a:r>
              <a:rPr lang="en-US" sz="3200" dirty="0"/>
              <a:t>4</a:t>
            </a:r>
          </a:p>
        </p:txBody>
      </p:sp>
      <p:sp>
        <p:nvSpPr>
          <p:cNvPr id="46" name="TextBox 45">
            <a:extLst>
              <a:ext uri="{FF2B5EF4-FFF2-40B4-BE49-F238E27FC236}">
                <a16:creationId xmlns:a16="http://schemas.microsoft.com/office/drawing/2014/main" id="{AF029AB2-FBFD-FDFF-B490-548F6A7C0FEC}"/>
              </a:ext>
            </a:extLst>
          </p:cNvPr>
          <p:cNvSpPr txBox="1"/>
          <p:nvPr/>
        </p:nvSpPr>
        <p:spPr>
          <a:xfrm>
            <a:off x="3217333" y="721216"/>
            <a:ext cx="462845" cy="584775"/>
          </a:xfrm>
          <a:prstGeom prst="rect">
            <a:avLst/>
          </a:prstGeom>
          <a:noFill/>
        </p:spPr>
        <p:txBody>
          <a:bodyPr wrap="square" rtlCol="0">
            <a:spAutoFit/>
          </a:bodyPr>
          <a:lstStyle/>
          <a:p>
            <a:pPr algn="ctr"/>
            <a:r>
              <a:rPr lang="en-US" sz="3200" dirty="0"/>
              <a:t>9</a:t>
            </a:r>
          </a:p>
        </p:txBody>
      </p:sp>
      <p:sp>
        <p:nvSpPr>
          <p:cNvPr id="47" name="TextBox 46">
            <a:extLst>
              <a:ext uri="{FF2B5EF4-FFF2-40B4-BE49-F238E27FC236}">
                <a16:creationId xmlns:a16="http://schemas.microsoft.com/office/drawing/2014/main" id="{19090644-E028-2C9C-88D3-F28C42DCAA24}"/>
              </a:ext>
            </a:extLst>
          </p:cNvPr>
          <p:cNvSpPr txBox="1"/>
          <p:nvPr/>
        </p:nvSpPr>
        <p:spPr>
          <a:xfrm>
            <a:off x="7213604" y="4747898"/>
            <a:ext cx="462845" cy="584775"/>
          </a:xfrm>
          <a:prstGeom prst="rect">
            <a:avLst/>
          </a:prstGeom>
          <a:noFill/>
        </p:spPr>
        <p:txBody>
          <a:bodyPr wrap="square" rtlCol="0">
            <a:spAutoFit/>
          </a:bodyPr>
          <a:lstStyle/>
          <a:p>
            <a:pPr algn="ctr"/>
            <a:r>
              <a:rPr lang="en-US" sz="3200" dirty="0"/>
              <a:t>1</a:t>
            </a:r>
          </a:p>
        </p:txBody>
      </p:sp>
      <p:sp>
        <p:nvSpPr>
          <p:cNvPr id="60" name="TextBox 59">
            <a:extLst>
              <a:ext uri="{FF2B5EF4-FFF2-40B4-BE49-F238E27FC236}">
                <a16:creationId xmlns:a16="http://schemas.microsoft.com/office/drawing/2014/main" id="{8A65B8FE-AFB6-C107-D946-9B28454D0859}"/>
              </a:ext>
            </a:extLst>
          </p:cNvPr>
          <p:cNvSpPr txBox="1"/>
          <p:nvPr/>
        </p:nvSpPr>
        <p:spPr>
          <a:xfrm>
            <a:off x="7213604" y="2734556"/>
            <a:ext cx="462845" cy="584775"/>
          </a:xfrm>
          <a:prstGeom prst="rect">
            <a:avLst/>
          </a:prstGeom>
          <a:noFill/>
        </p:spPr>
        <p:txBody>
          <a:bodyPr wrap="square" rtlCol="0">
            <a:spAutoFit/>
          </a:bodyPr>
          <a:lstStyle/>
          <a:p>
            <a:pPr algn="ctr"/>
            <a:r>
              <a:rPr lang="en-US" sz="3200" dirty="0"/>
              <a:t>6</a:t>
            </a:r>
          </a:p>
        </p:txBody>
      </p:sp>
      <p:sp>
        <p:nvSpPr>
          <p:cNvPr id="61" name="TextBox 60">
            <a:extLst>
              <a:ext uri="{FF2B5EF4-FFF2-40B4-BE49-F238E27FC236}">
                <a16:creationId xmlns:a16="http://schemas.microsoft.com/office/drawing/2014/main" id="{98360736-CB1D-5606-1A9F-EF849BE6606B}"/>
              </a:ext>
            </a:extLst>
          </p:cNvPr>
          <p:cNvSpPr txBox="1"/>
          <p:nvPr/>
        </p:nvSpPr>
        <p:spPr>
          <a:xfrm>
            <a:off x="3640666" y="901933"/>
            <a:ext cx="570089" cy="230832"/>
          </a:xfrm>
          <a:prstGeom prst="rect">
            <a:avLst/>
          </a:prstGeom>
          <a:noFill/>
        </p:spPr>
        <p:txBody>
          <a:bodyPr wrap="square" rtlCol="0">
            <a:spAutoFit/>
          </a:bodyPr>
          <a:lstStyle/>
          <a:p>
            <a:pPr algn="ctr"/>
            <a:r>
              <a:rPr lang="en-US" sz="900" dirty="0"/>
              <a:t>28</a:t>
            </a:r>
          </a:p>
        </p:txBody>
      </p:sp>
      <p:sp>
        <p:nvSpPr>
          <p:cNvPr id="64" name="TextBox 63">
            <a:extLst>
              <a:ext uri="{FF2B5EF4-FFF2-40B4-BE49-F238E27FC236}">
                <a16:creationId xmlns:a16="http://schemas.microsoft.com/office/drawing/2014/main" id="{9748F1EA-E47B-F3F4-8312-E04862327888}"/>
              </a:ext>
            </a:extLst>
          </p:cNvPr>
          <p:cNvSpPr txBox="1"/>
          <p:nvPr/>
        </p:nvSpPr>
        <p:spPr>
          <a:xfrm>
            <a:off x="5147734" y="901933"/>
            <a:ext cx="570089" cy="230832"/>
          </a:xfrm>
          <a:prstGeom prst="rect">
            <a:avLst/>
          </a:prstGeom>
          <a:noFill/>
        </p:spPr>
        <p:txBody>
          <a:bodyPr wrap="square" rtlCol="0">
            <a:spAutoFit/>
          </a:bodyPr>
          <a:lstStyle/>
          <a:p>
            <a:pPr algn="ctr"/>
            <a:r>
              <a:rPr lang="en-US" sz="900" dirty="0"/>
              <a:t>82</a:t>
            </a:r>
          </a:p>
        </p:txBody>
      </p:sp>
      <p:sp>
        <p:nvSpPr>
          <p:cNvPr id="65" name="TextBox 64">
            <a:extLst>
              <a:ext uri="{FF2B5EF4-FFF2-40B4-BE49-F238E27FC236}">
                <a16:creationId xmlns:a16="http://schemas.microsoft.com/office/drawing/2014/main" id="{C6E5DF10-0E5F-632D-5BA7-B3E6E801E43A}"/>
              </a:ext>
            </a:extLst>
          </p:cNvPr>
          <p:cNvSpPr txBox="1"/>
          <p:nvPr/>
        </p:nvSpPr>
        <p:spPr>
          <a:xfrm>
            <a:off x="3640666" y="1402877"/>
            <a:ext cx="570089" cy="230832"/>
          </a:xfrm>
          <a:prstGeom prst="rect">
            <a:avLst/>
          </a:prstGeom>
          <a:noFill/>
        </p:spPr>
        <p:txBody>
          <a:bodyPr wrap="square" rtlCol="0">
            <a:spAutoFit/>
          </a:bodyPr>
          <a:lstStyle/>
          <a:p>
            <a:pPr algn="ctr"/>
            <a:r>
              <a:rPr lang="en-US" sz="900" dirty="0"/>
              <a:t>238</a:t>
            </a:r>
          </a:p>
        </p:txBody>
      </p:sp>
      <p:sp>
        <p:nvSpPr>
          <p:cNvPr id="67" name="TextBox 66">
            <a:extLst>
              <a:ext uri="{FF2B5EF4-FFF2-40B4-BE49-F238E27FC236}">
                <a16:creationId xmlns:a16="http://schemas.microsoft.com/office/drawing/2014/main" id="{22695248-A0AA-F625-8F4B-E8A2943A9D26}"/>
              </a:ext>
            </a:extLst>
          </p:cNvPr>
          <p:cNvSpPr txBox="1"/>
          <p:nvPr/>
        </p:nvSpPr>
        <p:spPr>
          <a:xfrm>
            <a:off x="5147734" y="1402877"/>
            <a:ext cx="570089" cy="230832"/>
          </a:xfrm>
          <a:prstGeom prst="rect">
            <a:avLst/>
          </a:prstGeom>
          <a:noFill/>
        </p:spPr>
        <p:txBody>
          <a:bodyPr wrap="square" rtlCol="0">
            <a:spAutoFit/>
          </a:bodyPr>
          <a:lstStyle/>
          <a:p>
            <a:pPr algn="ctr"/>
            <a:r>
              <a:rPr lang="en-US" sz="900" dirty="0"/>
              <a:t>268</a:t>
            </a:r>
          </a:p>
        </p:txBody>
      </p:sp>
      <p:sp>
        <p:nvSpPr>
          <p:cNvPr id="69" name="TextBox 68">
            <a:extLst>
              <a:ext uri="{FF2B5EF4-FFF2-40B4-BE49-F238E27FC236}">
                <a16:creationId xmlns:a16="http://schemas.microsoft.com/office/drawing/2014/main" id="{617FD15A-E3C1-8E88-3B8F-C69D0557042E}"/>
              </a:ext>
            </a:extLst>
          </p:cNvPr>
          <p:cNvSpPr txBox="1"/>
          <p:nvPr/>
        </p:nvSpPr>
        <p:spPr>
          <a:xfrm>
            <a:off x="5650090" y="1402877"/>
            <a:ext cx="570089" cy="230832"/>
          </a:xfrm>
          <a:prstGeom prst="rect">
            <a:avLst/>
          </a:prstGeom>
          <a:noFill/>
        </p:spPr>
        <p:txBody>
          <a:bodyPr wrap="square" rtlCol="0">
            <a:spAutoFit/>
          </a:bodyPr>
          <a:lstStyle/>
          <a:p>
            <a:pPr algn="ctr"/>
            <a:r>
              <a:rPr lang="en-US" sz="900" dirty="0"/>
              <a:t>28</a:t>
            </a:r>
          </a:p>
        </p:txBody>
      </p:sp>
      <p:sp>
        <p:nvSpPr>
          <p:cNvPr id="77" name="TextBox 76">
            <a:extLst>
              <a:ext uri="{FF2B5EF4-FFF2-40B4-BE49-F238E27FC236}">
                <a16:creationId xmlns:a16="http://schemas.microsoft.com/office/drawing/2014/main" id="{2A3E2272-EBCE-8F4C-D945-BFE2641CC575}"/>
              </a:ext>
            </a:extLst>
          </p:cNvPr>
          <p:cNvSpPr txBox="1"/>
          <p:nvPr/>
        </p:nvSpPr>
        <p:spPr>
          <a:xfrm>
            <a:off x="3138310" y="1402877"/>
            <a:ext cx="570089" cy="230832"/>
          </a:xfrm>
          <a:prstGeom prst="rect">
            <a:avLst/>
          </a:prstGeom>
          <a:noFill/>
        </p:spPr>
        <p:txBody>
          <a:bodyPr wrap="square" rtlCol="0">
            <a:spAutoFit/>
          </a:bodyPr>
          <a:lstStyle/>
          <a:p>
            <a:pPr algn="ctr"/>
            <a:r>
              <a:rPr lang="en-US" sz="900" dirty="0"/>
              <a:t>23</a:t>
            </a:r>
          </a:p>
        </p:txBody>
      </p:sp>
      <p:sp>
        <p:nvSpPr>
          <p:cNvPr id="83" name="TextBox 82">
            <a:extLst>
              <a:ext uri="{FF2B5EF4-FFF2-40B4-BE49-F238E27FC236}">
                <a16:creationId xmlns:a16="http://schemas.microsoft.com/office/drawing/2014/main" id="{082E6D92-FF56-EC68-6483-43E50FFD42F4}"/>
              </a:ext>
            </a:extLst>
          </p:cNvPr>
          <p:cNvSpPr txBox="1"/>
          <p:nvPr/>
        </p:nvSpPr>
        <p:spPr>
          <a:xfrm>
            <a:off x="4645378" y="1903821"/>
            <a:ext cx="570089" cy="230832"/>
          </a:xfrm>
          <a:prstGeom prst="rect">
            <a:avLst/>
          </a:prstGeom>
          <a:noFill/>
        </p:spPr>
        <p:txBody>
          <a:bodyPr wrap="square" rtlCol="0">
            <a:spAutoFit/>
          </a:bodyPr>
          <a:lstStyle/>
          <a:p>
            <a:pPr algn="ctr"/>
            <a:r>
              <a:rPr lang="en-US" sz="900" dirty="0"/>
              <a:t>13</a:t>
            </a:r>
          </a:p>
        </p:txBody>
      </p:sp>
      <p:sp>
        <p:nvSpPr>
          <p:cNvPr id="84" name="TextBox 83">
            <a:extLst>
              <a:ext uri="{FF2B5EF4-FFF2-40B4-BE49-F238E27FC236}">
                <a16:creationId xmlns:a16="http://schemas.microsoft.com/office/drawing/2014/main" id="{664141D9-FD73-74DC-0628-9F0306DF2C32}"/>
              </a:ext>
            </a:extLst>
          </p:cNvPr>
          <p:cNvSpPr txBox="1"/>
          <p:nvPr/>
        </p:nvSpPr>
        <p:spPr>
          <a:xfrm>
            <a:off x="5650090" y="1903821"/>
            <a:ext cx="570089" cy="230832"/>
          </a:xfrm>
          <a:prstGeom prst="rect">
            <a:avLst/>
          </a:prstGeom>
          <a:noFill/>
        </p:spPr>
        <p:txBody>
          <a:bodyPr wrap="square" rtlCol="0">
            <a:spAutoFit/>
          </a:bodyPr>
          <a:lstStyle/>
          <a:p>
            <a:pPr algn="ctr"/>
            <a:r>
              <a:rPr lang="en-US" sz="900" dirty="0"/>
              <a:t>31</a:t>
            </a:r>
          </a:p>
        </p:txBody>
      </p:sp>
      <p:sp>
        <p:nvSpPr>
          <p:cNvPr id="85" name="TextBox 84">
            <a:extLst>
              <a:ext uri="{FF2B5EF4-FFF2-40B4-BE49-F238E27FC236}">
                <a16:creationId xmlns:a16="http://schemas.microsoft.com/office/drawing/2014/main" id="{0A8CBB94-2813-6665-FEE2-7147A64995BD}"/>
              </a:ext>
            </a:extLst>
          </p:cNvPr>
          <p:cNvSpPr txBox="1"/>
          <p:nvPr/>
        </p:nvSpPr>
        <p:spPr>
          <a:xfrm>
            <a:off x="3138310" y="1903821"/>
            <a:ext cx="570089" cy="230832"/>
          </a:xfrm>
          <a:prstGeom prst="rect">
            <a:avLst/>
          </a:prstGeom>
          <a:noFill/>
        </p:spPr>
        <p:txBody>
          <a:bodyPr wrap="square" rtlCol="0">
            <a:spAutoFit/>
          </a:bodyPr>
          <a:lstStyle/>
          <a:p>
            <a:pPr algn="ctr"/>
            <a:r>
              <a:rPr lang="en-US" sz="900" dirty="0"/>
              <a:t>57</a:t>
            </a:r>
          </a:p>
        </p:txBody>
      </p:sp>
      <p:sp>
        <p:nvSpPr>
          <p:cNvPr id="87" name="TextBox 86">
            <a:extLst>
              <a:ext uri="{FF2B5EF4-FFF2-40B4-BE49-F238E27FC236}">
                <a16:creationId xmlns:a16="http://schemas.microsoft.com/office/drawing/2014/main" id="{A1E253B9-9DAD-32A8-F47B-2E4257E5D2D0}"/>
              </a:ext>
            </a:extLst>
          </p:cNvPr>
          <p:cNvSpPr txBox="1"/>
          <p:nvPr/>
        </p:nvSpPr>
        <p:spPr>
          <a:xfrm>
            <a:off x="3138310" y="3406653"/>
            <a:ext cx="570089" cy="230832"/>
          </a:xfrm>
          <a:prstGeom prst="rect">
            <a:avLst/>
          </a:prstGeom>
          <a:noFill/>
        </p:spPr>
        <p:txBody>
          <a:bodyPr wrap="square" rtlCol="0">
            <a:spAutoFit/>
          </a:bodyPr>
          <a:lstStyle/>
          <a:p>
            <a:pPr algn="ctr"/>
            <a:r>
              <a:rPr lang="en-US" sz="900" dirty="0"/>
              <a:t>32</a:t>
            </a:r>
          </a:p>
        </p:txBody>
      </p:sp>
      <p:sp>
        <p:nvSpPr>
          <p:cNvPr id="89" name="TextBox 88">
            <a:extLst>
              <a:ext uri="{FF2B5EF4-FFF2-40B4-BE49-F238E27FC236}">
                <a16:creationId xmlns:a16="http://schemas.microsoft.com/office/drawing/2014/main" id="{4376113F-F8D1-1363-1618-B1FFE7FBD28B}"/>
              </a:ext>
            </a:extLst>
          </p:cNvPr>
          <p:cNvSpPr txBox="1"/>
          <p:nvPr/>
        </p:nvSpPr>
        <p:spPr>
          <a:xfrm>
            <a:off x="4645378" y="4909484"/>
            <a:ext cx="570089" cy="230832"/>
          </a:xfrm>
          <a:prstGeom prst="rect">
            <a:avLst/>
          </a:prstGeom>
          <a:noFill/>
        </p:spPr>
        <p:txBody>
          <a:bodyPr wrap="square" rtlCol="0">
            <a:spAutoFit/>
          </a:bodyPr>
          <a:lstStyle/>
          <a:p>
            <a:pPr algn="ctr"/>
            <a:r>
              <a:rPr lang="en-US" sz="900" dirty="0"/>
              <a:t>235</a:t>
            </a:r>
          </a:p>
        </p:txBody>
      </p:sp>
      <p:sp>
        <p:nvSpPr>
          <p:cNvPr id="90" name="TextBox 89">
            <a:extLst>
              <a:ext uri="{FF2B5EF4-FFF2-40B4-BE49-F238E27FC236}">
                <a16:creationId xmlns:a16="http://schemas.microsoft.com/office/drawing/2014/main" id="{A493D7C8-DC2F-854E-4E1D-8AADFBF3381C}"/>
              </a:ext>
            </a:extLst>
          </p:cNvPr>
          <p:cNvSpPr txBox="1"/>
          <p:nvPr/>
        </p:nvSpPr>
        <p:spPr>
          <a:xfrm>
            <a:off x="5147734" y="4909484"/>
            <a:ext cx="570089" cy="230832"/>
          </a:xfrm>
          <a:prstGeom prst="rect">
            <a:avLst/>
          </a:prstGeom>
          <a:noFill/>
        </p:spPr>
        <p:txBody>
          <a:bodyPr wrap="square" rtlCol="0">
            <a:spAutoFit/>
          </a:bodyPr>
          <a:lstStyle/>
          <a:p>
            <a:pPr algn="ctr"/>
            <a:r>
              <a:rPr lang="en-US" sz="900" dirty="0"/>
              <a:t>2357</a:t>
            </a:r>
          </a:p>
        </p:txBody>
      </p:sp>
      <p:sp>
        <p:nvSpPr>
          <p:cNvPr id="91" name="TextBox 90">
            <a:extLst>
              <a:ext uri="{FF2B5EF4-FFF2-40B4-BE49-F238E27FC236}">
                <a16:creationId xmlns:a16="http://schemas.microsoft.com/office/drawing/2014/main" id="{66D0E9AA-F1D8-BEA7-124A-8AF909FAF3FA}"/>
              </a:ext>
            </a:extLst>
          </p:cNvPr>
          <p:cNvSpPr txBox="1"/>
          <p:nvPr/>
        </p:nvSpPr>
        <p:spPr>
          <a:xfrm>
            <a:off x="5650090" y="4909484"/>
            <a:ext cx="570089" cy="230832"/>
          </a:xfrm>
          <a:prstGeom prst="rect">
            <a:avLst/>
          </a:prstGeom>
          <a:noFill/>
        </p:spPr>
        <p:txBody>
          <a:bodyPr wrap="square" rtlCol="0">
            <a:spAutoFit/>
          </a:bodyPr>
          <a:lstStyle/>
          <a:p>
            <a:pPr algn="ctr"/>
            <a:r>
              <a:rPr lang="en-US" sz="900" dirty="0"/>
              <a:t>237</a:t>
            </a:r>
          </a:p>
        </p:txBody>
      </p:sp>
      <p:sp>
        <p:nvSpPr>
          <p:cNvPr id="94" name="TextBox 93">
            <a:extLst>
              <a:ext uri="{FF2B5EF4-FFF2-40B4-BE49-F238E27FC236}">
                <a16:creationId xmlns:a16="http://schemas.microsoft.com/office/drawing/2014/main" id="{D9E41A97-AA71-98E6-E0F1-5AD5EEF84E8E}"/>
              </a:ext>
            </a:extLst>
          </p:cNvPr>
          <p:cNvSpPr txBox="1"/>
          <p:nvPr/>
        </p:nvSpPr>
        <p:spPr>
          <a:xfrm>
            <a:off x="6152446" y="2905709"/>
            <a:ext cx="570089" cy="230832"/>
          </a:xfrm>
          <a:prstGeom prst="rect">
            <a:avLst/>
          </a:prstGeom>
          <a:noFill/>
        </p:spPr>
        <p:txBody>
          <a:bodyPr wrap="square" rtlCol="0">
            <a:spAutoFit/>
          </a:bodyPr>
          <a:lstStyle/>
          <a:p>
            <a:pPr algn="ctr"/>
            <a:r>
              <a:rPr lang="en-US" sz="900" dirty="0"/>
              <a:t>2357</a:t>
            </a:r>
          </a:p>
        </p:txBody>
      </p:sp>
      <p:sp>
        <p:nvSpPr>
          <p:cNvPr id="95" name="TextBox 94">
            <a:extLst>
              <a:ext uri="{FF2B5EF4-FFF2-40B4-BE49-F238E27FC236}">
                <a16:creationId xmlns:a16="http://schemas.microsoft.com/office/drawing/2014/main" id="{ABC94E50-014C-9A09-609D-A040442857A7}"/>
              </a:ext>
            </a:extLst>
          </p:cNvPr>
          <p:cNvSpPr txBox="1"/>
          <p:nvPr/>
        </p:nvSpPr>
        <p:spPr>
          <a:xfrm>
            <a:off x="3640666" y="2905709"/>
            <a:ext cx="570089" cy="230832"/>
          </a:xfrm>
          <a:prstGeom prst="rect">
            <a:avLst/>
          </a:prstGeom>
          <a:noFill/>
        </p:spPr>
        <p:txBody>
          <a:bodyPr wrap="square" rtlCol="0">
            <a:spAutoFit/>
          </a:bodyPr>
          <a:lstStyle/>
          <a:p>
            <a:pPr algn="ctr"/>
            <a:r>
              <a:rPr lang="en-US" sz="900" dirty="0"/>
              <a:t>75</a:t>
            </a:r>
          </a:p>
        </p:txBody>
      </p:sp>
      <p:sp>
        <p:nvSpPr>
          <p:cNvPr id="96" name="TextBox 95">
            <a:extLst>
              <a:ext uri="{FF2B5EF4-FFF2-40B4-BE49-F238E27FC236}">
                <a16:creationId xmlns:a16="http://schemas.microsoft.com/office/drawing/2014/main" id="{284886C7-DF7E-675D-AD69-5B7E331C7F5A}"/>
              </a:ext>
            </a:extLst>
          </p:cNvPr>
          <p:cNvSpPr txBox="1"/>
          <p:nvPr/>
        </p:nvSpPr>
        <p:spPr>
          <a:xfrm>
            <a:off x="5650090" y="2905709"/>
            <a:ext cx="570089" cy="230832"/>
          </a:xfrm>
          <a:prstGeom prst="rect">
            <a:avLst/>
          </a:prstGeom>
          <a:noFill/>
        </p:spPr>
        <p:txBody>
          <a:bodyPr wrap="square" rtlCol="0">
            <a:spAutoFit/>
          </a:bodyPr>
          <a:lstStyle/>
          <a:p>
            <a:pPr algn="ctr"/>
            <a:r>
              <a:rPr lang="en-US" sz="900" dirty="0"/>
              <a:t>12378</a:t>
            </a:r>
          </a:p>
        </p:txBody>
      </p:sp>
      <p:sp>
        <p:nvSpPr>
          <p:cNvPr id="97" name="TextBox 96">
            <a:extLst>
              <a:ext uri="{FF2B5EF4-FFF2-40B4-BE49-F238E27FC236}">
                <a16:creationId xmlns:a16="http://schemas.microsoft.com/office/drawing/2014/main" id="{D6397C05-2AEA-F58C-1F00-1772280D178A}"/>
              </a:ext>
            </a:extLst>
          </p:cNvPr>
          <p:cNvSpPr txBox="1"/>
          <p:nvPr/>
        </p:nvSpPr>
        <p:spPr>
          <a:xfrm>
            <a:off x="3138310" y="2905709"/>
            <a:ext cx="570089" cy="230832"/>
          </a:xfrm>
          <a:prstGeom prst="rect">
            <a:avLst/>
          </a:prstGeom>
          <a:noFill/>
        </p:spPr>
        <p:txBody>
          <a:bodyPr wrap="square" rtlCol="0">
            <a:spAutoFit/>
          </a:bodyPr>
          <a:lstStyle/>
          <a:p>
            <a:pPr algn="ctr"/>
            <a:r>
              <a:rPr lang="en-US" sz="900" dirty="0"/>
              <a:t>123</a:t>
            </a:r>
          </a:p>
        </p:txBody>
      </p:sp>
      <p:sp>
        <p:nvSpPr>
          <p:cNvPr id="98" name="TextBox 97">
            <a:extLst>
              <a:ext uri="{FF2B5EF4-FFF2-40B4-BE49-F238E27FC236}">
                <a16:creationId xmlns:a16="http://schemas.microsoft.com/office/drawing/2014/main" id="{2D174E08-76F6-E75F-0B55-5D5AF98E9815}"/>
              </a:ext>
            </a:extLst>
          </p:cNvPr>
          <p:cNvSpPr txBox="1"/>
          <p:nvPr/>
        </p:nvSpPr>
        <p:spPr>
          <a:xfrm>
            <a:off x="4645378" y="2404765"/>
            <a:ext cx="570089" cy="230832"/>
          </a:xfrm>
          <a:prstGeom prst="rect">
            <a:avLst/>
          </a:prstGeom>
          <a:noFill/>
        </p:spPr>
        <p:txBody>
          <a:bodyPr wrap="square" rtlCol="0">
            <a:spAutoFit/>
          </a:bodyPr>
          <a:lstStyle/>
          <a:p>
            <a:pPr algn="ctr"/>
            <a:r>
              <a:rPr lang="en-US" sz="900" dirty="0"/>
              <a:t>1235</a:t>
            </a:r>
          </a:p>
        </p:txBody>
      </p:sp>
      <p:sp>
        <p:nvSpPr>
          <p:cNvPr id="99" name="TextBox 98">
            <a:extLst>
              <a:ext uri="{FF2B5EF4-FFF2-40B4-BE49-F238E27FC236}">
                <a16:creationId xmlns:a16="http://schemas.microsoft.com/office/drawing/2014/main" id="{F3E05397-D8AC-4B1E-0A2C-C31C7BEDFEED}"/>
              </a:ext>
            </a:extLst>
          </p:cNvPr>
          <p:cNvSpPr txBox="1"/>
          <p:nvPr/>
        </p:nvSpPr>
        <p:spPr>
          <a:xfrm>
            <a:off x="3138310" y="2404765"/>
            <a:ext cx="570089" cy="230832"/>
          </a:xfrm>
          <a:prstGeom prst="rect">
            <a:avLst/>
          </a:prstGeom>
          <a:noFill/>
        </p:spPr>
        <p:txBody>
          <a:bodyPr wrap="square" rtlCol="0">
            <a:spAutoFit/>
          </a:bodyPr>
          <a:lstStyle/>
          <a:p>
            <a:pPr algn="ctr"/>
            <a:r>
              <a:rPr lang="en-US" sz="900" dirty="0"/>
              <a:t>1236</a:t>
            </a:r>
          </a:p>
        </p:txBody>
      </p:sp>
      <p:sp>
        <p:nvSpPr>
          <p:cNvPr id="100" name="TextBox 99">
            <a:extLst>
              <a:ext uri="{FF2B5EF4-FFF2-40B4-BE49-F238E27FC236}">
                <a16:creationId xmlns:a16="http://schemas.microsoft.com/office/drawing/2014/main" id="{4EBC46FB-2629-CB0F-1B57-53E61033E2E2}"/>
              </a:ext>
            </a:extLst>
          </p:cNvPr>
          <p:cNvSpPr txBox="1"/>
          <p:nvPr/>
        </p:nvSpPr>
        <p:spPr>
          <a:xfrm>
            <a:off x="4645378" y="3907597"/>
            <a:ext cx="570089" cy="230832"/>
          </a:xfrm>
          <a:prstGeom prst="rect">
            <a:avLst/>
          </a:prstGeom>
          <a:noFill/>
        </p:spPr>
        <p:txBody>
          <a:bodyPr wrap="square" rtlCol="0">
            <a:spAutoFit/>
          </a:bodyPr>
          <a:lstStyle/>
          <a:p>
            <a:pPr algn="ctr"/>
            <a:r>
              <a:rPr lang="en-US" sz="900" dirty="0"/>
              <a:t>15</a:t>
            </a:r>
          </a:p>
        </p:txBody>
      </p:sp>
      <p:sp>
        <p:nvSpPr>
          <p:cNvPr id="101" name="TextBox 100">
            <a:extLst>
              <a:ext uri="{FF2B5EF4-FFF2-40B4-BE49-F238E27FC236}">
                <a16:creationId xmlns:a16="http://schemas.microsoft.com/office/drawing/2014/main" id="{0A1EF781-E9F5-8F1E-6339-621044FF7FA2}"/>
              </a:ext>
            </a:extLst>
          </p:cNvPr>
          <p:cNvSpPr txBox="1"/>
          <p:nvPr/>
        </p:nvSpPr>
        <p:spPr>
          <a:xfrm>
            <a:off x="3716867" y="4244561"/>
            <a:ext cx="462845" cy="584775"/>
          </a:xfrm>
          <a:prstGeom prst="rect">
            <a:avLst/>
          </a:prstGeom>
          <a:noFill/>
        </p:spPr>
        <p:txBody>
          <a:bodyPr wrap="square" rtlCol="0">
            <a:spAutoFit/>
          </a:bodyPr>
          <a:lstStyle/>
          <a:p>
            <a:pPr algn="ctr"/>
            <a:r>
              <a:rPr lang="en-US" sz="3200" dirty="0"/>
              <a:t>1</a:t>
            </a:r>
          </a:p>
        </p:txBody>
      </p:sp>
      <p:sp>
        <p:nvSpPr>
          <p:cNvPr id="53" name="TextBox 52">
            <a:extLst>
              <a:ext uri="{FF2B5EF4-FFF2-40B4-BE49-F238E27FC236}">
                <a16:creationId xmlns:a16="http://schemas.microsoft.com/office/drawing/2014/main" id="{8B302CAC-7FB2-48EC-E2A4-1B43103AC1DE}"/>
              </a:ext>
            </a:extLst>
          </p:cNvPr>
          <p:cNvSpPr txBox="1"/>
          <p:nvPr/>
        </p:nvSpPr>
        <p:spPr>
          <a:xfrm>
            <a:off x="4216401" y="3741226"/>
            <a:ext cx="462845" cy="584775"/>
          </a:xfrm>
          <a:prstGeom prst="rect">
            <a:avLst/>
          </a:prstGeom>
          <a:noFill/>
        </p:spPr>
        <p:txBody>
          <a:bodyPr wrap="square" rtlCol="0">
            <a:spAutoFit/>
          </a:bodyPr>
          <a:lstStyle/>
          <a:p>
            <a:pPr algn="ctr"/>
            <a:r>
              <a:rPr lang="en-US" sz="3200" dirty="0"/>
              <a:t>2</a:t>
            </a:r>
          </a:p>
        </p:txBody>
      </p:sp>
      <p:sp>
        <p:nvSpPr>
          <p:cNvPr id="56" name="TextBox 55">
            <a:extLst>
              <a:ext uri="{FF2B5EF4-FFF2-40B4-BE49-F238E27FC236}">
                <a16:creationId xmlns:a16="http://schemas.microsoft.com/office/drawing/2014/main" id="{6518D0FF-D133-B116-333C-203B626EAA74}"/>
              </a:ext>
            </a:extLst>
          </p:cNvPr>
          <p:cNvSpPr txBox="1"/>
          <p:nvPr/>
        </p:nvSpPr>
        <p:spPr>
          <a:xfrm>
            <a:off x="6214537" y="721216"/>
            <a:ext cx="462845" cy="584775"/>
          </a:xfrm>
          <a:prstGeom prst="rect">
            <a:avLst/>
          </a:prstGeom>
          <a:noFill/>
        </p:spPr>
        <p:txBody>
          <a:bodyPr wrap="square" rtlCol="0">
            <a:spAutoFit/>
          </a:bodyPr>
          <a:lstStyle/>
          <a:p>
            <a:pPr algn="ctr"/>
            <a:r>
              <a:rPr lang="en-US" sz="3200" dirty="0"/>
              <a:t>1</a:t>
            </a:r>
          </a:p>
        </p:txBody>
      </p:sp>
      <p:sp>
        <p:nvSpPr>
          <p:cNvPr id="54" name="TextBox 53">
            <a:extLst>
              <a:ext uri="{FF2B5EF4-FFF2-40B4-BE49-F238E27FC236}">
                <a16:creationId xmlns:a16="http://schemas.microsoft.com/office/drawing/2014/main" id="{028A81AC-1A67-F973-A15A-21FFA63A889D}"/>
              </a:ext>
            </a:extLst>
          </p:cNvPr>
          <p:cNvSpPr txBox="1"/>
          <p:nvPr/>
        </p:nvSpPr>
        <p:spPr>
          <a:xfrm>
            <a:off x="5147734" y="3907597"/>
            <a:ext cx="570089" cy="230832"/>
          </a:xfrm>
          <a:prstGeom prst="rect">
            <a:avLst/>
          </a:prstGeom>
          <a:noFill/>
        </p:spPr>
        <p:txBody>
          <a:bodyPr wrap="square" rtlCol="0">
            <a:spAutoFit/>
          </a:bodyPr>
          <a:lstStyle/>
          <a:p>
            <a:pPr algn="ctr"/>
            <a:r>
              <a:rPr lang="en-US" sz="900" dirty="0"/>
              <a:t>157</a:t>
            </a:r>
          </a:p>
        </p:txBody>
      </p:sp>
      <p:sp>
        <p:nvSpPr>
          <p:cNvPr id="55" name="TextBox 54">
            <a:extLst>
              <a:ext uri="{FF2B5EF4-FFF2-40B4-BE49-F238E27FC236}">
                <a16:creationId xmlns:a16="http://schemas.microsoft.com/office/drawing/2014/main" id="{A6CFEC49-57CB-7E87-C730-C0900BC669E3}"/>
              </a:ext>
            </a:extLst>
          </p:cNvPr>
          <p:cNvSpPr txBox="1"/>
          <p:nvPr/>
        </p:nvSpPr>
        <p:spPr>
          <a:xfrm>
            <a:off x="6714071" y="4747898"/>
            <a:ext cx="462845" cy="584775"/>
          </a:xfrm>
          <a:prstGeom prst="rect">
            <a:avLst/>
          </a:prstGeom>
          <a:noFill/>
        </p:spPr>
        <p:txBody>
          <a:bodyPr wrap="square" rtlCol="0">
            <a:spAutoFit/>
          </a:bodyPr>
          <a:lstStyle/>
          <a:p>
            <a:pPr algn="ctr"/>
            <a:r>
              <a:rPr lang="en-US" sz="3200" dirty="0"/>
              <a:t>8</a:t>
            </a:r>
          </a:p>
        </p:txBody>
      </p:sp>
      <p:sp>
        <p:nvSpPr>
          <p:cNvPr id="80" name="TextBox 79">
            <a:extLst>
              <a:ext uri="{FF2B5EF4-FFF2-40B4-BE49-F238E27FC236}">
                <a16:creationId xmlns:a16="http://schemas.microsoft.com/office/drawing/2014/main" id="{B6766AB7-939B-A63D-0859-E3F212AC82D2}"/>
              </a:ext>
            </a:extLst>
          </p:cNvPr>
          <p:cNvSpPr txBox="1"/>
          <p:nvPr/>
        </p:nvSpPr>
        <p:spPr>
          <a:xfrm>
            <a:off x="6214537" y="4747898"/>
            <a:ext cx="462845" cy="584775"/>
          </a:xfrm>
          <a:prstGeom prst="rect">
            <a:avLst/>
          </a:prstGeom>
          <a:noFill/>
        </p:spPr>
        <p:txBody>
          <a:bodyPr wrap="square" rtlCol="0">
            <a:spAutoFit/>
          </a:bodyPr>
          <a:lstStyle/>
          <a:p>
            <a:pPr algn="ctr"/>
            <a:r>
              <a:rPr lang="en-US" sz="3200" dirty="0"/>
              <a:t>6</a:t>
            </a:r>
          </a:p>
        </p:txBody>
      </p:sp>
      <p:sp>
        <p:nvSpPr>
          <p:cNvPr id="81" name="TextBox 80">
            <a:extLst>
              <a:ext uri="{FF2B5EF4-FFF2-40B4-BE49-F238E27FC236}">
                <a16:creationId xmlns:a16="http://schemas.microsoft.com/office/drawing/2014/main" id="{7625290D-90B4-87BB-C7D9-CAFAB9274DB2}"/>
              </a:ext>
            </a:extLst>
          </p:cNvPr>
          <p:cNvSpPr txBox="1"/>
          <p:nvPr/>
        </p:nvSpPr>
        <p:spPr>
          <a:xfrm>
            <a:off x="4216401" y="3237891"/>
            <a:ext cx="462845" cy="584775"/>
          </a:xfrm>
          <a:prstGeom prst="rect">
            <a:avLst/>
          </a:prstGeom>
          <a:noFill/>
        </p:spPr>
        <p:txBody>
          <a:bodyPr wrap="square" rtlCol="0">
            <a:spAutoFit/>
          </a:bodyPr>
          <a:lstStyle/>
          <a:p>
            <a:pPr algn="ctr"/>
            <a:r>
              <a:rPr lang="en-US" sz="3200" dirty="0"/>
              <a:t>8</a:t>
            </a:r>
          </a:p>
        </p:txBody>
      </p:sp>
      <p:sp>
        <p:nvSpPr>
          <p:cNvPr id="93" name="TextBox 92">
            <a:extLst>
              <a:ext uri="{FF2B5EF4-FFF2-40B4-BE49-F238E27FC236}">
                <a16:creationId xmlns:a16="http://schemas.microsoft.com/office/drawing/2014/main" id="{B8ADD6BA-44FE-2FA1-D5AA-F95CF536D30B}"/>
              </a:ext>
            </a:extLst>
          </p:cNvPr>
          <p:cNvSpPr txBox="1"/>
          <p:nvPr/>
        </p:nvSpPr>
        <p:spPr>
          <a:xfrm>
            <a:off x="4715935" y="4244561"/>
            <a:ext cx="462845" cy="584775"/>
          </a:xfrm>
          <a:prstGeom prst="rect">
            <a:avLst/>
          </a:prstGeom>
          <a:noFill/>
        </p:spPr>
        <p:txBody>
          <a:bodyPr wrap="square" rtlCol="0">
            <a:spAutoFit/>
          </a:bodyPr>
          <a:lstStyle/>
          <a:p>
            <a:pPr algn="ctr"/>
            <a:r>
              <a:rPr lang="en-US" sz="3200" dirty="0"/>
              <a:t>8</a:t>
            </a:r>
          </a:p>
        </p:txBody>
      </p:sp>
    </p:spTree>
    <p:extLst>
      <p:ext uri="{BB962C8B-B14F-4D97-AF65-F5344CB8AC3E}">
        <p14:creationId xmlns:p14="http://schemas.microsoft.com/office/powerpoint/2010/main" val="1585832301"/>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5112DF-FC29-6241-DF40-EB5DDEEA8206}"/>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0A69297F-BF57-4127-DB7B-A7D0B17DBAA4}"/>
              </a:ext>
            </a:extLst>
          </p:cNvPr>
          <p:cNvSpPr>
            <a:spLocks noGrp="1"/>
          </p:cNvSpPr>
          <p:nvPr>
            <p:ph sz="half" idx="1"/>
          </p:nvPr>
        </p:nvSpPr>
        <p:spPr/>
        <p:txBody>
          <a:bodyPr>
            <a:normAutofit/>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FA2E3645-2FF4-6D16-FCDB-99C628ACC375}"/>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EAC633C8-1973-2C1F-0C87-08E226699547}"/>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D255B290-A9F5-A37F-3C09-87E115335059}"/>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EF2974FB-ED21-BBE0-3107-AF5E69BCA32C}"/>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5668B55B-6285-0458-BAC7-4FE6C9783D6E}"/>
              </a:ext>
            </a:extLst>
          </p:cNvPr>
          <p:cNvSpPr txBox="1"/>
          <p:nvPr/>
        </p:nvSpPr>
        <p:spPr>
          <a:xfrm>
            <a:off x="4715935" y="1224551"/>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8" name="TextBox 7">
            <a:extLst>
              <a:ext uri="{FF2B5EF4-FFF2-40B4-BE49-F238E27FC236}">
                <a16:creationId xmlns:a16="http://schemas.microsoft.com/office/drawing/2014/main" id="{B273ADE8-7506-6B82-310C-767BB7877B5A}"/>
              </a:ext>
            </a:extLst>
          </p:cNvPr>
          <p:cNvSpPr txBox="1"/>
          <p:nvPr/>
        </p:nvSpPr>
        <p:spPr>
          <a:xfrm>
            <a:off x="6214537" y="122455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9" name="TextBox 8">
            <a:extLst>
              <a:ext uri="{FF2B5EF4-FFF2-40B4-BE49-F238E27FC236}">
                <a16:creationId xmlns:a16="http://schemas.microsoft.com/office/drawing/2014/main" id="{8C766B40-1381-99A1-0C83-D3AF9FD4B4A3}"/>
              </a:ext>
            </a:extLst>
          </p:cNvPr>
          <p:cNvSpPr txBox="1"/>
          <p:nvPr/>
        </p:nvSpPr>
        <p:spPr>
          <a:xfrm>
            <a:off x="6714071" y="1224551"/>
            <a:ext cx="462845" cy="584775"/>
          </a:xfrm>
          <a:prstGeom prst="rect">
            <a:avLst/>
          </a:prstGeom>
          <a:solidFill>
            <a:srgbClr val="FFFF00">
              <a:alpha val="30000"/>
            </a:srgbClr>
          </a:solidFill>
        </p:spPr>
        <p:txBody>
          <a:bodyPr wrap="square" rtlCol="0">
            <a:spAutoFit/>
          </a:bodyPr>
          <a:lstStyle/>
          <a:p>
            <a:pPr algn="ctr"/>
            <a:r>
              <a:rPr lang="en-US" sz="3200" dirty="0"/>
              <a:t>9</a:t>
            </a:r>
          </a:p>
        </p:txBody>
      </p:sp>
      <p:sp>
        <p:nvSpPr>
          <p:cNvPr id="10" name="TextBox 9">
            <a:extLst>
              <a:ext uri="{FF2B5EF4-FFF2-40B4-BE49-F238E27FC236}">
                <a16:creationId xmlns:a16="http://schemas.microsoft.com/office/drawing/2014/main" id="{BD983266-A52B-674D-34B2-F77EF2DD9EE4}"/>
              </a:ext>
            </a:extLst>
          </p:cNvPr>
          <p:cNvSpPr txBox="1"/>
          <p:nvPr/>
        </p:nvSpPr>
        <p:spPr>
          <a:xfrm>
            <a:off x="7213604" y="122455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11" name="TextBox 10">
            <a:extLst>
              <a:ext uri="{FF2B5EF4-FFF2-40B4-BE49-F238E27FC236}">
                <a16:creationId xmlns:a16="http://schemas.microsoft.com/office/drawing/2014/main" id="{55F4152F-5048-E9A3-3CDA-D21852CDB489}"/>
              </a:ext>
            </a:extLst>
          </p:cNvPr>
          <p:cNvSpPr txBox="1"/>
          <p:nvPr/>
        </p:nvSpPr>
        <p:spPr>
          <a:xfrm>
            <a:off x="6714071" y="721216"/>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12" name="TextBox 11">
            <a:extLst>
              <a:ext uri="{FF2B5EF4-FFF2-40B4-BE49-F238E27FC236}">
                <a16:creationId xmlns:a16="http://schemas.microsoft.com/office/drawing/2014/main" id="{B5EC1C8E-3B8D-BDA0-9A7B-91DB2FBCBCEC}"/>
              </a:ext>
            </a:extLst>
          </p:cNvPr>
          <p:cNvSpPr txBox="1"/>
          <p:nvPr/>
        </p:nvSpPr>
        <p:spPr>
          <a:xfrm>
            <a:off x="7213604" y="721216"/>
            <a:ext cx="462845" cy="584775"/>
          </a:xfrm>
          <a:prstGeom prst="rect">
            <a:avLst/>
          </a:prstGeom>
          <a:solidFill>
            <a:srgbClr val="FF0000">
              <a:alpha val="30000"/>
            </a:srgbClr>
          </a:solidFill>
        </p:spPr>
        <p:txBody>
          <a:bodyPr wrap="square" rtlCol="0">
            <a:spAutoFit/>
          </a:bodyPr>
          <a:lstStyle/>
          <a:p>
            <a:pPr algn="ctr"/>
            <a:r>
              <a:rPr lang="en-US" sz="3200" dirty="0"/>
              <a:t>3</a:t>
            </a:r>
          </a:p>
        </p:txBody>
      </p:sp>
      <p:sp>
        <p:nvSpPr>
          <p:cNvPr id="13" name="TextBox 12">
            <a:extLst>
              <a:ext uri="{FF2B5EF4-FFF2-40B4-BE49-F238E27FC236}">
                <a16:creationId xmlns:a16="http://schemas.microsoft.com/office/drawing/2014/main" id="{B98A9825-59CF-4C29-71E1-78579981F26C}"/>
              </a:ext>
            </a:extLst>
          </p:cNvPr>
          <p:cNvSpPr txBox="1"/>
          <p:nvPr/>
        </p:nvSpPr>
        <p:spPr>
          <a:xfrm>
            <a:off x="4216401" y="1727886"/>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14" name="TextBox 13">
            <a:extLst>
              <a:ext uri="{FF2B5EF4-FFF2-40B4-BE49-F238E27FC236}">
                <a16:creationId xmlns:a16="http://schemas.microsoft.com/office/drawing/2014/main" id="{487DC1BE-545E-A880-DE9F-89B877C53C1F}"/>
              </a:ext>
            </a:extLst>
          </p:cNvPr>
          <p:cNvSpPr txBox="1"/>
          <p:nvPr/>
        </p:nvSpPr>
        <p:spPr>
          <a:xfrm>
            <a:off x="5215469" y="1727886"/>
            <a:ext cx="462845" cy="584775"/>
          </a:xfrm>
          <a:prstGeom prst="rect">
            <a:avLst/>
          </a:prstGeom>
          <a:solidFill>
            <a:srgbClr val="00B050">
              <a:alpha val="40000"/>
            </a:srgbClr>
          </a:solidFill>
        </p:spPr>
        <p:txBody>
          <a:bodyPr wrap="square" rtlCol="0">
            <a:spAutoFit/>
          </a:bodyPr>
          <a:lstStyle/>
          <a:p>
            <a:pPr algn="ctr"/>
            <a:r>
              <a:rPr lang="en-US" sz="3200" dirty="0"/>
              <a:t>9</a:t>
            </a:r>
          </a:p>
        </p:txBody>
      </p:sp>
      <p:sp>
        <p:nvSpPr>
          <p:cNvPr id="15" name="TextBox 14">
            <a:extLst>
              <a:ext uri="{FF2B5EF4-FFF2-40B4-BE49-F238E27FC236}">
                <a16:creationId xmlns:a16="http://schemas.microsoft.com/office/drawing/2014/main" id="{3AB0C613-2A42-44FA-4305-4AAF928E5957}"/>
              </a:ext>
            </a:extLst>
          </p:cNvPr>
          <p:cNvSpPr txBox="1"/>
          <p:nvPr/>
        </p:nvSpPr>
        <p:spPr>
          <a:xfrm>
            <a:off x="6214537" y="1727886"/>
            <a:ext cx="462845" cy="584775"/>
          </a:xfrm>
          <a:prstGeom prst="rect">
            <a:avLst/>
          </a:prstGeom>
          <a:solidFill>
            <a:srgbClr val="00B0F0">
              <a:alpha val="30000"/>
            </a:srgbClr>
          </a:solidFill>
        </p:spPr>
        <p:txBody>
          <a:bodyPr wrap="square" rtlCol="0">
            <a:spAutoFit/>
          </a:bodyPr>
          <a:lstStyle/>
          <a:p>
            <a:pPr algn="ctr"/>
            <a:r>
              <a:rPr lang="en-US" sz="3200" dirty="0"/>
              <a:t>8</a:t>
            </a:r>
          </a:p>
        </p:txBody>
      </p:sp>
      <p:sp>
        <p:nvSpPr>
          <p:cNvPr id="16" name="TextBox 15">
            <a:extLst>
              <a:ext uri="{FF2B5EF4-FFF2-40B4-BE49-F238E27FC236}">
                <a16:creationId xmlns:a16="http://schemas.microsoft.com/office/drawing/2014/main" id="{C702322B-3EB7-2D1F-E065-18032186ACD7}"/>
              </a:ext>
            </a:extLst>
          </p:cNvPr>
          <p:cNvSpPr txBox="1"/>
          <p:nvPr/>
        </p:nvSpPr>
        <p:spPr>
          <a:xfrm>
            <a:off x="6714071" y="1727886"/>
            <a:ext cx="462845" cy="584775"/>
          </a:xfrm>
          <a:prstGeom prst="rect">
            <a:avLst/>
          </a:prstGeom>
          <a:solidFill>
            <a:srgbClr val="0070C0">
              <a:alpha val="40000"/>
            </a:srgbClr>
          </a:solidFill>
        </p:spPr>
        <p:txBody>
          <a:bodyPr wrap="square" rtlCol="0">
            <a:spAutoFit/>
          </a:bodyPr>
          <a:lstStyle/>
          <a:p>
            <a:pPr algn="ctr"/>
            <a:r>
              <a:rPr lang="en-US" sz="3200" dirty="0"/>
              <a:t>6</a:t>
            </a:r>
          </a:p>
        </p:txBody>
      </p:sp>
      <p:sp>
        <p:nvSpPr>
          <p:cNvPr id="17" name="TextBox 16">
            <a:extLst>
              <a:ext uri="{FF2B5EF4-FFF2-40B4-BE49-F238E27FC236}">
                <a16:creationId xmlns:a16="http://schemas.microsoft.com/office/drawing/2014/main" id="{293EA7D3-CA6E-7C7A-E1EA-1BA9E1DE24DC}"/>
              </a:ext>
            </a:extLst>
          </p:cNvPr>
          <p:cNvSpPr txBox="1"/>
          <p:nvPr/>
        </p:nvSpPr>
        <p:spPr>
          <a:xfrm>
            <a:off x="3716867" y="223122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18" name="TextBox 17">
            <a:extLst>
              <a:ext uri="{FF2B5EF4-FFF2-40B4-BE49-F238E27FC236}">
                <a16:creationId xmlns:a16="http://schemas.microsoft.com/office/drawing/2014/main" id="{0B72C7A1-1B22-E2F1-956B-DF0065A2171F}"/>
              </a:ext>
            </a:extLst>
          </p:cNvPr>
          <p:cNvSpPr txBox="1"/>
          <p:nvPr/>
        </p:nvSpPr>
        <p:spPr>
          <a:xfrm>
            <a:off x="5215469" y="2231221"/>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19" name="TextBox 18">
            <a:extLst>
              <a:ext uri="{FF2B5EF4-FFF2-40B4-BE49-F238E27FC236}">
                <a16:creationId xmlns:a16="http://schemas.microsoft.com/office/drawing/2014/main" id="{8257C2E8-4793-3320-9B81-0AA1E0363F97}"/>
              </a:ext>
            </a:extLst>
          </p:cNvPr>
          <p:cNvSpPr txBox="1"/>
          <p:nvPr/>
        </p:nvSpPr>
        <p:spPr>
          <a:xfrm>
            <a:off x="5715003" y="2231221"/>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20" name="TextBox 19">
            <a:extLst>
              <a:ext uri="{FF2B5EF4-FFF2-40B4-BE49-F238E27FC236}">
                <a16:creationId xmlns:a16="http://schemas.microsoft.com/office/drawing/2014/main" id="{3B8454CB-2144-5BFF-71C6-C3DCB2062E1A}"/>
              </a:ext>
            </a:extLst>
          </p:cNvPr>
          <p:cNvSpPr txBox="1"/>
          <p:nvPr/>
        </p:nvSpPr>
        <p:spPr>
          <a:xfrm>
            <a:off x="6214537" y="2231221"/>
            <a:ext cx="462845" cy="584775"/>
          </a:xfrm>
          <a:prstGeom prst="rect">
            <a:avLst/>
          </a:prstGeom>
          <a:solidFill>
            <a:srgbClr val="FF0000">
              <a:alpha val="30000"/>
            </a:srgbClr>
          </a:solidFill>
        </p:spPr>
        <p:txBody>
          <a:bodyPr wrap="square" rtlCol="0">
            <a:spAutoFit/>
          </a:bodyPr>
          <a:lstStyle/>
          <a:p>
            <a:pPr algn="ctr"/>
            <a:r>
              <a:rPr lang="en-US" sz="3200" dirty="0"/>
              <a:t>4</a:t>
            </a:r>
          </a:p>
        </p:txBody>
      </p:sp>
      <p:sp>
        <p:nvSpPr>
          <p:cNvPr id="21" name="TextBox 20">
            <a:extLst>
              <a:ext uri="{FF2B5EF4-FFF2-40B4-BE49-F238E27FC236}">
                <a16:creationId xmlns:a16="http://schemas.microsoft.com/office/drawing/2014/main" id="{0DE643D7-08A0-3498-F687-AD78AAE7DDA7}"/>
              </a:ext>
            </a:extLst>
          </p:cNvPr>
          <p:cNvSpPr txBox="1"/>
          <p:nvPr/>
        </p:nvSpPr>
        <p:spPr>
          <a:xfrm>
            <a:off x="6714071" y="223122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2" name="TextBox 21">
            <a:extLst>
              <a:ext uri="{FF2B5EF4-FFF2-40B4-BE49-F238E27FC236}">
                <a16:creationId xmlns:a16="http://schemas.microsoft.com/office/drawing/2014/main" id="{E00F55AF-ABCC-0D35-9818-D34942202A27}"/>
              </a:ext>
            </a:extLst>
          </p:cNvPr>
          <p:cNvSpPr txBox="1"/>
          <p:nvPr/>
        </p:nvSpPr>
        <p:spPr>
          <a:xfrm>
            <a:off x="4216401" y="2734556"/>
            <a:ext cx="462845" cy="584775"/>
          </a:xfrm>
          <a:prstGeom prst="rect">
            <a:avLst/>
          </a:prstGeom>
          <a:solidFill>
            <a:srgbClr val="FF0000">
              <a:alpha val="30000"/>
            </a:srgbClr>
          </a:solidFill>
        </p:spPr>
        <p:txBody>
          <a:bodyPr wrap="square" rtlCol="0">
            <a:spAutoFit/>
          </a:bodyPr>
          <a:lstStyle/>
          <a:p>
            <a:pPr algn="ctr"/>
            <a:r>
              <a:rPr lang="en-US" sz="3200" dirty="0"/>
              <a:t>4</a:t>
            </a:r>
          </a:p>
        </p:txBody>
      </p:sp>
      <p:sp>
        <p:nvSpPr>
          <p:cNvPr id="23" name="TextBox 22">
            <a:extLst>
              <a:ext uri="{FF2B5EF4-FFF2-40B4-BE49-F238E27FC236}">
                <a16:creationId xmlns:a16="http://schemas.microsoft.com/office/drawing/2014/main" id="{9C64EEC9-5EC0-7AFC-1B28-9F38FB0BA770}"/>
              </a:ext>
            </a:extLst>
          </p:cNvPr>
          <p:cNvSpPr txBox="1"/>
          <p:nvPr/>
        </p:nvSpPr>
        <p:spPr>
          <a:xfrm>
            <a:off x="5215469" y="2734556"/>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4" name="TextBox 23">
            <a:extLst>
              <a:ext uri="{FF2B5EF4-FFF2-40B4-BE49-F238E27FC236}">
                <a16:creationId xmlns:a16="http://schemas.microsoft.com/office/drawing/2014/main" id="{14F39347-168D-800A-C417-E9EC399B587B}"/>
              </a:ext>
            </a:extLst>
          </p:cNvPr>
          <p:cNvSpPr txBox="1"/>
          <p:nvPr/>
        </p:nvSpPr>
        <p:spPr>
          <a:xfrm>
            <a:off x="6714071" y="2734556"/>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25" name="TextBox 24">
            <a:extLst>
              <a:ext uri="{FF2B5EF4-FFF2-40B4-BE49-F238E27FC236}">
                <a16:creationId xmlns:a16="http://schemas.microsoft.com/office/drawing/2014/main" id="{A6D94567-C606-A038-3FA1-BBF6164DED58}"/>
              </a:ext>
            </a:extLst>
          </p:cNvPr>
          <p:cNvSpPr txBox="1"/>
          <p:nvPr/>
        </p:nvSpPr>
        <p:spPr>
          <a:xfrm>
            <a:off x="3716867" y="323789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6" name="TextBox 25">
            <a:extLst>
              <a:ext uri="{FF2B5EF4-FFF2-40B4-BE49-F238E27FC236}">
                <a16:creationId xmlns:a16="http://schemas.microsoft.com/office/drawing/2014/main" id="{FB37BD2F-C228-04B0-EBEB-2BF05BA7FAC5}"/>
              </a:ext>
            </a:extLst>
          </p:cNvPr>
          <p:cNvSpPr txBox="1"/>
          <p:nvPr/>
        </p:nvSpPr>
        <p:spPr>
          <a:xfrm>
            <a:off x="4715935" y="3237891"/>
            <a:ext cx="462845" cy="584775"/>
          </a:xfrm>
          <a:prstGeom prst="rect">
            <a:avLst/>
          </a:prstGeom>
          <a:solidFill>
            <a:srgbClr val="FF0000">
              <a:alpha val="30000"/>
            </a:srgbClr>
          </a:solidFill>
        </p:spPr>
        <p:txBody>
          <a:bodyPr wrap="square" rtlCol="0">
            <a:spAutoFit/>
          </a:bodyPr>
          <a:lstStyle/>
          <a:p>
            <a:pPr algn="ctr"/>
            <a:r>
              <a:rPr lang="en-US" sz="3200" dirty="0"/>
              <a:t>6</a:t>
            </a:r>
          </a:p>
        </p:txBody>
      </p:sp>
      <p:sp>
        <p:nvSpPr>
          <p:cNvPr id="27" name="TextBox 26">
            <a:extLst>
              <a:ext uri="{FF2B5EF4-FFF2-40B4-BE49-F238E27FC236}">
                <a16:creationId xmlns:a16="http://schemas.microsoft.com/office/drawing/2014/main" id="{DECB3A4D-1B59-C19A-12D9-FAFE19841920}"/>
              </a:ext>
            </a:extLst>
          </p:cNvPr>
          <p:cNvSpPr txBox="1"/>
          <p:nvPr/>
        </p:nvSpPr>
        <p:spPr>
          <a:xfrm>
            <a:off x="5215469" y="323789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28" name="TextBox 27">
            <a:extLst>
              <a:ext uri="{FF2B5EF4-FFF2-40B4-BE49-F238E27FC236}">
                <a16:creationId xmlns:a16="http://schemas.microsoft.com/office/drawing/2014/main" id="{0BF15C04-E67B-B850-4B64-C037FAF0A04C}"/>
              </a:ext>
            </a:extLst>
          </p:cNvPr>
          <p:cNvSpPr txBox="1"/>
          <p:nvPr/>
        </p:nvSpPr>
        <p:spPr>
          <a:xfrm>
            <a:off x="7213604" y="3237891"/>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29" name="TextBox 28">
            <a:extLst>
              <a:ext uri="{FF2B5EF4-FFF2-40B4-BE49-F238E27FC236}">
                <a16:creationId xmlns:a16="http://schemas.microsoft.com/office/drawing/2014/main" id="{013103BB-B2F7-2154-9DD8-A61BE1CD9CEB}"/>
              </a:ext>
            </a:extLst>
          </p:cNvPr>
          <p:cNvSpPr txBox="1"/>
          <p:nvPr/>
        </p:nvSpPr>
        <p:spPr>
          <a:xfrm>
            <a:off x="3217333" y="3741226"/>
            <a:ext cx="462845" cy="584775"/>
          </a:xfrm>
          <a:prstGeom prst="rect">
            <a:avLst/>
          </a:prstGeom>
          <a:solidFill>
            <a:srgbClr val="00B0F0">
              <a:alpha val="30000"/>
            </a:srgbClr>
          </a:solidFill>
        </p:spPr>
        <p:txBody>
          <a:bodyPr wrap="square" rtlCol="0">
            <a:spAutoFit/>
          </a:bodyPr>
          <a:lstStyle/>
          <a:p>
            <a:pPr algn="ctr"/>
            <a:r>
              <a:rPr lang="en-US" sz="3200" dirty="0"/>
              <a:t>8</a:t>
            </a:r>
          </a:p>
        </p:txBody>
      </p:sp>
      <p:sp>
        <p:nvSpPr>
          <p:cNvPr id="30" name="TextBox 29">
            <a:extLst>
              <a:ext uri="{FF2B5EF4-FFF2-40B4-BE49-F238E27FC236}">
                <a16:creationId xmlns:a16="http://schemas.microsoft.com/office/drawing/2014/main" id="{6E0B06BD-9F6B-1A6D-873D-0873573495A8}"/>
              </a:ext>
            </a:extLst>
          </p:cNvPr>
          <p:cNvSpPr txBox="1"/>
          <p:nvPr/>
        </p:nvSpPr>
        <p:spPr>
          <a:xfrm>
            <a:off x="3716867" y="3741226"/>
            <a:ext cx="462845" cy="584775"/>
          </a:xfrm>
          <a:prstGeom prst="rect">
            <a:avLst/>
          </a:prstGeom>
          <a:solidFill>
            <a:srgbClr val="0070C0">
              <a:alpha val="40000"/>
            </a:srgbClr>
          </a:solidFill>
        </p:spPr>
        <p:txBody>
          <a:bodyPr wrap="square" rtlCol="0">
            <a:spAutoFit/>
          </a:bodyPr>
          <a:lstStyle/>
          <a:p>
            <a:pPr algn="ctr"/>
            <a:r>
              <a:rPr lang="en-US" sz="3200" dirty="0"/>
              <a:t>6</a:t>
            </a:r>
          </a:p>
        </p:txBody>
      </p:sp>
      <p:sp>
        <p:nvSpPr>
          <p:cNvPr id="31" name="TextBox 30">
            <a:extLst>
              <a:ext uri="{FF2B5EF4-FFF2-40B4-BE49-F238E27FC236}">
                <a16:creationId xmlns:a16="http://schemas.microsoft.com/office/drawing/2014/main" id="{320B6E16-DAA0-406D-D0B8-B426C9D9F673}"/>
              </a:ext>
            </a:extLst>
          </p:cNvPr>
          <p:cNvSpPr txBox="1"/>
          <p:nvPr/>
        </p:nvSpPr>
        <p:spPr>
          <a:xfrm>
            <a:off x="5715003" y="3741226"/>
            <a:ext cx="462845" cy="584775"/>
          </a:xfrm>
          <a:prstGeom prst="rect">
            <a:avLst/>
          </a:prstGeom>
          <a:solidFill>
            <a:srgbClr val="FFFF00">
              <a:alpha val="30000"/>
            </a:srgbClr>
          </a:solidFill>
        </p:spPr>
        <p:txBody>
          <a:bodyPr wrap="square" rtlCol="0">
            <a:spAutoFit/>
          </a:bodyPr>
          <a:lstStyle/>
          <a:p>
            <a:pPr algn="ctr"/>
            <a:r>
              <a:rPr lang="en-US" sz="3200" dirty="0"/>
              <a:t>9</a:t>
            </a:r>
          </a:p>
        </p:txBody>
      </p:sp>
      <p:sp>
        <p:nvSpPr>
          <p:cNvPr id="32" name="TextBox 31">
            <a:extLst>
              <a:ext uri="{FF2B5EF4-FFF2-40B4-BE49-F238E27FC236}">
                <a16:creationId xmlns:a16="http://schemas.microsoft.com/office/drawing/2014/main" id="{632EC652-619D-0338-F72E-DA03CA260DE9}"/>
              </a:ext>
            </a:extLst>
          </p:cNvPr>
          <p:cNvSpPr txBox="1"/>
          <p:nvPr/>
        </p:nvSpPr>
        <p:spPr>
          <a:xfrm>
            <a:off x="6214537" y="3741226"/>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33" name="TextBox 32">
            <a:extLst>
              <a:ext uri="{FF2B5EF4-FFF2-40B4-BE49-F238E27FC236}">
                <a16:creationId xmlns:a16="http://schemas.microsoft.com/office/drawing/2014/main" id="{C99F99BD-225F-9CE5-BE56-B8D529F3AB50}"/>
              </a:ext>
            </a:extLst>
          </p:cNvPr>
          <p:cNvSpPr txBox="1"/>
          <p:nvPr/>
        </p:nvSpPr>
        <p:spPr>
          <a:xfrm>
            <a:off x="6714071" y="374122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34" name="TextBox 33">
            <a:extLst>
              <a:ext uri="{FF2B5EF4-FFF2-40B4-BE49-F238E27FC236}">
                <a16:creationId xmlns:a16="http://schemas.microsoft.com/office/drawing/2014/main" id="{EF585B63-AF6B-DD66-0882-7483CD9B430C}"/>
              </a:ext>
            </a:extLst>
          </p:cNvPr>
          <p:cNvSpPr txBox="1"/>
          <p:nvPr/>
        </p:nvSpPr>
        <p:spPr>
          <a:xfrm>
            <a:off x="7213604" y="3741226"/>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35" name="TextBox 34">
            <a:extLst>
              <a:ext uri="{FF2B5EF4-FFF2-40B4-BE49-F238E27FC236}">
                <a16:creationId xmlns:a16="http://schemas.microsoft.com/office/drawing/2014/main" id="{5C8D503E-A370-FB93-A28B-977E2F99FA59}"/>
              </a:ext>
            </a:extLst>
          </p:cNvPr>
          <p:cNvSpPr txBox="1"/>
          <p:nvPr/>
        </p:nvSpPr>
        <p:spPr>
          <a:xfrm>
            <a:off x="3217333" y="424456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36" name="TextBox 35">
            <a:extLst>
              <a:ext uri="{FF2B5EF4-FFF2-40B4-BE49-F238E27FC236}">
                <a16:creationId xmlns:a16="http://schemas.microsoft.com/office/drawing/2014/main" id="{5E87E2AA-7099-83B6-42A5-9169D10A1900}"/>
              </a:ext>
            </a:extLst>
          </p:cNvPr>
          <p:cNvSpPr txBox="1"/>
          <p:nvPr/>
        </p:nvSpPr>
        <p:spPr>
          <a:xfrm>
            <a:off x="4216401" y="4244561"/>
            <a:ext cx="462845" cy="584775"/>
          </a:xfrm>
          <a:prstGeom prst="rect">
            <a:avLst/>
          </a:prstGeom>
          <a:solidFill>
            <a:srgbClr val="FF0000">
              <a:alpha val="30000"/>
            </a:srgbClr>
          </a:solidFill>
        </p:spPr>
        <p:txBody>
          <a:bodyPr wrap="square" rtlCol="0">
            <a:spAutoFit/>
          </a:bodyPr>
          <a:lstStyle/>
          <a:p>
            <a:pPr algn="ctr"/>
            <a:r>
              <a:rPr lang="en-US" sz="3200" dirty="0"/>
              <a:t>3</a:t>
            </a:r>
          </a:p>
        </p:txBody>
      </p:sp>
      <p:sp>
        <p:nvSpPr>
          <p:cNvPr id="37" name="TextBox 36">
            <a:extLst>
              <a:ext uri="{FF2B5EF4-FFF2-40B4-BE49-F238E27FC236}">
                <a16:creationId xmlns:a16="http://schemas.microsoft.com/office/drawing/2014/main" id="{394D2D1C-A13B-E0F5-8986-30FF8E12937E}"/>
              </a:ext>
            </a:extLst>
          </p:cNvPr>
          <p:cNvSpPr txBox="1"/>
          <p:nvPr/>
        </p:nvSpPr>
        <p:spPr>
          <a:xfrm>
            <a:off x="5715003" y="4244561"/>
            <a:ext cx="462845" cy="584775"/>
          </a:xfrm>
          <a:prstGeom prst="rect">
            <a:avLst/>
          </a:prstGeom>
          <a:solidFill>
            <a:srgbClr val="FF0000">
              <a:alpha val="30000"/>
            </a:srgbClr>
          </a:solidFill>
        </p:spPr>
        <p:txBody>
          <a:bodyPr wrap="square" rtlCol="0">
            <a:spAutoFit/>
          </a:bodyPr>
          <a:lstStyle/>
          <a:p>
            <a:pPr algn="ctr"/>
            <a:r>
              <a:rPr lang="en-US" sz="3200" dirty="0"/>
              <a:t>6</a:t>
            </a:r>
          </a:p>
        </p:txBody>
      </p:sp>
      <p:sp>
        <p:nvSpPr>
          <p:cNvPr id="38" name="TextBox 37">
            <a:extLst>
              <a:ext uri="{FF2B5EF4-FFF2-40B4-BE49-F238E27FC236}">
                <a16:creationId xmlns:a16="http://schemas.microsoft.com/office/drawing/2014/main" id="{F7D541C7-93DE-AFCD-0833-2D64BB04DB85}"/>
              </a:ext>
            </a:extLst>
          </p:cNvPr>
          <p:cNvSpPr txBox="1"/>
          <p:nvPr/>
        </p:nvSpPr>
        <p:spPr>
          <a:xfrm>
            <a:off x="6214537" y="424456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39" name="TextBox 38">
            <a:extLst>
              <a:ext uri="{FF2B5EF4-FFF2-40B4-BE49-F238E27FC236}">
                <a16:creationId xmlns:a16="http://schemas.microsoft.com/office/drawing/2014/main" id="{AE249A6C-3EDF-003F-A148-37E43BF07623}"/>
              </a:ext>
            </a:extLst>
          </p:cNvPr>
          <p:cNvSpPr txBox="1"/>
          <p:nvPr/>
        </p:nvSpPr>
        <p:spPr>
          <a:xfrm>
            <a:off x="6714071" y="4244561"/>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40" name="TextBox 39">
            <a:extLst>
              <a:ext uri="{FF2B5EF4-FFF2-40B4-BE49-F238E27FC236}">
                <a16:creationId xmlns:a16="http://schemas.microsoft.com/office/drawing/2014/main" id="{1C4FF7EE-102F-2B6C-A896-096D819957B3}"/>
              </a:ext>
            </a:extLst>
          </p:cNvPr>
          <p:cNvSpPr txBox="1"/>
          <p:nvPr/>
        </p:nvSpPr>
        <p:spPr>
          <a:xfrm>
            <a:off x="7213604" y="4244561"/>
            <a:ext cx="462845" cy="584775"/>
          </a:xfrm>
          <a:prstGeom prst="rect">
            <a:avLst/>
          </a:prstGeom>
          <a:solidFill>
            <a:srgbClr val="00B050">
              <a:alpha val="40000"/>
            </a:srgbClr>
          </a:solidFill>
        </p:spPr>
        <p:txBody>
          <a:bodyPr wrap="square" rtlCol="0">
            <a:spAutoFit/>
          </a:bodyPr>
          <a:lstStyle/>
          <a:p>
            <a:pPr algn="ctr"/>
            <a:r>
              <a:rPr lang="en-US" sz="3200" dirty="0"/>
              <a:t>9</a:t>
            </a:r>
          </a:p>
        </p:txBody>
      </p:sp>
      <p:sp>
        <p:nvSpPr>
          <p:cNvPr id="41" name="TextBox 40">
            <a:extLst>
              <a:ext uri="{FF2B5EF4-FFF2-40B4-BE49-F238E27FC236}">
                <a16:creationId xmlns:a16="http://schemas.microsoft.com/office/drawing/2014/main" id="{F9DF510E-FBCF-8725-8312-6C4E14A00A8E}"/>
              </a:ext>
            </a:extLst>
          </p:cNvPr>
          <p:cNvSpPr txBox="1"/>
          <p:nvPr/>
        </p:nvSpPr>
        <p:spPr>
          <a:xfrm>
            <a:off x="3217333" y="4747898"/>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42" name="TextBox 41">
            <a:extLst>
              <a:ext uri="{FF2B5EF4-FFF2-40B4-BE49-F238E27FC236}">
                <a16:creationId xmlns:a16="http://schemas.microsoft.com/office/drawing/2014/main" id="{350BFDA7-2DA0-AD34-DE16-6C186F678366}"/>
              </a:ext>
            </a:extLst>
          </p:cNvPr>
          <p:cNvSpPr txBox="1"/>
          <p:nvPr/>
        </p:nvSpPr>
        <p:spPr>
          <a:xfrm>
            <a:off x="3716867" y="4747898"/>
            <a:ext cx="462845" cy="584775"/>
          </a:xfrm>
          <a:prstGeom prst="rect">
            <a:avLst/>
          </a:prstGeom>
          <a:solidFill>
            <a:srgbClr val="FFFF00">
              <a:alpha val="30000"/>
            </a:srgbClr>
          </a:solidFill>
        </p:spPr>
        <p:txBody>
          <a:bodyPr wrap="square" rtlCol="0">
            <a:spAutoFit/>
          </a:bodyPr>
          <a:lstStyle/>
          <a:p>
            <a:pPr algn="ctr"/>
            <a:r>
              <a:rPr lang="en-US" sz="3200" dirty="0"/>
              <a:t>9</a:t>
            </a:r>
          </a:p>
        </p:txBody>
      </p:sp>
      <p:sp>
        <p:nvSpPr>
          <p:cNvPr id="43" name="TextBox 42">
            <a:extLst>
              <a:ext uri="{FF2B5EF4-FFF2-40B4-BE49-F238E27FC236}">
                <a16:creationId xmlns:a16="http://schemas.microsoft.com/office/drawing/2014/main" id="{6D1919AE-CCA4-EA99-EB2D-4887745D1020}"/>
              </a:ext>
            </a:extLst>
          </p:cNvPr>
          <p:cNvSpPr txBox="1"/>
          <p:nvPr/>
        </p:nvSpPr>
        <p:spPr>
          <a:xfrm>
            <a:off x="4216401" y="4747898"/>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44" name="TextBox 43">
            <a:extLst>
              <a:ext uri="{FF2B5EF4-FFF2-40B4-BE49-F238E27FC236}">
                <a16:creationId xmlns:a16="http://schemas.microsoft.com/office/drawing/2014/main" id="{AA420F5F-31E0-568C-4B78-1F430C0393C1}"/>
              </a:ext>
            </a:extLst>
          </p:cNvPr>
          <p:cNvSpPr txBox="1"/>
          <p:nvPr/>
        </p:nvSpPr>
        <p:spPr>
          <a:xfrm>
            <a:off x="7157158" y="1522145"/>
            <a:ext cx="570089" cy="230832"/>
          </a:xfrm>
          <a:prstGeom prst="rect">
            <a:avLst/>
          </a:prstGeom>
          <a:noFill/>
        </p:spPr>
        <p:txBody>
          <a:bodyPr wrap="square" rtlCol="0">
            <a:spAutoFit/>
          </a:bodyPr>
          <a:lstStyle/>
          <a:p>
            <a:pPr algn="ctr"/>
            <a:r>
              <a:rPr lang="en-US" sz="900" dirty="0"/>
              <a:t>57</a:t>
            </a:r>
          </a:p>
        </p:txBody>
      </p:sp>
      <p:sp>
        <p:nvSpPr>
          <p:cNvPr id="45" name="TextBox 44">
            <a:extLst>
              <a:ext uri="{FF2B5EF4-FFF2-40B4-BE49-F238E27FC236}">
                <a16:creationId xmlns:a16="http://schemas.microsoft.com/office/drawing/2014/main" id="{3FA934B2-1E73-9BDD-180D-5DDA218CF1DD}"/>
              </a:ext>
            </a:extLst>
          </p:cNvPr>
          <p:cNvSpPr txBox="1"/>
          <p:nvPr/>
        </p:nvSpPr>
        <p:spPr>
          <a:xfrm>
            <a:off x="4143022" y="5028752"/>
            <a:ext cx="570089" cy="230832"/>
          </a:xfrm>
          <a:prstGeom prst="rect">
            <a:avLst/>
          </a:prstGeom>
          <a:noFill/>
        </p:spPr>
        <p:txBody>
          <a:bodyPr wrap="square" rtlCol="0">
            <a:spAutoFit/>
          </a:bodyPr>
          <a:lstStyle/>
          <a:p>
            <a:pPr algn="ctr"/>
            <a:r>
              <a:rPr lang="en-US" sz="900" dirty="0"/>
              <a:t>57</a:t>
            </a:r>
          </a:p>
        </p:txBody>
      </p:sp>
      <p:sp>
        <p:nvSpPr>
          <p:cNvPr id="50" name="TextBox 49">
            <a:extLst>
              <a:ext uri="{FF2B5EF4-FFF2-40B4-BE49-F238E27FC236}">
                <a16:creationId xmlns:a16="http://schemas.microsoft.com/office/drawing/2014/main" id="{C94AC237-FDF2-7E40-7574-918378D6B339}"/>
              </a:ext>
            </a:extLst>
          </p:cNvPr>
          <p:cNvSpPr txBox="1"/>
          <p:nvPr/>
        </p:nvSpPr>
        <p:spPr>
          <a:xfrm>
            <a:off x="6152446" y="1402877"/>
            <a:ext cx="570089" cy="230832"/>
          </a:xfrm>
          <a:prstGeom prst="rect">
            <a:avLst/>
          </a:prstGeom>
          <a:noFill/>
        </p:spPr>
        <p:txBody>
          <a:bodyPr wrap="square" rtlCol="0">
            <a:spAutoFit/>
          </a:bodyPr>
          <a:lstStyle/>
          <a:p>
            <a:pPr algn="ctr"/>
            <a:r>
              <a:rPr lang="en-US" sz="900" dirty="0"/>
              <a:t>75</a:t>
            </a:r>
          </a:p>
        </p:txBody>
      </p:sp>
      <p:sp>
        <p:nvSpPr>
          <p:cNvPr id="51" name="TextBox 50">
            <a:extLst>
              <a:ext uri="{FF2B5EF4-FFF2-40B4-BE49-F238E27FC236}">
                <a16:creationId xmlns:a16="http://schemas.microsoft.com/office/drawing/2014/main" id="{13BDA374-9307-8C7A-36C6-F4EA08E3940F}"/>
              </a:ext>
            </a:extLst>
          </p:cNvPr>
          <p:cNvSpPr txBox="1"/>
          <p:nvPr/>
        </p:nvSpPr>
        <p:spPr>
          <a:xfrm>
            <a:off x="3138310" y="4408541"/>
            <a:ext cx="570089" cy="230832"/>
          </a:xfrm>
          <a:prstGeom prst="rect">
            <a:avLst/>
          </a:prstGeom>
          <a:noFill/>
        </p:spPr>
        <p:txBody>
          <a:bodyPr wrap="square" rtlCol="0">
            <a:spAutoFit/>
          </a:bodyPr>
          <a:lstStyle/>
          <a:p>
            <a:pPr algn="ctr"/>
            <a:r>
              <a:rPr lang="en-US" sz="900" dirty="0"/>
              <a:t>75</a:t>
            </a:r>
          </a:p>
        </p:txBody>
      </p:sp>
      <p:sp>
        <p:nvSpPr>
          <p:cNvPr id="52" name="TextBox 51">
            <a:extLst>
              <a:ext uri="{FF2B5EF4-FFF2-40B4-BE49-F238E27FC236}">
                <a16:creationId xmlns:a16="http://schemas.microsoft.com/office/drawing/2014/main" id="{654B7CBD-77D0-66AC-31BE-1E108CA25208}"/>
              </a:ext>
            </a:extLst>
          </p:cNvPr>
          <p:cNvSpPr txBox="1"/>
          <p:nvPr/>
        </p:nvSpPr>
        <p:spPr>
          <a:xfrm>
            <a:off x="3640666" y="3406653"/>
            <a:ext cx="570089" cy="230832"/>
          </a:xfrm>
          <a:prstGeom prst="rect">
            <a:avLst/>
          </a:prstGeom>
          <a:noFill/>
        </p:spPr>
        <p:txBody>
          <a:bodyPr wrap="square" rtlCol="0">
            <a:spAutoFit/>
          </a:bodyPr>
          <a:lstStyle/>
          <a:p>
            <a:pPr algn="ctr"/>
            <a:r>
              <a:rPr lang="en-US" sz="900" dirty="0"/>
              <a:t>2357</a:t>
            </a:r>
          </a:p>
        </p:txBody>
      </p:sp>
      <p:sp>
        <p:nvSpPr>
          <p:cNvPr id="57" name="TextBox 56">
            <a:extLst>
              <a:ext uri="{FF2B5EF4-FFF2-40B4-BE49-F238E27FC236}">
                <a16:creationId xmlns:a16="http://schemas.microsoft.com/office/drawing/2014/main" id="{50D3839C-DE7B-8899-A602-B40C4B1778D3}"/>
              </a:ext>
            </a:extLst>
          </p:cNvPr>
          <p:cNvSpPr txBox="1"/>
          <p:nvPr/>
        </p:nvSpPr>
        <p:spPr>
          <a:xfrm>
            <a:off x="6654802" y="2524033"/>
            <a:ext cx="570089" cy="230832"/>
          </a:xfrm>
          <a:prstGeom prst="rect">
            <a:avLst/>
          </a:prstGeom>
          <a:noFill/>
        </p:spPr>
        <p:txBody>
          <a:bodyPr wrap="square" rtlCol="0">
            <a:spAutoFit/>
          </a:bodyPr>
          <a:lstStyle/>
          <a:p>
            <a:pPr algn="ctr"/>
            <a:r>
              <a:rPr lang="en-US" sz="900" dirty="0"/>
              <a:t>2357</a:t>
            </a:r>
          </a:p>
        </p:txBody>
      </p:sp>
      <p:sp>
        <p:nvSpPr>
          <p:cNvPr id="58" name="TextBox 57">
            <a:extLst>
              <a:ext uri="{FF2B5EF4-FFF2-40B4-BE49-F238E27FC236}">
                <a16:creationId xmlns:a16="http://schemas.microsoft.com/office/drawing/2014/main" id="{7486700B-3C92-AB8B-9A2A-0B97709229F9}"/>
              </a:ext>
            </a:extLst>
          </p:cNvPr>
          <p:cNvSpPr txBox="1"/>
          <p:nvPr/>
        </p:nvSpPr>
        <p:spPr>
          <a:xfrm>
            <a:off x="4143022" y="1903821"/>
            <a:ext cx="570089" cy="230832"/>
          </a:xfrm>
          <a:prstGeom prst="rect">
            <a:avLst/>
          </a:prstGeom>
          <a:noFill/>
        </p:spPr>
        <p:txBody>
          <a:bodyPr wrap="square" rtlCol="0">
            <a:spAutoFit/>
          </a:bodyPr>
          <a:lstStyle/>
          <a:p>
            <a:pPr algn="ctr"/>
            <a:r>
              <a:rPr lang="en-US" sz="900" dirty="0"/>
              <a:t>75</a:t>
            </a:r>
          </a:p>
        </p:txBody>
      </p:sp>
      <p:sp>
        <p:nvSpPr>
          <p:cNvPr id="59" name="TextBox 58">
            <a:extLst>
              <a:ext uri="{FF2B5EF4-FFF2-40B4-BE49-F238E27FC236}">
                <a16:creationId xmlns:a16="http://schemas.microsoft.com/office/drawing/2014/main" id="{C2A4F9E8-2038-1394-524E-9B5EB867A578}"/>
              </a:ext>
            </a:extLst>
          </p:cNvPr>
          <p:cNvSpPr txBox="1"/>
          <p:nvPr/>
        </p:nvSpPr>
        <p:spPr>
          <a:xfrm>
            <a:off x="3640666" y="2404765"/>
            <a:ext cx="570089" cy="230832"/>
          </a:xfrm>
          <a:prstGeom prst="rect">
            <a:avLst/>
          </a:prstGeom>
          <a:noFill/>
        </p:spPr>
        <p:txBody>
          <a:bodyPr wrap="square" rtlCol="0">
            <a:spAutoFit/>
          </a:bodyPr>
          <a:lstStyle/>
          <a:p>
            <a:pPr algn="ctr"/>
            <a:r>
              <a:rPr lang="en-US" sz="900" dirty="0"/>
              <a:t>2357</a:t>
            </a:r>
          </a:p>
        </p:txBody>
      </p:sp>
      <p:sp>
        <p:nvSpPr>
          <p:cNvPr id="62" name="TextBox 61">
            <a:extLst>
              <a:ext uri="{FF2B5EF4-FFF2-40B4-BE49-F238E27FC236}">
                <a16:creationId xmlns:a16="http://schemas.microsoft.com/office/drawing/2014/main" id="{64EF6DE7-B6BD-18F8-D4D5-EE37E598B640}"/>
              </a:ext>
            </a:extLst>
          </p:cNvPr>
          <p:cNvSpPr txBox="1"/>
          <p:nvPr/>
        </p:nvSpPr>
        <p:spPr>
          <a:xfrm>
            <a:off x="6654802" y="2905709"/>
            <a:ext cx="570089" cy="230832"/>
          </a:xfrm>
          <a:prstGeom prst="rect">
            <a:avLst/>
          </a:prstGeom>
          <a:noFill/>
        </p:spPr>
        <p:txBody>
          <a:bodyPr wrap="square" rtlCol="0">
            <a:spAutoFit/>
          </a:bodyPr>
          <a:lstStyle/>
          <a:p>
            <a:pPr algn="ctr"/>
            <a:r>
              <a:rPr lang="en-US" sz="900" dirty="0"/>
              <a:t>2357</a:t>
            </a:r>
          </a:p>
        </p:txBody>
      </p:sp>
      <p:sp>
        <p:nvSpPr>
          <p:cNvPr id="63" name="TextBox 62">
            <a:extLst>
              <a:ext uri="{FF2B5EF4-FFF2-40B4-BE49-F238E27FC236}">
                <a16:creationId xmlns:a16="http://schemas.microsoft.com/office/drawing/2014/main" id="{5B061628-43E7-DEAC-BF74-AF4C550CDD5C}"/>
              </a:ext>
            </a:extLst>
          </p:cNvPr>
          <p:cNvSpPr txBox="1"/>
          <p:nvPr/>
        </p:nvSpPr>
        <p:spPr>
          <a:xfrm>
            <a:off x="7157158" y="3406653"/>
            <a:ext cx="570089" cy="230832"/>
          </a:xfrm>
          <a:prstGeom prst="rect">
            <a:avLst/>
          </a:prstGeom>
          <a:noFill/>
        </p:spPr>
        <p:txBody>
          <a:bodyPr wrap="square" rtlCol="0">
            <a:spAutoFit/>
          </a:bodyPr>
          <a:lstStyle/>
          <a:p>
            <a:pPr algn="ctr"/>
            <a:r>
              <a:rPr lang="en-US" sz="900" dirty="0"/>
              <a:t>75</a:t>
            </a:r>
          </a:p>
        </p:txBody>
      </p:sp>
      <p:sp>
        <p:nvSpPr>
          <p:cNvPr id="66" name="TextBox 65">
            <a:extLst>
              <a:ext uri="{FF2B5EF4-FFF2-40B4-BE49-F238E27FC236}">
                <a16:creationId xmlns:a16="http://schemas.microsoft.com/office/drawing/2014/main" id="{0E6F78C5-15DC-2D85-1CF0-614BDE978184}"/>
              </a:ext>
            </a:extLst>
          </p:cNvPr>
          <p:cNvSpPr txBox="1"/>
          <p:nvPr/>
        </p:nvSpPr>
        <p:spPr>
          <a:xfrm>
            <a:off x="5147734" y="2524033"/>
            <a:ext cx="570089" cy="230832"/>
          </a:xfrm>
          <a:prstGeom prst="rect">
            <a:avLst/>
          </a:prstGeom>
          <a:noFill/>
        </p:spPr>
        <p:txBody>
          <a:bodyPr wrap="square" rtlCol="0">
            <a:spAutoFit/>
          </a:bodyPr>
          <a:lstStyle/>
          <a:p>
            <a:pPr algn="ctr"/>
            <a:r>
              <a:rPr lang="en-US" sz="900" dirty="0"/>
              <a:t>257</a:t>
            </a:r>
          </a:p>
        </p:txBody>
      </p:sp>
      <p:sp>
        <p:nvSpPr>
          <p:cNvPr id="68" name="TextBox 67">
            <a:extLst>
              <a:ext uri="{FF2B5EF4-FFF2-40B4-BE49-F238E27FC236}">
                <a16:creationId xmlns:a16="http://schemas.microsoft.com/office/drawing/2014/main" id="{ADE93AEC-CC13-9BFE-9237-ACE9168675BE}"/>
              </a:ext>
            </a:extLst>
          </p:cNvPr>
          <p:cNvSpPr txBox="1"/>
          <p:nvPr/>
        </p:nvSpPr>
        <p:spPr>
          <a:xfrm>
            <a:off x="6654802" y="4527809"/>
            <a:ext cx="570089" cy="230832"/>
          </a:xfrm>
          <a:prstGeom prst="rect">
            <a:avLst/>
          </a:prstGeom>
          <a:noFill/>
        </p:spPr>
        <p:txBody>
          <a:bodyPr wrap="square" rtlCol="0">
            <a:spAutoFit/>
          </a:bodyPr>
          <a:lstStyle/>
          <a:p>
            <a:pPr algn="ctr"/>
            <a:r>
              <a:rPr lang="en-US" sz="900" dirty="0"/>
              <a:t>257</a:t>
            </a:r>
          </a:p>
        </p:txBody>
      </p:sp>
      <p:sp>
        <p:nvSpPr>
          <p:cNvPr id="70" name="TextBox 69">
            <a:extLst>
              <a:ext uri="{FF2B5EF4-FFF2-40B4-BE49-F238E27FC236}">
                <a16:creationId xmlns:a16="http://schemas.microsoft.com/office/drawing/2014/main" id="{414EE02D-888E-CF75-BFAA-2D87585BE304}"/>
              </a:ext>
            </a:extLst>
          </p:cNvPr>
          <p:cNvSpPr txBox="1"/>
          <p:nvPr/>
        </p:nvSpPr>
        <p:spPr>
          <a:xfrm>
            <a:off x="5650090" y="2285497"/>
            <a:ext cx="570089" cy="230832"/>
          </a:xfrm>
          <a:prstGeom prst="rect">
            <a:avLst/>
          </a:prstGeom>
          <a:noFill/>
        </p:spPr>
        <p:txBody>
          <a:bodyPr wrap="square" rtlCol="0">
            <a:spAutoFit/>
          </a:bodyPr>
          <a:lstStyle/>
          <a:p>
            <a:pPr algn="ctr"/>
            <a:r>
              <a:rPr lang="en-US" sz="900" dirty="0"/>
              <a:t>37</a:t>
            </a:r>
          </a:p>
        </p:txBody>
      </p:sp>
      <p:sp>
        <p:nvSpPr>
          <p:cNvPr id="71" name="TextBox 70">
            <a:extLst>
              <a:ext uri="{FF2B5EF4-FFF2-40B4-BE49-F238E27FC236}">
                <a16:creationId xmlns:a16="http://schemas.microsoft.com/office/drawing/2014/main" id="{06EBEEE3-BDE8-97A4-33D4-0F3853CC2A8F}"/>
              </a:ext>
            </a:extLst>
          </p:cNvPr>
          <p:cNvSpPr txBox="1"/>
          <p:nvPr/>
        </p:nvSpPr>
        <p:spPr>
          <a:xfrm>
            <a:off x="5147734" y="2905709"/>
            <a:ext cx="570089" cy="230832"/>
          </a:xfrm>
          <a:prstGeom prst="rect">
            <a:avLst/>
          </a:prstGeom>
          <a:noFill/>
        </p:spPr>
        <p:txBody>
          <a:bodyPr wrap="square" rtlCol="0">
            <a:spAutoFit/>
          </a:bodyPr>
          <a:lstStyle/>
          <a:p>
            <a:pPr algn="ctr"/>
            <a:r>
              <a:rPr lang="en-US" sz="900" dirty="0"/>
              <a:t>257</a:t>
            </a:r>
          </a:p>
        </p:txBody>
      </p:sp>
      <p:sp>
        <p:nvSpPr>
          <p:cNvPr id="74" name="TextBox 73">
            <a:extLst>
              <a:ext uri="{FF2B5EF4-FFF2-40B4-BE49-F238E27FC236}">
                <a16:creationId xmlns:a16="http://schemas.microsoft.com/office/drawing/2014/main" id="{43435E05-3A9B-C92A-2C76-BC19F4CF0693}"/>
              </a:ext>
            </a:extLst>
          </p:cNvPr>
          <p:cNvSpPr txBox="1"/>
          <p:nvPr/>
        </p:nvSpPr>
        <p:spPr>
          <a:xfrm>
            <a:off x="6152446" y="4527809"/>
            <a:ext cx="570089" cy="230832"/>
          </a:xfrm>
          <a:prstGeom prst="rect">
            <a:avLst/>
          </a:prstGeom>
          <a:noFill/>
        </p:spPr>
        <p:txBody>
          <a:bodyPr wrap="square" rtlCol="0">
            <a:spAutoFit/>
          </a:bodyPr>
          <a:lstStyle/>
          <a:p>
            <a:pPr algn="ctr"/>
            <a:r>
              <a:rPr lang="en-US" sz="900" dirty="0"/>
              <a:t>257</a:t>
            </a:r>
          </a:p>
        </p:txBody>
      </p:sp>
      <p:sp>
        <p:nvSpPr>
          <p:cNvPr id="75" name="TextBox 74">
            <a:extLst>
              <a:ext uri="{FF2B5EF4-FFF2-40B4-BE49-F238E27FC236}">
                <a16:creationId xmlns:a16="http://schemas.microsoft.com/office/drawing/2014/main" id="{F0F70B80-874C-D67D-D0C3-98A10162DA8B}"/>
              </a:ext>
            </a:extLst>
          </p:cNvPr>
          <p:cNvSpPr txBox="1"/>
          <p:nvPr/>
        </p:nvSpPr>
        <p:spPr>
          <a:xfrm>
            <a:off x="6654802" y="3788329"/>
            <a:ext cx="570089" cy="230832"/>
          </a:xfrm>
          <a:prstGeom prst="rect">
            <a:avLst/>
          </a:prstGeom>
          <a:noFill/>
        </p:spPr>
        <p:txBody>
          <a:bodyPr wrap="square" rtlCol="0">
            <a:spAutoFit/>
          </a:bodyPr>
          <a:lstStyle/>
          <a:p>
            <a:pPr algn="ctr"/>
            <a:r>
              <a:rPr lang="en-US" sz="900" dirty="0"/>
              <a:t>37</a:t>
            </a:r>
          </a:p>
        </p:txBody>
      </p:sp>
      <p:sp>
        <p:nvSpPr>
          <p:cNvPr id="73" name="TextBox 72">
            <a:extLst>
              <a:ext uri="{FF2B5EF4-FFF2-40B4-BE49-F238E27FC236}">
                <a16:creationId xmlns:a16="http://schemas.microsoft.com/office/drawing/2014/main" id="{C06003E0-C7D1-425E-FD0B-1F9312C149EA}"/>
              </a:ext>
            </a:extLst>
          </p:cNvPr>
          <p:cNvSpPr txBox="1"/>
          <p:nvPr/>
        </p:nvSpPr>
        <p:spPr>
          <a:xfrm>
            <a:off x="5147734" y="3287385"/>
            <a:ext cx="570089" cy="230832"/>
          </a:xfrm>
          <a:prstGeom prst="rect">
            <a:avLst/>
          </a:prstGeom>
          <a:noFill/>
        </p:spPr>
        <p:txBody>
          <a:bodyPr wrap="square" rtlCol="0">
            <a:spAutoFit/>
          </a:bodyPr>
          <a:lstStyle/>
          <a:p>
            <a:pPr algn="ctr"/>
            <a:r>
              <a:rPr lang="en-US" sz="900" dirty="0"/>
              <a:t>357</a:t>
            </a:r>
          </a:p>
        </p:txBody>
      </p:sp>
      <p:sp>
        <p:nvSpPr>
          <p:cNvPr id="78" name="TextBox 77">
            <a:extLst>
              <a:ext uri="{FF2B5EF4-FFF2-40B4-BE49-F238E27FC236}">
                <a16:creationId xmlns:a16="http://schemas.microsoft.com/office/drawing/2014/main" id="{D0645326-1B83-0A3A-7B9C-CE2385A5B47C}"/>
              </a:ext>
            </a:extLst>
          </p:cNvPr>
          <p:cNvSpPr txBox="1"/>
          <p:nvPr/>
        </p:nvSpPr>
        <p:spPr>
          <a:xfrm>
            <a:off x="6152446" y="3788329"/>
            <a:ext cx="570089" cy="230832"/>
          </a:xfrm>
          <a:prstGeom prst="rect">
            <a:avLst/>
          </a:prstGeom>
          <a:noFill/>
        </p:spPr>
        <p:txBody>
          <a:bodyPr wrap="square" rtlCol="0">
            <a:spAutoFit/>
          </a:bodyPr>
          <a:lstStyle/>
          <a:p>
            <a:pPr algn="ctr"/>
            <a:r>
              <a:rPr lang="en-US" sz="900" dirty="0"/>
              <a:t>357</a:t>
            </a:r>
          </a:p>
        </p:txBody>
      </p:sp>
      <p:sp>
        <p:nvSpPr>
          <p:cNvPr id="79" name="TextBox 78">
            <a:extLst>
              <a:ext uri="{FF2B5EF4-FFF2-40B4-BE49-F238E27FC236}">
                <a16:creationId xmlns:a16="http://schemas.microsoft.com/office/drawing/2014/main" id="{D61068E1-D747-13A5-C416-ACB1FB28C613}"/>
              </a:ext>
            </a:extLst>
          </p:cNvPr>
          <p:cNvSpPr txBox="1"/>
          <p:nvPr/>
        </p:nvSpPr>
        <p:spPr>
          <a:xfrm>
            <a:off x="6214537" y="3237891"/>
            <a:ext cx="462845" cy="584775"/>
          </a:xfrm>
          <a:prstGeom prst="rect">
            <a:avLst/>
          </a:prstGeom>
          <a:noFill/>
        </p:spPr>
        <p:txBody>
          <a:bodyPr wrap="square" rtlCol="0">
            <a:spAutoFit/>
          </a:bodyPr>
          <a:lstStyle/>
          <a:p>
            <a:pPr algn="ctr"/>
            <a:r>
              <a:rPr lang="en-US" sz="3200" dirty="0"/>
              <a:t>9</a:t>
            </a:r>
          </a:p>
        </p:txBody>
      </p:sp>
      <p:sp>
        <p:nvSpPr>
          <p:cNvPr id="48" name="TextBox 47">
            <a:extLst>
              <a:ext uri="{FF2B5EF4-FFF2-40B4-BE49-F238E27FC236}">
                <a16:creationId xmlns:a16="http://schemas.microsoft.com/office/drawing/2014/main" id="{E230DF4D-CFEA-C884-C20F-E406D5AACC3C}"/>
              </a:ext>
            </a:extLst>
          </p:cNvPr>
          <p:cNvSpPr txBox="1"/>
          <p:nvPr/>
        </p:nvSpPr>
        <p:spPr>
          <a:xfrm>
            <a:off x="3716867" y="1727886"/>
            <a:ext cx="462845" cy="584775"/>
          </a:xfrm>
          <a:prstGeom prst="rect">
            <a:avLst/>
          </a:prstGeom>
          <a:noFill/>
        </p:spPr>
        <p:txBody>
          <a:bodyPr wrap="square" rtlCol="0">
            <a:spAutoFit/>
          </a:bodyPr>
          <a:lstStyle/>
          <a:p>
            <a:pPr algn="ctr"/>
            <a:r>
              <a:rPr lang="en-US" sz="3200" dirty="0"/>
              <a:t>4</a:t>
            </a:r>
          </a:p>
        </p:txBody>
      </p:sp>
      <p:sp>
        <p:nvSpPr>
          <p:cNvPr id="49" name="TextBox 48">
            <a:extLst>
              <a:ext uri="{FF2B5EF4-FFF2-40B4-BE49-F238E27FC236}">
                <a16:creationId xmlns:a16="http://schemas.microsoft.com/office/drawing/2014/main" id="{13569077-5050-F17B-CE49-61B48333981D}"/>
              </a:ext>
            </a:extLst>
          </p:cNvPr>
          <p:cNvSpPr txBox="1"/>
          <p:nvPr/>
        </p:nvSpPr>
        <p:spPr>
          <a:xfrm>
            <a:off x="5715003" y="3237891"/>
            <a:ext cx="462845" cy="584775"/>
          </a:xfrm>
          <a:prstGeom prst="rect">
            <a:avLst/>
          </a:prstGeom>
          <a:noFill/>
        </p:spPr>
        <p:txBody>
          <a:bodyPr wrap="square" rtlCol="0">
            <a:spAutoFit/>
          </a:bodyPr>
          <a:lstStyle/>
          <a:p>
            <a:pPr algn="ctr"/>
            <a:r>
              <a:rPr lang="en-US" sz="3200" dirty="0"/>
              <a:t>4</a:t>
            </a:r>
          </a:p>
        </p:txBody>
      </p:sp>
      <p:sp>
        <p:nvSpPr>
          <p:cNvPr id="46" name="TextBox 45">
            <a:extLst>
              <a:ext uri="{FF2B5EF4-FFF2-40B4-BE49-F238E27FC236}">
                <a16:creationId xmlns:a16="http://schemas.microsoft.com/office/drawing/2014/main" id="{E25E583F-CCAF-5D8A-8525-8FE53CF059F8}"/>
              </a:ext>
            </a:extLst>
          </p:cNvPr>
          <p:cNvSpPr txBox="1"/>
          <p:nvPr/>
        </p:nvSpPr>
        <p:spPr>
          <a:xfrm>
            <a:off x="3217333" y="721216"/>
            <a:ext cx="462845" cy="584775"/>
          </a:xfrm>
          <a:prstGeom prst="rect">
            <a:avLst/>
          </a:prstGeom>
          <a:noFill/>
        </p:spPr>
        <p:txBody>
          <a:bodyPr wrap="square" rtlCol="0">
            <a:spAutoFit/>
          </a:bodyPr>
          <a:lstStyle/>
          <a:p>
            <a:pPr algn="ctr"/>
            <a:r>
              <a:rPr lang="en-US" sz="3200" dirty="0"/>
              <a:t>9</a:t>
            </a:r>
          </a:p>
        </p:txBody>
      </p:sp>
      <p:sp>
        <p:nvSpPr>
          <p:cNvPr id="47" name="TextBox 46">
            <a:extLst>
              <a:ext uri="{FF2B5EF4-FFF2-40B4-BE49-F238E27FC236}">
                <a16:creationId xmlns:a16="http://schemas.microsoft.com/office/drawing/2014/main" id="{CCD266FF-0A8E-4F68-C247-D18D119D6DAA}"/>
              </a:ext>
            </a:extLst>
          </p:cNvPr>
          <p:cNvSpPr txBox="1"/>
          <p:nvPr/>
        </p:nvSpPr>
        <p:spPr>
          <a:xfrm>
            <a:off x="7213604" y="4747898"/>
            <a:ext cx="462845" cy="584775"/>
          </a:xfrm>
          <a:prstGeom prst="rect">
            <a:avLst/>
          </a:prstGeom>
          <a:noFill/>
        </p:spPr>
        <p:txBody>
          <a:bodyPr wrap="square" rtlCol="0">
            <a:spAutoFit/>
          </a:bodyPr>
          <a:lstStyle/>
          <a:p>
            <a:pPr algn="ctr"/>
            <a:r>
              <a:rPr lang="en-US" sz="3200" dirty="0"/>
              <a:t>1</a:t>
            </a:r>
          </a:p>
        </p:txBody>
      </p:sp>
      <p:sp>
        <p:nvSpPr>
          <p:cNvPr id="60" name="TextBox 59">
            <a:extLst>
              <a:ext uri="{FF2B5EF4-FFF2-40B4-BE49-F238E27FC236}">
                <a16:creationId xmlns:a16="http://schemas.microsoft.com/office/drawing/2014/main" id="{482CAD72-4C1B-0C04-1771-711C92B24AF5}"/>
              </a:ext>
            </a:extLst>
          </p:cNvPr>
          <p:cNvSpPr txBox="1"/>
          <p:nvPr/>
        </p:nvSpPr>
        <p:spPr>
          <a:xfrm>
            <a:off x="7213604" y="2734556"/>
            <a:ext cx="462845" cy="584775"/>
          </a:xfrm>
          <a:prstGeom prst="rect">
            <a:avLst/>
          </a:prstGeom>
          <a:noFill/>
        </p:spPr>
        <p:txBody>
          <a:bodyPr wrap="square" rtlCol="0">
            <a:spAutoFit/>
          </a:bodyPr>
          <a:lstStyle/>
          <a:p>
            <a:pPr algn="ctr"/>
            <a:r>
              <a:rPr lang="en-US" sz="3200" dirty="0"/>
              <a:t>6</a:t>
            </a:r>
          </a:p>
        </p:txBody>
      </p:sp>
      <p:sp>
        <p:nvSpPr>
          <p:cNvPr id="61" name="TextBox 60">
            <a:extLst>
              <a:ext uri="{FF2B5EF4-FFF2-40B4-BE49-F238E27FC236}">
                <a16:creationId xmlns:a16="http://schemas.microsoft.com/office/drawing/2014/main" id="{AB253BEC-B119-1635-2D44-46BAFEC3C475}"/>
              </a:ext>
            </a:extLst>
          </p:cNvPr>
          <p:cNvSpPr txBox="1"/>
          <p:nvPr/>
        </p:nvSpPr>
        <p:spPr>
          <a:xfrm>
            <a:off x="3640666" y="901933"/>
            <a:ext cx="570089" cy="230832"/>
          </a:xfrm>
          <a:prstGeom prst="rect">
            <a:avLst/>
          </a:prstGeom>
          <a:noFill/>
        </p:spPr>
        <p:txBody>
          <a:bodyPr wrap="square" rtlCol="0">
            <a:spAutoFit/>
          </a:bodyPr>
          <a:lstStyle/>
          <a:p>
            <a:pPr algn="ctr"/>
            <a:r>
              <a:rPr lang="en-US" sz="900" dirty="0"/>
              <a:t>28</a:t>
            </a:r>
          </a:p>
        </p:txBody>
      </p:sp>
      <p:sp>
        <p:nvSpPr>
          <p:cNvPr id="64" name="TextBox 63">
            <a:extLst>
              <a:ext uri="{FF2B5EF4-FFF2-40B4-BE49-F238E27FC236}">
                <a16:creationId xmlns:a16="http://schemas.microsoft.com/office/drawing/2014/main" id="{3229BBEF-8939-7A95-BB57-6C32F066A801}"/>
              </a:ext>
            </a:extLst>
          </p:cNvPr>
          <p:cNvSpPr txBox="1"/>
          <p:nvPr/>
        </p:nvSpPr>
        <p:spPr>
          <a:xfrm>
            <a:off x="5147734" y="901933"/>
            <a:ext cx="570089" cy="230832"/>
          </a:xfrm>
          <a:prstGeom prst="rect">
            <a:avLst/>
          </a:prstGeom>
          <a:noFill/>
        </p:spPr>
        <p:txBody>
          <a:bodyPr wrap="square" rtlCol="0">
            <a:spAutoFit/>
          </a:bodyPr>
          <a:lstStyle/>
          <a:p>
            <a:pPr algn="ctr"/>
            <a:r>
              <a:rPr lang="en-US" sz="900" dirty="0"/>
              <a:t>82</a:t>
            </a:r>
          </a:p>
        </p:txBody>
      </p:sp>
      <p:sp>
        <p:nvSpPr>
          <p:cNvPr id="65" name="TextBox 64">
            <a:extLst>
              <a:ext uri="{FF2B5EF4-FFF2-40B4-BE49-F238E27FC236}">
                <a16:creationId xmlns:a16="http://schemas.microsoft.com/office/drawing/2014/main" id="{5AC4AC7D-E7FF-EB02-1E36-D366594DF632}"/>
              </a:ext>
            </a:extLst>
          </p:cNvPr>
          <p:cNvSpPr txBox="1"/>
          <p:nvPr/>
        </p:nvSpPr>
        <p:spPr>
          <a:xfrm>
            <a:off x="3640666" y="1402877"/>
            <a:ext cx="570089" cy="230832"/>
          </a:xfrm>
          <a:prstGeom prst="rect">
            <a:avLst/>
          </a:prstGeom>
          <a:noFill/>
        </p:spPr>
        <p:txBody>
          <a:bodyPr wrap="square" rtlCol="0">
            <a:spAutoFit/>
          </a:bodyPr>
          <a:lstStyle/>
          <a:p>
            <a:pPr algn="ctr"/>
            <a:r>
              <a:rPr lang="en-US" sz="900" dirty="0"/>
              <a:t>238</a:t>
            </a:r>
          </a:p>
        </p:txBody>
      </p:sp>
      <p:sp>
        <p:nvSpPr>
          <p:cNvPr id="69" name="TextBox 68">
            <a:extLst>
              <a:ext uri="{FF2B5EF4-FFF2-40B4-BE49-F238E27FC236}">
                <a16:creationId xmlns:a16="http://schemas.microsoft.com/office/drawing/2014/main" id="{A97AB8D4-9DBC-B820-E17C-E28BB0F2065E}"/>
              </a:ext>
            </a:extLst>
          </p:cNvPr>
          <p:cNvSpPr txBox="1"/>
          <p:nvPr/>
        </p:nvSpPr>
        <p:spPr>
          <a:xfrm>
            <a:off x="5650090" y="1402877"/>
            <a:ext cx="570089" cy="230832"/>
          </a:xfrm>
          <a:prstGeom prst="rect">
            <a:avLst/>
          </a:prstGeom>
          <a:noFill/>
        </p:spPr>
        <p:txBody>
          <a:bodyPr wrap="square" rtlCol="0">
            <a:spAutoFit/>
          </a:bodyPr>
          <a:lstStyle/>
          <a:p>
            <a:pPr algn="ctr"/>
            <a:r>
              <a:rPr lang="en-US" sz="900" dirty="0"/>
              <a:t>28</a:t>
            </a:r>
          </a:p>
        </p:txBody>
      </p:sp>
      <p:sp>
        <p:nvSpPr>
          <p:cNvPr id="77" name="TextBox 76">
            <a:extLst>
              <a:ext uri="{FF2B5EF4-FFF2-40B4-BE49-F238E27FC236}">
                <a16:creationId xmlns:a16="http://schemas.microsoft.com/office/drawing/2014/main" id="{EF91B8A3-C197-8585-0367-0FCFEBE83570}"/>
              </a:ext>
            </a:extLst>
          </p:cNvPr>
          <p:cNvSpPr txBox="1"/>
          <p:nvPr/>
        </p:nvSpPr>
        <p:spPr>
          <a:xfrm>
            <a:off x="3138310" y="1402877"/>
            <a:ext cx="570089" cy="230832"/>
          </a:xfrm>
          <a:prstGeom prst="rect">
            <a:avLst/>
          </a:prstGeom>
          <a:noFill/>
        </p:spPr>
        <p:txBody>
          <a:bodyPr wrap="square" rtlCol="0">
            <a:spAutoFit/>
          </a:bodyPr>
          <a:lstStyle/>
          <a:p>
            <a:pPr algn="ctr"/>
            <a:r>
              <a:rPr lang="en-US" sz="900" dirty="0"/>
              <a:t>23</a:t>
            </a:r>
          </a:p>
        </p:txBody>
      </p:sp>
      <p:sp>
        <p:nvSpPr>
          <p:cNvPr id="83" name="TextBox 82">
            <a:extLst>
              <a:ext uri="{FF2B5EF4-FFF2-40B4-BE49-F238E27FC236}">
                <a16:creationId xmlns:a16="http://schemas.microsoft.com/office/drawing/2014/main" id="{9CF13694-2A11-839D-47CB-D73E5D99AFEC}"/>
              </a:ext>
            </a:extLst>
          </p:cNvPr>
          <p:cNvSpPr txBox="1"/>
          <p:nvPr/>
        </p:nvSpPr>
        <p:spPr>
          <a:xfrm>
            <a:off x="4645378" y="1903821"/>
            <a:ext cx="570089" cy="230832"/>
          </a:xfrm>
          <a:prstGeom prst="rect">
            <a:avLst/>
          </a:prstGeom>
          <a:noFill/>
        </p:spPr>
        <p:txBody>
          <a:bodyPr wrap="square" rtlCol="0">
            <a:spAutoFit/>
          </a:bodyPr>
          <a:lstStyle/>
          <a:p>
            <a:pPr algn="ctr"/>
            <a:r>
              <a:rPr lang="en-US" sz="900" dirty="0"/>
              <a:t>13</a:t>
            </a:r>
          </a:p>
        </p:txBody>
      </p:sp>
      <p:sp>
        <p:nvSpPr>
          <p:cNvPr id="84" name="TextBox 83">
            <a:extLst>
              <a:ext uri="{FF2B5EF4-FFF2-40B4-BE49-F238E27FC236}">
                <a16:creationId xmlns:a16="http://schemas.microsoft.com/office/drawing/2014/main" id="{556466BE-29B5-C633-43AB-9D6FE6346554}"/>
              </a:ext>
            </a:extLst>
          </p:cNvPr>
          <p:cNvSpPr txBox="1"/>
          <p:nvPr/>
        </p:nvSpPr>
        <p:spPr>
          <a:xfrm>
            <a:off x="5650090" y="1903821"/>
            <a:ext cx="570089" cy="230832"/>
          </a:xfrm>
          <a:prstGeom prst="rect">
            <a:avLst/>
          </a:prstGeom>
          <a:noFill/>
        </p:spPr>
        <p:txBody>
          <a:bodyPr wrap="square" rtlCol="0">
            <a:spAutoFit/>
          </a:bodyPr>
          <a:lstStyle/>
          <a:p>
            <a:pPr algn="ctr"/>
            <a:r>
              <a:rPr lang="en-US" sz="900" dirty="0"/>
              <a:t>31</a:t>
            </a:r>
          </a:p>
        </p:txBody>
      </p:sp>
      <p:sp>
        <p:nvSpPr>
          <p:cNvPr id="85" name="TextBox 84">
            <a:extLst>
              <a:ext uri="{FF2B5EF4-FFF2-40B4-BE49-F238E27FC236}">
                <a16:creationId xmlns:a16="http://schemas.microsoft.com/office/drawing/2014/main" id="{B513BFFC-96FD-D792-82EC-58FE3CC916EA}"/>
              </a:ext>
            </a:extLst>
          </p:cNvPr>
          <p:cNvSpPr txBox="1"/>
          <p:nvPr/>
        </p:nvSpPr>
        <p:spPr>
          <a:xfrm>
            <a:off x="3138310" y="1903821"/>
            <a:ext cx="570089" cy="230832"/>
          </a:xfrm>
          <a:prstGeom prst="rect">
            <a:avLst/>
          </a:prstGeom>
          <a:noFill/>
        </p:spPr>
        <p:txBody>
          <a:bodyPr wrap="square" rtlCol="0">
            <a:spAutoFit/>
          </a:bodyPr>
          <a:lstStyle/>
          <a:p>
            <a:pPr algn="ctr"/>
            <a:r>
              <a:rPr lang="en-US" sz="900" dirty="0"/>
              <a:t>57</a:t>
            </a:r>
          </a:p>
        </p:txBody>
      </p:sp>
      <p:sp>
        <p:nvSpPr>
          <p:cNvPr id="87" name="TextBox 86">
            <a:extLst>
              <a:ext uri="{FF2B5EF4-FFF2-40B4-BE49-F238E27FC236}">
                <a16:creationId xmlns:a16="http://schemas.microsoft.com/office/drawing/2014/main" id="{5F68D532-A4BE-16BF-3C91-8FFE1DD90C23}"/>
              </a:ext>
            </a:extLst>
          </p:cNvPr>
          <p:cNvSpPr txBox="1"/>
          <p:nvPr/>
        </p:nvSpPr>
        <p:spPr>
          <a:xfrm>
            <a:off x="3138310" y="3406653"/>
            <a:ext cx="570089" cy="230832"/>
          </a:xfrm>
          <a:prstGeom prst="rect">
            <a:avLst/>
          </a:prstGeom>
          <a:noFill/>
        </p:spPr>
        <p:txBody>
          <a:bodyPr wrap="square" rtlCol="0">
            <a:spAutoFit/>
          </a:bodyPr>
          <a:lstStyle/>
          <a:p>
            <a:pPr algn="ctr"/>
            <a:r>
              <a:rPr lang="en-US" sz="900" dirty="0"/>
              <a:t>32</a:t>
            </a:r>
          </a:p>
        </p:txBody>
      </p:sp>
      <p:sp>
        <p:nvSpPr>
          <p:cNvPr id="89" name="TextBox 88">
            <a:extLst>
              <a:ext uri="{FF2B5EF4-FFF2-40B4-BE49-F238E27FC236}">
                <a16:creationId xmlns:a16="http://schemas.microsoft.com/office/drawing/2014/main" id="{40DFCE14-B7E6-8749-02FD-641F88976829}"/>
              </a:ext>
            </a:extLst>
          </p:cNvPr>
          <p:cNvSpPr txBox="1"/>
          <p:nvPr/>
        </p:nvSpPr>
        <p:spPr>
          <a:xfrm>
            <a:off x="4645378" y="4909484"/>
            <a:ext cx="570089" cy="230832"/>
          </a:xfrm>
          <a:prstGeom prst="rect">
            <a:avLst/>
          </a:prstGeom>
          <a:noFill/>
        </p:spPr>
        <p:txBody>
          <a:bodyPr wrap="square" rtlCol="0">
            <a:spAutoFit/>
          </a:bodyPr>
          <a:lstStyle/>
          <a:p>
            <a:pPr algn="ctr"/>
            <a:r>
              <a:rPr lang="en-US" sz="900" dirty="0"/>
              <a:t>235</a:t>
            </a:r>
          </a:p>
        </p:txBody>
      </p:sp>
      <p:sp>
        <p:nvSpPr>
          <p:cNvPr id="90" name="TextBox 89">
            <a:extLst>
              <a:ext uri="{FF2B5EF4-FFF2-40B4-BE49-F238E27FC236}">
                <a16:creationId xmlns:a16="http://schemas.microsoft.com/office/drawing/2014/main" id="{AEF99013-A561-D068-FDD8-9E201C35AC75}"/>
              </a:ext>
            </a:extLst>
          </p:cNvPr>
          <p:cNvSpPr txBox="1"/>
          <p:nvPr/>
        </p:nvSpPr>
        <p:spPr>
          <a:xfrm>
            <a:off x="5147734" y="4909484"/>
            <a:ext cx="570089" cy="230832"/>
          </a:xfrm>
          <a:prstGeom prst="rect">
            <a:avLst/>
          </a:prstGeom>
          <a:noFill/>
        </p:spPr>
        <p:txBody>
          <a:bodyPr wrap="square" rtlCol="0">
            <a:spAutoFit/>
          </a:bodyPr>
          <a:lstStyle/>
          <a:p>
            <a:pPr algn="ctr"/>
            <a:r>
              <a:rPr lang="en-US" sz="900" dirty="0"/>
              <a:t>2357</a:t>
            </a:r>
          </a:p>
        </p:txBody>
      </p:sp>
      <p:sp>
        <p:nvSpPr>
          <p:cNvPr id="91" name="TextBox 90">
            <a:extLst>
              <a:ext uri="{FF2B5EF4-FFF2-40B4-BE49-F238E27FC236}">
                <a16:creationId xmlns:a16="http://schemas.microsoft.com/office/drawing/2014/main" id="{8221D119-6960-A957-B0B1-91A2E319D09D}"/>
              </a:ext>
            </a:extLst>
          </p:cNvPr>
          <p:cNvSpPr txBox="1"/>
          <p:nvPr/>
        </p:nvSpPr>
        <p:spPr>
          <a:xfrm>
            <a:off x="5650090" y="4909484"/>
            <a:ext cx="570089" cy="230832"/>
          </a:xfrm>
          <a:prstGeom prst="rect">
            <a:avLst/>
          </a:prstGeom>
          <a:noFill/>
        </p:spPr>
        <p:txBody>
          <a:bodyPr wrap="square" rtlCol="0">
            <a:spAutoFit/>
          </a:bodyPr>
          <a:lstStyle/>
          <a:p>
            <a:pPr algn="ctr"/>
            <a:r>
              <a:rPr lang="en-US" sz="900" dirty="0"/>
              <a:t>237</a:t>
            </a:r>
          </a:p>
        </p:txBody>
      </p:sp>
      <p:sp>
        <p:nvSpPr>
          <p:cNvPr id="94" name="TextBox 93">
            <a:extLst>
              <a:ext uri="{FF2B5EF4-FFF2-40B4-BE49-F238E27FC236}">
                <a16:creationId xmlns:a16="http://schemas.microsoft.com/office/drawing/2014/main" id="{CBEC3DDC-AD15-58B5-5107-AB3FAC17AFD3}"/>
              </a:ext>
            </a:extLst>
          </p:cNvPr>
          <p:cNvSpPr txBox="1"/>
          <p:nvPr/>
        </p:nvSpPr>
        <p:spPr>
          <a:xfrm>
            <a:off x="6152446" y="2905709"/>
            <a:ext cx="570089" cy="230832"/>
          </a:xfrm>
          <a:prstGeom prst="rect">
            <a:avLst/>
          </a:prstGeom>
          <a:noFill/>
        </p:spPr>
        <p:txBody>
          <a:bodyPr wrap="square" rtlCol="0">
            <a:spAutoFit/>
          </a:bodyPr>
          <a:lstStyle/>
          <a:p>
            <a:pPr algn="ctr"/>
            <a:r>
              <a:rPr lang="en-US" sz="900" dirty="0"/>
              <a:t>2357</a:t>
            </a:r>
          </a:p>
        </p:txBody>
      </p:sp>
      <p:sp>
        <p:nvSpPr>
          <p:cNvPr id="95" name="TextBox 94">
            <a:extLst>
              <a:ext uri="{FF2B5EF4-FFF2-40B4-BE49-F238E27FC236}">
                <a16:creationId xmlns:a16="http://schemas.microsoft.com/office/drawing/2014/main" id="{AD894C71-D136-A10A-B9CA-589CAF6EE78D}"/>
              </a:ext>
            </a:extLst>
          </p:cNvPr>
          <p:cNvSpPr txBox="1"/>
          <p:nvPr/>
        </p:nvSpPr>
        <p:spPr>
          <a:xfrm>
            <a:off x="3640666" y="2905709"/>
            <a:ext cx="570089" cy="230832"/>
          </a:xfrm>
          <a:prstGeom prst="rect">
            <a:avLst/>
          </a:prstGeom>
          <a:noFill/>
        </p:spPr>
        <p:txBody>
          <a:bodyPr wrap="square" rtlCol="0">
            <a:spAutoFit/>
          </a:bodyPr>
          <a:lstStyle/>
          <a:p>
            <a:pPr algn="ctr"/>
            <a:r>
              <a:rPr lang="en-US" sz="900" dirty="0"/>
              <a:t>75</a:t>
            </a:r>
          </a:p>
        </p:txBody>
      </p:sp>
      <p:sp>
        <p:nvSpPr>
          <p:cNvPr id="96" name="TextBox 95">
            <a:extLst>
              <a:ext uri="{FF2B5EF4-FFF2-40B4-BE49-F238E27FC236}">
                <a16:creationId xmlns:a16="http://schemas.microsoft.com/office/drawing/2014/main" id="{0AA6124B-DEC5-AFB6-0E06-2883A6E9F778}"/>
              </a:ext>
            </a:extLst>
          </p:cNvPr>
          <p:cNvSpPr txBox="1"/>
          <p:nvPr/>
        </p:nvSpPr>
        <p:spPr>
          <a:xfrm>
            <a:off x="5650090" y="2905709"/>
            <a:ext cx="570089" cy="230832"/>
          </a:xfrm>
          <a:prstGeom prst="rect">
            <a:avLst/>
          </a:prstGeom>
          <a:noFill/>
        </p:spPr>
        <p:txBody>
          <a:bodyPr wrap="square" rtlCol="0">
            <a:spAutoFit/>
          </a:bodyPr>
          <a:lstStyle/>
          <a:p>
            <a:pPr algn="ctr"/>
            <a:r>
              <a:rPr lang="en-US" sz="900" dirty="0"/>
              <a:t>12378</a:t>
            </a:r>
          </a:p>
        </p:txBody>
      </p:sp>
      <p:sp>
        <p:nvSpPr>
          <p:cNvPr id="98" name="TextBox 97">
            <a:extLst>
              <a:ext uri="{FF2B5EF4-FFF2-40B4-BE49-F238E27FC236}">
                <a16:creationId xmlns:a16="http://schemas.microsoft.com/office/drawing/2014/main" id="{C6803CF0-D482-4C92-611D-A18BA55D8F08}"/>
              </a:ext>
            </a:extLst>
          </p:cNvPr>
          <p:cNvSpPr txBox="1"/>
          <p:nvPr/>
        </p:nvSpPr>
        <p:spPr>
          <a:xfrm>
            <a:off x="4645378" y="2404765"/>
            <a:ext cx="570089" cy="230832"/>
          </a:xfrm>
          <a:prstGeom prst="rect">
            <a:avLst/>
          </a:prstGeom>
          <a:noFill/>
        </p:spPr>
        <p:txBody>
          <a:bodyPr wrap="square" rtlCol="0">
            <a:spAutoFit/>
          </a:bodyPr>
          <a:lstStyle/>
          <a:p>
            <a:pPr algn="ctr"/>
            <a:r>
              <a:rPr lang="en-US" sz="900" dirty="0"/>
              <a:t>1235</a:t>
            </a:r>
          </a:p>
        </p:txBody>
      </p:sp>
      <p:sp>
        <p:nvSpPr>
          <p:cNvPr id="99" name="TextBox 98">
            <a:extLst>
              <a:ext uri="{FF2B5EF4-FFF2-40B4-BE49-F238E27FC236}">
                <a16:creationId xmlns:a16="http://schemas.microsoft.com/office/drawing/2014/main" id="{C15FC6E4-1DAC-024A-3F75-87538F1D1C79}"/>
              </a:ext>
            </a:extLst>
          </p:cNvPr>
          <p:cNvSpPr txBox="1"/>
          <p:nvPr/>
        </p:nvSpPr>
        <p:spPr>
          <a:xfrm>
            <a:off x="3138310" y="2404765"/>
            <a:ext cx="570089" cy="230832"/>
          </a:xfrm>
          <a:prstGeom prst="rect">
            <a:avLst/>
          </a:prstGeom>
          <a:noFill/>
        </p:spPr>
        <p:txBody>
          <a:bodyPr wrap="square" rtlCol="0">
            <a:spAutoFit/>
          </a:bodyPr>
          <a:lstStyle/>
          <a:p>
            <a:pPr algn="ctr"/>
            <a:r>
              <a:rPr lang="en-US" sz="900" dirty="0"/>
              <a:t>16</a:t>
            </a:r>
          </a:p>
        </p:txBody>
      </p:sp>
      <p:sp>
        <p:nvSpPr>
          <p:cNvPr id="100" name="TextBox 99">
            <a:extLst>
              <a:ext uri="{FF2B5EF4-FFF2-40B4-BE49-F238E27FC236}">
                <a16:creationId xmlns:a16="http://schemas.microsoft.com/office/drawing/2014/main" id="{3DD2629F-263B-6A48-F2D6-169E696CDD53}"/>
              </a:ext>
            </a:extLst>
          </p:cNvPr>
          <p:cNvSpPr txBox="1"/>
          <p:nvPr/>
        </p:nvSpPr>
        <p:spPr>
          <a:xfrm>
            <a:off x="4645378" y="3907597"/>
            <a:ext cx="570089" cy="230832"/>
          </a:xfrm>
          <a:prstGeom prst="rect">
            <a:avLst/>
          </a:prstGeom>
          <a:noFill/>
        </p:spPr>
        <p:txBody>
          <a:bodyPr wrap="square" rtlCol="0">
            <a:spAutoFit/>
          </a:bodyPr>
          <a:lstStyle/>
          <a:p>
            <a:pPr algn="ctr"/>
            <a:r>
              <a:rPr lang="en-US" sz="900" dirty="0"/>
              <a:t>15</a:t>
            </a:r>
          </a:p>
        </p:txBody>
      </p:sp>
      <p:sp>
        <p:nvSpPr>
          <p:cNvPr id="101" name="TextBox 100">
            <a:extLst>
              <a:ext uri="{FF2B5EF4-FFF2-40B4-BE49-F238E27FC236}">
                <a16:creationId xmlns:a16="http://schemas.microsoft.com/office/drawing/2014/main" id="{40133C8A-F45C-3352-2338-2787C3CC6407}"/>
              </a:ext>
            </a:extLst>
          </p:cNvPr>
          <p:cNvSpPr txBox="1"/>
          <p:nvPr/>
        </p:nvSpPr>
        <p:spPr>
          <a:xfrm>
            <a:off x="3716867" y="4244561"/>
            <a:ext cx="462845" cy="584775"/>
          </a:xfrm>
          <a:prstGeom prst="rect">
            <a:avLst/>
          </a:prstGeom>
          <a:noFill/>
        </p:spPr>
        <p:txBody>
          <a:bodyPr wrap="square" rtlCol="0">
            <a:spAutoFit/>
          </a:bodyPr>
          <a:lstStyle/>
          <a:p>
            <a:pPr algn="ctr"/>
            <a:r>
              <a:rPr lang="en-US" sz="3200" dirty="0"/>
              <a:t>1</a:t>
            </a:r>
          </a:p>
        </p:txBody>
      </p:sp>
      <p:sp>
        <p:nvSpPr>
          <p:cNvPr id="53" name="TextBox 52">
            <a:extLst>
              <a:ext uri="{FF2B5EF4-FFF2-40B4-BE49-F238E27FC236}">
                <a16:creationId xmlns:a16="http://schemas.microsoft.com/office/drawing/2014/main" id="{9D79848C-A3DD-72F5-8170-128F380C8C17}"/>
              </a:ext>
            </a:extLst>
          </p:cNvPr>
          <p:cNvSpPr txBox="1"/>
          <p:nvPr/>
        </p:nvSpPr>
        <p:spPr>
          <a:xfrm>
            <a:off x="4216401" y="3741226"/>
            <a:ext cx="462845" cy="584775"/>
          </a:xfrm>
          <a:prstGeom prst="rect">
            <a:avLst/>
          </a:prstGeom>
          <a:noFill/>
        </p:spPr>
        <p:txBody>
          <a:bodyPr wrap="square" rtlCol="0">
            <a:spAutoFit/>
          </a:bodyPr>
          <a:lstStyle/>
          <a:p>
            <a:pPr algn="ctr"/>
            <a:r>
              <a:rPr lang="en-US" sz="3200" dirty="0"/>
              <a:t>2</a:t>
            </a:r>
          </a:p>
        </p:txBody>
      </p:sp>
      <p:sp>
        <p:nvSpPr>
          <p:cNvPr id="56" name="TextBox 55">
            <a:extLst>
              <a:ext uri="{FF2B5EF4-FFF2-40B4-BE49-F238E27FC236}">
                <a16:creationId xmlns:a16="http://schemas.microsoft.com/office/drawing/2014/main" id="{9E33B76B-C310-1D5C-CFF6-13CB8D7323EC}"/>
              </a:ext>
            </a:extLst>
          </p:cNvPr>
          <p:cNvSpPr txBox="1"/>
          <p:nvPr/>
        </p:nvSpPr>
        <p:spPr>
          <a:xfrm>
            <a:off x="6214537" y="721216"/>
            <a:ext cx="462845" cy="584775"/>
          </a:xfrm>
          <a:prstGeom prst="rect">
            <a:avLst/>
          </a:prstGeom>
          <a:noFill/>
        </p:spPr>
        <p:txBody>
          <a:bodyPr wrap="square" rtlCol="0">
            <a:spAutoFit/>
          </a:bodyPr>
          <a:lstStyle/>
          <a:p>
            <a:pPr algn="ctr"/>
            <a:r>
              <a:rPr lang="en-US" sz="3200" dirty="0"/>
              <a:t>1</a:t>
            </a:r>
          </a:p>
        </p:txBody>
      </p:sp>
      <p:sp>
        <p:nvSpPr>
          <p:cNvPr id="54" name="TextBox 53">
            <a:extLst>
              <a:ext uri="{FF2B5EF4-FFF2-40B4-BE49-F238E27FC236}">
                <a16:creationId xmlns:a16="http://schemas.microsoft.com/office/drawing/2014/main" id="{F0FD874C-676C-4FE1-1F9D-D3DA8652EA28}"/>
              </a:ext>
            </a:extLst>
          </p:cNvPr>
          <p:cNvSpPr txBox="1"/>
          <p:nvPr/>
        </p:nvSpPr>
        <p:spPr>
          <a:xfrm>
            <a:off x="5147734" y="3907597"/>
            <a:ext cx="570089" cy="230832"/>
          </a:xfrm>
          <a:prstGeom prst="rect">
            <a:avLst/>
          </a:prstGeom>
          <a:noFill/>
        </p:spPr>
        <p:txBody>
          <a:bodyPr wrap="square" rtlCol="0">
            <a:spAutoFit/>
          </a:bodyPr>
          <a:lstStyle/>
          <a:p>
            <a:pPr algn="ctr"/>
            <a:r>
              <a:rPr lang="en-US" sz="900" dirty="0"/>
              <a:t>157</a:t>
            </a:r>
          </a:p>
        </p:txBody>
      </p:sp>
      <p:sp>
        <p:nvSpPr>
          <p:cNvPr id="55" name="TextBox 54">
            <a:extLst>
              <a:ext uri="{FF2B5EF4-FFF2-40B4-BE49-F238E27FC236}">
                <a16:creationId xmlns:a16="http://schemas.microsoft.com/office/drawing/2014/main" id="{AF7EA694-B73B-AC13-4DE6-A86F67C67280}"/>
              </a:ext>
            </a:extLst>
          </p:cNvPr>
          <p:cNvSpPr txBox="1"/>
          <p:nvPr/>
        </p:nvSpPr>
        <p:spPr>
          <a:xfrm>
            <a:off x="6714071" y="4747898"/>
            <a:ext cx="462845" cy="584775"/>
          </a:xfrm>
          <a:prstGeom prst="rect">
            <a:avLst/>
          </a:prstGeom>
          <a:noFill/>
        </p:spPr>
        <p:txBody>
          <a:bodyPr wrap="square" rtlCol="0">
            <a:spAutoFit/>
          </a:bodyPr>
          <a:lstStyle/>
          <a:p>
            <a:pPr algn="ctr"/>
            <a:r>
              <a:rPr lang="en-US" sz="3200" dirty="0"/>
              <a:t>8</a:t>
            </a:r>
          </a:p>
        </p:txBody>
      </p:sp>
      <p:sp>
        <p:nvSpPr>
          <p:cNvPr id="80" name="TextBox 79">
            <a:extLst>
              <a:ext uri="{FF2B5EF4-FFF2-40B4-BE49-F238E27FC236}">
                <a16:creationId xmlns:a16="http://schemas.microsoft.com/office/drawing/2014/main" id="{29E89E31-B471-2E3A-0411-762D1CE20D33}"/>
              </a:ext>
            </a:extLst>
          </p:cNvPr>
          <p:cNvSpPr txBox="1"/>
          <p:nvPr/>
        </p:nvSpPr>
        <p:spPr>
          <a:xfrm>
            <a:off x="6214537" y="4747898"/>
            <a:ext cx="462845" cy="584775"/>
          </a:xfrm>
          <a:prstGeom prst="rect">
            <a:avLst/>
          </a:prstGeom>
          <a:noFill/>
        </p:spPr>
        <p:txBody>
          <a:bodyPr wrap="square" rtlCol="0">
            <a:spAutoFit/>
          </a:bodyPr>
          <a:lstStyle/>
          <a:p>
            <a:pPr algn="ctr"/>
            <a:r>
              <a:rPr lang="en-US" sz="3200" dirty="0"/>
              <a:t>6</a:t>
            </a:r>
          </a:p>
        </p:txBody>
      </p:sp>
      <p:sp>
        <p:nvSpPr>
          <p:cNvPr id="81" name="TextBox 80">
            <a:extLst>
              <a:ext uri="{FF2B5EF4-FFF2-40B4-BE49-F238E27FC236}">
                <a16:creationId xmlns:a16="http://schemas.microsoft.com/office/drawing/2014/main" id="{E5D42016-241D-A667-2A6B-C7469A847211}"/>
              </a:ext>
            </a:extLst>
          </p:cNvPr>
          <p:cNvSpPr txBox="1"/>
          <p:nvPr/>
        </p:nvSpPr>
        <p:spPr>
          <a:xfrm>
            <a:off x="4216401" y="3237891"/>
            <a:ext cx="462845" cy="584775"/>
          </a:xfrm>
          <a:prstGeom prst="rect">
            <a:avLst/>
          </a:prstGeom>
          <a:noFill/>
        </p:spPr>
        <p:txBody>
          <a:bodyPr wrap="square" rtlCol="0">
            <a:spAutoFit/>
          </a:bodyPr>
          <a:lstStyle/>
          <a:p>
            <a:pPr algn="ctr"/>
            <a:r>
              <a:rPr lang="en-US" sz="3200" dirty="0"/>
              <a:t>8</a:t>
            </a:r>
          </a:p>
        </p:txBody>
      </p:sp>
      <p:sp>
        <p:nvSpPr>
          <p:cNvPr id="93" name="TextBox 92">
            <a:extLst>
              <a:ext uri="{FF2B5EF4-FFF2-40B4-BE49-F238E27FC236}">
                <a16:creationId xmlns:a16="http://schemas.microsoft.com/office/drawing/2014/main" id="{0F260ABB-4FFA-F308-96B3-CCDA8C555692}"/>
              </a:ext>
            </a:extLst>
          </p:cNvPr>
          <p:cNvSpPr txBox="1"/>
          <p:nvPr/>
        </p:nvSpPr>
        <p:spPr>
          <a:xfrm>
            <a:off x="4715935" y="4244561"/>
            <a:ext cx="462845" cy="584775"/>
          </a:xfrm>
          <a:prstGeom prst="rect">
            <a:avLst/>
          </a:prstGeom>
          <a:noFill/>
        </p:spPr>
        <p:txBody>
          <a:bodyPr wrap="square" rtlCol="0">
            <a:spAutoFit/>
          </a:bodyPr>
          <a:lstStyle/>
          <a:p>
            <a:pPr algn="ctr"/>
            <a:r>
              <a:rPr lang="en-US" sz="3200" dirty="0"/>
              <a:t>8</a:t>
            </a:r>
          </a:p>
        </p:txBody>
      </p:sp>
      <p:sp>
        <p:nvSpPr>
          <p:cNvPr id="72" name="TextBox 71">
            <a:extLst>
              <a:ext uri="{FF2B5EF4-FFF2-40B4-BE49-F238E27FC236}">
                <a16:creationId xmlns:a16="http://schemas.microsoft.com/office/drawing/2014/main" id="{A91FA560-C3B0-A5BF-C040-B8D967CB1517}"/>
              </a:ext>
            </a:extLst>
          </p:cNvPr>
          <p:cNvSpPr txBox="1"/>
          <p:nvPr/>
        </p:nvSpPr>
        <p:spPr>
          <a:xfrm>
            <a:off x="5215469" y="1224551"/>
            <a:ext cx="462845" cy="584775"/>
          </a:xfrm>
          <a:prstGeom prst="rect">
            <a:avLst/>
          </a:prstGeom>
          <a:noFill/>
        </p:spPr>
        <p:txBody>
          <a:bodyPr wrap="square" rtlCol="0">
            <a:spAutoFit/>
          </a:bodyPr>
          <a:lstStyle/>
          <a:p>
            <a:pPr algn="ctr"/>
            <a:r>
              <a:rPr lang="en-US" sz="3200" dirty="0"/>
              <a:t>6</a:t>
            </a:r>
          </a:p>
        </p:txBody>
      </p:sp>
      <p:sp>
        <p:nvSpPr>
          <p:cNvPr id="76" name="TextBox 75">
            <a:extLst>
              <a:ext uri="{FF2B5EF4-FFF2-40B4-BE49-F238E27FC236}">
                <a16:creationId xmlns:a16="http://schemas.microsoft.com/office/drawing/2014/main" id="{5984DAC5-F64E-EBAB-D901-680B84E4A858}"/>
              </a:ext>
            </a:extLst>
          </p:cNvPr>
          <p:cNvSpPr txBox="1"/>
          <p:nvPr/>
        </p:nvSpPr>
        <p:spPr>
          <a:xfrm>
            <a:off x="3217333" y="2734556"/>
            <a:ext cx="462845" cy="584775"/>
          </a:xfrm>
          <a:prstGeom prst="rect">
            <a:avLst/>
          </a:prstGeom>
          <a:noFill/>
        </p:spPr>
        <p:txBody>
          <a:bodyPr wrap="square" rtlCol="0">
            <a:spAutoFit/>
          </a:bodyPr>
          <a:lstStyle/>
          <a:p>
            <a:pPr algn="ctr"/>
            <a:r>
              <a:rPr lang="en-US" sz="3200" dirty="0"/>
              <a:t>1</a:t>
            </a:r>
          </a:p>
        </p:txBody>
      </p:sp>
    </p:spTree>
    <p:extLst>
      <p:ext uri="{BB962C8B-B14F-4D97-AF65-F5344CB8AC3E}">
        <p14:creationId xmlns:p14="http://schemas.microsoft.com/office/powerpoint/2010/main" val="2587362102"/>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352FB5-E8C0-31DB-F422-D884F6745A6F}"/>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79525D50-C809-1B4B-E6BE-90665557E0EA}"/>
              </a:ext>
            </a:extLst>
          </p:cNvPr>
          <p:cNvSpPr>
            <a:spLocks noGrp="1"/>
          </p:cNvSpPr>
          <p:nvPr>
            <p:ph sz="half" idx="1"/>
          </p:nvPr>
        </p:nvSpPr>
        <p:spPr/>
        <p:txBody>
          <a:bodyPr>
            <a:normAutofit/>
          </a:bodyPr>
          <a:lstStyle/>
          <a:p>
            <a:r>
              <a:rPr lang="en-US" dirty="0"/>
              <a:t>Reduce.</a:t>
            </a:r>
          </a:p>
          <a:p>
            <a:r>
              <a:rPr lang="en-US" dirty="0"/>
              <a:t>(All 6’s in the puzzle are now assigned.)</a:t>
            </a:r>
          </a:p>
        </p:txBody>
      </p:sp>
      <p:pic>
        <p:nvPicPr>
          <p:cNvPr id="4" name="Picture 3" descr="A grid of sudoku puzzle&#10;&#10;Description automatically generated">
            <a:extLst>
              <a:ext uri="{FF2B5EF4-FFF2-40B4-BE49-F238E27FC236}">
                <a16:creationId xmlns:a16="http://schemas.microsoft.com/office/drawing/2014/main" id="{B9EAF8FD-A4B0-B80A-8F9E-F71ADF14A6ED}"/>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894228AB-1D63-1855-9944-003F78A0B78D}"/>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A0A4AE89-AB7E-BA55-4B70-42DD2E8DC4E3}"/>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E0DECA29-9666-2071-2194-A67D4778CA17}"/>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C42B9846-7589-F4AF-A772-24F878BAA8F5}"/>
              </a:ext>
            </a:extLst>
          </p:cNvPr>
          <p:cNvSpPr txBox="1"/>
          <p:nvPr/>
        </p:nvSpPr>
        <p:spPr>
          <a:xfrm>
            <a:off x="4715935" y="1224551"/>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8" name="TextBox 7">
            <a:extLst>
              <a:ext uri="{FF2B5EF4-FFF2-40B4-BE49-F238E27FC236}">
                <a16:creationId xmlns:a16="http://schemas.microsoft.com/office/drawing/2014/main" id="{13EEFA46-C2F5-72FA-A5E5-4CE58B6EE4DD}"/>
              </a:ext>
            </a:extLst>
          </p:cNvPr>
          <p:cNvSpPr txBox="1"/>
          <p:nvPr/>
        </p:nvSpPr>
        <p:spPr>
          <a:xfrm>
            <a:off x="6214537" y="122455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9" name="TextBox 8">
            <a:extLst>
              <a:ext uri="{FF2B5EF4-FFF2-40B4-BE49-F238E27FC236}">
                <a16:creationId xmlns:a16="http://schemas.microsoft.com/office/drawing/2014/main" id="{6EE021F7-E93E-921F-BD8C-DFC84082E053}"/>
              </a:ext>
            </a:extLst>
          </p:cNvPr>
          <p:cNvSpPr txBox="1"/>
          <p:nvPr/>
        </p:nvSpPr>
        <p:spPr>
          <a:xfrm>
            <a:off x="6714071" y="1224551"/>
            <a:ext cx="462845" cy="584775"/>
          </a:xfrm>
          <a:prstGeom prst="rect">
            <a:avLst/>
          </a:prstGeom>
          <a:solidFill>
            <a:srgbClr val="FFFF00">
              <a:alpha val="30000"/>
            </a:srgbClr>
          </a:solidFill>
        </p:spPr>
        <p:txBody>
          <a:bodyPr wrap="square" rtlCol="0">
            <a:spAutoFit/>
          </a:bodyPr>
          <a:lstStyle/>
          <a:p>
            <a:pPr algn="ctr"/>
            <a:r>
              <a:rPr lang="en-US" sz="3200" dirty="0"/>
              <a:t>9</a:t>
            </a:r>
          </a:p>
        </p:txBody>
      </p:sp>
      <p:sp>
        <p:nvSpPr>
          <p:cNvPr id="10" name="TextBox 9">
            <a:extLst>
              <a:ext uri="{FF2B5EF4-FFF2-40B4-BE49-F238E27FC236}">
                <a16:creationId xmlns:a16="http://schemas.microsoft.com/office/drawing/2014/main" id="{A7C90DBF-E43F-A7D2-2221-4579BEE6B620}"/>
              </a:ext>
            </a:extLst>
          </p:cNvPr>
          <p:cNvSpPr txBox="1"/>
          <p:nvPr/>
        </p:nvSpPr>
        <p:spPr>
          <a:xfrm>
            <a:off x="7213604" y="122455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11" name="TextBox 10">
            <a:extLst>
              <a:ext uri="{FF2B5EF4-FFF2-40B4-BE49-F238E27FC236}">
                <a16:creationId xmlns:a16="http://schemas.microsoft.com/office/drawing/2014/main" id="{7C469924-63E9-AB3B-3606-FC2EBE829069}"/>
              </a:ext>
            </a:extLst>
          </p:cNvPr>
          <p:cNvSpPr txBox="1"/>
          <p:nvPr/>
        </p:nvSpPr>
        <p:spPr>
          <a:xfrm>
            <a:off x="6714071" y="721216"/>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12" name="TextBox 11">
            <a:extLst>
              <a:ext uri="{FF2B5EF4-FFF2-40B4-BE49-F238E27FC236}">
                <a16:creationId xmlns:a16="http://schemas.microsoft.com/office/drawing/2014/main" id="{9EE9C958-C03F-D7EE-4F6A-0BCFC395BCAA}"/>
              </a:ext>
            </a:extLst>
          </p:cNvPr>
          <p:cNvSpPr txBox="1"/>
          <p:nvPr/>
        </p:nvSpPr>
        <p:spPr>
          <a:xfrm>
            <a:off x="7213604" y="721216"/>
            <a:ext cx="462845" cy="584775"/>
          </a:xfrm>
          <a:prstGeom prst="rect">
            <a:avLst/>
          </a:prstGeom>
          <a:solidFill>
            <a:srgbClr val="FF0000">
              <a:alpha val="30000"/>
            </a:srgbClr>
          </a:solidFill>
        </p:spPr>
        <p:txBody>
          <a:bodyPr wrap="square" rtlCol="0">
            <a:spAutoFit/>
          </a:bodyPr>
          <a:lstStyle/>
          <a:p>
            <a:pPr algn="ctr"/>
            <a:r>
              <a:rPr lang="en-US" sz="3200" dirty="0"/>
              <a:t>3</a:t>
            </a:r>
          </a:p>
        </p:txBody>
      </p:sp>
      <p:sp>
        <p:nvSpPr>
          <p:cNvPr id="13" name="TextBox 12">
            <a:extLst>
              <a:ext uri="{FF2B5EF4-FFF2-40B4-BE49-F238E27FC236}">
                <a16:creationId xmlns:a16="http://schemas.microsoft.com/office/drawing/2014/main" id="{9B9D9F8E-3257-8472-882A-CA165EAEA143}"/>
              </a:ext>
            </a:extLst>
          </p:cNvPr>
          <p:cNvSpPr txBox="1"/>
          <p:nvPr/>
        </p:nvSpPr>
        <p:spPr>
          <a:xfrm>
            <a:off x="4216401" y="1727886"/>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14" name="TextBox 13">
            <a:extLst>
              <a:ext uri="{FF2B5EF4-FFF2-40B4-BE49-F238E27FC236}">
                <a16:creationId xmlns:a16="http://schemas.microsoft.com/office/drawing/2014/main" id="{9143C272-06A6-AACA-83C1-7588CC1BAFBC}"/>
              </a:ext>
            </a:extLst>
          </p:cNvPr>
          <p:cNvSpPr txBox="1"/>
          <p:nvPr/>
        </p:nvSpPr>
        <p:spPr>
          <a:xfrm>
            <a:off x="5215469" y="1727886"/>
            <a:ext cx="462845" cy="584775"/>
          </a:xfrm>
          <a:prstGeom prst="rect">
            <a:avLst/>
          </a:prstGeom>
          <a:solidFill>
            <a:srgbClr val="00B050">
              <a:alpha val="40000"/>
            </a:srgbClr>
          </a:solidFill>
        </p:spPr>
        <p:txBody>
          <a:bodyPr wrap="square" rtlCol="0">
            <a:spAutoFit/>
          </a:bodyPr>
          <a:lstStyle/>
          <a:p>
            <a:pPr algn="ctr"/>
            <a:r>
              <a:rPr lang="en-US" sz="3200" dirty="0"/>
              <a:t>9</a:t>
            </a:r>
          </a:p>
        </p:txBody>
      </p:sp>
      <p:sp>
        <p:nvSpPr>
          <p:cNvPr id="15" name="TextBox 14">
            <a:extLst>
              <a:ext uri="{FF2B5EF4-FFF2-40B4-BE49-F238E27FC236}">
                <a16:creationId xmlns:a16="http://schemas.microsoft.com/office/drawing/2014/main" id="{891EA995-A792-2E18-1F7A-6D08F2B3DB58}"/>
              </a:ext>
            </a:extLst>
          </p:cNvPr>
          <p:cNvSpPr txBox="1"/>
          <p:nvPr/>
        </p:nvSpPr>
        <p:spPr>
          <a:xfrm>
            <a:off x="6214537" y="1727886"/>
            <a:ext cx="462845" cy="584775"/>
          </a:xfrm>
          <a:prstGeom prst="rect">
            <a:avLst/>
          </a:prstGeom>
          <a:solidFill>
            <a:srgbClr val="00B0F0">
              <a:alpha val="30000"/>
            </a:srgbClr>
          </a:solidFill>
        </p:spPr>
        <p:txBody>
          <a:bodyPr wrap="square" rtlCol="0">
            <a:spAutoFit/>
          </a:bodyPr>
          <a:lstStyle/>
          <a:p>
            <a:pPr algn="ctr"/>
            <a:r>
              <a:rPr lang="en-US" sz="3200" dirty="0"/>
              <a:t>8</a:t>
            </a:r>
          </a:p>
        </p:txBody>
      </p:sp>
      <p:sp>
        <p:nvSpPr>
          <p:cNvPr id="16" name="TextBox 15">
            <a:extLst>
              <a:ext uri="{FF2B5EF4-FFF2-40B4-BE49-F238E27FC236}">
                <a16:creationId xmlns:a16="http://schemas.microsoft.com/office/drawing/2014/main" id="{CD83E6E3-0118-8838-C982-CBD333603C01}"/>
              </a:ext>
            </a:extLst>
          </p:cNvPr>
          <p:cNvSpPr txBox="1"/>
          <p:nvPr/>
        </p:nvSpPr>
        <p:spPr>
          <a:xfrm>
            <a:off x="6714071" y="1727886"/>
            <a:ext cx="462845" cy="584775"/>
          </a:xfrm>
          <a:prstGeom prst="rect">
            <a:avLst/>
          </a:prstGeom>
          <a:solidFill>
            <a:srgbClr val="0070C0">
              <a:alpha val="40000"/>
            </a:srgbClr>
          </a:solidFill>
        </p:spPr>
        <p:txBody>
          <a:bodyPr wrap="square" rtlCol="0">
            <a:spAutoFit/>
          </a:bodyPr>
          <a:lstStyle/>
          <a:p>
            <a:pPr algn="ctr"/>
            <a:r>
              <a:rPr lang="en-US" sz="3200" dirty="0"/>
              <a:t>6</a:t>
            </a:r>
          </a:p>
        </p:txBody>
      </p:sp>
      <p:sp>
        <p:nvSpPr>
          <p:cNvPr id="17" name="TextBox 16">
            <a:extLst>
              <a:ext uri="{FF2B5EF4-FFF2-40B4-BE49-F238E27FC236}">
                <a16:creationId xmlns:a16="http://schemas.microsoft.com/office/drawing/2014/main" id="{42FA5F74-954F-82E5-6076-30251AAE092A}"/>
              </a:ext>
            </a:extLst>
          </p:cNvPr>
          <p:cNvSpPr txBox="1"/>
          <p:nvPr/>
        </p:nvSpPr>
        <p:spPr>
          <a:xfrm>
            <a:off x="3716867" y="223122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18" name="TextBox 17">
            <a:extLst>
              <a:ext uri="{FF2B5EF4-FFF2-40B4-BE49-F238E27FC236}">
                <a16:creationId xmlns:a16="http://schemas.microsoft.com/office/drawing/2014/main" id="{BA7F67AE-1CC3-C16A-7E2E-CACF561B5D02}"/>
              </a:ext>
            </a:extLst>
          </p:cNvPr>
          <p:cNvSpPr txBox="1"/>
          <p:nvPr/>
        </p:nvSpPr>
        <p:spPr>
          <a:xfrm>
            <a:off x="5215469" y="2231221"/>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19" name="TextBox 18">
            <a:extLst>
              <a:ext uri="{FF2B5EF4-FFF2-40B4-BE49-F238E27FC236}">
                <a16:creationId xmlns:a16="http://schemas.microsoft.com/office/drawing/2014/main" id="{FDEEFA63-AE42-E1B4-ABAE-1238B4C9726C}"/>
              </a:ext>
            </a:extLst>
          </p:cNvPr>
          <p:cNvSpPr txBox="1"/>
          <p:nvPr/>
        </p:nvSpPr>
        <p:spPr>
          <a:xfrm>
            <a:off x="5715003" y="2231221"/>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20" name="TextBox 19">
            <a:extLst>
              <a:ext uri="{FF2B5EF4-FFF2-40B4-BE49-F238E27FC236}">
                <a16:creationId xmlns:a16="http://schemas.microsoft.com/office/drawing/2014/main" id="{88069324-E390-AF9F-63E9-BF693ACB607F}"/>
              </a:ext>
            </a:extLst>
          </p:cNvPr>
          <p:cNvSpPr txBox="1"/>
          <p:nvPr/>
        </p:nvSpPr>
        <p:spPr>
          <a:xfrm>
            <a:off x="6214537" y="2231221"/>
            <a:ext cx="462845" cy="584775"/>
          </a:xfrm>
          <a:prstGeom prst="rect">
            <a:avLst/>
          </a:prstGeom>
          <a:solidFill>
            <a:srgbClr val="FF0000">
              <a:alpha val="30000"/>
            </a:srgbClr>
          </a:solidFill>
        </p:spPr>
        <p:txBody>
          <a:bodyPr wrap="square" rtlCol="0">
            <a:spAutoFit/>
          </a:bodyPr>
          <a:lstStyle/>
          <a:p>
            <a:pPr algn="ctr"/>
            <a:r>
              <a:rPr lang="en-US" sz="3200" dirty="0"/>
              <a:t>4</a:t>
            </a:r>
          </a:p>
        </p:txBody>
      </p:sp>
      <p:sp>
        <p:nvSpPr>
          <p:cNvPr id="21" name="TextBox 20">
            <a:extLst>
              <a:ext uri="{FF2B5EF4-FFF2-40B4-BE49-F238E27FC236}">
                <a16:creationId xmlns:a16="http://schemas.microsoft.com/office/drawing/2014/main" id="{07E31172-5516-8847-3F9B-E9F52C5E38EC}"/>
              </a:ext>
            </a:extLst>
          </p:cNvPr>
          <p:cNvSpPr txBox="1"/>
          <p:nvPr/>
        </p:nvSpPr>
        <p:spPr>
          <a:xfrm>
            <a:off x="6714071" y="223122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2" name="TextBox 21">
            <a:extLst>
              <a:ext uri="{FF2B5EF4-FFF2-40B4-BE49-F238E27FC236}">
                <a16:creationId xmlns:a16="http://schemas.microsoft.com/office/drawing/2014/main" id="{A44BA27F-5E76-7E18-0226-5B287ECE28EF}"/>
              </a:ext>
            </a:extLst>
          </p:cNvPr>
          <p:cNvSpPr txBox="1"/>
          <p:nvPr/>
        </p:nvSpPr>
        <p:spPr>
          <a:xfrm>
            <a:off x="4216401" y="2734556"/>
            <a:ext cx="462845" cy="584775"/>
          </a:xfrm>
          <a:prstGeom prst="rect">
            <a:avLst/>
          </a:prstGeom>
          <a:solidFill>
            <a:srgbClr val="FF0000">
              <a:alpha val="30000"/>
            </a:srgbClr>
          </a:solidFill>
        </p:spPr>
        <p:txBody>
          <a:bodyPr wrap="square" rtlCol="0">
            <a:spAutoFit/>
          </a:bodyPr>
          <a:lstStyle/>
          <a:p>
            <a:pPr algn="ctr"/>
            <a:r>
              <a:rPr lang="en-US" sz="3200" dirty="0"/>
              <a:t>4</a:t>
            </a:r>
          </a:p>
        </p:txBody>
      </p:sp>
      <p:sp>
        <p:nvSpPr>
          <p:cNvPr id="23" name="TextBox 22">
            <a:extLst>
              <a:ext uri="{FF2B5EF4-FFF2-40B4-BE49-F238E27FC236}">
                <a16:creationId xmlns:a16="http://schemas.microsoft.com/office/drawing/2014/main" id="{2E1CA3AC-2593-B5F4-19E6-929B13C7E674}"/>
              </a:ext>
            </a:extLst>
          </p:cNvPr>
          <p:cNvSpPr txBox="1"/>
          <p:nvPr/>
        </p:nvSpPr>
        <p:spPr>
          <a:xfrm>
            <a:off x="5215469" y="2734556"/>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4" name="TextBox 23">
            <a:extLst>
              <a:ext uri="{FF2B5EF4-FFF2-40B4-BE49-F238E27FC236}">
                <a16:creationId xmlns:a16="http://schemas.microsoft.com/office/drawing/2014/main" id="{0B6C2CBF-77C5-B866-3976-A418E750BCBB}"/>
              </a:ext>
            </a:extLst>
          </p:cNvPr>
          <p:cNvSpPr txBox="1"/>
          <p:nvPr/>
        </p:nvSpPr>
        <p:spPr>
          <a:xfrm>
            <a:off x="6714071" y="2734556"/>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25" name="TextBox 24">
            <a:extLst>
              <a:ext uri="{FF2B5EF4-FFF2-40B4-BE49-F238E27FC236}">
                <a16:creationId xmlns:a16="http://schemas.microsoft.com/office/drawing/2014/main" id="{F4379F5D-C783-A056-6D54-66A98E0144E7}"/>
              </a:ext>
            </a:extLst>
          </p:cNvPr>
          <p:cNvSpPr txBox="1"/>
          <p:nvPr/>
        </p:nvSpPr>
        <p:spPr>
          <a:xfrm>
            <a:off x="3716867" y="323789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6" name="TextBox 25">
            <a:extLst>
              <a:ext uri="{FF2B5EF4-FFF2-40B4-BE49-F238E27FC236}">
                <a16:creationId xmlns:a16="http://schemas.microsoft.com/office/drawing/2014/main" id="{176A3C64-FBDB-E034-1B9D-18D8F7D350EB}"/>
              </a:ext>
            </a:extLst>
          </p:cNvPr>
          <p:cNvSpPr txBox="1"/>
          <p:nvPr/>
        </p:nvSpPr>
        <p:spPr>
          <a:xfrm>
            <a:off x="4715935" y="3237891"/>
            <a:ext cx="462845" cy="584775"/>
          </a:xfrm>
          <a:prstGeom prst="rect">
            <a:avLst/>
          </a:prstGeom>
          <a:solidFill>
            <a:srgbClr val="FF0000">
              <a:alpha val="30000"/>
            </a:srgbClr>
          </a:solidFill>
        </p:spPr>
        <p:txBody>
          <a:bodyPr wrap="square" rtlCol="0">
            <a:spAutoFit/>
          </a:bodyPr>
          <a:lstStyle/>
          <a:p>
            <a:pPr algn="ctr"/>
            <a:r>
              <a:rPr lang="en-US" sz="3200" dirty="0"/>
              <a:t>6</a:t>
            </a:r>
          </a:p>
        </p:txBody>
      </p:sp>
      <p:sp>
        <p:nvSpPr>
          <p:cNvPr id="27" name="TextBox 26">
            <a:extLst>
              <a:ext uri="{FF2B5EF4-FFF2-40B4-BE49-F238E27FC236}">
                <a16:creationId xmlns:a16="http://schemas.microsoft.com/office/drawing/2014/main" id="{E52F929C-50FE-DBFB-02E4-F1A253F42962}"/>
              </a:ext>
            </a:extLst>
          </p:cNvPr>
          <p:cNvSpPr txBox="1"/>
          <p:nvPr/>
        </p:nvSpPr>
        <p:spPr>
          <a:xfrm>
            <a:off x="5215469" y="323789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28" name="TextBox 27">
            <a:extLst>
              <a:ext uri="{FF2B5EF4-FFF2-40B4-BE49-F238E27FC236}">
                <a16:creationId xmlns:a16="http://schemas.microsoft.com/office/drawing/2014/main" id="{8C604806-CC31-E9B1-3D6E-354CC601DE3E}"/>
              </a:ext>
            </a:extLst>
          </p:cNvPr>
          <p:cNvSpPr txBox="1"/>
          <p:nvPr/>
        </p:nvSpPr>
        <p:spPr>
          <a:xfrm>
            <a:off x="7213604" y="3237891"/>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29" name="TextBox 28">
            <a:extLst>
              <a:ext uri="{FF2B5EF4-FFF2-40B4-BE49-F238E27FC236}">
                <a16:creationId xmlns:a16="http://schemas.microsoft.com/office/drawing/2014/main" id="{DB6BC929-C210-7CD7-9553-4C6C4EB1E803}"/>
              </a:ext>
            </a:extLst>
          </p:cNvPr>
          <p:cNvSpPr txBox="1"/>
          <p:nvPr/>
        </p:nvSpPr>
        <p:spPr>
          <a:xfrm>
            <a:off x="3217333" y="3741226"/>
            <a:ext cx="462845" cy="584775"/>
          </a:xfrm>
          <a:prstGeom prst="rect">
            <a:avLst/>
          </a:prstGeom>
          <a:solidFill>
            <a:srgbClr val="00B0F0">
              <a:alpha val="30000"/>
            </a:srgbClr>
          </a:solidFill>
        </p:spPr>
        <p:txBody>
          <a:bodyPr wrap="square" rtlCol="0">
            <a:spAutoFit/>
          </a:bodyPr>
          <a:lstStyle/>
          <a:p>
            <a:pPr algn="ctr"/>
            <a:r>
              <a:rPr lang="en-US" sz="3200" dirty="0"/>
              <a:t>8</a:t>
            </a:r>
          </a:p>
        </p:txBody>
      </p:sp>
      <p:sp>
        <p:nvSpPr>
          <p:cNvPr id="30" name="TextBox 29">
            <a:extLst>
              <a:ext uri="{FF2B5EF4-FFF2-40B4-BE49-F238E27FC236}">
                <a16:creationId xmlns:a16="http://schemas.microsoft.com/office/drawing/2014/main" id="{E0C836DC-2DEA-92B2-9E8F-BB6263BB86E4}"/>
              </a:ext>
            </a:extLst>
          </p:cNvPr>
          <p:cNvSpPr txBox="1"/>
          <p:nvPr/>
        </p:nvSpPr>
        <p:spPr>
          <a:xfrm>
            <a:off x="3716867" y="3741226"/>
            <a:ext cx="462845" cy="584775"/>
          </a:xfrm>
          <a:prstGeom prst="rect">
            <a:avLst/>
          </a:prstGeom>
          <a:solidFill>
            <a:srgbClr val="0070C0">
              <a:alpha val="40000"/>
            </a:srgbClr>
          </a:solidFill>
        </p:spPr>
        <p:txBody>
          <a:bodyPr wrap="square" rtlCol="0">
            <a:spAutoFit/>
          </a:bodyPr>
          <a:lstStyle/>
          <a:p>
            <a:pPr algn="ctr"/>
            <a:r>
              <a:rPr lang="en-US" sz="3200" dirty="0"/>
              <a:t>6</a:t>
            </a:r>
          </a:p>
        </p:txBody>
      </p:sp>
      <p:sp>
        <p:nvSpPr>
          <p:cNvPr id="31" name="TextBox 30">
            <a:extLst>
              <a:ext uri="{FF2B5EF4-FFF2-40B4-BE49-F238E27FC236}">
                <a16:creationId xmlns:a16="http://schemas.microsoft.com/office/drawing/2014/main" id="{129F7C20-B80C-C834-CE70-A4C7C5AB3A71}"/>
              </a:ext>
            </a:extLst>
          </p:cNvPr>
          <p:cNvSpPr txBox="1"/>
          <p:nvPr/>
        </p:nvSpPr>
        <p:spPr>
          <a:xfrm>
            <a:off x="5715003" y="3741226"/>
            <a:ext cx="462845" cy="584775"/>
          </a:xfrm>
          <a:prstGeom prst="rect">
            <a:avLst/>
          </a:prstGeom>
          <a:solidFill>
            <a:srgbClr val="FFFF00">
              <a:alpha val="30000"/>
            </a:srgbClr>
          </a:solidFill>
        </p:spPr>
        <p:txBody>
          <a:bodyPr wrap="square" rtlCol="0">
            <a:spAutoFit/>
          </a:bodyPr>
          <a:lstStyle/>
          <a:p>
            <a:pPr algn="ctr"/>
            <a:r>
              <a:rPr lang="en-US" sz="3200" dirty="0"/>
              <a:t>9</a:t>
            </a:r>
          </a:p>
        </p:txBody>
      </p:sp>
      <p:sp>
        <p:nvSpPr>
          <p:cNvPr id="32" name="TextBox 31">
            <a:extLst>
              <a:ext uri="{FF2B5EF4-FFF2-40B4-BE49-F238E27FC236}">
                <a16:creationId xmlns:a16="http://schemas.microsoft.com/office/drawing/2014/main" id="{2B5BBD70-71AE-5067-EA75-F170113498FC}"/>
              </a:ext>
            </a:extLst>
          </p:cNvPr>
          <p:cNvSpPr txBox="1"/>
          <p:nvPr/>
        </p:nvSpPr>
        <p:spPr>
          <a:xfrm>
            <a:off x="6214537" y="3741226"/>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33" name="TextBox 32">
            <a:extLst>
              <a:ext uri="{FF2B5EF4-FFF2-40B4-BE49-F238E27FC236}">
                <a16:creationId xmlns:a16="http://schemas.microsoft.com/office/drawing/2014/main" id="{5F49B678-B743-C9A2-E8AB-4CD126C04D6A}"/>
              </a:ext>
            </a:extLst>
          </p:cNvPr>
          <p:cNvSpPr txBox="1"/>
          <p:nvPr/>
        </p:nvSpPr>
        <p:spPr>
          <a:xfrm>
            <a:off x="6714071" y="374122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34" name="TextBox 33">
            <a:extLst>
              <a:ext uri="{FF2B5EF4-FFF2-40B4-BE49-F238E27FC236}">
                <a16:creationId xmlns:a16="http://schemas.microsoft.com/office/drawing/2014/main" id="{AD4516DA-799F-1148-D7A6-00AA7C7A7390}"/>
              </a:ext>
            </a:extLst>
          </p:cNvPr>
          <p:cNvSpPr txBox="1"/>
          <p:nvPr/>
        </p:nvSpPr>
        <p:spPr>
          <a:xfrm>
            <a:off x="7213604" y="3741226"/>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35" name="TextBox 34">
            <a:extLst>
              <a:ext uri="{FF2B5EF4-FFF2-40B4-BE49-F238E27FC236}">
                <a16:creationId xmlns:a16="http://schemas.microsoft.com/office/drawing/2014/main" id="{03BEE660-47A1-347E-D941-1E144DCE0B88}"/>
              </a:ext>
            </a:extLst>
          </p:cNvPr>
          <p:cNvSpPr txBox="1"/>
          <p:nvPr/>
        </p:nvSpPr>
        <p:spPr>
          <a:xfrm>
            <a:off x="3217333" y="424456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36" name="TextBox 35">
            <a:extLst>
              <a:ext uri="{FF2B5EF4-FFF2-40B4-BE49-F238E27FC236}">
                <a16:creationId xmlns:a16="http://schemas.microsoft.com/office/drawing/2014/main" id="{5980D5D5-6DCC-992A-897F-3FED9A31E00E}"/>
              </a:ext>
            </a:extLst>
          </p:cNvPr>
          <p:cNvSpPr txBox="1"/>
          <p:nvPr/>
        </p:nvSpPr>
        <p:spPr>
          <a:xfrm>
            <a:off x="4216401" y="4244561"/>
            <a:ext cx="462845" cy="584775"/>
          </a:xfrm>
          <a:prstGeom prst="rect">
            <a:avLst/>
          </a:prstGeom>
          <a:solidFill>
            <a:srgbClr val="FF0000">
              <a:alpha val="30000"/>
            </a:srgbClr>
          </a:solidFill>
        </p:spPr>
        <p:txBody>
          <a:bodyPr wrap="square" rtlCol="0">
            <a:spAutoFit/>
          </a:bodyPr>
          <a:lstStyle/>
          <a:p>
            <a:pPr algn="ctr"/>
            <a:r>
              <a:rPr lang="en-US" sz="3200" dirty="0"/>
              <a:t>3</a:t>
            </a:r>
          </a:p>
        </p:txBody>
      </p:sp>
      <p:sp>
        <p:nvSpPr>
          <p:cNvPr id="37" name="TextBox 36">
            <a:extLst>
              <a:ext uri="{FF2B5EF4-FFF2-40B4-BE49-F238E27FC236}">
                <a16:creationId xmlns:a16="http://schemas.microsoft.com/office/drawing/2014/main" id="{A78C8B50-4C90-7922-BF5C-4F00D15E00F7}"/>
              </a:ext>
            </a:extLst>
          </p:cNvPr>
          <p:cNvSpPr txBox="1"/>
          <p:nvPr/>
        </p:nvSpPr>
        <p:spPr>
          <a:xfrm>
            <a:off x="5715003" y="4244561"/>
            <a:ext cx="462845" cy="584775"/>
          </a:xfrm>
          <a:prstGeom prst="rect">
            <a:avLst/>
          </a:prstGeom>
          <a:solidFill>
            <a:srgbClr val="FF0000">
              <a:alpha val="30000"/>
            </a:srgbClr>
          </a:solidFill>
        </p:spPr>
        <p:txBody>
          <a:bodyPr wrap="square" rtlCol="0">
            <a:spAutoFit/>
          </a:bodyPr>
          <a:lstStyle/>
          <a:p>
            <a:pPr algn="ctr"/>
            <a:r>
              <a:rPr lang="en-US" sz="3200" dirty="0"/>
              <a:t>6</a:t>
            </a:r>
          </a:p>
        </p:txBody>
      </p:sp>
      <p:sp>
        <p:nvSpPr>
          <p:cNvPr id="38" name="TextBox 37">
            <a:extLst>
              <a:ext uri="{FF2B5EF4-FFF2-40B4-BE49-F238E27FC236}">
                <a16:creationId xmlns:a16="http://schemas.microsoft.com/office/drawing/2014/main" id="{7BE62326-2830-97ED-AAAA-AABBB84FF0B2}"/>
              </a:ext>
            </a:extLst>
          </p:cNvPr>
          <p:cNvSpPr txBox="1"/>
          <p:nvPr/>
        </p:nvSpPr>
        <p:spPr>
          <a:xfrm>
            <a:off x="6214537" y="424456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39" name="TextBox 38">
            <a:extLst>
              <a:ext uri="{FF2B5EF4-FFF2-40B4-BE49-F238E27FC236}">
                <a16:creationId xmlns:a16="http://schemas.microsoft.com/office/drawing/2014/main" id="{92F1A894-950F-1638-633A-037EEE3224EF}"/>
              </a:ext>
            </a:extLst>
          </p:cNvPr>
          <p:cNvSpPr txBox="1"/>
          <p:nvPr/>
        </p:nvSpPr>
        <p:spPr>
          <a:xfrm>
            <a:off x="6714071" y="4244561"/>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40" name="TextBox 39">
            <a:extLst>
              <a:ext uri="{FF2B5EF4-FFF2-40B4-BE49-F238E27FC236}">
                <a16:creationId xmlns:a16="http://schemas.microsoft.com/office/drawing/2014/main" id="{D9A33DEA-EEA8-BF3B-9098-1C53DF89B4CC}"/>
              </a:ext>
            </a:extLst>
          </p:cNvPr>
          <p:cNvSpPr txBox="1"/>
          <p:nvPr/>
        </p:nvSpPr>
        <p:spPr>
          <a:xfrm>
            <a:off x="7213604" y="4244561"/>
            <a:ext cx="462845" cy="584775"/>
          </a:xfrm>
          <a:prstGeom prst="rect">
            <a:avLst/>
          </a:prstGeom>
          <a:solidFill>
            <a:srgbClr val="00B050">
              <a:alpha val="40000"/>
            </a:srgbClr>
          </a:solidFill>
        </p:spPr>
        <p:txBody>
          <a:bodyPr wrap="square" rtlCol="0">
            <a:spAutoFit/>
          </a:bodyPr>
          <a:lstStyle/>
          <a:p>
            <a:pPr algn="ctr"/>
            <a:r>
              <a:rPr lang="en-US" sz="3200" dirty="0"/>
              <a:t>9</a:t>
            </a:r>
          </a:p>
        </p:txBody>
      </p:sp>
      <p:sp>
        <p:nvSpPr>
          <p:cNvPr id="41" name="TextBox 40">
            <a:extLst>
              <a:ext uri="{FF2B5EF4-FFF2-40B4-BE49-F238E27FC236}">
                <a16:creationId xmlns:a16="http://schemas.microsoft.com/office/drawing/2014/main" id="{858A123E-7B91-2B1F-6FA2-E047109EE9F1}"/>
              </a:ext>
            </a:extLst>
          </p:cNvPr>
          <p:cNvSpPr txBox="1"/>
          <p:nvPr/>
        </p:nvSpPr>
        <p:spPr>
          <a:xfrm>
            <a:off x="3217333" y="4747898"/>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42" name="TextBox 41">
            <a:extLst>
              <a:ext uri="{FF2B5EF4-FFF2-40B4-BE49-F238E27FC236}">
                <a16:creationId xmlns:a16="http://schemas.microsoft.com/office/drawing/2014/main" id="{D67E3E96-6644-5AA6-E2B6-703D5B16B4B7}"/>
              </a:ext>
            </a:extLst>
          </p:cNvPr>
          <p:cNvSpPr txBox="1"/>
          <p:nvPr/>
        </p:nvSpPr>
        <p:spPr>
          <a:xfrm>
            <a:off x="3716867" y="4747898"/>
            <a:ext cx="462845" cy="584775"/>
          </a:xfrm>
          <a:prstGeom prst="rect">
            <a:avLst/>
          </a:prstGeom>
          <a:solidFill>
            <a:srgbClr val="FFFF00">
              <a:alpha val="30000"/>
            </a:srgbClr>
          </a:solidFill>
        </p:spPr>
        <p:txBody>
          <a:bodyPr wrap="square" rtlCol="0">
            <a:spAutoFit/>
          </a:bodyPr>
          <a:lstStyle/>
          <a:p>
            <a:pPr algn="ctr"/>
            <a:r>
              <a:rPr lang="en-US" sz="3200" dirty="0"/>
              <a:t>9</a:t>
            </a:r>
          </a:p>
        </p:txBody>
      </p:sp>
      <p:sp>
        <p:nvSpPr>
          <p:cNvPr id="43" name="TextBox 42">
            <a:extLst>
              <a:ext uri="{FF2B5EF4-FFF2-40B4-BE49-F238E27FC236}">
                <a16:creationId xmlns:a16="http://schemas.microsoft.com/office/drawing/2014/main" id="{AB398D07-2286-DD3A-4A9E-A3F086118BF0}"/>
              </a:ext>
            </a:extLst>
          </p:cNvPr>
          <p:cNvSpPr txBox="1"/>
          <p:nvPr/>
        </p:nvSpPr>
        <p:spPr>
          <a:xfrm>
            <a:off x="4216401" y="4747898"/>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44" name="TextBox 43">
            <a:extLst>
              <a:ext uri="{FF2B5EF4-FFF2-40B4-BE49-F238E27FC236}">
                <a16:creationId xmlns:a16="http://schemas.microsoft.com/office/drawing/2014/main" id="{82CF2543-CC11-B390-48F7-198DE069819E}"/>
              </a:ext>
            </a:extLst>
          </p:cNvPr>
          <p:cNvSpPr txBox="1"/>
          <p:nvPr/>
        </p:nvSpPr>
        <p:spPr>
          <a:xfrm>
            <a:off x="7157158" y="1522145"/>
            <a:ext cx="570089" cy="230832"/>
          </a:xfrm>
          <a:prstGeom prst="rect">
            <a:avLst/>
          </a:prstGeom>
          <a:noFill/>
        </p:spPr>
        <p:txBody>
          <a:bodyPr wrap="square" rtlCol="0">
            <a:spAutoFit/>
          </a:bodyPr>
          <a:lstStyle/>
          <a:p>
            <a:pPr algn="ctr"/>
            <a:r>
              <a:rPr lang="en-US" sz="900" dirty="0"/>
              <a:t>57</a:t>
            </a:r>
          </a:p>
        </p:txBody>
      </p:sp>
      <p:sp>
        <p:nvSpPr>
          <p:cNvPr id="45" name="TextBox 44">
            <a:extLst>
              <a:ext uri="{FF2B5EF4-FFF2-40B4-BE49-F238E27FC236}">
                <a16:creationId xmlns:a16="http://schemas.microsoft.com/office/drawing/2014/main" id="{FE514589-A92E-C47E-FF88-1E309253E26F}"/>
              </a:ext>
            </a:extLst>
          </p:cNvPr>
          <p:cNvSpPr txBox="1"/>
          <p:nvPr/>
        </p:nvSpPr>
        <p:spPr>
          <a:xfrm>
            <a:off x="4143022" y="5028752"/>
            <a:ext cx="570089" cy="230832"/>
          </a:xfrm>
          <a:prstGeom prst="rect">
            <a:avLst/>
          </a:prstGeom>
          <a:noFill/>
        </p:spPr>
        <p:txBody>
          <a:bodyPr wrap="square" rtlCol="0">
            <a:spAutoFit/>
          </a:bodyPr>
          <a:lstStyle/>
          <a:p>
            <a:pPr algn="ctr"/>
            <a:r>
              <a:rPr lang="en-US" sz="900" dirty="0"/>
              <a:t>57</a:t>
            </a:r>
          </a:p>
        </p:txBody>
      </p:sp>
      <p:sp>
        <p:nvSpPr>
          <p:cNvPr id="50" name="TextBox 49">
            <a:extLst>
              <a:ext uri="{FF2B5EF4-FFF2-40B4-BE49-F238E27FC236}">
                <a16:creationId xmlns:a16="http://schemas.microsoft.com/office/drawing/2014/main" id="{B011B342-7112-6D91-3E40-0BAD855152D1}"/>
              </a:ext>
            </a:extLst>
          </p:cNvPr>
          <p:cNvSpPr txBox="1"/>
          <p:nvPr/>
        </p:nvSpPr>
        <p:spPr>
          <a:xfrm>
            <a:off x="6152446" y="1402877"/>
            <a:ext cx="570089" cy="230832"/>
          </a:xfrm>
          <a:prstGeom prst="rect">
            <a:avLst/>
          </a:prstGeom>
          <a:noFill/>
        </p:spPr>
        <p:txBody>
          <a:bodyPr wrap="square" rtlCol="0">
            <a:spAutoFit/>
          </a:bodyPr>
          <a:lstStyle/>
          <a:p>
            <a:pPr algn="ctr"/>
            <a:r>
              <a:rPr lang="en-US" sz="900" dirty="0"/>
              <a:t>75</a:t>
            </a:r>
          </a:p>
        </p:txBody>
      </p:sp>
      <p:sp>
        <p:nvSpPr>
          <p:cNvPr id="51" name="TextBox 50">
            <a:extLst>
              <a:ext uri="{FF2B5EF4-FFF2-40B4-BE49-F238E27FC236}">
                <a16:creationId xmlns:a16="http://schemas.microsoft.com/office/drawing/2014/main" id="{DB5594E3-0D09-EEDC-33C1-0A919D98DEB4}"/>
              </a:ext>
            </a:extLst>
          </p:cNvPr>
          <p:cNvSpPr txBox="1"/>
          <p:nvPr/>
        </p:nvSpPr>
        <p:spPr>
          <a:xfrm>
            <a:off x="3138310" y="4408541"/>
            <a:ext cx="570089" cy="230832"/>
          </a:xfrm>
          <a:prstGeom prst="rect">
            <a:avLst/>
          </a:prstGeom>
          <a:noFill/>
        </p:spPr>
        <p:txBody>
          <a:bodyPr wrap="square" rtlCol="0">
            <a:spAutoFit/>
          </a:bodyPr>
          <a:lstStyle/>
          <a:p>
            <a:pPr algn="ctr"/>
            <a:r>
              <a:rPr lang="en-US" sz="900" dirty="0"/>
              <a:t>75</a:t>
            </a:r>
          </a:p>
        </p:txBody>
      </p:sp>
      <p:sp>
        <p:nvSpPr>
          <p:cNvPr id="52" name="TextBox 51">
            <a:extLst>
              <a:ext uri="{FF2B5EF4-FFF2-40B4-BE49-F238E27FC236}">
                <a16:creationId xmlns:a16="http://schemas.microsoft.com/office/drawing/2014/main" id="{89DB954D-6B0E-793B-E55D-9B2E83FA97E0}"/>
              </a:ext>
            </a:extLst>
          </p:cNvPr>
          <p:cNvSpPr txBox="1"/>
          <p:nvPr/>
        </p:nvSpPr>
        <p:spPr>
          <a:xfrm>
            <a:off x="3640666" y="3406653"/>
            <a:ext cx="570089" cy="230832"/>
          </a:xfrm>
          <a:prstGeom prst="rect">
            <a:avLst/>
          </a:prstGeom>
          <a:noFill/>
        </p:spPr>
        <p:txBody>
          <a:bodyPr wrap="square" rtlCol="0">
            <a:spAutoFit/>
          </a:bodyPr>
          <a:lstStyle/>
          <a:p>
            <a:pPr algn="ctr"/>
            <a:r>
              <a:rPr lang="en-US" sz="900" dirty="0"/>
              <a:t>2357</a:t>
            </a:r>
          </a:p>
        </p:txBody>
      </p:sp>
      <p:sp>
        <p:nvSpPr>
          <p:cNvPr id="57" name="TextBox 56">
            <a:extLst>
              <a:ext uri="{FF2B5EF4-FFF2-40B4-BE49-F238E27FC236}">
                <a16:creationId xmlns:a16="http://schemas.microsoft.com/office/drawing/2014/main" id="{39F01C62-762A-5CB6-4205-E9FC7CFD3CF3}"/>
              </a:ext>
            </a:extLst>
          </p:cNvPr>
          <p:cNvSpPr txBox="1"/>
          <p:nvPr/>
        </p:nvSpPr>
        <p:spPr>
          <a:xfrm>
            <a:off x="6654802" y="2524033"/>
            <a:ext cx="570089" cy="230832"/>
          </a:xfrm>
          <a:prstGeom prst="rect">
            <a:avLst/>
          </a:prstGeom>
          <a:noFill/>
        </p:spPr>
        <p:txBody>
          <a:bodyPr wrap="square" rtlCol="0">
            <a:spAutoFit/>
          </a:bodyPr>
          <a:lstStyle/>
          <a:p>
            <a:pPr algn="ctr"/>
            <a:r>
              <a:rPr lang="en-US" sz="900" dirty="0"/>
              <a:t>2357</a:t>
            </a:r>
          </a:p>
        </p:txBody>
      </p:sp>
      <p:sp>
        <p:nvSpPr>
          <p:cNvPr id="58" name="TextBox 57">
            <a:extLst>
              <a:ext uri="{FF2B5EF4-FFF2-40B4-BE49-F238E27FC236}">
                <a16:creationId xmlns:a16="http://schemas.microsoft.com/office/drawing/2014/main" id="{56AEC8CC-7513-EBF7-FC7A-51E7CAE9960C}"/>
              </a:ext>
            </a:extLst>
          </p:cNvPr>
          <p:cNvSpPr txBox="1"/>
          <p:nvPr/>
        </p:nvSpPr>
        <p:spPr>
          <a:xfrm>
            <a:off x="4143022" y="1903821"/>
            <a:ext cx="570089" cy="230832"/>
          </a:xfrm>
          <a:prstGeom prst="rect">
            <a:avLst/>
          </a:prstGeom>
          <a:noFill/>
        </p:spPr>
        <p:txBody>
          <a:bodyPr wrap="square" rtlCol="0">
            <a:spAutoFit/>
          </a:bodyPr>
          <a:lstStyle/>
          <a:p>
            <a:pPr algn="ctr"/>
            <a:r>
              <a:rPr lang="en-US" sz="900" dirty="0"/>
              <a:t>75</a:t>
            </a:r>
          </a:p>
        </p:txBody>
      </p:sp>
      <p:sp>
        <p:nvSpPr>
          <p:cNvPr id="59" name="TextBox 58">
            <a:extLst>
              <a:ext uri="{FF2B5EF4-FFF2-40B4-BE49-F238E27FC236}">
                <a16:creationId xmlns:a16="http://schemas.microsoft.com/office/drawing/2014/main" id="{0382D35B-E22C-DF09-0F18-827BF65FA4E4}"/>
              </a:ext>
            </a:extLst>
          </p:cNvPr>
          <p:cNvSpPr txBox="1"/>
          <p:nvPr/>
        </p:nvSpPr>
        <p:spPr>
          <a:xfrm>
            <a:off x="3640666" y="2404765"/>
            <a:ext cx="570089" cy="230832"/>
          </a:xfrm>
          <a:prstGeom prst="rect">
            <a:avLst/>
          </a:prstGeom>
          <a:noFill/>
        </p:spPr>
        <p:txBody>
          <a:bodyPr wrap="square" rtlCol="0">
            <a:spAutoFit/>
          </a:bodyPr>
          <a:lstStyle/>
          <a:p>
            <a:pPr algn="ctr"/>
            <a:r>
              <a:rPr lang="en-US" sz="900" dirty="0"/>
              <a:t>2357</a:t>
            </a:r>
          </a:p>
        </p:txBody>
      </p:sp>
      <p:sp>
        <p:nvSpPr>
          <p:cNvPr id="62" name="TextBox 61">
            <a:extLst>
              <a:ext uri="{FF2B5EF4-FFF2-40B4-BE49-F238E27FC236}">
                <a16:creationId xmlns:a16="http://schemas.microsoft.com/office/drawing/2014/main" id="{CCDA3FAE-2B76-2D6D-C4F1-FDD759D4E905}"/>
              </a:ext>
            </a:extLst>
          </p:cNvPr>
          <p:cNvSpPr txBox="1"/>
          <p:nvPr/>
        </p:nvSpPr>
        <p:spPr>
          <a:xfrm>
            <a:off x="6654802" y="2905709"/>
            <a:ext cx="570089" cy="230832"/>
          </a:xfrm>
          <a:prstGeom prst="rect">
            <a:avLst/>
          </a:prstGeom>
          <a:noFill/>
        </p:spPr>
        <p:txBody>
          <a:bodyPr wrap="square" rtlCol="0">
            <a:spAutoFit/>
          </a:bodyPr>
          <a:lstStyle/>
          <a:p>
            <a:pPr algn="ctr"/>
            <a:r>
              <a:rPr lang="en-US" sz="900" dirty="0"/>
              <a:t>2357</a:t>
            </a:r>
          </a:p>
        </p:txBody>
      </p:sp>
      <p:sp>
        <p:nvSpPr>
          <p:cNvPr id="63" name="TextBox 62">
            <a:extLst>
              <a:ext uri="{FF2B5EF4-FFF2-40B4-BE49-F238E27FC236}">
                <a16:creationId xmlns:a16="http://schemas.microsoft.com/office/drawing/2014/main" id="{B864FE55-5E43-BDE9-2671-EFE42C266C65}"/>
              </a:ext>
            </a:extLst>
          </p:cNvPr>
          <p:cNvSpPr txBox="1"/>
          <p:nvPr/>
        </p:nvSpPr>
        <p:spPr>
          <a:xfrm>
            <a:off x="7157158" y="3406653"/>
            <a:ext cx="570089" cy="230832"/>
          </a:xfrm>
          <a:prstGeom prst="rect">
            <a:avLst/>
          </a:prstGeom>
          <a:noFill/>
        </p:spPr>
        <p:txBody>
          <a:bodyPr wrap="square" rtlCol="0">
            <a:spAutoFit/>
          </a:bodyPr>
          <a:lstStyle/>
          <a:p>
            <a:pPr algn="ctr"/>
            <a:r>
              <a:rPr lang="en-US" sz="900" dirty="0"/>
              <a:t>75</a:t>
            </a:r>
          </a:p>
        </p:txBody>
      </p:sp>
      <p:sp>
        <p:nvSpPr>
          <p:cNvPr id="66" name="TextBox 65">
            <a:extLst>
              <a:ext uri="{FF2B5EF4-FFF2-40B4-BE49-F238E27FC236}">
                <a16:creationId xmlns:a16="http://schemas.microsoft.com/office/drawing/2014/main" id="{39384E47-B16D-AF0A-684C-EABA5E22FBED}"/>
              </a:ext>
            </a:extLst>
          </p:cNvPr>
          <p:cNvSpPr txBox="1"/>
          <p:nvPr/>
        </p:nvSpPr>
        <p:spPr>
          <a:xfrm>
            <a:off x="5147734" y="2524033"/>
            <a:ext cx="570089" cy="230832"/>
          </a:xfrm>
          <a:prstGeom prst="rect">
            <a:avLst/>
          </a:prstGeom>
          <a:noFill/>
        </p:spPr>
        <p:txBody>
          <a:bodyPr wrap="square" rtlCol="0">
            <a:spAutoFit/>
          </a:bodyPr>
          <a:lstStyle/>
          <a:p>
            <a:pPr algn="ctr"/>
            <a:r>
              <a:rPr lang="en-US" sz="900" dirty="0"/>
              <a:t>257</a:t>
            </a:r>
          </a:p>
        </p:txBody>
      </p:sp>
      <p:sp>
        <p:nvSpPr>
          <p:cNvPr id="68" name="TextBox 67">
            <a:extLst>
              <a:ext uri="{FF2B5EF4-FFF2-40B4-BE49-F238E27FC236}">
                <a16:creationId xmlns:a16="http://schemas.microsoft.com/office/drawing/2014/main" id="{BD059C9A-0DBE-CD86-AD61-96628F65DBBF}"/>
              </a:ext>
            </a:extLst>
          </p:cNvPr>
          <p:cNvSpPr txBox="1"/>
          <p:nvPr/>
        </p:nvSpPr>
        <p:spPr>
          <a:xfrm>
            <a:off x="6654802" y="4527809"/>
            <a:ext cx="570089" cy="230832"/>
          </a:xfrm>
          <a:prstGeom prst="rect">
            <a:avLst/>
          </a:prstGeom>
          <a:noFill/>
        </p:spPr>
        <p:txBody>
          <a:bodyPr wrap="square" rtlCol="0">
            <a:spAutoFit/>
          </a:bodyPr>
          <a:lstStyle/>
          <a:p>
            <a:pPr algn="ctr"/>
            <a:r>
              <a:rPr lang="en-US" sz="900" dirty="0"/>
              <a:t>257</a:t>
            </a:r>
          </a:p>
        </p:txBody>
      </p:sp>
      <p:sp>
        <p:nvSpPr>
          <p:cNvPr id="70" name="TextBox 69">
            <a:extLst>
              <a:ext uri="{FF2B5EF4-FFF2-40B4-BE49-F238E27FC236}">
                <a16:creationId xmlns:a16="http://schemas.microsoft.com/office/drawing/2014/main" id="{23D361A7-01FC-9D21-F254-0A0FF1907749}"/>
              </a:ext>
            </a:extLst>
          </p:cNvPr>
          <p:cNvSpPr txBox="1"/>
          <p:nvPr/>
        </p:nvSpPr>
        <p:spPr>
          <a:xfrm>
            <a:off x="5650090" y="2285497"/>
            <a:ext cx="570089" cy="230832"/>
          </a:xfrm>
          <a:prstGeom prst="rect">
            <a:avLst/>
          </a:prstGeom>
          <a:noFill/>
        </p:spPr>
        <p:txBody>
          <a:bodyPr wrap="square" rtlCol="0">
            <a:spAutoFit/>
          </a:bodyPr>
          <a:lstStyle/>
          <a:p>
            <a:pPr algn="ctr"/>
            <a:r>
              <a:rPr lang="en-US" sz="900" dirty="0"/>
              <a:t>37</a:t>
            </a:r>
          </a:p>
        </p:txBody>
      </p:sp>
      <p:sp>
        <p:nvSpPr>
          <p:cNvPr id="71" name="TextBox 70">
            <a:extLst>
              <a:ext uri="{FF2B5EF4-FFF2-40B4-BE49-F238E27FC236}">
                <a16:creationId xmlns:a16="http://schemas.microsoft.com/office/drawing/2014/main" id="{8AED53A7-93B2-FD6E-A50C-EEE1F4B6C4AC}"/>
              </a:ext>
            </a:extLst>
          </p:cNvPr>
          <p:cNvSpPr txBox="1"/>
          <p:nvPr/>
        </p:nvSpPr>
        <p:spPr>
          <a:xfrm>
            <a:off x="5147734" y="2905709"/>
            <a:ext cx="570089" cy="230832"/>
          </a:xfrm>
          <a:prstGeom prst="rect">
            <a:avLst/>
          </a:prstGeom>
          <a:noFill/>
        </p:spPr>
        <p:txBody>
          <a:bodyPr wrap="square" rtlCol="0">
            <a:spAutoFit/>
          </a:bodyPr>
          <a:lstStyle/>
          <a:p>
            <a:pPr algn="ctr"/>
            <a:r>
              <a:rPr lang="en-US" sz="900" dirty="0"/>
              <a:t>257</a:t>
            </a:r>
          </a:p>
        </p:txBody>
      </p:sp>
      <p:sp>
        <p:nvSpPr>
          <p:cNvPr id="74" name="TextBox 73">
            <a:extLst>
              <a:ext uri="{FF2B5EF4-FFF2-40B4-BE49-F238E27FC236}">
                <a16:creationId xmlns:a16="http://schemas.microsoft.com/office/drawing/2014/main" id="{872A54FD-3BBF-45E1-F243-DB3977B71598}"/>
              </a:ext>
            </a:extLst>
          </p:cNvPr>
          <p:cNvSpPr txBox="1"/>
          <p:nvPr/>
        </p:nvSpPr>
        <p:spPr>
          <a:xfrm>
            <a:off x="6152446" y="4527809"/>
            <a:ext cx="570089" cy="230832"/>
          </a:xfrm>
          <a:prstGeom prst="rect">
            <a:avLst/>
          </a:prstGeom>
          <a:noFill/>
        </p:spPr>
        <p:txBody>
          <a:bodyPr wrap="square" rtlCol="0">
            <a:spAutoFit/>
          </a:bodyPr>
          <a:lstStyle/>
          <a:p>
            <a:pPr algn="ctr"/>
            <a:r>
              <a:rPr lang="en-US" sz="900" dirty="0"/>
              <a:t>257</a:t>
            </a:r>
          </a:p>
        </p:txBody>
      </p:sp>
      <p:sp>
        <p:nvSpPr>
          <p:cNvPr id="75" name="TextBox 74">
            <a:extLst>
              <a:ext uri="{FF2B5EF4-FFF2-40B4-BE49-F238E27FC236}">
                <a16:creationId xmlns:a16="http://schemas.microsoft.com/office/drawing/2014/main" id="{2A2FFD74-4E28-2225-A7B6-016CC389F00A}"/>
              </a:ext>
            </a:extLst>
          </p:cNvPr>
          <p:cNvSpPr txBox="1"/>
          <p:nvPr/>
        </p:nvSpPr>
        <p:spPr>
          <a:xfrm>
            <a:off x="6654802" y="3788329"/>
            <a:ext cx="570089" cy="230832"/>
          </a:xfrm>
          <a:prstGeom prst="rect">
            <a:avLst/>
          </a:prstGeom>
          <a:noFill/>
        </p:spPr>
        <p:txBody>
          <a:bodyPr wrap="square" rtlCol="0">
            <a:spAutoFit/>
          </a:bodyPr>
          <a:lstStyle/>
          <a:p>
            <a:pPr algn="ctr"/>
            <a:r>
              <a:rPr lang="en-US" sz="900" dirty="0"/>
              <a:t>37</a:t>
            </a:r>
          </a:p>
        </p:txBody>
      </p:sp>
      <p:sp>
        <p:nvSpPr>
          <p:cNvPr id="73" name="TextBox 72">
            <a:extLst>
              <a:ext uri="{FF2B5EF4-FFF2-40B4-BE49-F238E27FC236}">
                <a16:creationId xmlns:a16="http://schemas.microsoft.com/office/drawing/2014/main" id="{0014E6A1-B0F7-1D0F-77E8-D2F6B6710A34}"/>
              </a:ext>
            </a:extLst>
          </p:cNvPr>
          <p:cNvSpPr txBox="1"/>
          <p:nvPr/>
        </p:nvSpPr>
        <p:spPr>
          <a:xfrm>
            <a:off x="5147734" y="3287385"/>
            <a:ext cx="570089" cy="230832"/>
          </a:xfrm>
          <a:prstGeom prst="rect">
            <a:avLst/>
          </a:prstGeom>
          <a:noFill/>
        </p:spPr>
        <p:txBody>
          <a:bodyPr wrap="square" rtlCol="0">
            <a:spAutoFit/>
          </a:bodyPr>
          <a:lstStyle/>
          <a:p>
            <a:pPr algn="ctr"/>
            <a:r>
              <a:rPr lang="en-US" sz="900" dirty="0"/>
              <a:t>357</a:t>
            </a:r>
          </a:p>
        </p:txBody>
      </p:sp>
      <p:sp>
        <p:nvSpPr>
          <p:cNvPr id="78" name="TextBox 77">
            <a:extLst>
              <a:ext uri="{FF2B5EF4-FFF2-40B4-BE49-F238E27FC236}">
                <a16:creationId xmlns:a16="http://schemas.microsoft.com/office/drawing/2014/main" id="{52CCC8FF-4550-3AF9-E9E3-79E8C32C01BA}"/>
              </a:ext>
            </a:extLst>
          </p:cNvPr>
          <p:cNvSpPr txBox="1"/>
          <p:nvPr/>
        </p:nvSpPr>
        <p:spPr>
          <a:xfrm>
            <a:off x="6152446" y="3788329"/>
            <a:ext cx="570089" cy="230832"/>
          </a:xfrm>
          <a:prstGeom prst="rect">
            <a:avLst/>
          </a:prstGeom>
          <a:noFill/>
        </p:spPr>
        <p:txBody>
          <a:bodyPr wrap="square" rtlCol="0">
            <a:spAutoFit/>
          </a:bodyPr>
          <a:lstStyle/>
          <a:p>
            <a:pPr algn="ctr"/>
            <a:r>
              <a:rPr lang="en-US" sz="900" dirty="0"/>
              <a:t>357</a:t>
            </a:r>
          </a:p>
        </p:txBody>
      </p:sp>
      <p:sp>
        <p:nvSpPr>
          <p:cNvPr id="79" name="TextBox 78">
            <a:extLst>
              <a:ext uri="{FF2B5EF4-FFF2-40B4-BE49-F238E27FC236}">
                <a16:creationId xmlns:a16="http://schemas.microsoft.com/office/drawing/2014/main" id="{3978FDDE-4F14-F792-872F-B6BDD8E4767E}"/>
              </a:ext>
            </a:extLst>
          </p:cNvPr>
          <p:cNvSpPr txBox="1"/>
          <p:nvPr/>
        </p:nvSpPr>
        <p:spPr>
          <a:xfrm>
            <a:off x="6214537" y="3237891"/>
            <a:ext cx="462845" cy="584775"/>
          </a:xfrm>
          <a:prstGeom prst="rect">
            <a:avLst/>
          </a:prstGeom>
          <a:noFill/>
        </p:spPr>
        <p:txBody>
          <a:bodyPr wrap="square" rtlCol="0">
            <a:spAutoFit/>
          </a:bodyPr>
          <a:lstStyle/>
          <a:p>
            <a:pPr algn="ctr"/>
            <a:r>
              <a:rPr lang="en-US" sz="3200" dirty="0"/>
              <a:t>9</a:t>
            </a:r>
          </a:p>
        </p:txBody>
      </p:sp>
      <p:sp>
        <p:nvSpPr>
          <p:cNvPr id="48" name="TextBox 47">
            <a:extLst>
              <a:ext uri="{FF2B5EF4-FFF2-40B4-BE49-F238E27FC236}">
                <a16:creationId xmlns:a16="http://schemas.microsoft.com/office/drawing/2014/main" id="{7B0403EA-AACB-80C8-F4A6-B2B7AB0D53C7}"/>
              </a:ext>
            </a:extLst>
          </p:cNvPr>
          <p:cNvSpPr txBox="1"/>
          <p:nvPr/>
        </p:nvSpPr>
        <p:spPr>
          <a:xfrm>
            <a:off x="3716867" y="1727886"/>
            <a:ext cx="462845" cy="584775"/>
          </a:xfrm>
          <a:prstGeom prst="rect">
            <a:avLst/>
          </a:prstGeom>
          <a:noFill/>
        </p:spPr>
        <p:txBody>
          <a:bodyPr wrap="square" rtlCol="0">
            <a:spAutoFit/>
          </a:bodyPr>
          <a:lstStyle/>
          <a:p>
            <a:pPr algn="ctr"/>
            <a:r>
              <a:rPr lang="en-US" sz="3200" dirty="0"/>
              <a:t>4</a:t>
            </a:r>
          </a:p>
        </p:txBody>
      </p:sp>
      <p:sp>
        <p:nvSpPr>
          <p:cNvPr id="49" name="TextBox 48">
            <a:extLst>
              <a:ext uri="{FF2B5EF4-FFF2-40B4-BE49-F238E27FC236}">
                <a16:creationId xmlns:a16="http://schemas.microsoft.com/office/drawing/2014/main" id="{34657AA2-59BD-4555-ED10-381C5BE320D0}"/>
              </a:ext>
            </a:extLst>
          </p:cNvPr>
          <p:cNvSpPr txBox="1"/>
          <p:nvPr/>
        </p:nvSpPr>
        <p:spPr>
          <a:xfrm>
            <a:off x="5715003" y="3237891"/>
            <a:ext cx="462845" cy="584775"/>
          </a:xfrm>
          <a:prstGeom prst="rect">
            <a:avLst/>
          </a:prstGeom>
          <a:noFill/>
        </p:spPr>
        <p:txBody>
          <a:bodyPr wrap="square" rtlCol="0">
            <a:spAutoFit/>
          </a:bodyPr>
          <a:lstStyle/>
          <a:p>
            <a:pPr algn="ctr"/>
            <a:r>
              <a:rPr lang="en-US" sz="3200" dirty="0"/>
              <a:t>4</a:t>
            </a:r>
          </a:p>
        </p:txBody>
      </p:sp>
      <p:sp>
        <p:nvSpPr>
          <p:cNvPr id="46" name="TextBox 45">
            <a:extLst>
              <a:ext uri="{FF2B5EF4-FFF2-40B4-BE49-F238E27FC236}">
                <a16:creationId xmlns:a16="http://schemas.microsoft.com/office/drawing/2014/main" id="{D987C998-A6DA-42D3-0B2A-8D75D413EE66}"/>
              </a:ext>
            </a:extLst>
          </p:cNvPr>
          <p:cNvSpPr txBox="1"/>
          <p:nvPr/>
        </p:nvSpPr>
        <p:spPr>
          <a:xfrm>
            <a:off x="3217333" y="721216"/>
            <a:ext cx="462845" cy="584775"/>
          </a:xfrm>
          <a:prstGeom prst="rect">
            <a:avLst/>
          </a:prstGeom>
          <a:noFill/>
        </p:spPr>
        <p:txBody>
          <a:bodyPr wrap="square" rtlCol="0">
            <a:spAutoFit/>
          </a:bodyPr>
          <a:lstStyle/>
          <a:p>
            <a:pPr algn="ctr"/>
            <a:r>
              <a:rPr lang="en-US" sz="3200" dirty="0"/>
              <a:t>9</a:t>
            </a:r>
          </a:p>
        </p:txBody>
      </p:sp>
      <p:sp>
        <p:nvSpPr>
          <p:cNvPr id="47" name="TextBox 46">
            <a:extLst>
              <a:ext uri="{FF2B5EF4-FFF2-40B4-BE49-F238E27FC236}">
                <a16:creationId xmlns:a16="http://schemas.microsoft.com/office/drawing/2014/main" id="{DC35A132-AA53-94EE-D931-A4D99A81690F}"/>
              </a:ext>
            </a:extLst>
          </p:cNvPr>
          <p:cNvSpPr txBox="1"/>
          <p:nvPr/>
        </p:nvSpPr>
        <p:spPr>
          <a:xfrm>
            <a:off x="7213604" y="4747898"/>
            <a:ext cx="462845" cy="584775"/>
          </a:xfrm>
          <a:prstGeom prst="rect">
            <a:avLst/>
          </a:prstGeom>
          <a:noFill/>
        </p:spPr>
        <p:txBody>
          <a:bodyPr wrap="square" rtlCol="0">
            <a:spAutoFit/>
          </a:bodyPr>
          <a:lstStyle/>
          <a:p>
            <a:pPr algn="ctr"/>
            <a:r>
              <a:rPr lang="en-US" sz="3200" dirty="0"/>
              <a:t>1</a:t>
            </a:r>
          </a:p>
        </p:txBody>
      </p:sp>
      <p:sp>
        <p:nvSpPr>
          <p:cNvPr id="60" name="TextBox 59">
            <a:extLst>
              <a:ext uri="{FF2B5EF4-FFF2-40B4-BE49-F238E27FC236}">
                <a16:creationId xmlns:a16="http://schemas.microsoft.com/office/drawing/2014/main" id="{2054BB4D-DB31-0C75-91A1-0EE047AC69D2}"/>
              </a:ext>
            </a:extLst>
          </p:cNvPr>
          <p:cNvSpPr txBox="1"/>
          <p:nvPr/>
        </p:nvSpPr>
        <p:spPr>
          <a:xfrm>
            <a:off x="7213604" y="2734556"/>
            <a:ext cx="462845" cy="584775"/>
          </a:xfrm>
          <a:prstGeom prst="rect">
            <a:avLst/>
          </a:prstGeom>
          <a:noFill/>
        </p:spPr>
        <p:txBody>
          <a:bodyPr wrap="square" rtlCol="0">
            <a:spAutoFit/>
          </a:bodyPr>
          <a:lstStyle/>
          <a:p>
            <a:pPr algn="ctr"/>
            <a:r>
              <a:rPr lang="en-US" sz="3200" dirty="0"/>
              <a:t>6</a:t>
            </a:r>
          </a:p>
        </p:txBody>
      </p:sp>
      <p:sp>
        <p:nvSpPr>
          <p:cNvPr id="61" name="TextBox 60">
            <a:extLst>
              <a:ext uri="{FF2B5EF4-FFF2-40B4-BE49-F238E27FC236}">
                <a16:creationId xmlns:a16="http://schemas.microsoft.com/office/drawing/2014/main" id="{60A5D908-7925-145E-993B-8F8E356963B6}"/>
              </a:ext>
            </a:extLst>
          </p:cNvPr>
          <p:cNvSpPr txBox="1"/>
          <p:nvPr/>
        </p:nvSpPr>
        <p:spPr>
          <a:xfrm>
            <a:off x="3640666" y="901933"/>
            <a:ext cx="570089" cy="230832"/>
          </a:xfrm>
          <a:prstGeom prst="rect">
            <a:avLst/>
          </a:prstGeom>
          <a:noFill/>
        </p:spPr>
        <p:txBody>
          <a:bodyPr wrap="square" rtlCol="0">
            <a:spAutoFit/>
          </a:bodyPr>
          <a:lstStyle/>
          <a:p>
            <a:pPr algn="ctr"/>
            <a:r>
              <a:rPr lang="en-US" sz="900" dirty="0"/>
              <a:t>28</a:t>
            </a:r>
          </a:p>
        </p:txBody>
      </p:sp>
      <p:sp>
        <p:nvSpPr>
          <p:cNvPr id="64" name="TextBox 63">
            <a:extLst>
              <a:ext uri="{FF2B5EF4-FFF2-40B4-BE49-F238E27FC236}">
                <a16:creationId xmlns:a16="http://schemas.microsoft.com/office/drawing/2014/main" id="{81DEA6A0-F110-28EA-16AB-8A1042458464}"/>
              </a:ext>
            </a:extLst>
          </p:cNvPr>
          <p:cNvSpPr txBox="1"/>
          <p:nvPr/>
        </p:nvSpPr>
        <p:spPr>
          <a:xfrm>
            <a:off x="5147734" y="901933"/>
            <a:ext cx="570089" cy="230832"/>
          </a:xfrm>
          <a:prstGeom prst="rect">
            <a:avLst/>
          </a:prstGeom>
          <a:noFill/>
        </p:spPr>
        <p:txBody>
          <a:bodyPr wrap="square" rtlCol="0">
            <a:spAutoFit/>
          </a:bodyPr>
          <a:lstStyle/>
          <a:p>
            <a:pPr algn="ctr"/>
            <a:r>
              <a:rPr lang="en-US" sz="900" dirty="0"/>
              <a:t>82</a:t>
            </a:r>
          </a:p>
        </p:txBody>
      </p:sp>
      <p:sp>
        <p:nvSpPr>
          <p:cNvPr id="65" name="TextBox 64">
            <a:extLst>
              <a:ext uri="{FF2B5EF4-FFF2-40B4-BE49-F238E27FC236}">
                <a16:creationId xmlns:a16="http://schemas.microsoft.com/office/drawing/2014/main" id="{D80D3CE3-0F53-F1FA-E986-586CEBA771B9}"/>
              </a:ext>
            </a:extLst>
          </p:cNvPr>
          <p:cNvSpPr txBox="1"/>
          <p:nvPr/>
        </p:nvSpPr>
        <p:spPr>
          <a:xfrm>
            <a:off x="3640666" y="1402877"/>
            <a:ext cx="570089" cy="230832"/>
          </a:xfrm>
          <a:prstGeom prst="rect">
            <a:avLst/>
          </a:prstGeom>
          <a:noFill/>
        </p:spPr>
        <p:txBody>
          <a:bodyPr wrap="square" rtlCol="0">
            <a:spAutoFit/>
          </a:bodyPr>
          <a:lstStyle/>
          <a:p>
            <a:pPr algn="ctr"/>
            <a:r>
              <a:rPr lang="en-US" sz="900" dirty="0"/>
              <a:t>238</a:t>
            </a:r>
          </a:p>
        </p:txBody>
      </p:sp>
      <p:sp>
        <p:nvSpPr>
          <p:cNvPr id="69" name="TextBox 68">
            <a:extLst>
              <a:ext uri="{FF2B5EF4-FFF2-40B4-BE49-F238E27FC236}">
                <a16:creationId xmlns:a16="http://schemas.microsoft.com/office/drawing/2014/main" id="{9CB50F44-21E5-6048-94B1-2F64F58BBD05}"/>
              </a:ext>
            </a:extLst>
          </p:cNvPr>
          <p:cNvSpPr txBox="1"/>
          <p:nvPr/>
        </p:nvSpPr>
        <p:spPr>
          <a:xfrm>
            <a:off x="5650090" y="1402877"/>
            <a:ext cx="570089" cy="230832"/>
          </a:xfrm>
          <a:prstGeom prst="rect">
            <a:avLst/>
          </a:prstGeom>
          <a:noFill/>
        </p:spPr>
        <p:txBody>
          <a:bodyPr wrap="square" rtlCol="0">
            <a:spAutoFit/>
          </a:bodyPr>
          <a:lstStyle/>
          <a:p>
            <a:pPr algn="ctr"/>
            <a:r>
              <a:rPr lang="en-US" sz="900" dirty="0"/>
              <a:t>28</a:t>
            </a:r>
          </a:p>
        </p:txBody>
      </p:sp>
      <p:sp>
        <p:nvSpPr>
          <p:cNvPr id="77" name="TextBox 76">
            <a:extLst>
              <a:ext uri="{FF2B5EF4-FFF2-40B4-BE49-F238E27FC236}">
                <a16:creationId xmlns:a16="http://schemas.microsoft.com/office/drawing/2014/main" id="{FB276ED2-988A-F38F-56E3-20D0EC8453F6}"/>
              </a:ext>
            </a:extLst>
          </p:cNvPr>
          <p:cNvSpPr txBox="1"/>
          <p:nvPr/>
        </p:nvSpPr>
        <p:spPr>
          <a:xfrm>
            <a:off x="3138310" y="1402877"/>
            <a:ext cx="570089" cy="230832"/>
          </a:xfrm>
          <a:prstGeom prst="rect">
            <a:avLst/>
          </a:prstGeom>
          <a:noFill/>
        </p:spPr>
        <p:txBody>
          <a:bodyPr wrap="square" rtlCol="0">
            <a:spAutoFit/>
          </a:bodyPr>
          <a:lstStyle/>
          <a:p>
            <a:pPr algn="ctr"/>
            <a:r>
              <a:rPr lang="en-US" sz="900" dirty="0"/>
              <a:t>23</a:t>
            </a:r>
          </a:p>
        </p:txBody>
      </p:sp>
      <p:sp>
        <p:nvSpPr>
          <p:cNvPr id="83" name="TextBox 82">
            <a:extLst>
              <a:ext uri="{FF2B5EF4-FFF2-40B4-BE49-F238E27FC236}">
                <a16:creationId xmlns:a16="http://schemas.microsoft.com/office/drawing/2014/main" id="{8C8BAEB9-F202-9B52-E9A6-8A44FC8E4489}"/>
              </a:ext>
            </a:extLst>
          </p:cNvPr>
          <p:cNvSpPr txBox="1"/>
          <p:nvPr/>
        </p:nvSpPr>
        <p:spPr>
          <a:xfrm>
            <a:off x="4645378" y="1903821"/>
            <a:ext cx="570089" cy="230832"/>
          </a:xfrm>
          <a:prstGeom prst="rect">
            <a:avLst/>
          </a:prstGeom>
          <a:noFill/>
        </p:spPr>
        <p:txBody>
          <a:bodyPr wrap="square" rtlCol="0">
            <a:spAutoFit/>
          </a:bodyPr>
          <a:lstStyle/>
          <a:p>
            <a:pPr algn="ctr"/>
            <a:r>
              <a:rPr lang="en-US" sz="900" dirty="0"/>
              <a:t>13</a:t>
            </a:r>
          </a:p>
        </p:txBody>
      </p:sp>
      <p:sp>
        <p:nvSpPr>
          <p:cNvPr id="84" name="TextBox 83">
            <a:extLst>
              <a:ext uri="{FF2B5EF4-FFF2-40B4-BE49-F238E27FC236}">
                <a16:creationId xmlns:a16="http://schemas.microsoft.com/office/drawing/2014/main" id="{EC1DB04B-2CBE-4973-B1CD-64F3AC6B995F}"/>
              </a:ext>
            </a:extLst>
          </p:cNvPr>
          <p:cNvSpPr txBox="1"/>
          <p:nvPr/>
        </p:nvSpPr>
        <p:spPr>
          <a:xfrm>
            <a:off x="5650090" y="1903821"/>
            <a:ext cx="570089" cy="230832"/>
          </a:xfrm>
          <a:prstGeom prst="rect">
            <a:avLst/>
          </a:prstGeom>
          <a:noFill/>
        </p:spPr>
        <p:txBody>
          <a:bodyPr wrap="square" rtlCol="0">
            <a:spAutoFit/>
          </a:bodyPr>
          <a:lstStyle/>
          <a:p>
            <a:pPr algn="ctr"/>
            <a:r>
              <a:rPr lang="en-US" sz="900" dirty="0"/>
              <a:t>31</a:t>
            </a:r>
          </a:p>
        </p:txBody>
      </p:sp>
      <p:sp>
        <p:nvSpPr>
          <p:cNvPr id="85" name="TextBox 84">
            <a:extLst>
              <a:ext uri="{FF2B5EF4-FFF2-40B4-BE49-F238E27FC236}">
                <a16:creationId xmlns:a16="http://schemas.microsoft.com/office/drawing/2014/main" id="{C6A34342-9C69-1CD0-AAD7-E654070D4FBA}"/>
              </a:ext>
            </a:extLst>
          </p:cNvPr>
          <p:cNvSpPr txBox="1"/>
          <p:nvPr/>
        </p:nvSpPr>
        <p:spPr>
          <a:xfrm>
            <a:off x="3138310" y="1903821"/>
            <a:ext cx="570089" cy="230832"/>
          </a:xfrm>
          <a:prstGeom prst="rect">
            <a:avLst/>
          </a:prstGeom>
          <a:noFill/>
        </p:spPr>
        <p:txBody>
          <a:bodyPr wrap="square" rtlCol="0">
            <a:spAutoFit/>
          </a:bodyPr>
          <a:lstStyle/>
          <a:p>
            <a:pPr algn="ctr"/>
            <a:r>
              <a:rPr lang="en-US" sz="900" dirty="0"/>
              <a:t>57</a:t>
            </a:r>
          </a:p>
        </p:txBody>
      </p:sp>
      <p:sp>
        <p:nvSpPr>
          <p:cNvPr id="87" name="TextBox 86">
            <a:extLst>
              <a:ext uri="{FF2B5EF4-FFF2-40B4-BE49-F238E27FC236}">
                <a16:creationId xmlns:a16="http://schemas.microsoft.com/office/drawing/2014/main" id="{2263E1E5-2C39-86FB-06FE-26A102329498}"/>
              </a:ext>
            </a:extLst>
          </p:cNvPr>
          <p:cNvSpPr txBox="1"/>
          <p:nvPr/>
        </p:nvSpPr>
        <p:spPr>
          <a:xfrm>
            <a:off x="3138310" y="3406653"/>
            <a:ext cx="570089" cy="230832"/>
          </a:xfrm>
          <a:prstGeom prst="rect">
            <a:avLst/>
          </a:prstGeom>
          <a:noFill/>
        </p:spPr>
        <p:txBody>
          <a:bodyPr wrap="square" rtlCol="0">
            <a:spAutoFit/>
          </a:bodyPr>
          <a:lstStyle/>
          <a:p>
            <a:pPr algn="ctr"/>
            <a:r>
              <a:rPr lang="en-US" sz="900" dirty="0"/>
              <a:t>32</a:t>
            </a:r>
          </a:p>
        </p:txBody>
      </p:sp>
      <p:sp>
        <p:nvSpPr>
          <p:cNvPr id="89" name="TextBox 88">
            <a:extLst>
              <a:ext uri="{FF2B5EF4-FFF2-40B4-BE49-F238E27FC236}">
                <a16:creationId xmlns:a16="http://schemas.microsoft.com/office/drawing/2014/main" id="{8FBB9B6B-D42F-5A4C-2909-1028833515ED}"/>
              </a:ext>
            </a:extLst>
          </p:cNvPr>
          <p:cNvSpPr txBox="1"/>
          <p:nvPr/>
        </p:nvSpPr>
        <p:spPr>
          <a:xfrm>
            <a:off x="4645378" y="4909484"/>
            <a:ext cx="570089" cy="230832"/>
          </a:xfrm>
          <a:prstGeom prst="rect">
            <a:avLst/>
          </a:prstGeom>
          <a:noFill/>
        </p:spPr>
        <p:txBody>
          <a:bodyPr wrap="square" rtlCol="0">
            <a:spAutoFit/>
          </a:bodyPr>
          <a:lstStyle/>
          <a:p>
            <a:pPr algn="ctr"/>
            <a:r>
              <a:rPr lang="en-US" sz="900" dirty="0"/>
              <a:t>235</a:t>
            </a:r>
          </a:p>
        </p:txBody>
      </p:sp>
      <p:sp>
        <p:nvSpPr>
          <p:cNvPr id="90" name="TextBox 89">
            <a:extLst>
              <a:ext uri="{FF2B5EF4-FFF2-40B4-BE49-F238E27FC236}">
                <a16:creationId xmlns:a16="http://schemas.microsoft.com/office/drawing/2014/main" id="{1FCA1CCF-5182-F450-AE13-5D618B4EECF5}"/>
              </a:ext>
            </a:extLst>
          </p:cNvPr>
          <p:cNvSpPr txBox="1"/>
          <p:nvPr/>
        </p:nvSpPr>
        <p:spPr>
          <a:xfrm>
            <a:off x="5147734" y="4909484"/>
            <a:ext cx="570089" cy="230832"/>
          </a:xfrm>
          <a:prstGeom prst="rect">
            <a:avLst/>
          </a:prstGeom>
          <a:noFill/>
        </p:spPr>
        <p:txBody>
          <a:bodyPr wrap="square" rtlCol="0">
            <a:spAutoFit/>
          </a:bodyPr>
          <a:lstStyle/>
          <a:p>
            <a:pPr algn="ctr"/>
            <a:r>
              <a:rPr lang="en-US" sz="900" dirty="0"/>
              <a:t>2357</a:t>
            </a:r>
          </a:p>
        </p:txBody>
      </p:sp>
      <p:sp>
        <p:nvSpPr>
          <p:cNvPr id="91" name="TextBox 90">
            <a:extLst>
              <a:ext uri="{FF2B5EF4-FFF2-40B4-BE49-F238E27FC236}">
                <a16:creationId xmlns:a16="http://schemas.microsoft.com/office/drawing/2014/main" id="{990B4CE6-BA20-3E68-1BB7-1FF6E061CCDA}"/>
              </a:ext>
            </a:extLst>
          </p:cNvPr>
          <p:cNvSpPr txBox="1"/>
          <p:nvPr/>
        </p:nvSpPr>
        <p:spPr>
          <a:xfrm>
            <a:off x="5650090" y="4909484"/>
            <a:ext cx="570089" cy="230832"/>
          </a:xfrm>
          <a:prstGeom prst="rect">
            <a:avLst/>
          </a:prstGeom>
          <a:noFill/>
        </p:spPr>
        <p:txBody>
          <a:bodyPr wrap="square" rtlCol="0">
            <a:spAutoFit/>
          </a:bodyPr>
          <a:lstStyle/>
          <a:p>
            <a:pPr algn="ctr"/>
            <a:r>
              <a:rPr lang="en-US" sz="900" dirty="0"/>
              <a:t>237</a:t>
            </a:r>
          </a:p>
        </p:txBody>
      </p:sp>
      <p:sp>
        <p:nvSpPr>
          <p:cNvPr id="94" name="TextBox 93">
            <a:extLst>
              <a:ext uri="{FF2B5EF4-FFF2-40B4-BE49-F238E27FC236}">
                <a16:creationId xmlns:a16="http://schemas.microsoft.com/office/drawing/2014/main" id="{4DEC78C5-0251-05EE-B98C-4406D106E79C}"/>
              </a:ext>
            </a:extLst>
          </p:cNvPr>
          <p:cNvSpPr txBox="1"/>
          <p:nvPr/>
        </p:nvSpPr>
        <p:spPr>
          <a:xfrm>
            <a:off x="6152446" y="2905709"/>
            <a:ext cx="570089" cy="230832"/>
          </a:xfrm>
          <a:prstGeom prst="rect">
            <a:avLst/>
          </a:prstGeom>
          <a:noFill/>
        </p:spPr>
        <p:txBody>
          <a:bodyPr wrap="square" rtlCol="0">
            <a:spAutoFit/>
          </a:bodyPr>
          <a:lstStyle/>
          <a:p>
            <a:pPr algn="ctr"/>
            <a:r>
              <a:rPr lang="en-US" sz="900" dirty="0"/>
              <a:t>2357</a:t>
            </a:r>
          </a:p>
        </p:txBody>
      </p:sp>
      <p:sp>
        <p:nvSpPr>
          <p:cNvPr id="95" name="TextBox 94">
            <a:extLst>
              <a:ext uri="{FF2B5EF4-FFF2-40B4-BE49-F238E27FC236}">
                <a16:creationId xmlns:a16="http://schemas.microsoft.com/office/drawing/2014/main" id="{E3E1401C-0EB2-C854-1C8D-F2A3AC7C07AD}"/>
              </a:ext>
            </a:extLst>
          </p:cNvPr>
          <p:cNvSpPr txBox="1"/>
          <p:nvPr/>
        </p:nvSpPr>
        <p:spPr>
          <a:xfrm>
            <a:off x="3640666" y="2905709"/>
            <a:ext cx="570089" cy="230832"/>
          </a:xfrm>
          <a:prstGeom prst="rect">
            <a:avLst/>
          </a:prstGeom>
          <a:noFill/>
        </p:spPr>
        <p:txBody>
          <a:bodyPr wrap="square" rtlCol="0">
            <a:spAutoFit/>
          </a:bodyPr>
          <a:lstStyle/>
          <a:p>
            <a:pPr algn="ctr"/>
            <a:r>
              <a:rPr lang="en-US" sz="900" dirty="0"/>
              <a:t>75</a:t>
            </a:r>
          </a:p>
        </p:txBody>
      </p:sp>
      <p:sp>
        <p:nvSpPr>
          <p:cNvPr id="96" name="TextBox 95">
            <a:extLst>
              <a:ext uri="{FF2B5EF4-FFF2-40B4-BE49-F238E27FC236}">
                <a16:creationId xmlns:a16="http://schemas.microsoft.com/office/drawing/2014/main" id="{336AEEBA-33EE-68EA-79A4-D552676DEC6B}"/>
              </a:ext>
            </a:extLst>
          </p:cNvPr>
          <p:cNvSpPr txBox="1"/>
          <p:nvPr/>
        </p:nvSpPr>
        <p:spPr>
          <a:xfrm>
            <a:off x="5650090" y="2905709"/>
            <a:ext cx="570089" cy="230832"/>
          </a:xfrm>
          <a:prstGeom prst="rect">
            <a:avLst/>
          </a:prstGeom>
          <a:noFill/>
        </p:spPr>
        <p:txBody>
          <a:bodyPr wrap="square" rtlCol="0">
            <a:spAutoFit/>
          </a:bodyPr>
          <a:lstStyle/>
          <a:p>
            <a:pPr algn="ctr"/>
            <a:r>
              <a:rPr lang="en-US" sz="900" dirty="0"/>
              <a:t>2378</a:t>
            </a:r>
          </a:p>
        </p:txBody>
      </p:sp>
      <p:sp>
        <p:nvSpPr>
          <p:cNvPr id="98" name="TextBox 97">
            <a:extLst>
              <a:ext uri="{FF2B5EF4-FFF2-40B4-BE49-F238E27FC236}">
                <a16:creationId xmlns:a16="http://schemas.microsoft.com/office/drawing/2014/main" id="{CBCA4C7B-9CD4-17EB-4A14-49E669F3C481}"/>
              </a:ext>
            </a:extLst>
          </p:cNvPr>
          <p:cNvSpPr txBox="1"/>
          <p:nvPr/>
        </p:nvSpPr>
        <p:spPr>
          <a:xfrm>
            <a:off x="4645378" y="2404765"/>
            <a:ext cx="570089" cy="230832"/>
          </a:xfrm>
          <a:prstGeom prst="rect">
            <a:avLst/>
          </a:prstGeom>
          <a:noFill/>
        </p:spPr>
        <p:txBody>
          <a:bodyPr wrap="square" rtlCol="0">
            <a:spAutoFit/>
          </a:bodyPr>
          <a:lstStyle/>
          <a:p>
            <a:pPr algn="ctr"/>
            <a:r>
              <a:rPr lang="en-US" sz="900" dirty="0"/>
              <a:t>1235</a:t>
            </a:r>
          </a:p>
        </p:txBody>
      </p:sp>
      <p:sp>
        <p:nvSpPr>
          <p:cNvPr id="100" name="TextBox 99">
            <a:extLst>
              <a:ext uri="{FF2B5EF4-FFF2-40B4-BE49-F238E27FC236}">
                <a16:creationId xmlns:a16="http://schemas.microsoft.com/office/drawing/2014/main" id="{51A4C62A-8088-42A7-D9D9-887ACB1CF352}"/>
              </a:ext>
            </a:extLst>
          </p:cNvPr>
          <p:cNvSpPr txBox="1"/>
          <p:nvPr/>
        </p:nvSpPr>
        <p:spPr>
          <a:xfrm>
            <a:off x="4645378" y="3907597"/>
            <a:ext cx="570089" cy="230832"/>
          </a:xfrm>
          <a:prstGeom prst="rect">
            <a:avLst/>
          </a:prstGeom>
          <a:noFill/>
        </p:spPr>
        <p:txBody>
          <a:bodyPr wrap="square" rtlCol="0">
            <a:spAutoFit/>
          </a:bodyPr>
          <a:lstStyle/>
          <a:p>
            <a:pPr algn="ctr"/>
            <a:r>
              <a:rPr lang="en-US" sz="900" dirty="0"/>
              <a:t>15</a:t>
            </a:r>
          </a:p>
        </p:txBody>
      </p:sp>
      <p:sp>
        <p:nvSpPr>
          <p:cNvPr id="101" name="TextBox 100">
            <a:extLst>
              <a:ext uri="{FF2B5EF4-FFF2-40B4-BE49-F238E27FC236}">
                <a16:creationId xmlns:a16="http://schemas.microsoft.com/office/drawing/2014/main" id="{049A9014-3F1F-32E9-F6A1-2F685A89AE91}"/>
              </a:ext>
            </a:extLst>
          </p:cNvPr>
          <p:cNvSpPr txBox="1"/>
          <p:nvPr/>
        </p:nvSpPr>
        <p:spPr>
          <a:xfrm>
            <a:off x="3716867" y="4244561"/>
            <a:ext cx="462845" cy="584775"/>
          </a:xfrm>
          <a:prstGeom prst="rect">
            <a:avLst/>
          </a:prstGeom>
          <a:noFill/>
        </p:spPr>
        <p:txBody>
          <a:bodyPr wrap="square" rtlCol="0">
            <a:spAutoFit/>
          </a:bodyPr>
          <a:lstStyle/>
          <a:p>
            <a:pPr algn="ctr"/>
            <a:r>
              <a:rPr lang="en-US" sz="3200" dirty="0"/>
              <a:t>1</a:t>
            </a:r>
          </a:p>
        </p:txBody>
      </p:sp>
      <p:sp>
        <p:nvSpPr>
          <p:cNvPr id="53" name="TextBox 52">
            <a:extLst>
              <a:ext uri="{FF2B5EF4-FFF2-40B4-BE49-F238E27FC236}">
                <a16:creationId xmlns:a16="http://schemas.microsoft.com/office/drawing/2014/main" id="{62A0F866-048F-0B5B-9718-D180313FADC8}"/>
              </a:ext>
            </a:extLst>
          </p:cNvPr>
          <p:cNvSpPr txBox="1"/>
          <p:nvPr/>
        </p:nvSpPr>
        <p:spPr>
          <a:xfrm>
            <a:off x="4216401" y="3741226"/>
            <a:ext cx="462845" cy="584775"/>
          </a:xfrm>
          <a:prstGeom prst="rect">
            <a:avLst/>
          </a:prstGeom>
          <a:noFill/>
        </p:spPr>
        <p:txBody>
          <a:bodyPr wrap="square" rtlCol="0">
            <a:spAutoFit/>
          </a:bodyPr>
          <a:lstStyle/>
          <a:p>
            <a:pPr algn="ctr"/>
            <a:r>
              <a:rPr lang="en-US" sz="3200" dirty="0"/>
              <a:t>2</a:t>
            </a:r>
          </a:p>
        </p:txBody>
      </p:sp>
      <p:sp>
        <p:nvSpPr>
          <p:cNvPr id="56" name="TextBox 55">
            <a:extLst>
              <a:ext uri="{FF2B5EF4-FFF2-40B4-BE49-F238E27FC236}">
                <a16:creationId xmlns:a16="http://schemas.microsoft.com/office/drawing/2014/main" id="{0C79035D-B582-CC95-1FDD-E74E7CE6E44B}"/>
              </a:ext>
            </a:extLst>
          </p:cNvPr>
          <p:cNvSpPr txBox="1"/>
          <p:nvPr/>
        </p:nvSpPr>
        <p:spPr>
          <a:xfrm>
            <a:off x="6214537" y="721216"/>
            <a:ext cx="462845" cy="584775"/>
          </a:xfrm>
          <a:prstGeom prst="rect">
            <a:avLst/>
          </a:prstGeom>
          <a:noFill/>
        </p:spPr>
        <p:txBody>
          <a:bodyPr wrap="square" rtlCol="0">
            <a:spAutoFit/>
          </a:bodyPr>
          <a:lstStyle/>
          <a:p>
            <a:pPr algn="ctr"/>
            <a:r>
              <a:rPr lang="en-US" sz="3200" dirty="0"/>
              <a:t>1</a:t>
            </a:r>
          </a:p>
        </p:txBody>
      </p:sp>
      <p:sp>
        <p:nvSpPr>
          <p:cNvPr id="54" name="TextBox 53">
            <a:extLst>
              <a:ext uri="{FF2B5EF4-FFF2-40B4-BE49-F238E27FC236}">
                <a16:creationId xmlns:a16="http://schemas.microsoft.com/office/drawing/2014/main" id="{53061B36-2A4A-0471-030B-4665DE25CA23}"/>
              </a:ext>
            </a:extLst>
          </p:cNvPr>
          <p:cNvSpPr txBox="1"/>
          <p:nvPr/>
        </p:nvSpPr>
        <p:spPr>
          <a:xfrm>
            <a:off x="5147734" y="3907597"/>
            <a:ext cx="570089" cy="230832"/>
          </a:xfrm>
          <a:prstGeom prst="rect">
            <a:avLst/>
          </a:prstGeom>
          <a:noFill/>
        </p:spPr>
        <p:txBody>
          <a:bodyPr wrap="square" rtlCol="0">
            <a:spAutoFit/>
          </a:bodyPr>
          <a:lstStyle/>
          <a:p>
            <a:pPr algn="ctr"/>
            <a:r>
              <a:rPr lang="en-US" sz="900" dirty="0"/>
              <a:t>157</a:t>
            </a:r>
          </a:p>
        </p:txBody>
      </p:sp>
      <p:sp>
        <p:nvSpPr>
          <p:cNvPr id="55" name="TextBox 54">
            <a:extLst>
              <a:ext uri="{FF2B5EF4-FFF2-40B4-BE49-F238E27FC236}">
                <a16:creationId xmlns:a16="http://schemas.microsoft.com/office/drawing/2014/main" id="{5076227F-2EAB-F89B-6485-F7FE588AC304}"/>
              </a:ext>
            </a:extLst>
          </p:cNvPr>
          <p:cNvSpPr txBox="1"/>
          <p:nvPr/>
        </p:nvSpPr>
        <p:spPr>
          <a:xfrm>
            <a:off x="6714071" y="4747898"/>
            <a:ext cx="462845" cy="584775"/>
          </a:xfrm>
          <a:prstGeom prst="rect">
            <a:avLst/>
          </a:prstGeom>
          <a:noFill/>
        </p:spPr>
        <p:txBody>
          <a:bodyPr wrap="square" rtlCol="0">
            <a:spAutoFit/>
          </a:bodyPr>
          <a:lstStyle/>
          <a:p>
            <a:pPr algn="ctr"/>
            <a:r>
              <a:rPr lang="en-US" sz="3200" dirty="0"/>
              <a:t>8</a:t>
            </a:r>
          </a:p>
        </p:txBody>
      </p:sp>
      <p:sp>
        <p:nvSpPr>
          <p:cNvPr id="80" name="TextBox 79">
            <a:extLst>
              <a:ext uri="{FF2B5EF4-FFF2-40B4-BE49-F238E27FC236}">
                <a16:creationId xmlns:a16="http://schemas.microsoft.com/office/drawing/2014/main" id="{3B647AE4-D782-A476-6072-8D2B709FB91B}"/>
              </a:ext>
            </a:extLst>
          </p:cNvPr>
          <p:cNvSpPr txBox="1"/>
          <p:nvPr/>
        </p:nvSpPr>
        <p:spPr>
          <a:xfrm>
            <a:off x="6214537" y="4747898"/>
            <a:ext cx="462845" cy="584775"/>
          </a:xfrm>
          <a:prstGeom prst="rect">
            <a:avLst/>
          </a:prstGeom>
          <a:noFill/>
        </p:spPr>
        <p:txBody>
          <a:bodyPr wrap="square" rtlCol="0">
            <a:spAutoFit/>
          </a:bodyPr>
          <a:lstStyle/>
          <a:p>
            <a:pPr algn="ctr"/>
            <a:r>
              <a:rPr lang="en-US" sz="3200" dirty="0"/>
              <a:t>6</a:t>
            </a:r>
          </a:p>
        </p:txBody>
      </p:sp>
      <p:sp>
        <p:nvSpPr>
          <p:cNvPr id="81" name="TextBox 80">
            <a:extLst>
              <a:ext uri="{FF2B5EF4-FFF2-40B4-BE49-F238E27FC236}">
                <a16:creationId xmlns:a16="http://schemas.microsoft.com/office/drawing/2014/main" id="{3CC5922C-123E-E724-B565-EC0704E0032D}"/>
              </a:ext>
            </a:extLst>
          </p:cNvPr>
          <p:cNvSpPr txBox="1"/>
          <p:nvPr/>
        </p:nvSpPr>
        <p:spPr>
          <a:xfrm>
            <a:off x="4216401" y="3237891"/>
            <a:ext cx="462845" cy="584775"/>
          </a:xfrm>
          <a:prstGeom prst="rect">
            <a:avLst/>
          </a:prstGeom>
          <a:noFill/>
        </p:spPr>
        <p:txBody>
          <a:bodyPr wrap="square" rtlCol="0">
            <a:spAutoFit/>
          </a:bodyPr>
          <a:lstStyle/>
          <a:p>
            <a:pPr algn="ctr"/>
            <a:r>
              <a:rPr lang="en-US" sz="3200" dirty="0"/>
              <a:t>8</a:t>
            </a:r>
          </a:p>
        </p:txBody>
      </p:sp>
      <p:sp>
        <p:nvSpPr>
          <p:cNvPr id="93" name="TextBox 92">
            <a:extLst>
              <a:ext uri="{FF2B5EF4-FFF2-40B4-BE49-F238E27FC236}">
                <a16:creationId xmlns:a16="http://schemas.microsoft.com/office/drawing/2014/main" id="{8FC95D6C-7819-F591-BAF0-B55D52D985C6}"/>
              </a:ext>
            </a:extLst>
          </p:cNvPr>
          <p:cNvSpPr txBox="1"/>
          <p:nvPr/>
        </p:nvSpPr>
        <p:spPr>
          <a:xfrm>
            <a:off x="4715935" y="4244561"/>
            <a:ext cx="462845" cy="584775"/>
          </a:xfrm>
          <a:prstGeom prst="rect">
            <a:avLst/>
          </a:prstGeom>
          <a:noFill/>
        </p:spPr>
        <p:txBody>
          <a:bodyPr wrap="square" rtlCol="0">
            <a:spAutoFit/>
          </a:bodyPr>
          <a:lstStyle/>
          <a:p>
            <a:pPr algn="ctr"/>
            <a:r>
              <a:rPr lang="en-US" sz="3200" dirty="0"/>
              <a:t>8</a:t>
            </a:r>
          </a:p>
        </p:txBody>
      </p:sp>
      <p:sp>
        <p:nvSpPr>
          <p:cNvPr id="72" name="TextBox 71">
            <a:extLst>
              <a:ext uri="{FF2B5EF4-FFF2-40B4-BE49-F238E27FC236}">
                <a16:creationId xmlns:a16="http://schemas.microsoft.com/office/drawing/2014/main" id="{38DA257F-64FE-770C-1954-1CC566F15629}"/>
              </a:ext>
            </a:extLst>
          </p:cNvPr>
          <p:cNvSpPr txBox="1"/>
          <p:nvPr/>
        </p:nvSpPr>
        <p:spPr>
          <a:xfrm>
            <a:off x="5215469" y="1224551"/>
            <a:ext cx="462845" cy="584775"/>
          </a:xfrm>
          <a:prstGeom prst="rect">
            <a:avLst/>
          </a:prstGeom>
          <a:noFill/>
        </p:spPr>
        <p:txBody>
          <a:bodyPr wrap="square" rtlCol="0">
            <a:spAutoFit/>
          </a:bodyPr>
          <a:lstStyle/>
          <a:p>
            <a:pPr algn="ctr"/>
            <a:r>
              <a:rPr lang="en-US" sz="3200" dirty="0"/>
              <a:t>6</a:t>
            </a:r>
          </a:p>
        </p:txBody>
      </p:sp>
      <p:sp>
        <p:nvSpPr>
          <p:cNvPr id="76" name="TextBox 75">
            <a:extLst>
              <a:ext uri="{FF2B5EF4-FFF2-40B4-BE49-F238E27FC236}">
                <a16:creationId xmlns:a16="http://schemas.microsoft.com/office/drawing/2014/main" id="{C59825F2-A80B-03EC-E5A2-58511E069BD8}"/>
              </a:ext>
            </a:extLst>
          </p:cNvPr>
          <p:cNvSpPr txBox="1"/>
          <p:nvPr/>
        </p:nvSpPr>
        <p:spPr>
          <a:xfrm>
            <a:off x="3217333" y="2734556"/>
            <a:ext cx="462845" cy="584775"/>
          </a:xfrm>
          <a:prstGeom prst="rect">
            <a:avLst/>
          </a:prstGeom>
          <a:noFill/>
        </p:spPr>
        <p:txBody>
          <a:bodyPr wrap="square" rtlCol="0">
            <a:spAutoFit/>
          </a:bodyPr>
          <a:lstStyle/>
          <a:p>
            <a:pPr algn="ctr"/>
            <a:r>
              <a:rPr lang="en-US" sz="3200" dirty="0"/>
              <a:t>1</a:t>
            </a:r>
          </a:p>
        </p:txBody>
      </p:sp>
      <p:sp>
        <p:nvSpPr>
          <p:cNvPr id="67" name="TextBox 66">
            <a:extLst>
              <a:ext uri="{FF2B5EF4-FFF2-40B4-BE49-F238E27FC236}">
                <a16:creationId xmlns:a16="http://schemas.microsoft.com/office/drawing/2014/main" id="{D54E25F8-B9FC-0109-D811-119489AC7636}"/>
              </a:ext>
            </a:extLst>
          </p:cNvPr>
          <p:cNvSpPr txBox="1"/>
          <p:nvPr/>
        </p:nvSpPr>
        <p:spPr>
          <a:xfrm>
            <a:off x="3217333" y="2231221"/>
            <a:ext cx="462845" cy="584775"/>
          </a:xfrm>
          <a:prstGeom prst="rect">
            <a:avLst/>
          </a:prstGeom>
          <a:noFill/>
        </p:spPr>
        <p:txBody>
          <a:bodyPr wrap="square" rtlCol="0">
            <a:spAutoFit/>
          </a:bodyPr>
          <a:lstStyle/>
          <a:p>
            <a:pPr algn="ctr"/>
            <a:r>
              <a:rPr lang="en-US" sz="3200" dirty="0"/>
              <a:t>6</a:t>
            </a:r>
          </a:p>
        </p:txBody>
      </p:sp>
    </p:spTree>
    <p:extLst>
      <p:ext uri="{BB962C8B-B14F-4D97-AF65-F5344CB8AC3E}">
        <p14:creationId xmlns:p14="http://schemas.microsoft.com/office/powerpoint/2010/main" val="3168233812"/>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7BEB3C-4D42-5FCF-CAFA-F2190C061AB1}"/>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5E490DC5-470E-1DF8-5C70-F0EF2F086CD2}"/>
              </a:ext>
            </a:extLst>
          </p:cNvPr>
          <p:cNvSpPr>
            <a:spLocks noGrp="1"/>
          </p:cNvSpPr>
          <p:nvPr>
            <p:ph sz="half" idx="1"/>
          </p:nvPr>
        </p:nvSpPr>
        <p:spPr/>
        <p:txBody>
          <a:bodyPr>
            <a:normAutofit/>
          </a:bodyPr>
          <a:lstStyle/>
          <a:p>
            <a:r>
              <a:rPr lang="en-US" dirty="0"/>
              <a:t>Last 1 in center block.</a:t>
            </a:r>
          </a:p>
        </p:txBody>
      </p:sp>
      <p:pic>
        <p:nvPicPr>
          <p:cNvPr id="4" name="Picture 3" descr="A grid of sudoku puzzle&#10;&#10;Description automatically generated">
            <a:extLst>
              <a:ext uri="{FF2B5EF4-FFF2-40B4-BE49-F238E27FC236}">
                <a16:creationId xmlns:a16="http://schemas.microsoft.com/office/drawing/2014/main" id="{3C7255FC-BDFE-79C2-8666-D00EB3DDF656}"/>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AD298906-7A27-6F64-3D09-DF8C93E83CC4}"/>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44F90914-EC6F-C033-46F9-EBF2510303E5}"/>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F8260E5A-5D5D-D7CD-3A8F-2C33DA0D6736}"/>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3DD32F1C-E8FA-3077-7B55-37235EDC5B76}"/>
              </a:ext>
            </a:extLst>
          </p:cNvPr>
          <p:cNvSpPr txBox="1"/>
          <p:nvPr/>
        </p:nvSpPr>
        <p:spPr>
          <a:xfrm>
            <a:off x="4715935" y="1224551"/>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8" name="TextBox 7">
            <a:extLst>
              <a:ext uri="{FF2B5EF4-FFF2-40B4-BE49-F238E27FC236}">
                <a16:creationId xmlns:a16="http://schemas.microsoft.com/office/drawing/2014/main" id="{BF62B182-B51C-2514-5C6E-1D4A79259116}"/>
              </a:ext>
            </a:extLst>
          </p:cNvPr>
          <p:cNvSpPr txBox="1"/>
          <p:nvPr/>
        </p:nvSpPr>
        <p:spPr>
          <a:xfrm>
            <a:off x="6214537" y="122455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9" name="TextBox 8">
            <a:extLst>
              <a:ext uri="{FF2B5EF4-FFF2-40B4-BE49-F238E27FC236}">
                <a16:creationId xmlns:a16="http://schemas.microsoft.com/office/drawing/2014/main" id="{C10BEA9F-8CC2-8A91-80F7-84686440106B}"/>
              </a:ext>
            </a:extLst>
          </p:cNvPr>
          <p:cNvSpPr txBox="1"/>
          <p:nvPr/>
        </p:nvSpPr>
        <p:spPr>
          <a:xfrm>
            <a:off x="6714071" y="1224551"/>
            <a:ext cx="462845" cy="584775"/>
          </a:xfrm>
          <a:prstGeom prst="rect">
            <a:avLst/>
          </a:prstGeom>
          <a:solidFill>
            <a:srgbClr val="FFFF00">
              <a:alpha val="30000"/>
            </a:srgbClr>
          </a:solidFill>
        </p:spPr>
        <p:txBody>
          <a:bodyPr wrap="square" rtlCol="0">
            <a:spAutoFit/>
          </a:bodyPr>
          <a:lstStyle/>
          <a:p>
            <a:pPr algn="ctr"/>
            <a:r>
              <a:rPr lang="en-US" sz="3200" dirty="0"/>
              <a:t>9</a:t>
            </a:r>
          </a:p>
        </p:txBody>
      </p:sp>
      <p:sp>
        <p:nvSpPr>
          <p:cNvPr id="10" name="TextBox 9">
            <a:extLst>
              <a:ext uri="{FF2B5EF4-FFF2-40B4-BE49-F238E27FC236}">
                <a16:creationId xmlns:a16="http://schemas.microsoft.com/office/drawing/2014/main" id="{71997C04-5CFA-AA5F-99F5-7FFB00819771}"/>
              </a:ext>
            </a:extLst>
          </p:cNvPr>
          <p:cNvSpPr txBox="1"/>
          <p:nvPr/>
        </p:nvSpPr>
        <p:spPr>
          <a:xfrm>
            <a:off x="7213604" y="122455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11" name="TextBox 10">
            <a:extLst>
              <a:ext uri="{FF2B5EF4-FFF2-40B4-BE49-F238E27FC236}">
                <a16:creationId xmlns:a16="http://schemas.microsoft.com/office/drawing/2014/main" id="{816272BE-E4EE-3D64-9A7E-05657B2E9F27}"/>
              </a:ext>
            </a:extLst>
          </p:cNvPr>
          <p:cNvSpPr txBox="1"/>
          <p:nvPr/>
        </p:nvSpPr>
        <p:spPr>
          <a:xfrm>
            <a:off x="6714071" y="721216"/>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12" name="TextBox 11">
            <a:extLst>
              <a:ext uri="{FF2B5EF4-FFF2-40B4-BE49-F238E27FC236}">
                <a16:creationId xmlns:a16="http://schemas.microsoft.com/office/drawing/2014/main" id="{DAA338C4-FC0D-D9C8-06C2-A599596502AF}"/>
              </a:ext>
            </a:extLst>
          </p:cNvPr>
          <p:cNvSpPr txBox="1"/>
          <p:nvPr/>
        </p:nvSpPr>
        <p:spPr>
          <a:xfrm>
            <a:off x="7213604" y="721216"/>
            <a:ext cx="462845" cy="584775"/>
          </a:xfrm>
          <a:prstGeom prst="rect">
            <a:avLst/>
          </a:prstGeom>
          <a:solidFill>
            <a:srgbClr val="FF0000">
              <a:alpha val="30000"/>
            </a:srgbClr>
          </a:solidFill>
        </p:spPr>
        <p:txBody>
          <a:bodyPr wrap="square" rtlCol="0">
            <a:spAutoFit/>
          </a:bodyPr>
          <a:lstStyle/>
          <a:p>
            <a:pPr algn="ctr"/>
            <a:r>
              <a:rPr lang="en-US" sz="3200" dirty="0"/>
              <a:t>3</a:t>
            </a:r>
          </a:p>
        </p:txBody>
      </p:sp>
      <p:sp>
        <p:nvSpPr>
          <p:cNvPr id="13" name="TextBox 12">
            <a:extLst>
              <a:ext uri="{FF2B5EF4-FFF2-40B4-BE49-F238E27FC236}">
                <a16:creationId xmlns:a16="http://schemas.microsoft.com/office/drawing/2014/main" id="{690DFE7F-9AF1-2218-2655-D8B6E4B7A73A}"/>
              </a:ext>
            </a:extLst>
          </p:cNvPr>
          <p:cNvSpPr txBox="1"/>
          <p:nvPr/>
        </p:nvSpPr>
        <p:spPr>
          <a:xfrm>
            <a:off x="4216401" y="1727886"/>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14" name="TextBox 13">
            <a:extLst>
              <a:ext uri="{FF2B5EF4-FFF2-40B4-BE49-F238E27FC236}">
                <a16:creationId xmlns:a16="http://schemas.microsoft.com/office/drawing/2014/main" id="{DB5B1488-24AC-C7F1-3CAF-B27167E15A38}"/>
              </a:ext>
            </a:extLst>
          </p:cNvPr>
          <p:cNvSpPr txBox="1"/>
          <p:nvPr/>
        </p:nvSpPr>
        <p:spPr>
          <a:xfrm>
            <a:off x="5215469" y="1727886"/>
            <a:ext cx="462845" cy="584775"/>
          </a:xfrm>
          <a:prstGeom prst="rect">
            <a:avLst/>
          </a:prstGeom>
          <a:solidFill>
            <a:srgbClr val="00B050">
              <a:alpha val="40000"/>
            </a:srgbClr>
          </a:solidFill>
        </p:spPr>
        <p:txBody>
          <a:bodyPr wrap="square" rtlCol="0">
            <a:spAutoFit/>
          </a:bodyPr>
          <a:lstStyle/>
          <a:p>
            <a:pPr algn="ctr"/>
            <a:r>
              <a:rPr lang="en-US" sz="3200" dirty="0"/>
              <a:t>9</a:t>
            </a:r>
          </a:p>
        </p:txBody>
      </p:sp>
      <p:sp>
        <p:nvSpPr>
          <p:cNvPr id="15" name="TextBox 14">
            <a:extLst>
              <a:ext uri="{FF2B5EF4-FFF2-40B4-BE49-F238E27FC236}">
                <a16:creationId xmlns:a16="http://schemas.microsoft.com/office/drawing/2014/main" id="{15CD1C48-C79A-FAA1-0FC9-6E46B0203882}"/>
              </a:ext>
            </a:extLst>
          </p:cNvPr>
          <p:cNvSpPr txBox="1"/>
          <p:nvPr/>
        </p:nvSpPr>
        <p:spPr>
          <a:xfrm>
            <a:off x="6214537" y="1727886"/>
            <a:ext cx="462845" cy="584775"/>
          </a:xfrm>
          <a:prstGeom prst="rect">
            <a:avLst/>
          </a:prstGeom>
          <a:solidFill>
            <a:srgbClr val="00B0F0">
              <a:alpha val="30000"/>
            </a:srgbClr>
          </a:solidFill>
        </p:spPr>
        <p:txBody>
          <a:bodyPr wrap="square" rtlCol="0">
            <a:spAutoFit/>
          </a:bodyPr>
          <a:lstStyle/>
          <a:p>
            <a:pPr algn="ctr"/>
            <a:r>
              <a:rPr lang="en-US" sz="3200" dirty="0"/>
              <a:t>8</a:t>
            </a:r>
          </a:p>
        </p:txBody>
      </p:sp>
      <p:sp>
        <p:nvSpPr>
          <p:cNvPr id="16" name="TextBox 15">
            <a:extLst>
              <a:ext uri="{FF2B5EF4-FFF2-40B4-BE49-F238E27FC236}">
                <a16:creationId xmlns:a16="http://schemas.microsoft.com/office/drawing/2014/main" id="{2BAF231A-F6A0-B7FF-4227-7CCE773D0F28}"/>
              </a:ext>
            </a:extLst>
          </p:cNvPr>
          <p:cNvSpPr txBox="1"/>
          <p:nvPr/>
        </p:nvSpPr>
        <p:spPr>
          <a:xfrm>
            <a:off x="6714071" y="1727886"/>
            <a:ext cx="462845" cy="584775"/>
          </a:xfrm>
          <a:prstGeom prst="rect">
            <a:avLst/>
          </a:prstGeom>
          <a:solidFill>
            <a:srgbClr val="0070C0">
              <a:alpha val="40000"/>
            </a:srgbClr>
          </a:solidFill>
        </p:spPr>
        <p:txBody>
          <a:bodyPr wrap="square" rtlCol="0">
            <a:spAutoFit/>
          </a:bodyPr>
          <a:lstStyle/>
          <a:p>
            <a:pPr algn="ctr"/>
            <a:r>
              <a:rPr lang="en-US" sz="3200" dirty="0"/>
              <a:t>6</a:t>
            </a:r>
          </a:p>
        </p:txBody>
      </p:sp>
      <p:sp>
        <p:nvSpPr>
          <p:cNvPr id="17" name="TextBox 16">
            <a:extLst>
              <a:ext uri="{FF2B5EF4-FFF2-40B4-BE49-F238E27FC236}">
                <a16:creationId xmlns:a16="http://schemas.microsoft.com/office/drawing/2014/main" id="{4E7CEC5C-76E1-9700-E711-CBA10DBA0AEE}"/>
              </a:ext>
            </a:extLst>
          </p:cNvPr>
          <p:cNvSpPr txBox="1"/>
          <p:nvPr/>
        </p:nvSpPr>
        <p:spPr>
          <a:xfrm>
            <a:off x="3716867" y="223122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18" name="TextBox 17">
            <a:extLst>
              <a:ext uri="{FF2B5EF4-FFF2-40B4-BE49-F238E27FC236}">
                <a16:creationId xmlns:a16="http://schemas.microsoft.com/office/drawing/2014/main" id="{05DC6F2B-2B93-5E27-78D8-51415253D336}"/>
              </a:ext>
            </a:extLst>
          </p:cNvPr>
          <p:cNvSpPr txBox="1"/>
          <p:nvPr/>
        </p:nvSpPr>
        <p:spPr>
          <a:xfrm>
            <a:off x="5215469" y="2231221"/>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19" name="TextBox 18">
            <a:extLst>
              <a:ext uri="{FF2B5EF4-FFF2-40B4-BE49-F238E27FC236}">
                <a16:creationId xmlns:a16="http://schemas.microsoft.com/office/drawing/2014/main" id="{68BD0E87-A844-A785-A0C6-E859B43FA475}"/>
              </a:ext>
            </a:extLst>
          </p:cNvPr>
          <p:cNvSpPr txBox="1"/>
          <p:nvPr/>
        </p:nvSpPr>
        <p:spPr>
          <a:xfrm>
            <a:off x="5715003" y="2231221"/>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20" name="TextBox 19">
            <a:extLst>
              <a:ext uri="{FF2B5EF4-FFF2-40B4-BE49-F238E27FC236}">
                <a16:creationId xmlns:a16="http://schemas.microsoft.com/office/drawing/2014/main" id="{4319EC7B-895F-AA12-03D0-352AABEBE1BB}"/>
              </a:ext>
            </a:extLst>
          </p:cNvPr>
          <p:cNvSpPr txBox="1"/>
          <p:nvPr/>
        </p:nvSpPr>
        <p:spPr>
          <a:xfrm>
            <a:off x="6214537" y="2231221"/>
            <a:ext cx="462845" cy="584775"/>
          </a:xfrm>
          <a:prstGeom prst="rect">
            <a:avLst/>
          </a:prstGeom>
          <a:solidFill>
            <a:srgbClr val="FF0000">
              <a:alpha val="30000"/>
            </a:srgbClr>
          </a:solidFill>
        </p:spPr>
        <p:txBody>
          <a:bodyPr wrap="square" rtlCol="0">
            <a:spAutoFit/>
          </a:bodyPr>
          <a:lstStyle/>
          <a:p>
            <a:pPr algn="ctr"/>
            <a:r>
              <a:rPr lang="en-US" sz="3200" dirty="0"/>
              <a:t>4</a:t>
            </a:r>
          </a:p>
        </p:txBody>
      </p:sp>
      <p:sp>
        <p:nvSpPr>
          <p:cNvPr id="21" name="TextBox 20">
            <a:extLst>
              <a:ext uri="{FF2B5EF4-FFF2-40B4-BE49-F238E27FC236}">
                <a16:creationId xmlns:a16="http://schemas.microsoft.com/office/drawing/2014/main" id="{BFD94693-8608-CE97-D3A3-04B56C8C683D}"/>
              </a:ext>
            </a:extLst>
          </p:cNvPr>
          <p:cNvSpPr txBox="1"/>
          <p:nvPr/>
        </p:nvSpPr>
        <p:spPr>
          <a:xfrm>
            <a:off x="6714071" y="223122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2" name="TextBox 21">
            <a:extLst>
              <a:ext uri="{FF2B5EF4-FFF2-40B4-BE49-F238E27FC236}">
                <a16:creationId xmlns:a16="http://schemas.microsoft.com/office/drawing/2014/main" id="{3D115B31-BB26-73EC-E1F4-31E79D204F44}"/>
              </a:ext>
            </a:extLst>
          </p:cNvPr>
          <p:cNvSpPr txBox="1"/>
          <p:nvPr/>
        </p:nvSpPr>
        <p:spPr>
          <a:xfrm>
            <a:off x="4216401" y="2734556"/>
            <a:ext cx="462845" cy="584775"/>
          </a:xfrm>
          <a:prstGeom prst="rect">
            <a:avLst/>
          </a:prstGeom>
          <a:solidFill>
            <a:srgbClr val="FF0000">
              <a:alpha val="30000"/>
            </a:srgbClr>
          </a:solidFill>
        </p:spPr>
        <p:txBody>
          <a:bodyPr wrap="square" rtlCol="0">
            <a:spAutoFit/>
          </a:bodyPr>
          <a:lstStyle/>
          <a:p>
            <a:pPr algn="ctr"/>
            <a:r>
              <a:rPr lang="en-US" sz="3200" dirty="0"/>
              <a:t>4</a:t>
            </a:r>
          </a:p>
        </p:txBody>
      </p:sp>
      <p:sp>
        <p:nvSpPr>
          <p:cNvPr id="23" name="TextBox 22">
            <a:extLst>
              <a:ext uri="{FF2B5EF4-FFF2-40B4-BE49-F238E27FC236}">
                <a16:creationId xmlns:a16="http://schemas.microsoft.com/office/drawing/2014/main" id="{A0ABA81F-EC5A-F37B-F4D4-C76E6A9502F5}"/>
              </a:ext>
            </a:extLst>
          </p:cNvPr>
          <p:cNvSpPr txBox="1"/>
          <p:nvPr/>
        </p:nvSpPr>
        <p:spPr>
          <a:xfrm>
            <a:off x="5215469" y="2734556"/>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4" name="TextBox 23">
            <a:extLst>
              <a:ext uri="{FF2B5EF4-FFF2-40B4-BE49-F238E27FC236}">
                <a16:creationId xmlns:a16="http://schemas.microsoft.com/office/drawing/2014/main" id="{74D457C2-80F0-625F-D048-3E1346831933}"/>
              </a:ext>
            </a:extLst>
          </p:cNvPr>
          <p:cNvSpPr txBox="1"/>
          <p:nvPr/>
        </p:nvSpPr>
        <p:spPr>
          <a:xfrm>
            <a:off x="6714071" y="2734556"/>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25" name="TextBox 24">
            <a:extLst>
              <a:ext uri="{FF2B5EF4-FFF2-40B4-BE49-F238E27FC236}">
                <a16:creationId xmlns:a16="http://schemas.microsoft.com/office/drawing/2014/main" id="{94EA2B76-5735-D580-D14B-9EF61FC92259}"/>
              </a:ext>
            </a:extLst>
          </p:cNvPr>
          <p:cNvSpPr txBox="1"/>
          <p:nvPr/>
        </p:nvSpPr>
        <p:spPr>
          <a:xfrm>
            <a:off x="3716867" y="323789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6" name="TextBox 25">
            <a:extLst>
              <a:ext uri="{FF2B5EF4-FFF2-40B4-BE49-F238E27FC236}">
                <a16:creationId xmlns:a16="http://schemas.microsoft.com/office/drawing/2014/main" id="{EC4A33FF-6C43-0FA5-CB91-D024F3130D15}"/>
              </a:ext>
            </a:extLst>
          </p:cNvPr>
          <p:cNvSpPr txBox="1"/>
          <p:nvPr/>
        </p:nvSpPr>
        <p:spPr>
          <a:xfrm>
            <a:off x="4715935" y="3237891"/>
            <a:ext cx="462845" cy="584775"/>
          </a:xfrm>
          <a:prstGeom prst="rect">
            <a:avLst/>
          </a:prstGeom>
          <a:solidFill>
            <a:srgbClr val="FF0000">
              <a:alpha val="30000"/>
            </a:srgbClr>
          </a:solidFill>
        </p:spPr>
        <p:txBody>
          <a:bodyPr wrap="square" rtlCol="0">
            <a:spAutoFit/>
          </a:bodyPr>
          <a:lstStyle/>
          <a:p>
            <a:pPr algn="ctr"/>
            <a:r>
              <a:rPr lang="en-US" sz="3200" dirty="0"/>
              <a:t>6</a:t>
            </a:r>
          </a:p>
        </p:txBody>
      </p:sp>
      <p:sp>
        <p:nvSpPr>
          <p:cNvPr id="27" name="TextBox 26">
            <a:extLst>
              <a:ext uri="{FF2B5EF4-FFF2-40B4-BE49-F238E27FC236}">
                <a16:creationId xmlns:a16="http://schemas.microsoft.com/office/drawing/2014/main" id="{C0C1C5F6-314D-CBA2-3659-DCC6D54DA83B}"/>
              </a:ext>
            </a:extLst>
          </p:cNvPr>
          <p:cNvSpPr txBox="1"/>
          <p:nvPr/>
        </p:nvSpPr>
        <p:spPr>
          <a:xfrm>
            <a:off x="5215469" y="323789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28" name="TextBox 27">
            <a:extLst>
              <a:ext uri="{FF2B5EF4-FFF2-40B4-BE49-F238E27FC236}">
                <a16:creationId xmlns:a16="http://schemas.microsoft.com/office/drawing/2014/main" id="{EF248208-0C4E-CA72-1F82-65E39C840BDF}"/>
              </a:ext>
            </a:extLst>
          </p:cNvPr>
          <p:cNvSpPr txBox="1"/>
          <p:nvPr/>
        </p:nvSpPr>
        <p:spPr>
          <a:xfrm>
            <a:off x="7213604" y="3237891"/>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29" name="TextBox 28">
            <a:extLst>
              <a:ext uri="{FF2B5EF4-FFF2-40B4-BE49-F238E27FC236}">
                <a16:creationId xmlns:a16="http://schemas.microsoft.com/office/drawing/2014/main" id="{C52D2A42-7410-278A-BD6C-02E5A26B0296}"/>
              </a:ext>
            </a:extLst>
          </p:cNvPr>
          <p:cNvSpPr txBox="1"/>
          <p:nvPr/>
        </p:nvSpPr>
        <p:spPr>
          <a:xfrm>
            <a:off x="3217333" y="3741226"/>
            <a:ext cx="462845" cy="584775"/>
          </a:xfrm>
          <a:prstGeom prst="rect">
            <a:avLst/>
          </a:prstGeom>
          <a:solidFill>
            <a:srgbClr val="00B0F0">
              <a:alpha val="30000"/>
            </a:srgbClr>
          </a:solidFill>
        </p:spPr>
        <p:txBody>
          <a:bodyPr wrap="square" rtlCol="0">
            <a:spAutoFit/>
          </a:bodyPr>
          <a:lstStyle/>
          <a:p>
            <a:pPr algn="ctr"/>
            <a:r>
              <a:rPr lang="en-US" sz="3200" dirty="0"/>
              <a:t>8</a:t>
            </a:r>
          </a:p>
        </p:txBody>
      </p:sp>
      <p:sp>
        <p:nvSpPr>
          <p:cNvPr id="30" name="TextBox 29">
            <a:extLst>
              <a:ext uri="{FF2B5EF4-FFF2-40B4-BE49-F238E27FC236}">
                <a16:creationId xmlns:a16="http://schemas.microsoft.com/office/drawing/2014/main" id="{9CFBBC92-C1D9-F84C-62AE-7F876C260058}"/>
              </a:ext>
            </a:extLst>
          </p:cNvPr>
          <p:cNvSpPr txBox="1"/>
          <p:nvPr/>
        </p:nvSpPr>
        <p:spPr>
          <a:xfrm>
            <a:off x="3716867" y="3741226"/>
            <a:ext cx="462845" cy="584775"/>
          </a:xfrm>
          <a:prstGeom prst="rect">
            <a:avLst/>
          </a:prstGeom>
          <a:solidFill>
            <a:srgbClr val="0070C0">
              <a:alpha val="40000"/>
            </a:srgbClr>
          </a:solidFill>
        </p:spPr>
        <p:txBody>
          <a:bodyPr wrap="square" rtlCol="0">
            <a:spAutoFit/>
          </a:bodyPr>
          <a:lstStyle/>
          <a:p>
            <a:pPr algn="ctr"/>
            <a:r>
              <a:rPr lang="en-US" sz="3200" dirty="0"/>
              <a:t>6</a:t>
            </a:r>
          </a:p>
        </p:txBody>
      </p:sp>
      <p:sp>
        <p:nvSpPr>
          <p:cNvPr id="31" name="TextBox 30">
            <a:extLst>
              <a:ext uri="{FF2B5EF4-FFF2-40B4-BE49-F238E27FC236}">
                <a16:creationId xmlns:a16="http://schemas.microsoft.com/office/drawing/2014/main" id="{36642CF3-9B0D-4568-50D4-65FAFA3D1EA5}"/>
              </a:ext>
            </a:extLst>
          </p:cNvPr>
          <p:cNvSpPr txBox="1"/>
          <p:nvPr/>
        </p:nvSpPr>
        <p:spPr>
          <a:xfrm>
            <a:off x="5715003" y="3741226"/>
            <a:ext cx="462845" cy="584775"/>
          </a:xfrm>
          <a:prstGeom prst="rect">
            <a:avLst/>
          </a:prstGeom>
          <a:solidFill>
            <a:srgbClr val="FFFF00">
              <a:alpha val="30000"/>
            </a:srgbClr>
          </a:solidFill>
        </p:spPr>
        <p:txBody>
          <a:bodyPr wrap="square" rtlCol="0">
            <a:spAutoFit/>
          </a:bodyPr>
          <a:lstStyle/>
          <a:p>
            <a:pPr algn="ctr"/>
            <a:r>
              <a:rPr lang="en-US" sz="3200" dirty="0"/>
              <a:t>9</a:t>
            </a:r>
          </a:p>
        </p:txBody>
      </p:sp>
      <p:sp>
        <p:nvSpPr>
          <p:cNvPr id="32" name="TextBox 31">
            <a:extLst>
              <a:ext uri="{FF2B5EF4-FFF2-40B4-BE49-F238E27FC236}">
                <a16:creationId xmlns:a16="http://schemas.microsoft.com/office/drawing/2014/main" id="{B486A065-1174-2D3F-7F1E-E67D2AEBC70B}"/>
              </a:ext>
            </a:extLst>
          </p:cNvPr>
          <p:cNvSpPr txBox="1"/>
          <p:nvPr/>
        </p:nvSpPr>
        <p:spPr>
          <a:xfrm>
            <a:off x="6214537" y="3741226"/>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33" name="TextBox 32">
            <a:extLst>
              <a:ext uri="{FF2B5EF4-FFF2-40B4-BE49-F238E27FC236}">
                <a16:creationId xmlns:a16="http://schemas.microsoft.com/office/drawing/2014/main" id="{3E562417-5EC0-722E-05A2-0D3A6284C292}"/>
              </a:ext>
            </a:extLst>
          </p:cNvPr>
          <p:cNvSpPr txBox="1"/>
          <p:nvPr/>
        </p:nvSpPr>
        <p:spPr>
          <a:xfrm>
            <a:off x="6714071" y="374122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34" name="TextBox 33">
            <a:extLst>
              <a:ext uri="{FF2B5EF4-FFF2-40B4-BE49-F238E27FC236}">
                <a16:creationId xmlns:a16="http://schemas.microsoft.com/office/drawing/2014/main" id="{1A223983-1058-EA90-BE07-A9CC5E7BE45A}"/>
              </a:ext>
            </a:extLst>
          </p:cNvPr>
          <p:cNvSpPr txBox="1"/>
          <p:nvPr/>
        </p:nvSpPr>
        <p:spPr>
          <a:xfrm>
            <a:off x="7213604" y="3741226"/>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35" name="TextBox 34">
            <a:extLst>
              <a:ext uri="{FF2B5EF4-FFF2-40B4-BE49-F238E27FC236}">
                <a16:creationId xmlns:a16="http://schemas.microsoft.com/office/drawing/2014/main" id="{8E64869F-9BF2-EEC6-8797-A3D38CA6BD6C}"/>
              </a:ext>
            </a:extLst>
          </p:cNvPr>
          <p:cNvSpPr txBox="1"/>
          <p:nvPr/>
        </p:nvSpPr>
        <p:spPr>
          <a:xfrm>
            <a:off x="3217333" y="424456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36" name="TextBox 35">
            <a:extLst>
              <a:ext uri="{FF2B5EF4-FFF2-40B4-BE49-F238E27FC236}">
                <a16:creationId xmlns:a16="http://schemas.microsoft.com/office/drawing/2014/main" id="{FF6FB0B8-8A3C-E078-4259-7CA3B442CDA2}"/>
              </a:ext>
            </a:extLst>
          </p:cNvPr>
          <p:cNvSpPr txBox="1"/>
          <p:nvPr/>
        </p:nvSpPr>
        <p:spPr>
          <a:xfrm>
            <a:off x="4216401" y="4244561"/>
            <a:ext cx="462845" cy="584775"/>
          </a:xfrm>
          <a:prstGeom prst="rect">
            <a:avLst/>
          </a:prstGeom>
          <a:solidFill>
            <a:srgbClr val="FF0000">
              <a:alpha val="30000"/>
            </a:srgbClr>
          </a:solidFill>
        </p:spPr>
        <p:txBody>
          <a:bodyPr wrap="square" rtlCol="0">
            <a:spAutoFit/>
          </a:bodyPr>
          <a:lstStyle/>
          <a:p>
            <a:pPr algn="ctr"/>
            <a:r>
              <a:rPr lang="en-US" sz="3200" dirty="0"/>
              <a:t>3</a:t>
            </a:r>
          </a:p>
        </p:txBody>
      </p:sp>
      <p:sp>
        <p:nvSpPr>
          <p:cNvPr id="37" name="TextBox 36">
            <a:extLst>
              <a:ext uri="{FF2B5EF4-FFF2-40B4-BE49-F238E27FC236}">
                <a16:creationId xmlns:a16="http://schemas.microsoft.com/office/drawing/2014/main" id="{52B419EC-266D-6FB8-A6BF-6E102EC2D7B1}"/>
              </a:ext>
            </a:extLst>
          </p:cNvPr>
          <p:cNvSpPr txBox="1"/>
          <p:nvPr/>
        </p:nvSpPr>
        <p:spPr>
          <a:xfrm>
            <a:off x="5715003" y="4244561"/>
            <a:ext cx="462845" cy="584775"/>
          </a:xfrm>
          <a:prstGeom prst="rect">
            <a:avLst/>
          </a:prstGeom>
          <a:solidFill>
            <a:srgbClr val="FF0000">
              <a:alpha val="30000"/>
            </a:srgbClr>
          </a:solidFill>
        </p:spPr>
        <p:txBody>
          <a:bodyPr wrap="square" rtlCol="0">
            <a:spAutoFit/>
          </a:bodyPr>
          <a:lstStyle/>
          <a:p>
            <a:pPr algn="ctr"/>
            <a:r>
              <a:rPr lang="en-US" sz="3200" dirty="0"/>
              <a:t>6</a:t>
            </a:r>
          </a:p>
        </p:txBody>
      </p:sp>
      <p:sp>
        <p:nvSpPr>
          <p:cNvPr id="38" name="TextBox 37">
            <a:extLst>
              <a:ext uri="{FF2B5EF4-FFF2-40B4-BE49-F238E27FC236}">
                <a16:creationId xmlns:a16="http://schemas.microsoft.com/office/drawing/2014/main" id="{51806D73-6B96-F886-7090-1EEBD9A64C70}"/>
              </a:ext>
            </a:extLst>
          </p:cNvPr>
          <p:cNvSpPr txBox="1"/>
          <p:nvPr/>
        </p:nvSpPr>
        <p:spPr>
          <a:xfrm>
            <a:off x="6214537" y="424456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39" name="TextBox 38">
            <a:extLst>
              <a:ext uri="{FF2B5EF4-FFF2-40B4-BE49-F238E27FC236}">
                <a16:creationId xmlns:a16="http://schemas.microsoft.com/office/drawing/2014/main" id="{D46D70D1-4AF1-290E-1BD9-17C39B27D8CD}"/>
              </a:ext>
            </a:extLst>
          </p:cNvPr>
          <p:cNvSpPr txBox="1"/>
          <p:nvPr/>
        </p:nvSpPr>
        <p:spPr>
          <a:xfrm>
            <a:off x="6714071" y="4244561"/>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40" name="TextBox 39">
            <a:extLst>
              <a:ext uri="{FF2B5EF4-FFF2-40B4-BE49-F238E27FC236}">
                <a16:creationId xmlns:a16="http://schemas.microsoft.com/office/drawing/2014/main" id="{241C9BFD-C03C-3CFB-58FD-B485893C6C7A}"/>
              </a:ext>
            </a:extLst>
          </p:cNvPr>
          <p:cNvSpPr txBox="1"/>
          <p:nvPr/>
        </p:nvSpPr>
        <p:spPr>
          <a:xfrm>
            <a:off x="7213604" y="4244561"/>
            <a:ext cx="462845" cy="584775"/>
          </a:xfrm>
          <a:prstGeom prst="rect">
            <a:avLst/>
          </a:prstGeom>
          <a:solidFill>
            <a:srgbClr val="00B050">
              <a:alpha val="40000"/>
            </a:srgbClr>
          </a:solidFill>
        </p:spPr>
        <p:txBody>
          <a:bodyPr wrap="square" rtlCol="0">
            <a:spAutoFit/>
          </a:bodyPr>
          <a:lstStyle/>
          <a:p>
            <a:pPr algn="ctr"/>
            <a:r>
              <a:rPr lang="en-US" sz="3200" dirty="0"/>
              <a:t>9</a:t>
            </a:r>
          </a:p>
        </p:txBody>
      </p:sp>
      <p:sp>
        <p:nvSpPr>
          <p:cNvPr id="41" name="TextBox 40">
            <a:extLst>
              <a:ext uri="{FF2B5EF4-FFF2-40B4-BE49-F238E27FC236}">
                <a16:creationId xmlns:a16="http://schemas.microsoft.com/office/drawing/2014/main" id="{51A71972-4580-D943-A62F-6A45149AAE7A}"/>
              </a:ext>
            </a:extLst>
          </p:cNvPr>
          <p:cNvSpPr txBox="1"/>
          <p:nvPr/>
        </p:nvSpPr>
        <p:spPr>
          <a:xfrm>
            <a:off x="3217333" y="4747898"/>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42" name="TextBox 41">
            <a:extLst>
              <a:ext uri="{FF2B5EF4-FFF2-40B4-BE49-F238E27FC236}">
                <a16:creationId xmlns:a16="http://schemas.microsoft.com/office/drawing/2014/main" id="{67504335-7B53-4029-8255-9933C1227FF0}"/>
              </a:ext>
            </a:extLst>
          </p:cNvPr>
          <p:cNvSpPr txBox="1"/>
          <p:nvPr/>
        </p:nvSpPr>
        <p:spPr>
          <a:xfrm>
            <a:off x="3716867" y="4747898"/>
            <a:ext cx="462845" cy="584775"/>
          </a:xfrm>
          <a:prstGeom prst="rect">
            <a:avLst/>
          </a:prstGeom>
          <a:solidFill>
            <a:srgbClr val="FFFF00">
              <a:alpha val="30000"/>
            </a:srgbClr>
          </a:solidFill>
        </p:spPr>
        <p:txBody>
          <a:bodyPr wrap="square" rtlCol="0">
            <a:spAutoFit/>
          </a:bodyPr>
          <a:lstStyle/>
          <a:p>
            <a:pPr algn="ctr"/>
            <a:r>
              <a:rPr lang="en-US" sz="3200" dirty="0"/>
              <a:t>9</a:t>
            </a:r>
          </a:p>
        </p:txBody>
      </p:sp>
      <p:sp>
        <p:nvSpPr>
          <p:cNvPr id="43" name="TextBox 42">
            <a:extLst>
              <a:ext uri="{FF2B5EF4-FFF2-40B4-BE49-F238E27FC236}">
                <a16:creationId xmlns:a16="http://schemas.microsoft.com/office/drawing/2014/main" id="{B260DF8A-D5F5-2847-F8E7-97CBDCC51B63}"/>
              </a:ext>
            </a:extLst>
          </p:cNvPr>
          <p:cNvSpPr txBox="1"/>
          <p:nvPr/>
        </p:nvSpPr>
        <p:spPr>
          <a:xfrm>
            <a:off x="4216401" y="4747898"/>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44" name="TextBox 43">
            <a:extLst>
              <a:ext uri="{FF2B5EF4-FFF2-40B4-BE49-F238E27FC236}">
                <a16:creationId xmlns:a16="http://schemas.microsoft.com/office/drawing/2014/main" id="{904705B1-2B3C-EA50-F8CC-A7B46A0F5289}"/>
              </a:ext>
            </a:extLst>
          </p:cNvPr>
          <p:cNvSpPr txBox="1"/>
          <p:nvPr/>
        </p:nvSpPr>
        <p:spPr>
          <a:xfrm>
            <a:off x="7157158" y="1522145"/>
            <a:ext cx="570089" cy="230832"/>
          </a:xfrm>
          <a:prstGeom prst="rect">
            <a:avLst/>
          </a:prstGeom>
          <a:noFill/>
        </p:spPr>
        <p:txBody>
          <a:bodyPr wrap="square" rtlCol="0">
            <a:spAutoFit/>
          </a:bodyPr>
          <a:lstStyle/>
          <a:p>
            <a:pPr algn="ctr"/>
            <a:r>
              <a:rPr lang="en-US" sz="900" dirty="0"/>
              <a:t>57</a:t>
            </a:r>
          </a:p>
        </p:txBody>
      </p:sp>
      <p:sp>
        <p:nvSpPr>
          <p:cNvPr id="45" name="TextBox 44">
            <a:extLst>
              <a:ext uri="{FF2B5EF4-FFF2-40B4-BE49-F238E27FC236}">
                <a16:creationId xmlns:a16="http://schemas.microsoft.com/office/drawing/2014/main" id="{39AD9FEE-25D7-83D5-AC92-384981203F32}"/>
              </a:ext>
            </a:extLst>
          </p:cNvPr>
          <p:cNvSpPr txBox="1"/>
          <p:nvPr/>
        </p:nvSpPr>
        <p:spPr>
          <a:xfrm>
            <a:off x="4143022" y="5028752"/>
            <a:ext cx="570089" cy="230832"/>
          </a:xfrm>
          <a:prstGeom prst="rect">
            <a:avLst/>
          </a:prstGeom>
          <a:noFill/>
        </p:spPr>
        <p:txBody>
          <a:bodyPr wrap="square" rtlCol="0">
            <a:spAutoFit/>
          </a:bodyPr>
          <a:lstStyle/>
          <a:p>
            <a:pPr algn="ctr"/>
            <a:r>
              <a:rPr lang="en-US" sz="900" dirty="0"/>
              <a:t>57</a:t>
            </a:r>
          </a:p>
        </p:txBody>
      </p:sp>
      <p:sp>
        <p:nvSpPr>
          <p:cNvPr id="50" name="TextBox 49">
            <a:extLst>
              <a:ext uri="{FF2B5EF4-FFF2-40B4-BE49-F238E27FC236}">
                <a16:creationId xmlns:a16="http://schemas.microsoft.com/office/drawing/2014/main" id="{0A9D816D-2E3F-3C6E-13EF-419A40DEED9C}"/>
              </a:ext>
            </a:extLst>
          </p:cNvPr>
          <p:cNvSpPr txBox="1"/>
          <p:nvPr/>
        </p:nvSpPr>
        <p:spPr>
          <a:xfrm>
            <a:off x="6152446" y="1402877"/>
            <a:ext cx="570089" cy="230832"/>
          </a:xfrm>
          <a:prstGeom prst="rect">
            <a:avLst/>
          </a:prstGeom>
          <a:noFill/>
        </p:spPr>
        <p:txBody>
          <a:bodyPr wrap="square" rtlCol="0">
            <a:spAutoFit/>
          </a:bodyPr>
          <a:lstStyle/>
          <a:p>
            <a:pPr algn="ctr"/>
            <a:r>
              <a:rPr lang="en-US" sz="900" dirty="0"/>
              <a:t>75</a:t>
            </a:r>
          </a:p>
        </p:txBody>
      </p:sp>
      <p:sp>
        <p:nvSpPr>
          <p:cNvPr id="51" name="TextBox 50">
            <a:extLst>
              <a:ext uri="{FF2B5EF4-FFF2-40B4-BE49-F238E27FC236}">
                <a16:creationId xmlns:a16="http://schemas.microsoft.com/office/drawing/2014/main" id="{C4C9264D-1E31-9DB1-3AC2-7C84F9242AA2}"/>
              </a:ext>
            </a:extLst>
          </p:cNvPr>
          <p:cNvSpPr txBox="1"/>
          <p:nvPr/>
        </p:nvSpPr>
        <p:spPr>
          <a:xfrm>
            <a:off x="3138310" y="4408541"/>
            <a:ext cx="570089" cy="230832"/>
          </a:xfrm>
          <a:prstGeom prst="rect">
            <a:avLst/>
          </a:prstGeom>
          <a:noFill/>
        </p:spPr>
        <p:txBody>
          <a:bodyPr wrap="square" rtlCol="0">
            <a:spAutoFit/>
          </a:bodyPr>
          <a:lstStyle/>
          <a:p>
            <a:pPr algn="ctr"/>
            <a:r>
              <a:rPr lang="en-US" sz="900" dirty="0"/>
              <a:t>75</a:t>
            </a:r>
          </a:p>
        </p:txBody>
      </p:sp>
      <p:sp>
        <p:nvSpPr>
          <p:cNvPr id="52" name="TextBox 51">
            <a:extLst>
              <a:ext uri="{FF2B5EF4-FFF2-40B4-BE49-F238E27FC236}">
                <a16:creationId xmlns:a16="http://schemas.microsoft.com/office/drawing/2014/main" id="{1F7F131A-25F3-82E0-2265-EE2F476A5C76}"/>
              </a:ext>
            </a:extLst>
          </p:cNvPr>
          <p:cNvSpPr txBox="1"/>
          <p:nvPr/>
        </p:nvSpPr>
        <p:spPr>
          <a:xfrm>
            <a:off x="3640666" y="3406653"/>
            <a:ext cx="570089" cy="230832"/>
          </a:xfrm>
          <a:prstGeom prst="rect">
            <a:avLst/>
          </a:prstGeom>
          <a:noFill/>
        </p:spPr>
        <p:txBody>
          <a:bodyPr wrap="square" rtlCol="0">
            <a:spAutoFit/>
          </a:bodyPr>
          <a:lstStyle/>
          <a:p>
            <a:pPr algn="ctr"/>
            <a:r>
              <a:rPr lang="en-US" sz="900" dirty="0"/>
              <a:t>2357</a:t>
            </a:r>
          </a:p>
        </p:txBody>
      </p:sp>
      <p:sp>
        <p:nvSpPr>
          <p:cNvPr id="57" name="TextBox 56">
            <a:extLst>
              <a:ext uri="{FF2B5EF4-FFF2-40B4-BE49-F238E27FC236}">
                <a16:creationId xmlns:a16="http://schemas.microsoft.com/office/drawing/2014/main" id="{70FEA207-7ADE-9667-C4DC-D50E4972EB4F}"/>
              </a:ext>
            </a:extLst>
          </p:cNvPr>
          <p:cNvSpPr txBox="1"/>
          <p:nvPr/>
        </p:nvSpPr>
        <p:spPr>
          <a:xfrm>
            <a:off x="6654802" y="2524033"/>
            <a:ext cx="570089" cy="230832"/>
          </a:xfrm>
          <a:prstGeom prst="rect">
            <a:avLst/>
          </a:prstGeom>
          <a:noFill/>
        </p:spPr>
        <p:txBody>
          <a:bodyPr wrap="square" rtlCol="0">
            <a:spAutoFit/>
          </a:bodyPr>
          <a:lstStyle/>
          <a:p>
            <a:pPr algn="ctr"/>
            <a:r>
              <a:rPr lang="en-US" sz="900" dirty="0"/>
              <a:t>2357</a:t>
            </a:r>
          </a:p>
        </p:txBody>
      </p:sp>
      <p:sp>
        <p:nvSpPr>
          <p:cNvPr id="58" name="TextBox 57">
            <a:extLst>
              <a:ext uri="{FF2B5EF4-FFF2-40B4-BE49-F238E27FC236}">
                <a16:creationId xmlns:a16="http://schemas.microsoft.com/office/drawing/2014/main" id="{3762C015-B6FC-59B6-523F-255A7A89A39D}"/>
              </a:ext>
            </a:extLst>
          </p:cNvPr>
          <p:cNvSpPr txBox="1"/>
          <p:nvPr/>
        </p:nvSpPr>
        <p:spPr>
          <a:xfrm>
            <a:off x="4143022" y="1903821"/>
            <a:ext cx="570089" cy="230832"/>
          </a:xfrm>
          <a:prstGeom prst="rect">
            <a:avLst/>
          </a:prstGeom>
          <a:noFill/>
        </p:spPr>
        <p:txBody>
          <a:bodyPr wrap="square" rtlCol="0">
            <a:spAutoFit/>
          </a:bodyPr>
          <a:lstStyle/>
          <a:p>
            <a:pPr algn="ctr"/>
            <a:r>
              <a:rPr lang="en-US" sz="900" dirty="0"/>
              <a:t>75</a:t>
            </a:r>
          </a:p>
        </p:txBody>
      </p:sp>
      <p:sp>
        <p:nvSpPr>
          <p:cNvPr id="59" name="TextBox 58">
            <a:extLst>
              <a:ext uri="{FF2B5EF4-FFF2-40B4-BE49-F238E27FC236}">
                <a16:creationId xmlns:a16="http://schemas.microsoft.com/office/drawing/2014/main" id="{790CE4EC-CD2E-67B4-2EFC-18293BAA1937}"/>
              </a:ext>
            </a:extLst>
          </p:cNvPr>
          <p:cNvSpPr txBox="1"/>
          <p:nvPr/>
        </p:nvSpPr>
        <p:spPr>
          <a:xfrm>
            <a:off x="3640666" y="2404765"/>
            <a:ext cx="570089" cy="230832"/>
          </a:xfrm>
          <a:prstGeom prst="rect">
            <a:avLst/>
          </a:prstGeom>
          <a:noFill/>
        </p:spPr>
        <p:txBody>
          <a:bodyPr wrap="square" rtlCol="0">
            <a:spAutoFit/>
          </a:bodyPr>
          <a:lstStyle/>
          <a:p>
            <a:pPr algn="ctr"/>
            <a:r>
              <a:rPr lang="en-US" sz="900" dirty="0"/>
              <a:t>2357</a:t>
            </a:r>
          </a:p>
        </p:txBody>
      </p:sp>
      <p:sp>
        <p:nvSpPr>
          <p:cNvPr id="62" name="TextBox 61">
            <a:extLst>
              <a:ext uri="{FF2B5EF4-FFF2-40B4-BE49-F238E27FC236}">
                <a16:creationId xmlns:a16="http://schemas.microsoft.com/office/drawing/2014/main" id="{9F41DD44-F1A4-D4C4-C1A3-ECBCDA1B046E}"/>
              </a:ext>
            </a:extLst>
          </p:cNvPr>
          <p:cNvSpPr txBox="1"/>
          <p:nvPr/>
        </p:nvSpPr>
        <p:spPr>
          <a:xfrm>
            <a:off x="6654802" y="2905709"/>
            <a:ext cx="570089" cy="230832"/>
          </a:xfrm>
          <a:prstGeom prst="rect">
            <a:avLst/>
          </a:prstGeom>
          <a:noFill/>
        </p:spPr>
        <p:txBody>
          <a:bodyPr wrap="square" rtlCol="0">
            <a:spAutoFit/>
          </a:bodyPr>
          <a:lstStyle/>
          <a:p>
            <a:pPr algn="ctr"/>
            <a:r>
              <a:rPr lang="en-US" sz="900" dirty="0"/>
              <a:t>2357</a:t>
            </a:r>
          </a:p>
        </p:txBody>
      </p:sp>
      <p:sp>
        <p:nvSpPr>
          <p:cNvPr id="63" name="TextBox 62">
            <a:extLst>
              <a:ext uri="{FF2B5EF4-FFF2-40B4-BE49-F238E27FC236}">
                <a16:creationId xmlns:a16="http://schemas.microsoft.com/office/drawing/2014/main" id="{C97303B3-F9B0-5A06-FE03-CFA4CE71CAA6}"/>
              </a:ext>
            </a:extLst>
          </p:cNvPr>
          <p:cNvSpPr txBox="1"/>
          <p:nvPr/>
        </p:nvSpPr>
        <p:spPr>
          <a:xfrm>
            <a:off x="7157158" y="3406653"/>
            <a:ext cx="570089" cy="230832"/>
          </a:xfrm>
          <a:prstGeom prst="rect">
            <a:avLst/>
          </a:prstGeom>
          <a:noFill/>
        </p:spPr>
        <p:txBody>
          <a:bodyPr wrap="square" rtlCol="0">
            <a:spAutoFit/>
          </a:bodyPr>
          <a:lstStyle/>
          <a:p>
            <a:pPr algn="ctr"/>
            <a:r>
              <a:rPr lang="en-US" sz="900" dirty="0"/>
              <a:t>75</a:t>
            </a:r>
          </a:p>
        </p:txBody>
      </p:sp>
      <p:sp>
        <p:nvSpPr>
          <p:cNvPr id="66" name="TextBox 65">
            <a:extLst>
              <a:ext uri="{FF2B5EF4-FFF2-40B4-BE49-F238E27FC236}">
                <a16:creationId xmlns:a16="http://schemas.microsoft.com/office/drawing/2014/main" id="{6EBE7F84-0589-717D-F071-3238B86F6ED2}"/>
              </a:ext>
            </a:extLst>
          </p:cNvPr>
          <p:cNvSpPr txBox="1"/>
          <p:nvPr/>
        </p:nvSpPr>
        <p:spPr>
          <a:xfrm>
            <a:off x="5147734" y="2524033"/>
            <a:ext cx="570089" cy="230832"/>
          </a:xfrm>
          <a:prstGeom prst="rect">
            <a:avLst/>
          </a:prstGeom>
          <a:noFill/>
        </p:spPr>
        <p:txBody>
          <a:bodyPr wrap="square" rtlCol="0">
            <a:spAutoFit/>
          </a:bodyPr>
          <a:lstStyle/>
          <a:p>
            <a:pPr algn="ctr"/>
            <a:r>
              <a:rPr lang="en-US" sz="900" dirty="0"/>
              <a:t>257</a:t>
            </a:r>
          </a:p>
        </p:txBody>
      </p:sp>
      <p:sp>
        <p:nvSpPr>
          <p:cNvPr id="68" name="TextBox 67">
            <a:extLst>
              <a:ext uri="{FF2B5EF4-FFF2-40B4-BE49-F238E27FC236}">
                <a16:creationId xmlns:a16="http://schemas.microsoft.com/office/drawing/2014/main" id="{247E8DCD-DBBE-14C0-42A4-EDF4C099431C}"/>
              </a:ext>
            </a:extLst>
          </p:cNvPr>
          <p:cNvSpPr txBox="1"/>
          <p:nvPr/>
        </p:nvSpPr>
        <p:spPr>
          <a:xfrm>
            <a:off x="6654802" y="4527809"/>
            <a:ext cx="570089" cy="230832"/>
          </a:xfrm>
          <a:prstGeom prst="rect">
            <a:avLst/>
          </a:prstGeom>
          <a:noFill/>
        </p:spPr>
        <p:txBody>
          <a:bodyPr wrap="square" rtlCol="0">
            <a:spAutoFit/>
          </a:bodyPr>
          <a:lstStyle/>
          <a:p>
            <a:pPr algn="ctr"/>
            <a:r>
              <a:rPr lang="en-US" sz="900" dirty="0"/>
              <a:t>257</a:t>
            </a:r>
          </a:p>
        </p:txBody>
      </p:sp>
      <p:sp>
        <p:nvSpPr>
          <p:cNvPr id="70" name="TextBox 69">
            <a:extLst>
              <a:ext uri="{FF2B5EF4-FFF2-40B4-BE49-F238E27FC236}">
                <a16:creationId xmlns:a16="http://schemas.microsoft.com/office/drawing/2014/main" id="{32CF9540-1C9B-8DBC-0355-6AC929884885}"/>
              </a:ext>
            </a:extLst>
          </p:cNvPr>
          <p:cNvSpPr txBox="1"/>
          <p:nvPr/>
        </p:nvSpPr>
        <p:spPr>
          <a:xfrm>
            <a:off x="5650090" y="2285497"/>
            <a:ext cx="570089" cy="230832"/>
          </a:xfrm>
          <a:prstGeom prst="rect">
            <a:avLst/>
          </a:prstGeom>
          <a:noFill/>
        </p:spPr>
        <p:txBody>
          <a:bodyPr wrap="square" rtlCol="0">
            <a:spAutoFit/>
          </a:bodyPr>
          <a:lstStyle/>
          <a:p>
            <a:pPr algn="ctr"/>
            <a:r>
              <a:rPr lang="en-US" sz="900" dirty="0"/>
              <a:t>37</a:t>
            </a:r>
          </a:p>
        </p:txBody>
      </p:sp>
      <p:sp>
        <p:nvSpPr>
          <p:cNvPr id="71" name="TextBox 70">
            <a:extLst>
              <a:ext uri="{FF2B5EF4-FFF2-40B4-BE49-F238E27FC236}">
                <a16:creationId xmlns:a16="http://schemas.microsoft.com/office/drawing/2014/main" id="{083C7833-B25B-54B5-6176-4A23766E3049}"/>
              </a:ext>
            </a:extLst>
          </p:cNvPr>
          <p:cNvSpPr txBox="1"/>
          <p:nvPr/>
        </p:nvSpPr>
        <p:spPr>
          <a:xfrm>
            <a:off x="5147734" y="2905709"/>
            <a:ext cx="570089" cy="230832"/>
          </a:xfrm>
          <a:prstGeom prst="rect">
            <a:avLst/>
          </a:prstGeom>
          <a:noFill/>
        </p:spPr>
        <p:txBody>
          <a:bodyPr wrap="square" rtlCol="0">
            <a:spAutoFit/>
          </a:bodyPr>
          <a:lstStyle/>
          <a:p>
            <a:pPr algn="ctr"/>
            <a:r>
              <a:rPr lang="en-US" sz="900" dirty="0"/>
              <a:t>257</a:t>
            </a:r>
          </a:p>
        </p:txBody>
      </p:sp>
      <p:sp>
        <p:nvSpPr>
          <p:cNvPr id="74" name="TextBox 73">
            <a:extLst>
              <a:ext uri="{FF2B5EF4-FFF2-40B4-BE49-F238E27FC236}">
                <a16:creationId xmlns:a16="http://schemas.microsoft.com/office/drawing/2014/main" id="{DEF8BF9C-C7EB-5BF7-4995-D71FD3B4216E}"/>
              </a:ext>
            </a:extLst>
          </p:cNvPr>
          <p:cNvSpPr txBox="1"/>
          <p:nvPr/>
        </p:nvSpPr>
        <p:spPr>
          <a:xfrm>
            <a:off x="6152446" y="4527809"/>
            <a:ext cx="570089" cy="230832"/>
          </a:xfrm>
          <a:prstGeom prst="rect">
            <a:avLst/>
          </a:prstGeom>
          <a:noFill/>
        </p:spPr>
        <p:txBody>
          <a:bodyPr wrap="square" rtlCol="0">
            <a:spAutoFit/>
          </a:bodyPr>
          <a:lstStyle/>
          <a:p>
            <a:pPr algn="ctr"/>
            <a:r>
              <a:rPr lang="en-US" sz="900" dirty="0"/>
              <a:t>257</a:t>
            </a:r>
          </a:p>
        </p:txBody>
      </p:sp>
      <p:sp>
        <p:nvSpPr>
          <p:cNvPr id="75" name="TextBox 74">
            <a:extLst>
              <a:ext uri="{FF2B5EF4-FFF2-40B4-BE49-F238E27FC236}">
                <a16:creationId xmlns:a16="http://schemas.microsoft.com/office/drawing/2014/main" id="{272BC28D-5E92-3B74-4636-A573BE29EE12}"/>
              </a:ext>
            </a:extLst>
          </p:cNvPr>
          <p:cNvSpPr txBox="1"/>
          <p:nvPr/>
        </p:nvSpPr>
        <p:spPr>
          <a:xfrm>
            <a:off x="6654802" y="3788329"/>
            <a:ext cx="570089" cy="230832"/>
          </a:xfrm>
          <a:prstGeom prst="rect">
            <a:avLst/>
          </a:prstGeom>
          <a:noFill/>
        </p:spPr>
        <p:txBody>
          <a:bodyPr wrap="square" rtlCol="0">
            <a:spAutoFit/>
          </a:bodyPr>
          <a:lstStyle/>
          <a:p>
            <a:pPr algn="ctr"/>
            <a:r>
              <a:rPr lang="en-US" sz="900" dirty="0"/>
              <a:t>37</a:t>
            </a:r>
          </a:p>
        </p:txBody>
      </p:sp>
      <p:sp>
        <p:nvSpPr>
          <p:cNvPr id="73" name="TextBox 72">
            <a:extLst>
              <a:ext uri="{FF2B5EF4-FFF2-40B4-BE49-F238E27FC236}">
                <a16:creationId xmlns:a16="http://schemas.microsoft.com/office/drawing/2014/main" id="{250B9054-A2D2-925B-DDE6-010C4D8E27E7}"/>
              </a:ext>
            </a:extLst>
          </p:cNvPr>
          <p:cNvSpPr txBox="1"/>
          <p:nvPr/>
        </p:nvSpPr>
        <p:spPr>
          <a:xfrm>
            <a:off x="5147734" y="3287385"/>
            <a:ext cx="570089" cy="230832"/>
          </a:xfrm>
          <a:prstGeom prst="rect">
            <a:avLst/>
          </a:prstGeom>
          <a:noFill/>
        </p:spPr>
        <p:txBody>
          <a:bodyPr wrap="square" rtlCol="0">
            <a:spAutoFit/>
          </a:bodyPr>
          <a:lstStyle/>
          <a:p>
            <a:pPr algn="ctr"/>
            <a:r>
              <a:rPr lang="en-US" sz="900" dirty="0"/>
              <a:t>357</a:t>
            </a:r>
          </a:p>
        </p:txBody>
      </p:sp>
      <p:sp>
        <p:nvSpPr>
          <p:cNvPr id="78" name="TextBox 77">
            <a:extLst>
              <a:ext uri="{FF2B5EF4-FFF2-40B4-BE49-F238E27FC236}">
                <a16:creationId xmlns:a16="http://schemas.microsoft.com/office/drawing/2014/main" id="{B584B9B5-5565-4D1B-F222-BE0BF2519EF7}"/>
              </a:ext>
            </a:extLst>
          </p:cNvPr>
          <p:cNvSpPr txBox="1"/>
          <p:nvPr/>
        </p:nvSpPr>
        <p:spPr>
          <a:xfrm>
            <a:off x="6152446" y="3788329"/>
            <a:ext cx="570089" cy="230832"/>
          </a:xfrm>
          <a:prstGeom prst="rect">
            <a:avLst/>
          </a:prstGeom>
          <a:noFill/>
        </p:spPr>
        <p:txBody>
          <a:bodyPr wrap="square" rtlCol="0">
            <a:spAutoFit/>
          </a:bodyPr>
          <a:lstStyle/>
          <a:p>
            <a:pPr algn="ctr"/>
            <a:r>
              <a:rPr lang="en-US" sz="900" dirty="0"/>
              <a:t>357</a:t>
            </a:r>
          </a:p>
        </p:txBody>
      </p:sp>
      <p:sp>
        <p:nvSpPr>
          <p:cNvPr id="79" name="TextBox 78">
            <a:extLst>
              <a:ext uri="{FF2B5EF4-FFF2-40B4-BE49-F238E27FC236}">
                <a16:creationId xmlns:a16="http://schemas.microsoft.com/office/drawing/2014/main" id="{9A480EEE-776C-0EF9-0A75-AC7F0DCD18BB}"/>
              </a:ext>
            </a:extLst>
          </p:cNvPr>
          <p:cNvSpPr txBox="1"/>
          <p:nvPr/>
        </p:nvSpPr>
        <p:spPr>
          <a:xfrm>
            <a:off x="6214537" y="3237891"/>
            <a:ext cx="462845" cy="584775"/>
          </a:xfrm>
          <a:prstGeom prst="rect">
            <a:avLst/>
          </a:prstGeom>
          <a:noFill/>
        </p:spPr>
        <p:txBody>
          <a:bodyPr wrap="square" rtlCol="0">
            <a:spAutoFit/>
          </a:bodyPr>
          <a:lstStyle/>
          <a:p>
            <a:pPr algn="ctr"/>
            <a:r>
              <a:rPr lang="en-US" sz="3200" dirty="0"/>
              <a:t>9</a:t>
            </a:r>
          </a:p>
        </p:txBody>
      </p:sp>
      <p:sp>
        <p:nvSpPr>
          <p:cNvPr id="48" name="TextBox 47">
            <a:extLst>
              <a:ext uri="{FF2B5EF4-FFF2-40B4-BE49-F238E27FC236}">
                <a16:creationId xmlns:a16="http://schemas.microsoft.com/office/drawing/2014/main" id="{5B3243FC-53AB-8EEF-18B9-9BA8BDDA6E2B}"/>
              </a:ext>
            </a:extLst>
          </p:cNvPr>
          <p:cNvSpPr txBox="1"/>
          <p:nvPr/>
        </p:nvSpPr>
        <p:spPr>
          <a:xfrm>
            <a:off x="3716867" y="1727886"/>
            <a:ext cx="462845" cy="584775"/>
          </a:xfrm>
          <a:prstGeom prst="rect">
            <a:avLst/>
          </a:prstGeom>
          <a:noFill/>
        </p:spPr>
        <p:txBody>
          <a:bodyPr wrap="square" rtlCol="0">
            <a:spAutoFit/>
          </a:bodyPr>
          <a:lstStyle/>
          <a:p>
            <a:pPr algn="ctr"/>
            <a:r>
              <a:rPr lang="en-US" sz="3200" dirty="0"/>
              <a:t>4</a:t>
            </a:r>
          </a:p>
        </p:txBody>
      </p:sp>
      <p:sp>
        <p:nvSpPr>
          <p:cNvPr id="49" name="TextBox 48">
            <a:extLst>
              <a:ext uri="{FF2B5EF4-FFF2-40B4-BE49-F238E27FC236}">
                <a16:creationId xmlns:a16="http://schemas.microsoft.com/office/drawing/2014/main" id="{F80A3FCD-6138-B8D3-30B7-C9D1D9BEF054}"/>
              </a:ext>
            </a:extLst>
          </p:cNvPr>
          <p:cNvSpPr txBox="1"/>
          <p:nvPr/>
        </p:nvSpPr>
        <p:spPr>
          <a:xfrm>
            <a:off x="5715003" y="3237891"/>
            <a:ext cx="462845" cy="584775"/>
          </a:xfrm>
          <a:prstGeom prst="rect">
            <a:avLst/>
          </a:prstGeom>
          <a:noFill/>
        </p:spPr>
        <p:txBody>
          <a:bodyPr wrap="square" rtlCol="0">
            <a:spAutoFit/>
          </a:bodyPr>
          <a:lstStyle/>
          <a:p>
            <a:pPr algn="ctr"/>
            <a:r>
              <a:rPr lang="en-US" sz="3200" dirty="0"/>
              <a:t>4</a:t>
            </a:r>
          </a:p>
        </p:txBody>
      </p:sp>
      <p:sp>
        <p:nvSpPr>
          <p:cNvPr id="46" name="TextBox 45">
            <a:extLst>
              <a:ext uri="{FF2B5EF4-FFF2-40B4-BE49-F238E27FC236}">
                <a16:creationId xmlns:a16="http://schemas.microsoft.com/office/drawing/2014/main" id="{E2B02686-9CF2-5030-EFCA-6F905456C0AB}"/>
              </a:ext>
            </a:extLst>
          </p:cNvPr>
          <p:cNvSpPr txBox="1"/>
          <p:nvPr/>
        </p:nvSpPr>
        <p:spPr>
          <a:xfrm>
            <a:off x="3217333" y="721216"/>
            <a:ext cx="462845" cy="584775"/>
          </a:xfrm>
          <a:prstGeom prst="rect">
            <a:avLst/>
          </a:prstGeom>
          <a:noFill/>
        </p:spPr>
        <p:txBody>
          <a:bodyPr wrap="square" rtlCol="0">
            <a:spAutoFit/>
          </a:bodyPr>
          <a:lstStyle/>
          <a:p>
            <a:pPr algn="ctr"/>
            <a:r>
              <a:rPr lang="en-US" sz="3200" dirty="0"/>
              <a:t>9</a:t>
            </a:r>
          </a:p>
        </p:txBody>
      </p:sp>
      <p:sp>
        <p:nvSpPr>
          <p:cNvPr id="47" name="TextBox 46">
            <a:extLst>
              <a:ext uri="{FF2B5EF4-FFF2-40B4-BE49-F238E27FC236}">
                <a16:creationId xmlns:a16="http://schemas.microsoft.com/office/drawing/2014/main" id="{328C4774-0FC9-1AEB-6468-1B3CAF730CA3}"/>
              </a:ext>
            </a:extLst>
          </p:cNvPr>
          <p:cNvSpPr txBox="1"/>
          <p:nvPr/>
        </p:nvSpPr>
        <p:spPr>
          <a:xfrm>
            <a:off x="7213604" y="4747898"/>
            <a:ext cx="462845" cy="584775"/>
          </a:xfrm>
          <a:prstGeom prst="rect">
            <a:avLst/>
          </a:prstGeom>
          <a:noFill/>
        </p:spPr>
        <p:txBody>
          <a:bodyPr wrap="square" rtlCol="0">
            <a:spAutoFit/>
          </a:bodyPr>
          <a:lstStyle/>
          <a:p>
            <a:pPr algn="ctr"/>
            <a:r>
              <a:rPr lang="en-US" sz="3200" dirty="0"/>
              <a:t>1</a:t>
            </a:r>
          </a:p>
        </p:txBody>
      </p:sp>
      <p:sp>
        <p:nvSpPr>
          <p:cNvPr id="60" name="TextBox 59">
            <a:extLst>
              <a:ext uri="{FF2B5EF4-FFF2-40B4-BE49-F238E27FC236}">
                <a16:creationId xmlns:a16="http://schemas.microsoft.com/office/drawing/2014/main" id="{4FA75073-F61D-598E-0302-251AA83662DF}"/>
              </a:ext>
            </a:extLst>
          </p:cNvPr>
          <p:cNvSpPr txBox="1"/>
          <p:nvPr/>
        </p:nvSpPr>
        <p:spPr>
          <a:xfrm>
            <a:off x="7213604" y="2734556"/>
            <a:ext cx="462845" cy="584775"/>
          </a:xfrm>
          <a:prstGeom prst="rect">
            <a:avLst/>
          </a:prstGeom>
          <a:noFill/>
        </p:spPr>
        <p:txBody>
          <a:bodyPr wrap="square" rtlCol="0">
            <a:spAutoFit/>
          </a:bodyPr>
          <a:lstStyle/>
          <a:p>
            <a:pPr algn="ctr"/>
            <a:r>
              <a:rPr lang="en-US" sz="3200" dirty="0"/>
              <a:t>6</a:t>
            </a:r>
          </a:p>
        </p:txBody>
      </p:sp>
      <p:sp>
        <p:nvSpPr>
          <p:cNvPr id="61" name="TextBox 60">
            <a:extLst>
              <a:ext uri="{FF2B5EF4-FFF2-40B4-BE49-F238E27FC236}">
                <a16:creationId xmlns:a16="http://schemas.microsoft.com/office/drawing/2014/main" id="{8B613361-D492-5AE9-D419-3E5651762CBF}"/>
              </a:ext>
            </a:extLst>
          </p:cNvPr>
          <p:cNvSpPr txBox="1"/>
          <p:nvPr/>
        </p:nvSpPr>
        <p:spPr>
          <a:xfrm>
            <a:off x="3640666" y="901933"/>
            <a:ext cx="570089" cy="230832"/>
          </a:xfrm>
          <a:prstGeom prst="rect">
            <a:avLst/>
          </a:prstGeom>
          <a:noFill/>
        </p:spPr>
        <p:txBody>
          <a:bodyPr wrap="square" rtlCol="0">
            <a:spAutoFit/>
          </a:bodyPr>
          <a:lstStyle/>
          <a:p>
            <a:pPr algn="ctr"/>
            <a:r>
              <a:rPr lang="en-US" sz="900" dirty="0"/>
              <a:t>28</a:t>
            </a:r>
          </a:p>
        </p:txBody>
      </p:sp>
      <p:sp>
        <p:nvSpPr>
          <p:cNvPr id="64" name="TextBox 63">
            <a:extLst>
              <a:ext uri="{FF2B5EF4-FFF2-40B4-BE49-F238E27FC236}">
                <a16:creationId xmlns:a16="http://schemas.microsoft.com/office/drawing/2014/main" id="{95D75828-438F-3085-D4C2-CE456DC5C442}"/>
              </a:ext>
            </a:extLst>
          </p:cNvPr>
          <p:cNvSpPr txBox="1"/>
          <p:nvPr/>
        </p:nvSpPr>
        <p:spPr>
          <a:xfrm>
            <a:off x="5147734" y="901933"/>
            <a:ext cx="570089" cy="230832"/>
          </a:xfrm>
          <a:prstGeom prst="rect">
            <a:avLst/>
          </a:prstGeom>
          <a:noFill/>
        </p:spPr>
        <p:txBody>
          <a:bodyPr wrap="square" rtlCol="0">
            <a:spAutoFit/>
          </a:bodyPr>
          <a:lstStyle/>
          <a:p>
            <a:pPr algn="ctr"/>
            <a:r>
              <a:rPr lang="en-US" sz="900" dirty="0"/>
              <a:t>82</a:t>
            </a:r>
          </a:p>
        </p:txBody>
      </p:sp>
      <p:sp>
        <p:nvSpPr>
          <p:cNvPr id="65" name="TextBox 64">
            <a:extLst>
              <a:ext uri="{FF2B5EF4-FFF2-40B4-BE49-F238E27FC236}">
                <a16:creationId xmlns:a16="http://schemas.microsoft.com/office/drawing/2014/main" id="{943ED0B1-B89D-BC61-B537-B1710067D313}"/>
              </a:ext>
            </a:extLst>
          </p:cNvPr>
          <p:cNvSpPr txBox="1"/>
          <p:nvPr/>
        </p:nvSpPr>
        <p:spPr>
          <a:xfrm>
            <a:off x="3640666" y="1402877"/>
            <a:ext cx="570089" cy="230832"/>
          </a:xfrm>
          <a:prstGeom prst="rect">
            <a:avLst/>
          </a:prstGeom>
          <a:noFill/>
        </p:spPr>
        <p:txBody>
          <a:bodyPr wrap="square" rtlCol="0">
            <a:spAutoFit/>
          </a:bodyPr>
          <a:lstStyle/>
          <a:p>
            <a:pPr algn="ctr"/>
            <a:r>
              <a:rPr lang="en-US" sz="900" dirty="0"/>
              <a:t>238</a:t>
            </a:r>
          </a:p>
        </p:txBody>
      </p:sp>
      <p:sp>
        <p:nvSpPr>
          <p:cNvPr id="69" name="TextBox 68">
            <a:extLst>
              <a:ext uri="{FF2B5EF4-FFF2-40B4-BE49-F238E27FC236}">
                <a16:creationId xmlns:a16="http://schemas.microsoft.com/office/drawing/2014/main" id="{8C5A7574-2FC4-5657-1037-D1473EBF3D23}"/>
              </a:ext>
            </a:extLst>
          </p:cNvPr>
          <p:cNvSpPr txBox="1"/>
          <p:nvPr/>
        </p:nvSpPr>
        <p:spPr>
          <a:xfrm>
            <a:off x="5650090" y="1402877"/>
            <a:ext cx="570089" cy="230832"/>
          </a:xfrm>
          <a:prstGeom prst="rect">
            <a:avLst/>
          </a:prstGeom>
          <a:noFill/>
        </p:spPr>
        <p:txBody>
          <a:bodyPr wrap="square" rtlCol="0">
            <a:spAutoFit/>
          </a:bodyPr>
          <a:lstStyle/>
          <a:p>
            <a:pPr algn="ctr"/>
            <a:r>
              <a:rPr lang="en-US" sz="900" dirty="0"/>
              <a:t>28</a:t>
            </a:r>
          </a:p>
        </p:txBody>
      </p:sp>
      <p:sp>
        <p:nvSpPr>
          <p:cNvPr id="77" name="TextBox 76">
            <a:extLst>
              <a:ext uri="{FF2B5EF4-FFF2-40B4-BE49-F238E27FC236}">
                <a16:creationId xmlns:a16="http://schemas.microsoft.com/office/drawing/2014/main" id="{4BFC015E-97A3-5021-9E0B-477285CFCF4C}"/>
              </a:ext>
            </a:extLst>
          </p:cNvPr>
          <p:cNvSpPr txBox="1"/>
          <p:nvPr/>
        </p:nvSpPr>
        <p:spPr>
          <a:xfrm>
            <a:off x="3138310" y="1402877"/>
            <a:ext cx="570089" cy="230832"/>
          </a:xfrm>
          <a:prstGeom prst="rect">
            <a:avLst/>
          </a:prstGeom>
          <a:noFill/>
        </p:spPr>
        <p:txBody>
          <a:bodyPr wrap="square" rtlCol="0">
            <a:spAutoFit/>
          </a:bodyPr>
          <a:lstStyle/>
          <a:p>
            <a:pPr algn="ctr"/>
            <a:r>
              <a:rPr lang="en-US" sz="900" dirty="0"/>
              <a:t>23</a:t>
            </a:r>
          </a:p>
        </p:txBody>
      </p:sp>
      <p:sp>
        <p:nvSpPr>
          <p:cNvPr id="83" name="TextBox 82">
            <a:extLst>
              <a:ext uri="{FF2B5EF4-FFF2-40B4-BE49-F238E27FC236}">
                <a16:creationId xmlns:a16="http://schemas.microsoft.com/office/drawing/2014/main" id="{CCA0BCCB-48F2-E808-254D-A6F3065D08DD}"/>
              </a:ext>
            </a:extLst>
          </p:cNvPr>
          <p:cNvSpPr txBox="1"/>
          <p:nvPr/>
        </p:nvSpPr>
        <p:spPr>
          <a:xfrm>
            <a:off x="4645378" y="1903821"/>
            <a:ext cx="570089" cy="230832"/>
          </a:xfrm>
          <a:prstGeom prst="rect">
            <a:avLst/>
          </a:prstGeom>
          <a:noFill/>
        </p:spPr>
        <p:txBody>
          <a:bodyPr wrap="square" rtlCol="0">
            <a:spAutoFit/>
          </a:bodyPr>
          <a:lstStyle/>
          <a:p>
            <a:pPr algn="ctr"/>
            <a:r>
              <a:rPr lang="en-US" sz="900" dirty="0"/>
              <a:t>13</a:t>
            </a:r>
          </a:p>
        </p:txBody>
      </p:sp>
      <p:sp>
        <p:nvSpPr>
          <p:cNvPr id="84" name="TextBox 83">
            <a:extLst>
              <a:ext uri="{FF2B5EF4-FFF2-40B4-BE49-F238E27FC236}">
                <a16:creationId xmlns:a16="http://schemas.microsoft.com/office/drawing/2014/main" id="{07F5183D-7043-343B-8CF3-0F5B73BCC59E}"/>
              </a:ext>
            </a:extLst>
          </p:cNvPr>
          <p:cNvSpPr txBox="1"/>
          <p:nvPr/>
        </p:nvSpPr>
        <p:spPr>
          <a:xfrm>
            <a:off x="5650090" y="1903821"/>
            <a:ext cx="570089" cy="230832"/>
          </a:xfrm>
          <a:prstGeom prst="rect">
            <a:avLst/>
          </a:prstGeom>
          <a:noFill/>
        </p:spPr>
        <p:txBody>
          <a:bodyPr wrap="square" rtlCol="0">
            <a:spAutoFit/>
          </a:bodyPr>
          <a:lstStyle/>
          <a:p>
            <a:pPr algn="ctr"/>
            <a:r>
              <a:rPr lang="en-US" sz="900" dirty="0"/>
              <a:t>31</a:t>
            </a:r>
          </a:p>
        </p:txBody>
      </p:sp>
      <p:sp>
        <p:nvSpPr>
          <p:cNvPr id="85" name="TextBox 84">
            <a:extLst>
              <a:ext uri="{FF2B5EF4-FFF2-40B4-BE49-F238E27FC236}">
                <a16:creationId xmlns:a16="http://schemas.microsoft.com/office/drawing/2014/main" id="{5FF202D0-99F0-3183-B5C7-B0F9333C6B2A}"/>
              </a:ext>
            </a:extLst>
          </p:cNvPr>
          <p:cNvSpPr txBox="1"/>
          <p:nvPr/>
        </p:nvSpPr>
        <p:spPr>
          <a:xfrm>
            <a:off x="3138310" y="1903821"/>
            <a:ext cx="570089" cy="230832"/>
          </a:xfrm>
          <a:prstGeom prst="rect">
            <a:avLst/>
          </a:prstGeom>
          <a:noFill/>
        </p:spPr>
        <p:txBody>
          <a:bodyPr wrap="square" rtlCol="0">
            <a:spAutoFit/>
          </a:bodyPr>
          <a:lstStyle/>
          <a:p>
            <a:pPr algn="ctr"/>
            <a:r>
              <a:rPr lang="en-US" sz="900" dirty="0"/>
              <a:t>57</a:t>
            </a:r>
          </a:p>
        </p:txBody>
      </p:sp>
      <p:sp>
        <p:nvSpPr>
          <p:cNvPr id="87" name="TextBox 86">
            <a:extLst>
              <a:ext uri="{FF2B5EF4-FFF2-40B4-BE49-F238E27FC236}">
                <a16:creationId xmlns:a16="http://schemas.microsoft.com/office/drawing/2014/main" id="{AC87A7BF-C1FD-141E-6C21-FBB18BFED1ED}"/>
              </a:ext>
            </a:extLst>
          </p:cNvPr>
          <p:cNvSpPr txBox="1"/>
          <p:nvPr/>
        </p:nvSpPr>
        <p:spPr>
          <a:xfrm>
            <a:off x="3138310" y="3406653"/>
            <a:ext cx="570089" cy="230832"/>
          </a:xfrm>
          <a:prstGeom prst="rect">
            <a:avLst/>
          </a:prstGeom>
          <a:noFill/>
        </p:spPr>
        <p:txBody>
          <a:bodyPr wrap="square" rtlCol="0">
            <a:spAutoFit/>
          </a:bodyPr>
          <a:lstStyle/>
          <a:p>
            <a:pPr algn="ctr"/>
            <a:r>
              <a:rPr lang="en-US" sz="900" dirty="0"/>
              <a:t>32</a:t>
            </a:r>
          </a:p>
        </p:txBody>
      </p:sp>
      <p:sp>
        <p:nvSpPr>
          <p:cNvPr id="89" name="TextBox 88">
            <a:extLst>
              <a:ext uri="{FF2B5EF4-FFF2-40B4-BE49-F238E27FC236}">
                <a16:creationId xmlns:a16="http://schemas.microsoft.com/office/drawing/2014/main" id="{5C97D89B-3082-09A3-0AD8-007514E8D9C6}"/>
              </a:ext>
            </a:extLst>
          </p:cNvPr>
          <p:cNvSpPr txBox="1"/>
          <p:nvPr/>
        </p:nvSpPr>
        <p:spPr>
          <a:xfrm>
            <a:off x="4645378" y="4909484"/>
            <a:ext cx="570089" cy="230832"/>
          </a:xfrm>
          <a:prstGeom prst="rect">
            <a:avLst/>
          </a:prstGeom>
          <a:noFill/>
        </p:spPr>
        <p:txBody>
          <a:bodyPr wrap="square" rtlCol="0">
            <a:spAutoFit/>
          </a:bodyPr>
          <a:lstStyle/>
          <a:p>
            <a:pPr algn="ctr"/>
            <a:r>
              <a:rPr lang="en-US" sz="900" dirty="0"/>
              <a:t>235</a:t>
            </a:r>
          </a:p>
        </p:txBody>
      </p:sp>
      <p:sp>
        <p:nvSpPr>
          <p:cNvPr id="90" name="TextBox 89">
            <a:extLst>
              <a:ext uri="{FF2B5EF4-FFF2-40B4-BE49-F238E27FC236}">
                <a16:creationId xmlns:a16="http://schemas.microsoft.com/office/drawing/2014/main" id="{F4095100-6340-6BB2-C3B6-4522A1A06F31}"/>
              </a:ext>
            </a:extLst>
          </p:cNvPr>
          <p:cNvSpPr txBox="1"/>
          <p:nvPr/>
        </p:nvSpPr>
        <p:spPr>
          <a:xfrm>
            <a:off x="5147734" y="4909484"/>
            <a:ext cx="570089" cy="230832"/>
          </a:xfrm>
          <a:prstGeom prst="rect">
            <a:avLst/>
          </a:prstGeom>
          <a:noFill/>
        </p:spPr>
        <p:txBody>
          <a:bodyPr wrap="square" rtlCol="0">
            <a:spAutoFit/>
          </a:bodyPr>
          <a:lstStyle/>
          <a:p>
            <a:pPr algn="ctr"/>
            <a:r>
              <a:rPr lang="en-US" sz="900" dirty="0"/>
              <a:t>2357</a:t>
            </a:r>
          </a:p>
        </p:txBody>
      </p:sp>
      <p:sp>
        <p:nvSpPr>
          <p:cNvPr id="91" name="TextBox 90">
            <a:extLst>
              <a:ext uri="{FF2B5EF4-FFF2-40B4-BE49-F238E27FC236}">
                <a16:creationId xmlns:a16="http://schemas.microsoft.com/office/drawing/2014/main" id="{9178E757-6A92-86C3-C7F4-A74C31A5D97F}"/>
              </a:ext>
            </a:extLst>
          </p:cNvPr>
          <p:cNvSpPr txBox="1"/>
          <p:nvPr/>
        </p:nvSpPr>
        <p:spPr>
          <a:xfrm>
            <a:off x="5650090" y="4909484"/>
            <a:ext cx="570089" cy="230832"/>
          </a:xfrm>
          <a:prstGeom prst="rect">
            <a:avLst/>
          </a:prstGeom>
          <a:noFill/>
        </p:spPr>
        <p:txBody>
          <a:bodyPr wrap="square" rtlCol="0">
            <a:spAutoFit/>
          </a:bodyPr>
          <a:lstStyle/>
          <a:p>
            <a:pPr algn="ctr"/>
            <a:r>
              <a:rPr lang="en-US" sz="900" dirty="0"/>
              <a:t>237</a:t>
            </a:r>
          </a:p>
        </p:txBody>
      </p:sp>
      <p:sp>
        <p:nvSpPr>
          <p:cNvPr id="94" name="TextBox 93">
            <a:extLst>
              <a:ext uri="{FF2B5EF4-FFF2-40B4-BE49-F238E27FC236}">
                <a16:creationId xmlns:a16="http://schemas.microsoft.com/office/drawing/2014/main" id="{312E05C0-6D16-ACB0-0850-956484EDB49E}"/>
              </a:ext>
            </a:extLst>
          </p:cNvPr>
          <p:cNvSpPr txBox="1"/>
          <p:nvPr/>
        </p:nvSpPr>
        <p:spPr>
          <a:xfrm>
            <a:off x="6152446" y="2905709"/>
            <a:ext cx="570089" cy="230832"/>
          </a:xfrm>
          <a:prstGeom prst="rect">
            <a:avLst/>
          </a:prstGeom>
          <a:noFill/>
        </p:spPr>
        <p:txBody>
          <a:bodyPr wrap="square" rtlCol="0">
            <a:spAutoFit/>
          </a:bodyPr>
          <a:lstStyle/>
          <a:p>
            <a:pPr algn="ctr"/>
            <a:r>
              <a:rPr lang="en-US" sz="900" dirty="0"/>
              <a:t>2357</a:t>
            </a:r>
          </a:p>
        </p:txBody>
      </p:sp>
      <p:sp>
        <p:nvSpPr>
          <p:cNvPr id="95" name="TextBox 94">
            <a:extLst>
              <a:ext uri="{FF2B5EF4-FFF2-40B4-BE49-F238E27FC236}">
                <a16:creationId xmlns:a16="http://schemas.microsoft.com/office/drawing/2014/main" id="{F232825C-AAC4-E336-8D40-FD6FA59CA243}"/>
              </a:ext>
            </a:extLst>
          </p:cNvPr>
          <p:cNvSpPr txBox="1"/>
          <p:nvPr/>
        </p:nvSpPr>
        <p:spPr>
          <a:xfrm>
            <a:off x="3640666" y="2905709"/>
            <a:ext cx="570089" cy="230832"/>
          </a:xfrm>
          <a:prstGeom prst="rect">
            <a:avLst/>
          </a:prstGeom>
          <a:noFill/>
        </p:spPr>
        <p:txBody>
          <a:bodyPr wrap="square" rtlCol="0">
            <a:spAutoFit/>
          </a:bodyPr>
          <a:lstStyle/>
          <a:p>
            <a:pPr algn="ctr"/>
            <a:r>
              <a:rPr lang="en-US" sz="900" dirty="0"/>
              <a:t>75</a:t>
            </a:r>
          </a:p>
        </p:txBody>
      </p:sp>
      <p:sp>
        <p:nvSpPr>
          <p:cNvPr id="96" name="TextBox 95">
            <a:extLst>
              <a:ext uri="{FF2B5EF4-FFF2-40B4-BE49-F238E27FC236}">
                <a16:creationId xmlns:a16="http://schemas.microsoft.com/office/drawing/2014/main" id="{589C003E-B921-4E3D-496C-55437DCADCE3}"/>
              </a:ext>
            </a:extLst>
          </p:cNvPr>
          <p:cNvSpPr txBox="1"/>
          <p:nvPr/>
        </p:nvSpPr>
        <p:spPr>
          <a:xfrm>
            <a:off x="5650090" y="2905709"/>
            <a:ext cx="570089" cy="230832"/>
          </a:xfrm>
          <a:prstGeom prst="rect">
            <a:avLst/>
          </a:prstGeom>
          <a:noFill/>
        </p:spPr>
        <p:txBody>
          <a:bodyPr wrap="square" rtlCol="0">
            <a:spAutoFit/>
          </a:bodyPr>
          <a:lstStyle/>
          <a:p>
            <a:pPr algn="ctr"/>
            <a:r>
              <a:rPr lang="en-US" sz="900" dirty="0"/>
              <a:t>2378</a:t>
            </a:r>
          </a:p>
        </p:txBody>
      </p:sp>
      <p:sp>
        <p:nvSpPr>
          <p:cNvPr id="100" name="TextBox 99">
            <a:extLst>
              <a:ext uri="{FF2B5EF4-FFF2-40B4-BE49-F238E27FC236}">
                <a16:creationId xmlns:a16="http://schemas.microsoft.com/office/drawing/2014/main" id="{768A869E-6770-A4DB-1C43-5B94613036A8}"/>
              </a:ext>
            </a:extLst>
          </p:cNvPr>
          <p:cNvSpPr txBox="1"/>
          <p:nvPr/>
        </p:nvSpPr>
        <p:spPr>
          <a:xfrm>
            <a:off x="4645378" y="3907597"/>
            <a:ext cx="570089" cy="230832"/>
          </a:xfrm>
          <a:prstGeom prst="rect">
            <a:avLst/>
          </a:prstGeom>
          <a:noFill/>
        </p:spPr>
        <p:txBody>
          <a:bodyPr wrap="square" rtlCol="0">
            <a:spAutoFit/>
          </a:bodyPr>
          <a:lstStyle/>
          <a:p>
            <a:pPr algn="ctr"/>
            <a:r>
              <a:rPr lang="en-US" sz="900" dirty="0"/>
              <a:t>15</a:t>
            </a:r>
          </a:p>
        </p:txBody>
      </p:sp>
      <p:sp>
        <p:nvSpPr>
          <p:cNvPr id="101" name="TextBox 100">
            <a:extLst>
              <a:ext uri="{FF2B5EF4-FFF2-40B4-BE49-F238E27FC236}">
                <a16:creationId xmlns:a16="http://schemas.microsoft.com/office/drawing/2014/main" id="{5CADF11E-5FF4-4BB5-7D13-F41DD6139052}"/>
              </a:ext>
            </a:extLst>
          </p:cNvPr>
          <p:cNvSpPr txBox="1"/>
          <p:nvPr/>
        </p:nvSpPr>
        <p:spPr>
          <a:xfrm>
            <a:off x="3716867" y="4244561"/>
            <a:ext cx="462845" cy="584775"/>
          </a:xfrm>
          <a:prstGeom prst="rect">
            <a:avLst/>
          </a:prstGeom>
          <a:noFill/>
        </p:spPr>
        <p:txBody>
          <a:bodyPr wrap="square" rtlCol="0">
            <a:spAutoFit/>
          </a:bodyPr>
          <a:lstStyle/>
          <a:p>
            <a:pPr algn="ctr"/>
            <a:r>
              <a:rPr lang="en-US" sz="3200" dirty="0"/>
              <a:t>1</a:t>
            </a:r>
          </a:p>
        </p:txBody>
      </p:sp>
      <p:sp>
        <p:nvSpPr>
          <p:cNvPr id="53" name="TextBox 52">
            <a:extLst>
              <a:ext uri="{FF2B5EF4-FFF2-40B4-BE49-F238E27FC236}">
                <a16:creationId xmlns:a16="http://schemas.microsoft.com/office/drawing/2014/main" id="{8B4F8AC7-9E52-EB32-8752-6F646A1025A0}"/>
              </a:ext>
            </a:extLst>
          </p:cNvPr>
          <p:cNvSpPr txBox="1"/>
          <p:nvPr/>
        </p:nvSpPr>
        <p:spPr>
          <a:xfrm>
            <a:off x="4216401" y="3741226"/>
            <a:ext cx="462845" cy="584775"/>
          </a:xfrm>
          <a:prstGeom prst="rect">
            <a:avLst/>
          </a:prstGeom>
          <a:noFill/>
        </p:spPr>
        <p:txBody>
          <a:bodyPr wrap="square" rtlCol="0">
            <a:spAutoFit/>
          </a:bodyPr>
          <a:lstStyle/>
          <a:p>
            <a:pPr algn="ctr"/>
            <a:r>
              <a:rPr lang="en-US" sz="3200" dirty="0"/>
              <a:t>2</a:t>
            </a:r>
          </a:p>
        </p:txBody>
      </p:sp>
      <p:sp>
        <p:nvSpPr>
          <p:cNvPr id="56" name="TextBox 55">
            <a:extLst>
              <a:ext uri="{FF2B5EF4-FFF2-40B4-BE49-F238E27FC236}">
                <a16:creationId xmlns:a16="http://schemas.microsoft.com/office/drawing/2014/main" id="{2E79BE6C-F2B9-7368-2365-F833B86C6055}"/>
              </a:ext>
            </a:extLst>
          </p:cNvPr>
          <p:cNvSpPr txBox="1"/>
          <p:nvPr/>
        </p:nvSpPr>
        <p:spPr>
          <a:xfrm>
            <a:off x="6214537" y="721216"/>
            <a:ext cx="462845" cy="584775"/>
          </a:xfrm>
          <a:prstGeom prst="rect">
            <a:avLst/>
          </a:prstGeom>
          <a:noFill/>
        </p:spPr>
        <p:txBody>
          <a:bodyPr wrap="square" rtlCol="0">
            <a:spAutoFit/>
          </a:bodyPr>
          <a:lstStyle/>
          <a:p>
            <a:pPr algn="ctr"/>
            <a:r>
              <a:rPr lang="en-US" sz="3200" dirty="0"/>
              <a:t>1</a:t>
            </a:r>
          </a:p>
        </p:txBody>
      </p:sp>
      <p:sp>
        <p:nvSpPr>
          <p:cNvPr id="54" name="TextBox 53">
            <a:extLst>
              <a:ext uri="{FF2B5EF4-FFF2-40B4-BE49-F238E27FC236}">
                <a16:creationId xmlns:a16="http://schemas.microsoft.com/office/drawing/2014/main" id="{747B6952-6D96-25FF-7184-BD6CCD86930C}"/>
              </a:ext>
            </a:extLst>
          </p:cNvPr>
          <p:cNvSpPr txBox="1"/>
          <p:nvPr/>
        </p:nvSpPr>
        <p:spPr>
          <a:xfrm>
            <a:off x="5147734" y="3907597"/>
            <a:ext cx="570089" cy="230832"/>
          </a:xfrm>
          <a:prstGeom prst="rect">
            <a:avLst/>
          </a:prstGeom>
          <a:noFill/>
        </p:spPr>
        <p:txBody>
          <a:bodyPr wrap="square" rtlCol="0">
            <a:spAutoFit/>
          </a:bodyPr>
          <a:lstStyle/>
          <a:p>
            <a:pPr algn="ctr"/>
            <a:r>
              <a:rPr lang="en-US" sz="900" dirty="0"/>
              <a:t>157</a:t>
            </a:r>
          </a:p>
        </p:txBody>
      </p:sp>
      <p:sp>
        <p:nvSpPr>
          <p:cNvPr id="55" name="TextBox 54">
            <a:extLst>
              <a:ext uri="{FF2B5EF4-FFF2-40B4-BE49-F238E27FC236}">
                <a16:creationId xmlns:a16="http://schemas.microsoft.com/office/drawing/2014/main" id="{FAC2FE21-BC09-577F-1162-4945DEE75335}"/>
              </a:ext>
            </a:extLst>
          </p:cNvPr>
          <p:cNvSpPr txBox="1"/>
          <p:nvPr/>
        </p:nvSpPr>
        <p:spPr>
          <a:xfrm>
            <a:off x="6714071" y="4747898"/>
            <a:ext cx="462845" cy="584775"/>
          </a:xfrm>
          <a:prstGeom prst="rect">
            <a:avLst/>
          </a:prstGeom>
          <a:noFill/>
        </p:spPr>
        <p:txBody>
          <a:bodyPr wrap="square" rtlCol="0">
            <a:spAutoFit/>
          </a:bodyPr>
          <a:lstStyle/>
          <a:p>
            <a:pPr algn="ctr"/>
            <a:r>
              <a:rPr lang="en-US" sz="3200" dirty="0"/>
              <a:t>8</a:t>
            </a:r>
          </a:p>
        </p:txBody>
      </p:sp>
      <p:sp>
        <p:nvSpPr>
          <p:cNvPr id="80" name="TextBox 79">
            <a:extLst>
              <a:ext uri="{FF2B5EF4-FFF2-40B4-BE49-F238E27FC236}">
                <a16:creationId xmlns:a16="http://schemas.microsoft.com/office/drawing/2014/main" id="{CA09C86D-AD70-52DE-6D7D-998289AFD3F2}"/>
              </a:ext>
            </a:extLst>
          </p:cNvPr>
          <p:cNvSpPr txBox="1"/>
          <p:nvPr/>
        </p:nvSpPr>
        <p:spPr>
          <a:xfrm>
            <a:off x="6214537" y="4747898"/>
            <a:ext cx="462845" cy="584775"/>
          </a:xfrm>
          <a:prstGeom prst="rect">
            <a:avLst/>
          </a:prstGeom>
          <a:noFill/>
        </p:spPr>
        <p:txBody>
          <a:bodyPr wrap="square" rtlCol="0">
            <a:spAutoFit/>
          </a:bodyPr>
          <a:lstStyle/>
          <a:p>
            <a:pPr algn="ctr"/>
            <a:r>
              <a:rPr lang="en-US" sz="3200" dirty="0"/>
              <a:t>6</a:t>
            </a:r>
          </a:p>
        </p:txBody>
      </p:sp>
      <p:sp>
        <p:nvSpPr>
          <p:cNvPr id="81" name="TextBox 80">
            <a:extLst>
              <a:ext uri="{FF2B5EF4-FFF2-40B4-BE49-F238E27FC236}">
                <a16:creationId xmlns:a16="http://schemas.microsoft.com/office/drawing/2014/main" id="{77F10717-C28D-E061-BBCE-3C9F53EE8741}"/>
              </a:ext>
            </a:extLst>
          </p:cNvPr>
          <p:cNvSpPr txBox="1"/>
          <p:nvPr/>
        </p:nvSpPr>
        <p:spPr>
          <a:xfrm>
            <a:off x="4216401" y="3237891"/>
            <a:ext cx="462845" cy="584775"/>
          </a:xfrm>
          <a:prstGeom prst="rect">
            <a:avLst/>
          </a:prstGeom>
          <a:noFill/>
        </p:spPr>
        <p:txBody>
          <a:bodyPr wrap="square" rtlCol="0">
            <a:spAutoFit/>
          </a:bodyPr>
          <a:lstStyle/>
          <a:p>
            <a:pPr algn="ctr"/>
            <a:r>
              <a:rPr lang="en-US" sz="3200" dirty="0"/>
              <a:t>8</a:t>
            </a:r>
          </a:p>
        </p:txBody>
      </p:sp>
      <p:sp>
        <p:nvSpPr>
          <p:cNvPr id="93" name="TextBox 92">
            <a:extLst>
              <a:ext uri="{FF2B5EF4-FFF2-40B4-BE49-F238E27FC236}">
                <a16:creationId xmlns:a16="http://schemas.microsoft.com/office/drawing/2014/main" id="{DB1FCE84-B218-CC1E-EA19-03A17C402A23}"/>
              </a:ext>
            </a:extLst>
          </p:cNvPr>
          <p:cNvSpPr txBox="1"/>
          <p:nvPr/>
        </p:nvSpPr>
        <p:spPr>
          <a:xfrm>
            <a:off x="4715935" y="4244561"/>
            <a:ext cx="462845" cy="584775"/>
          </a:xfrm>
          <a:prstGeom prst="rect">
            <a:avLst/>
          </a:prstGeom>
          <a:noFill/>
        </p:spPr>
        <p:txBody>
          <a:bodyPr wrap="square" rtlCol="0">
            <a:spAutoFit/>
          </a:bodyPr>
          <a:lstStyle/>
          <a:p>
            <a:pPr algn="ctr"/>
            <a:r>
              <a:rPr lang="en-US" sz="3200" dirty="0"/>
              <a:t>8</a:t>
            </a:r>
          </a:p>
        </p:txBody>
      </p:sp>
      <p:sp>
        <p:nvSpPr>
          <p:cNvPr id="72" name="TextBox 71">
            <a:extLst>
              <a:ext uri="{FF2B5EF4-FFF2-40B4-BE49-F238E27FC236}">
                <a16:creationId xmlns:a16="http://schemas.microsoft.com/office/drawing/2014/main" id="{37356AB4-41E8-2EA3-D1FB-1821F935ACD0}"/>
              </a:ext>
            </a:extLst>
          </p:cNvPr>
          <p:cNvSpPr txBox="1"/>
          <p:nvPr/>
        </p:nvSpPr>
        <p:spPr>
          <a:xfrm>
            <a:off x="5215469" y="1224551"/>
            <a:ext cx="462845" cy="584775"/>
          </a:xfrm>
          <a:prstGeom prst="rect">
            <a:avLst/>
          </a:prstGeom>
          <a:noFill/>
        </p:spPr>
        <p:txBody>
          <a:bodyPr wrap="square" rtlCol="0">
            <a:spAutoFit/>
          </a:bodyPr>
          <a:lstStyle/>
          <a:p>
            <a:pPr algn="ctr"/>
            <a:r>
              <a:rPr lang="en-US" sz="3200" dirty="0"/>
              <a:t>6</a:t>
            </a:r>
          </a:p>
        </p:txBody>
      </p:sp>
      <p:sp>
        <p:nvSpPr>
          <p:cNvPr id="76" name="TextBox 75">
            <a:extLst>
              <a:ext uri="{FF2B5EF4-FFF2-40B4-BE49-F238E27FC236}">
                <a16:creationId xmlns:a16="http://schemas.microsoft.com/office/drawing/2014/main" id="{A9743BA6-7819-D60F-E2A9-CC88E86E1FB0}"/>
              </a:ext>
            </a:extLst>
          </p:cNvPr>
          <p:cNvSpPr txBox="1"/>
          <p:nvPr/>
        </p:nvSpPr>
        <p:spPr>
          <a:xfrm>
            <a:off x="3217333" y="2734556"/>
            <a:ext cx="462845" cy="584775"/>
          </a:xfrm>
          <a:prstGeom prst="rect">
            <a:avLst/>
          </a:prstGeom>
          <a:noFill/>
        </p:spPr>
        <p:txBody>
          <a:bodyPr wrap="square" rtlCol="0">
            <a:spAutoFit/>
          </a:bodyPr>
          <a:lstStyle/>
          <a:p>
            <a:pPr algn="ctr"/>
            <a:r>
              <a:rPr lang="en-US" sz="3200" dirty="0"/>
              <a:t>1</a:t>
            </a:r>
          </a:p>
        </p:txBody>
      </p:sp>
      <p:sp>
        <p:nvSpPr>
          <p:cNvPr id="67" name="TextBox 66">
            <a:extLst>
              <a:ext uri="{FF2B5EF4-FFF2-40B4-BE49-F238E27FC236}">
                <a16:creationId xmlns:a16="http://schemas.microsoft.com/office/drawing/2014/main" id="{EB0BD53B-2EA6-F0CF-1851-EE7E08257919}"/>
              </a:ext>
            </a:extLst>
          </p:cNvPr>
          <p:cNvSpPr txBox="1"/>
          <p:nvPr/>
        </p:nvSpPr>
        <p:spPr>
          <a:xfrm>
            <a:off x="3217333" y="2231221"/>
            <a:ext cx="462845" cy="584775"/>
          </a:xfrm>
          <a:prstGeom prst="rect">
            <a:avLst/>
          </a:prstGeom>
          <a:noFill/>
        </p:spPr>
        <p:txBody>
          <a:bodyPr wrap="square" rtlCol="0">
            <a:spAutoFit/>
          </a:bodyPr>
          <a:lstStyle/>
          <a:p>
            <a:pPr algn="ctr"/>
            <a:r>
              <a:rPr lang="en-US" sz="3200" dirty="0"/>
              <a:t>6</a:t>
            </a:r>
          </a:p>
        </p:txBody>
      </p:sp>
      <p:sp>
        <p:nvSpPr>
          <p:cNvPr id="82" name="TextBox 81">
            <a:extLst>
              <a:ext uri="{FF2B5EF4-FFF2-40B4-BE49-F238E27FC236}">
                <a16:creationId xmlns:a16="http://schemas.microsoft.com/office/drawing/2014/main" id="{E87F08BB-3BC0-A21D-C738-DFCA751AE093}"/>
              </a:ext>
            </a:extLst>
          </p:cNvPr>
          <p:cNvSpPr txBox="1"/>
          <p:nvPr/>
        </p:nvSpPr>
        <p:spPr>
          <a:xfrm>
            <a:off x="4715935" y="2231221"/>
            <a:ext cx="462845" cy="584775"/>
          </a:xfrm>
          <a:prstGeom prst="rect">
            <a:avLst/>
          </a:prstGeom>
          <a:noFill/>
        </p:spPr>
        <p:txBody>
          <a:bodyPr wrap="square" rtlCol="0">
            <a:spAutoFit/>
          </a:bodyPr>
          <a:lstStyle/>
          <a:p>
            <a:pPr algn="ctr"/>
            <a:r>
              <a:rPr lang="en-US" sz="3200" dirty="0"/>
              <a:t>1</a:t>
            </a:r>
          </a:p>
        </p:txBody>
      </p:sp>
    </p:spTree>
    <p:extLst>
      <p:ext uri="{BB962C8B-B14F-4D97-AF65-F5344CB8AC3E}">
        <p14:creationId xmlns:p14="http://schemas.microsoft.com/office/powerpoint/2010/main" val="1412684601"/>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3CE9F0A-A68F-B4A3-7D29-F942151E8E9D}"/>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BF8E34CB-97D9-0BB2-AE90-E20A383A95F5}"/>
              </a:ext>
            </a:extLst>
          </p:cNvPr>
          <p:cNvSpPr>
            <a:spLocks noGrp="1"/>
          </p:cNvSpPr>
          <p:nvPr>
            <p:ph sz="half" idx="1"/>
          </p:nvPr>
        </p:nvSpPr>
        <p:spPr/>
        <p:txBody>
          <a:bodyPr>
            <a:normAutofit/>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78430AC8-5CFC-B3E7-BD23-06BC6424BA50}"/>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36B07325-C5DF-C1E8-E622-08459AF91F11}"/>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03347921-8C0E-697B-679A-2C8344C0A982}"/>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895C7BB7-CB8C-EBFE-DC25-07F7B3822EDB}"/>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C14D9CC9-473E-B7F9-144D-16C760C70D55}"/>
              </a:ext>
            </a:extLst>
          </p:cNvPr>
          <p:cNvSpPr txBox="1"/>
          <p:nvPr/>
        </p:nvSpPr>
        <p:spPr>
          <a:xfrm>
            <a:off x="4715935" y="1224551"/>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8" name="TextBox 7">
            <a:extLst>
              <a:ext uri="{FF2B5EF4-FFF2-40B4-BE49-F238E27FC236}">
                <a16:creationId xmlns:a16="http://schemas.microsoft.com/office/drawing/2014/main" id="{26A2BF9B-DC63-0B9E-74F0-983DAEF08B71}"/>
              </a:ext>
            </a:extLst>
          </p:cNvPr>
          <p:cNvSpPr txBox="1"/>
          <p:nvPr/>
        </p:nvSpPr>
        <p:spPr>
          <a:xfrm>
            <a:off x="6214537" y="122455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9" name="TextBox 8">
            <a:extLst>
              <a:ext uri="{FF2B5EF4-FFF2-40B4-BE49-F238E27FC236}">
                <a16:creationId xmlns:a16="http://schemas.microsoft.com/office/drawing/2014/main" id="{BFB4FCF5-EFDB-9E64-E837-7316FA777FBA}"/>
              </a:ext>
            </a:extLst>
          </p:cNvPr>
          <p:cNvSpPr txBox="1"/>
          <p:nvPr/>
        </p:nvSpPr>
        <p:spPr>
          <a:xfrm>
            <a:off x="6714071" y="1224551"/>
            <a:ext cx="462845" cy="584775"/>
          </a:xfrm>
          <a:prstGeom prst="rect">
            <a:avLst/>
          </a:prstGeom>
          <a:solidFill>
            <a:srgbClr val="FFFF00">
              <a:alpha val="30000"/>
            </a:srgbClr>
          </a:solidFill>
        </p:spPr>
        <p:txBody>
          <a:bodyPr wrap="square" rtlCol="0">
            <a:spAutoFit/>
          </a:bodyPr>
          <a:lstStyle/>
          <a:p>
            <a:pPr algn="ctr"/>
            <a:r>
              <a:rPr lang="en-US" sz="3200" dirty="0"/>
              <a:t>9</a:t>
            </a:r>
          </a:p>
        </p:txBody>
      </p:sp>
      <p:sp>
        <p:nvSpPr>
          <p:cNvPr id="10" name="TextBox 9">
            <a:extLst>
              <a:ext uri="{FF2B5EF4-FFF2-40B4-BE49-F238E27FC236}">
                <a16:creationId xmlns:a16="http://schemas.microsoft.com/office/drawing/2014/main" id="{3325A172-68E0-6893-7AF0-2B9E96398E66}"/>
              </a:ext>
            </a:extLst>
          </p:cNvPr>
          <p:cNvSpPr txBox="1"/>
          <p:nvPr/>
        </p:nvSpPr>
        <p:spPr>
          <a:xfrm>
            <a:off x="7213604" y="122455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11" name="TextBox 10">
            <a:extLst>
              <a:ext uri="{FF2B5EF4-FFF2-40B4-BE49-F238E27FC236}">
                <a16:creationId xmlns:a16="http://schemas.microsoft.com/office/drawing/2014/main" id="{D3F72E61-C938-B471-F7EC-99F403208F4F}"/>
              </a:ext>
            </a:extLst>
          </p:cNvPr>
          <p:cNvSpPr txBox="1"/>
          <p:nvPr/>
        </p:nvSpPr>
        <p:spPr>
          <a:xfrm>
            <a:off x="6714071" y="721216"/>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12" name="TextBox 11">
            <a:extLst>
              <a:ext uri="{FF2B5EF4-FFF2-40B4-BE49-F238E27FC236}">
                <a16:creationId xmlns:a16="http://schemas.microsoft.com/office/drawing/2014/main" id="{E54AAF4A-5C2B-FD00-CA75-3A578CC07C76}"/>
              </a:ext>
            </a:extLst>
          </p:cNvPr>
          <p:cNvSpPr txBox="1"/>
          <p:nvPr/>
        </p:nvSpPr>
        <p:spPr>
          <a:xfrm>
            <a:off x="7213604" y="721216"/>
            <a:ext cx="462845" cy="584775"/>
          </a:xfrm>
          <a:prstGeom prst="rect">
            <a:avLst/>
          </a:prstGeom>
          <a:solidFill>
            <a:srgbClr val="FF0000">
              <a:alpha val="30000"/>
            </a:srgbClr>
          </a:solidFill>
        </p:spPr>
        <p:txBody>
          <a:bodyPr wrap="square" rtlCol="0">
            <a:spAutoFit/>
          </a:bodyPr>
          <a:lstStyle/>
          <a:p>
            <a:pPr algn="ctr"/>
            <a:r>
              <a:rPr lang="en-US" sz="3200" dirty="0"/>
              <a:t>3</a:t>
            </a:r>
          </a:p>
        </p:txBody>
      </p:sp>
      <p:sp>
        <p:nvSpPr>
          <p:cNvPr id="13" name="TextBox 12">
            <a:extLst>
              <a:ext uri="{FF2B5EF4-FFF2-40B4-BE49-F238E27FC236}">
                <a16:creationId xmlns:a16="http://schemas.microsoft.com/office/drawing/2014/main" id="{CCE4A586-B57C-E092-3AFE-1607BA139534}"/>
              </a:ext>
            </a:extLst>
          </p:cNvPr>
          <p:cNvSpPr txBox="1"/>
          <p:nvPr/>
        </p:nvSpPr>
        <p:spPr>
          <a:xfrm>
            <a:off x="4216401" y="1727886"/>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14" name="TextBox 13">
            <a:extLst>
              <a:ext uri="{FF2B5EF4-FFF2-40B4-BE49-F238E27FC236}">
                <a16:creationId xmlns:a16="http://schemas.microsoft.com/office/drawing/2014/main" id="{80D0C392-0F7A-9B3F-9478-51A9D10C6491}"/>
              </a:ext>
            </a:extLst>
          </p:cNvPr>
          <p:cNvSpPr txBox="1"/>
          <p:nvPr/>
        </p:nvSpPr>
        <p:spPr>
          <a:xfrm>
            <a:off x="5215469" y="1727886"/>
            <a:ext cx="462845" cy="584775"/>
          </a:xfrm>
          <a:prstGeom prst="rect">
            <a:avLst/>
          </a:prstGeom>
          <a:solidFill>
            <a:srgbClr val="00B050">
              <a:alpha val="40000"/>
            </a:srgbClr>
          </a:solidFill>
        </p:spPr>
        <p:txBody>
          <a:bodyPr wrap="square" rtlCol="0">
            <a:spAutoFit/>
          </a:bodyPr>
          <a:lstStyle/>
          <a:p>
            <a:pPr algn="ctr"/>
            <a:r>
              <a:rPr lang="en-US" sz="3200" dirty="0"/>
              <a:t>9</a:t>
            </a:r>
          </a:p>
        </p:txBody>
      </p:sp>
      <p:sp>
        <p:nvSpPr>
          <p:cNvPr id="15" name="TextBox 14">
            <a:extLst>
              <a:ext uri="{FF2B5EF4-FFF2-40B4-BE49-F238E27FC236}">
                <a16:creationId xmlns:a16="http://schemas.microsoft.com/office/drawing/2014/main" id="{08DB6F37-9341-1B8D-508C-8695A8088AA2}"/>
              </a:ext>
            </a:extLst>
          </p:cNvPr>
          <p:cNvSpPr txBox="1"/>
          <p:nvPr/>
        </p:nvSpPr>
        <p:spPr>
          <a:xfrm>
            <a:off x="6214537" y="1727886"/>
            <a:ext cx="462845" cy="584775"/>
          </a:xfrm>
          <a:prstGeom prst="rect">
            <a:avLst/>
          </a:prstGeom>
          <a:solidFill>
            <a:srgbClr val="00B0F0">
              <a:alpha val="30000"/>
            </a:srgbClr>
          </a:solidFill>
        </p:spPr>
        <p:txBody>
          <a:bodyPr wrap="square" rtlCol="0">
            <a:spAutoFit/>
          </a:bodyPr>
          <a:lstStyle/>
          <a:p>
            <a:pPr algn="ctr"/>
            <a:r>
              <a:rPr lang="en-US" sz="3200" dirty="0"/>
              <a:t>8</a:t>
            </a:r>
          </a:p>
        </p:txBody>
      </p:sp>
      <p:sp>
        <p:nvSpPr>
          <p:cNvPr id="16" name="TextBox 15">
            <a:extLst>
              <a:ext uri="{FF2B5EF4-FFF2-40B4-BE49-F238E27FC236}">
                <a16:creationId xmlns:a16="http://schemas.microsoft.com/office/drawing/2014/main" id="{A02ABDB1-1912-DA43-9D85-4C8540340611}"/>
              </a:ext>
            </a:extLst>
          </p:cNvPr>
          <p:cNvSpPr txBox="1"/>
          <p:nvPr/>
        </p:nvSpPr>
        <p:spPr>
          <a:xfrm>
            <a:off x="6714071" y="1727886"/>
            <a:ext cx="462845" cy="584775"/>
          </a:xfrm>
          <a:prstGeom prst="rect">
            <a:avLst/>
          </a:prstGeom>
          <a:solidFill>
            <a:srgbClr val="0070C0">
              <a:alpha val="40000"/>
            </a:srgbClr>
          </a:solidFill>
        </p:spPr>
        <p:txBody>
          <a:bodyPr wrap="square" rtlCol="0">
            <a:spAutoFit/>
          </a:bodyPr>
          <a:lstStyle/>
          <a:p>
            <a:pPr algn="ctr"/>
            <a:r>
              <a:rPr lang="en-US" sz="3200" dirty="0"/>
              <a:t>6</a:t>
            </a:r>
          </a:p>
        </p:txBody>
      </p:sp>
      <p:sp>
        <p:nvSpPr>
          <p:cNvPr id="17" name="TextBox 16">
            <a:extLst>
              <a:ext uri="{FF2B5EF4-FFF2-40B4-BE49-F238E27FC236}">
                <a16:creationId xmlns:a16="http://schemas.microsoft.com/office/drawing/2014/main" id="{F9394180-5B00-173F-6B0A-2E383100F605}"/>
              </a:ext>
            </a:extLst>
          </p:cNvPr>
          <p:cNvSpPr txBox="1"/>
          <p:nvPr/>
        </p:nvSpPr>
        <p:spPr>
          <a:xfrm>
            <a:off x="3716867" y="223122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18" name="TextBox 17">
            <a:extLst>
              <a:ext uri="{FF2B5EF4-FFF2-40B4-BE49-F238E27FC236}">
                <a16:creationId xmlns:a16="http://schemas.microsoft.com/office/drawing/2014/main" id="{77DF7877-3828-F330-C206-D42E906C7C7E}"/>
              </a:ext>
            </a:extLst>
          </p:cNvPr>
          <p:cNvSpPr txBox="1"/>
          <p:nvPr/>
        </p:nvSpPr>
        <p:spPr>
          <a:xfrm>
            <a:off x="5215469" y="2231221"/>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19" name="TextBox 18">
            <a:extLst>
              <a:ext uri="{FF2B5EF4-FFF2-40B4-BE49-F238E27FC236}">
                <a16:creationId xmlns:a16="http://schemas.microsoft.com/office/drawing/2014/main" id="{DAB93EC1-0AE5-3255-DB2C-E57E273DCF09}"/>
              </a:ext>
            </a:extLst>
          </p:cNvPr>
          <p:cNvSpPr txBox="1"/>
          <p:nvPr/>
        </p:nvSpPr>
        <p:spPr>
          <a:xfrm>
            <a:off x="5715003" y="2231221"/>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20" name="TextBox 19">
            <a:extLst>
              <a:ext uri="{FF2B5EF4-FFF2-40B4-BE49-F238E27FC236}">
                <a16:creationId xmlns:a16="http://schemas.microsoft.com/office/drawing/2014/main" id="{B10455F1-430D-D0CF-F23A-603591AFA5A7}"/>
              </a:ext>
            </a:extLst>
          </p:cNvPr>
          <p:cNvSpPr txBox="1"/>
          <p:nvPr/>
        </p:nvSpPr>
        <p:spPr>
          <a:xfrm>
            <a:off x="6214537" y="2231221"/>
            <a:ext cx="462845" cy="584775"/>
          </a:xfrm>
          <a:prstGeom prst="rect">
            <a:avLst/>
          </a:prstGeom>
          <a:solidFill>
            <a:srgbClr val="FF0000">
              <a:alpha val="30000"/>
            </a:srgbClr>
          </a:solidFill>
        </p:spPr>
        <p:txBody>
          <a:bodyPr wrap="square" rtlCol="0">
            <a:spAutoFit/>
          </a:bodyPr>
          <a:lstStyle/>
          <a:p>
            <a:pPr algn="ctr"/>
            <a:r>
              <a:rPr lang="en-US" sz="3200" dirty="0"/>
              <a:t>4</a:t>
            </a:r>
          </a:p>
        </p:txBody>
      </p:sp>
      <p:sp>
        <p:nvSpPr>
          <p:cNvPr id="21" name="TextBox 20">
            <a:extLst>
              <a:ext uri="{FF2B5EF4-FFF2-40B4-BE49-F238E27FC236}">
                <a16:creationId xmlns:a16="http://schemas.microsoft.com/office/drawing/2014/main" id="{E7A6223E-0FEF-0F56-3C76-DA1DA41683F4}"/>
              </a:ext>
            </a:extLst>
          </p:cNvPr>
          <p:cNvSpPr txBox="1"/>
          <p:nvPr/>
        </p:nvSpPr>
        <p:spPr>
          <a:xfrm>
            <a:off x="6714071" y="223122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2" name="TextBox 21">
            <a:extLst>
              <a:ext uri="{FF2B5EF4-FFF2-40B4-BE49-F238E27FC236}">
                <a16:creationId xmlns:a16="http://schemas.microsoft.com/office/drawing/2014/main" id="{9EE5B6B7-6CE0-F5A5-7756-EAD0BA5C08C0}"/>
              </a:ext>
            </a:extLst>
          </p:cNvPr>
          <p:cNvSpPr txBox="1"/>
          <p:nvPr/>
        </p:nvSpPr>
        <p:spPr>
          <a:xfrm>
            <a:off x="4216401" y="2734556"/>
            <a:ext cx="462845" cy="584775"/>
          </a:xfrm>
          <a:prstGeom prst="rect">
            <a:avLst/>
          </a:prstGeom>
          <a:solidFill>
            <a:srgbClr val="FF0000">
              <a:alpha val="30000"/>
            </a:srgbClr>
          </a:solidFill>
        </p:spPr>
        <p:txBody>
          <a:bodyPr wrap="square" rtlCol="0">
            <a:spAutoFit/>
          </a:bodyPr>
          <a:lstStyle/>
          <a:p>
            <a:pPr algn="ctr"/>
            <a:r>
              <a:rPr lang="en-US" sz="3200" dirty="0"/>
              <a:t>4</a:t>
            </a:r>
          </a:p>
        </p:txBody>
      </p:sp>
      <p:sp>
        <p:nvSpPr>
          <p:cNvPr id="23" name="TextBox 22">
            <a:extLst>
              <a:ext uri="{FF2B5EF4-FFF2-40B4-BE49-F238E27FC236}">
                <a16:creationId xmlns:a16="http://schemas.microsoft.com/office/drawing/2014/main" id="{59CF0BC0-BFDA-7F8F-34DE-68078651AD48}"/>
              </a:ext>
            </a:extLst>
          </p:cNvPr>
          <p:cNvSpPr txBox="1"/>
          <p:nvPr/>
        </p:nvSpPr>
        <p:spPr>
          <a:xfrm>
            <a:off x="5215469" y="2734556"/>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4" name="TextBox 23">
            <a:extLst>
              <a:ext uri="{FF2B5EF4-FFF2-40B4-BE49-F238E27FC236}">
                <a16:creationId xmlns:a16="http://schemas.microsoft.com/office/drawing/2014/main" id="{222159A4-2F25-15A1-3789-BFC26E174537}"/>
              </a:ext>
            </a:extLst>
          </p:cNvPr>
          <p:cNvSpPr txBox="1"/>
          <p:nvPr/>
        </p:nvSpPr>
        <p:spPr>
          <a:xfrm>
            <a:off x="6714071" y="2734556"/>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25" name="TextBox 24">
            <a:extLst>
              <a:ext uri="{FF2B5EF4-FFF2-40B4-BE49-F238E27FC236}">
                <a16:creationId xmlns:a16="http://schemas.microsoft.com/office/drawing/2014/main" id="{8860256C-221C-D85C-5F18-B81061D1BD55}"/>
              </a:ext>
            </a:extLst>
          </p:cNvPr>
          <p:cNvSpPr txBox="1"/>
          <p:nvPr/>
        </p:nvSpPr>
        <p:spPr>
          <a:xfrm>
            <a:off x="3716867" y="323789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6" name="TextBox 25">
            <a:extLst>
              <a:ext uri="{FF2B5EF4-FFF2-40B4-BE49-F238E27FC236}">
                <a16:creationId xmlns:a16="http://schemas.microsoft.com/office/drawing/2014/main" id="{77C18ED3-EBCB-7913-7186-CAFD4A5F18D4}"/>
              </a:ext>
            </a:extLst>
          </p:cNvPr>
          <p:cNvSpPr txBox="1"/>
          <p:nvPr/>
        </p:nvSpPr>
        <p:spPr>
          <a:xfrm>
            <a:off x="4715935" y="3237891"/>
            <a:ext cx="462845" cy="584775"/>
          </a:xfrm>
          <a:prstGeom prst="rect">
            <a:avLst/>
          </a:prstGeom>
          <a:solidFill>
            <a:srgbClr val="FF0000">
              <a:alpha val="30000"/>
            </a:srgbClr>
          </a:solidFill>
        </p:spPr>
        <p:txBody>
          <a:bodyPr wrap="square" rtlCol="0">
            <a:spAutoFit/>
          </a:bodyPr>
          <a:lstStyle/>
          <a:p>
            <a:pPr algn="ctr"/>
            <a:r>
              <a:rPr lang="en-US" sz="3200" dirty="0"/>
              <a:t>6</a:t>
            </a:r>
          </a:p>
        </p:txBody>
      </p:sp>
      <p:sp>
        <p:nvSpPr>
          <p:cNvPr id="27" name="TextBox 26">
            <a:extLst>
              <a:ext uri="{FF2B5EF4-FFF2-40B4-BE49-F238E27FC236}">
                <a16:creationId xmlns:a16="http://schemas.microsoft.com/office/drawing/2014/main" id="{CB6956B4-354B-6663-CE5C-A02DACCDCE5F}"/>
              </a:ext>
            </a:extLst>
          </p:cNvPr>
          <p:cNvSpPr txBox="1"/>
          <p:nvPr/>
        </p:nvSpPr>
        <p:spPr>
          <a:xfrm>
            <a:off x="5215469" y="323789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28" name="TextBox 27">
            <a:extLst>
              <a:ext uri="{FF2B5EF4-FFF2-40B4-BE49-F238E27FC236}">
                <a16:creationId xmlns:a16="http://schemas.microsoft.com/office/drawing/2014/main" id="{89A9661B-3971-3C65-F316-F4F03888D704}"/>
              </a:ext>
            </a:extLst>
          </p:cNvPr>
          <p:cNvSpPr txBox="1"/>
          <p:nvPr/>
        </p:nvSpPr>
        <p:spPr>
          <a:xfrm>
            <a:off x="7213604" y="3237891"/>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29" name="TextBox 28">
            <a:extLst>
              <a:ext uri="{FF2B5EF4-FFF2-40B4-BE49-F238E27FC236}">
                <a16:creationId xmlns:a16="http://schemas.microsoft.com/office/drawing/2014/main" id="{01CAC395-95C6-AB6C-8A4A-7FE09FC1A4E1}"/>
              </a:ext>
            </a:extLst>
          </p:cNvPr>
          <p:cNvSpPr txBox="1"/>
          <p:nvPr/>
        </p:nvSpPr>
        <p:spPr>
          <a:xfrm>
            <a:off x="3217333" y="3741226"/>
            <a:ext cx="462845" cy="584775"/>
          </a:xfrm>
          <a:prstGeom prst="rect">
            <a:avLst/>
          </a:prstGeom>
          <a:solidFill>
            <a:srgbClr val="00B0F0">
              <a:alpha val="30000"/>
            </a:srgbClr>
          </a:solidFill>
        </p:spPr>
        <p:txBody>
          <a:bodyPr wrap="square" rtlCol="0">
            <a:spAutoFit/>
          </a:bodyPr>
          <a:lstStyle/>
          <a:p>
            <a:pPr algn="ctr"/>
            <a:r>
              <a:rPr lang="en-US" sz="3200" dirty="0"/>
              <a:t>8</a:t>
            </a:r>
          </a:p>
        </p:txBody>
      </p:sp>
      <p:sp>
        <p:nvSpPr>
          <p:cNvPr id="30" name="TextBox 29">
            <a:extLst>
              <a:ext uri="{FF2B5EF4-FFF2-40B4-BE49-F238E27FC236}">
                <a16:creationId xmlns:a16="http://schemas.microsoft.com/office/drawing/2014/main" id="{59FE328C-969B-CA86-4C4F-2D692F0B0254}"/>
              </a:ext>
            </a:extLst>
          </p:cNvPr>
          <p:cNvSpPr txBox="1"/>
          <p:nvPr/>
        </p:nvSpPr>
        <p:spPr>
          <a:xfrm>
            <a:off x="3716867" y="3741226"/>
            <a:ext cx="462845" cy="584775"/>
          </a:xfrm>
          <a:prstGeom prst="rect">
            <a:avLst/>
          </a:prstGeom>
          <a:solidFill>
            <a:srgbClr val="0070C0">
              <a:alpha val="40000"/>
            </a:srgbClr>
          </a:solidFill>
        </p:spPr>
        <p:txBody>
          <a:bodyPr wrap="square" rtlCol="0">
            <a:spAutoFit/>
          </a:bodyPr>
          <a:lstStyle/>
          <a:p>
            <a:pPr algn="ctr"/>
            <a:r>
              <a:rPr lang="en-US" sz="3200" dirty="0"/>
              <a:t>6</a:t>
            </a:r>
          </a:p>
        </p:txBody>
      </p:sp>
      <p:sp>
        <p:nvSpPr>
          <p:cNvPr id="31" name="TextBox 30">
            <a:extLst>
              <a:ext uri="{FF2B5EF4-FFF2-40B4-BE49-F238E27FC236}">
                <a16:creationId xmlns:a16="http://schemas.microsoft.com/office/drawing/2014/main" id="{536977E4-B5F8-25BF-A846-BB9F4718C7A2}"/>
              </a:ext>
            </a:extLst>
          </p:cNvPr>
          <p:cNvSpPr txBox="1"/>
          <p:nvPr/>
        </p:nvSpPr>
        <p:spPr>
          <a:xfrm>
            <a:off x="5715003" y="3741226"/>
            <a:ext cx="462845" cy="584775"/>
          </a:xfrm>
          <a:prstGeom prst="rect">
            <a:avLst/>
          </a:prstGeom>
          <a:solidFill>
            <a:srgbClr val="FFFF00">
              <a:alpha val="30000"/>
            </a:srgbClr>
          </a:solidFill>
        </p:spPr>
        <p:txBody>
          <a:bodyPr wrap="square" rtlCol="0">
            <a:spAutoFit/>
          </a:bodyPr>
          <a:lstStyle/>
          <a:p>
            <a:pPr algn="ctr"/>
            <a:r>
              <a:rPr lang="en-US" sz="3200" dirty="0"/>
              <a:t>9</a:t>
            </a:r>
          </a:p>
        </p:txBody>
      </p:sp>
      <p:sp>
        <p:nvSpPr>
          <p:cNvPr id="32" name="TextBox 31">
            <a:extLst>
              <a:ext uri="{FF2B5EF4-FFF2-40B4-BE49-F238E27FC236}">
                <a16:creationId xmlns:a16="http://schemas.microsoft.com/office/drawing/2014/main" id="{398FB2C8-BE87-C956-9714-DAB6836AA7FB}"/>
              </a:ext>
            </a:extLst>
          </p:cNvPr>
          <p:cNvSpPr txBox="1"/>
          <p:nvPr/>
        </p:nvSpPr>
        <p:spPr>
          <a:xfrm>
            <a:off x="6214537" y="3741226"/>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33" name="TextBox 32">
            <a:extLst>
              <a:ext uri="{FF2B5EF4-FFF2-40B4-BE49-F238E27FC236}">
                <a16:creationId xmlns:a16="http://schemas.microsoft.com/office/drawing/2014/main" id="{F619860C-6489-03CD-03AC-F2C2C8593B40}"/>
              </a:ext>
            </a:extLst>
          </p:cNvPr>
          <p:cNvSpPr txBox="1"/>
          <p:nvPr/>
        </p:nvSpPr>
        <p:spPr>
          <a:xfrm>
            <a:off x="6714071" y="374122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34" name="TextBox 33">
            <a:extLst>
              <a:ext uri="{FF2B5EF4-FFF2-40B4-BE49-F238E27FC236}">
                <a16:creationId xmlns:a16="http://schemas.microsoft.com/office/drawing/2014/main" id="{9F095085-6715-3F6F-2741-D500D382BEFB}"/>
              </a:ext>
            </a:extLst>
          </p:cNvPr>
          <p:cNvSpPr txBox="1"/>
          <p:nvPr/>
        </p:nvSpPr>
        <p:spPr>
          <a:xfrm>
            <a:off x="7213604" y="3741226"/>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35" name="TextBox 34">
            <a:extLst>
              <a:ext uri="{FF2B5EF4-FFF2-40B4-BE49-F238E27FC236}">
                <a16:creationId xmlns:a16="http://schemas.microsoft.com/office/drawing/2014/main" id="{77CBE4D5-131C-FA1F-E82F-67C70C478290}"/>
              </a:ext>
            </a:extLst>
          </p:cNvPr>
          <p:cNvSpPr txBox="1"/>
          <p:nvPr/>
        </p:nvSpPr>
        <p:spPr>
          <a:xfrm>
            <a:off x="3217333" y="424456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36" name="TextBox 35">
            <a:extLst>
              <a:ext uri="{FF2B5EF4-FFF2-40B4-BE49-F238E27FC236}">
                <a16:creationId xmlns:a16="http://schemas.microsoft.com/office/drawing/2014/main" id="{56CEA248-6135-5730-309C-CF19AF9630E0}"/>
              </a:ext>
            </a:extLst>
          </p:cNvPr>
          <p:cNvSpPr txBox="1"/>
          <p:nvPr/>
        </p:nvSpPr>
        <p:spPr>
          <a:xfrm>
            <a:off x="4216401" y="4244561"/>
            <a:ext cx="462845" cy="584775"/>
          </a:xfrm>
          <a:prstGeom prst="rect">
            <a:avLst/>
          </a:prstGeom>
          <a:solidFill>
            <a:srgbClr val="FF0000">
              <a:alpha val="30000"/>
            </a:srgbClr>
          </a:solidFill>
        </p:spPr>
        <p:txBody>
          <a:bodyPr wrap="square" rtlCol="0">
            <a:spAutoFit/>
          </a:bodyPr>
          <a:lstStyle/>
          <a:p>
            <a:pPr algn="ctr"/>
            <a:r>
              <a:rPr lang="en-US" sz="3200" dirty="0"/>
              <a:t>3</a:t>
            </a:r>
          </a:p>
        </p:txBody>
      </p:sp>
      <p:sp>
        <p:nvSpPr>
          <p:cNvPr id="37" name="TextBox 36">
            <a:extLst>
              <a:ext uri="{FF2B5EF4-FFF2-40B4-BE49-F238E27FC236}">
                <a16:creationId xmlns:a16="http://schemas.microsoft.com/office/drawing/2014/main" id="{8FCED8C1-02C0-85A6-1137-1961F073D782}"/>
              </a:ext>
            </a:extLst>
          </p:cNvPr>
          <p:cNvSpPr txBox="1"/>
          <p:nvPr/>
        </p:nvSpPr>
        <p:spPr>
          <a:xfrm>
            <a:off x="5715003" y="4244561"/>
            <a:ext cx="462845" cy="584775"/>
          </a:xfrm>
          <a:prstGeom prst="rect">
            <a:avLst/>
          </a:prstGeom>
          <a:solidFill>
            <a:srgbClr val="FF0000">
              <a:alpha val="30000"/>
            </a:srgbClr>
          </a:solidFill>
        </p:spPr>
        <p:txBody>
          <a:bodyPr wrap="square" rtlCol="0">
            <a:spAutoFit/>
          </a:bodyPr>
          <a:lstStyle/>
          <a:p>
            <a:pPr algn="ctr"/>
            <a:r>
              <a:rPr lang="en-US" sz="3200" dirty="0"/>
              <a:t>6</a:t>
            </a:r>
          </a:p>
        </p:txBody>
      </p:sp>
      <p:sp>
        <p:nvSpPr>
          <p:cNvPr id="38" name="TextBox 37">
            <a:extLst>
              <a:ext uri="{FF2B5EF4-FFF2-40B4-BE49-F238E27FC236}">
                <a16:creationId xmlns:a16="http://schemas.microsoft.com/office/drawing/2014/main" id="{E456C52D-8259-9CCA-077C-B2D8F0082B31}"/>
              </a:ext>
            </a:extLst>
          </p:cNvPr>
          <p:cNvSpPr txBox="1"/>
          <p:nvPr/>
        </p:nvSpPr>
        <p:spPr>
          <a:xfrm>
            <a:off x="6214537" y="424456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39" name="TextBox 38">
            <a:extLst>
              <a:ext uri="{FF2B5EF4-FFF2-40B4-BE49-F238E27FC236}">
                <a16:creationId xmlns:a16="http://schemas.microsoft.com/office/drawing/2014/main" id="{B23DECC7-7478-10F1-07B7-15DC06A11490}"/>
              </a:ext>
            </a:extLst>
          </p:cNvPr>
          <p:cNvSpPr txBox="1"/>
          <p:nvPr/>
        </p:nvSpPr>
        <p:spPr>
          <a:xfrm>
            <a:off x="6714071" y="4244561"/>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40" name="TextBox 39">
            <a:extLst>
              <a:ext uri="{FF2B5EF4-FFF2-40B4-BE49-F238E27FC236}">
                <a16:creationId xmlns:a16="http://schemas.microsoft.com/office/drawing/2014/main" id="{F14AE40E-6A93-5904-FA78-E67D8893DEDF}"/>
              </a:ext>
            </a:extLst>
          </p:cNvPr>
          <p:cNvSpPr txBox="1"/>
          <p:nvPr/>
        </p:nvSpPr>
        <p:spPr>
          <a:xfrm>
            <a:off x="7213604" y="4244561"/>
            <a:ext cx="462845" cy="584775"/>
          </a:xfrm>
          <a:prstGeom prst="rect">
            <a:avLst/>
          </a:prstGeom>
          <a:solidFill>
            <a:srgbClr val="00B050">
              <a:alpha val="40000"/>
            </a:srgbClr>
          </a:solidFill>
        </p:spPr>
        <p:txBody>
          <a:bodyPr wrap="square" rtlCol="0">
            <a:spAutoFit/>
          </a:bodyPr>
          <a:lstStyle/>
          <a:p>
            <a:pPr algn="ctr"/>
            <a:r>
              <a:rPr lang="en-US" sz="3200" dirty="0"/>
              <a:t>9</a:t>
            </a:r>
          </a:p>
        </p:txBody>
      </p:sp>
      <p:sp>
        <p:nvSpPr>
          <p:cNvPr id="41" name="TextBox 40">
            <a:extLst>
              <a:ext uri="{FF2B5EF4-FFF2-40B4-BE49-F238E27FC236}">
                <a16:creationId xmlns:a16="http://schemas.microsoft.com/office/drawing/2014/main" id="{013C2D1C-46A2-5EAB-50F0-7845E57C8032}"/>
              </a:ext>
            </a:extLst>
          </p:cNvPr>
          <p:cNvSpPr txBox="1"/>
          <p:nvPr/>
        </p:nvSpPr>
        <p:spPr>
          <a:xfrm>
            <a:off x="3217333" y="4747898"/>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42" name="TextBox 41">
            <a:extLst>
              <a:ext uri="{FF2B5EF4-FFF2-40B4-BE49-F238E27FC236}">
                <a16:creationId xmlns:a16="http://schemas.microsoft.com/office/drawing/2014/main" id="{436BEB86-FC17-B274-3218-4AF8C56D9410}"/>
              </a:ext>
            </a:extLst>
          </p:cNvPr>
          <p:cNvSpPr txBox="1"/>
          <p:nvPr/>
        </p:nvSpPr>
        <p:spPr>
          <a:xfrm>
            <a:off x="3716867" y="4747898"/>
            <a:ext cx="462845" cy="584775"/>
          </a:xfrm>
          <a:prstGeom prst="rect">
            <a:avLst/>
          </a:prstGeom>
          <a:solidFill>
            <a:srgbClr val="FFFF00">
              <a:alpha val="30000"/>
            </a:srgbClr>
          </a:solidFill>
        </p:spPr>
        <p:txBody>
          <a:bodyPr wrap="square" rtlCol="0">
            <a:spAutoFit/>
          </a:bodyPr>
          <a:lstStyle/>
          <a:p>
            <a:pPr algn="ctr"/>
            <a:r>
              <a:rPr lang="en-US" sz="3200" dirty="0"/>
              <a:t>9</a:t>
            </a:r>
          </a:p>
        </p:txBody>
      </p:sp>
      <p:sp>
        <p:nvSpPr>
          <p:cNvPr id="43" name="TextBox 42">
            <a:extLst>
              <a:ext uri="{FF2B5EF4-FFF2-40B4-BE49-F238E27FC236}">
                <a16:creationId xmlns:a16="http://schemas.microsoft.com/office/drawing/2014/main" id="{A9E67FA7-A017-7577-A6C0-C327E1A967EB}"/>
              </a:ext>
            </a:extLst>
          </p:cNvPr>
          <p:cNvSpPr txBox="1"/>
          <p:nvPr/>
        </p:nvSpPr>
        <p:spPr>
          <a:xfrm>
            <a:off x="4216401" y="4747898"/>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44" name="TextBox 43">
            <a:extLst>
              <a:ext uri="{FF2B5EF4-FFF2-40B4-BE49-F238E27FC236}">
                <a16:creationId xmlns:a16="http://schemas.microsoft.com/office/drawing/2014/main" id="{94D7BF6C-D57F-A3B7-BBB8-162501970632}"/>
              </a:ext>
            </a:extLst>
          </p:cNvPr>
          <p:cNvSpPr txBox="1"/>
          <p:nvPr/>
        </p:nvSpPr>
        <p:spPr>
          <a:xfrm>
            <a:off x="7157158" y="1522145"/>
            <a:ext cx="570089" cy="230832"/>
          </a:xfrm>
          <a:prstGeom prst="rect">
            <a:avLst/>
          </a:prstGeom>
          <a:noFill/>
        </p:spPr>
        <p:txBody>
          <a:bodyPr wrap="square" rtlCol="0">
            <a:spAutoFit/>
          </a:bodyPr>
          <a:lstStyle/>
          <a:p>
            <a:pPr algn="ctr"/>
            <a:r>
              <a:rPr lang="en-US" sz="900" dirty="0"/>
              <a:t>57</a:t>
            </a:r>
          </a:p>
        </p:txBody>
      </p:sp>
      <p:sp>
        <p:nvSpPr>
          <p:cNvPr id="45" name="TextBox 44">
            <a:extLst>
              <a:ext uri="{FF2B5EF4-FFF2-40B4-BE49-F238E27FC236}">
                <a16:creationId xmlns:a16="http://schemas.microsoft.com/office/drawing/2014/main" id="{BA8127E4-F6C1-984A-DA3F-5E3112E9D9B7}"/>
              </a:ext>
            </a:extLst>
          </p:cNvPr>
          <p:cNvSpPr txBox="1"/>
          <p:nvPr/>
        </p:nvSpPr>
        <p:spPr>
          <a:xfrm>
            <a:off x="4143022" y="5028752"/>
            <a:ext cx="570089" cy="230832"/>
          </a:xfrm>
          <a:prstGeom prst="rect">
            <a:avLst/>
          </a:prstGeom>
          <a:noFill/>
        </p:spPr>
        <p:txBody>
          <a:bodyPr wrap="square" rtlCol="0">
            <a:spAutoFit/>
          </a:bodyPr>
          <a:lstStyle/>
          <a:p>
            <a:pPr algn="ctr"/>
            <a:r>
              <a:rPr lang="en-US" sz="900" dirty="0"/>
              <a:t>57</a:t>
            </a:r>
          </a:p>
        </p:txBody>
      </p:sp>
      <p:sp>
        <p:nvSpPr>
          <p:cNvPr id="50" name="TextBox 49">
            <a:extLst>
              <a:ext uri="{FF2B5EF4-FFF2-40B4-BE49-F238E27FC236}">
                <a16:creationId xmlns:a16="http://schemas.microsoft.com/office/drawing/2014/main" id="{DDE49095-A48E-D353-F440-6542F4F8FCC2}"/>
              </a:ext>
            </a:extLst>
          </p:cNvPr>
          <p:cNvSpPr txBox="1"/>
          <p:nvPr/>
        </p:nvSpPr>
        <p:spPr>
          <a:xfrm>
            <a:off x="6152446" y="1402877"/>
            <a:ext cx="570089" cy="230832"/>
          </a:xfrm>
          <a:prstGeom prst="rect">
            <a:avLst/>
          </a:prstGeom>
          <a:noFill/>
        </p:spPr>
        <p:txBody>
          <a:bodyPr wrap="square" rtlCol="0">
            <a:spAutoFit/>
          </a:bodyPr>
          <a:lstStyle/>
          <a:p>
            <a:pPr algn="ctr"/>
            <a:r>
              <a:rPr lang="en-US" sz="900" dirty="0"/>
              <a:t>75</a:t>
            </a:r>
          </a:p>
        </p:txBody>
      </p:sp>
      <p:sp>
        <p:nvSpPr>
          <p:cNvPr id="51" name="TextBox 50">
            <a:extLst>
              <a:ext uri="{FF2B5EF4-FFF2-40B4-BE49-F238E27FC236}">
                <a16:creationId xmlns:a16="http://schemas.microsoft.com/office/drawing/2014/main" id="{81D66D84-66AA-C859-160D-AD8F60BD7A94}"/>
              </a:ext>
            </a:extLst>
          </p:cNvPr>
          <p:cNvSpPr txBox="1"/>
          <p:nvPr/>
        </p:nvSpPr>
        <p:spPr>
          <a:xfrm>
            <a:off x="3138310" y="4408541"/>
            <a:ext cx="570089" cy="230832"/>
          </a:xfrm>
          <a:prstGeom prst="rect">
            <a:avLst/>
          </a:prstGeom>
          <a:noFill/>
        </p:spPr>
        <p:txBody>
          <a:bodyPr wrap="square" rtlCol="0">
            <a:spAutoFit/>
          </a:bodyPr>
          <a:lstStyle/>
          <a:p>
            <a:pPr algn="ctr"/>
            <a:r>
              <a:rPr lang="en-US" sz="900" dirty="0"/>
              <a:t>75</a:t>
            </a:r>
          </a:p>
        </p:txBody>
      </p:sp>
      <p:sp>
        <p:nvSpPr>
          <p:cNvPr id="52" name="TextBox 51">
            <a:extLst>
              <a:ext uri="{FF2B5EF4-FFF2-40B4-BE49-F238E27FC236}">
                <a16:creationId xmlns:a16="http://schemas.microsoft.com/office/drawing/2014/main" id="{F464B25E-4B42-E9B2-BC08-89B732429880}"/>
              </a:ext>
            </a:extLst>
          </p:cNvPr>
          <p:cNvSpPr txBox="1"/>
          <p:nvPr/>
        </p:nvSpPr>
        <p:spPr>
          <a:xfrm>
            <a:off x="3640666" y="3406653"/>
            <a:ext cx="570089" cy="230832"/>
          </a:xfrm>
          <a:prstGeom prst="rect">
            <a:avLst/>
          </a:prstGeom>
          <a:noFill/>
        </p:spPr>
        <p:txBody>
          <a:bodyPr wrap="square" rtlCol="0">
            <a:spAutoFit/>
          </a:bodyPr>
          <a:lstStyle/>
          <a:p>
            <a:pPr algn="ctr"/>
            <a:r>
              <a:rPr lang="en-US" sz="900" dirty="0"/>
              <a:t>2357</a:t>
            </a:r>
          </a:p>
        </p:txBody>
      </p:sp>
      <p:sp>
        <p:nvSpPr>
          <p:cNvPr id="57" name="TextBox 56">
            <a:extLst>
              <a:ext uri="{FF2B5EF4-FFF2-40B4-BE49-F238E27FC236}">
                <a16:creationId xmlns:a16="http://schemas.microsoft.com/office/drawing/2014/main" id="{46FDA5AD-49F9-01CC-3480-066895E006E6}"/>
              </a:ext>
            </a:extLst>
          </p:cNvPr>
          <p:cNvSpPr txBox="1"/>
          <p:nvPr/>
        </p:nvSpPr>
        <p:spPr>
          <a:xfrm>
            <a:off x="6654802" y="2524033"/>
            <a:ext cx="570089" cy="230832"/>
          </a:xfrm>
          <a:prstGeom prst="rect">
            <a:avLst/>
          </a:prstGeom>
          <a:noFill/>
        </p:spPr>
        <p:txBody>
          <a:bodyPr wrap="square" rtlCol="0">
            <a:spAutoFit/>
          </a:bodyPr>
          <a:lstStyle/>
          <a:p>
            <a:pPr algn="ctr"/>
            <a:r>
              <a:rPr lang="en-US" sz="900" dirty="0"/>
              <a:t>2357</a:t>
            </a:r>
          </a:p>
        </p:txBody>
      </p:sp>
      <p:sp>
        <p:nvSpPr>
          <p:cNvPr id="58" name="TextBox 57">
            <a:extLst>
              <a:ext uri="{FF2B5EF4-FFF2-40B4-BE49-F238E27FC236}">
                <a16:creationId xmlns:a16="http://schemas.microsoft.com/office/drawing/2014/main" id="{B77AB92F-741A-9AC3-0C9F-BC49094B8DBF}"/>
              </a:ext>
            </a:extLst>
          </p:cNvPr>
          <p:cNvSpPr txBox="1"/>
          <p:nvPr/>
        </p:nvSpPr>
        <p:spPr>
          <a:xfrm>
            <a:off x="4143022" y="1903821"/>
            <a:ext cx="570089" cy="230832"/>
          </a:xfrm>
          <a:prstGeom prst="rect">
            <a:avLst/>
          </a:prstGeom>
          <a:noFill/>
        </p:spPr>
        <p:txBody>
          <a:bodyPr wrap="square" rtlCol="0">
            <a:spAutoFit/>
          </a:bodyPr>
          <a:lstStyle/>
          <a:p>
            <a:pPr algn="ctr"/>
            <a:r>
              <a:rPr lang="en-US" sz="900" dirty="0"/>
              <a:t>75</a:t>
            </a:r>
          </a:p>
        </p:txBody>
      </p:sp>
      <p:sp>
        <p:nvSpPr>
          <p:cNvPr id="59" name="TextBox 58">
            <a:extLst>
              <a:ext uri="{FF2B5EF4-FFF2-40B4-BE49-F238E27FC236}">
                <a16:creationId xmlns:a16="http://schemas.microsoft.com/office/drawing/2014/main" id="{484ADC04-B029-BC6E-0476-6688016879C8}"/>
              </a:ext>
            </a:extLst>
          </p:cNvPr>
          <p:cNvSpPr txBox="1"/>
          <p:nvPr/>
        </p:nvSpPr>
        <p:spPr>
          <a:xfrm>
            <a:off x="3640666" y="2404765"/>
            <a:ext cx="570089" cy="230832"/>
          </a:xfrm>
          <a:prstGeom prst="rect">
            <a:avLst/>
          </a:prstGeom>
          <a:noFill/>
        </p:spPr>
        <p:txBody>
          <a:bodyPr wrap="square" rtlCol="0">
            <a:spAutoFit/>
          </a:bodyPr>
          <a:lstStyle/>
          <a:p>
            <a:pPr algn="ctr"/>
            <a:r>
              <a:rPr lang="en-US" sz="900" dirty="0"/>
              <a:t>2357</a:t>
            </a:r>
          </a:p>
        </p:txBody>
      </p:sp>
      <p:sp>
        <p:nvSpPr>
          <p:cNvPr id="62" name="TextBox 61">
            <a:extLst>
              <a:ext uri="{FF2B5EF4-FFF2-40B4-BE49-F238E27FC236}">
                <a16:creationId xmlns:a16="http://schemas.microsoft.com/office/drawing/2014/main" id="{B72DD440-3605-ABA8-5599-BA14A9E1CA84}"/>
              </a:ext>
            </a:extLst>
          </p:cNvPr>
          <p:cNvSpPr txBox="1"/>
          <p:nvPr/>
        </p:nvSpPr>
        <p:spPr>
          <a:xfrm>
            <a:off x="6654802" y="2905709"/>
            <a:ext cx="570089" cy="230832"/>
          </a:xfrm>
          <a:prstGeom prst="rect">
            <a:avLst/>
          </a:prstGeom>
          <a:noFill/>
        </p:spPr>
        <p:txBody>
          <a:bodyPr wrap="square" rtlCol="0">
            <a:spAutoFit/>
          </a:bodyPr>
          <a:lstStyle/>
          <a:p>
            <a:pPr algn="ctr"/>
            <a:r>
              <a:rPr lang="en-US" sz="900" dirty="0"/>
              <a:t>2357</a:t>
            </a:r>
          </a:p>
        </p:txBody>
      </p:sp>
      <p:sp>
        <p:nvSpPr>
          <p:cNvPr id="63" name="TextBox 62">
            <a:extLst>
              <a:ext uri="{FF2B5EF4-FFF2-40B4-BE49-F238E27FC236}">
                <a16:creationId xmlns:a16="http://schemas.microsoft.com/office/drawing/2014/main" id="{B844193C-3F74-2864-2F55-DB3AAD74D6D3}"/>
              </a:ext>
            </a:extLst>
          </p:cNvPr>
          <p:cNvSpPr txBox="1"/>
          <p:nvPr/>
        </p:nvSpPr>
        <p:spPr>
          <a:xfrm>
            <a:off x="7157158" y="3406653"/>
            <a:ext cx="570089" cy="230832"/>
          </a:xfrm>
          <a:prstGeom prst="rect">
            <a:avLst/>
          </a:prstGeom>
          <a:noFill/>
        </p:spPr>
        <p:txBody>
          <a:bodyPr wrap="square" rtlCol="0">
            <a:spAutoFit/>
          </a:bodyPr>
          <a:lstStyle/>
          <a:p>
            <a:pPr algn="ctr"/>
            <a:r>
              <a:rPr lang="en-US" sz="900" dirty="0"/>
              <a:t>75</a:t>
            </a:r>
          </a:p>
        </p:txBody>
      </p:sp>
      <p:sp>
        <p:nvSpPr>
          <p:cNvPr id="66" name="TextBox 65">
            <a:extLst>
              <a:ext uri="{FF2B5EF4-FFF2-40B4-BE49-F238E27FC236}">
                <a16:creationId xmlns:a16="http://schemas.microsoft.com/office/drawing/2014/main" id="{60D0554C-B3AE-F039-3A5D-CC3A9E0A61B5}"/>
              </a:ext>
            </a:extLst>
          </p:cNvPr>
          <p:cNvSpPr txBox="1"/>
          <p:nvPr/>
        </p:nvSpPr>
        <p:spPr>
          <a:xfrm>
            <a:off x="5147734" y="2524033"/>
            <a:ext cx="570089" cy="230832"/>
          </a:xfrm>
          <a:prstGeom prst="rect">
            <a:avLst/>
          </a:prstGeom>
          <a:noFill/>
        </p:spPr>
        <p:txBody>
          <a:bodyPr wrap="square" rtlCol="0">
            <a:spAutoFit/>
          </a:bodyPr>
          <a:lstStyle/>
          <a:p>
            <a:pPr algn="ctr"/>
            <a:r>
              <a:rPr lang="en-US" sz="900" dirty="0"/>
              <a:t>257</a:t>
            </a:r>
          </a:p>
        </p:txBody>
      </p:sp>
      <p:sp>
        <p:nvSpPr>
          <p:cNvPr id="68" name="TextBox 67">
            <a:extLst>
              <a:ext uri="{FF2B5EF4-FFF2-40B4-BE49-F238E27FC236}">
                <a16:creationId xmlns:a16="http://schemas.microsoft.com/office/drawing/2014/main" id="{843E0067-7696-BE90-45CB-D60CFCC39F7C}"/>
              </a:ext>
            </a:extLst>
          </p:cNvPr>
          <p:cNvSpPr txBox="1"/>
          <p:nvPr/>
        </p:nvSpPr>
        <p:spPr>
          <a:xfrm>
            <a:off x="6654802" y="4527809"/>
            <a:ext cx="570089" cy="230832"/>
          </a:xfrm>
          <a:prstGeom prst="rect">
            <a:avLst/>
          </a:prstGeom>
          <a:noFill/>
        </p:spPr>
        <p:txBody>
          <a:bodyPr wrap="square" rtlCol="0">
            <a:spAutoFit/>
          </a:bodyPr>
          <a:lstStyle/>
          <a:p>
            <a:pPr algn="ctr"/>
            <a:r>
              <a:rPr lang="en-US" sz="900" dirty="0"/>
              <a:t>257</a:t>
            </a:r>
          </a:p>
        </p:txBody>
      </p:sp>
      <p:sp>
        <p:nvSpPr>
          <p:cNvPr id="70" name="TextBox 69">
            <a:extLst>
              <a:ext uri="{FF2B5EF4-FFF2-40B4-BE49-F238E27FC236}">
                <a16:creationId xmlns:a16="http://schemas.microsoft.com/office/drawing/2014/main" id="{FEA65ADF-E427-47D4-D174-01A31C1A81AE}"/>
              </a:ext>
            </a:extLst>
          </p:cNvPr>
          <p:cNvSpPr txBox="1"/>
          <p:nvPr/>
        </p:nvSpPr>
        <p:spPr>
          <a:xfrm>
            <a:off x="5650090" y="2285497"/>
            <a:ext cx="570089" cy="230832"/>
          </a:xfrm>
          <a:prstGeom prst="rect">
            <a:avLst/>
          </a:prstGeom>
          <a:noFill/>
        </p:spPr>
        <p:txBody>
          <a:bodyPr wrap="square" rtlCol="0">
            <a:spAutoFit/>
          </a:bodyPr>
          <a:lstStyle/>
          <a:p>
            <a:pPr algn="ctr"/>
            <a:r>
              <a:rPr lang="en-US" sz="900" dirty="0"/>
              <a:t>37</a:t>
            </a:r>
          </a:p>
        </p:txBody>
      </p:sp>
      <p:sp>
        <p:nvSpPr>
          <p:cNvPr id="71" name="TextBox 70">
            <a:extLst>
              <a:ext uri="{FF2B5EF4-FFF2-40B4-BE49-F238E27FC236}">
                <a16:creationId xmlns:a16="http://schemas.microsoft.com/office/drawing/2014/main" id="{970C0A2C-660C-8849-A1D6-308672C32BE8}"/>
              </a:ext>
            </a:extLst>
          </p:cNvPr>
          <p:cNvSpPr txBox="1"/>
          <p:nvPr/>
        </p:nvSpPr>
        <p:spPr>
          <a:xfrm>
            <a:off x="5147734" y="2905709"/>
            <a:ext cx="570089" cy="230832"/>
          </a:xfrm>
          <a:prstGeom prst="rect">
            <a:avLst/>
          </a:prstGeom>
          <a:noFill/>
        </p:spPr>
        <p:txBody>
          <a:bodyPr wrap="square" rtlCol="0">
            <a:spAutoFit/>
          </a:bodyPr>
          <a:lstStyle/>
          <a:p>
            <a:pPr algn="ctr"/>
            <a:r>
              <a:rPr lang="en-US" sz="900" dirty="0"/>
              <a:t>257</a:t>
            </a:r>
          </a:p>
        </p:txBody>
      </p:sp>
      <p:sp>
        <p:nvSpPr>
          <p:cNvPr id="74" name="TextBox 73">
            <a:extLst>
              <a:ext uri="{FF2B5EF4-FFF2-40B4-BE49-F238E27FC236}">
                <a16:creationId xmlns:a16="http://schemas.microsoft.com/office/drawing/2014/main" id="{7A441703-183A-DCF0-FB68-516877FC727C}"/>
              </a:ext>
            </a:extLst>
          </p:cNvPr>
          <p:cNvSpPr txBox="1"/>
          <p:nvPr/>
        </p:nvSpPr>
        <p:spPr>
          <a:xfrm>
            <a:off x="6152446" y="4527809"/>
            <a:ext cx="570089" cy="230832"/>
          </a:xfrm>
          <a:prstGeom prst="rect">
            <a:avLst/>
          </a:prstGeom>
          <a:noFill/>
        </p:spPr>
        <p:txBody>
          <a:bodyPr wrap="square" rtlCol="0">
            <a:spAutoFit/>
          </a:bodyPr>
          <a:lstStyle/>
          <a:p>
            <a:pPr algn="ctr"/>
            <a:r>
              <a:rPr lang="en-US" sz="900" dirty="0"/>
              <a:t>257</a:t>
            </a:r>
          </a:p>
        </p:txBody>
      </p:sp>
      <p:sp>
        <p:nvSpPr>
          <p:cNvPr id="75" name="TextBox 74">
            <a:extLst>
              <a:ext uri="{FF2B5EF4-FFF2-40B4-BE49-F238E27FC236}">
                <a16:creationId xmlns:a16="http://schemas.microsoft.com/office/drawing/2014/main" id="{E21C6732-1163-2590-18FB-61E2728340BB}"/>
              </a:ext>
            </a:extLst>
          </p:cNvPr>
          <p:cNvSpPr txBox="1"/>
          <p:nvPr/>
        </p:nvSpPr>
        <p:spPr>
          <a:xfrm>
            <a:off x="6654802" y="3788329"/>
            <a:ext cx="570089" cy="230832"/>
          </a:xfrm>
          <a:prstGeom prst="rect">
            <a:avLst/>
          </a:prstGeom>
          <a:noFill/>
        </p:spPr>
        <p:txBody>
          <a:bodyPr wrap="square" rtlCol="0">
            <a:spAutoFit/>
          </a:bodyPr>
          <a:lstStyle/>
          <a:p>
            <a:pPr algn="ctr"/>
            <a:r>
              <a:rPr lang="en-US" sz="900" dirty="0"/>
              <a:t>37</a:t>
            </a:r>
          </a:p>
        </p:txBody>
      </p:sp>
      <p:sp>
        <p:nvSpPr>
          <p:cNvPr id="73" name="TextBox 72">
            <a:extLst>
              <a:ext uri="{FF2B5EF4-FFF2-40B4-BE49-F238E27FC236}">
                <a16:creationId xmlns:a16="http://schemas.microsoft.com/office/drawing/2014/main" id="{FC745D1D-FA96-636A-0954-AC42066AB4A1}"/>
              </a:ext>
            </a:extLst>
          </p:cNvPr>
          <p:cNvSpPr txBox="1"/>
          <p:nvPr/>
        </p:nvSpPr>
        <p:spPr>
          <a:xfrm>
            <a:off x="5147734" y="3287385"/>
            <a:ext cx="570089" cy="230832"/>
          </a:xfrm>
          <a:prstGeom prst="rect">
            <a:avLst/>
          </a:prstGeom>
          <a:noFill/>
        </p:spPr>
        <p:txBody>
          <a:bodyPr wrap="square" rtlCol="0">
            <a:spAutoFit/>
          </a:bodyPr>
          <a:lstStyle/>
          <a:p>
            <a:pPr algn="ctr"/>
            <a:r>
              <a:rPr lang="en-US" sz="900" dirty="0"/>
              <a:t>357</a:t>
            </a:r>
          </a:p>
        </p:txBody>
      </p:sp>
      <p:sp>
        <p:nvSpPr>
          <p:cNvPr id="78" name="TextBox 77">
            <a:extLst>
              <a:ext uri="{FF2B5EF4-FFF2-40B4-BE49-F238E27FC236}">
                <a16:creationId xmlns:a16="http://schemas.microsoft.com/office/drawing/2014/main" id="{9D569BF7-EBF9-EA9A-2EDF-884EFEEABDE4}"/>
              </a:ext>
            </a:extLst>
          </p:cNvPr>
          <p:cNvSpPr txBox="1"/>
          <p:nvPr/>
        </p:nvSpPr>
        <p:spPr>
          <a:xfrm>
            <a:off x="6152446" y="3788329"/>
            <a:ext cx="570089" cy="230832"/>
          </a:xfrm>
          <a:prstGeom prst="rect">
            <a:avLst/>
          </a:prstGeom>
          <a:noFill/>
        </p:spPr>
        <p:txBody>
          <a:bodyPr wrap="square" rtlCol="0">
            <a:spAutoFit/>
          </a:bodyPr>
          <a:lstStyle/>
          <a:p>
            <a:pPr algn="ctr"/>
            <a:r>
              <a:rPr lang="en-US" sz="900" dirty="0"/>
              <a:t>357</a:t>
            </a:r>
          </a:p>
        </p:txBody>
      </p:sp>
      <p:sp>
        <p:nvSpPr>
          <p:cNvPr id="79" name="TextBox 78">
            <a:extLst>
              <a:ext uri="{FF2B5EF4-FFF2-40B4-BE49-F238E27FC236}">
                <a16:creationId xmlns:a16="http://schemas.microsoft.com/office/drawing/2014/main" id="{61A94C97-99E7-290D-2907-E1356C6119CA}"/>
              </a:ext>
            </a:extLst>
          </p:cNvPr>
          <p:cNvSpPr txBox="1"/>
          <p:nvPr/>
        </p:nvSpPr>
        <p:spPr>
          <a:xfrm>
            <a:off x="6214537" y="3237891"/>
            <a:ext cx="462845" cy="584775"/>
          </a:xfrm>
          <a:prstGeom prst="rect">
            <a:avLst/>
          </a:prstGeom>
          <a:noFill/>
        </p:spPr>
        <p:txBody>
          <a:bodyPr wrap="square" rtlCol="0">
            <a:spAutoFit/>
          </a:bodyPr>
          <a:lstStyle/>
          <a:p>
            <a:pPr algn="ctr"/>
            <a:r>
              <a:rPr lang="en-US" sz="3200" dirty="0"/>
              <a:t>9</a:t>
            </a:r>
          </a:p>
        </p:txBody>
      </p:sp>
      <p:sp>
        <p:nvSpPr>
          <p:cNvPr id="48" name="TextBox 47">
            <a:extLst>
              <a:ext uri="{FF2B5EF4-FFF2-40B4-BE49-F238E27FC236}">
                <a16:creationId xmlns:a16="http://schemas.microsoft.com/office/drawing/2014/main" id="{2AB63AF4-B229-CF35-2432-E48FF431996A}"/>
              </a:ext>
            </a:extLst>
          </p:cNvPr>
          <p:cNvSpPr txBox="1"/>
          <p:nvPr/>
        </p:nvSpPr>
        <p:spPr>
          <a:xfrm>
            <a:off x="3716867" y="1727886"/>
            <a:ext cx="462845" cy="584775"/>
          </a:xfrm>
          <a:prstGeom prst="rect">
            <a:avLst/>
          </a:prstGeom>
          <a:noFill/>
        </p:spPr>
        <p:txBody>
          <a:bodyPr wrap="square" rtlCol="0">
            <a:spAutoFit/>
          </a:bodyPr>
          <a:lstStyle/>
          <a:p>
            <a:pPr algn="ctr"/>
            <a:r>
              <a:rPr lang="en-US" sz="3200" dirty="0"/>
              <a:t>4</a:t>
            </a:r>
          </a:p>
        </p:txBody>
      </p:sp>
      <p:sp>
        <p:nvSpPr>
          <p:cNvPr id="49" name="TextBox 48">
            <a:extLst>
              <a:ext uri="{FF2B5EF4-FFF2-40B4-BE49-F238E27FC236}">
                <a16:creationId xmlns:a16="http://schemas.microsoft.com/office/drawing/2014/main" id="{C0A734AC-8C24-E9DB-5E6E-5FB5424A3C6D}"/>
              </a:ext>
            </a:extLst>
          </p:cNvPr>
          <p:cNvSpPr txBox="1"/>
          <p:nvPr/>
        </p:nvSpPr>
        <p:spPr>
          <a:xfrm>
            <a:off x="5715003" y="3237891"/>
            <a:ext cx="462845" cy="584775"/>
          </a:xfrm>
          <a:prstGeom prst="rect">
            <a:avLst/>
          </a:prstGeom>
          <a:noFill/>
        </p:spPr>
        <p:txBody>
          <a:bodyPr wrap="square" rtlCol="0">
            <a:spAutoFit/>
          </a:bodyPr>
          <a:lstStyle/>
          <a:p>
            <a:pPr algn="ctr"/>
            <a:r>
              <a:rPr lang="en-US" sz="3200" dirty="0"/>
              <a:t>4</a:t>
            </a:r>
          </a:p>
        </p:txBody>
      </p:sp>
      <p:sp>
        <p:nvSpPr>
          <p:cNvPr id="46" name="TextBox 45">
            <a:extLst>
              <a:ext uri="{FF2B5EF4-FFF2-40B4-BE49-F238E27FC236}">
                <a16:creationId xmlns:a16="http://schemas.microsoft.com/office/drawing/2014/main" id="{34892BEF-3DD3-B282-3030-EEB362692DC3}"/>
              </a:ext>
            </a:extLst>
          </p:cNvPr>
          <p:cNvSpPr txBox="1"/>
          <p:nvPr/>
        </p:nvSpPr>
        <p:spPr>
          <a:xfrm>
            <a:off x="3217333" y="721216"/>
            <a:ext cx="462845" cy="584775"/>
          </a:xfrm>
          <a:prstGeom prst="rect">
            <a:avLst/>
          </a:prstGeom>
          <a:noFill/>
        </p:spPr>
        <p:txBody>
          <a:bodyPr wrap="square" rtlCol="0">
            <a:spAutoFit/>
          </a:bodyPr>
          <a:lstStyle/>
          <a:p>
            <a:pPr algn="ctr"/>
            <a:r>
              <a:rPr lang="en-US" sz="3200" dirty="0"/>
              <a:t>9</a:t>
            </a:r>
          </a:p>
        </p:txBody>
      </p:sp>
      <p:sp>
        <p:nvSpPr>
          <p:cNvPr id="47" name="TextBox 46">
            <a:extLst>
              <a:ext uri="{FF2B5EF4-FFF2-40B4-BE49-F238E27FC236}">
                <a16:creationId xmlns:a16="http://schemas.microsoft.com/office/drawing/2014/main" id="{79881522-FA9A-F496-7FF1-DEAA9948735D}"/>
              </a:ext>
            </a:extLst>
          </p:cNvPr>
          <p:cNvSpPr txBox="1"/>
          <p:nvPr/>
        </p:nvSpPr>
        <p:spPr>
          <a:xfrm>
            <a:off x="7213604" y="4747898"/>
            <a:ext cx="462845" cy="584775"/>
          </a:xfrm>
          <a:prstGeom prst="rect">
            <a:avLst/>
          </a:prstGeom>
          <a:noFill/>
        </p:spPr>
        <p:txBody>
          <a:bodyPr wrap="square" rtlCol="0">
            <a:spAutoFit/>
          </a:bodyPr>
          <a:lstStyle/>
          <a:p>
            <a:pPr algn="ctr"/>
            <a:r>
              <a:rPr lang="en-US" sz="3200" dirty="0"/>
              <a:t>1</a:t>
            </a:r>
          </a:p>
        </p:txBody>
      </p:sp>
      <p:sp>
        <p:nvSpPr>
          <p:cNvPr id="60" name="TextBox 59">
            <a:extLst>
              <a:ext uri="{FF2B5EF4-FFF2-40B4-BE49-F238E27FC236}">
                <a16:creationId xmlns:a16="http://schemas.microsoft.com/office/drawing/2014/main" id="{18369F7C-5915-A54A-6AFA-2B71E6D25640}"/>
              </a:ext>
            </a:extLst>
          </p:cNvPr>
          <p:cNvSpPr txBox="1"/>
          <p:nvPr/>
        </p:nvSpPr>
        <p:spPr>
          <a:xfrm>
            <a:off x="7213604" y="2734556"/>
            <a:ext cx="462845" cy="584775"/>
          </a:xfrm>
          <a:prstGeom prst="rect">
            <a:avLst/>
          </a:prstGeom>
          <a:noFill/>
        </p:spPr>
        <p:txBody>
          <a:bodyPr wrap="square" rtlCol="0">
            <a:spAutoFit/>
          </a:bodyPr>
          <a:lstStyle/>
          <a:p>
            <a:pPr algn="ctr"/>
            <a:r>
              <a:rPr lang="en-US" sz="3200" dirty="0"/>
              <a:t>6</a:t>
            </a:r>
          </a:p>
        </p:txBody>
      </p:sp>
      <p:sp>
        <p:nvSpPr>
          <p:cNvPr id="61" name="TextBox 60">
            <a:extLst>
              <a:ext uri="{FF2B5EF4-FFF2-40B4-BE49-F238E27FC236}">
                <a16:creationId xmlns:a16="http://schemas.microsoft.com/office/drawing/2014/main" id="{37D09F59-26D5-E230-2977-7DF78C139F84}"/>
              </a:ext>
            </a:extLst>
          </p:cNvPr>
          <p:cNvSpPr txBox="1"/>
          <p:nvPr/>
        </p:nvSpPr>
        <p:spPr>
          <a:xfrm>
            <a:off x="3640666" y="901933"/>
            <a:ext cx="570089" cy="230832"/>
          </a:xfrm>
          <a:prstGeom prst="rect">
            <a:avLst/>
          </a:prstGeom>
          <a:noFill/>
        </p:spPr>
        <p:txBody>
          <a:bodyPr wrap="square" rtlCol="0">
            <a:spAutoFit/>
          </a:bodyPr>
          <a:lstStyle/>
          <a:p>
            <a:pPr algn="ctr"/>
            <a:r>
              <a:rPr lang="en-US" sz="900" dirty="0"/>
              <a:t>28</a:t>
            </a:r>
          </a:p>
        </p:txBody>
      </p:sp>
      <p:sp>
        <p:nvSpPr>
          <p:cNvPr id="64" name="TextBox 63">
            <a:extLst>
              <a:ext uri="{FF2B5EF4-FFF2-40B4-BE49-F238E27FC236}">
                <a16:creationId xmlns:a16="http://schemas.microsoft.com/office/drawing/2014/main" id="{F5D11955-3EC6-A503-E40A-EA0850816DEA}"/>
              </a:ext>
            </a:extLst>
          </p:cNvPr>
          <p:cNvSpPr txBox="1"/>
          <p:nvPr/>
        </p:nvSpPr>
        <p:spPr>
          <a:xfrm>
            <a:off x="5147734" y="901933"/>
            <a:ext cx="570089" cy="230832"/>
          </a:xfrm>
          <a:prstGeom prst="rect">
            <a:avLst/>
          </a:prstGeom>
          <a:noFill/>
        </p:spPr>
        <p:txBody>
          <a:bodyPr wrap="square" rtlCol="0">
            <a:spAutoFit/>
          </a:bodyPr>
          <a:lstStyle/>
          <a:p>
            <a:pPr algn="ctr"/>
            <a:r>
              <a:rPr lang="en-US" sz="900" dirty="0"/>
              <a:t>82</a:t>
            </a:r>
          </a:p>
        </p:txBody>
      </p:sp>
      <p:sp>
        <p:nvSpPr>
          <p:cNvPr id="65" name="TextBox 64">
            <a:extLst>
              <a:ext uri="{FF2B5EF4-FFF2-40B4-BE49-F238E27FC236}">
                <a16:creationId xmlns:a16="http://schemas.microsoft.com/office/drawing/2014/main" id="{5E96755C-1AAD-B700-C234-FECA42CD7C16}"/>
              </a:ext>
            </a:extLst>
          </p:cNvPr>
          <p:cNvSpPr txBox="1"/>
          <p:nvPr/>
        </p:nvSpPr>
        <p:spPr>
          <a:xfrm>
            <a:off x="3640666" y="1402877"/>
            <a:ext cx="570089" cy="230832"/>
          </a:xfrm>
          <a:prstGeom prst="rect">
            <a:avLst/>
          </a:prstGeom>
          <a:noFill/>
        </p:spPr>
        <p:txBody>
          <a:bodyPr wrap="square" rtlCol="0">
            <a:spAutoFit/>
          </a:bodyPr>
          <a:lstStyle/>
          <a:p>
            <a:pPr algn="ctr"/>
            <a:r>
              <a:rPr lang="en-US" sz="900" dirty="0"/>
              <a:t>238</a:t>
            </a:r>
          </a:p>
        </p:txBody>
      </p:sp>
      <p:sp>
        <p:nvSpPr>
          <p:cNvPr id="69" name="TextBox 68">
            <a:extLst>
              <a:ext uri="{FF2B5EF4-FFF2-40B4-BE49-F238E27FC236}">
                <a16:creationId xmlns:a16="http://schemas.microsoft.com/office/drawing/2014/main" id="{DA1ADC25-C46E-4EDB-2322-FECAC36A5119}"/>
              </a:ext>
            </a:extLst>
          </p:cNvPr>
          <p:cNvSpPr txBox="1"/>
          <p:nvPr/>
        </p:nvSpPr>
        <p:spPr>
          <a:xfrm>
            <a:off x="5650090" y="1402877"/>
            <a:ext cx="570089" cy="230832"/>
          </a:xfrm>
          <a:prstGeom prst="rect">
            <a:avLst/>
          </a:prstGeom>
          <a:noFill/>
        </p:spPr>
        <p:txBody>
          <a:bodyPr wrap="square" rtlCol="0">
            <a:spAutoFit/>
          </a:bodyPr>
          <a:lstStyle/>
          <a:p>
            <a:pPr algn="ctr"/>
            <a:r>
              <a:rPr lang="en-US" sz="900" dirty="0"/>
              <a:t>28</a:t>
            </a:r>
          </a:p>
        </p:txBody>
      </p:sp>
      <p:sp>
        <p:nvSpPr>
          <p:cNvPr id="77" name="TextBox 76">
            <a:extLst>
              <a:ext uri="{FF2B5EF4-FFF2-40B4-BE49-F238E27FC236}">
                <a16:creationId xmlns:a16="http://schemas.microsoft.com/office/drawing/2014/main" id="{F7316A52-D9CA-5E8F-E5D1-14730780522E}"/>
              </a:ext>
            </a:extLst>
          </p:cNvPr>
          <p:cNvSpPr txBox="1"/>
          <p:nvPr/>
        </p:nvSpPr>
        <p:spPr>
          <a:xfrm>
            <a:off x="3138310" y="1402877"/>
            <a:ext cx="570089" cy="230832"/>
          </a:xfrm>
          <a:prstGeom prst="rect">
            <a:avLst/>
          </a:prstGeom>
          <a:noFill/>
        </p:spPr>
        <p:txBody>
          <a:bodyPr wrap="square" rtlCol="0">
            <a:spAutoFit/>
          </a:bodyPr>
          <a:lstStyle/>
          <a:p>
            <a:pPr algn="ctr"/>
            <a:r>
              <a:rPr lang="en-US" sz="900" dirty="0"/>
              <a:t>23</a:t>
            </a:r>
          </a:p>
        </p:txBody>
      </p:sp>
      <p:sp>
        <p:nvSpPr>
          <p:cNvPr id="85" name="TextBox 84">
            <a:extLst>
              <a:ext uri="{FF2B5EF4-FFF2-40B4-BE49-F238E27FC236}">
                <a16:creationId xmlns:a16="http://schemas.microsoft.com/office/drawing/2014/main" id="{5EE2EB3C-DE85-43E8-DA07-C0219A56F422}"/>
              </a:ext>
            </a:extLst>
          </p:cNvPr>
          <p:cNvSpPr txBox="1"/>
          <p:nvPr/>
        </p:nvSpPr>
        <p:spPr>
          <a:xfrm>
            <a:off x="3138310" y="1903821"/>
            <a:ext cx="570089" cy="230832"/>
          </a:xfrm>
          <a:prstGeom prst="rect">
            <a:avLst/>
          </a:prstGeom>
          <a:noFill/>
        </p:spPr>
        <p:txBody>
          <a:bodyPr wrap="square" rtlCol="0">
            <a:spAutoFit/>
          </a:bodyPr>
          <a:lstStyle/>
          <a:p>
            <a:pPr algn="ctr"/>
            <a:r>
              <a:rPr lang="en-US" sz="900" dirty="0"/>
              <a:t>57</a:t>
            </a:r>
          </a:p>
        </p:txBody>
      </p:sp>
      <p:sp>
        <p:nvSpPr>
          <p:cNvPr id="87" name="TextBox 86">
            <a:extLst>
              <a:ext uri="{FF2B5EF4-FFF2-40B4-BE49-F238E27FC236}">
                <a16:creationId xmlns:a16="http://schemas.microsoft.com/office/drawing/2014/main" id="{1625368B-7928-EB98-F1A7-C4DE9DE21B60}"/>
              </a:ext>
            </a:extLst>
          </p:cNvPr>
          <p:cNvSpPr txBox="1"/>
          <p:nvPr/>
        </p:nvSpPr>
        <p:spPr>
          <a:xfrm>
            <a:off x="3138310" y="3406653"/>
            <a:ext cx="570089" cy="230832"/>
          </a:xfrm>
          <a:prstGeom prst="rect">
            <a:avLst/>
          </a:prstGeom>
          <a:noFill/>
        </p:spPr>
        <p:txBody>
          <a:bodyPr wrap="square" rtlCol="0">
            <a:spAutoFit/>
          </a:bodyPr>
          <a:lstStyle/>
          <a:p>
            <a:pPr algn="ctr"/>
            <a:r>
              <a:rPr lang="en-US" sz="900" dirty="0"/>
              <a:t>32</a:t>
            </a:r>
          </a:p>
        </p:txBody>
      </p:sp>
      <p:sp>
        <p:nvSpPr>
          <p:cNvPr id="89" name="TextBox 88">
            <a:extLst>
              <a:ext uri="{FF2B5EF4-FFF2-40B4-BE49-F238E27FC236}">
                <a16:creationId xmlns:a16="http://schemas.microsoft.com/office/drawing/2014/main" id="{5E39AE84-8876-2D21-6D70-9C61B3197E78}"/>
              </a:ext>
            </a:extLst>
          </p:cNvPr>
          <p:cNvSpPr txBox="1"/>
          <p:nvPr/>
        </p:nvSpPr>
        <p:spPr>
          <a:xfrm>
            <a:off x="4645378" y="4909484"/>
            <a:ext cx="570089" cy="230832"/>
          </a:xfrm>
          <a:prstGeom prst="rect">
            <a:avLst/>
          </a:prstGeom>
          <a:noFill/>
        </p:spPr>
        <p:txBody>
          <a:bodyPr wrap="square" rtlCol="0">
            <a:spAutoFit/>
          </a:bodyPr>
          <a:lstStyle/>
          <a:p>
            <a:pPr algn="ctr"/>
            <a:r>
              <a:rPr lang="en-US" sz="900" dirty="0"/>
              <a:t>235</a:t>
            </a:r>
          </a:p>
        </p:txBody>
      </p:sp>
      <p:sp>
        <p:nvSpPr>
          <p:cNvPr id="90" name="TextBox 89">
            <a:extLst>
              <a:ext uri="{FF2B5EF4-FFF2-40B4-BE49-F238E27FC236}">
                <a16:creationId xmlns:a16="http://schemas.microsoft.com/office/drawing/2014/main" id="{56CB42E9-AA04-360B-B0B3-8944E6854604}"/>
              </a:ext>
            </a:extLst>
          </p:cNvPr>
          <p:cNvSpPr txBox="1"/>
          <p:nvPr/>
        </p:nvSpPr>
        <p:spPr>
          <a:xfrm>
            <a:off x="5147734" y="4909484"/>
            <a:ext cx="570089" cy="230832"/>
          </a:xfrm>
          <a:prstGeom prst="rect">
            <a:avLst/>
          </a:prstGeom>
          <a:noFill/>
        </p:spPr>
        <p:txBody>
          <a:bodyPr wrap="square" rtlCol="0">
            <a:spAutoFit/>
          </a:bodyPr>
          <a:lstStyle/>
          <a:p>
            <a:pPr algn="ctr"/>
            <a:r>
              <a:rPr lang="en-US" sz="900" dirty="0"/>
              <a:t>2357</a:t>
            </a:r>
          </a:p>
        </p:txBody>
      </p:sp>
      <p:sp>
        <p:nvSpPr>
          <p:cNvPr id="91" name="TextBox 90">
            <a:extLst>
              <a:ext uri="{FF2B5EF4-FFF2-40B4-BE49-F238E27FC236}">
                <a16:creationId xmlns:a16="http://schemas.microsoft.com/office/drawing/2014/main" id="{C5412F65-6137-F800-0AC6-1808D2483814}"/>
              </a:ext>
            </a:extLst>
          </p:cNvPr>
          <p:cNvSpPr txBox="1"/>
          <p:nvPr/>
        </p:nvSpPr>
        <p:spPr>
          <a:xfrm>
            <a:off x="5650090" y="4909484"/>
            <a:ext cx="570089" cy="230832"/>
          </a:xfrm>
          <a:prstGeom prst="rect">
            <a:avLst/>
          </a:prstGeom>
          <a:noFill/>
        </p:spPr>
        <p:txBody>
          <a:bodyPr wrap="square" rtlCol="0">
            <a:spAutoFit/>
          </a:bodyPr>
          <a:lstStyle/>
          <a:p>
            <a:pPr algn="ctr"/>
            <a:r>
              <a:rPr lang="en-US" sz="900" dirty="0"/>
              <a:t>237</a:t>
            </a:r>
          </a:p>
        </p:txBody>
      </p:sp>
      <p:sp>
        <p:nvSpPr>
          <p:cNvPr id="94" name="TextBox 93">
            <a:extLst>
              <a:ext uri="{FF2B5EF4-FFF2-40B4-BE49-F238E27FC236}">
                <a16:creationId xmlns:a16="http://schemas.microsoft.com/office/drawing/2014/main" id="{05BE4A75-1B00-74F2-22C1-432D08211A07}"/>
              </a:ext>
            </a:extLst>
          </p:cNvPr>
          <p:cNvSpPr txBox="1"/>
          <p:nvPr/>
        </p:nvSpPr>
        <p:spPr>
          <a:xfrm>
            <a:off x="6152446" y="2905709"/>
            <a:ext cx="570089" cy="230832"/>
          </a:xfrm>
          <a:prstGeom prst="rect">
            <a:avLst/>
          </a:prstGeom>
          <a:noFill/>
        </p:spPr>
        <p:txBody>
          <a:bodyPr wrap="square" rtlCol="0">
            <a:spAutoFit/>
          </a:bodyPr>
          <a:lstStyle/>
          <a:p>
            <a:pPr algn="ctr"/>
            <a:r>
              <a:rPr lang="en-US" sz="900" dirty="0"/>
              <a:t>2357</a:t>
            </a:r>
          </a:p>
        </p:txBody>
      </p:sp>
      <p:sp>
        <p:nvSpPr>
          <p:cNvPr id="95" name="TextBox 94">
            <a:extLst>
              <a:ext uri="{FF2B5EF4-FFF2-40B4-BE49-F238E27FC236}">
                <a16:creationId xmlns:a16="http://schemas.microsoft.com/office/drawing/2014/main" id="{E888649A-BCA2-D1F2-BA1B-3334C887A833}"/>
              </a:ext>
            </a:extLst>
          </p:cNvPr>
          <p:cNvSpPr txBox="1"/>
          <p:nvPr/>
        </p:nvSpPr>
        <p:spPr>
          <a:xfrm>
            <a:off x="3640666" y="2905709"/>
            <a:ext cx="570089" cy="230832"/>
          </a:xfrm>
          <a:prstGeom prst="rect">
            <a:avLst/>
          </a:prstGeom>
          <a:noFill/>
        </p:spPr>
        <p:txBody>
          <a:bodyPr wrap="square" rtlCol="0">
            <a:spAutoFit/>
          </a:bodyPr>
          <a:lstStyle/>
          <a:p>
            <a:pPr algn="ctr"/>
            <a:r>
              <a:rPr lang="en-US" sz="900" dirty="0"/>
              <a:t>75</a:t>
            </a:r>
          </a:p>
        </p:txBody>
      </p:sp>
      <p:sp>
        <p:nvSpPr>
          <p:cNvPr id="96" name="TextBox 95">
            <a:extLst>
              <a:ext uri="{FF2B5EF4-FFF2-40B4-BE49-F238E27FC236}">
                <a16:creationId xmlns:a16="http://schemas.microsoft.com/office/drawing/2014/main" id="{D4226C8D-2BDC-4289-90B7-C74406530A09}"/>
              </a:ext>
            </a:extLst>
          </p:cNvPr>
          <p:cNvSpPr txBox="1"/>
          <p:nvPr/>
        </p:nvSpPr>
        <p:spPr>
          <a:xfrm>
            <a:off x="5650090" y="2905709"/>
            <a:ext cx="570089" cy="230832"/>
          </a:xfrm>
          <a:prstGeom prst="rect">
            <a:avLst/>
          </a:prstGeom>
          <a:noFill/>
        </p:spPr>
        <p:txBody>
          <a:bodyPr wrap="square" rtlCol="0">
            <a:spAutoFit/>
          </a:bodyPr>
          <a:lstStyle/>
          <a:p>
            <a:pPr algn="ctr"/>
            <a:r>
              <a:rPr lang="en-US" sz="900" dirty="0"/>
              <a:t>2378</a:t>
            </a:r>
          </a:p>
        </p:txBody>
      </p:sp>
      <p:sp>
        <p:nvSpPr>
          <p:cNvPr id="101" name="TextBox 100">
            <a:extLst>
              <a:ext uri="{FF2B5EF4-FFF2-40B4-BE49-F238E27FC236}">
                <a16:creationId xmlns:a16="http://schemas.microsoft.com/office/drawing/2014/main" id="{3312D9D5-B4FC-2992-6A57-FA96893A4DC5}"/>
              </a:ext>
            </a:extLst>
          </p:cNvPr>
          <p:cNvSpPr txBox="1"/>
          <p:nvPr/>
        </p:nvSpPr>
        <p:spPr>
          <a:xfrm>
            <a:off x="3716867" y="4244561"/>
            <a:ext cx="462845" cy="584775"/>
          </a:xfrm>
          <a:prstGeom prst="rect">
            <a:avLst/>
          </a:prstGeom>
          <a:noFill/>
        </p:spPr>
        <p:txBody>
          <a:bodyPr wrap="square" rtlCol="0">
            <a:spAutoFit/>
          </a:bodyPr>
          <a:lstStyle/>
          <a:p>
            <a:pPr algn="ctr"/>
            <a:r>
              <a:rPr lang="en-US" sz="3200" dirty="0"/>
              <a:t>1</a:t>
            </a:r>
          </a:p>
        </p:txBody>
      </p:sp>
      <p:sp>
        <p:nvSpPr>
          <p:cNvPr id="53" name="TextBox 52">
            <a:extLst>
              <a:ext uri="{FF2B5EF4-FFF2-40B4-BE49-F238E27FC236}">
                <a16:creationId xmlns:a16="http://schemas.microsoft.com/office/drawing/2014/main" id="{E8AF8F30-2213-7955-4C89-AFEF1B6F17EA}"/>
              </a:ext>
            </a:extLst>
          </p:cNvPr>
          <p:cNvSpPr txBox="1"/>
          <p:nvPr/>
        </p:nvSpPr>
        <p:spPr>
          <a:xfrm>
            <a:off x="4216401" y="3741226"/>
            <a:ext cx="462845" cy="584775"/>
          </a:xfrm>
          <a:prstGeom prst="rect">
            <a:avLst/>
          </a:prstGeom>
          <a:noFill/>
        </p:spPr>
        <p:txBody>
          <a:bodyPr wrap="square" rtlCol="0">
            <a:spAutoFit/>
          </a:bodyPr>
          <a:lstStyle/>
          <a:p>
            <a:pPr algn="ctr"/>
            <a:r>
              <a:rPr lang="en-US" sz="3200" dirty="0"/>
              <a:t>2</a:t>
            </a:r>
          </a:p>
        </p:txBody>
      </p:sp>
      <p:sp>
        <p:nvSpPr>
          <p:cNvPr id="56" name="TextBox 55">
            <a:extLst>
              <a:ext uri="{FF2B5EF4-FFF2-40B4-BE49-F238E27FC236}">
                <a16:creationId xmlns:a16="http://schemas.microsoft.com/office/drawing/2014/main" id="{BE82B30F-2577-06D1-38F2-5927343594C1}"/>
              </a:ext>
            </a:extLst>
          </p:cNvPr>
          <p:cNvSpPr txBox="1"/>
          <p:nvPr/>
        </p:nvSpPr>
        <p:spPr>
          <a:xfrm>
            <a:off x="6214537" y="721216"/>
            <a:ext cx="462845" cy="584775"/>
          </a:xfrm>
          <a:prstGeom prst="rect">
            <a:avLst/>
          </a:prstGeom>
          <a:noFill/>
        </p:spPr>
        <p:txBody>
          <a:bodyPr wrap="square" rtlCol="0">
            <a:spAutoFit/>
          </a:bodyPr>
          <a:lstStyle/>
          <a:p>
            <a:pPr algn="ctr"/>
            <a:r>
              <a:rPr lang="en-US" sz="3200" dirty="0"/>
              <a:t>1</a:t>
            </a:r>
          </a:p>
        </p:txBody>
      </p:sp>
      <p:sp>
        <p:nvSpPr>
          <p:cNvPr id="54" name="TextBox 53">
            <a:extLst>
              <a:ext uri="{FF2B5EF4-FFF2-40B4-BE49-F238E27FC236}">
                <a16:creationId xmlns:a16="http://schemas.microsoft.com/office/drawing/2014/main" id="{7D2B4611-3E53-1275-1293-C674D325CB4F}"/>
              </a:ext>
            </a:extLst>
          </p:cNvPr>
          <p:cNvSpPr txBox="1"/>
          <p:nvPr/>
        </p:nvSpPr>
        <p:spPr>
          <a:xfrm>
            <a:off x="5147734" y="3907597"/>
            <a:ext cx="570089" cy="230832"/>
          </a:xfrm>
          <a:prstGeom prst="rect">
            <a:avLst/>
          </a:prstGeom>
          <a:noFill/>
        </p:spPr>
        <p:txBody>
          <a:bodyPr wrap="square" rtlCol="0">
            <a:spAutoFit/>
          </a:bodyPr>
          <a:lstStyle/>
          <a:p>
            <a:pPr algn="ctr"/>
            <a:r>
              <a:rPr lang="en-US" sz="900" dirty="0"/>
              <a:t>157</a:t>
            </a:r>
          </a:p>
        </p:txBody>
      </p:sp>
      <p:sp>
        <p:nvSpPr>
          <p:cNvPr id="55" name="TextBox 54">
            <a:extLst>
              <a:ext uri="{FF2B5EF4-FFF2-40B4-BE49-F238E27FC236}">
                <a16:creationId xmlns:a16="http://schemas.microsoft.com/office/drawing/2014/main" id="{2B186C7D-5D41-F2B9-B9CF-73D3254C9822}"/>
              </a:ext>
            </a:extLst>
          </p:cNvPr>
          <p:cNvSpPr txBox="1"/>
          <p:nvPr/>
        </p:nvSpPr>
        <p:spPr>
          <a:xfrm>
            <a:off x="6714071" y="4747898"/>
            <a:ext cx="462845" cy="584775"/>
          </a:xfrm>
          <a:prstGeom prst="rect">
            <a:avLst/>
          </a:prstGeom>
          <a:noFill/>
        </p:spPr>
        <p:txBody>
          <a:bodyPr wrap="square" rtlCol="0">
            <a:spAutoFit/>
          </a:bodyPr>
          <a:lstStyle/>
          <a:p>
            <a:pPr algn="ctr"/>
            <a:r>
              <a:rPr lang="en-US" sz="3200" dirty="0"/>
              <a:t>8</a:t>
            </a:r>
          </a:p>
        </p:txBody>
      </p:sp>
      <p:sp>
        <p:nvSpPr>
          <p:cNvPr id="80" name="TextBox 79">
            <a:extLst>
              <a:ext uri="{FF2B5EF4-FFF2-40B4-BE49-F238E27FC236}">
                <a16:creationId xmlns:a16="http://schemas.microsoft.com/office/drawing/2014/main" id="{93A6FD6B-59F7-FE80-4B66-048BE14872AE}"/>
              </a:ext>
            </a:extLst>
          </p:cNvPr>
          <p:cNvSpPr txBox="1"/>
          <p:nvPr/>
        </p:nvSpPr>
        <p:spPr>
          <a:xfrm>
            <a:off x="6214537" y="4747898"/>
            <a:ext cx="462845" cy="584775"/>
          </a:xfrm>
          <a:prstGeom prst="rect">
            <a:avLst/>
          </a:prstGeom>
          <a:noFill/>
        </p:spPr>
        <p:txBody>
          <a:bodyPr wrap="square" rtlCol="0">
            <a:spAutoFit/>
          </a:bodyPr>
          <a:lstStyle/>
          <a:p>
            <a:pPr algn="ctr"/>
            <a:r>
              <a:rPr lang="en-US" sz="3200" dirty="0"/>
              <a:t>6</a:t>
            </a:r>
          </a:p>
        </p:txBody>
      </p:sp>
      <p:sp>
        <p:nvSpPr>
          <p:cNvPr id="81" name="TextBox 80">
            <a:extLst>
              <a:ext uri="{FF2B5EF4-FFF2-40B4-BE49-F238E27FC236}">
                <a16:creationId xmlns:a16="http://schemas.microsoft.com/office/drawing/2014/main" id="{A6C1D6AC-9DDE-651E-1E19-92A25F532240}"/>
              </a:ext>
            </a:extLst>
          </p:cNvPr>
          <p:cNvSpPr txBox="1"/>
          <p:nvPr/>
        </p:nvSpPr>
        <p:spPr>
          <a:xfrm>
            <a:off x="4216401" y="3237891"/>
            <a:ext cx="462845" cy="584775"/>
          </a:xfrm>
          <a:prstGeom prst="rect">
            <a:avLst/>
          </a:prstGeom>
          <a:noFill/>
        </p:spPr>
        <p:txBody>
          <a:bodyPr wrap="square" rtlCol="0">
            <a:spAutoFit/>
          </a:bodyPr>
          <a:lstStyle/>
          <a:p>
            <a:pPr algn="ctr"/>
            <a:r>
              <a:rPr lang="en-US" sz="3200" dirty="0"/>
              <a:t>8</a:t>
            </a:r>
          </a:p>
        </p:txBody>
      </p:sp>
      <p:sp>
        <p:nvSpPr>
          <p:cNvPr id="93" name="TextBox 92">
            <a:extLst>
              <a:ext uri="{FF2B5EF4-FFF2-40B4-BE49-F238E27FC236}">
                <a16:creationId xmlns:a16="http://schemas.microsoft.com/office/drawing/2014/main" id="{F5120B87-7DA5-FE30-68A7-6B02DF572780}"/>
              </a:ext>
            </a:extLst>
          </p:cNvPr>
          <p:cNvSpPr txBox="1"/>
          <p:nvPr/>
        </p:nvSpPr>
        <p:spPr>
          <a:xfrm>
            <a:off x="4715935" y="4244561"/>
            <a:ext cx="462845" cy="584775"/>
          </a:xfrm>
          <a:prstGeom prst="rect">
            <a:avLst/>
          </a:prstGeom>
          <a:noFill/>
        </p:spPr>
        <p:txBody>
          <a:bodyPr wrap="square" rtlCol="0">
            <a:spAutoFit/>
          </a:bodyPr>
          <a:lstStyle/>
          <a:p>
            <a:pPr algn="ctr"/>
            <a:r>
              <a:rPr lang="en-US" sz="3200" dirty="0"/>
              <a:t>8</a:t>
            </a:r>
          </a:p>
        </p:txBody>
      </p:sp>
      <p:sp>
        <p:nvSpPr>
          <p:cNvPr id="72" name="TextBox 71">
            <a:extLst>
              <a:ext uri="{FF2B5EF4-FFF2-40B4-BE49-F238E27FC236}">
                <a16:creationId xmlns:a16="http://schemas.microsoft.com/office/drawing/2014/main" id="{6F5C9EEC-035F-EE7E-5C6F-31EB3124F8B0}"/>
              </a:ext>
            </a:extLst>
          </p:cNvPr>
          <p:cNvSpPr txBox="1"/>
          <p:nvPr/>
        </p:nvSpPr>
        <p:spPr>
          <a:xfrm>
            <a:off x="5215469" y="1224551"/>
            <a:ext cx="462845" cy="584775"/>
          </a:xfrm>
          <a:prstGeom prst="rect">
            <a:avLst/>
          </a:prstGeom>
          <a:noFill/>
        </p:spPr>
        <p:txBody>
          <a:bodyPr wrap="square" rtlCol="0">
            <a:spAutoFit/>
          </a:bodyPr>
          <a:lstStyle/>
          <a:p>
            <a:pPr algn="ctr"/>
            <a:r>
              <a:rPr lang="en-US" sz="3200" dirty="0"/>
              <a:t>6</a:t>
            </a:r>
          </a:p>
        </p:txBody>
      </p:sp>
      <p:sp>
        <p:nvSpPr>
          <p:cNvPr id="76" name="TextBox 75">
            <a:extLst>
              <a:ext uri="{FF2B5EF4-FFF2-40B4-BE49-F238E27FC236}">
                <a16:creationId xmlns:a16="http://schemas.microsoft.com/office/drawing/2014/main" id="{A7D51E44-D45C-4924-A275-E8C7C98466EB}"/>
              </a:ext>
            </a:extLst>
          </p:cNvPr>
          <p:cNvSpPr txBox="1"/>
          <p:nvPr/>
        </p:nvSpPr>
        <p:spPr>
          <a:xfrm>
            <a:off x="3217333" y="2734556"/>
            <a:ext cx="462845" cy="584775"/>
          </a:xfrm>
          <a:prstGeom prst="rect">
            <a:avLst/>
          </a:prstGeom>
          <a:noFill/>
        </p:spPr>
        <p:txBody>
          <a:bodyPr wrap="square" rtlCol="0">
            <a:spAutoFit/>
          </a:bodyPr>
          <a:lstStyle/>
          <a:p>
            <a:pPr algn="ctr"/>
            <a:r>
              <a:rPr lang="en-US" sz="3200" dirty="0"/>
              <a:t>1</a:t>
            </a:r>
          </a:p>
        </p:txBody>
      </p:sp>
      <p:sp>
        <p:nvSpPr>
          <p:cNvPr id="67" name="TextBox 66">
            <a:extLst>
              <a:ext uri="{FF2B5EF4-FFF2-40B4-BE49-F238E27FC236}">
                <a16:creationId xmlns:a16="http://schemas.microsoft.com/office/drawing/2014/main" id="{08D704A8-4A81-B94D-E043-508AE9B6A739}"/>
              </a:ext>
            </a:extLst>
          </p:cNvPr>
          <p:cNvSpPr txBox="1"/>
          <p:nvPr/>
        </p:nvSpPr>
        <p:spPr>
          <a:xfrm>
            <a:off x="3217333" y="2231221"/>
            <a:ext cx="462845" cy="584775"/>
          </a:xfrm>
          <a:prstGeom prst="rect">
            <a:avLst/>
          </a:prstGeom>
          <a:noFill/>
        </p:spPr>
        <p:txBody>
          <a:bodyPr wrap="square" rtlCol="0">
            <a:spAutoFit/>
          </a:bodyPr>
          <a:lstStyle/>
          <a:p>
            <a:pPr algn="ctr"/>
            <a:r>
              <a:rPr lang="en-US" sz="3200" dirty="0"/>
              <a:t>6</a:t>
            </a:r>
          </a:p>
        </p:txBody>
      </p:sp>
      <p:sp>
        <p:nvSpPr>
          <p:cNvPr id="82" name="TextBox 81">
            <a:extLst>
              <a:ext uri="{FF2B5EF4-FFF2-40B4-BE49-F238E27FC236}">
                <a16:creationId xmlns:a16="http://schemas.microsoft.com/office/drawing/2014/main" id="{25B3559F-1C5E-4DC3-F853-E96E8F96CCDE}"/>
              </a:ext>
            </a:extLst>
          </p:cNvPr>
          <p:cNvSpPr txBox="1"/>
          <p:nvPr/>
        </p:nvSpPr>
        <p:spPr>
          <a:xfrm>
            <a:off x="4715935" y="2231221"/>
            <a:ext cx="462845" cy="584775"/>
          </a:xfrm>
          <a:prstGeom prst="rect">
            <a:avLst/>
          </a:prstGeom>
          <a:noFill/>
        </p:spPr>
        <p:txBody>
          <a:bodyPr wrap="square" rtlCol="0">
            <a:spAutoFit/>
          </a:bodyPr>
          <a:lstStyle/>
          <a:p>
            <a:pPr algn="ctr"/>
            <a:r>
              <a:rPr lang="en-US" sz="3200" dirty="0"/>
              <a:t>1</a:t>
            </a:r>
          </a:p>
        </p:txBody>
      </p:sp>
      <p:sp>
        <p:nvSpPr>
          <p:cNvPr id="86" name="TextBox 85">
            <a:extLst>
              <a:ext uri="{FF2B5EF4-FFF2-40B4-BE49-F238E27FC236}">
                <a16:creationId xmlns:a16="http://schemas.microsoft.com/office/drawing/2014/main" id="{D1890BFC-E828-87B1-2A62-78FA33FECFB2}"/>
              </a:ext>
            </a:extLst>
          </p:cNvPr>
          <p:cNvSpPr txBox="1"/>
          <p:nvPr/>
        </p:nvSpPr>
        <p:spPr>
          <a:xfrm>
            <a:off x="4715935" y="3741226"/>
            <a:ext cx="462845" cy="584775"/>
          </a:xfrm>
          <a:prstGeom prst="rect">
            <a:avLst/>
          </a:prstGeom>
          <a:noFill/>
        </p:spPr>
        <p:txBody>
          <a:bodyPr wrap="square" rtlCol="0">
            <a:spAutoFit/>
          </a:bodyPr>
          <a:lstStyle/>
          <a:p>
            <a:pPr algn="ctr"/>
            <a:r>
              <a:rPr lang="en-US" sz="3200" dirty="0"/>
              <a:t>5</a:t>
            </a:r>
          </a:p>
        </p:txBody>
      </p:sp>
      <p:sp>
        <p:nvSpPr>
          <p:cNvPr id="88" name="TextBox 87">
            <a:extLst>
              <a:ext uri="{FF2B5EF4-FFF2-40B4-BE49-F238E27FC236}">
                <a16:creationId xmlns:a16="http://schemas.microsoft.com/office/drawing/2014/main" id="{C70D6BD2-005F-28D5-9249-2A8D97E1F9B6}"/>
              </a:ext>
            </a:extLst>
          </p:cNvPr>
          <p:cNvSpPr txBox="1"/>
          <p:nvPr/>
        </p:nvSpPr>
        <p:spPr>
          <a:xfrm>
            <a:off x="4715935" y="1727886"/>
            <a:ext cx="462845" cy="584775"/>
          </a:xfrm>
          <a:prstGeom prst="rect">
            <a:avLst/>
          </a:prstGeom>
          <a:noFill/>
        </p:spPr>
        <p:txBody>
          <a:bodyPr wrap="square" rtlCol="0">
            <a:spAutoFit/>
          </a:bodyPr>
          <a:lstStyle/>
          <a:p>
            <a:pPr algn="ctr"/>
            <a:r>
              <a:rPr lang="en-US" sz="3200" dirty="0"/>
              <a:t>3</a:t>
            </a:r>
          </a:p>
        </p:txBody>
      </p:sp>
      <p:sp>
        <p:nvSpPr>
          <p:cNvPr id="92" name="TextBox 91">
            <a:extLst>
              <a:ext uri="{FF2B5EF4-FFF2-40B4-BE49-F238E27FC236}">
                <a16:creationId xmlns:a16="http://schemas.microsoft.com/office/drawing/2014/main" id="{F32E9020-E07A-6524-637D-E0ED25259B10}"/>
              </a:ext>
            </a:extLst>
          </p:cNvPr>
          <p:cNvSpPr txBox="1"/>
          <p:nvPr/>
        </p:nvSpPr>
        <p:spPr>
          <a:xfrm>
            <a:off x="5715003" y="1727886"/>
            <a:ext cx="462845" cy="584775"/>
          </a:xfrm>
          <a:prstGeom prst="rect">
            <a:avLst/>
          </a:prstGeom>
          <a:noFill/>
        </p:spPr>
        <p:txBody>
          <a:bodyPr wrap="square" rtlCol="0">
            <a:spAutoFit/>
          </a:bodyPr>
          <a:lstStyle/>
          <a:p>
            <a:pPr algn="ctr"/>
            <a:r>
              <a:rPr lang="en-US" sz="3200" dirty="0"/>
              <a:t>1</a:t>
            </a:r>
          </a:p>
        </p:txBody>
      </p:sp>
    </p:spTree>
    <p:extLst>
      <p:ext uri="{BB962C8B-B14F-4D97-AF65-F5344CB8AC3E}">
        <p14:creationId xmlns:p14="http://schemas.microsoft.com/office/powerpoint/2010/main" val="4189338236"/>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F0F4E9D-68BB-2A2D-2A1A-12431ED67077}"/>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86FC217B-3F73-9E5D-8B4B-B5E6CCF33AB5}"/>
              </a:ext>
            </a:extLst>
          </p:cNvPr>
          <p:cNvSpPr>
            <a:spLocks noGrp="1"/>
          </p:cNvSpPr>
          <p:nvPr>
            <p:ph sz="half" idx="1"/>
          </p:nvPr>
        </p:nvSpPr>
        <p:spPr/>
        <p:txBody>
          <a:bodyPr>
            <a:normAutofit/>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541FA7F2-C5E0-B2EB-C2DB-F3F8234E895C}"/>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F40F4AAC-FC7A-8EAD-1297-E34845D753BC}"/>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5F0660EC-792F-CC43-6782-27A20885303F}"/>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DCDAA19B-653C-F0DA-0942-6801B65D840C}"/>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9C6705FA-BD49-7E32-D8E5-B751DDC7A9AD}"/>
              </a:ext>
            </a:extLst>
          </p:cNvPr>
          <p:cNvSpPr txBox="1"/>
          <p:nvPr/>
        </p:nvSpPr>
        <p:spPr>
          <a:xfrm>
            <a:off x="4715935" y="1224551"/>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8" name="TextBox 7">
            <a:extLst>
              <a:ext uri="{FF2B5EF4-FFF2-40B4-BE49-F238E27FC236}">
                <a16:creationId xmlns:a16="http://schemas.microsoft.com/office/drawing/2014/main" id="{82115340-FF1E-9924-585C-B4DB634CECFC}"/>
              </a:ext>
            </a:extLst>
          </p:cNvPr>
          <p:cNvSpPr txBox="1"/>
          <p:nvPr/>
        </p:nvSpPr>
        <p:spPr>
          <a:xfrm>
            <a:off x="6214537" y="122455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9" name="TextBox 8">
            <a:extLst>
              <a:ext uri="{FF2B5EF4-FFF2-40B4-BE49-F238E27FC236}">
                <a16:creationId xmlns:a16="http://schemas.microsoft.com/office/drawing/2014/main" id="{FF0E6D91-4555-DF7F-74BB-787274772FE2}"/>
              </a:ext>
            </a:extLst>
          </p:cNvPr>
          <p:cNvSpPr txBox="1"/>
          <p:nvPr/>
        </p:nvSpPr>
        <p:spPr>
          <a:xfrm>
            <a:off x="6714071" y="1224551"/>
            <a:ext cx="462845" cy="584775"/>
          </a:xfrm>
          <a:prstGeom prst="rect">
            <a:avLst/>
          </a:prstGeom>
          <a:solidFill>
            <a:srgbClr val="FFFF00">
              <a:alpha val="30000"/>
            </a:srgbClr>
          </a:solidFill>
        </p:spPr>
        <p:txBody>
          <a:bodyPr wrap="square" rtlCol="0">
            <a:spAutoFit/>
          </a:bodyPr>
          <a:lstStyle/>
          <a:p>
            <a:pPr algn="ctr"/>
            <a:r>
              <a:rPr lang="en-US" sz="3200" dirty="0"/>
              <a:t>9</a:t>
            </a:r>
          </a:p>
        </p:txBody>
      </p:sp>
      <p:sp>
        <p:nvSpPr>
          <p:cNvPr id="10" name="TextBox 9">
            <a:extLst>
              <a:ext uri="{FF2B5EF4-FFF2-40B4-BE49-F238E27FC236}">
                <a16:creationId xmlns:a16="http://schemas.microsoft.com/office/drawing/2014/main" id="{1D34B34E-26FD-3BD7-D5C5-6230EB661652}"/>
              </a:ext>
            </a:extLst>
          </p:cNvPr>
          <p:cNvSpPr txBox="1"/>
          <p:nvPr/>
        </p:nvSpPr>
        <p:spPr>
          <a:xfrm>
            <a:off x="7213604" y="122455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11" name="TextBox 10">
            <a:extLst>
              <a:ext uri="{FF2B5EF4-FFF2-40B4-BE49-F238E27FC236}">
                <a16:creationId xmlns:a16="http://schemas.microsoft.com/office/drawing/2014/main" id="{FA00B820-B0FC-41ED-BF7C-74F4ECE6D7A8}"/>
              </a:ext>
            </a:extLst>
          </p:cNvPr>
          <p:cNvSpPr txBox="1"/>
          <p:nvPr/>
        </p:nvSpPr>
        <p:spPr>
          <a:xfrm>
            <a:off x="6714071" y="721216"/>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12" name="TextBox 11">
            <a:extLst>
              <a:ext uri="{FF2B5EF4-FFF2-40B4-BE49-F238E27FC236}">
                <a16:creationId xmlns:a16="http://schemas.microsoft.com/office/drawing/2014/main" id="{64745DA9-06A8-94B6-44A4-6967641A8366}"/>
              </a:ext>
            </a:extLst>
          </p:cNvPr>
          <p:cNvSpPr txBox="1"/>
          <p:nvPr/>
        </p:nvSpPr>
        <p:spPr>
          <a:xfrm>
            <a:off x="7213604" y="721216"/>
            <a:ext cx="462845" cy="584775"/>
          </a:xfrm>
          <a:prstGeom prst="rect">
            <a:avLst/>
          </a:prstGeom>
          <a:solidFill>
            <a:srgbClr val="FF0000">
              <a:alpha val="30000"/>
            </a:srgbClr>
          </a:solidFill>
        </p:spPr>
        <p:txBody>
          <a:bodyPr wrap="square" rtlCol="0">
            <a:spAutoFit/>
          </a:bodyPr>
          <a:lstStyle/>
          <a:p>
            <a:pPr algn="ctr"/>
            <a:r>
              <a:rPr lang="en-US" sz="3200" dirty="0"/>
              <a:t>3</a:t>
            </a:r>
          </a:p>
        </p:txBody>
      </p:sp>
      <p:sp>
        <p:nvSpPr>
          <p:cNvPr id="13" name="TextBox 12">
            <a:extLst>
              <a:ext uri="{FF2B5EF4-FFF2-40B4-BE49-F238E27FC236}">
                <a16:creationId xmlns:a16="http://schemas.microsoft.com/office/drawing/2014/main" id="{4E43E167-AFF2-DBFB-F232-BA46A64147DE}"/>
              </a:ext>
            </a:extLst>
          </p:cNvPr>
          <p:cNvSpPr txBox="1"/>
          <p:nvPr/>
        </p:nvSpPr>
        <p:spPr>
          <a:xfrm>
            <a:off x="4216401" y="1727886"/>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14" name="TextBox 13">
            <a:extLst>
              <a:ext uri="{FF2B5EF4-FFF2-40B4-BE49-F238E27FC236}">
                <a16:creationId xmlns:a16="http://schemas.microsoft.com/office/drawing/2014/main" id="{944B6999-84B8-4E00-2673-E1068E8F1806}"/>
              </a:ext>
            </a:extLst>
          </p:cNvPr>
          <p:cNvSpPr txBox="1"/>
          <p:nvPr/>
        </p:nvSpPr>
        <p:spPr>
          <a:xfrm>
            <a:off x="5215469" y="1727886"/>
            <a:ext cx="462845" cy="584775"/>
          </a:xfrm>
          <a:prstGeom prst="rect">
            <a:avLst/>
          </a:prstGeom>
          <a:solidFill>
            <a:srgbClr val="00B050">
              <a:alpha val="40000"/>
            </a:srgbClr>
          </a:solidFill>
        </p:spPr>
        <p:txBody>
          <a:bodyPr wrap="square" rtlCol="0">
            <a:spAutoFit/>
          </a:bodyPr>
          <a:lstStyle/>
          <a:p>
            <a:pPr algn="ctr"/>
            <a:r>
              <a:rPr lang="en-US" sz="3200" dirty="0"/>
              <a:t>9</a:t>
            </a:r>
          </a:p>
        </p:txBody>
      </p:sp>
      <p:sp>
        <p:nvSpPr>
          <p:cNvPr id="15" name="TextBox 14">
            <a:extLst>
              <a:ext uri="{FF2B5EF4-FFF2-40B4-BE49-F238E27FC236}">
                <a16:creationId xmlns:a16="http://schemas.microsoft.com/office/drawing/2014/main" id="{05C8C425-CC32-FFF1-22E4-42DF4FFDE629}"/>
              </a:ext>
            </a:extLst>
          </p:cNvPr>
          <p:cNvSpPr txBox="1"/>
          <p:nvPr/>
        </p:nvSpPr>
        <p:spPr>
          <a:xfrm>
            <a:off x="6214537" y="1727886"/>
            <a:ext cx="462845" cy="584775"/>
          </a:xfrm>
          <a:prstGeom prst="rect">
            <a:avLst/>
          </a:prstGeom>
          <a:solidFill>
            <a:srgbClr val="00B0F0">
              <a:alpha val="30000"/>
            </a:srgbClr>
          </a:solidFill>
        </p:spPr>
        <p:txBody>
          <a:bodyPr wrap="square" rtlCol="0">
            <a:spAutoFit/>
          </a:bodyPr>
          <a:lstStyle/>
          <a:p>
            <a:pPr algn="ctr"/>
            <a:r>
              <a:rPr lang="en-US" sz="3200" dirty="0"/>
              <a:t>8</a:t>
            </a:r>
          </a:p>
        </p:txBody>
      </p:sp>
      <p:sp>
        <p:nvSpPr>
          <p:cNvPr id="16" name="TextBox 15">
            <a:extLst>
              <a:ext uri="{FF2B5EF4-FFF2-40B4-BE49-F238E27FC236}">
                <a16:creationId xmlns:a16="http://schemas.microsoft.com/office/drawing/2014/main" id="{A1DA7988-D18F-187C-56C5-C0C70EE36773}"/>
              </a:ext>
            </a:extLst>
          </p:cNvPr>
          <p:cNvSpPr txBox="1"/>
          <p:nvPr/>
        </p:nvSpPr>
        <p:spPr>
          <a:xfrm>
            <a:off x="6714071" y="1727886"/>
            <a:ext cx="462845" cy="584775"/>
          </a:xfrm>
          <a:prstGeom prst="rect">
            <a:avLst/>
          </a:prstGeom>
          <a:solidFill>
            <a:srgbClr val="0070C0">
              <a:alpha val="40000"/>
            </a:srgbClr>
          </a:solidFill>
        </p:spPr>
        <p:txBody>
          <a:bodyPr wrap="square" rtlCol="0">
            <a:spAutoFit/>
          </a:bodyPr>
          <a:lstStyle/>
          <a:p>
            <a:pPr algn="ctr"/>
            <a:r>
              <a:rPr lang="en-US" sz="3200" dirty="0"/>
              <a:t>6</a:t>
            </a:r>
          </a:p>
        </p:txBody>
      </p:sp>
      <p:sp>
        <p:nvSpPr>
          <p:cNvPr id="17" name="TextBox 16">
            <a:extLst>
              <a:ext uri="{FF2B5EF4-FFF2-40B4-BE49-F238E27FC236}">
                <a16:creationId xmlns:a16="http://schemas.microsoft.com/office/drawing/2014/main" id="{BF4F6194-3623-08BA-3F3E-EEADEF89300E}"/>
              </a:ext>
            </a:extLst>
          </p:cNvPr>
          <p:cNvSpPr txBox="1"/>
          <p:nvPr/>
        </p:nvSpPr>
        <p:spPr>
          <a:xfrm>
            <a:off x="3716867" y="223122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18" name="TextBox 17">
            <a:extLst>
              <a:ext uri="{FF2B5EF4-FFF2-40B4-BE49-F238E27FC236}">
                <a16:creationId xmlns:a16="http://schemas.microsoft.com/office/drawing/2014/main" id="{DA468219-7728-661F-6B73-ED106AD865A3}"/>
              </a:ext>
            </a:extLst>
          </p:cNvPr>
          <p:cNvSpPr txBox="1"/>
          <p:nvPr/>
        </p:nvSpPr>
        <p:spPr>
          <a:xfrm>
            <a:off x="5215469" y="2231221"/>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19" name="TextBox 18">
            <a:extLst>
              <a:ext uri="{FF2B5EF4-FFF2-40B4-BE49-F238E27FC236}">
                <a16:creationId xmlns:a16="http://schemas.microsoft.com/office/drawing/2014/main" id="{DD836EB1-95B4-F0F7-9378-31F37AD11BA1}"/>
              </a:ext>
            </a:extLst>
          </p:cNvPr>
          <p:cNvSpPr txBox="1"/>
          <p:nvPr/>
        </p:nvSpPr>
        <p:spPr>
          <a:xfrm>
            <a:off x="5715003" y="2231221"/>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20" name="TextBox 19">
            <a:extLst>
              <a:ext uri="{FF2B5EF4-FFF2-40B4-BE49-F238E27FC236}">
                <a16:creationId xmlns:a16="http://schemas.microsoft.com/office/drawing/2014/main" id="{15B1F951-D4A7-B189-C4A6-9B3AAC1CCD19}"/>
              </a:ext>
            </a:extLst>
          </p:cNvPr>
          <p:cNvSpPr txBox="1"/>
          <p:nvPr/>
        </p:nvSpPr>
        <p:spPr>
          <a:xfrm>
            <a:off x="6214537" y="2231221"/>
            <a:ext cx="462845" cy="584775"/>
          </a:xfrm>
          <a:prstGeom prst="rect">
            <a:avLst/>
          </a:prstGeom>
          <a:solidFill>
            <a:srgbClr val="FF0000">
              <a:alpha val="30000"/>
            </a:srgbClr>
          </a:solidFill>
        </p:spPr>
        <p:txBody>
          <a:bodyPr wrap="square" rtlCol="0">
            <a:spAutoFit/>
          </a:bodyPr>
          <a:lstStyle/>
          <a:p>
            <a:pPr algn="ctr"/>
            <a:r>
              <a:rPr lang="en-US" sz="3200" dirty="0"/>
              <a:t>4</a:t>
            </a:r>
          </a:p>
        </p:txBody>
      </p:sp>
      <p:sp>
        <p:nvSpPr>
          <p:cNvPr id="21" name="TextBox 20">
            <a:extLst>
              <a:ext uri="{FF2B5EF4-FFF2-40B4-BE49-F238E27FC236}">
                <a16:creationId xmlns:a16="http://schemas.microsoft.com/office/drawing/2014/main" id="{A5C8811F-AF84-592F-399E-DCA023EB8B59}"/>
              </a:ext>
            </a:extLst>
          </p:cNvPr>
          <p:cNvSpPr txBox="1"/>
          <p:nvPr/>
        </p:nvSpPr>
        <p:spPr>
          <a:xfrm>
            <a:off x="6714071" y="223122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2" name="TextBox 21">
            <a:extLst>
              <a:ext uri="{FF2B5EF4-FFF2-40B4-BE49-F238E27FC236}">
                <a16:creationId xmlns:a16="http://schemas.microsoft.com/office/drawing/2014/main" id="{F02CB0F8-5236-92F0-74F9-D2930F30B6E3}"/>
              </a:ext>
            </a:extLst>
          </p:cNvPr>
          <p:cNvSpPr txBox="1"/>
          <p:nvPr/>
        </p:nvSpPr>
        <p:spPr>
          <a:xfrm>
            <a:off x="4216401" y="2734556"/>
            <a:ext cx="462845" cy="584775"/>
          </a:xfrm>
          <a:prstGeom prst="rect">
            <a:avLst/>
          </a:prstGeom>
          <a:solidFill>
            <a:srgbClr val="FF0000">
              <a:alpha val="30000"/>
            </a:srgbClr>
          </a:solidFill>
        </p:spPr>
        <p:txBody>
          <a:bodyPr wrap="square" rtlCol="0">
            <a:spAutoFit/>
          </a:bodyPr>
          <a:lstStyle/>
          <a:p>
            <a:pPr algn="ctr"/>
            <a:r>
              <a:rPr lang="en-US" sz="3200" dirty="0"/>
              <a:t>4</a:t>
            </a:r>
          </a:p>
        </p:txBody>
      </p:sp>
      <p:sp>
        <p:nvSpPr>
          <p:cNvPr id="23" name="TextBox 22">
            <a:extLst>
              <a:ext uri="{FF2B5EF4-FFF2-40B4-BE49-F238E27FC236}">
                <a16:creationId xmlns:a16="http://schemas.microsoft.com/office/drawing/2014/main" id="{9DF766E9-92E3-5F88-9ADA-DF41C1296EB8}"/>
              </a:ext>
            </a:extLst>
          </p:cNvPr>
          <p:cNvSpPr txBox="1"/>
          <p:nvPr/>
        </p:nvSpPr>
        <p:spPr>
          <a:xfrm>
            <a:off x="5215469" y="2734556"/>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4" name="TextBox 23">
            <a:extLst>
              <a:ext uri="{FF2B5EF4-FFF2-40B4-BE49-F238E27FC236}">
                <a16:creationId xmlns:a16="http://schemas.microsoft.com/office/drawing/2014/main" id="{D1F82FBD-0A10-2828-5F0D-B96452350301}"/>
              </a:ext>
            </a:extLst>
          </p:cNvPr>
          <p:cNvSpPr txBox="1"/>
          <p:nvPr/>
        </p:nvSpPr>
        <p:spPr>
          <a:xfrm>
            <a:off x="6714071" y="2734556"/>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25" name="TextBox 24">
            <a:extLst>
              <a:ext uri="{FF2B5EF4-FFF2-40B4-BE49-F238E27FC236}">
                <a16:creationId xmlns:a16="http://schemas.microsoft.com/office/drawing/2014/main" id="{9111453E-F8E3-B5F9-0326-0C174BE7E3E0}"/>
              </a:ext>
            </a:extLst>
          </p:cNvPr>
          <p:cNvSpPr txBox="1"/>
          <p:nvPr/>
        </p:nvSpPr>
        <p:spPr>
          <a:xfrm>
            <a:off x="3716867" y="323789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6" name="TextBox 25">
            <a:extLst>
              <a:ext uri="{FF2B5EF4-FFF2-40B4-BE49-F238E27FC236}">
                <a16:creationId xmlns:a16="http://schemas.microsoft.com/office/drawing/2014/main" id="{9A96532E-1780-4279-ABE4-B395429215A7}"/>
              </a:ext>
            </a:extLst>
          </p:cNvPr>
          <p:cNvSpPr txBox="1"/>
          <p:nvPr/>
        </p:nvSpPr>
        <p:spPr>
          <a:xfrm>
            <a:off x="4715935" y="3237891"/>
            <a:ext cx="462845" cy="584775"/>
          </a:xfrm>
          <a:prstGeom prst="rect">
            <a:avLst/>
          </a:prstGeom>
          <a:solidFill>
            <a:srgbClr val="FF0000">
              <a:alpha val="30000"/>
            </a:srgbClr>
          </a:solidFill>
        </p:spPr>
        <p:txBody>
          <a:bodyPr wrap="square" rtlCol="0">
            <a:spAutoFit/>
          </a:bodyPr>
          <a:lstStyle/>
          <a:p>
            <a:pPr algn="ctr"/>
            <a:r>
              <a:rPr lang="en-US" sz="3200" dirty="0"/>
              <a:t>6</a:t>
            </a:r>
          </a:p>
        </p:txBody>
      </p:sp>
      <p:sp>
        <p:nvSpPr>
          <p:cNvPr id="27" name="TextBox 26">
            <a:extLst>
              <a:ext uri="{FF2B5EF4-FFF2-40B4-BE49-F238E27FC236}">
                <a16:creationId xmlns:a16="http://schemas.microsoft.com/office/drawing/2014/main" id="{C830767F-5F7E-DD51-6D39-69434EEC738E}"/>
              </a:ext>
            </a:extLst>
          </p:cNvPr>
          <p:cNvSpPr txBox="1"/>
          <p:nvPr/>
        </p:nvSpPr>
        <p:spPr>
          <a:xfrm>
            <a:off x="5215469" y="323789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28" name="TextBox 27">
            <a:extLst>
              <a:ext uri="{FF2B5EF4-FFF2-40B4-BE49-F238E27FC236}">
                <a16:creationId xmlns:a16="http://schemas.microsoft.com/office/drawing/2014/main" id="{A375D082-8553-D1EF-B80B-62ABFD7D130C}"/>
              </a:ext>
            </a:extLst>
          </p:cNvPr>
          <p:cNvSpPr txBox="1"/>
          <p:nvPr/>
        </p:nvSpPr>
        <p:spPr>
          <a:xfrm>
            <a:off x="7213604" y="3237891"/>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29" name="TextBox 28">
            <a:extLst>
              <a:ext uri="{FF2B5EF4-FFF2-40B4-BE49-F238E27FC236}">
                <a16:creationId xmlns:a16="http://schemas.microsoft.com/office/drawing/2014/main" id="{D0C6AE48-90D8-7108-B1C1-FC8DE988E190}"/>
              </a:ext>
            </a:extLst>
          </p:cNvPr>
          <p:cNvSpPr txBox="1"/>
          <p:nvPr/>
        </p:nvSpPr>
        <p:spPr>
          <a:xfrm>
            <a:off x="3217333" y="3741226"/>
            <a:ext cx="462845" cy="584775"/>
          </a:xfrm>
          <a:prstGeom prst="rect">
            <a:avLst/>
          </a:prstGeom>
          <a:solidFill>
            <a:srgbClr val="00B0F0">
              <a:alpha val="30000"/>
            </a:srgbClr>
          </a:solidFill>
        </p:spPr>
        <p:txBody>
          <a:bodyPr wrap="square" rtlCol="0">
            <a:spAutoFit/>
          </a:bodyPr>
          <a:lstStyle/>
          <a:p>
            <a:pPr algn="ctr"/>
            <a:r>
              <a:rPr lang="en-US" sz="3200" dirty="0"/>
              <a:t>8</a:t>
            </a:r>
          </a:p>
        </p:txBody>
      </p:sp>
      <p:sp>
        <p:nvSpPr>
          <p:cNvPr id="30" name="TextBox 29">
            <a:extLst>
              <a:ext uri="{FF2B5EF4-FFF2-40B4-BE49-F238E27FC236}">
                <a16:creationId xmlns:a16="http://schemas.microsoft.com/office/drawing/2014/main" id="{CA7799DB-FEEE-A706-338E-50DF62D98752}"/>
              </a:ext>
            </a:extLst>
          </p:cNvPr>
          <p:cNvSpPr txBox="1"/>
          <p:nvPr/>
        </p:nvSpPr>
        <p:spPr>
          <a:xfrm>
            <a:off x="3716867" y="3741226"/>
            <a:ext cx="462845" cy="584775"/>
          </a:xfrm>
          <a:prstGeom prst="rect">
            <a:avLst/>
          </a:prstGeom>
          <a:solidFill>
            <a:srgbClr val="0070C0">
              <a:alpha val="40000"/>
            </a:srgbClr>
          </a:solidFill>
        </p:spPr>
        <p:txBody>
          <a:bodyPr wrap="square" rtlCol="0">
            <a:spAutoFit/>
          </a:bodyPr>
          <a:lstStyle/>
          <a:p>
            <a:pPr algn="ctr"/>
            <a:r>
              <a:rPr lang="en-US" sz="3200" dirty="0"/>
              <a:t>6</a:t>
            </a:r>
          </a:p>
        </p:txBody>
      </p:sp>
      <p:sp>
        <p:nvSpPr>
          <p:cNvPr id="31" name="TextBox 30">
            <a:extLst>
              <a:ext uri="{FF2B5EF4-FFF2-40B4-BE49-F238E27FC236}">
                <a16:creationId xmlns:a16="http://schemas.microsoft.com/office/drawing/2014/main" id="{0AE3A4B7-6782-329F-48A4-31CC50A4479A}"/>
              </a:ext>
            </a:extLst>
          </p:cNvPr>
          <p:cNvSpPr txBox="1"/>
          <p:nvPr/>
        </p:nvSpPr>
        <p:spPr>
          <a:xfrm>
            <a:off x="5715003" y="3741226"/>
            <a:ext cx="462845" cy="584775"/>
          </a:xfrm>
          <a:prstGeom prst="rect">
            <a:avLst/>
          </a:prstGeom>
          <a:solidFill>
            <a:srgbClr val="FFFF00">
              <a:alpha val="30000"/>
            </a:srgbClr>
          </a:solidFill>
        </p:spPr>
        <p:txBody>
          <a:bodyPr wrap="square" rtlCol="0">
            <a:spAutoFit/>
          </a:bodyPr>
          <a:lstStyle/>
          <a:p>
            <a:pPr algn="ctr"/>
            <a:r>
              <a:rPr lang="en-US" sz="3200" dirty="0"/>
              <a:t>9</a:t>
            </a:r>
          </a:p>
        </p:txBody>
      </p:sp>
      <p:sp>
        <p:nvSpPr>
          <p:cNvPr id="32" name="TextBox 31">
            <a:extLst>
              <a:ext uri="{FF2B5EF4-FFF2-40B4-BE49-F238E27FC236}">
                <a16:creationId xmlns:a16="http://schemas.microsoft.com/office/drawing/2014/main" id="{CD5320F9-8BC1-270A-F82E-4A439B4C8525}"/>
              </a:ext>
            </a:extLst>
          </p:cNvPr>
          <p:cNvSpPr txBox="1"/>
          <p:nvPr/>
        </p:nvSpPr>
        <p:spPr>
          <a:xfrm>
            <a:off x="6214537" y="3741226"/>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33" name="TextBox 32">
            <a:extLst>
              <a:ext uri="{FF2B5EF4-FFF2-40B4-BE49-F238E27FC236}">
                <a16:creationId xmlns:a16="http://schemas.microsoft.com/office/drawing/2014/main" id="{9189F107-A01F-72DD-5FF9-051BCFB3EFC5}"/>
              </a:ext>
            </a:extLst>
          </p:cNvPr>
          <p:cNvSpPr txBox="1"/>
          <p:nvPr/>
        </p:nvSpPr>
        <p:spPr>
          <a:xfrm>
            <a:off x="6714071" y="374122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34" name="TextBox 33">
            <a:extLst>
              <a:ext uri="{FF2B5EF4-FFF2-40B4-BE49-F238E27FC236}">
                <a16:creationId xmlns:a16="http://schemas.microsoft.com/office/drawing/2014/main" id="{039C0505-A09C-E138-2D29-58EC09E7B59E}"/>
              </a:ext>
            </a:extLst>
          </p:cNvPr>
          <p:cNvSpPr txBox="1"/>
          <p:nvPr/>
        </p:nvSpPr>
        <p:spPr>
          <a:xfrm>
            <a:off x="7213604" y="3741226"/>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35" name="TextBox 34">
            <a:extLst>
              <a:ext uri="{FF2B5EF4-FFF2-40B4-BE49-F238E27FC236}">
                <a16:creationId xmlns:a16="http://schemas.microsoft.com/office/drawing/2014/main" id="{E700F84C-957E-3CFB-613B-27BE6AA6D0FD}"/>
              </a:ext>
            </a:extLst>
          </p:cNvPr>
          <p:cNvSpPr txBox="1"/>
          <p:nvPr/>
        </p:nvSpPr>
        <p:spPr>
          <a:xfrm>
            <a:off x="3217333" y="424456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36" name="TextBox 35">
            <a:extLst>
              <a:ext uri="{FF2B5EF4-FFF2-40B4-BE49-F238E27FC236}">
                <a16:creationId xmlns:a16="http://schemas.microsoft.com/office/drawing/2014/main" id="{66A52D94-6C4E-A344-DF1B-9246D4667473}"/>
              </a:ext>
            </a:extLst>
          </p:cNvPr>
          <p:cNvSpPr txBox="1"/>
          <p:nvPr/>
        </p:nvSpPr>
        <p:spPr>
          <a:xfrm>
            <a:off x="4216401" y="4244561"/>
            <a:ext cx="462845" cy="584775"/>
          </a:xfrm>
          <a:prstGeom prst="rect">
            <a:avLst/>
          </a:prstGeom>
          <a:solidFill>
            <a:srgbClr val="FF0000">
              <a:alpha val="30000"/>
            </a:srgbClr>
          </a:solidFill>
        </p:spPr>
        <p:txBody>
          <a:bodyPr wrap="square" rtlCol="0">
            <a:spAutoFit/>
          </a:bodyPr>
          <a:lstStyle/>
          <a:p>
            <a:pPr algn="ctr"/>
            <a:r>
              <a:rPr lang="en-US" sz="3200" dirty="0"/>
              <a:t>3</a:t>
            </a:r>
          </a:p>
        </p:txBody>
      </p:sp>
      <p:sp>
        <p:nvSpPr>
          <p:cNvPr id="37" name="TextBox 36">
            <a:extLst>
              <a:ext uri="{FF2B5EF4-FFF2-40B4-BE49-F238E27FC236}">
                <a16:creationId xmlns:a16="http://schemas.microsoft.com/office/drawing/2014/main" id="{A3D8783E-78A8-F445-270D-34A086B0D123}"/>
              </a:ext>
            </a:extLst>
          </p:cNvPr>
          <p:cNvSpPr txBox="1"/>
          <p:nvPr/>
        </p:nvSpPr>
        <p:spPr>
          <a:xfrm>
            <a:off x="5715003" y="4244561"/>
            <a:ext cx="462845" cy="584775"/>
          </a:xfrm>
          <a:prstGeom prst="rect">
            <a:avLst/>
          </a:prstGeom>
          <a:solidFill>
            <a:srgbClr val="FF0000">
              <a:alpha val="30000"/>
            </a:srgbClr>
          </a:solidFill>
        </p:spPr>
        <p:txBody>
          <a:bodyPr wrap="square" rtlCol="0">
            <a:spAutoFit/>
          </a:bodyPr>
          <a:lstStyle/>
          <a:p>
            <a:pPr algn="ctr"/>
            <a:r>
              <a:rPr lang="en-US" sz="3200" dirty="0"/>
              <a:t>6</a:t>
            </a:r>
          </a:p>
        </p:txBody>
      </p:sp>
      <p:sp>
        <p:nvSpPr>
          <p:cNvPr id="38" name="TextBox 37">
            <a:extLst>
              <a:ext uri="{FF2B5EF4-FFF2-40B4-BE49-F238E27FC236}">
                <a16:creationId xmlns:a16="http://schemas.microsoft.com/office/drawing/2014/main" id="{DD2A1B49-FE8F-C7A7-7427-C7BF159F78BB}"/>
              </a:ext>
            </a:extLst>
          </p:cNvPr>
          <p:cNvSpPr txBox="1"/>
          <p:nvPr/>
        </p:nvSpPr>
        <p:spPr>
          <a:xfrm>
            <a:off x="6214537" y="424456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39" name="TextBox 38">
            <a:extLst>
              <a:ext uri="{FF2B5EF4-FFF2-40B4-BE49-F238E27FC236}">
                <a16:creationId xmlns:a16="http://schemas.microsoft.com/office/drawing/2014/main" id="{7B1EFCA1-C7CE-6287-CDC9-7828B1CCF921}"/>
              </a:ext>
            </a:extLst>
          </p:cNvPr>
          <p:cNvSpPr txBox="1"/>
          <p:nvPr/>
        </p:nvSpPr>
        <p:spPr>
          <a:xfrm>
            <a:off x="6714071" y="4244561"/>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40" name="TextBox 39">
            <a:extLst>
              <a:ext uri="{FF2B5EF4-FFF2-40B4-BE49-F238E27FC236}">
                <a16:creationId xmlns:a16="http://schemas.microsoft.com/office/drawing/2014/main" id="{6962EC59-D2E0-C583-F7B2-A29FF93005B7}"/>
              </a:ext>
            </a:extLst>
          </p:cNvPr>
          <p:cNvSpPr txBox="1"/>
          <p:nvPr/>
        </p:nvSpPr>
        <p:spPr>
          <a:xfrm>
            <a:off x="7213604" y="4244561"/>
            <a:ext cx="462845" cy="584775"/>
          </a:xfrm>
          <a:prstGeom prst="rect">
            <a:avLst/>
          </a:prstGeom>
          <a:solidFill>
            <a:srgbClr val="00B050">
              <a:alpha val="40000"/>
            </a:srgbClr>
          </a:solidFill>
        </p:spPr>
        <p:txBody>
          <a:bodyPr wrap="square" rtlCol="0">
            <a:spAutoFit/>
          </a:bodyPr>
          <a:lstStyle/>
          <a:p>
            <a:pPr algn="ctr"/>
            <a:r>
              <a:rPr lang="en-US" sz="3200" dirty="0"/>
              <a:t>9</a:t>
            </a:r>
          </a:p>
        </p:txBody>
      </p:sp>
      <p:sp>
        <p:nvSpPr>
          <p:cNvPr id="41" name="TextBox 40">
            <a:extLst>
              <a:ext uri="{FF2B5EF4-FFF2-40B4-BE49-F238E27FC236}">
                <a16:creationId xmlns:a16="http://schemas.microsoft.com/office/drawing/2014/main" id="{5C85A6A2-EDBF-CA57-8D8C-2401CB3AAA06}"/>
              </a:ext>
            </a:extLst>
          </p:cNvPr>
          <p:cNvSpPr txBox="1"/>
          <p:nvPr/>
        </p:nvSpPr>
        <p:spPr>
          <a:xfrm>
            <a:off x="3217333" y="4747898"/>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42" name="TextBox 41">
            <a:extLst>
              <a:ext uri="{FF2B5EF4-FFF2-40B4-BE49-F238E27FC236}">
                <a16:creationId xmlns:a16="http://schemas.microsoft.com/office/drawing/2014/main" id="{6E391779-77CF-45DD-487E-C0169CD7B48F}"/>
              </a:ext>
            </a:extLst>
          </p:cNvPr>
          <p:cNvSpPr txBox="1"/>
          <p:nvPr/>
        </p:nvSpPr>
        <p:spPr>
          <a:xfrm>
            <a:off x="3716867" y="4747898"/>
            <a:ext cx="462845" cy="584775"/>
          </a:xfrm>
          <a:prstGeom prst="rect">
            <a:avLst/>
          </a:prstGeom>
          <a:solidFill>
            <a:srgbClr val="FFFF00">
              <a:alpha val="30000"/>
            </a:srgbClr>
          </a:solidFill>
        </p:spPr>
        <p:txBody>
          <a:bodyPr wrap="square" rtlCol="0">
            <a:spAutoFit/>
          </a:bodyPr>
          <a:lstStyle/>
          <a:p>
            <a:pPr algn="ctr"/>
            <a:r>
              <a:rPr lang="en-US" sz="3200" dirty="0"/>
              <a:t>9</a:t>
            </a:r>
          </a:p>
        </p:txBody>
      </p:sp>
      <p:sp>
        <p:nvSpPr>
          <p:cNvPr id="43" name="TextBox 42">
            <a:extLst>
              <a:ext uri="{FF2B5EF4-FFF2-40B4-BE49-F238E27FC236}">
                <a16:creationId xmlns:a16="http://schemas.microsoft.com/office/drawing/2014/main" id="{07A69C02-F6A7-E418-5648-EA68DB4D6B67}"/>
              </a:ext>
            </a:extLst>
          </p:cNvPr>
          <p:cNvSpPr txBox="1"/>
          <p:nvPr/>
        </p:nvSpPr>
        <p:spPr>
          <a:xfrm>
            <a:off x="4216401" y="4747898"/>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44" name="TextBox 43">
            <a:extLst>
              <a:ext uri="{FF2B5EF4-FFF2-40B4-BE49-F238E27FC236}">
                <a16:creationId xmlns:a16="http://schemas.microsoft.com/office/drawing/2014/main" id="{821C05FB-D53B-56CF-A7B6-65661C1488C6}"/>
              </a:ext>
            </a:extLst>
          </p:cNvPr>
          <p:cNvSpPr txBox="1"/>
          <p:nvPr/>
        </p:nvSpPr>
        <p:spPr>
          <a:xfrm>
            <a:off x="7157158" y="1522145"/>
            <a:ext cx="570089" cy="230832"/>
          </a:xfrm>
          <a:prstGeom prst="rect">
            <a:avLst/>
          </a:prstGeom>
          <a:noFill/>
        </p:spPr>
        <p:txBody>
          <a:bodyPr wrap="square" rtlCol="0">
            <a:spAutoFit/>
          </a:bodyPr>
          <a:lstStyle/>
          <a:p>
            <a:pPr algn="ctr"/>
            <a:r>
              <a:rPr lang="en-US" sz="900" dirty="0"/>
              <a:t>57</a:t>
            </a:r>
          </a:p>
        </p:txBody>
      </p:sp>
      <p:sp>
        <p:nvSpPr>
          <p:cNvPr id="45" name="TextBox 44">
            <a:extLst>
              <a:ext uri="{FF2B5EF4-FFF2-40B4-BE49-F238E27FC236}">
                <a16:creationId xmlns:a16="http://schemas.microsoft.com/office/drawing/2014/main" id="{11FB041E-79D3-E430-55E0-40CCC2395231}"/>
              </a:ext>
            </a:extLst>
          </p:cNvPr>
          <p:cNvSpPr txBox="1"/>
          <p:nvPr/>
        </p:nvSpPr>
        <p:spPr>
          <a:xfrm>
            <a:off x="4143022" y="5028752"/>
            <a:ext cx="570089" cy="230832"/>
          </a:xfrm>
          <a:prstGeom prst="rect">
            <a:avLst/>
          </a:prstGeom>
          <a:noFill/>
        </p:spPr>
        <p:txBody>
          <a:bodyPr wrap="square" rtlCol="0">
            <a:spAutoFit/>
          </a:bodyPr>
          <a:lstStyle/>
          <a:p>
            <a:pPr algn="ctr"/>
            <a:r>
              <a:rPr lang="en-US" sz="900" dirty="0"/>
              <a:t>57</a:t>
            </a:r>
          </a:p>
        </p:txBody>
      </p:sp>
      <p:sp>
        <p:nvSpPr>
          <p:cNvPr id="50" name="TextBox 49">
            <a:extLst>
              <a:ext uri="{FF2B5EF4-FFF2-40B4-BE49-F238E27FC236}">
                <a16:creationId xmlns:a16="http://schemas.microsoft.com/office/drawing/2014/main" id="{D1C0ACD4-AB84-A620-857B-294B688515CF}"/>
              </a:ext>
            </a:extLst>
          </p:cNvPr>
          <p:cNvSpPr txBox="1"/>
          <p:nvPr/>
        </p:nvSpPr>
        <p:spPr>
          <a:xfrm>
            <a:off x="6152446" y="1402877"/>
            <a:ext cx="570089" cy="230832"/>
          </a:xfrm>
          <a:prstGeom prst="rect">
            <a:avLst/>
          </a:prstGeom>
          <a:noFill/>
        </p:spPr>
        <p:txBody>
          <a:bodyPr wrap="square" rtlCol="0">
            <a:spAutoFit/>
          </a:bodyPr>
          <a:lstStyle/>
          <a:p>
            <a:pPr algn="ctr"/>
            <a:r>
              <a:rPr lang="en-US" sz="900" dirty="0"/>
              <a:t>75</a:t>
            </a:r>
          </a:p>
        </p:txBody>
      </p:sp>
      <p:sp>
        <p:nvSpPr>
          <p:cNvPr id="51" name="TextBox 50">
            <a:extLst>
              <a:ext uri="{FF2B5EF4-FFF2-40B4-BE49-F238E27FC236}">
                <a16:creationId xmlns:a16="http://schemas.microsoft.com/office/drawing/2014/main" id="{D5502C53-CAA8-707E-E688-623A30C9550D}"/>
              </a:ext>
            </a:extLst>
          </p:cNvPr>
          <p:cNvSpPr txBox="1"/>
          <p:nvPr/>
        </p:nvSpPr>
        <p:spPr>
          <a:xfrm>
            <a:off x="3138310" y="4408541"/>
            <a:ext cx="570089" cy="230832"/>
          </a:xfrm>
          <a:prstGeom prst="rect">
            <a:avLst/>
          </a:prstGeom>
          <a:noFill/>
        </p:spPr>
        <p:txBody>
          <a:bodyPr wrap="square" rtlCol="0">
            <a:spAutoFit/>
          </a:bodyPr>
          <a:lstStyle/>
          <a:p>
            <a:pPr algn="ctr"/>
            <a:r>
              <a:rPr lang="en-US" sz="900" dirty="0"/>
              <a:t>75</a:t>
            </a:r>
          </a:p>
        </p:txBody>
      </p:sp>
      <p:sp>
        <p:nvSpPr>
          <p:cNvPr id="52" name="TextBox 51">
            <a:extLst>
              <a:ext uri="{FF2B5EF4-FFF2-40B4-BE49-F238E27FC236}">
                <a16:creationId xmlns:a16="http://schemas.microsoft.com/office/drawing/2014/main" id="{62615399-8CD0-28EE-263E-CC16BDB56C44}"/>
              </a:ext>
            </a:extLst>
          </p:cNvPr>
          <p:cNvSpPr txBox="1"/>
          <p:nvPr/>
        </p:nvSpPr>
        <p:spPr>
          <a:xfrm>
            <a:off x="3640666" y="3406653"/>
            <a:ext cx="570089" cy="230832"/>
          </a:xfrm>
          <a:prstGeom prst="rect">
            <a:avLst/>
          </a:prstGeom>
          <a:noFill/>
        </p:spPr>
        <p:txBody>
          <a:bodyPr wrap="square" rtlCol="0">
            <a:spAutoFit/>
          </a:bodyPr>
          <a:lstStyle/>
          <a:p>
            <a:pPr algn="ctr"/>
            <a:r>
              <a:rPr lang="en-US" sz="900" dirty="0"/>
              <a:t>2357</a:t>
            </a:r>
          </a:p>
        </p:txBody>
      </p:sp>
      <p:sp>
        <p:nvSpPr>
          <p:cNvPr id="57" name="TextBox 56">
            <a:extLst>
              <a:ext uri="{FF2B5EF4-FFF2-40B4-BE49-F238E27FC236}">
                <a16:creationId xmlns:a16="http://schemas.microsoft.com/office/drawing/2014/main" id="{FE9B58E6-B478-BBE7-593B-D6B240B05647}"/>
              </a:ext>
            </a:extLst>
          </p:cNvPr>
          <p:cNvSpPr txBox="1"/>
          <p:nvPr/>
        </p:nvSpPr>
        <p:spPr>
          <a:xfrm>
            <a:off x="6654802" y="2524033"/>
            <a:ext cx="570089" cy="230832"/>
          </a:xfrm>
          <a:prstGeom prst="rect">
            <a:avLst/>
          </a:prstGeom>
          <a:noFill/>
        </p:spPr>
        <p:txBody>
          <a:bodyPr wrap="square" rtlCol="0">
            <a:spAutoFit/>
          </a:bodyPr>
          <a:lstStyle/>
          <a:p>
            <a:pPr algn="ctr"/>
            <a:r>
              <a:rPr lang="en-US" sz="900" dirty="0"/>
              <a:t>2357</a:t>
            </a:r>
          </a:p>
        </p:txBody>
      </p:sp>
      <p:sp>
        <p:nvSpPr>
          <p:cNvPr id="58" name="TextBox 57">
            <a:extLst>
              <a:ext uri="{FF2B5EF4-FFF2-40B4-BE49-F238E27FC236}">
                <a16:creationId xmlns:a16="http://schemas.microsoft.com/office/drawing/2014/main" id="{68868604-6363-1389-396B-A2ECAA4FC7BC}"/>
              </a:ext>
            </a:extLst>
          </p:cNvPr>
          <p:cNvSpPr txBox="1"/>
          <p:nvPr/>
        </p:nvSpPr>
        <p:spPr>
          <a:xfrm>
            <a:off x="4143022" y="1903821"/>
            <a:ext cx="570089" cy="230832"/>
          </a:xfrm>
          <a:prstGeom prst="rect">
            <a:avLst/>
          </a:prstGeom>
          <a:noFill/>
        </p:spPr>
        <p:txBody>
          <a:bodyPr wrap="square" rtlCol="0">
            <a:spAutoFit/>
          </a:bodyPr>
          <a:lstStyle/>
          <a:p>
            <a:pPr algn="ctr"/>
            <a:r>
              <a:rPr lang="en-US" sz="900" dirty="0"/>
              <a:t>75</a:t>
            </a:r>
          </a:p>
        </p:txBody>
      </p:sp>
      <p:sp>
        <p:nvSpPr>
          <p:cNvPr id="59" name="TextBox 58">
            <a:extLst>
              <a:ext uri="{FF2B5EF4-FFF2-40B4-BE49-F238E27FC236}">
                <a16:creationId xmlns:a16="http://schemas.microsoft.com/office/drawing/2014/main" id="{18C84183-19F9-BDAE-7F5F-4B53318720D1}"/>
              </a:ext>
            </a:extLst>
          </p:cNvPr>
          <p:cNvSpPr txBox="1"/>
          <p:nvPr/>
        </p:nvSpPr>
        <p:spPr>
          <a:xfrm>
            <a:off x="3640666" y="2404765"/>
            <a:ext cx="570089" cy="230832"/>
          </a:xfrm>
          <a:prstGeom prst="rect">
            <a:avLst/>
          </a:prstGeom>
          <a:noFill/>
        </p:spPr>
        <p:txBody>
          <a:bodyPr wrap="square" rtlCol="0">
            <a:spAutoFit/>
          </a:bodyPr>
          <a:lstStyle/>
          <a:p>
            <a:pPr algn="ctr"/>
            <a:r>
              <a:rPr lang="en-US" sz="900" dirty="0"/>
              <a:t>2357</a:t>
            </a:r>
          </a:p>
        </p:txBody>
      </p:sp>
      <p:sp>
        <p:nvSpPr>
          <p:cNvPr id="62" name="TextBox 61">
            <a:extLst>
              <a:ext uri="{FF2B5EF4-FFF2-40B4-BE49-F238E27FC236}">
                <a16:creationId xmlns:a16="http://schemas.microsoft.com/office/drawing/2014/main" id="{F8643079-98A5-8419-5EFD-EA333C6C5A4C}"/>
              </a:ext>
            </a:extLst>
          </p:cNvPr>
          <p:cNvSpPr txBox="1"/>
          <p:nvPr/>
        </p:nvSpPr>
        <p:spPr>
          <a:xfrm>
            <a:off x="6654802" y="2905709"/>
            <a:ext cx="570089" cy="230832"/>
          </a:xfrm>
          <a:prstGeom prst="rect">
            <a:avLst/>
          </a:prstGeom>
          <a:noFill/>
        </p:spPr>
        <p:txBody>
          <a:bodyPr wrap="square" rtlCol="0">
            <a:spAutoFit/>
          </a:bodyPr>
          <a:lstStyle/>
          <a:p>
            <a:pPr algn="ctr"/>
            <a:r>
              <a:rPr lang="en-US" sz="900" dirty="0"/>
              <a:t>2357</a:t>
            </a:r>
          </a:p>
        </p:txBody>
      </p:sp>
      <p:sp>
        <p:nvSpPr>
          <p:cNvPr id="63" name="TextBox 62">
            <a:extLst>
              <a:ext uri="{FF2B5EF4-FFF2-40B4-BE49-F238E27FC236}">
                <a16:creationId xmlns:a16="http://schemas.microsoft.com/office/drawing/2014/main" id="{2960BC0D-F30B-0072-9224-9D756AC62B08}"/>
              </a:ext>
            </a:extLst>
          </p:cNvPr>
          <p:cNvSpPr txBox="1"/>
          <p:nvPr/>
        </p:nvSpPr>
        <p:spPr>
          <a:xfrm>
            <a:off x="7157158" y="3406653"/>
            <a:ext cx="570089" cy="230832"/>
          </a:xfrm>
          <a:prstGeom prst="rect">
            <a:avLst/>
          </a:prstGeom>
          <a:noFill/>
        </p:spPr>
        <p:txBody>
          <a:bodyPr wrap="square" rtlCol="0">
            <a:spAutoFit/>
          </a:bodyPr>
          <a:lstStyle/>
          <a:p>
            <a:pPr algn="ctr"/>
            <a:r>
              <a:rPr lang="en-US" sz="900" dirty="0"/>
              <a:t>75</a:t>
            </a:r>
          </a:p>
        </p:txBody>
      </p:sp>
      <p:sp>
        <p:nvSpPr>
          <p:cNvPr id="66" name="TextBox 65">
            <a:extLst>
              <a:ext uri="{FF2B5EF4-FFF2-40B4-BE49-F238E27FC236}">
                <a16:creationId xmlns:a16="http://schemas.microsoft.com/office/drawing/2014/main" id="{C3846229-3B22-3D2D-7AC3-C6EE339FF3FF}"/>
              </a:ext>
            </a:extLst>
          </p:cNvPr>
          <p:cNvSpPr txBox="1"/>
          <p:nvPr/>
        </p:nvSpPr>
        <p:spPr>
          <a:xfrm>
            <a:off x="5147734" y="2524033"/>
            <a:ext cx="570089" cy="230832"/>
          </a:xfrm>
          <a:prstGeom prst="rect">
            <a:avLst/>
          </a:prstGeom>
          <a:noFill/>
        </p:spPr>
        <p:txBody>
          <a:bodyPr wrap="square" rtlCol="0">
            <a:spAutoFit/>
          </a:bodyPr>
          <a:lstStyle/>
          <a:p>
            <a:pPr algn="ctr"/>
            <a:r>
              <a:rPr lang="en-US" sz="900" dirty="0"/>
              <a:t>257</a:t>
            </a:r>
          </a:p>
        </p:txBody>
      </p:sp>
      <p:sp>
        <p:nvSpPr>
          <p:cNvPr id="68" name="TextBox 67">
            <a:extLst>
              <a:ext uri="{FF2B5EF4-FFF2-40B4-BE49-F238E27FC236}">
                <a16:creationId xmlns:a16="http://schemas.microsoft.com/office/drawing/2014/main" id="{1247FB58-0C31-E714-5C6D-F700B4229E0E}"/>
              </a:ext>
            </a:extLst>
          </p:cNvPr>
          <p:cNvSpPr txBox="1"/>
          <p:nvPr/>
        </p:nvSpPr>
        <p:spPr>
          <a:xfrm>
            <a:off x="6654802" y="4527809"/>
            <a:ext cx="570089" cy="230832"/>
          </a:xfrm>
          <a:prstGeom prst="rect">
            <a:avLst/>
          </a:prstGeom>
          <a:noFill/>
        </p:spPr>
        <p:txBody>
          <a:bodyPr wrap="square" rtlCol="0">
            <a:spAutoFit/>
          </a:bodyPr>
          <a:lstStyle/>
          <a:p>
            <a:pPr algn="ctr"/>
            <a:r>
              <a:rPr lang="en-US" sz="900" dirty="0"/>
              <a:t>257</a:t>
            </a:r>
          </a:p>
        </p:txBody>
      </p:sp>
      <p:sp>
        <p:nvSpPr>
          <p:cNvPr id="70" name="TextBox 69">
            <a:extLst>
              <a:ext uri="{FF2B5EF4-FFF2-40B4-BE49-F238E27FC236}">
                <a16:creationId xmlns:a16="http://schemas.microsoft.com/office/drawing/2014/main" id="{E9C6A0E4-7D01-762D-DB25-FECFD578A11F}"/>
              </a:ext>
            </a:extLst>
          </p:cNvPr>
          <p:cNvSpPr txBox="1"/>
          <p:nvPr/>
        </p:nvSpPr>
        <p:spPr>
          <a:xfrm>
            <a:off x="5650090" y="2285497"/>
            <a:ext cx="570089" cy="230832"/>
          </a:xfrm>
          <a:prstGeom prst="rect">
            <a:avLst/>
          </a:prstGeom>
          <a:noFill/>
        </p:spPr>
        <p:txBody>
          <a:bodyPr wrap="square" rtlCol="0">
            <a:spAutoFit/>
          </a:bodyPr>
          <a:lstStyle/>
          <a:p>
            <a:pPr algn="ctr"/>
            <a:r>
              <a:rPr lang="en-US" sz="900" dirty="0"/>
              <a:t>37</a:t>
            </a:r>
          </a:p>
        </p:txBody>
      </p:sp>
      <p:sp>
        <p:nvSpPr>
          <p:cNvPr id="71" name="TextBox 70">
            <a:extLst>
              <a:ext uri="{FF2B5EF4-FFF2-40B4-BE49-F238E27FC236}">
                <a16:creationId xmlns:a16="http://schemas.microsoft.com/office/drawing/2014/main" id="{CC7086B6-2256-F1CF-B78C-DC1D31FCB620}"/>
              </a:ext>
            </a:extLst>
          </p:cNvPr>
          <p:cNvSpPr txBox="1"/>
          <p:nvPr/>
        </p:nvSpPr>
        <p:spPr>
          <a:xfrm>
            <a:off x="5147734" y="2905709"/>
            <a:ext cx="570089" cy="230832"/>
          </a:xfrm>
          <a:prstGeom prst="rect">
            <a:avLst/>
          </a:prstGeom>
          <a:noFill/>
        </p:spPr>
        <p:txBody>
          <a:bodyPr wrap="square" rtlCol="0">
            <a:spAutoFit/>
          </a:bodyPr>
          <a:lstStyle/>
          <a:p>
            <a:pPr algn="ctr"/>
            <a:r>
              <a:rPr lang="en-US" sz="900" dirty="0"/>
              <a:t>257</a:t>
            </a:r>
          </a:p>
        </p:txBody>
      </p:sp>
      <p:sp>
        <p:nvSpPr>
          <p:cNvPr id="74" name="TextBox 73">
            <a:extLst>
              <a:ext uri="{FF2B5EF4-FFF2-40B4-BE49-F238E27FC236}">
                <a16:creationId xmlns:a16="http://schemas.microsoft.com/office/drawing/2014/main" id="{B97ADE15-8352-6C1D-54E7-4184A03262C5}"/>
              </a:ext>
            </a:extLst>
          </p:cNvPr>
          <p:cNvSpPr txBox="1"/>
          <p:nvPr/>
        </p:nvSpPr>
        <p:spPr>
          <a:xfrm>
            <a:off x="6152446" y="4527809"/>
            <a:ext cx="570089" cy="230832"/>
          </a:xfrm>
          <a:prstGeom prst="rect">
            <a:avLst/>
          </a:prstGeom>
          <a:noFill/>
        </p:spPr>
        <p:txBody>
          <a:bodyPr wrap="square" rtlCol="0">
            <a:spAutoFit/>
          </a:bodyPr>
          <a:lstStyle/>
          <a:p>
            <a:pPr algn="ctr"/>
            <a:r>
              <a:rPr lang="en-US" sz="900" dirty="0"/>
              <a:t>257</a:t>
            </a:r>
          </a:p>
        </p:txBody>
      </p:sp>
      <p:sp>
        <p:nvSpPr>
          <p:cNvPr id="75" name="TextBox 74">
            <a:extLst>
              <a:ext uri="{FF2B5EF4-FFF2-40B4-BE49-F238E27FC236}">
                <a16:creationId xmlns:a16="http://schemas.microsoft.com/office/drawing/2014/main" id="{28201730-41A5-04A1-93BE-DCCA2BA26112}"/>
              </a:ext>
            </a:extLst>
          </p:cNvPr>
          <p:cNvSpPr txBox="1"/>
          <p:nvPr/>
        </p:nvSpPr>
        <p:spPr>
          <a:xfrm>
            <a:off x="6654802" y="3788329"/>
            <a:ext cx="570089" cy="230832"/>
          </a:xfrm>
          <a:prstGeom prst="rect">
            <a:avLst/>
          </a:prstGeom>
          <a:noFill/>
        </p:spPr>
        <p:txBody>
          <a:bodyPr wrap="square" rtlCol="0">
            <a:spAutoFit/>
          </a:bodyPr>
          <a:lstStyle/>
          <a:p>
            <a:pPr algn="ctr"/>
            <a:r>
              <a:rPr lang="en-US" sz="900" dirty="0"/>
              <a:t>37</a:t>
            </a:r>
          </a:p>
        </p:txBody>
      </p:sp>
      <p:sp>
        <p:nvSpPr>
          <p:cNvPr id="73" name="TextBox 72">
            <a:extLst>
              <a:ext uri="{FF2B5EF4-FFF2-40B4-BE49-F238E27FC236}">
                <a16:creationId xmlns:a16="http://schemas.microsoft.com/office/drawing/2014/main" id="{321C1795-B98B-12FF-C90C-FC16AE7EE621}"/>
              </a:ext>
            </a:extLst>
          </p:cNvPr>
          <p:cNvSpPr txBox="1"/>
          <p:nvPr/>
        </p:nvSpPr>
        <p:spPr>
          <a:xfrm>
            <a:off x="5147734" y="3287385"/>
            <a:ext cx="570089" cy="230832"/>
          </a:xfrm>
          <a:prstGeom prst="rect">
            <a:avLst/>
          </a:prstGeom>
          <a:noFill/>
        </p:spPr>
        <p:txBody>
          <a:bodyPr wrap="square" rtlCol="0">
            <a:spAutoFit/>
          </a:bodyPr>
          <a:lstStyle/>
          <a:p>
            <a:pPr algn="ctr"/>
            <a:r>
              <a:rPr lang="en-US" sz="900" dirty="0"/>
              <a:t>73</a:t>
            </a:r>
          </a:p>
        </p:txBody>
      </p:sp>
      <p:sp>
        <p:nvSpPr>
          <p:cNvPr id="78" name="TextBox 77">
            <a:extLst>
              <a:ext uri="{FF2B5EF4-FFF2-40B4-BE49-F238E27FC236}">
                <a16:creationId xmlns:a16="http://schemas.microsoft.com/office/drawing/2014/main" id="{0A57252F-1674-B0FE-BE3E-D518BF7A676E}"/>
              </a:ext>
            </a:extLst>
          </p:cNvPr>
          <p:cNvSpPr txBox="1"/>
          <p:nvPr/>
        </p:nvSpPr>
        <p:spPr>
          <a:xfrm>
            <a:off x="6152446" y="3788329"/>
            <a:ext cx="570089" cy="230832"/>
          </a:xfrm>
          <a:prstGeom prst="rect">
            <a:avLst/>
          </a:prstGeom>
          <a:noFill/>
        </p:spPr>
        <p:txBody>
          <a:bodyPr wrap="square" rtlCol="0">
            <a:spAutoFit/>
          </a:bodyPr>
          <a:lstStyle/>
          <a:p>
            <a:pPr algn="ctr"/>
            <a:r>
              <a:rPr lang="en-US" sz="900" dirty="0"/>
              <a:t>73</a:t>
            </a:r>
          </a:p>
        </p:txBody>
      </p:sp>
      <p:sp>
        <p:nvSpPr>
          <p:cNvPr id="79" name="TextBox 78">
            <a:extLst>
              <a:ext uri="{FF2B5EF4-FFF2-40B4-BE49-F238E27FC236}">
                <a16:creationId xmlns:a16="http://schemas.microsoft.com/office/drawing/2014/main" id="{FB1D5A12-1248-AC36-4F06-F73B0720E401}"/>
              </a:ext>
            </a:extLst>
          </p:cNvPr>
          <p:cNvSpPr txBox="1"/>
          <p:nvPr/>
        </p:nvSpPr>
        <p:spPr>
          <a:xfrm>
            <a:off x="6214537" y="3237891"/>
            <a:ext cx="462845" cy="584775"/>
          </a:xfrm>
          <a:prstGeom prst="rect">
            <a:avLst/>
          </a:prstGeom>
          <a:noFill/>
        </p:spPr>
        <p:txBody>
          <a:bodyPr wrap="square" rtlCol="0">
            <a:spAutoFit/>
          </a:bodyPr>
          <a:lstStyle/>
          <a:p>
            <a:pPr algn="ctr"/>
            <a:r>
              <a:rPr lang="en-US" sz="3200" dirty="0"/>
              <a:t>9</a:t>
            </a:r>
          </a:p>
        </p:txBody>
      </p:sp>
      <p:sp>
        <p:nvSpPr>
          <p:cNvPr id="48" name="TextBox 47">
            <a:extLst>
              <a:ext uri="{FF2B5EF4-FFF2-40B4-BE49-F238E27FC236}">
                <a16:creationId xmlns:a16="http://schemas.microsoft.com/office/drawing/2014/main" id="{53D778E4-965C-0F48-4F15-95F662C18CDB}"/>
              </a:ext>
            </a:extLst>
          </p:cNvPr>
          <p:cNvSpPr txBox="1"/>
          <p:nvPr/>
        </p:nvSpPr>
        <p:spPr>
          <a:xfrm>
            <a:off x="3716867" y="1727886"/>
            <a:ext cx="462845" cy="584775"/>
          </a:xfrm>
          <a:prstGeom prst="rect">
            <a:avLst/>
          </a:prstGeom>
          <a:noFill/>
        </p:spPr>
        <p:txBody>
          <a:bodyPr wrap="square" rtlCol="0">
            <a:spAutoFit/>
          </a:bodyPr>
          <a:lstStyle/>
          <a:p>
            <a:pPr algn="ctr"/>
            <a:r>
              <a:rPr lang="en-US" sz="3200" dirty="0"/>
              <a:t>4</a:t>
            </a:r>
          </a:p>
        </p:txBody>
      </p:sp>
      <p:sp>
        <p:nvSpPr>
          <p:cNvPr id="49" name="TextBox 48">
            <a:extLst>
              <a:ext uri="{FF2B5EF4-FFF2-40B4-BE49-F238E27FC236}">
                <a16:creationId xmlns:a16="http://schemas.microsoft.com/office/drawing/2014/main" id="{AD95A04F-9372-0419-11EA-9D40E63CEBB9}"/>
              </a:ext>
            </a:extLst>
          </p:cNvPr>
          <p:cNvSpPr txBox="1"/>
          <p:nvPr/>
        </p:nvSpPr>
        <p:spPr>
          <a:xfrm>
            <a:off x="5715003" y="3237891"/>
            <a:ext cx="462845" cy="584775"/>
          </a:xfrm>
          <a:prstGeom prst="rect">
            <a:avLst/>
          </a:prstGeom>
          <a:noFill/>
        </p:spPr>
        <p:txBody>
          <a:bodyPr wrap="square" rtlCol="0">
            <a:spAutoFit/>
          </a:bodyPr>
          <a:lstStyle/>
          <a:p>
            <a:pPr algn="ctr"/>
            <a:r>
              <a:rPr lang="en-US" sz="3200" dirty="0"/>
              <a:t>4</a:t>
            </a:r>
          </a:p>
        </p:txBody>
      </p:sp>
      <p:sp>
        <p:nvSpPr>
          <p:cNvPr id="46" name="TextBox 45">
            <a:extLst>
              <a:ext uri="{FF2B5EF4-FFF2-40B4-BE49-F238E27FC236}">
                <a16:creationId xmlns:a16="http://schemas.microsoft.com/office/drawing/2014/main" id="{539F1A00-9D40-6FF9-286F-BED1CA83A49F}"/>
              </a:ext>
            </a:extLst>
          </p:cNvPr>
          <p:cNvSpPr txBox="1"/>
          <p:nvPr/>
        </p:nvSpPr>
        <p:spPr>
          <a:xfrm>
            <a:off x="3217333" y="721216"/>
            <a:ext cx="462845" cy="584775"/>
          </a:xfrm>
          <a:prstGeom prst="rect">
            <a:avLst/>
          </a:prstGeom>
          <a:noFill/>
        </p:spPr>
        <p:txBody>
          <a:bodyPr wrap="square" rtlCol="0">
            <a:spAutoFit/>
          </a:bodyPr>
          <a:lstStyle/>
          <a:p>
            <a:pPr algn="ctr"/>
            <a:r>
              <a:rPr lang="en-US" sz="3200" dirty="0"/>
              <a:t>9</a:t>
            </a:r>
          </a:p>
        </p:txBody>
      </p:sp>
      <p:sp>
        <p:nvSpPr>
          <p:cNvPr id="47" name="TextBox 46">
            <a:extLst>
              <a:ext uri="{FF2B5EF4-FFF2-40B4-BE49-F238E27FC236}">
                <a16:creationId xmlns:a16="http://schemas.microsoft.com/office/drawing/2014/main" id="{1C78B0FD-4132-F563-6B47-5B1EC42D828D}"/>
              </a:ext>
            </a:extLst>
          </p:cNvPr>
          <p:cNvSpPr txBox="1"/>
          <p:nvPr/>
        </p:nvSpPr>
        <p:spPr>
          <a:xfrm>
            <a:off x="7213604" y="4747898"/>
            <a:ext cx="462845" cy="584775"/>
          </a:xfrm>
          <a:prstGeom prst="rect">
            <a:avLst/>
          </a:prstGeom>
          <a:noFill/>
        </p:spPr>
        <p:txBody>
          <a:bodyPr wrap="square" rtlCol="0">
            <a:spAutoFit/>
          </a:bodyPr>
          <a:lstStyle/>
          <a:p>
            <a:pPr algn="ctr"/>
            <a:r>
              <a:rPr lang="en-US" sz="3200" dirty="0"/>
              <a:t>1</a:t>
            </a:r>
          </a:p>
        </p:txBody>
      </p:sp>
      <p:sp>
        <p:nvSpPr>
          <p:cNvPr id="60" name="TextBox 59">
            <a:extLst>
              <a:ext uri="{FF2B5EF4-FFF2-40B4-BE49-F238E27FC236}">
                <a16:creationId xmlns:a16="http://schemas.microsoft.com/office/drawing/2014/main" id="{7C2C0554-3DB0-2930-BF38-E90D3E53152D}"/>
              </a:ext>
            </a:extLst>
          </p:cNvPr>
          <p:cNvSpPr txBox="1"/>
          <p:nvPr/>
        </p:nvSpPr>
        <p:spPr>
          <a:xfrm>
            <a:off x="7213604" y="2734556"/>
            <a:ext cx="462845" cy="584775"/>
          </a:xfrm>
          <a:prstGeom prst="rect">
            <a:avLst/>
          </a:prstGeom>
          <a:noFill/>
        </p:spPr>
        <p:txBody>
          <a:bodyPr wrap="square" rtlCol="0">
            <a:spAutoFit/>
          </a:bodyPr>
          <a:lstStyle/>
          <a:p>
            <a:pPr algn="ctr"/>
            <a:r>
              <a:rPr lang="en-US" sz="3200" dirty="0"/>
              <a:t>6</a:t>
            </a:r>
          </a:p>
        </p:txBody>
      </p:sp>
      <p:sp>
        <p:nvSpPr>
          <p:cNvPr id="61" name="TextBox 60">
            <a:extLst>
              <a:ext uri="{FF2B5EF4-FFF2-40B4-BE49-F238E27FC236}">
                <a16:creationId xmlns:a16="http://schemas.microsoft.com/office/drawing/2014/main" id="{67D2F467-B7E2-B196-F9D8-99522EF7F56E}"/>
              </a:ext>
            </a:extLst>
          </p:cNvPr>
          <p:cNvSpPr txBox="1"/>
          <p:nvPr/>
        </p:nvSpPr>
        <p:spPr>
          <a:xfrm>
            <a:off x="3640666" y="901933"/>
            <a:ext cx="570089" cy="230832"/>
          </a:xfrm>
          <a:prstGeom prst="rect">
            <a:avLst/>
          </a:prstGeom>
          <a:noFill/>
        </p:spPr>
        <p:txBody>
          <a:bodyPr wrap="square" rtlCol="0">
            <a:spAutoFit/>
          </a:bodyPr>
          <a:lstStyle/>
          <a:p>
            <a:pPr algn="ctr"/>
            <a:r>
              <a:rPr lang="en-US" sz="900" dirty="0"/>
              <a:t>28</a:t>
            </a:r>
          </a:p>
        </p:txBody>
      </p:sp>
      <p:sp>
        <p:nvSpPr>
          <p:cNvPr id="64" name="TextBox 63">
            <a:extLst>
              <a:ext uri="{FF2B5EF4-FFF2-40B4-BE49-F238E27FC236}">
                <a16:creationId xmlns:a16="http://schemas.microsoft.com/office/drawing/2014/main" id="{0DEDBA33-4901-D14A-6B31-8330671102D7}"/>
              </a:ext>
            </a:extLst>
          </p:cNvPr>
          <p:cNvSpPr txBox="1"/>
          <p:nvPr/>
        </p:nvSpPr>
        <p:spPr>
          <a:xfrm>
            <a:off x="5147734" y="901933"/>
            <a:ext cx="570089" cy="230832"/>
          </a:xfrm>
          <a:prstGeom prst="rect">
            <a:avLst/>
          </a:prstGeom>
          <a:noFill/>
        </p:spPr>
        <p:txBody>
          <a:bodyPr wrap="square" rtlCol="0">
            <a:spAutoFit/>
          </a:bodyPr>
          <a:lstStyle/>
          <a:p>
            <a:pPr algn="ctr"/>
            <a:r>
              <a:rPr lang="en-US" sz="900" dirty="0"/>
              <a:t>82</a:t>
            </a:r>
          </a:p>
        </p:txBody>
      </p:sp>
      <p:sp>
        <p:nvSpPr>
          <p:cNvPr id="65" name="TextBox 64">
            <a:extLst>
              <a:ext uri="{FF2B5EF4-FFF2-40B4-BE49-F238E27FC236}">
                <a16:creationId xmlns:a16="http://schemas.microsoft.com/office/drawing/2014/main" id="{C5A95522-3E58-E952-90D2-0DEC8DF3BB36}"/>
              </a:ext>
            </a:extLst>
          </p:cNvPr>
          <p:cNvSpPr txBox="1"/>
          <p:nvPr/>
        </p:nvSpPr>
        <p:spPr>
          <a:xfrm>
            <a:off x="3640666" y="1402877"/>
            <a:ext cx="570089" cy="230832"/>
          </a:xfrm>
          <a:prstGeom prst="rect">
            <a:avLst/>
          </a:prstGeom>
          <a:noFill/>
        </p:spPr>
        <p:txBody>
          <a:bodyPr wrap="square" rtlCol="0">
            <a:spAutoFit/>
          </a:bodyPr>
          <a:lstStyle/>
          <a:p>
            <a:pPr algn="ctr"/>
            <a:r>
              <a:rPr lang="en-US" sz="900" dirty="0"/>
              <a:t>238</a:t>
            </a:r>
          </a:p>
        </p:txBody>
      </p:sp>
      <p:sp>
        <p:nvSpPr>
          <p:cNvPr id="69" name="TextBox 68">
            <a:extLst>
              <a:ext uri="{FF2B5EF4-FFF2-40B4-BE49-F238E27FC236}">
                <a16:creationId xmlns:a16="http://schemas.microsoft.com/office/drawing/2014/main" id="{D5DDFFA1-F20D-9BFD-423A-44DCB0F488AA}"/>
              </a:ext>
            </a:extLst>
          </p:cNvPr>
          <p:cNvSpPr txBox="1"/>
          <p:nvPr/>
        </p:nvSpPr>
        <p:spPr>
          <a:xfrm>
            <a:off x="5650090" y="1402877"/>
            <a:ext cx="570089" cy="230832"/>
          </a:xfrm>
          <a:prstGeom prst="rect">
            <a:avLst/>
          </a:prstGeom>
          <a:noFill/>
        </p:spPr>
        <p:txBody>
          <a:bodyPr wrap="square" rtlCol="0">
            <a:spAutoFit/>
          </a:bodyPr>
          <a:lstStyle/>
          <a:p>
            <a:pPr algn="ctr"/>
            <a:r>
              <a:rPr lang="en-US" sz="900" dirty="0"/>
              <a:t>28</a:t>
            </a:r>
          </a:p>
        </p:txBody>
      </p:sp>
      <p:sp>
        <p:nvSpPr>
          <p:cNvPr id="77" name="TextBox 76">
            <a:extLst>
              <a:ext uri="{FF2B5EF4-FFF2-40B4-BE49-F238E27FC236}">
                <a16:creationId xmlns:a16="http://schemas.microsoft.com/office/drawing/2014/main" id="{558C790D-58C0-01FB-6836-93FC02C9F5E9}"/>
              </a:ext>
            </a:extLst>
          </p:cNvPr>
          <p:cNvSpPr txBox="1"/>
          <p:nvPr/>
        </p:nvSpPr>
        <p:spPr>
          <a:xfrm>
            <a:off x="3138310" y="1402877"/>
            <a:ext cx="570089" cy="230832"/>
          </a:xfrm>
          <a:prstGeom prst="rect">
            <a:avLst/>
          </a:prstGeom>
          <a:noFill/>
        </p:spPr>
        <p:txBody>
          <a:bodyPr wrap="square" rtlCol="0">
            <a:spAutoFit/>
          </a:bodyPr>
          <a:lstStyle/>
          <a:p>
            <a:pPr algn="ctr"/>
            <a:r>
              <a:rPr lang="en-US" sz="900" dirty="0"/>
              <a:t>23</a:t>
            </a:r>
          </a:p>
        </p:txBody>
      </p:sp>
      <p:sp>
        <p:nvSpPr>
          <p:cNvPr id="85" name="TextBox 84">
            <a:extLst>
              <a:ext uri="{FF2B5EF4-FFF2-40B4-BE49-F238E27FC236}">
                <a16:creationId xmlns:a16="http://schemas.microsoft.com/office/drawing/2014/main" id="{29FEA30A-4F91-2C2F-25C9-CE329D83B3A7}"/>
              </a:ext>
            </a:extLst>
          </p:cNvPr>
          <p:cNvSpPr txBox="1"/>
          <p:nvPr/>
        </p:nvSpPr>
        <p:spPr>
          <a:xfrm>
            <a:off x="3138310" y="1903821"/>
            <a:ext cx="570089" cy="230832"/>
          </a:xfrm>
          <a:prstGeom prst="rect">
            <a:avLst/>
          </a:prstGeom>
          <a:noFill/>
        </p:spPr>
        <p:txBody>
          <a:bodyPr wrap="square" rtlCol="0">
            <a:spAutoFit/>
          </a:bodyPr>
          <a:lstStyle/>
          <a:p>
            <a:pPr algn="ctr"/>
            <a:r>
              <a:rPr lang="en-US" sz="900" dirty="0"/>
              <a:t>57</a:t>
            </a:r>
          </a:p>
        </p:txBody>
      </p:sp>
      <p:sp>
        <p:nvSpPr>
          <p:cNvPr id="87" name="TextBox 86">
            <a:extLst>
              <a:ext uri="{FF2B5EF4-FFF2-40B4-BE49-F238E27FC236}">
                <a16:creationId xmlns:a16="http://schemas.microsoft.com/office/drawing/2014/main" id="{DAD95BE2-B7B2-3E54-BDA2-B8B583495B8E}"/>
              </a:ext>
            </a:extLst>
          </p:cNvPr>
          <p:cNvSpPr txBox="1"/>
          <p:nvPr/>
        </p:nvSpPr>
        <p:spPr>
          <a:xfrm>
            <a:off x="3138310" y="3406653"/>
            <a:ext cx="570089" cy="230832"/>
          </a:xfrm>
          <a:prstGeom prst="rect">
            <a:avLst/>
          </a:prstGeom>
          <a:noFill/>
        </p:spPr>
        <p:txBody>
          <a:bodyPr wrap="square" rtlCol="0">
            <a:spAutoFit/>
          </a:bodyPr>
          <a:lstStyle/>
          <a:p>
            <a:pPr algn="ctr"/>
            <a:r>
              <a:rPr lang="en-US" sz="900" dirty="0"/>
              <a:t>32</a:t>
            </a:r>
          </a:p>
        </p:txBody>
      </p:sp>
      <p:sp>
        <p:nvSpPr>
          <p:cNvPr id="90" name="TextBox 89">
            <a:extLst>
              <a:ext uri="{FF2B5EF4-FFF2-40B4-BE49-F238E27FC236}">
                <a16:creationId xmlns:a16="http://schemas.microsoft.com/office/drawing/2014/main" id="{25D44448-9C6C-F95F-D899-21D4919262BC}"/>
              </a:ext>
            </a:extLst>
          </p:cNvPr>
          <p:cNvSpPr txBox="1"/>
          <p:nvPr/>
        </p:nvSpPr>
        <p:spPr>
          <a:xfrm>
            <a:off x="5147734" y="4909484"/>
            <a:ext cx="570089" cy="230832"/>
          </a:xfrm>
          <a:prstGeom prst="rect">
            <a:avLst/>
          </a:prstGeom>
          <a:noFill/>
        </p:spPr>
        <p:txBody>
          <a:bodyPr wrap="square" rtlCol="0">
            <a:spAutoFit/>
          </a:bodyPr>
          <a:lstStyle/>
          <a:p>
            <a:pPr algn="ctr"/>
            <a:r>
              <a:rPr lang="en-US" sz="900" dirty="0"/>
              <a:t>237</a:t>
            </a:r>
          </a:p>
        </p:txBody>
      </p:sp>
      <p:sp>
        <p:nvSpPr>
          <p:cNvPr id="91" name="TextBox 90">
            <a:extLst>
              <a:ext uri="{FF2B5EF4-FFF2-40B4-BE49-F238E27FC236}">
                <a16:creationId xmlns:a16="http://schemas.microsoft.com/office/drawing/2014/main" id="{1BEC1FFA-40FE-D105-1209-B573582EEACE}"/>
              </a:ext>
            </a:extLst>
          </p:cNvPr>
          <p:cNvSpPr txBox="1"/>
          <p:nvPr/>
        </p:nvSpPr>
        <p:spPr>
          <a:xfrm>
            <a:off x="5650090" y="4909484"/>
            <a:ext cx="570089" cy="230832"/>
          </a:xfrm>
          <a:prstGeom prst="rect">
            <a:avLst/>
          </a:prstGeom>
          <a:noFill/>
        </p:spPr>
        <p:txBody>
          <a:bodyPr wrap="square" rtlCol="0">
            <a:spAutoFit/>
          </a:bodyPr>
          <a:lstStyle/>
          <a:p>
            <a:pPr algn="ctr"/>
            <a:r>
              <a:rPr lang="en-US" sz="900" dirty="0"/>
              <a:t>237</a:t>
            </a:r>
          </a:p>
        </p:txBody>
      </p:sp>
      <p:sp>
        <p:nvSpPr>
          <p:cNvPr id="94" name="TextBox 93">
            <a:extLst>
              <a:ext uri="{FF2B5EF4-FFF2-40B4-BE49-F238E27FC236}">
                <a16:creationId xmlns:a16="http://schemas.microsoft.com/office/drawing/2014/main" id="{C9FC46A4-E2DD-9849-A656-37B0BF43DCC7}"/>
              </a:ext>
            </a:extLst>
          </p:cNvPr>
          <p:cNvSpPr txBox="1"/>
          <p:nvPr/>
        </p:nvSpPr>
        <p:spPr>
          <a:xfrm>
            <a:off x="6152446" y="2905709"/>
            <a:ext cx="570089" cy="230832"/>
          </a:xfrm>
          <a:prstGeom prst="rect">
            <a:avLst/>
          </a:prstGeom>
          <a:noFill/>
        </p:spPr>
        <p:txBody>
          <a:bodyPr wrap="square" rtlCol="0">
            <a:spAutoFit/>
          </a:bodyPr>
          <a:lstStyle/>
          <a:p>
            <a:pPr algn="ctr"/>
            <a:r>
              <a:rPr lang="en-US" sz="900" dirty="0"/>
              <a:t>2357</a:t>
            </a:r>
          </a:p>
        </p:txBody>
      </p:sp>
      <p:sp>
        <p:nvSpPr>
          <p:cNvPr id="95" name="TextBox 94">
            <a:extLst>
              <a:ext uri="{FF2B5EF4-FFF2-40B4-BE49-F238E27FC236}">
                <a16:creationId xmlns:a16="http://schemas.microsoft.com/office/drawing/2014/main" id="{CF7E2F77-3976-1CBA-179C-C34935BCE20A}"/>
              </a:ext>
            </a:extLst>
          </p:cNvPr>
          <p:cNvSpPr txBox="1"/>
          <p:nvPr/>
        </p:nvSpPr>
        <p:spPr>
          <a:xfrm>
            <a:off x="3640666" y="2905709"/>
            <a:ext cx="570089" cy="230832"/>
          </a:xfrm>
          <a:prstGeom prst="rect">
            <a:avLst/>
          </a:prstGeom>
          <a:noFill/>
        </p:spPr>
        <p:txBody>
          <a:bodyPr wrap="square" rtlCol="0">
            <a:spAutoFit/>
          </a:bodyPr>
          <a:lstStyle/>
          <a:p>
            <a:pPr algn="ctr"/>
            <a:r>
              <a:rPr lang="en-US" sz="900" dirty="0"/>
              <a:t>75</a:t>
            </a:r>
          </a:p>
        </p:txBody>
      </p:sp>
      <p:sp>
        <p:nvSpPr>
          <p:cNvPr id="96" name="TextBox 95">
            <a:extLst>
              <a:ext uri="{FF2B5EF4-FFF2-40B4-BE49-F238E27FC236}">
                <a16:creationId xmlns:a16="http://schemas.microsoft.com/office/drawing/2014/main" id="{95EDF7DB-C36B-8DB7-D48C-A5D7813F4E7D}"/>
              </a:ext>
            </a:extLst>
          </p:cNvPr>
          <p:cNvSpPr txBox="1"/>
          <p:nvPr/>
        </p:nvSpPr>
        <p:spPr>
          <a:xfrm>
            <a:off x="5650090" y="2905709"/>
            <a:ext cx="570089" cy="230832"/>
          </a:xfrm>
          <a:prstGeom prst="rect">
            <a:avLst/>
          </a:prstGeom>
          <a:noFill/>
        </p:spPr>
        <p:txBody>
          <a:bodyPr wrap="square" rtlCol="0">
            <a:spAutoFit/>
          </a:bodyPr>
          <a:lstStyle/>
          <a:p>
            <a:pPr algn="ctr"/>
            <a:r>
              <a:rPr lang="en-US" sz="900" dirty="0"/>
              <a:t>2378</a:t>
            </a:r>
          </a:p>
        </p:txBody>
      </p:sp>
      <p:sp>
        <p:nvSpPr>
          <p:cNvPr id="101" name="TextBox 100">
            <a:extLst>
              <a:ext uri="{FF2B5EF4-FFF2-40B4-BE49-F238E27FC236}">
                <a16:creationId xmlns:a16="http://schemas.microsoft.com/office/drawing/2014/main" id="{51004BC0-01BB-855C-A5A3-85DB0DB08D34}"/>
              </a:ext>
            </a:extLst>
          </p:cNvPr>
          <p:cNvSpPr txBox="1"/>
          <p:nvPr/>
        </p:nvSpPr>
        <p:spPr>
          <a:xfrm>
            <a:off x="3716867" y="4244561"/>
            <a:ext cx="462845" cy="584775"/>
          </a:xfrm>
          <a:prstGeom prst="rect">
            <a:avLst/>
          </a:prstGeom>
          <a:noFill/>
        </p:spPr>
        <p:txBody>
          <a:bodyPr wrap="square" rtlCol="0">
            <a:spAutoFit/>
          </a:bodyPr>
          <a:lstStyle/>
          <a:p>
            <a:pPr algn="ctr"/>
            <a:r>
              <a:rPr lang="en-US" sz="3200" dirty="0"/>
              <a:t>1</a:t>
            </a:r>
          </a:p>
        </p:txBody>
      </p:sp>
      <p:sp>
        <p:nvSpPr>
          <p:cNvPr id="53" name="TextBox 52">
            <a:extLst>
              <a:ext uri="{FF2B5EF4-FFF2-40B4-BE49-F238E27FC236}">
                <a16:creationId xmlns:a16="http://schemas.microsoft.com/office/drawing/2014/main" id="{61E7A549-73F7-1B6D-D14A-972DAAB6BA4E}"/>
              </a:ext>
            </a:extLst>
          </p:cNvPr>
          <p:cNvSpPr txBox="1"/>
          <p:nvPr/>
        </p:nvSpPr>
        <p:spPr>
          <a:xfrm>
            <a:off x="4216401" y="3741226"/>
            <a:ext cx="462845" cy="584775"/>
          </a:xfrm>
          <a:prstGeom prst="rect">
            <a:avLst/>
          </a:prstGeom>
          <a:noFill/>
        </p:spPr>
        <p:txBody>
          <a:bodyPr wrap="square" rtlCol="0">
            <a:spAutoFit/>
          </a:bodyPr>
          <a:lstStyle/>
          <a:p>
            <a:pPr algn="ctr"/>
            <a:r>
              <a:rPr lang="en-US" sz="3200" dirty="0"/>
              <a:t>2</a:t>
            </a:r>
          </a:p>
        </p:txBody>
      </p:sp>
      <p:sp>
        <p:nvSpPr>
          <p:cNvPr id="56" name="TextBox 55">
            <a:extLst>
              <a:ext uri="{FF2B5EF4-FFF2-40B4-BE49-F238E27FC236}">
                <a16:creationId xmlns:a16="http://schemas.microsoft.com/office/drawing/2014/main" id="{8B4861B5-91CA-63E9-380F-12C51EED2DB9}"/>
              </a:ext>
            </a:extLst>
          </p:cNvPr>
          <p:cNvSpPr txBox="1"/>
          <p:nvPr/>
        </p:nvSpPr>
        <p:spPr>
          <a:xfrm>
            <a:off x="6214537" y="721216"/>
            <a:ext cx="462845" cy="584775"/>
          </a:xfrm>
          <a:prstGeom prst="rect">
            <a:avLst/>
          </a:prstGeom>
          <a:noFill/>
        </p:spPr>
        <p:txBody>
          <a:bodyPr wrap="square" rtlCol="0">
            <a:spAutoFit/>
          </a:bodyPr>
          <a:lstStyle/>
          <a:p>
            <a:pPr algn="ctr"/>
            <a:r>
              <a:rPr lang="en-US" sz="3200" dirty="0"/>
              <a:t>1</a:t>
            </a:r>
          </a:p>
        </p:txBody>
      </p:sp>
      <p:sp>
        <p:nvSpPr>
          <p:cNvPr id="54" name="TextBox 53">
            <a:extLst>
              <a:ext uri="{FF2B5EF4-FFF2-40B4-BE49-F238E27FC236}">
                <a16:creationId xmlns:a16="http://schemas.microsoft.com/office/drawing/2014/main" id="{CE967A95-B755-DCFC-1609-CD2F37C5944F}"/>
              </a:ext>
            </a:extLst>
          </p:cNvPr>
          <p:cNvSpPr txBox="1"/>
          <p:nvPr/>
        </p:nvSpPr>
        <p:spPr>
          <a:xfrm>
            <a:off x="5147734" y="3907597"/>
            <a:ext cx="570089" cy="230832"/>
          </a:xfrm>
          <a:prstGeom prst="rect">
            <a:avLst/>
          </a:prstGeom>
          <a:noFill/>
        </p:spPr>
        <p:txBody>
          <a:bodyPr wrap="square" rtlCol="0">
            <a:spAutoFit/>
          </a:bodyPr>
          <a:lstStyle/>
          <a:p>
            <a:pPr algn="ctr"/>
            <a:r>
              <a:rPr lang="en-US" sz="900" dirty="0"/>
              <a:t>17</a:t>
            </a:r>
          </a:p>
        </p:txBody>
      </p:sp>
      <p:sp>
        <p:nvSpPr>
          <p:cNvPr id="55" name="TextBox 54">
            <a:extLst>
              <a:ext uri="{FF2B5EF4-FFF2-40B4-BE49-F238E27FC236}">
                <a16:creationId xmlns:a16="http://schemas.microsoft.com/office/drawing/2014/main" id="{C9DF22CF-53CD-441F-FC03-3E084FA7B9BA}"/>
              </a:ext>
            </a:extLst>
          </p:cNvPr>
          <p:cNvSpPr txBox="1"/>
          <p:nvPr/>
        </p:nvSpPr>
        <p:spPr>
          <a:xfrm>
            <a:off x="6714071" y="4747898"/>
            <a:ext cx="462845" cy="584775"/>
          </a:xfrm>
          <a:prstGeom prst="rect">
            <a:avLst/>
          </a:prstGeom>
          <a:noFill/>
        </p:spPr>
        <p:txBody>
          <a:bodyPr wrap="square" rtlCol="0">
            <a:spAutoFit/>
          </a:bodyPr>
          <a:lstStyle/>
          <a:p>
            <a:pPr algn="ctr"/>
            <a:r>
              <a:rPr lang="en-US" sz="3200" dirty="0"/>
              <a:t>8</a:t>
            </a:r>
          </a:p>
        </p:txBody>
      </p:sp>
      <p:sp>
        <p:nvSpPr>
          <p:cNvPr id="80" name="TextBox 79">
            <a:extLst>
              <a:ext uri="{FF2B5EF4-FFF2-40B4-BE49-F238E27FC236}">
                <a16:creationId xmlns:a16="http://schemas.microsoft.com/office/drawing/2014/main" id="{9C1B2ED2-27F9-002C-DA32-2DA027F4783C}"/>
              </a:ext>
            </a:extLst>
          </p:cNvPr>
          <p:cNvSpPr txBox="1"/>
          <p:nvPr/>
        </p:nvSpPr>
        <p:spPr>
          <a:xfrm>
            <a:off x="6214537" y="4747898"/>
            <a:ext cx="462845" cy="584775"/>
          </a:xfrm>
          <a:prstGeom prst="rect">
            <a:avLst/>
          </a:prstGeom>
          <a:noFill/>
        </p:spPr>
        <p:txBody>
          <a:bodyPr wrap="square" rtlCol="0">
            <a:spAutoFit/>
          </a:bodyPr>
          <a:lstStyle/>
          <a:p>
            <a:pPr algn="ctr"/>
            <a:r>
              <a:rPr lang="en-US" sz="3200" dirty="0"/>
              <a:t>6</a:t>
            </a:r>
          </a:p>
        </p:txBody>
      </p:sp>
      <p:sp>
        <p:nvSpPr>
          <p:cNvPr id="81" name="TextBox 80">
            <a:extLst>
              <a:ext uri="{FF2B5EF4-FFF2-40B4-BE49-F238E27FC236}">
                <a16:creationId xmlns:a16="http://schemas.microsoft.com/office/drawing/2014/main" id="{34DAE3FE-B26E-412C-0865-F89499255830}"/>
              </a:ext>
            </a:extLst>
          </p:cNvPr>
          <p:cNvSpPr txBox="1"/>
          <p:nvPr/>
        </p:nvSpPr>
        <p:spPr>
          <a:xfrm>
            <a:off x="4216401" y="3237891"/>
            <a:ext cx="462845" cy="584775"/>
          </a:xfrm>
          <a:prstGeom prst="rect">
            <a:avLst/>
          </a:prstGeom>
          <a:noFill/>
        </p:spPr>
        <p:txBody>
          <a:bodyPr wrap="square" rtlCol="0">
            <a:spAutoFit/>
          </a:bodyPr>
          <a:lstStyle/>
          <a:p>
            <a:pPr algn="ctr"/>
            <a:r>
              <a:rPr lang="en-US" sz="3200" dirty="0"/>
              <a:t>8</a:t>
            </a:r>
          </a:p>
        </p:txBody>
      </p:sp>
      <p:sp>
        <p:nvSpPr>
          <p:cNvPr id="93" name="TextBox 92">
            <a:extLst>
              <a:ext uri="{FF2B5EF4-FFF2-40B4-BE49-F238E27FC236}">
                <a16:creationId xmlns:a16="http://schemas.microsoft.com/office/drawing/2014/main" id="{796B223C-8EDE-6745-0178-50CABEFBF25F}"/>
              </a:ext>
            </a:extLst>
          </p:cNvPr>
          <p:cNvSpPr txBox="1"/>
          <p:nvPr/>
        </p:nvSpPr>
        <p:spPr>
          <a:xfrm>
            <a:off x="4715935" y="4244561"/>
            <a:ext cx="462845" cy="584775"/>
          </a:xfrm>
          <a:prstGeom prst="rect">
            <a:avLst/>
          </a:prstGeom>
          <a:noFill/>
        </p:spPr>
        <p:txBody>
          <a:bodyPr wrap="square" rtlCol="0">
            <a:spAutoFit/>
          </a:bodyPr>
          <a:lstStyle/>
          <a:p>
            <a:pPr algn="ctr"/>
            <a:r>
              <a:rPr lang="en-US" sz="3200" dirty="0"/>
              <a:t>8</a:t>
            </a:r>
          </a:p>
        </p:txBody>
      </p:sp>
      <p:sp>
        <p:nvSpPr>
          <p:cNvPr id="72" name="TextBox 71">
            <a:extLst>
              <a:ext uri="{FF2B5EF4-FFF2-40B4-BE49-F238E27FC236}">
                <a16:creationId xmlns:a16="http://schemas.microsoft.com/office/drawing/2014/main" id="{3A1B1FAE-8744-0B7C-54A1-F59DCE5F88BC}"/>
              </a:ext>
            </a:extLst>
          </p:cNvPr>
          <p:cNvSpPr txBox="1"/>
          <p:nvPr/>
        </p:nvSpPr>
        <p:spPr>
          <a:xfrm>
            <a:off x="5215469" y="1224551"/>
            <a:ext cx="462845" cy="584775"/>
          </a:xfrm>
          <a:prstGeom prst="rect">
            <a:avLst/>
          </a:prstGeom>
          <a:noFill/>
        </p:spPr>
        <p:txBody>
          <a:bodyPr wrap="square" rtlCol="0">
            <a:spAutoFit/>
          </a:bodyPr>
          <a:lstStyle/>
          <a:p>
            <a:pPr algn="ctr"/>
            <a:r>
              <a:rPr lang="en-US" sz="3200" dirty="0"/>
              <a:t>6</a:t>
            </a:r>
          </a:p>
        </p:txBody>
      </p:sp>
      <p:sp>
        <p:nvSpPr>
          <p:cNvPr id="76" name="TextBox 75">
            <a:extLst>
              <a:ext uri="{FF2B5EF4-FFF2-40B4-BE49-F238E27FC236}">
                <a16:creationId xmlns:a16="http://schemas.microsoft.com/office/drawing/2014/main" id="{C94CC5C3-8CB1-04E1-E841-E40DDE26E98D}"/>
              </a:ext>
            </a:extLst>
          </p:cNvPr>
          <p:cNvSpPr txBox="1"/>
          <p:nvPr/>
        </p:nvSpPr>
        <p:spPr>
          <a:xfrm>
            <a:off x="3217333" y="2734556"/>
            <a:ext cx="462845" cy="584775"/>
          </a:xfrm>
          <a:prstGeom prst="rect">
            <a:avLst/>
          </a:prstGeom>
          <a:noFill/>
        </p:spPr>
        <p:txBody>
          <a:bodyPr wrap="square" rtlCol="0">
            <a:spAutoFit/>
          </a:bodyPr>
          <a:lstStyle/>
          <a:p>
            <a:pPr algn="ctr"/>
            <a:r>
              <a:rPr lang="en-US" sz="3200" dirty="0"/>
              <a:t>1</a:t>
            </a:r>
          </a:p>
        </p:txBody>
      </p:sp>
      <p:sp>
        <p:nvSpPr>
          <p:cNvPr id="67" name="TextBox 66">
            <a:extLst>
              <a:ext uri="{FF2B5EF4-FFF2-40B4-BE49-F238E27FC236}">
                <a16:creationId xmlns:a16="http://schemas.microsoft.com/office/drawing/2014/main" id="{C7923880-1628-9DE4-0038-4D15701D01CE}"/>
              </a:ext>
            </a:extLst>
          </p:cNvPr>
          <p:cNvSpPr txBox="1"/>
          <p:nvPr/>
        </p:nvSpPr>
        <p:spPr>
          <a:xfrm>
            <a:off x="3217333" y="2231221"/>
            <a:ext cx="462845" cy="584775"/>
          </a:xfrm>
          <a:prstGeom prst="rect">
            <a:avLst/>
          </a:prstGeom>
          <a:noFill/>
        </p:spPr>
        <p:txBody>
          <a:bodyPr wrap="square" rtlCol="0">
            <a:spAutoFit/>
          </a:bodyPr>
          <a:lstStyle/>
          <a:p>
            <a:pPr algn="ctr"/>
            <a:r>
              <a:rPr lang="en-US" sz="3200" dirty="0"/>
              <a:t>6</a:t>
            </a:r>
          </a:p>
        </p:txBody>
      </p:sp>
      <p:sp>
        <p:nvSpPr>
          <p:cNvPr id="82" name="TextBox 81">
            <a:extLst>
              <a:ext uri="{FF2B5EF4-FFF2-40B4-BE49-F238E27FC236}">
                <a16:creationId xmlns:a16="http://schemas.microsoft.com/office/drawing/2014/main" id="{B9E4544B-68E7-2BE7-7807-8F6B52D3D04B}"/>
              </a:ext>
            </a:extLst>
          </p:cNvPr>
          <p:cNvSpPr txBox="1"/>
          <p:nvPr/>
        </p:nvSpPr>
        <p:spPr>
          <a:xfrm>
            <a:off x="4715935" y="2231221"/>
            <a:ext cx="462845" cy="584775"/>
          </a:xfrm>
          <a:prstGeom prst="rect">
            <a:avLst/>
          </a:prstGeom>
          <a:noFill/>
        </p:spPr>
        <p:txBody>
          <a:bodyPr wrap="square" rtlCol="0">
            <a:spAutoFit/>
          </a:bodyPr>
          <a:lstStyle/>
          <a:p>
            <a:pPr algn="ctr"/>
            <a:r>
              <a:rPr lang="en-US" sz="3200" dirty="0"/>
              <a:t>1</a:t>
            </a:r>
          </a:p>
        </p:txBody>
      </p:sp>
      <p:sp>
        <p:nvSpPr>
          <p:cNvPr id="86" name="TextBox 85">
            <a:extLst>
              <a:ext uri="{FF2B5EF4-FFF2-40B4-BE49-F238E27FC236}">
                <a16:creationId xmlns:a16="http://schemas.microsoft.com/office/drawing/2014/main" id="{C4AC3EC1-AC96-28AC-D145-E1D38545D5ED}"/>
              </a:ext>
            </a:extLst>
          </p:cNvPr>
          <p:cNvSpPr txBox="1"/>
          <p:nvPr/>
        </p:nvSpPr>
        <p:spPr>
          <a:xfrm>
            <a:off x="4715935" y="3741226"/>
            <a:ext cx="462845" cy="584775"/>
          </a:xfrm>
          <a:prstGeom prst="rect">
            <a:avLst/>
          </a:prstGeom>
          <a:noFill/>
        </p:spPr>
        <p:txBody>
          <a:bodyPr wrap="square" rtlCol="0">
            <a:spAutoFit/>
          </a:bodyPr>
          <a:lstStyle/>
          <a:p>
            <a:pPr algn="ctr"/>
            <a:r>
              <a:rPr lang="en-US" sz="3200" dirty="0"/>
              <a:t>5</a:t>
            </a:r>
          </a:p>
        </p:txBody>
      </p:sp>
      <p:sp>
        <p:nvSpPr>
          <p:cNvPr id="88" name="TextBox 87">
            <a:extLst>
              <a:ext uri="{FF2B5EF4-FFF2-40B4-BE49-F238E27FC236}">
                <a16:creationId xmlns:a16="http://schemas.microsoft.com/office/drawing/2014/main" id="{B4D7FABA-1163-CDA4-3D36-916DE0D2E858}"/>
              </a:ext>
            </a:extLst>
          </p:cNvPr>
          <p:cNvSpPr txBox="1"/>
          <p:nvPr/>
        </p:nvSpPr>
        <p:spPr>
          <a:xfrm>
            <a:off x="4715935" y="1727886"/>
            <a:ext cx="462845" cy="584775"/>
          </a:xfrm>
          <a:prstGeom prst="rect">
            <a:avLst/>
          </a:prstGeom>
          <a:noFill/>
        </p:spPr>
        <p:txBody>
          <a:bodyPr wrap="square" rtlCol="0">
            <a:spAutoFit/>
          </a:bodyPr>
          <a:lstStyle/>
          <a:p>
            <a:pPr algn="ctr"/>
            <a:r>
              <a:rPr lang="en-US" sz="3200" dirty="0"/>
              <a:t>3</a:t>
            </a:r>
          </a:p>
        </p:txBody>
      </p:sp>
      <p:sp>
        <p:nvSpPr>
          <p:cNvPr id="92" name="TextBox 91">
            <a:extLst>
              <a:ext uri="{FF2B5EF4-FFF2-40B4-BE49-F238E27FC236}">
                <a16:creationId xmlns:a16="http://schemas.microsoft.com/office/drawing/2014/main" id="{BFFFB572-44C3-C903-6589-35F3BF732044}"/>
              </a:ext>
            </a:extLst>
          </p:cNvPr>
          <p:cNvSpPr txBox="1"/>
          <p:nvPr/>
        </p:nvSpPr>
        <p:spPr>
          <a:xfrm>
            <a:off x="5715003" y="1727886"/>
            <a:ext cx="462845" cy="584775"/>
          </a:xfrm>
          <a:prstGeom prst="rect">
            <a:avLst/>
          </a:prstGeom>
          <a:noFill/>
        </p:spPr>
        <p:txBody>
          <a:bodyPr wrap="square" rtlCol="0">
            <a:spAutoFit/>
          </a:bodyPr>
          <a:lstStyle/>
          <a:p>
            <a:pPr algn="ctr"/>
            <a:r>
              <a:rPr lang="en-US" sz="3200" dirty="0"/>
              <a:t>1</a:t>
            </a:r>
          </a:p>
        </p:txBody>
      </p:sp>
      <p:sp>
        <p:nvSpPr>
          <p:cNvPr id="83" name="TextBox 82">
            <a:extLst>
              <a:ext uri="{FF2B5EF4-FFF2-40B4-BE49-F238E27FC236}">
                <a16:creationId xmlns:a16="http://schemas.microsoft.com/office/drawing/2014/main" id="{2B610665-7028-88DB-688F-C8984776D828}"/>
              </a:ext>
            </a:extLst>
          </p:cNvPr>
          <p:cNvSpPr txBox="1"/>
          <p:nvPr/>
        </p:nvSpPr>
        <p:spPr>
          <a:xfrm>
            <a:off x="4715935" y="4747898"/>
            <a:ext cx="462845" cy="584775"/>
          </a:xfrm>
          <a:prstGeom prst="rect">
            <a:avLst/>
          </a:prstGeom>
          <a:noFill/>
        </p:spPr>
        <p:txBody>
          <a:bodyPr wrap="square" rtlCol="0">
            <a:spAutoFit/>
          </a:bodyPr>
          <a:lstStyle/>
          <a:p>
            <a:pPr algn="ctr"/>
            <a:r>
              <a:rPr lang="en-US" sz="3200" dirty="0"/>
              <a:t>2</a:t>
            </a:r>
          </a:p>
        </p:txBody>
      </p:sp>
    </p:spTree>
    <p:extLst>
      <p:ext uri="{BB962C8B-B14F-4D97-AF65-F5344CB8AC3E}">
        <p14:creationId xmlns:p14="http://schemas.microsoft.com/office/powerpoint/2010/main" val="3372289901"/>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33A0DB-143A-50C0-0C41-4090B912CA50}"/>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4246D593-0B0C-2C83-2407-CD1044180255}"/>
              </a:ext>
            </a:extLst>
          </p:cNvPr>
          <p:cNvSpPr>
            <a:spLocks noGrp="1"/>
          </p:cNvSpPr>
          <p:nvPr>
            <p:ph sz="half" idx="1"/>
          </p:nvPr>
        </p:nvSpPr>
        <p:spPr/>
        <p:txBody>
          <a:bodyPr>
            <a:normAutofit/>
          </a:bodyPr>
          <a:lstStyle/>
          <a:p>
            <a:r>
              <a:rPr lang="en-US" dirty="0"/>
              <a:t>Reduce.</a:t>
            </a:r>
          </a:p>
          <a:p>
            <a:r>
              <a:rPr lang="en-US" dirty="0"/>
              <a:t>(All 1’s in the puzzle are now assigned.)</a:t>
            </a:r>
          </a:p>
        </p:txBody>
      </p:sp>
      <p:pic>
        <p:nvPicPr>
          <p:cNvPr id="4" name="Picture 3" descr="A grid of sudoku puzzle&#10;&#10;Description automatically generated">
            <a:extLst>
              <a:ext uri="{FF2B5EF4-FFF2-40B4-BE49-F238E27FC236}">
                <a16:creationId xmlns:a16="http://schemas.microsoft.com/office/drawing/2014/main" id="{485FA008-C51E-BBC2-FB0F-BC9082EFA9A6}"/>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351149F9-437D-4765-1CED-277664AC4900}"/>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C9E53CE9-64E7-6B06-BD11-E4ED6F331FA0}"/>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7A153AF0-5A00-C253-4EF1-B11CBA0BBBB2}"/>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B7BAA0D3-9C5D-0F70-0D1E-A0C178BCE93D}"/>
              </a:ext>
            </a:extLst>
          </p:cNvPr>
          <p:cNvSpPr txBox="1"/>
          <p:nvPr/>
        </p:nvSpPr>
        <p:spPr>
          <a:xfrm>
            <a:off x="4715935" y="1224551"/>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8" name="TextBox 7">
            <a:extLst>
              <a:ext uri="{FF2B5EF4-FFF2-40B4-BE49-F238E27FC236}">
                <a16:creationId xmlns:a16="http://schemas.microsoft.com/office/drawing/2014/main" id="{2C585506-ED8D-1FD3-1351-21015AA1C886}"/>
              </a:ext>
            </a:extLst>
          </p:cNvPr>
          <p:cNvSpPr txBox="1"/>
          <p:nvPr/>
        </p:nvSpPr>
        <p:spPr>
          <a:xfrm>
            <a:off x="6214537" y="122455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9" name="TextBox 8">
            <a:extLst>
              <a:ext uri="{FF2B5EF4-FFF2-40B4-BE49-F238E27FC236}">
                <a16:creationId xmlns:a16="http://schemas.microsoft.com/office/drawing/2014/main" id="{70BBC083-FB4E-2206-B3C8-15E96E12E11F}"/>
              </a:ext>
            </a:extLst>
          </p:cNvPr>
          <p:cNvSpPr txBox="1"/>
          <p:nvPr/>
        </p:nvSpPr>
        <p:spPr>
          <a:xfrm>
            <a:off x="6714071" y="1224551"/>
            <a:ext cx="462845" cy="584775"/>
          </a:xfrm>
          <a:prstGeom prst="rect">
            <a:avLst/>
          </a:prstGeom>
          <a:solidFill>
            <a:srgbClr val="FFFF00">
              <a:alpha val="30000"/>
            </a:srgbClr>
          </a:solidFill>
        </p:spPr>
        <p:txBody>
          <a:bodyPr wrap="square" rtlCol="0">
            <a:spAutoFit/>
          </a:bodyPr>
          <a:lstStyle/>
          <a:p>
            <a:pPr algn="ctr"/>
            <a:r>
              <a:rPr lang="en-US" sz="3200" dirty="0"/>
              <a:t>9</a:t>
            </a:r>
          </a:p>
        </p:txBody>
      </p:sp>
      <p:sp>
        <p:nvSpPr>
          <p:cNvPr id="10" name="TextBox 9">
            <a:extLst>
              <a:ext uri="{FF2B5EF4-FFF2-40B4-BE49-F238E27FC236}">
                <a16:creationId xmlns:a16="http://schemas.microsoft.com/office/drawing/2014/main" id="{686FAC7C-6A67-C1B6-E26A-A0EBAC833450}"/>
              </a:ext>
            </a:extLst>
          </p:cNvPr>
          <p:cNvSpPr txBox="1"/>
          <p:nvPr/>
        </p:nvSpPr>
        <p:spPr>
          <a:xfrm>
            <a:off x="7213604" y="122455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11" name="TextBox 10">
            <a:extLst>
              <a:ext uri="{FF2B5EF4-FFF2-40B4-BE49-F238E27FC236}">
                <a16:creationId xmlns:a16="http://schemas.microsoft.com/office/drawing/2014/main" id="{2E11D17C-5FC0-FA62-3001-D5FF7E148808}"/>
              </a:ext>
            </a:extLst>
          </p:cNvPr>
          <p:cNvSpPr txBox="1"/>
          <p:nvPr/>
        </p:nvSpPr>
        <p:spPr>
          <a:xfrm>
            <a:off x="6714071" y="721216"/>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12" name="TextBox 11">
            <a:extLst>
              <a:ext uri="{FF2B5EF4-FFF2-40B4-BE49-F238E27FC236}">
                <a16:creationId xmlns:a16="http://schemas.microsoft.com/office/drawing/2014/main" id="{32D67F68-AD09-31E9-9F1F-4DE95C4C5197}"/>
              </a:ext>
            </a:extLst>
          </p:cNvPr>
          <p:cNvSpPr txBox="1"/>
          <p:nvPr/>
        </p:nvSpPr>
        <p:spPr>
          <a:xfrm>
            <a:off x="7213604" y="721216"/>
            <a:ext cx="462845" cy="584775"/>
          </a:xfrm>
          <a:prstGeom prst="rect">
            <a:avLst/>
          </a:prstGeom>
          <a:solidFill>
            <a:srgbClr val="FF0000">
              <a:alpha val="30000"/>
            </a:srgbClr>
          </a:solidFill>
        </p:spPr>
        <p:txBody>
          <a:bodyPr wrap="square" rtlCol="0">
            <a:spAutoFit/>
          </a:bodyPr>
          <a:lstStyle/>
          <a:p>
            <a:pPr algn="ctr"/>
            <a:r>
              <a:rPr lang="en-US" sz="3200" dirty="0"/>
              <a:t>3</a:t>
            </a:r>
          </a:p>
        </p:txBody>
      </p:sp>
      <p:sp>
        <p:nvSpPr>
          <p:cNvPr id="13" name="TextBox 12">
            <a:extLst>
              <a:ext uri="{FF2B5EF4-FFF2-40B4-BE49-F238E27FC236}">
                <a16:creationId xmlns:a16="http://schemas.microsoft.com/office/drawing/2014/main" id="{C510F1A8-A7A0-5EEE-6C74-2DF94A2E43CF}"/>
              </a:ext>
            </a:extLst>
          </p:cNvPr>
          <p:cNvSpPr txBox="1"/>
          <p:nvPr/>
        </p:nvSpPr>
        <p:spPr>
          <a:xfrm>
            <a:off x="4216401" y="1727886"/>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14" name="TextBox 13">
            <a:extLst>
              <a:ext uri="{FF2B5EF4-FFF2-40B4-BE49-F238E27FC236}">
                <a16:creationId xmlns:a16="http://schemas.microsoft.com/office/drawing/2014/main" id="{F45A2ACF-9F1D-D08E-3B0A-DF92796407B0}"/>
              </a:ext>
            </a:extLst>
          </p:cNvPr>
          <p:cNvSpPr txBox="1"/>
          <p:nvPr/>
        </p:nvSpPr>
        <p:spPr>
          <a:xfrm>
            <a:off x="5215469" y="1727886"/>
            <a:ext cx="462845" cy="584775"/>
          </a:xfrm>
          <a:prstGeom prst="rect">
            <a:avLst/>
          </a:prstGeom>
          <a:solidFill>
            <a:srgbClr val="00B050">
              <a:alpha val="40000"/>
            </a:srgbClr>
          </a:solidFill>
        </p:spPr>
        <p:txBody>
          <a:bodyPr wrap="square" rtlCol="0">
            <a:spAutoFit/>
          </a:bodyPr>
          <a:lstStyle/>
          <a:p>
            <a:pPr algn="ctr"/>
            <a:r>
              <a:rPr lang="en-US" sz="3200" dirty="0"/>
              <a:t>9</a:t>
            </a:r>
          </a:p>
        </p:txBody>
      </p:sp>
      <p:sp>
        <p:nvSpPr>
          <p:cNvPr id="15" name="TextBox 14">
            <a:extLst>
              <a:ext uri="{FF2B5EF4-FFF2-40B4-BE49-F238E27FC236}">
                <a16:creationId xmlns:a16="http://schemas.microsoft.com/office/drawing/2014/main" id="{9692DFEC-5253-580F-64A4-2150E24F6D64}"/>
              </a:ext>
            </a:extLst>
          </p:cNvPr>
          <p:cNvSpPr txBox="1"/>
          <p:nvPr/>
        </p:nvSpPr>
        <p:spPr>
          <a:xfrm>
            <a:off x="6214537" y="1727886"/>
            <a:ext cx="462845" cy="584775"/>
          </a:xfrm>
          <a:prstGeom prst="rect">
            <a:avLst/>
          </a:prstGeom>
          <a:solidFill>
            <a:srgbClr val="00B0F0">
              <a:alpha val="30000"/>
            </a:srgbClr>
          </a:solidFill>
        </p:spPr>
        <p:txBody>
          <a:bodyPr wrap="square" rtlCol="0">
            <a:spAutoFit/>
          </a:bodyPr>
          <a:lstStyle/>
          <a:p>
            <a:pPr algn="ctr"/>
            <a:r>
              <a:rPr lang="en-US" sz="3200" dirty="0"/>
              <a:t>8</a:t>
            </a:r>
          </a:p>
        </p:txBody>
      </p:sp>
      <p:sp>
        <p:nvSpPr>
          <p:cNvPr id="16" name="TextBox 15">
            <a:extLst>
              <a:ext uri="{FF2B5EF4-FFF2-40B4-BE49-F238E27FC236}">
                <a16:creationId xmlns:a16="http://schemas.microsoft.com/office/drawing/2014/main" id="{C949473A-E4E4-EF1D-54AC-5C431EBA1B29}"/>
              </a:ext>
            </a:extLst>
          </p:cNvPr>
          <p:cNvSpPr txBox="1"/>
          <p:nvPr/>
        </p:nvSpPr>
        <p:spPr>
          <a:xfrm>
            <a:off x="6714071" y="1727886"/>
            <a:ext cx="462845" cy="584775"/>
          </a:xfrm>
          <a:prstGeom prst="rect">
            <a:avLst/>
          </a:prstGeom>
          <a:solidFill>
            <a:srgbClr val="0070C0">
              <a:alpha val="40000"/>
            </a:srgbClr>
          </a:solidFill>
        </p:spPr>
        <p:txBody>
          <a:bodyPr wrap="square" rtlCol="0">
            <a:spAutoFit/>
          </a:bodyPr>
          <a:lstStyle/>
          <a:p>
            <a:pPr algn="ctr"/>
            <a:r>
              <a:rPr lang="en-US" sz="3200" dirty="0"/>
              <a:t>6</a:t>
            </a:r>
          </a:p>
        </p:txBody>
      </p:sp>
      <p:sp>
        <p:nvSpPr>
          <p:cNvPr id="17" name="TextBox 16">
            <a:extLst>
              <a:ext uri="{FF2B5EF4-FFF2-40B4-BE49-F238E27FC236}">
                <a16:creationId xmlns:a16="http://schemas.microsoft.com/office/drawing/2014/main" id="{C8314927-3634-9EA0-9691-F5D547ABD258}"/>
              </a:ext>
            </a:extLst>
          </p:cNvPr>
          <p:cNvSpPr txBox="1"/>
          <p:nvPr/>
        </p:nvSpPr>
        <p:spPr>
          <a:xfrm>
            <a:off x="3716867" y="223122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18" name="TextBox 17">
            <a:extLst>
              <a:ext uri="{FF2B5EF4-FFF2-40B4-BE49-F238E27FC236}">
                <a16:creationId xmlns:a16="http://schemas.microsoft.com/office/drawing/2014/main" id="{F9D11EA4-0AF7-0518-DB66-B86100515EA4}"/>
              </a:ext>
            </a:extLst>
          </p:cNvPr>
          <p:cNvSpPr txBox="1"/>
          <p:nvPr/>
        </p:nvSpPr>
        <p:spPr>
          <a:xfrm>
            <a:off x="5215469" y="2231221"/>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19" name="TextBox 18">
            <a:extLst>
              <a:ext uri="{FF2B5EF4-FFF2-40B4-BE49-F238E27FC236}">
                <a16:creationId xmlns:a16="http://schemas.microsoft.com/office/drawing/2014/main" id="{4F4BF952-9F6F-DFCC-21B9-327C2862355B}"/>
              </a:ext>
            </a:extLst>
          </p:cNvPr>
          <p:cNvSpPr txBox="1"/>
          <p:nvPr/>
        </p:nvSpPr>
        <p:spPr>
          <a:xfrm>
            <a:off x="5715003" y="2231221"/>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20" name="TextBox 19">
            <a:extLst>
              <a:ext uri="{FF2B5EF4-FFF2-40B4-BE49-F238E27FC236}">
                <a16:creationId xmlns:a16="http://schemas.microsoft.com/office/drawing/2014/main" id="{CA461B73-1C9E-076A-AD81-6982AB73554B}"/>
              </a:ext>
            </a:extLst>
          </p:cNvPr>
          <p:cNvSpPr txBox="1"/>
          <p:nvPr/>
        </p:nvSpPr>
        <p:spPr>
          <a:xfrm>
            <a:off x="6214537" y="2231221"/>
            <a:ext cx="462845" cy="584775"/>
          </a:xfrm>
          <a:prstGeom prst="rect">
            <a:avLst/>
          </a:prstGeom>
          <a:solidFill>
            <a:srgbClr val="FF0000">
              <a:alpha val="30000"/>
            </a:srgbClr>
          </a:solidFill>
        </p:spPr>
        <p:txBody>
          <a:bodyPr wrap="square" rtlCol="0">
            <a:spAutoFit/>
          </a:bodyPr>
          <a:lstStyle/>
          <a:p>
            <a:pPr algn="ctr"/>
            <a:r>
              <a:rPr lang="en-US" sz="3200" dirty="0"/>
              <a:t>4</a:t>
            </a:r>
          </a:p>
        </p:txBody>
      </p:sp>
      <p:sp>
        <p:nvSpPr>
          <p:cNvPr id="21" name="TextBox 20">
            <a:extLst>
              <a:ext uri="{FF2B5EF4-FFF2-40B4-BE49-F238E27FC236}">
                <a16:creationId xmlns:a16="http://schemas.microsoft.com/office/drawing/2014/main" id="{506F7265-D6C9-1498-1C02-B4968BC9A2A6}"/>
              </a:ext>
            </a:extLst>
          </p:cNvPr>
          <p:cNvSpPr txBox="1"/>
          <p:nvPr/>
        </p:nvSpPr>
        <p:spPr>
          <a:xfrm>
            <a:off x="6714071" y="223122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2" name="TextBox 21">
            <a:extLst>
              <a:ext uri="{FF2B5EF4-FFF2-40B4-BE49-F238E27FC236}">
                <a16:creationId xmlns:a16="http://schemas.microsoft.com/office/drawing/2014/main" id="{A0B6C494-BCCE-5AA1-88DF-942CC1B273D6}"/>
              </a:ext>
            </a:extLst>
          </p:cNvPr>
          <p:cNvSpPr txBox="1"/>
          <p:nvPr/>
        </p:nvSpPr>
        <p:spPr>
          <a:xfrm>
            <a:off x="4216401" y="2734556"/>
            <a:ext cx="462845" cy="584775"/>
          </a:xfrm>
          <a:prstGeom prst="rect">
            <a:avLst/>
          </a:prstGeom>
          <a:solidFill>
            <a:srgbClr val="FF0000">
              <a:alpha val="30000"/>
            </a:srgbClr>
          </a:solidFill>
        </p:spPr>
        <p:txBody>
          <a:bodyPr wrap="square" rtlCol="0">
            <a:spAutoFit/>
          </a:bodyPr>
          <a:lstStyle/>
          <a:p>
            <a:pPr algn="ctr"/>
            <a:r>
              <a:rPr lang="en-US" sz="3200" dirty="0"/>
              <a:t>4</a:t>
            </a:r>
          </a:p>
        </p:txBody>
      </p:sp>
      <p:sp>
        <p:nvSpPr>
          <p:cNvPr id="23" name="TextBox 22">
            <a:extLst>
              <a:ext uri="{FF2B5EF4-FFF2-40B4-BE49-F238E27FC236}">
                <a16:creationId xmlns:a16="http://schemas.microsoft.com/office/drawing/2014/main" id="{BBCE48F3-2664-443A-2547-749B3595DC21}"/>
              </a:ext>
            </a:extLst>
          </p:cNvPr>
          <p:cNvSpPr txBox="1"/>
          <p:nvPr/>
        </p:nvSpPr>
        <p:spPr>
          <a:xfrm>
            <a:off x="5215469" y="2734556"/>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4" name="TextBox 23">
            <a:extLst>
              <a:ext uri="{FF2B5EF4-FFF2-40B4-BE49-F238E27FC236}">
                <a16:creationId xmlns:a16="http://schemas.microsoft.com/office/drawing/2014/main" id="{70B7AEA2-A5EB-0E48-F0E4-F7EC67EE022C}"/>
              </a:ext>
            </a:extLst>
          </p:cNvPr>
          <p:cNvSpPr txBox="1"/>
          <p:nvPr/>
        </p:nvSpPr>
        <p:spPr>
          <a:xfrm>
            <a:off x="6714071" y="2734556"/>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25" name="TextBox 24">
            <a:extLst>
              <a:ext uri="{FF2B5EF4-FFF2-40B4-BE49-F238E27FC236}">
                <a16:creationId xmlns:a16="http://schemas.microsoft.com/office/drawing/2014/main" id="{08C94946-0A7B-959F-5B0E-6F146CA4B3CA}"/>
              </a:ext>
            </a:extLst>
          </p:cNvPr>
          <p:cNvSpPr txBox="1"/>
          <p:nvPr/>
        </p:nvSpPr>
        <p:spPr>
          <a:xfrm>
            <a:off x="3716867" y="323789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6" name="TextBox 25">
            <a:extLst>
              <a:ext uri="{FF2B5EF4-FFF2-40B4-BE49-F238E27FC236}">
                <a16:creationId xmlns:a16="http://schemas.microsoft.com/office/drawing/2014/main" id="{6B6EF7C3-B51A-6251-CADF-B54CEF35CAA3}"/>
              </a:ext>
            </a:extLst>
          </p:cNvPr>
          <p:cNvSpPr txBox="1"/>
          <p:nvPr/>
        </p:nvSpPr>
        <p:spPr>
          <a:xfrm>
            <a:off x="4715935" y="3237891"/>
            <a:ext cx="462845" cy="584775"/>
          </a:xfrm>
          <a:prstGeom prst="rect">
            <a:avLst/>
          </a:prstGeom>
          <a:solidFill>
            <a:srgbClr val="FF0000">
              <a:alpha val="30000"/>
            </a:srgbClr>
          </a:solidFill>
        </p:spPr>
        <p:txBody>
          <a:bodyPr wrap="square" rtlCol="0">
            <a:spAutoFit/>
          </a:bodyPr>
          <a:lstStyle/>
          <a:p>
            <a:pPr algn="ctr"/>
            <a:r>
              <a:rPr lang="en-US" sz="3200" dirty="0"/>
              <a:t>6</a:t>
            </a:r>
          </a:p>
        </p:txBody>
      </p:sp>
      <p:sp>
        <p:nvSpPr>
          <p:cNvPr id="27" name="TextBox 26">
            <a:extLst>
              <a:ext uri="{FF2B5EF4-FFF2-40B4-BE49-F238E27FC236}">
                <a16:creationId xmlns:a16="http://schemas.microsoft.com/office/drawing/2014/main" id="{4DE6B42F-082E-C6B6-D0FE-3A30719FB50B}"/>
              </a:ext>
            </a:extLst>
          </p:cNvPr>
          <p:cNvSpPr txBox="1"/>
          <p:nvPr/>
        </p:nvSpPr>
        <p:spPr>
          <a:xfrm>
            <a:off x="5215469" y="323789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28" name="TextBox 27">
            <a:extLst>
              <a:ext uri="{FF2B5EF4-FFF2-40B4-BE49-F238E27FC236}">
                <a16:creationId xmlns:a16="http://schemas.microsoft.com/office/drawing/2014/main" id="{85201171-4713-699D-9E1B-CDCC6660BA24}"/>
              </a:ext>
            </a:extLst>
          </p:cNvPr>
          <p:cNvSpPr txBox="1"/>
          <p:nvPr/>
        </p:nvSpPr>
        <p:spPr>
          <a:xfrm>
            <a:off x="7213604" y="3237891"/>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29" name="TextBox 28">
            <a:extLst>
              <a:ext uri="{FF2B5EF4-FFF2-40B4-BE49-F238E27FC236}">
                <a16:creationId xmlns:a16="http://schemas.microsoft.com/office/drawing/2014/main" id="{92941251-AB4C-D680-F307-A9884BB103B4}"/>
              </a:ext>
            </a:extLst>
          </p:cNvPr>
          <p:cNvSpPr txBox="1"/>
          <p:nvPr/>
        </p:nvSpPr>
        <p:spPr>
          <a:xfrm>
            <a:off x="3217333" y="3741226"/>
            <a:ext cx="462845" cy="584775"/>
          </a:xfrm>
          <a:prstGeom prst="rect">
            <a:avLst/>
          </a:prstGeom>
          <a:solidFill>
            <a:srgbClr val="00B0F0">
              <a:alpha val="30000"/>
            </a:srgbClr>
          </a:solidFill>
        </p:spPr>
        <p:txBody>
          <a:bodyPr wrap="square" rtlCol="0">
            <a:spAutoFit/>
          </a:bodyPr>
          <a:lstStyle/>
          <a:p>
            <a:pPr algn="ctr"/>
            <a:r>
              <a:rPr lang="en-US" sz="3200" dirty="0"/>
              <a:t>8</a:t>
            </a:r>
          </a:p>
        </p:txBody>
      </p:sp>
      <p:sp>
        <p:nvSpPr>
          <p:cNvPr id="30" name="TextBox 29">
            <a:extLst>
              <a:ext uri="{FF2B5EF4-FFF2-40B4-BE49-F238E27FC236}">
                <a16:creationId xmlns:a16="http://schemas.microsoft.com/office/drawing/2014/main" id="{CCBE34AD-92F4-90D3-D59E-F3E1D30F0DFF}"/>
              </a:ext>
            </a:extLst>
          </p:cNvPr>
          <p:cNvSpPr txBox="1"/>
          <p:nvPr/>
        </p:nvSpPr>
        <p:spPr>
          <a:xfrm>
            <a:off x="3716867" y="3741226"/>
            <a:ext cx="462845" cy="584775"/>
          </a:xfrm>
          <a:prstGeom prst="rect">
            <a:avLst/>
          </a:prstGeom>
          <a:solidFill>
            <a:srgbClr val="0070C0">
              <a:alpha val="40000"/>
            </a:srgbClr>
          </a:solidFill>
        </p:spPr>
        <p:txBody>
          <a:bodyPr wrap="square" rtlCol="0">
            <a:spAutoFit/>
          </a:bodyPr>
          <a:lstStyle/>
          <a:p>
            <a:pPr algn="ctr"/>
            <a:r>
              <a:rPr lang="en-US" sz="3200" dirty="0"/>
              <a:t>6</a:t>
            </a:r>
          </a:p>
        </p:txBody>
      </p:sp>
      <p:sp>
        <p:nvSpPr>
          <p:cNvPr id="31" name="TextBox 30">
            <a:extLst>
              <a:ext uri="{FF2B5EF4-FFF2-40B4-BE49-F238E27FC236}">
                <a16:creationId xmlns:a16="http://schemas.microsoft.com/office/drawing/2014/main" id="{274CDDC2-396E-F44C-D163-E00B2298E179}"/>
              </a:ext>
            </a:extLst>
          </p:cNvPr>
          <p:cNvSpPr txBox="1"/>
          <p:nvPr/>
        </p:nvSpPr>
        <p:spPr>
          <a:xfrm>
            <a:off x="5715003" y="3741226"/>
            <a:ext cx="462845" cy="584775"/>
          </a:xfrm>
          <a:prstGeom prst="rect">
            <a:avLst/>
          </a:prstGeom>
          <a:solidFill>
            <a:srgbClr val="FFFF00">
              <a:alpha val="30000"/>
            </a:srgbClr>
          </a:solidFill>
        </p:spPr>
        <p:txBody>
          <a:bodyPr wrap="square" rtlCol="0">
            <a:spAutoFit/>
          </a:bodyPr>
          <a:lstStyle/>
          <a:p>
            <a:pPr algn="ctr"/>
            <a:r>
              <a:rPr lang="en-US" sz="3200" dirty="0"/>
              <a:t>9</a:t>
            </a:r>
          </a:p>
        </p:txBody>
      </p:sp>
      <p:sp>
        <p:nvSpPr>
          <p:cNvPr id="32" name="TextBox 31">
            <a:extLst>
              <a:ext uri="{FF2B5EF4-FFF2-40B4-BE49-F238E27FC236}">
                <a16:creationId xmlns:a16="http://schemas.microsoft.com/office/drawing/2014/main" id="{107CC261-5F0B-8369-AEC9-066C44FAA811}"/>
              </a:ext>
            </a:extLst>
          </p:cNvPr>
          <p:cNvSpPr txBox="1"/>
          <p:nvPr/>
        </p:nvSpPr>
        <p:spPr>
          <a:xfrm>
            <a:off x="6214537" y="3741226"/>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33" name="TextBox 32">
            <a:extLst>
              <a:ext uri="{FF2B5EF4-FFF2-40B4-BE49-F238E27FC236}">
                <a16:creationId xmlns:a16="http://schemas.microsoft.com/office/drawing/2014/main" id="{A34EE3FD-80BF-B851-3A09-488533D41462}"/>
              </a:ext>
            </a:extLst>
          </p:cNvPr>
          <p:cNvSpPr txBox="1"/>
          <p:nvPr/>
        </p:nvSpPr>
        <p:spPr>
          <a:xfrm>
            <a:off x="6714071" y="374122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34" name="TextBox 33">
            <a:extLst>
              <a:ext uri="{FF2B5EF4-FFF2-40B4-BE49-F238E27FC236}">
                <a16:creationId xmlns:a16="http://schemas.microsoft.com/office/drawing/2014/main" id="{FD1142F3-7720-C8CD-3025-C4D9F12DF95B}"/>
              </a:ext>
            </a:extLst>
          </p:cNvPr>
          <p:cNvSpPr txBox="1"/>
          <p:nvPr/>
        </p:nvSpPr>
        <p:spPr>
          <a:xfrm>
            <a:off x="7213604" y="3741226"/>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35" name="TextBox 34">
            <a:extLst>
              <a:ext uri="{FF2B5EF4-FFF2-40B4-BE49-F238E27FC236}">
                <a16:creationId xmlns:a16="http://schemas.microsoft.com/office/drawing/2014/main" id="{888B32BC-A446-51AE-BE9B-2135FAF7B506}"/>
              </a:ext>
            </a:extLst>
          </p:cNvPr>
          <p:cNvSpPr txBox="1"/>
          <p:nvPr/>
        </p:nvSpPr>
        <p:spPr>
          <a:xfrm>
            <a:off x="3217333" y="424456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36" name="TextBox 35">
            <a:extLst>
              <a:ext uri="{FF2B5EF4-FFF2-40B4-BE49-F238E27FC236}">
                <a16:creationId xmlns:a16="http://schemas.microsoft.com/office/drawing/2014/main" id="{82993131-36D0-6A57-5C8B-E436FC8167B6}"/>
              </a:ext>
            </a:extLst>
          </p:cNvPr>
          <p:cNvSpPr txBox="1"/>
          <p:nvPr/>
        </p:nvSpPr>
        <p:spPr>
          <a:xfrm>
            <a:off x="4216401" y="4244561"/>
            <a:ext cx="462845" cy="584775"/>
          </a:xfrm>
          <a:prstGeom prst="rect">
            <a:avLst/>
          </a:prstGeom>
          <a:solidFill>
            <a:srgbClr val="FF0000">
              <a:alpha val="30000"/>
            </a:srgbClr>
          </a:solidFill>
        </p:spPr>
        <p:txBody>
          <a:bodyPr wrap="square" rtlCol="0">
            <a:spAutoFit/>
          </a:bodyPr>
          <a:lstStyle/>
          <a:p>
            <a:pPr algn="ctr"/>
            <a:r>
              <a:rPr lang="en-US" sz="3200" dirty="0"/>
              <a:t>3</a:t>
            </a:r>
          </a:p>
        </p:txBody>
      </p:sp>
      <p:sp>
        <p:nvSpPr>
          <p:cNvPr id="37" name="TextBox 36">
            <a:extLst>
              <a:ext uri="{FF2B5EF4-FFF2-40B4-BE49-F238E27FC236}">
                <a16:creationId xmlns:a16="http://schemas.microsoft.com/office/drawing/2014/main" id="{651969BA-C16A-1A6C-BEF8-DEC94EDB7F0A}"/>
              </a:ext>
            </a:extLst>
          </p:cNvPr>
          <p:cNvSpPr txBox="1"/>
          <p:nvPr/>
        </p:nvSpPr>
        <p:spPr>
          <a:xfrm>
            <a:off x="5715003" y="4244561"/>
            <a:ext cx="462845" cy="584775"/>
          </a:xfrm>
          <a:prstGeom prst="rect">
            <a:avLst/>
          </a:prstGeom>
          <a:solidFill>
            <a:srgbClr val="FF0000">
              <a:alpha val="30000"/>
            </a:srgbClr>
          </a:solidFill>
        </p:spPr>
        <p:txBody>
          <a:bodyPr wrap="square" rtlCol="0">
            <a:spAutoFit/>
          </a:bodyPr>
          <a:lstStyle/>
          <a:p>
            <a:pPr algn="ctr"/>
            <a:r>
              <a:rPr lang="en-US" sz="3200" dirty="0"/>
              <a:t>6</a:t>
            </a:r>
          </a:p>
        </p:txBody>
      </p:sp>
      <p:sp>
        <p:nvSpPr>
          <p:cNvPr id="38" name="TextBox 37">
            <a:extLst>
              <a:ext uri="{FF2B5EF4-FFF2-40B4-BE49-F238E27FC236}">
                <a16:creationId xmlns:a16="http://schemas.microsoft.com/office/drawing/2014/main" id="{481BDF5E-5D34-BF50-85B8-3081070156DF}"/>
              </a:ext>
            </a:extLst>
          </p:cNvPr>
          <p:cNvSpPr txBox="1"/>
          <p:nvPr/>
        </p:nvSpPr>
        <p:spPr>
          <a:xfrm>
            <a:off x="6214537" y="424456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39" name="TextBox 38">
            <a:extLst>
              <a:ext uri="{FF2B5EF4-FFF2-40B4-BE49-F238E27FC236}">
                <a16:creationId xmlns:a16="http://schemas.microsoft.com/office/drawing/2014/main" id="{7C535348-3ECE-D09B-733F-14B3C0A75D54}"/>
              </a:ext>
            </a:extLst>
          </p:cNvPr>
          <p:cNvSpPr txBox="1"/>
          <p:nvPr/>
        </p:nvSpPr>
        <p:spPr>
          <a:xfrm>
            <a:off x="6714071" y="4244561"/>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40" name="TextBox 39">
            <a:extLst>
              <a:ext uri="{FF2B5EF4-FFF2-40B4-BE49-F238E27FC236}">
                <a16:creationId xmlns:a16="http://schemas.microsoft.com/office/drawing/2014/main" id="{5AE13717-AC43-B53E-0AA9-C6B47D209C39}"/>
              </a:ext>
            </a:extLst>
          </p:cNvPr>
          <p:cNvSpPr txBox="1"/>
          <p:nvPr/>
        </p:nvSpPr>
        <p:spPr>
          <a:xfrm>
            <a:off x="7213604" y="4244561"/>
            <a:ext cx="462845" cy="584775"/>
          </a:xfrm>
          <a:prstGeom prst="rect">
            <a:avLst/>
          </a:prstGeom>
          <a:solidFill>
            <a:srgbClr val="00B050">
              <a:alpha val="40000"/>
            </a:srgbClr>
          </a:solidFill>
        </p:spPr>
        <p:txBody>
          <a:bodyPr wrap="square" rtlCol="0">
            <a:spAutoFit/>
          </a:bodyPr>
          <a:lstStyle/>
          <a:p>
            <a:pPr algn="ctr"/>
            <a:r>
              <a:rPr lang="en-US" sz="3200" dirty="0"/>
              <a:t>9</a:t>
            </a:r>
          </a:p>
        </p:txBody>
      </p:sp>
      <p:sp>
        <p:nvSpPr>
          <p:cNvPr id="41" name="TextBox 40">
            <a:extLst>
              <a:ext uri="{FF2B5EF4-FFF2-40B4-BE49-F238E27FC236}">
                <a16:creationId xmlns:a16="http://schemas.microsoft.com/office/drawing/2014/main" id="{BBBC22FA-D90B-6B53-1ED9-214F7035590A}"/>
              </a:ext>
            </a:extLst>
          </p:cNvPr>
          <p:cNvSpPr txBox="1"/>
          <p:nvPr/>
        </p:nvSpPr>
        <p:spPr>
          <a:xfrm>
            <a:off x="3217333" y="4747898"/>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42" name="TextBox 41">
            <a:extLst>
              <a:ext uri="{FF2B5EF4-FFF2-40B4-BE49-F238E27FC236}">
                <a16:creationId xmlns:a16="http://schemas.microsoft.com/office/drawing/2014/main" id="{6E11DB65-46D6-B56D-876E-CC76A6D76E10}"/>
              </a:ext>
            </a:extLst>
          </p:cNvPr>
          <p:cNvSpPr txBox="1"/>
          <p:nvPr/>
        </p:nvSpPr>
        <p:spPr>
          <a:xfrm>
            <a:off x="3716867" y="4747898"/>
            <a:ext cx="462845" cy="584775"/>
          </a:xfrm>
          <a:prstGeom prst="rect">
            <a:avLst/>
          </a:prstGeom>
          <a:solidFill>
            <a:srgbClr val="FFFF00">
              <a:alpha val="30000"/>
            </a:srgbClr>
          </a:solidFill>
        </p:spPr>
        <p:txBody>
          <a:bodyPr wrap="square" rtlCol="0">
            <a:spAutoFit/>
          </a:bodyPr>
          <a:lstStyle/>
          <a:p>
            <a:pPr algn="ctr"/>
            <a:r>
              <a:rPr lang="en-US" sz="3200" dirty="0"/>
              <a:t>9</a:t>
            </a:r>
          </a:p>
        </p:txBody>
      </p:sp>
      <p:sp>
        <p:nvSpPr>
          <p:cNvPr id="43" name="TextBox 42">
            <a:extLst>
              <a:ext uri="{FF2B5EF4-FFF2-40B4-BE49-F238E27FC236}">
                <a16:creationId xmlns:a16="http://schemas.microsoft.com/office/drawing/2014/main" id="{FEB12F24-C652-5409-71B0-3B60B2F593FF}"/>
              </a:ext>
            </a:extLst>
          </p:cNvPr>
          <p:cNvSpPr txBox="1"/>
          <p:nvPr/>
        </p:nvSpPr>
        <p:spPr>
          <a:xfrm>
            <a:off x="4216401" y="4747898"/>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44" name="TextBox 43">
            <a:extLst>
              <a:ext uri="{FF2B5EF4-FFF2-40B4-BE49-F238E27FC236}">
                <a16:creationId xmlns:a16="http://schemas.microsoft.com/office/drawing/2014/main" id="{0E141EC3-252B-14F7-D1B0-5ABCF5C19612}"/>
              </a:ext>
            </a:extLst>
          </p:cNvPr>
          <p:cNvSpPr txBox="1"/>
          <p:nvPr/>
        </p:nvSpPr>
        <p:spPr>
          <a:xfrm>
            <a:off x="7157158" y="1522145"/>
            <a:ext cx="570089" cy="230832"/>
          </a:xfrm>
          <a:prstGeom prst="rect">
            <a:avLst/>
          </a:prstGeom>
          <a:noFill/>
        </p:spPr>
        <p:txBody>
          <a:bodyPr wrap="square" rtlCol="0">
            <a:spAutoFit/>
          </a:bodyPr>
          <a:lstStyle/>
          <a:p>
            <a:pPr algn="ctr"/>
            <a:r>
              <a:rPr lang="en-US" sz="900" dirty="0"/>
              <a:t>57</a:t>
            </a:r>
          </a:p>
        </p:txBody>
      </p:sp>
      <p:sp>
        <p:nvSpPr>
          <p:cNvPr id="45" name="TextBox 44">
            <a:extLst>
              <a:ext uri="{FF2B5EF4-FFF2-40B4-BE49-F238E27FC236}">
                <a16:creationId xmlns:a16="http://schemas.microsoft.com/office/drawing/2014/main" id="{6028CA60-E646-A133-E11F-9AF62F9BB987}"/>
              </a:ext>
            </a:extLst>
          </p:cNvPr>
          <p:cNvSpPr txBox="1"/>
          <p:nvPr/>
        </p:nvSpPr>
        <p:spPr>
          <a:xfrm>
            <a:off x="4143022" y="5028752"/>
            <a:ext cx="570089" cy="230832"/>
          </a:xfrm>
          <a:prstGeom prst="rect">
            <a:avLst/>
          </a:prstGeom>
          <a:noFill/>
        </p:spPr>
        <p:txBody>
          <a:bodyPr wrap="square" rtlCol="0">
            <a:spAutoFit/>
          </a:bodyPr>
          <a:lstStyle/>
          <a:p>
            <a:pPr algn="ctr"/>
            <a:r>
              <a:rPr lang="en-US" sz="900" dirty="0"/>
              <a:t>57</a:t>
            </a:r>
          </a:p>
        </p:txBody>
      </p:sp>
      <p:sp>
        <p:nvSpPr>
          <p:cNvPr id="50" name="TextBox 49">
            <a:extLst>
              <a:ext uri="{FF2B5EF4-FFF2-40B4-BE49-F238E27FC236}">
                <a16:creationId xmlns:a16="http://schemas.microsoft.com/office/drawing/2014/main" id="{D50FFBD6-A93D-9ED5-E9BA-DDF48CA7C9E2}"/>
              </a:ext>
            </a:extLst>
          </p:cNvPr>
          <p:cNvSpPr txBox="1"/>
          <p:nvPr/>
        </p:nvSpPr>
        <p:spPr>
          <a:xfrm>
            <a:off x="6152446" y="1402877"/>
            <a:ext cx="570089" cy="230832"/>
          </a:xfrm>
          <a:prstGeom prst="rect">
            <a:avLst/>
          </a:prstGeom>
          <a:noFill/>
        </p:spPr>
        <p:txBody>
          <a:bodyPr wrap="square" rtlCol="0">
            <a:spAutoFit/>
          </a:bodyPr>
          <a:lstStyle/>
          <a:p>
            <a:pPr algn="ctr"/>
            <a:r>
              <a:rPr lang="en-US" sz="900" dirty="0"/>
              <a:t>75</a:t>
            </a:r>
          </a:p>
        </p:txBody>
      </p:sp>
      <p:sp>
        <p:nvSpPr>
          <p:cNvPr id="51" name="TextBox 50">
            <a:extLst>
              <a:ext uri="{FF2B5EF4-FFF2-40B4-BE49-F238E27FC236}">
                <a16:creationId xmlns:a16="http://schemas.microsoft.com/office/drawing/2014/main" id="{123926C2-D2CF-9740-0622-D37B4C5E2CBD}"/>
              </a:ext>
            </a:extLst>
          </p:cNvPr>
          <p:cNvSpPr txBox="1"/>
          <p:nvPr/>
        </p:nvSpPr>
        <p:spPr>
          <a:xfrm>
            <a:off x="3138310" y="4408541"/>
            <a:ext cx="570089" cy="230832"/>
          </a:xfrm>
          <a:prstGeom prst="rect">
            <a:avLst/>
          </a:prstGeom>
          <a:noFill/>
        </p:spPr>
        <p:txBody>
          <a:bodyPr wrap="square" rtlCol="0">
            <a:spAutoFit/>
          </a:bodyPr>
          <a:lstStyle/>
          <a:p>
            <a:pPr algn="ctr"/>
            <a:r>
              <a:rPr lang="en-US" sz="900" dirty="0"/>
              <a:t>75</a:t>
            </a:r>
          </a:p>
        </p:txBody>
      </p:sp>
      <p:sp>
        <p:nvSpPr>
          <p:cNvPr id="52" name="TextBox 51">
            <a:extLst>
              <a:ext uri="{FF2B5EF4-FFF2-40B4-BE49-F238E27FC236}">
                <a16:creationId xmlns:a16="http://schemas.microsoft.com/office/drawing/2014/main" id="{FA4AF2A4-4041-2FFE-C70D-EC694F5648B1}"/>
              </a:ext>
            </a:extLst>
          </p:cNvPr>
          <p:cNvSpPr txBox="1"/>
          <p:nvPr/>
        </p:nvSpPr>
        <p:spPr>
          <a:xfrm>
            <a:off x="3640666" y="3406653"/>
            <a:ext cx="570089" cy="230832"/>
          </a:xfrm>
          <a:prstGeom prst="rect">
            <a:avLst/>
          </a:prstGeom>
          <a:noFill/>
        </p:spPr>
        <p:txBody>
          <a:bodyPr wrap="square" rtlCol="0">
            <a:spAutoFit/>
          </a:bodyPr>
          <a:lstStyle/>
          <a:p>
            <a:pPr algn="ctr"/>
            <a:r>
              <a:rPr lang="en-US" sz="900" dirty="0"/>
              <a:t>2357</a:t>
            </a:r>
          </a:p>
        </p:txBody>
      </p:sp>
      <p:sp>
        <p:nvSpPr>
          <p:cNvPr id="57" name="TextBox 56">
            <a:extLst>
              <a:ext uri="{FF2B5EF4-FFF2-40B4-BE49-F238E27FC236}">
                <a16:creationId xmlns:a16="http://schemas.microsoft.com/office/drawing/2014/main" id="{2D942495-D336-0145-7655-CEDD90DA4F5C}"/>
              </a:ext>
            </a:extLst>
          </p:cNvPr>
          <p:cNvSpPr txBox="1"/>
          <p:nvPr/>
        </p:nvSpPr>
        <p:spPr>
          <a:xfrm>
            <a:off x="6654802" y="2524033"/>
            <a:ext cx="570089" cy="230832"/>
          </a:xfrm>
          <a:prstGeom prst="rect">
            <a:avLst/>
          </a:prstGeom>
          <a:noFill/>
        </p:spPr>
        <p:txBody>
          <a:bodyPr wrap="square" rtlCol="0">
            <a:spAutoFit/>
          </a:bodyPr>
          <a:lstStyle/>
          <a:p>
            <a:pPr algn="ctr"/>
            <a:r>
              <a:rPr lang="en-US" sz="900" dirty="0"/>
              <a:t>2357</a:t>
            </a:r>
          </a:p>
        </p:txBody>
      </p:sp>
      <p:sp>
        <p:nvSpPr>
          <p:cNvPr id="58" name="TextBox 57">
            <a:extLst>
              <a:ext uri="{FF2B5EF4-FFF2-40B4-BE49-F238E27FC236}">
                <a16:creationId xmlns:a16="http://schemas.microsoft.com/office/drawing/2014/main" id="{BCECF7E7-F1F1-C5B9-0301-97EF4BBA54E9}"/>
              </a:ext>
            </a:extLst>
          </p:cNvPr>
          <p:cNvSpPr txBox="1"/>
          <p:nvPr/>
        </p:nvSpPr>
        <p:spPr>
          <a:xfrm>
            <a:off x="4143022" y="1903821"/>
            <a:ext cx="570089" cy="230832"/>
          </a:xfrm>
          <a:prstGeom prst="rect">
            <a:avLst/>
          </a:prstGeom>
          <a:noFill/>
        </p:spPr>
        <p:txBody>
          <a:bodyPr wrap="square" rtlCol="0">
            <a:spAutoFit/>
          </a:bodyPr>
          <a:lstStyle/>
          <a:p>
            <a:pPr algn="ctr"/>
            <a:r>
              <a:rPr lang="en-US" sz="900" dirty="0"/>
              <a:t>75</a:t>
            </a:r>
          </a:p>
        </p:txBody>
      </p:sp>
      <p:sp>
        <p:nvSpPr>
          <p:cNvPr id="59" name="TextBox 58">
            <a:extLst>
              <a:ext uri="{FF2B5EF4-FFF2-40B4-BE49-F238E27FC236}">
                <a16:creationId xmlns:a16="http://schemas.microsoft.com/office/drawing/2014/main" id="{6A566E25-7F09-904A-C861-F818594D58B7}"/>
              </a:ext>
            </a:extLst>
          </p:cNvPr>
          <p:cNvSpPr txBox="1"/>
          <p:nvPr/>
        </p:nvSpPr>
        <p:spPr>
          <a:xfrm>
            <a:off x="3640666" y="2404765"/>
            <a:ext cx="570089" cy="230832"/>
          </a:xfrm>
          <a:prstGeom prst="rect">
            <a:avLst/>
          </a:prstGeom>
          <a:noFill/>
        </p:spPr>
        <p:txBody>
          <a:bodyPr wrap="square" rtlCol="0">
            <a:spAutoFit/>
          </a:bodyPr>
          <a:lstStyle/>
          <a:p>
            <a:pPr algn="ctr"/>
            <a:r>
              <a:rPr lang="en-US" sz="900" dirty="0"/>
              <a:t>2357</a:t>
            </a:r>
          </a:p>
        </p:txBody>
      </p:sp>
      <p:sp>
        <p:nvSpPr>
          <p:cNvPr id="62" name="TextBox 61">
            <a:extLst>
              <a:ext uri="{FF2B5EF4-FFF2-40B4-BE49-F238E27FC236}">
                <a16:creationId xmlns:a16="http://schemas.microsoft.com/office/drawing/2014/main" id="{82127E87-4D3C-2AE2-934E-1F4AE3014725}"/>
              </a:ext>
            </a:extLst>
          </p:cNvPr>
          <p:cNvSpPr txBox="1"/>
          <p:nvPr/>
        </p:nvSpPr>
        <p:spPr>
          <a:xfrm>
            <a:off x="6654802" y="2905709"/>
            <a:ext cx="570089" cy="230832"/>
          </a:xfrm>
          <a:prstGeom prst="rect">
            <a:avLst/>
          </a:prstGeom>
          <a:noFill/>
        </p:spPr>
        <p:txBody>
          <a:bodyPr wrap="square" rtlCol="0">
            <a:spAutoFit/>
          </a:bodyPr>
          <a:lstStyle/>
          <a:p>
            <a:pPr algn="ctr"/>
            <a:r>
              <a:rPr lang="en-US" sz="900" dirty="0"/>
              <a:t>2357</a:t>
            </a:r>
          </a:p>
        </p:txBody>
      </p:sp>
      <p:sp>
        <p:nvSpPr>
          <p:cNvPr id="63" name="TextBox 62">
            <a:extLst>
              <a:ext uri="{FF2B5EF4-FFF2-40B4-BE49-F238E27FC236}">
                <a16:creationId xmlns:a16="http://schemas.microsoft.com/office/drawing/2014/main" id="{A7778011-86A3-810C-B749-F8701B902E01}"/>
              </a:ext>
            </a:extLst>
          </p:cNvPr>
          <p:cNvSpPr txBox="1"/>
          <p:nvPr/>
        </p:nvSpPr>
        <p:spPr>
          <a:xfrm>
            <a:off x="7157158" y="3406653"/>
            <a:ext cx="570089" cy="230832"/>
          </a:xfrm>
          <a:prstGeom prst="rect">
            <a:avLst/>
          </a:prstGeom>
          <a:noFill/>
        </p:spPr>
        <p:txBody>
          <a:bodyPr wrap="square" rtlCol="0">
            <a:spAutoFit/>
          </a:bodyPr>
          <a:lstStyle/>
          <a:p>
            <a:pPr algn="ctr"/>
            <a:r>
              <a:rPr lang="en-US" sz="900" dirty="0"/>
              <a:t>75</a:t>
            </a:r>
          </a:p>
        </p:txBody>
      </p:sp>
      <p:sp>
        <p:nvSpPr>
          <p:cNvPr id="66" name="TextBox 65">
            <a:extLst>
              <a:ext uri="{FF2B5EF4-FFF2-40B4-BE49-F238E27FC236}">
                <a16:creationId xmlns:a16="http://schemas.microsoft.com/office/drawing/2014/main" id="{E122326B-254E-6188-6057-4BD98E831E67}"/>
              </a:ext>
            </a:extLst>
          </p:cNvPr>
          <p:cNvSpPr txBox="1"/>
          <p:nvPr/>
        </p:nvSpPr>
        <p:spPr>
          <a:xfrm>
            <a:off x="5147734" y="2524033"/>
            <a:ext cx="570089" cy="230832"/>
          </a:xfrm>
          <a:prstGeom prst="rect">
            <a:avLst/>
          </a:prstGeom>
          <a:noFill/>
        </p:spPr>
        <p:txBody>
          <a:bodyPr wrap="square" rtlCol="0">
            <a:spAutoFit/>
          </a:bodyPr>
          <a:lstStyle/>
          <a:p>
            <a:pPr algn="ctr"/>
            <a:r>
              <a:rPr lang="en-US" sz="900" dirty="0"/>
              <a:t>52</a:t>
            </a:r>
          </a:p>
        </p:txBody>
      </p:sp>
      <p:sp>
        <p:nvSpPr>
          <p:cNvPr id="68" name="TextBox 67">
            <a:extLst>
              <a:ext uri="{FF2B5EF4-FFF2-40B4-BE49-F238E27FC236}">
                <a16:creationId xmlns:a16="http://schemas.microsoft.com/office/drawing/2014/main" id="{ED18DAEE-009E-9B5C-943B-A18A5C7F1086}"/>
              </a:ext>
            </a:extLst>
          </p:cNvPr>
          <p:cNvSpPr txBox="1"/>
          <p:nvPr/>
        </p:nvSpPr>
        <p:spPr>
          <a:xfrm>
            <a:off x="6654802" y="4527809"/>
            <a:ext cx="570089" cy="230832"/>
          </a:xfrm>
          <a:prstGeom prst="rect">
            <a:avLst/>
          </a:prstGeom>
          <a:noFill/>
        </p:spPr>
        <p:txBody>
          <a:bodyPr wrap="square" rtlCol="0">
            <a:spAutoFit/>
          </a:bodyPr>
          <a:lstStyle/>
          <a:p>
            <a:pPr algn="ctr"/>
            <a:r>
              <a:rPr lang="en-US" sz="900" dirty="0"/>
              <a:t>52</a:t>
            </a:r>
          </a:p>
        </p:txBody>
      </p:sp>
      <p:sp>
        <p:nvSpPr>
          <p:cNvPr id="70" name="TextBox 69">
            <a:extLst>
              <a:ext uri="{FF2B5EF4-FFF2-40B4-BE49-F238E27FC236}">
                <a16:creationId xmlns:a16="http://schemas.microsoft.com/office/drawing/2014/main" id="{05A7B9B5-F842-870F-770E-7A1B1AB49CE6}"/>
              </a:ext>
            </a:extLst>
          </p:cNvPr>
          <p:cNvSpPr txBox="1"/>
          <p:nvPr/>
        </p:nvSpPr>
        <p:spPr>
          <a:xfrm>
            <a:off x="5650090" y="2285497"/>
            <a:ext cx="570089" cy="230832"/>
          </a:xfrm>
          <a:prstGeom prst="rect">
            <a:avLst/>
          </a:prstGeom>
          <a:noFill/>
        </p:spPr>
        <p:txBody>
          <a:bodyPr wrap="square" rtlCol="0">
            <a:spAutoFit/>
          </a:bodyPr>
          <a:lstStyle/>
          <a:p>
            <a:pPr algn="ctr"/>
            <a:r>
              <a:rPr lang="en-US" sz="900" dirty="0"/>
              <a:t>37</a:t>
            </a:r>
          </a:p>
        </p:txBody>
      </p:sp>
      <p:sp>
        <p:nvSpPr>
          <p:cNvPr id="71" name="TextBox 70">
            <a:extLst>
              <a:ext uri="{FF2B5EF4-FFF2-40B4-BE49-F238E27FC236}">
                <a16:creationId xmlns:a16="http://schemas.microsoft.com/office/drawing/2014/main" id="{9C38ABC1-E081-713E-50BA-E61E75A94B07}"/>
              </a:ext>
            </a:extLst>
          </p:cNvPr>
          <p:cNvSpPr txBox="1"/>
          <p:nvPr/>
        </p:nvSpPr>
        <p:spPr>
          <a:xfrm>
            <a:off x="5147734" y="2905709"/>
            <a:ext cx="570089" cy="230832"/>
          </a:xfrm>
          <a:prstGeom prst="rect">
            <a:avLst/>
          </a:prstGeom>
          <a:noFill/>
        </p:spPr>
        <p:txBody>
          <a:bodyPr wrap="square" rtlCol="0">
            <a:spAutoFit/>
          </a:bodyPr>
          <a:lstStyle/>
          <a:p>
            <a:pPr algn="ctr"/>
            <a:r>
              <a:rPr lang="en-US" sz="900" dirty="0"/>
              <a:t>25</a:t>
            </a:r>
          </a:p>
        </p:txBody>
      </p:sp>
      <p:sp>
        <p:nvSpPr>
          <p:cNvPr id="74" name="TextBox 73">
            <a:extLst>
              <a:ext uri="{FF2B5EF4-FFF2-40B4-BE49-F238E27FC236}">
                <a16:creationId xmlns:a16="http://schemas.microsoft.com/office/drawing/2014/main" id="{A83E9FA4-B8A7-FB6F-B96F-D791E9964086}"/>
              </a:ext>
            </a:extLst>
          </p:cNvPr>
          <p:cNvSpPr txBox="1"/>
          <p:nvPr/>
        </p:nvSpPr>
        <p:spPr>
          <a:xfrm>
            <a:off x="6152446" y="4527809"/>
            <a:ext cx="570089" cy="230832"/>
          </a:xfrm>
          <a:prstGeom prst="rect">
            <a:avLst/>
          </a:prstGeom>
          <a:noFill/>
        </p:spPr>
        <p:txBody>
          <a:bodyPr wrap="square" rtlCol="0">
            <a:spAutoFit/>
          </a:bodyPr>
          <a:lstStyle/>
          <a:p>
            <a:pPr algn="ctr"/>
            <a:r>
              <a:rPr lang="en-US" sz="900" dirty="0"/>
              <a:t>25</a:t>
            </a:r>
          </a:p>
        </p:txBody>
      </p:sp>
      <p:sp>
        <p:nvSpPr>
          <p:cNvPr id="75" name="TextBox 74">
            <a:extLst>
              <a:ext uri="{FF2B5EF4-FFF2-40B4-BE49-F238E27FC236}">
                <a16:creationId xmlns:a16="http://schemas.microsoft.com/office/drawing/2014/main" id="{979A3FB9-0497-C59A-A5A6-6AC57887302A}"/>
              </a:ext>
            </a:extLst>
          </p:cNvPr>
          <p:cNvSpPr txBox="1"/>
          <p:nvPr/>
        </p:nvSpPr>
        <p:spPr>
          <a:xfrm>
            <a:off x="6654802" y="3788329"/>
            <a:ext cx="570089" cy="230832"/>
          </a:xfrm>
          <a:prstGeom prst="rect">
            <a:avLst/>
          </a:prstGeom>
          <a:noFill/>
        </p:spPr>
        <p:txBody>
          <a:bodyPr wrap="square" rtlCol="0">
            <a:spAutoFit/>
          </a:bodyPr>
          <a:lstStyle/>
          <a:p>
            <a:pPr algn="ctr"/>
            <a:r>
              <a:rPr lang="en-US" sz="900" dirty="0"/>
              <a:t>37</a:t>
            </a:r>
          </a:p>
        </p:txBody>
      </p:sp>
      <p:sp>
        <p:nvSpPr>
          <p:cNvPr id="73" name="TextBox 72">
            <a:extLst>
              <a:ext uri="{FF2B5EF4-FFF2-40B4-BE49-F238E27FC236}">
                <a16:creationId xmlns:a16="http://schemas.microsoft.com/office/drawing/2014/main" id="{E8A99E7E-F471-15E1-F0A5-55DA823C80F7}"/>
              </a:ext>
            </a:extLst>
          </p:cNvPr>
          <p:cNvSpPr txBox="1"/>
          <p:nvPr/>
        </p:nvSpPr>
        <p:spPr>
          <a:xfrm>
            <a:off x="5147734" y="3287385"/>
            <a:ext cx="570089" cy="230832"/>
          </a:xfrm>
          <a:prstGeom prst="rect">
            <a:avLst/>
          </a:prstGeom>
          <a:noFill/>
        </p:spPr>
        <p:txBody>
          <a:bodyPr wrap="square" rtlCol="0">
            <a:spAutoFit/>
          </a:bodyPr>
          <a:lstStyle/>
          <a:p>
            <a:pPr algn="ctr"/>
            <a:r>
              <a:rPr lang="en-US" sz="900" dirty="0"/>
              <a:t>73</a:t>
            </a:r>
          </a:p>
        </p:txBody>
      </p:sp>
      <p:sp>
        <p:nvSpPr>
          <p:cNvPr id="78" name="TextBox 77">
            <a:extLst>
              <a:ext uri="{FF2B5EF4-FFF2-40B4-BE49-F238E27FC236}">
                <a16:creationId xmlns:a16="http://schemas.microsoft.com/office/drawing/2014/main" id="{65980A9E-D2D4-A9C2-5093-24D3F39E8539}"/>
              </a:ext>
            </a:extLst>
          </p:cNvPr>
          <p:cNvSpPr txBox="1"/>
          <p:nvPr/>
        </p:nvSpPr>
        <p:spPr>
          <a:xfrm>
            <a:off x="6152446" y="3788329"/>
            <a:ext cx="570089" cy="230832"/>
          </a:xfrm>
          <a:prstGeom prst="rect">
            <a:avLst/>
          </a:prstGeom>
          <a:noFill/>
        </p:spPr>
        <p:txBody>
          <a:bodyPr wrap="square" rtlCol="0">
            <a:spAutoFit/>
          </a:bodyPr>
          <a:lstStyle/>
          <a:p>
            <a:pPr algn="ctr"/>
            <a:r>
              <a:rPr lang="en-US" sz="900" dirty="0"/>
              <a:t>73</a:t>
            </a:r>
          </a:p>
        </p:txBody>
      </p:sp>
      <p:sp>
        <p:nvSpPr>
          <p:cNvPr id="79" name="TextBox 78">
            <a:extLst>
              <a:ext uri="{FF2B5EF4-FFF2-40B4-BE49-F238E27FC236}">
                <a16:creationId xmlns:a16="http://schemas.microsoft.com/office/drawing/2014/main" id="{74929724-781F-262E-D127-B0F11B527578}"/>
              </a:ext>
            </a:extLst>
          </p:cNvPr>
          <p:cNvSpPr txBox="1"/>
          <p:nvPr/>
        </p:nvSpPr>
        <p:spPr>
          <a:xfrm>
            <a:off x="6214537" y="3237891"/>
            <a:ext cx="462845" cy="584775"/>
          </a:xfrm>
          <a:prstGeom prst="rect">
            <a:avLst/>
          </a:prstGeom>
          <a:noFill/>
        </p:spPr>
        <p:txBody>
          <a:bodyPr wrap="square" rtlCol="0">
            <a:spAutoFit/>
          </a:bodyPr>
          <a:lstStyle/>
          <a:p>
            <a:pPr algn="ctr"/>
            <a:r>
              <a:rPr lang="en-US" sz="3200" dirty="0"/>
              <a:t>9</a:t>
            </a:r>
          </a:p>
        </p:txBody>
      </p:sp>
      <p:sp>
        <p:nvSpPr>
          <p:cNvPr id="48" name="TextBox 47">
            <a:extLst>
              <a:ext uri="{FF2B5EF4-FFF2-40B4-BE49-F238E27FC236}">
                <a16:creationId xmlns:a16="http://schemas.microsoft.com/office/drawing/2014/main" id="{209B7202-23C5-DD1E-96CC-4C37C8276859}"/>
              </a:ext>
            </a:extLst>
          </p:cNvPr>
          <p:cNvSpPr txBox="1"/>
          <p:nvPr/>
        </p:nvSpPr>
        <p:spPr>
          <a:xfrm>
            <a:off x="3716867" y="1727886"/>
            <a:ext cx="462845" cy="584775"/>
          </a:xfrm>
          <a:prstGeom prst="rect">
            <a:avLst/>
          </a:prstGeom>
          <a:noFill/>
        </p:spPr>
        <p:txBody>
          <a:bodyPr wrap="square" rtlCol="0">
            <a:spAutoFit/>
          </a:bodyPr>
          <a:lstStyle/>
          <a:p>
            <a:pPr algn="ctr"/>
            <a:r>
              <a:rPr lang="en-US" sz="3200" dirty="0"/>
              <a:t>4</a:t>
            </a:r>
          </a:p>
        </p:txBody>
      </p:sp>
      <p:sp>
        <p:nvSpPr>
          <p:cNvPr id="49" name="TextBox 48">
            <a:extLst>
              <a:ext uri="{FF2B5EF4-FFF2-40B4-BE49-F238E27FC236}">
                <a16:creationId xmlns:a16="http://schemas.microsoft.com/office/drawing/2014/main" id="{ADE2C689-9635-B326-62AF-D68BFCABA9D9}"/>
              </a:ext>
            </a:extLst>
          </p:cNvPr>
          <p:cNvSpPr txBox="1"/>
          <p:nvPr/>
        </p:nvSpPr>
        <p:spPr>
          <a:xfrm>
            <a:off x="5715003" y="3237891"/>
            <a:ext cx="462845" cy="584775"/>
          </a:xfrm>
          <a:prstGeom prst="rect">
            <a:avLst/>
          </a:prstGeom>
          <a:noFill/>
        </p:spPr>
        <p:txBody>
          <a:bodyPr wrap="square" rtlCol="0">
            <a:spAutoFit/>
          </a:bodyPr>
          <a:lstStyle/>
          <a:p>
            <a:pPr algn="ctr"/>
            <a:r>
              <a:rPr lang="en-US" sz="3200" dirty="0"/>
              <a:t>4</a:t>
            </a:r>
          </a:p>
        </p:txBody>
      </p:sp>
      <p:sp>
        <p:nvSpPr>
          <p:cNvPr id="46" name="TextBox 45">
            <a:extLst>
              <a:ext uri="{FF2B5EF4-FFF2-40B4-BE49-F238E27FC236}">
                <a16:creationId xmlns:a16="http://schemas.microsoft.com/office/drawing/2014/main" id="{97ED6D5F-1095-AC27-FE39-E4F3B12861AA}"/>
              </a:ext>
            </a:extLst>
          </p:cNvPr>
          <p:cNvSpPr txBox="1"/>
          <p:nvPr/>
        </p:nvSpPr>
        <p:spPr>
          <a:xfrm>
            <a:off x="3217333" y="721216"/>
            <a:ext cx="462845" cy="584775"/>
          </a:xfrm>
          <a:prstGeom prst="rect">
            <a:avLst/>
          </a:prstGeom>
          <a:noFill/>
        </p:spPr>
        <p:txBody>
          <a:bodyPr wrap="square" rtlCol="0">
            <a:spAutoFit/>
          </a:bodyPr>
          <a:lstStyle/>
          <a:p>
            <a:pPr algn="ctr"/>
            <a:r>
              <a:rPr lang="en-US" sz="3200" dirty="0"/>
              <a:t>9</a:t>
            </a:r>
          </a:p>
        </p:txBody>
      </p:sp>
      <p:sp>
        <p:nvSpPr>
          <p:cNvPr id="47" name="TextBox 46">
            <a:extLst>
              <a:ext uri="{FF2B5EF4-FFF2-40B4-BE49-F238E27FC236}">
                <a16:creationId xmlns:a16="http://schemas.microsoft.com/office/drawing/2014/main" id="{87F8C76C-980B-B42E-B362-C5E609073AD8}"/>
              </a:ext>
            </a:extLst>
          </p:cNvPr>
          <p:cNvSpPr txBox="1"/>
          <p:nvPr/>
        </p:nvSpPr>
        <p:spPr>
          <a:xfrm>
            <a:off x="7213604" y="4747898"/>
            <a:ext cx="462845" cy="584775"/>
          </a:xfrm>
          <a:prstGeom prst="rect">
            <a:avLst/>
          </a:prstGeom>
          <a:noFill/>
        </p:spPr>
        <p:txBody>
          <a:bodyPr wrap="square" rtlCol="0">
            <a:spAutoFit/>
          </a:bodyPr>
          <a:lstStyle/>
          <a:p>
            <a:pPr algn="ctr"/>
            <a:r>
              <a:rPr lang="en-US" sz="3200" dirty="0"/>
              <a:t>1</a:t>
            </a:r>
          </a:p>
        </p:txBody>
      </p:sp>
      <p:sp>
        <p:nvSpPr>
          <p:cNvPr id="60" name="TextBox 59">
            <a:extLst>
              <a:ext uri="{FF2B5EF4-FFF2-40B4-BE49-F238E27FC236}">
                <a16:creationId xmlns:a16="http://schemas.microsoft.com/office/drawing/2014/main" id="{78EE9622-FB39-D696-708D-6A64613C2611}"/>
              </a:ext>
            </a:extLst>
          </p:cNvPr>
          <p:cNvSpPr txBox="1"/>
          <p:nvPr/>
        </p:nvSpPr>
        <p:spPr>
          <a:xfrm>
            <a:off x="7213604" y="2734556"/>
            <a:ext cx="462845" cy="584775"/>
          </a:xfrm>
          <a:prstGeom prst="rect">
            <a:avLst/>
          </a:prstGeom>
          <a:noFill/>
        </p:spPr>
        <p:txBody>
          <a:bodyPr wrap="square" rtlCol="0">
            <a:spAutoFit/>
          </a:bodyPr>
          <a:lstStyle/>
          <a:p>
            <a:pPr algn="ctr"/>
            <a:r>
              <a:rPr lang="en-US" sz="3200" dirty="0"/>
              <a:t>6</a:t>
            </a:r>
          </a:p>
        </p:txBody>
      </p:sp>
      <p:sp>
        <p:nvSpPr>
          <p:cNvPr id="61" name="TextBox 60">
            <a:extLst>
              <a:ext uri="{FF2B5EF4-FFF2-40B4-BE49-F238E27FC236}">
                <a16:creationId xmlns:a16="http://schemas.microsoft.com/office/drawing/2014/main" id="{8FFC3A11-7FBD-7698-93EF-9C269EAC4875}"/>
              </a:ext>
            </a:extLst>
          </p:cNvPr>
          <p:cNvSpPr txBox="1"/>
          <p:nvPr/>
        </p:nvSpPr>
        <p:spPr>
          <a:xfrm>
            <a:off x="3640666" y="901933"/>
            <a:ext cx="570089" cy="230832"/>
          </a:xfrm>
          <a:prstGeom prst="rect">
            <a:avLst/>
          </a:prstGeom>
          <a:noFill/>
        </p:spPr>
        <p:txBody>
          <a:bodyPr wrap="square" rtlCol="0">
            <a:spAutoFit/>
          </a:bodyPr>
          <a:lstStyle/>
          <a:p>
            <a:pPr algn="ctr"/>
            <a:r>
              <a:rPr lang="en-US" sz="900" dirty="0"/>
              <a:t>28</a:t>
            </a:r>
          </a:p>
        </p:txBody>
      </p:sp>
      <p:sp>
        <p:nvSpPr>
          <p:cNvPr id="64" name="TextBox 63">
            <a:extLst>
              <a:ext uri="{FF2B5EF4-FFF2-40B4-BE49-F238E27FC236}">
                <a16:creationId xmlns:a16="http://schemas.microsoft.com/office/drawing/2014/main" id="{C1A69FE5-4CC4-12A4-4419-1DB50E6A8E13}"/>
              </a:ext>
            </a:extLst>
          </p:cNvPr>
          <p:cNvSpPr txBox="1"/>
          <p:nvPr/>
        </p:nvSpPr>
        <p:spPr>
          <a:xfrm>
            <a:off x="5147734" y="901933"/>
            <a:ext cx="570089" cy="230832"/>
          </a:xfrm>
          <a:prstGeom prst="rect">
            <a:avLst/>
          </a:prstGeom>
          <a:noFill/>
        </p:spPr>
        <p:txBody>
          <a:bodyPr wrap="square" rtlCol="0">
            <a:spAutoFit/>
          </a:bodyPr>
          <a:lstStyle/>
          <a:p>
            <a:pPr algn="ctr"/>
            <a:r>
              <a:rPr lang="en-US" sz="900" dirty="0"/>
              <a:t>82</a:t>
            </a:r>
          </a:p>
        </p:txBody>
      </p:sp>
      <p:sp>
        <p:nvSpPr>
          <p:cNvPr id="65" name="TextBox 64">
            <a:extLst>
              <a:ext uri="{FF2B5EF4-FFF2-40B4-BE49-F238E27FC236}">
                <a16:creationId xmlns:a16="http://schemas.microsoft.com/office/drawing/2014/main" id="{DB9AB751-3029-377E-0C43-FA5057028A3E}"/>
              </a:ext>
            </a:extLst>
          </p:cNvPr>
          <p:cNvSpPr txBox="1"/>
          <p:nvPr/>
        </p:nvSpPr>
        <p:spPr>
          <a:xfrm>
            <a:off x="3640666" y="1402877"/>
            <a:ext cx="570089" cy="230832"/>
          </a:xfrm>
          <a:prstGeom prst="rect">
            <a:avLst/>
          </a:prstGeom>
          <a:noFill/>
        </p:spPr>
        <p:txBody>
          <a:bodyPr wrap="square" rtlCol="0">
            <a:spAutoFit/>
          </a:bodyPr>
          <a:lstStyle/>
          <a:p>
            <a:pPr algn="ctr"/>
            <a:r>
              <a:rPr lang="en-US" sz="900" dirty="0"/>
              <a:t>238</a:t>
            </a:r>
          </a:p>
        </p:txBody>
      </p:sp>
      <p:sp>
        <p:nvSpPr>
          <p:cNvPr id="69" name="TextBox 68">
            <a:extLst>
              <a:ext uri="{FF2B5EF4-FFF2-40B4-BE49-F238E27FC236}">
                <a16:creationId xmlns:a16="http://schemas.microsoft.com/office/drawing/2014/main" id="{A2A9EC68-785D-9DCD-0295-86846B2FEC74}"/>
              </a:ext>
            </a:extLst>
          </p:cNvPr>
          <p:cNvSpPr txBox="1"/>
          <p:nvPr/>
        </p:nvSpPr>
        <p:spPr>
          <a:xfrm>
            <a:off x="5650090" y="1402877"/>
            <a:ext cx="570089" cy="230832"/>
          </a:xfrm>
          <a:prstGeom prst="rect">
            <a:avLst/>
          </a:prstGeom>
          <a:noFill/>
        </p:spPr>
        <p:txBody>
          <a:bodyPr wrap="square" rtlCol="0">
            <a:spAutoFit/>
          </a:bodyPr>
          <a:lstStyle/>
          <a:p>
            <a:pPr algn="ctr"/>
            <a:r>
              <a:rPr lang="en-US" sz="900" dirty="0"/>
              <a:t>28</a:t>
            </a:r>
          </a:p>
        </p:txBody>
      </p:sp>
      <p:sp>
        <p:nvSpPr>
          <p:cNvPr id="77" name="TextBox 76">
            <a:extLst>
              <a:ext uri="{FF2B5EF4-FFF2-40B4-BE49-F238E27FC236}">
                <a16:creationId xmlns:a16="http://schemas.microsoft.com/office/drawing/2014/main" id="{66206A60-5DA3-E21A-13DB-63C525897669}"/>
              </a:ext>
            </a:extLst>
          </p:cNvPr>
          <p:cNvSpPr txBox="1"/>
          <p:nvPr/>
        </p:nvSpPr>
        <p:spPr>
          <a:xfrm>
            <a:off x="3138310" y="1402877"/>
            <a:ext cx="570089" cy="230832"/>
          </a:xfrm>
          <a:prstGeom prst="rect">
            <a:avLst/>
          </a:prstGeom>
          <a:noFill/>
        </p:spPr>
        <p:txBody>
          <a:bodyPr wrap="square" rtlCol="0">
            <a:spAutoFit/>
          </a:bodyPr>
          <a:lstStyle/>
          <a:p>
            <a:pPr algn="ctr"/>
            <a:r>
              <a:rPr lang="en-US" sz="900" dirty="0"/>
              <a:t>23</a:t>
            </a:r>
          </a:p>
        </p:txBody>
      </p:sp>
      <p:sp>
        <p:nvSpPr>
          <p:cNvPr id="85" name="TextBox 84">
            <a:extLst>
              <a:ext uri="{FF2B5EF4-FFF2-40B4-BE49-F238E27FC236}">
                <a16:creationId xmlns:a16="http://schemas.microsoft.com/office/drawing/2014/main" id="{C5823117-0D3D-522A-7987-3E0AE7F51ED5}"/>
              </a:ext>
            </a:extLst>
          </p:cNvPr>
          <p:cNvSpPr txBox="1"/>
          <p:nvPr/>
        </p:nvSpPr>
        <p:spPr>
          <a:xfrm>
            <a:off x="3138310" y="1903821"/>
            <a:ext cx="570089" cy="230832"/>
          </a:xfrm>
          <a:prstGeom prst="rect">
            <a:avLst/>
          </a:prstGeom>
          <a:noFill/>
        </p:spPr>
        <p:txBody>
          <a:bodyPr wrap="square" rtlCol="0">
            <a:spAutoFit/>
          </a:bodyPr>
          <a:lstStyle/>
          <a:p>
            <a:pPr algn="ctr"/>
            <a:r>
              <a:rPr lang="en-US" sz="900" dirty="0"/>
              <a:t>57</a:t>
            </a:r>
          </a:p>
        </p:txBody>
      </p:sp>
      <p:sp>
        <p:nvSpPr>
          <p:cNvPr id="87" name="TextBox 86">
            <a:extLst>
              <a:ext uri="{FF2B5EF4-FFF2-40B4-BE49-F238E27FC236}">
                <a16:creationId xmlns:a16="http://schemas.microsoft.com/office/drawing/2014/main" id="{3AE4AF3C-74E0-EEBC-A6F8-EBC5E76D84A1}"/>
              </a:ext>
            </a:extLst>
          </p:cNvPr>
          <p:cNvSpPr txBox="1"/>
          <p:nvPr/>
        </p:nvSpPr>
        <p:spPr>
          <a:xfrm>
            <a:off x="3138310" y="3406653"/>
            <a:ext cx="570089" cy="230832"/>
          </a:xfrm>
          <a:prstGeom prst="rect">
            <a:avLst/>
          </a:prstGeom>
          <a:noFill/>
        </p:spPr>
        <p:txBody>
          <a:bodyPr wrap="square" rtlCol="0">
            <a:spAutoFit/>
          </a:bodyPr>
          <a:lstStyle/>
          <a:p>
            <a:pPr algn="ctr"/>
            <a:r>
              <a:rPr lang="en-US" sz="900" dirty="0"/>
              <a:t>32</a:t>
            </a:r>
          </a:p>
        </p:txBody>
      </p:sp>
      <p:sp>
        <p:nvSpPr>
          <p:cNvPr id="90" name="TextBox 89">
            <a:extLst>
              <a:ext uri="{FF2B5EF4-FFF2-40B4-BE49-F238E27FC236}">
                <a16:creationId xmlns:a16="http://schemas.microsoft.com/office/drawing/2014/main" id="{A1CF2637-A97C-D096-EFC2-F3341ADCF46C}"/>
              </a:ext>
            </a:extLst>
          </p:cNvPr>
          <p:cNvSpPr txBox="1"/>
          <p:nvPr/>
        </p:nvSpPr>
        <p:spPr>
          <a:xfrm>
            <a:off x="5147734" y="4909484"/>
            <a:ext cx="570089" cy="230832"/>
          </a:xfrm>
          <a:prstGeom prst="rect">
            <a:avLst/>
          </a:prstGeom>
          <a:noFill/>
        </p:spPr>
        <p:txBody>
          <a:bodyPr wrap="square" rtlCol="0">
            <a:spAutoFit/>
          </a:bodyPr>
          <a:lstStyle/>
          <a:p>
            <a:pPr algn="ctr"/>
            <a:r>
              <a:rPr lang="en-US" sz="900" dirty="0"/>
              <a:t>37</a:t>
            </a:r>
          </a:p>
        </p:txBody>
      </p:sp>
      <p:sp>
        <p:nvSpPr>
          <p:cNvPr id="91" name="TextBox 90">
            <a:extLst>
              <a:ext uri="{FF2B5EF4-FFF2-40B4-BE49-F238E27FC236}">
                <a16:creationId xmlns:a16="http://schemas.microsoft.com/office/drawing/2014/main" id="{9F2DBA79-3D6C-0768-1446-BADB2D9842A6}"/>
              </a:ext>
            </a:extLst>
          </p:cNvPr>
          <p:cNvSpPr txBox="1"/>
          <p:nvPr/>
        </p:nvSpPr>
        <p:spPr>
          <a:xfrm>
            <a:off x="5650090" y="4909484"/>
            <a:ext cx="570089" cy="230832"/>
          </a:xfrm>
          <a:prstGeom prst="rect">
            <a:avLst/>
          </a:prstGeom>
          <a:noFill/>
        </p:spPr>
        <p:txBody>
          <a:bodyPr wrap="square" rtlCol="0">
            <a:spAutoFit/>
          </a:bodyPr>
          <a:lstStyle/>
          <a:p>
            <a:pPr algn="ctr"/>
            <a:r>
              <a:rPr lang="en-US" sz="900" dirty="0"/>
              <a:t>73</a:t>
            </a:r>
          </a:p>
        </p:txBody>
      </p:sp>
      <p:sp>
        <p:nvSpPr>
          <p:cNvPr id="94" name="TextBox 93">
            <a:extLst>
              <a:ext uri="{FF2B5EF4-FFF2-40B4-BE49-F238E27FC236}">
                <a16:creationId xmlns:a16="http://schemas.microsoft.com/office/drawing/2014/main" id="{DE29328E-D58A-53A5-67A3-57463DBBE3A0}"/>
              </a:ext>
            </a:extLst>
          </p:cNvPr>
          <p:cNvSpPr txBox="1"/>
          <p:nvPr/>
        </p:nvSpPr>
        <p:spPr>
          <a:xfrm>
            <a:off x="6152446" y="2905709"/>
            <a:ext cx="570089" cy="230832"/>
          </a:xfrm>
          <a:prstGeom prst="rect">
            <a:avLst/>
          </a:prstGeom>
          <a:noFill/>
        </p:spPr>
        <p:txBody>
          <a:bodyPr wrap="square" rtlCol="0">
            <a:spAutoFit/>
          </a:bodyPr>
          <a:lstStyle/>
          <a:p>
            <a:pPr algn="ctr"/>
            <a:r>
              <a:rPr lang="en-US" sz="900" dirty="0"/>
              <a:t>2357</a:t>
            </a:r>
          </a:p>
        </p:txBody>
      </p:sp>
      <p:sp>
        <p:nvSpPr>
          <p:cNvPr id="95" name="TextBox 94">
            <a:extLst>
              <a:ext uri="{FF2B5EF4-FFF2-40B4-BE49-F238E27FC236}">
                <a16:creationId xmlns:a16="http://schemas.microsoft.com/office/drawing/2014/main" id="{C298D3F6-32C6-6AC5-8083-3DC146513DB0}"/>
              </a:ext>
            </a:extLst>
          </p:cNvPr>
          <p:cNvSpPr txBox="1"/>
          <p:nvPr/>
        </p:nvSpPr>
        <p:spPr>
          <a:xfrm>
            <a:off x="3640666" y="2905709"/>
            <a:ext cx="570089" cy="230832"/>
          </a:xfrm>
          <a:prstGeom prst="rect">
            <a:avLst/>
          </a:prstGeom>
          <a:noFill/>
        </p:spPr>
        <p:txBody>
          <a:bodyPr wrap="square" rtlCol="0">
            <a:spAutoFit/>
          </a:bodyPr>
          <a:lstStyle/>
          <a:p>
            <a:pPr algn="ctr"/>
            <a:r>
              <a:rPr lang="en-US" sz="900" dirty="0"/>
              <a:t>75</a:t>
            </a:r>
          </a:p>
        </p:txBody>
      </p:sp>
      <p:sp>
        <p:nvSpPr>
          <p:cNvPr id="96" name="TextBox 95">
            <a:extLst>
              <a:ext uri="{FF2B5EF4-FFF2-40B4-BE49-F238E27FC236}">
                <a16:creationId xmlns:a16="http://schemas.microsoft.com/office/drawing/2014/main" id="{30902BC5-C934-34DB-EAEE-A7DA12C110D9}"/>
              </a:ext>
            </a:extLst>
          </p:cNvPr>
          <p:cNvSpPr txBox="1"/>
          <p:nvPr/>
        </p:nvSpPr>
        <p:spPr>
          <a:xfrm>
            <a:off x="5650090" y="2905709"/>
            <a:ext cx="570089" cy="230832"/>
          </a:xfrm>
          <a:prstGeom prst="rect">
            <a:avLst/>
          </a:prstGeom>
          <a:noFill/>
        </p:spPr>
        <p:txBody>
          <a:bodyPr wrap="square" rtlCol="0">
            <a:spAutoFit/>
          </a:bodyPr>
          <a:lstStyle/>
          <a:p>
            <a:pPr algn="ctr"/>
            <a:r>
              <a:rPr lang="en-US" sz="900" dirty="0"/>
              <a:t>82</a:t>
            </a:r>
          </a:p>
        </p:txBody>
      </p:sp>
      <p:sp>
        <p:nvSpPr>
          <p:cNvPr id="101" name="TextBox 100">
            <a:extLst>
              <a:ext uri="{FF2B5EF4-FFF2-40B4-BE49-F238E27FC236}">
                <a16:creationId xmlns:a16="http://schemas.microsoft.com/office/drawing/2014/main" id="{6FF00002-EFA3-82B2-9AC6-08806068F8A0}"/>
              </a:ext>
            </a:extLst>
          </p:cNvPr>
          <p:cNvSpPr txBox="1"/>
          <p:nvPr/>
        </p:nvSpPr>
        <p:spPr>
          <a:xfrm>
            <a:off x="3716867" y="4244561"/>
            <a:ext cx="462845" cy="584775"/>
          </a:xfrm>
          <a:prstGeom prst="rect">
            <a:avLst/>
          </a:prstGeom>
          <a:noFill/>
        </p:spPr>
        <p:txBody>
          <a:bodyPr wrap="square" rtlCol="0">
            <a:spAutoFit/>
          </a:bodyPr>
          <a:lstStyle/>
          <a:p>
            <a:pPr algn="ctr"/>
            <a:r>
              <a:rPr lang="en-US" sz="3200" dirty="0"/>
              <a:t>1</a:t>
            </a:r>
          </a:p>
        </p:txBody>
      </p:sp>
      <p:sp>
        <p:nvSpPr>
          <p:cNvPr id="53" name="TextBox 52">
            <a:extLst>
              <a:ext uri="{FF2B5EF4-FFF2-40B4-BE49-F238E27FC236}">
                <a16:creationId xmlns:a16="http://schemas.microsoft.com/office/drawing/2014/main" id="{B6E3454E-D659-5CB6-9205-9C53ABB8839D}"/>
              </a:ext>
            </a:extLst>
          </p:cNvPr>
          <p:cNvSpPr txBox="1"/>
          <p:nvPr/>
        </p:nvSpPr>
        <p:spPr>
          <a:xfrm>
            <a:off x="4216401" y="3741226"/>
            <a:ext cx="462845" cy="584775"/>
          </a:xfrm>
          <a:prstGeom prst="rect">
            <a:avLst/>
          </a:prstGeom>
          <a:noFill/>
        </p:spPr>
        <p:txBody>
          <a:bodyPr wrap="square" rtlCol="0">
            <a:spAutoFit/>
          </a:bodyPr>
          <a:lstStyle/>
          <a:p>
            <a:pPr algn="ctr"/>
            <a:r>
              <a:rPr lang="en-US" sz="3200" dirty="0"/>
              <a:t>2</a:t>
            </a:r>
          </a:p>
        </p:txBody>
      </p:sp>
      <p:sp>
        <p:nvSpPr>
          <p:cNvPr id="56" name="TextBox 55">
            <a:extLst>
              <a:ext uri="{FF2B5EF4-FFF2-40B4-BE49-F238E27FC236}">
                <a16:creationId xmlns:a16="http://schemas.microsoft.com/office/drawing/2014/main" id="{4CEE66B0-640C-3812-8B2C-61C6ADF96BE6}"/>
              </a:ext>
            </a:extLst>
          </p:cNvPr>
          <p:cNvSpPr txBox="1"/>
          <p:nvPr/>
        </p:nvSpPr>
        <p:spPr>
          <a:xfrm>
            <a:off x="6214537" y="721216"/>
            <a:ext cx="462845" cy="584775"/>
          </a:xfrm>
          <a:prstGeom prst="rect">
            <a:avLst/>
          </a:prstGeom>
          <a:noFill/>
        </p:spPr>
        <p:txBody>
          <a:bodyPr wrap="square" rtlCol="0">
            <a:spAutoFit/>
          </a:bodyPr>
          <a:lstStyle/>
          <a:p>
            <a:pPr algn="ctr"/>
            <a:r>
              <a:rPr lang="en-US" sz="3200" dirty="0"/>
              <a:t>1</a:t>
            </a:r>
          </a:p>
        </p:txBody>
      </p:sp>
      <p:sp>
        <p:nvSpPr>
          <p:cNvPr id="55" name="TextBox 54">
            <a:extLst>
              <a:ext uri="{FF2B5EF4-FFF2-40B4-BE49-F238E27FC236}">
                <a16:creationId xmlns:a16="http://schemas.microsoft.com/office/drawing/2014/main" id="{FF5EF69D-332B-0AF8-38C4-DFCA857219E4}"/>
              </a:ext>
            </a:extLst>
          </p:cNvPr>
          <p:cNvSpPr txBox="1"/>
          <p:nvPr/>
        </p:nvSpPr>
        <p:spPr>
          <a:xfrm>
            <a:off x="6714071" y="4747898"/>
            <a:ext cx="462845" cy="584775"/>
          </a:xfrm>
          <a:prstGeom prst="rect">
            <a:avLst/>
          </a:prstGeom>
          <a:noFill/>
        </p:spPr>
        <p:txBody>
          <a:bodyPr wrap="square" rtlCol="0">
            <a:spAutoFit/>
          </a:bodyPr>
          <a:lstStyle/>
          <a:p>
            <a:pPr algn="ctr"/>
            <a:r>
              <a:rPr lang="en-US" sz="3200" dirty="0"/>
              <a:t>8</a:t>
            </a:r>
          </a:p>
        </p:txBody>
      </p:sp>
      <p:sp>
        <p:nvSpPr>
          <p:cNvPr id="80" name="TextBox 79">
            <a:extLst>
              <a:ext uri="{FF2B5EF4-FFF2-40B4-BE49-F238E27FC236}">
                <a16:creationId xmlns:a16="http://schemas.microsoft.com/office/drawing/2014/main" id="{7A57610F-79C1-CE5D-2E22-D98657FAF005}"/>
              </a:ext>
            </a:extLst>
          </p:cNvPr>
          <p:cNvSpPr txBox="1"/>
          <p:nvPr/>
        </p:nvSpPr>
        <p:spPr>
          <a:xfrm>
            <a:off x="6214537" y="4747898"/>
            <a:ext cx="462845" cy="584775"/>
          </a:xfrm>
          <a:prstGeom prst="rect">
            <a:avLst/>
          </a:prstGeom>
          <a:noFill/>
        </p:spPr>
        <p:txBody>
          <a:bodyPr wrap="square" rtlCol="0">
            <a:spAutoFit/>
          </a:bodyPr>
          <a:lstStyle/>
          <a:p>
            <a:pPr algn="ctr"/>
            <a:r>
              <a:rPr lang="en-US" sz="3200" dirty="0"/>
              <a:t>6</a:t>
            </a:r>
          </a:p>
        </p:txBody>
      </p:sp>
      <p:sp>
        <p:nvSpPr>
          <p:cNvPr id="81" name="TextBox 80">
            <a:extLst>
              <a:ext uri="{FF2B5EF4-FFF2-40B4-BE49-F238E27FC236}">
                <a16:creationId xmlns:a16="http://schemas.microsoft.com/office/drawing/2014/main" id="{72B0DE54-0AB3-6EDD-4CB6-E5E646346F72}"/>
              </a:ext>
            </a:extLst>
          </p:cNvPr>
          <p:cNvSpPr txBox="1"/>
          <p:nvPr/>
        </p:nvSpPr>
        <p:spPr>
          <a:xfrm>
            <a:off x="4216401" y="3237891"/>
            <a:ext cx="462845" cy="584775"/>
          </a:xfrm>
          <a:prstGeom prst="rect">
            <a:avLst/>
          </a:prstGeom>
          <a:noFill/>
        </p:spPr>
        <p:txBody>
          <a:bodyPr wrap="square" rtlCol="0">
            <a:spAutoFit/>
          </a:bodyPr>
          <a:lstStyle/>
          <a:p>
            <a:pPr algn="ctr"/>
            <a:r>
              <a:rPr lang="en-US" sz="3200" dirty="0"/>
              <a:t>8</a:t>
            </a:r>
          </a:p>
        </p:txBody>
      </p:sp>
      <p:sp>
        <p:nvSpPr>
          <p:cNvPr id="93" name="TextBox 92">
            <a:extLst>
              <a:ext uri="{FF2B5EF4-FFF2-40B4-BE49-F238E27FC236}">
                <a16:creationId xmlns:a16="http://schemas.microsoft.com/office/drawing/2014/main" id="{B7CFD936-BD86-CBD7-69A1-CB3ED20B4E76}"/>
              </a:ext>
            </a:extLst>
          </p:cNvPr>
          <p:cNvSpPr txBox="1"/>
          <p:nvPr/>
        </p:nvSpPr>
        <p:spPr>
          <a:xfrm>
            <a:off x="4715935" y="4244561"/>
            <a:ext cx="462845" cy="584775"/>
          </a:xfrm>
          <a:prstGeom prst="rect">
            <a:avLst/>
          </a:prstGeom>
          <a:noFill/>
        </p:spPr>
        <p:txBody>
          <a:bodyPr wrap="square" rtlCol="0">
            <a:spAutoFit/>
          </a:bodyPr>
          <a:lstStyle/>
          <a:p>
            <a:pPr algn="ctr"/>
            <a:r>
              <a:rPr lang="en-US" sz="3200" dirty="0"/>
              <a:t>8</a:t>
            </a:r>
          </a:p>
        </p:txBody>
      </p:sp>
      <p:sp>
        <p:nvSpPr>
          <p:cNvPr id="72" name="TextBox 71">
            <a:extLst>
              <a:ext uri="{FF2B5EF4-FFF2-40B4-BE49-F238E27FC236}">
                <a16:creationId xmlns:a16="http://schemas.microsoft.com/office/drawing/2014/main" id="{ADAD2C5D-9DB0-E135-B684-45C0326CF719}"/>
              </a:ext>
            </a:extLst>
          </p:cNvPr>
          <p:cNvSpPr txBox="1"/>
          <p:nvPr/>
        </p:nvSpPr>
        <p:spPr>
          <a:xfrm>
            <a:off x="5215469" y="1224551"/>
            <a:ext cx="462845" cy="584775"/>
          </a:xfrm>
          <a:prstGeom prst="rect">
            <a:avLst/>
          </a:prstGeom>
          <a:noFill/>
        </p:spPr>
        <p:txBody>
          <a:bodyPr wrap="square" rtlCol="0">
            <a:spAutoFit/>
          </a:bodyPr>
          <a:lstStyle/>
          <a:p>
            <a:pPr algn="ctr"/>
            <a:r>
              <a:rPr lang="en-US" sz="3200" dirty="0"/>
              <a:t>6</a:t>
            </a:r>
          </a:p>
        </p:txBody>
      </p:sp>
      <p:sp>
        <p:nvSpPr>
          <p:cNvPr id="76" name="TextBox 75">
            <a:extLst>
              <a:ext uri="{FF2B5EF4-FFF2-40B4-BE49-F238E27FC236}">
                <a16:creationId xmlns:a16="http://schemas.microsoft.com/office/drawing/2014/main" id="{0249FDE5-AD1B-DC7B-51FE-FFFBD44B5D85}"/>
              </a:ext>
            </a:extLst>
          </p:cNvPr>
          <p:cNvSpPr txBox="1"/>
          <p:nvPr/>
        </p:nvSpPr>
        <p:spPr>
          <a:xfrm>
            <a:off x="3217333" y="2734556"/>
            <a:ext cx="462845" cy="584775"/>
          </a:xfrm>
          <a:prstGeom prst="rect">
            <a:avLst/>
          </a:prstGeom>
          <a:noFill/>
        </p:spPr>
        <p:txBody>
          <a:bodyPr wrap="square" rtlCol="0">
            <a:spAutoFit/>
          </a:bodyPr>
          <a:lstStyle/>
          <a:p>
            <a:pPr algn="ctr"/>
            <a:r>
              <a:rPr lang="en-US" sz="3200" dirty="0"/>
              <a:t>1</a:t>
            </a:r>
          </a:p>
        </p:txBody>
      </p:sp>
      <p:sp>
        <p:nvSpPr>
          <p:cNvPr id="67" name="TextBox 66">
            <a:extLst>
              <a:ext uri="{FF2B5EF4-FFF2-40B4-BE49-F238E27FC236}">
                <a16:creationId xmlns:a16="http://schemas.microsoft.com/office/drawing/2014/main" id="{16C42A5A-2406-4ADC-995E-7180E5063455}"/>
              </a:ext>
            </a:extLst>
          </p:cNvPr>
          <p:cNvSpPr txBox="1"/>
          <p:nvPr/>
        </p:nvSpPr>
        <p:spPr>
          <a:xfrm>
            <a:off x="3217333" y="2231221"/>
            <a:ext cx="462845" cy="584775"/>
          </a:xfrm>
          <a:prstGeom prst="rect">
            <a:avLst/>
          </a:prstGeom>
          <a:noFill/>
        </p:spPr>
        <p:txBody>
          <a:bodyPr wrap="square" rtlCol="0">
            <a:spAutoFit/>
          </a:bodyPr>
          <a:lstStyle/>
          <a:p>
            <a:pPr algn="ctr"/>
            <a:r>
              <a:rPr lang="en-US" sz="3200" dirty="0"/>
              <a:t>6</a:t>
            </a:r>
          </a:p>
        </p:txBody>
      </p:sp>
      <p:sp>
        <p:nvSpPr>
          <p:cNvPr id="82" name="TextBox 81">
            <a:extLst>
              <a:ext uri="{FF2B5EF4-FFF2-40B4-BE49-F238E27FC236}">
                <a16:creationId xmlns:a16="http://schemas.microsoft.com/office/drawing/2014/main" id="{3D7C839C-5743-5C02-1357-CCB6BE6838C2}"/>
              </a:ext>
            </a:extLst>
          </p:cNvPr>
          <p:cNvSpPr txBox="1"/>
          <p:nvPr/>
        </p:nvSpPr>
        <p:spPr>
          <a:xfrm>
            <a:off x="4715935" y="2231221"/>
            <a:ext cx="462845" cy="584775"/>
          </a:xfrm>
          <a:prstGeom prst="rect">
            <a:avLst/>
          </a:prstGeom>
          <a:noFill/>
        </p:spPr>
        <p:txBody>
          <a:bodyPr wrap="square" rtlCol="0">
            <a:spAutoFit/>
          </a:bodyPr>
          <a:lstStyle/>
          <a:p>
            <a:pPr algn="ctr"/>
            <a:r>
              <a:rPr lang="en-US" sz="3200" dirty="0"/>
              <a:t>1</a:t>
            </a:r>
          </a:p>
        </p:txBody>
      </p:sp>
      <p:sp>
        <p:nvSpPr>
          <p:cNvPr id="86" name="TextBox 85">
            <a:extLst>
              <a:ext uri="{FF2B5EF4-FFF2-40B4-BE49-F238E27FC236}">
                <a16:creationId xmlns:a16="http://schemas.microsoft.com/office/drawing/2014/main" id="{BCD691D0-623F-DE84-3A13-C3D9B0C56357}"/>
              </a:ext>
            </a:extLst>
          </p:cNvPr>
          <p:cNvSpPr txBox="1"/>
          <p:nvPr/>
        </p:nvSpPr>
        <p:spPr>
          <a:xfrm>
            <a:off x="4715935" y="3741226"/>
            <a:ext cx="462845" cy="584775"/>
          </a:xfrm>
          <a:prstGeom prst="rect">
            <a:avLst/>
          </a:prstGeom>
          <a:noFill/>
        </p:spPr>
        <p:txBody>
          <a:bodyPr wrap="square" rtlCol="0">
            <a:spAutoFit/>
          </a:bodyPr>
          <a:lstStyle/>
          <a:p>
            <a:pPr algn="ctr"/>
            <a:r>
              <a:rPr lang="en-US" sz="3200" dirty="0"/>
              <a:t>5</a:t>
            </a:r>
          </a:p>
        </p:txBody>
      </p:sp>
      <p:sp>
        <p:nvSpPr>
          <p:cNvPr id="88" name="TextBox 87">
            <a:extLst>
              <a:ext uri="{FF2B5EF4-FFF2-40B4-BE49-F238E27FC236}">
                <a16:creationId xmlns:a16="http://schemas.microsoft.com/office/drawing/2014/main" id="{33A4EB7E-2E8A-14AD-D3A8-4FC1DE5600AB}"/>
              </a:ext>
            </a:extLst>
          </p:cNvPr>
          <p:cNvSpPr txBox="1"/>
          <p:nvPr/>
        </p:nvSpPr>
        <p:spPr>
          <a:xfrm>
            <a:off x="4715935" y="1727886"/>
            <a:ext cx="462845" cy="584775"/>
          </a:xfrm>
          <a:prstGeom prst="rect">
            <a:avLst/>
          </a:prstGeom>
          <a:noFill/>
        </p:spPr>
        <p:txBody>
          <a:bodyPr wrap="square" rtlCol="0">
            <a:spAutoFit/>
          </a:bodyPr>
          <a:lstStyle/>
          <a:p>
            <a:pPr algn="ctr"/>
            <a:r>
              <a:rPr lang="en-US" sz="3200" dirty="0"/>
              <a:t>3</a:t>
            </a:r>
          </a:p>
        </p:txBody>
      </p:sp>
      <p:sp>
        <p:nvSpPr>
          <p:cNvPr id="92" name="TextBox 91">
            <a:extLst>
              <a:ext uri="{FF2B5EF4-FFF2-40B4-BE49-F238E27FC236}">
                <a16:creationId xmlns:a16="http://schemas.microsoft.com/office/drawing/2014/main" id="{CC8E2742-7FE5-9BEA-457A-6661ACF652A0}"/>
              </a:ext>
            </a:extLst>
          </p:cNvPr>
          <p:cNvSpPr txBox="1"/>
          <p:nvPr/>
        </p:nvSpPr>
        <p:spPr>
          <a:xfrm>
            <a:off x="5715003" y="1727886"/>
            <a:ext cx="462845" cy="584775"/>
          </a:xfrm>
          <a:prstGeom prst="rect">
            <a:avLst/>
          </a:prstGeom>
          <a:noFill/>
        </p:spPr>
        <p:txBody>
          <a:bodyPr wrap="square" rtlCol="0">
            <a:spAutoFit/>
          </a:bodyPr>
          <a:lstStyle/>
          <a:p>
            <a:pPr algn="ctr"/>
            <a:r>
              <a:rPr lang="en-US" sz="3200" dirty="0"/>
              <a:t>1</a:t>
            </a:r>
          </a:p>
        </p:txBody>
      </p:sp>
      <p:sp>
        <p:nvSpPr>
          <p:cNvPr id="83" name="TextBox 82">
            <a:extLst>
              <a:ext uri="{FF2B5EF4-FFF2-40B4-BE49-F238E27FC236}">
                <a16:creationId xmlns:a16="http://schemas.microsoft.com/office/drawing/2014/main" id="{420CB56E-AEE4-DFCD-D688-8B71CE624733}"/>
              </a:ext>
            </a:extLst>
          </p:cNvPr>
          <p:cNvSpPr txBox="1"/>
          <p:nvPr/>
        </p:nvSpPr>
        <p:spPr>
          <a:xfrm>
            <a:off x="4715935" y="4747898"/>
            <a:ext cx="462845" cy="584775"/>
          </a:xfrm>
          <a:prstGeom prst="rect">
            <a:avLst/>
          </a:prstGeom>
          <a:noFill/>
        </p:spPr>
        <p:txBody>
          <a:bodyPr wrap="square" rtlCol="0">
            <a:spAutoFit/>
          </a:bodyPr>
          <a:lstStyle/>
          <a:p>
            <a:pPr algn="ctr"/>
            <a:r>
              <a:rPr lang="en-US" sz="3200" dirty="0"/>
              <a:t>2</a:t>
            </a:r>
          </a:p>
        </p:txBody>
      </p:sp>
      <p:sp>
        <p:nvSpPr>
          <p:cNvPr id="84" name="TextBox 83">
            <a:extLst>
              <a:ext uri="{FF2B5EF4-FFF2-40B4-BE49-F238E27FC236}">
                <a16:creationId xmlns:a16="http://schemas.microsoft.com/office/drawing/2014/main" id="{677BF535-6E34-A5B0-A5F7-0D15D0529DD4}"/>
              </a:ext>
            </a:extLst>
          </p:cNvPr>
          <p:cNvSpPr txBox="1"/>
          <p:nvPr/>
        </p:nvSpPr>
        <p:spPr>
          <a:xfrm>
            <a:off x="5215469" y="3741226"/>
            <a:ext cx="462845" cy="584775"/>
          </a:xfrm>
          <a:prstGeom prst="rect">
            <a:avLst/>
          </a:prstGeom>
          <a:noFill/>
        </p:spPr>
        <p:txBody>
          <a:bodyPr wrap="square" rtlCol="0">
            <a:spAutoFit/>
          </a:bodyPr>
          <a:lstStyle/>
          <a:p>
            <a:pPr algn="ctr"/>
            <a:r>
              <a:rPr lang="en-US" sz="3200" dirty="0"/>
              <a:t>1</a:t>
            </a:r>
          </a:p>
        </p:txBody>
      </p:sp>
    </p:spTree>
    <p:extLst>
      <p:ext uri="{BB962C8B-B14F-4D97-AF65-F5344CB8AC3E}">
        <p14:creationId xmlns:p14="http://schemas.microsoft.com/office/powerpoint/2010/main" val="2258168909"/>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1690BBC-053B-2084-97A7-140473B8D4A1}"/>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95519533-8A5E-9A00-3B3E-EEAA4614F319}"/>
              </a:ext>
            </a:extLst>
          </p:cNvPr>
          <p:cNvSpPr>
            <a:spLocks noGrp="1"/>
          </p:cNvSpPr>
          <p:nvPr>
            <p:ph sz="half" idx="1"/>
          </p:nvPr>
        </p:nvSpPr>
        <p:spPr/>
        <p:txBody>
          <a:bodyPr>
            <a:normAutofit/>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95050D8E-B3A1-C806-FBD0-1BFFF643A520}"/>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575E59D3-26BD-BB53-0D07-573C2D0FCF2D}"/>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72C4F936-30A9-B27C-8605-9FC5E99DB6E4}"/>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C1D80CC2-D52A-2714-C885-11879F37A804}"/>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C4508E2C-A8F4-126A-AC82-58EF5BEAE9BE}"/>
              </a:ext>
            </a:extLst>
          </p:cNvPr>
          <p:cNvSpPr txBox="1"/>
          <p:nvPr/>
        </p:nvSpPr>
        <p:spPr>
          <a:xfrm>
            <a:off x="4715935" y="1224551"/>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8" name="TextBox 7">
            <a:extLst>
              <a:ext uri="{FF2B5EF4-FFF2-40B4-BE49-F238E27FC236}">
                <a16:creationId xmlns:a16="http://schemas.microsoft.com/office/drawing/2014/main" id="{CDFA8306-49E8-A697-F672-37A8E14467A4}"/>
              </a:ext>
            </a:extLst>
          </p:cNvPr>
          <p:cNvSpPr txBox="1"/>
          <p:nvPr/>
        </p:nvSpPr>
        <p:spPr>
          <a:xfrm>
            <a:off x="6214537" y="1224551"/>
            <a:ext cx="462845" cy="584775"/>
          </a:xfrm>
          <a:prstGeom prst="rect">
            <a:avLst/>
          </a:prstGeom>
          <a:solidFill>
            <a:srgbClr val="00B050">
              <a:alpha val="40000"/>
            </a:srgbClr>
          </a:solidFill>
        </p:spPr>
        <p:txBody>
          <a:bodyPr wrap="square" rtlCol="0">
            <a:spAutoFit/>
          </a:bodyPr>
          <a:lstStyle/>
          <a:p>
            <a:pPr algn="ctr"/>
            <a:r>
              <a:rPr lang="en-US" sz="3200" dirty="0"/>
              <a:t>7</a:t>
            </a:r>
          </a:p>
        </p:txBody>
      </p:sp>
      <p:sp>
        <p:nvSpPr>
          <p:cNvPr id="9" name="TextBox 8">
            <a:extLst>
              <a:ext uri="{FF2B5EF4-FFF2-40B4-BE49-F238E27FC236}">
                <a16:creationId xmlns:a16="http://schemas.microsoft.com/office/drawing/2014/main" id="{F43F2694-90DA-C6C5-A8D3-DD58270265CB}"/>
              </a:ext>
            </a:extLst>
          </p:cNvPr>
          <p:cNvSpPr txBox="1"/>
          <p:nvPr/>
        </p:nvSpPr>
        <p:spPr>
          <a:xfrm>
            <a:off x="6714071" y="1224551"/>
            <a:ext cx="462845" cy="584775"/>
          </a:xfrm>
          <a:prstGeom prst="rect">
            <a:avLst/>
          </a:prstGeom>
          <a:solidFill>
            <a:srgbClr val="FFFF00">
              <a:alpha val="30000"/>
            </a:srgbClr>
          </a:solidFill>
        </p:spPr>
        <p:txBody>
          <a:bodyPr wrap="square" rtlCol="0">
            <a:spAutoFit/>
          </a:bodyPr>
          <a:lstStyle/>
          <a:p>
            <a:pPr algn="ctr"/>
            <a:r>
              <a:rPr lang="en-US" sz="3200" dirty="0"/>
              <a:t>9</a:t>
            </a:r>
          </a:p>
        </p:txBody>
      </p:sp>
      <p:sp>
        <p:nvSpPr>
          <p:cNvPr id="10" name="TextBox 9">
            <a:extLst>
              <a:ext uri="{FF2B5EF4-FFF2-40B4-BE49-F238E27FC236}">
                <a16:creationId xmlns:a16="http://schemas.microsoft.com/office/drawing/2014/main" id="{67D9BC6F-4E6C-601A-51C0-FBC188C5941E}"/>
              </a:ext>
            </a:extLst>
          </p:cNvPr>
          <p:cNvSpPr txBox="1"/>
          <p:nvPr/>
        </p:nvSpPr>
        <p:spPr>
          <a:xfrm>
            <a:off x="7213604" y="1224551"/>
            <a:ext cx="462845" cy="584775"/>
          </a:xfrm>
          <a:prstGeom prst="rect">
            <a:avLst/>
          </a:prstGeom>
          <a:solidFill>
            <a:srgbClr val="FFC000">
              <a:alpha val="40000"/>
            </a:srgbClr>
          </a:solidFill>
        </p:spPr>
        <p:txBody>
          <a:bodyPr wrap="square" rtlCol="0">
            <a:spAutoFit/>
          </a:bodyPr>
          <a:lstStyle/>
          <a:p>
            <a:pPr algn="ctr"/>
            <a:r>
              <a:rPr lang="en-US" sz="3200" dirty="0"/>
              <a:t>5</a:t>
            </a:r>
          </a:p>
        </p:txBody>
      </p:sp>
      <p:sp>
        <p:nvSpPr>
          <p:cNvPr id="11" name="TextBox 10">
            <a:extLst>
              <a:ext uri="{FF2B5EF4-FFF2-40B4-BE49-F238E27FC236}">
                <a16:creationId xmlns:a16="http://schemas.microsoft.com/office/drawing/2014/main" id="{29795739-6644-D824-6DF6-C02A23F2B90B}"/>
              </a:ext>
            </a:extLst>
          </p:cNvPr>
          <p:cNvSpPr txBox="1"/>
          <p:nvPr/>
        </p:nvSpPr>
        <p:spPr>
          <a:xfrm>
            <a:off x="6714071" y="721216"/>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12" name="TextBox 11">
            <a:extLst>
              <a:ext uri="{FF2B5EF4-FFF2-40B4-BE49-F238E27FC236}">
                <a16:creationId xmlns:a16="http://schemas.microsoft.com/office/drawing/2014/main" id="{E9169581-2356-FCA4-AD0A-AECC117CDE62}"/>
              </a:ext>
            </a:extLst>
          </p:cNvPr>
          <p:cNvSpPr txBox="1"/>
          <p:nvPr/>
        </p:nvSpPr>
        <p:spPr>
          <a:xfrm>
            <a:off x="7213604" y="721216"/>
            <a:ext cx="462845" cy="584775"/>
          </a:xfrm>
          <a:prstGeom prst="rect">
            <a:avLst/>
          </a:prstGeom>
          <a:solidFill>
            <a:srgbClr val="FF0000">
              <a:alpha val="30000"/>
            </a:srgbClr>
          </a:solidFill>
        </p:spPr>
        <p:txBody>
          <a:bodyPr wrap="square" rtlCol="0">
            <a:spAutoFit/>
          </a:bodyPr>
          <a:lstStyle/>
          <a:p>
            <a:pPr algn="ctr"/>
            <a:r>
              <a:rPr lang="en-US" sz="3200" dirty="0"/>
              <a:t>3</a:t>
            </a:r>
          </a:p>
        </p:txBody>
      </p:sp>
      <p:sp>
        <p:nvSpPr>
          <p:cNvPr id="13" name="TextBox 12">
            <a:extLst>
              <a:ext uri="{FF2B5EF4-FFF2-40B4-BE49-F238E27FC236}">
                <a16:creationId xmlns:a16="http://schemas.microsoft.com/office/drawing/2014/main" id="{8681FD55-8BB8-04C9-6C5D-A17978EC437C}"/>
              </a:ext>
            </a:extLst>
          </p:cNvPr>
          <p:cNvSpPr txBox="1"/>
          <p:nvPr/>
        </p:nvSpPr>
        <p:spPr>
          <a:xfrm>
            <a:off x="4216401" y="1727886"/>
            <a:ext cx="462845" cy="584775"/>
          </a:xfrm>
          <a:prstGeom prst="rect">
            <a:avLst/>
          </a:prstGeom>
          <a:solidFill>
            <a:srgbClr val="FFFF00">
              <a:alpha val="30000"/>
            </a:srgbClr>
          </a:solidFill>
        </p:spPr>
        <p:txBody>
          <a:bodyPr wrap="square" rtlCol="0">
            <a:spAutoFit/>
          </a:bodyPr>
          <a:lstStyle/>
          <a:p>
            <a:pPr algn="ctr"/>
            <a:r>
              <a:rPr lang="en-US" sz="3200" dirty="0"/>
              <a:t>7</a:t>
            </a:r>
          </a:p>
        </p:txBody>
      </p:sp>
      <p:sp>
        <p:nvSpPr>
          <p:cNvPr id="14" name="TextBox 13">
            <a:extLst>
              <a:ext uri="{FF2B5EF4-FFF2-40B4-BE49-F238E27FC236}">
                <a16:creationId xmlns:a16="http://schemas.microsoft.com/office/drawing/2014/main" id="{C87BF5E2-9E2E-F820-9311-7A949BE2BB29}"/>
              </a:ext>
            </a:extLst>
          </p:cNvPr>
          <p:cNvSpPr txBox="1"/>
          <p:nvPr/>
        </p:nvSpPr>
        <p:spPr>
          <a:xfrm>
            <a:off x="5215469" y="1727886"/>
            <a:ext cx="462845" cy="584775"/>
          </a:xfrm>
          <a:prstGeom prst="rect">
            <a:avLst/>
          </a:prstGeom>
          <a:solidFill>
            <a:srgbClr val="00B050">
              <a:alpha val="40000"/>
            </a:srgbClr>
          </a:solidFill>
        </p:spPr>
        <p:txBody>
          <a:bodyPr wrap="square" rtlCol="0">
            <a:spAutoFit/>
          </a:bodyPr>
          <a:lstStyle/>
          <a:p>
            <a:pPr algn="ctr"/>
            <a:r>
              <a:rPr lang="en-US" sz="3200" dirty="0"/>
              <a:t>9</a:t>
            </a:r>
          </a:p>
        </p:txBody>
      </p:sp>
      <p:sp>
        <p:nvSpPr>
          <p:cNvPr id="15" name="TextBox 14">
            <a:extLst>
              <a:ext uri="{FF2B5EF4-FFF2-40B4-BE49-F238E27FC236}">
                <a16:creationId xmlns:a16="http://schemas.microsoft.com/office/drawing/2014/main" id="{3DC7C4F1-B6F4-60ED-DE6B-C5B55FD2FF4E}"/>
              </a:ext>
            </a:extLst>
          </p:cNvPr>
          <p:cNvSpPr txBox="1"/>
          <p:nvPr/>
        </p:nvSpPr>
        <p:spPr>
          <a:xfrm>
            <a:off x="6214537" y="1727886"/>
            <a:ext cx="462845" cy="584775"/>
          </a:xfrm>
          <a:prstGeom prst="rect">
            <a:avLst/>
          </a:prstGeom>
          <a:solidFill>
            <a:srgbClr val="00B0F0">
              <a:alpha val="30000"/>
            </a:srgbClr>
          </a:solidFill>
        </p:spPr>
        <p:txBody>
          <a:bodyPr wrap="square" rtlCol="0">
            <a:spAutoFit/>
          </a:bodyPr>
          <a:lstStyle/>
          <a:p>
            <a:pPr algn="ctr"/>
            <a:r>
              <a:rPr lang="en-US" sz="3200" dirty="0"/>
              <a:t>8</a:t>
            </a:r>
          </a:p>
        </p:txBody>
      </p:sp>
      <p:sp>
        <p:nvSpPr>
          <p:cNvPr id="16" name="TextBox 15">
            <a:extLst>
              <a:ext uri="{FF2B5EF4-FFF2-40B4-BE49-F238E27FC236}">
                <a16:creationId xmlns:a16="http://schemas.microsoft.com/office/drawing/2014/main" id="{15CC41DA-30F8-0C6D-7EE8-1DED14329AC5}"/>
              </a:ext>
            </a:extLst>
          </p:cNvPr>
          <p:cNvSpPr txBox="1"/>
          <p:nvPr/>
        </p:nvSpPr>
        <p:spPr>
          <a:xfrm>
            <a:off x="6714071" y="1727886"/>
            <a:ext cx="462845" cy="584775"/>
          </a:xfrm>
          <a:prstGeom prst="rect">
            <a:avLst/>
          </a:prstGeom>
          <a:solidFill>
            <a:srgbClr val="0070C0">
              <a:alpha val="40000"/>
            </a:srgbClr>
          </a:solidFill>
        </p:spPr>
        <p:txBody>
          <a:bodyPr wrap="square" rtlCol="0">
            <a:spAutoFit/>
          </a:bodyPr>
          <a:lstStyle/>
          <a:p>
            <a:pPr algn="ctr"/>
            <a:r>
              <a:rPr lang="en-US" sz="3200" dirty="0"/>
              <a:t>6</a:t>
            </a:r>
          </a:p>
        </p:txBody>
      </p:sp>
      <p:sp>
        <p:nvSpPr>
          <p:cNvPr id="17" name="TextBox 16">
            <a:extLst>
              <a:ext uri="{FF2B5EF4-FFF2-40B4-BE49-F238E27FC236}">
                <a16:creationId xmlns:a16="http://schemas.microsoft.com/office/drawing/2014/main" id="{9C165D42-CDCB-72B9-8617-74F60E9CC7EB}"/>
              </a:ext>
            </a:extLst>
          </p:cNvPr>
          <p:cNvSpPr txBox="1"/>
          <p:nvPr/>
        </p:nvSpPr>
        <p:spPr>
          <a:xfrm>
            <a:off x="3716867" y="223122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18" name="TextBox 17">
            <a:extLst>
              <a:ext uri="{FF2B5EF4-FFF2-40B4-BE49-F238E27FC236}">
                <a16:creationId xmlns:a16="http://schemas.microsoft.com/office/drawing/2014/main" id="{A1EBDCE0-DBAF-66C5-2C3C-90CB00CAFE72}"/>
              </a:ext>
            </a:extLst>
          </p:cNvPr>
          <p:cNvSpPr txBox="1"/>
          <p:nvPr/>
        </p:nvSpPr>
        <p:spPr>
          <a:xfrm>
            <a:off x="5215469" y="2231221"/>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19" name="TextBox 18">
            <a:extLst>
              <a:ext uri="{FF2B5EF4-FFF2-40B4-BE49-F238E27FC236}">
                <a16:creationId xmlns:a16="http://schemas.microsoft.com/office/drawing/2014/main" id="{36A843F9-A612-5ABE-2793-478A04A6A694}"/>
              </a:ext>
            </a:extLst>
          </p:cNvPr>
          <p:cNvSpPr txBox="1"/>
          <p:nvPr/>
        </p:nvSpPr>
        <p:spPr>
          <a:xfrm>
            <a:off x="5715003" y="2231221"/>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20" name="TextBox 19">
            <a:extLst>
              <a:ext uri="{FF2B5EF4-FFF2-40B4-BE49-F238E27FC236}">
                <a16:creationId xmlns:a16="http://schemas.microsoft.com/office/drawing/2014/main" id="{33D64655-6EC9-F7C0-929A-087E1C849110}"/>
              </a:ext>
            </a:extLst>
          </p:cNvPr>
          <p:cNvSpPr txBox="1"/>
          <p:nvPr/>
        </p:nvSpPr>
        <p:spPr>
          <a:xfrm>
            <a:off x="6214537" y="2231221"/>
            <a:ext cx="462845" cy="584775"/>
          </a:xfrm>
          <a:prstGeom prst="rect">
            <a:avLst/>
          </a:prstGeom>
          <a:solidFill>
            <a:srgbClr val="FF0000">
              <a:alpha val="30000"/>
            </a:srgbClr>
          </a:solidFill>
        </p:spPr>
        <p:txBody>
          <a:bodyPr wrap="square" rtlCol="0">
            <a:spAutoFit/>
          </a:bodyPr>
          <a:lstStyle/>
          <a:p>
            <a:pPr algn="ctr"/>
            <a:r>
              <a:rPr lang="en-US" sz="3200" dirty="0"/>
              <a:t>4</a:t>
            </a:r>
          </a:p>
        </p:txBody>
      </p:sp>
      <p:sp>
        <p:nvSpPr>
          <p:cNvPr id="21" name="TextBox 20">
            <a:extLst>
              <a:ext uri="{FF2B5EF4-FFF2-40B4-BE49-F238E27FC236}">
                <a16:creationId xmlns:a16="http://schemas.microsoft.com/office/drawing/2014/main" id="{D28645DB-2F06-8FC8-080E-4B9F4B4A273C}"/>
              </a:ext>
            </a:extLst>
          </p:cNvPr>
          <p:cNvSpPr txBox="1"/>
          <p:nvPr/>
        </p:nvSpPr>
        <p:spPr>
          <a:xfrm>
            <a:off x="6714071" y="223122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2" name="TextBox 21">
            <a:extLst>
              <a:ext uri="{FF2B5EF4-FFF2-40B4-BE49-F238E27FC236}">
                <a16:creationId xmlns:a16="http://schemas.microsoft.com/office/drawing/2014/main" id="{72616314-D958-0969-FB3C-D70BBFA0C618}"/>
              </a:ext>
            </a:extLst>
          </p:cNvPr>
          <p:cNvSpPr txBox="1"/>
          <p:nvPr/>
        </p:nvSpPr>
        <p:spPr>
          <a:xfrm>
            <a:off x="4216401" y="2734556"/>
            <a:ext cx="462845" cy="584775"/>
          </a:xfrm>
          <a:prstGeom prst="rect">
            <a:avLst/>
          </a:prstGeom>
          <a:solidFill>
            <a:srgbClr val="FF0000">
              <a:alpha val="30000"/>
            </a:srgbClr>
          </a:solidFill>
        </p:spPr>
        <p:txBody>
          <a:bodyPr wrap="square" rtlCol="0">
            <a:spAutoFit/>
          </a:bodyPr>
          <a:lstStyle/>
          <a:p>
            <a:pPr algn="ctr"/>
            <a:r>
              <a:rPr lang="en-US" sz="3200" dirty="0"/>
              <a:t>4</a:t>
            </a:r>
          </a:p>
        </p:txBody>
      </p:sp>
      <p:sp>
        <p:nvSpPr>
          <p:cNvPr id="23" name="TextBox 22">
            <a:extLst>
              <a:ext uri="{FF2B5EF4-FFF2-40B4-BE49-F238E27FC236}">
                <a16:creationId xmlns:a16="http://schemas.microsoft.com/office/drawing/2014/main" id="{A180586C-619D-7E7F-691C-A675F5B57F80}"/>
              </a:ext>
            </a:extLst>
          </p:cNvPr>
          <p:cNvSpPr txBox="1"/>
          <p:nvPr/>
        </p:nvSpPr>
        <p:spPr>
          <a:xfrm>
            <a:off x="5215469" y="2734556"/>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4" name="TextBox 23">
            <a:extLst>
              <a:ext uri="{FF2B5EF4-FFF2-40B4-BE49-F238E27FC236}">
                <a16:creationId xmlns:a16="http://schemas.microsoft.com/office/drawing/2014/main" id="{6F268A50-B035-C243-5F9D-430C041A9FD4}"/>
              </a:ext>
            </a:extLst>
          </p:cNvPr>
          <p:cNvSpPr txBox="1"/>
          <p:nvPr/>
        </p:nvSpPr>
        <p:spPr>
          <a:xfrm>
            <a:off x="6714071" y="2734556"/>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25" name="TextBox 24">
            <a:extLst>
              <a:ext uri="{FF2B5EF4-FFF2-40B4-BE49-F238E27FC236}">
                <a16:creationId xmlns:a16="http://schemas.microsoft.com/office/drawing/2014/main" id="{04973E0B-B909-FDDB-E344-9EC5690C3C47}"/>
              </a:ext>
            </a:extLst>
          </p:cNvPr>
          <p:cNvSpPr txBox="1"/>
          <p:nvPr/>
        </p:nvSpPr>
        <p:spPr>
          <a:xfrm>
            <a:off x="3716867" y="323789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6" name="TextBox 25">
            <a:extLst>
              <a:ext uri="{FF2B5EF4-FFF2-40B4-BE49-F238E27FC236}">
                <a16:creationId xmlns:a16="http://schemas.microsoft.com/office/drawing/2014/main" id="{7C6EDD14-4DFC-605F-F3E0-2EB287721142}"/>
              </a:ext>
            </a:extLst>
          </p:cNvPr>
          <p:cNvSpPr txBox="1"/>
          <p:nvPr/>
        </p:nvSpPr>
        <p:spPr>
          <a:xfrm>
            <a:off x="4715935" y="3237891"/>
            <a:ext cx="462845" cy="584775"/>
          </a:xfrm>
          <a:prstGeom prst="rect">
            <a:avLst/>
          </a:prstGeom>
          <a:solidFill>
            <a:srgbClr val="FF0000">
              <a:alpha val="30000"/>
            </a:srgbClr>
          </a:solidFill>
        </p:spPr>
        <p:txBody>
          <a:bodyPr wrap="square" rtlCol="0">
            <a:spAutoFit/>
          </a:bodyPr>
          <a:lstStyle/>
          <a:p>
            <a:pPr algn="ctr"/>
            <a:r>
              <a:rPr lang="en-US" sz="3200" dirty="0"/>
              <a:t>6</a:t>
            </a:r>
          </a:p>
        </p:txBody>
      </p:sp>
      <p:sp>
        <p:nvSpPr>
          <p:cNvPr id="27" name="TextBox 26">
            <a:extLst>
              <a:ext uri="{FF2B5EF4-FFF2-40B4-BE49-F238E27FC236}">
                <a16:creationId xmlns:a16="http://schemas.microsoft.com/office/drawing/2014/main" id="{EC88B897-923B-43AF-DA50-A516FC0F82CD}"/>
              </a:ext>
            </a:extLst>
          </p:cNvPr>
          <p:cNvSpPr txBox="1"/>
          <p:nvPr/>
        </p:nvSpPr>
        <p:spPr>
          <a:xfrm>
            <a:off x="5215469" y="323789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28" name="TextBox 27">
            <a:extLst>
              <a:ext uri="{FF2B5EF4-FFF2-40B4-BE49-F238E27FC236}">
                <a16:creationId xmlns:a16="http://schemas.microsoft.com/office/drawing/2014/main" id="{795B849B-D336-921E-4725-EAF8C27202F5}"/>
              </a:ext>
            </a:extLst>
          </p:cNvPr>
          <p:cNvSpPr txBox="1"/>
          <p:nvPr/>
        </p:nvSpPr>
        <p:spPr>
          <a:xfrm>
            <a:off x="7213604" y="3237891"/>
            <a:ext cx="462845" cy="584775"/>
          </a:xfrm>
          <a:prstGeom prst="rect">
            <a:avLst/>
          </a:prstGeom>
          <a:solidFill>
            <a:srgbClr val="FFFF00">
              <a:alpha val="30000"/>
            </a:srgbClr>
          </a:solidFill>
        </p:spPr>
        <p:txBody>
          <a:bodyPr wrap="square" rtlCol="0">
            <a:spAutoFit/>
          </a:bodyPr>
          <a:lstStyle/>
          <a:p>
            <a:pPr algn="ctr"/>
            <a:r>
              <a:rPr lang="en-US" sz="3200" dirty="0"/>
              <a:t>7</a:t>
            </a:r>
          </a:p>
        </p:txBody>
      </p:sp>
      <p:sp>
        <p:nvSpPr>
          <p:cNvPr id="29" name="TextBox 28">
            <a:extLst>
              <a:ext uri="{FF2B5EF4-FFF2-40B4-BE49-F238E27FC236}">
                <a16:creationId xmlns:a16="http://schemas.microsoft.com/office/drawing/2014/main" id="{B594520C-661D-140F-B447-7A74A316618F}"/>
              </a:ext>
            </a:extLst>
          </p:cNvPr>
          <p:cNvSpPr txBox="1"/>
          <p:nvPr/>
        </p:nvSpPr>
        <p:spPr>
          <a:xfrm>
            <a:off x="3217333" y="3741226"/>
            <a:ext cx="462845" cy="584775"/>
          </a:xfrm>
          <a:prstGeom prst="rect">
            <a:avLst/>
          </a:prstGeom>
          <a:solidFill>
            <a:srgbClr val="00B0F0">
              <a:alpha val="30000"/>
            </a:srgbClr>
          </a:solidFill>
        </p:spPr>
        <p:txBody>
          <a:bodyPr wrap="square" rtlCol="0">
            <a:spAutoFit/>
          </a:bodyPr>
          <a:lstStyle/>
          <a:p>
            <a:pPr algn="ctr"/>
            <a:r>
              <a:rPr lang="en-US" sz="3200" dirty="0"/>
              <a:t>8</a:t>
            </a:r>
          </a:p>
        </p:txBody>
      </p:sp>
      <p:sp>
        <p:nvSpPr>
          <p:cNvPr id="30" name="TextBox 29">
            <a:extLst>
              <a:ext uri="{FF2B5EF4-FFF2-40B4-BE49-F238E27FC236}">
                <a16:creationId xmlns:a16="http://schemas.microsoft.com/office/drawing/2014/main" id="{58048995-70CB-40BA-1992-7A1E10F3182A}"/>
              </a:ext>
            </a:extLst>
          </p:cNvPr>
          <p:cNvSpPr txBox="1"/>
          <p:nvPr/>
        </p:nvSpPr>
        <p:spPr>
          <a:xfrm>
            <a:off x="3716867" y="3741226"/>
            <a:ext cx="462845" cy="584775"/>
          </a:xfrm>
          <a:prstGeom prst="rect">
            <a:avLst/>
          </a:prstGeom>
          <a:solidFill>
            <a:srgbClr val="0070C0">
              <a:alpha val="40000"/>
            </a:srgbClr>
          </a:solidFill>
        </p:spPr>
        <p:txBody>
          <a:bodyPr wrap="square" rtlCol="0">
            <a:spAutoFit/>
          </a:bodyPr>
          <a:lstStyle/>
          <a:p>
            <a:pPr algn="ctr"/>
            <a:r>
              <a:rPr lang="en-US" sz="3200" dirty="0"/>
              <a:t>6</a:t>
            </a:r>
          </a:p>
        </p:txBody>
      </p:sp>
      <p:sp>
        <p:nvSpPr>
          <p:cNvPr id="31" name="TextBox 30">
            <a:extLst>
              <a:ext uri="{FF2B5EF4-FFF2-40B4-BE49-F238E27FC236}">
                <a16:creationId xmlns:a16="http://schemas.microsoft.com/office/drawing/2014/main" id="{6E0ECE50-CB06-0BEB-AD3E-CFD8E932EE4D}"/>
              </a:ext>
            </a:extLst>
          </p:cNvPr>
          <p:cNvSpPr txBox="1"/>
          <p:nvPr/>
        </p:nvSpPr>
        <p:spPr>
          <a:xfrm>
            <a:off x="5715003" y="3741226"/>
            <a:ext cx="462845" cy="584775"/>
          </a:xfrm>
          <a:prstGeom prst="rect">
            <a:avLst/>
          </a:prstGeom>
          <a:solidFill>
            <a:srgbClr val="FFFF00">
              <a:alpha val="30000"/>
            </a:srgbClr>
          </a:solidFill>
        </p:spPr>
        <p:txBody>
          <a:bodyPr wrap="square" rtlCol="0">
            <a:spAutoFit/>
          </a:bodyPr>
          <a:lstStyle/>
          <a:p>
            <a:pPr algn="ctr"/>
            <a:r>
              <a:rPr lang="en-US" sz="3200" dirty="0"/>
              <a:t>9</a:t>
            </a:r>
          </a:p>
        </p:txBody>
      </p:sp>
      <p:sp>
        <p:nvSpPr>
          <p:cNvPr id="32" name="TextBox 31">
            <a:extLst>
              <a:ext uri="{FF2B5EF4-FFF2-40B4-BE49-F238E27FC236}">
                <a16:creationId xmlns:a16="http://schemas.microsoft.com/office/drawing/2014/main" id="{B9C8FC2D-E5BC-065D-B835-8F4328179492}"/>
              </a:ext>
            </a:extLst>
          </p:cNvPr>
          <p:cNvSpPr txBox="1"/>
          <p:nvPr/>
        </p:nvSpPr>
        <p:spPr>
          <a:xfrm>
            <a:off x="6214537" y="3741226"/>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33" name="TextBox 32">
            <a:extLst>
              <a:ext uri="{FF2B5EF4-FFF2-40B4-BE49-F238E27FC236}">
                <a16:creationId xmlns:a16="http://schemas.microsoft.com/office/drawing/2014/main" id="{D0AB846B-4E70-ACC4-FD2A-4F4F78D8BE09}"/>
              </a:ext>
            </a:extLst>
          </p:cNvPr>
          <p:cNvSpPr txBox="1"/>
          <p:nvPr/>
        </p:nvSpPr>
        <p:spPr>
          <a:xfrm>
            <a:off x="6714071" y="374122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34" name="TextBox 33">
            <a:extLst>
              <a:ext uri="{FF2B5EF4-FFF2-40B4-BE49-F238E27FC236}">
                <a16:creationId xmlns:a16="http://schemas.microsoft.com/office/drawing/2014/main" id="{A0A3935F-20E3-BE35-E21F-DA39723BF009}"/>
              </a:ext>
            </a:extLst>
          </p:cNvPr>
          <p:cNvSpPr txBox="1"/>
          <p:nvPr/>
        </p:nvSpPr>
        <p:spPr>
          <a:xfrm>
            <a:off x="7213604" y="3741226"/>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35" name="TextBox 34">
            <a:extLst>
              <a:ext uri="{FF2B5EF4-FFF2-40B4-BE49-F238E27FC236}">
                <a16:creationId xmlns:a16="http://schemas.microsoft.com/office/drawing/2014/main" id="{33BFA500-172F-C51E-81EC-0F8F59F90016}"/>
              </a:ext>
            </a:extLst>
          </p:cNvPr>
          <p:cNvSpPr txBox="1"/>
          <p:nvPr/>
        </p:nvSpPr>
        <p:spPr>
          <a:xfrm>
            <a:off x="3217333" y="4244561"/>
            <a:ext cx="462845" cy="584775"/>
          </a:xfrm>
          <a:prstGeom prst="rect">
            <a:avLst/>
          </a:prstGeom>
          <a:solidFill>
            <a:srgbClr val="00B050">
              <a:alpha val="40000"/>
            </a:srgbClr>
          </a:solidFill>
        </p:spPr>
        <p:txBody>
          <a:bodyPr wrap="square" rtlCol="0">
            <a:spAutoFit/>
          </a:bodyPr>
          <a:lstStyle/>
          <a:p>
            <a:pPr algn="ctr"/>
            <a:r>
              <a:rPr lang="en-US" sz="3200" dirty="0"/>
              <a:t>7</a:t>
            </a:r>
          </a:p>
        </p:txBody>
      </p:sp>
      <p:sp>
        <p:nvSpPr>
          <p:cNvPr id="36" name="TextBox 35">
            <a:extLst>
              <a:ext uri="{FF2B5EF4-FFF2-40B4-BE49-F238E27FC236}">
                <a16:creationId xmlns:a16="http://schemas.microsoft.com/office/drawing/2014/main" id="{E8CAB18D-8065-F49C-9C8B-29304B77012B}"/>
              </a:ext>
            </a:extLst>
          </p:cNvPr>
          <p:cNvSpPr txBox="1"/>
          <p:nvPr/>
        </p:nvSpPr>
        <p:spPr>
          <a:xfrm>
            <a:off x="4216401" y="4244561"/>
            <a:ext cx="462845" cy="584775"/>
          </a:xfrm>
          <a:prstGeom prst="rect">
            <a:avLst/>
          </a:prstGeom>
          <a:solidFill>
            <a:srgbClr val="FF0000">
              <a:alpha val="30000"/>
            </a:srgbClr>
          </a:solidFill>
        </p:spPr>
        <p:txBody>
          <a:bodyPr wrap="square" rtlCol="0">
            <a:spAutoFit/>
          </a:bodyPr>
          <a:lstStyle/>
          <a:p>
            <a:pPr algn="ctr"/>
            <a:r>
              <a:rPr lang="en-US" sz="3200" dirty="0"/>
              <a:t>3</a:t>
            </a:r>
          </a:p>
        </p:txBody>
      </p:sp>
      <p:sp>
        <p:nvSpPr>
          <p:cNvPr id="37" name="TextBox 36">
            <a:extLst>
              <a:ext uri="{FF2B5EF4-FFF2-40B4-BE49-F238E27FC236}">
                <a16:creationId xmlns:a16="http://schemas.microsoft.com/office/drawing/2014/main" id="{6B0655EB-3BF4-4021-7D4A-B37199DA03DC}"/>
              </a:ext>
            </a:extLst>
          </p:cNvPr>
          <p:cNvSpPr txBox="1"/>
          <p:nvPr/>
        </p:nvSpPr>
        <p:spPr>
          <a:xfrm>
            <a:off x="5715003" y="4244561"/>
            <a:ext cx="462845" cy="584775"/>
          </a:xfrm>
          <a:prstGeom prst="rect">
            <a:avLst/>
          </a:prstGeom>
          <a:solidFill>
            <a:srgbClr val="FF0000">
              <a:alpha val="30000"/>
            </a:srgbClr>
          </a:solidFill>
        </p:spPr>
        <p:txBody>
          <a:bodyPr wrap="square" rtlCol="0">
            <a:spAutoFit/>
          </a:bodyPr>
          <a:lstStyle/>
          <a:p>
            <a:pPr algn="ctr"/>
            <a:r>
              <a:rPr lang="en-US" sz="3200" dirty="0"/>
              <a:t>6</a:t>
            </a:r>
          </a:p>
        </p:txBody>
      </p:sp>
      <p:sp>
        <p:nvSpPr>
          <p:cNvPr id="38" name="TextBox 37">
            <a:extLst>
              <a:ext uri="{FF2B5EF4-FFF2-40B4-BE49-F238E27FC236}">
                <a16:creationId xmlns:a16="http://schemas.microsoft.com/office/drawing/2014/main" id="{4EA2AC69-87E3-477A-E6D8-BA3C50C3DA45}"/>
              </a:ext>
            </a:extLst>
          </p:cNvPr>
          <p:cNvSpPr txBox="1"/>
          <p:nvPr/>
        </p:nvSpPr>
        <p:spPr>
          <a:xfrm>
            <a:off x="6214537" y="424456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39" name="TextBox 38">
            <a:extLst>
              <a:ext uri="{FF2B5EF4-FFF2-40B4-BE49-F238E27FC236}">
                <a16:creationId xmlns:a16="http://schemas.microsoft.com/office/drawing/2014/main" id="{3452BBE5-D4B5-D712-A190-86ECE2B26509}"/>
              </a:ext>
            </a:extLst>
          </p:cNvPr>
          <p:cNvSpPr txBox="1"/>
          <p:nvPr/>
        </p:nvSpPr>
        <p:spPr>
          <a:xfrm>
            <a:off x="6714071" y="4244561"/>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40" name="TextBox 39">
            <a:extLst>
              <a:ext uri="{FF2B5EF4-FFF2-40B4-BE49-F238E27FC236}">
                <a16:creationId xmlns:a16="http://schemas.microsoft.com/office/drawing/2014/main" id="{C97A862F-270A-6CE7-EF4D-92DC97308FF6}"/>
              </a:ext>
            </a:extLst>
          </p:cNvPr>
          <p:cNvSpPr txBox="1"/>
          <p:nvPr/>
        </p:nvSpPr>
        <p:spPr>
          <a:xfrm>
            <a:off x="7213604" y="4244561"/>
            <a:ext cx="462845" cy="584775"/>
          </a:xfrm>
          <a:prstGeom prst="rect">
            <a:avLst/>
          </a:prstGeom>
          <a:solidFill>
            <a:srgbClr val="00B050">
              <a:alpha val="40000"/>
            </a:srgbClr>
          </a:solidFill>
        </p:spPr>
        <p:txBody>
          <a:bodyPr wrap="square" rtlCol="0">
            <a:spAutoFit/>
          </a:bodyPr>
          <a:lstStyle/>
          <a:p>
            <a:pPr algn="ctr"/>
            <a:r>
              <a:rPr lang="en-US" sz="3200" dirty="0"/>
              <a:t>9</a:t>
            </a:r>
          </a:p>
        </p:txBody>
      </p:sp>
      <p:sp>
        <p:nvSpPr>
          <p:cNvPr id="41" name="TextBox 40">
            <a:extLst>
              <a:ext uri="{FF2B5EF4-FFF2-40B4-BE49-F238E27FC236}">
                <a16:creationId xmlns:a16="http://schemas.microsoft.com/office/drawing/2014/main" id="{55DD4D27-F5CC-F251-807B-344853A31295}"/>
              </a:ext>
            </a:extLst>
          </p:cNvPr>
          <p:cNvSpPr txBox="1"/>
          <p:nvPr/>
        </p:nvSpPr>
        <p:spPr>
          <a:xfrm>
            <a:off x="3217333" y="4747898"/>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42" name="TextBox 41">
            <a:extLst>
              <a:ext uri="{FF2B5EF4-FFF2-40B4-BE49-F238E27FC236}">
                <a16:creationId xmlns:a16="http://schemas.microsoft.com/office/drawing/2014/main" id="{9302DB01-F9EC-4B44-4454-D7212D2E31BC}"/>
              </a:ext>
            </a:extLst>
          </p:cNvPr>
          <p:cNvSpPr txBox="1"/>
          <p:nvPr/>
        </p:nvSpPr>
        <p:spPr>
          <a:xfrm>
            <a:off x="3716867" y="4747898"/>
            <a:ext cx="462845" cy="584775"/>
          </a:xfrm>
          <a:prstGeom prst="rect">
            <a:avLst/>
          </a:prstGeom>
          <a:solidFill>
            <a:srgbClr val="FFFF00">
              <a:alpha val="30000"/>
            </a:srgbClr>
          </a:solidFill>
        </p:spPr>
        <p:txBody>
          <a:bodyPr wrap="square" rtlCol="0">
            <a:spAutoFit/>
          </a:bodyPr>
          <a:lstStyle/>
          <a:p>
            <a:pPr algn="ctr"/>
            <a:r>
              <a:rPr lang="en-US" sz="3200" dirty="0"/>
              <a:t>9</a:t>
            </a:r>
          </a:p>
        </p:txBody>
      </p:sp>
      <p:sp>
        <p:nvSpPr>
          <p:cNvPr id="43" name="TextBox 42">
            <a:extLst>
              <a:ext uri="{FF2B5EF4-FFF2-40B4-BE49-F238E27FC236}">
                <a16:creationId xmlns:a16="http://schemas.microsoft.com/office/drawing/2014/main" id="{12E95771-E453-595F-DE3E-DC4769C41346}"/>
              </a:ext>
            </a:extLst>
          </p:cNvPr>
          <p:cNvSpPr txBox="1"/>
          <p:nvPr/>
        </p:nvSpPr>
        <p:spPr>
          <a:xfrm>
            <a:off x="4216401" y="4747898"/>
            <a:ext cx="462845" cy="584775"/>
          </a:xfrm>
          <a:prstGeom prst="rect">
            <a:avLst/>
          </a:prstGeom>
          <a:solidFill>
            <a:srgbClr val="FFC000">
              <a:alpha val="40000"/>
            </a:srgbClr>
          </a:solidFill>
        </p:spPr>
        <p:txBody>
          <a:bodyPr wrap="square" rtlCol="0">
            <a:spAutoFit/>
          </a:bodyPr>
          <a:lstStyle/>
          <a:p>
            <a:pPr algn="ctr"/>
            <a:r>
              <a:rPr lang="en-US" sz="3200" dirty="0"/>
              <a:t>5</a:t>
            </a:r>
          </a:p>
        </p:txBody>
      </p:sp>
      <p:sp>
        <p:nvSpPr>
          <p:cNvPr id="52" name="TextBox 51">
            <a:extLst>
              <a:ext uri="{FF2B5EF4-FFF2-40B4-BE49-F238E27FC236}">
                <a16:creationId xmlns:a16="http://schemas.microsoft.com/office/drawing/2014/main" id="{C099A30C-9CB5-770C-B385-CDED99825546}"/>
              </a:ext>
            </a:extLst>
          </p:cNvPr>
          <p:cNvSpPr txBox="1"/>
          <p:nvPr/>
        </p:nvSpPr>
        <p:spPr>
          <a:xfrm>
            <a:off x="3640666" y="3406653"/>
            <a:ext cx="570089" cy="230832"/>
          </a:xfrm>
          <a:prstGeom prst="rect">
            <a:avLst/>
          </a:prstGeom>
          <a:noFill/>
        </p:spPr>
        <p:txBody>
          <a:bodyPr wrap="square" rtlCol="0">
            <a:spAutoFit/>
          </a:bodyPr>
          <a:lstStyle/>
          <a:p>
            <a:pPr algn="ctr"/>
            <a:r>
              <a:rPr lang="en-US" sz="900" dirty="0"/>
              <a:t>2357</a:t>
            </a:r>
          </a:p>
        </p:txBody>
      </p:sp>
      <p:sp>
        <p:nvSpPr>
          <p:cNvPr id="57" name="TextBox 56">
            <a:extLst>
              <a:ext uri="{FF2B5EF4-FFF2-40B4-BE49-F238E27FC236}">
                <a16:creationId xmlns:a16="http://schemas.microsoft.com/office/drawing/2014/main" id="{57919C4F-829F-6557-E727-478F61B95406}"/>
              </a:ext>
            </a:extLst>
          </p:cNvPr>
          <p:cNvSpPr txBox="1"/>
          <p:nvPr/>
        </p:nvSpPr>
        <p:spPr>
          <a:xfrm>
            <a:off x="6654802" y="2524033"/>
            <a:ext cx="570089" cy="230832"/>
          </a:xfrm>
          <a:prstGeom prst="rect">
            <a:avLst/>
          </a:prstGeom>
          <a:noFill/>
        </p:spPr>
        <p:txBody>
          <a:bodyPr wrap="square" rtlCol="0">
            <a:spAutoFit/>
          </a:bodyPr>
          <a:lstStyle/>
          <a:p>
            <a:pPr algn="ctr"/>
            <a:r>
              <a:rPr lang="en-US" sz="900" dirty="0"/>
              <a:t>2357</a:t>
            </a:r>
          </a:p>
        </p:txBody>
      </p:sp>
      <p:sp>
        <p:nvSpPr>
          <p:cNvPr id="59" name="TextBox 58">
            <a:extLst>
              <a:ext uri="{FF2B5EF4-FFF2-40B4-BE49-F238E27FC236}">
                <a16:creationId xmlns:a16="http://schemas.microsoft.com/office/drawing/2014/main" id="{6FA1601A-3B62-BDBB-01C1-1F926906A831}"/>
              </a:ext>
            </a:extLst>
          </p:cNvPr>
          <p:cNvSpPr txBox="1"/>
          <p:nvPr/>
        </p:nvSpPr>
        <p:spPr>
          <a:xfrm>
            <a:off x="3640666" y="2404765"/>
            <a:ext cx="570089" cy="230832"/>
          </a:xfrm>
          <a:prstGeom prst="rect">
            <a:avLst/>
          </a:prstGeom>
          <a:noFill/>
        </p:spPr>
        <p:txBody>
          <a:bodyPr wrap="square" rtlCol="0">
            <a:spAutoFit/>
          </a:bodyPr>
          <a:lstStyle/>
          <a:p>
            <a:pPr algn="ctr"/>
            <a:r>
              <a:rPr lang="en-US" sz="900" dirty="0"/>
              <a:t>2357</a:t>
            </a:r>
          </a:p>
        </p:txBody>
      </p:sp>
      <p:sp>
        <p:nvSpPr>
          <p:cNvPr id="62" name="TextBox 61">
            <a:extLst>
              <a:ext uri="{FF2B5EF4-FFF2-40B4-BE49-F238E27FC236}">
                <a16:creationId xmlns:a16="http://schemas.microsoft.com/office/drawing/2014/main" id="{FC40657C-3D58-3A54-A639-8E2DB484A14C}"/>
              </a:ext>
            </a:extLst>
          </p:cNvPr>
          <p:cNvSpPr txBox="1"/>
          <p:nvPr/>
        </p:nvSpPr>
        <p:spPr>
          <a:xfrm>
            <a:off x="6654802" y="2905709"/>
            <a:ext cx="570089" cy="230832"/>
          </a:xfrm>
          <a:prstGeom prst="rect">
            <a:avLst/>
          </a:prstGeom>
          <a:noFill/>
        </p:spPr>
        <p:txBody>
          <a:bodyPr wrap="square" rtlCol="0">
            <a:spAutoFit/>
          </a:bodyPr>
          <a:lstStyle/>
          <a:p>
            <a:pPr algn="ctr"/>
            <a:r>
              <a:rPr lang="en-US" sz="900" dirty="0"/>
              <a:t>2357</a:t>
            </a:r>
          </a:p>
        </p:txBody>
      </p:sp>
      <p:sp>
        <p:nvSpPr>
          <p:cNvPr id="66" name="TextBox 65">
            <a:extLst>
              <a:ext uri="{FF2B5EF4-FFF2-40B4-BE49-F238E27FC236}">
                <a16:creationId xmlns:a16="http://schemas.microsoft.com/office/drawing/2014/main" id="{57305E9B-4370-50EC-DA8B-10891642D3BC}"/>
              </a:ext>
            </a:extLst>
          </p:cNvPr>
          <p:cNvSpPr txBox="1"/>
          <p:nvPr/>
        </p:nvSpPr>
        <p:spPr>
          <a:xfrm>
            <a:off x="5147734" y="2524033"/>
            <a:ext cx="570089" cy="230832"/>
          </a:xfrm>
          <a:prstGeom prst="rect">
            <a:avLst/>
          </a:prstGeom>
          <a:noFill/>
        </p:spPr>
        <p:txBody>
          <a:bodyPr wrap="square" rtlCol="0">
            <a:spAutoFit/>
          </a:bodyPr>
          <a:lstStyle/>
          <a:p>
            <a:pPr algn="ctr"/>
            <a:r>
              <a:rPr lang="en-US" sz="900" dirty="0"/>
              <a:t>52</a:t>
            </a:r>
          </a:p>
        </p:txBody>
      </p:sp>
      <p:sp>
        <p:nvSpPr>
          <p:cNvPr id="68" name="TextBox 67">
            <a:extLst>
              <a:ext uri="{FF2B5EF4-FFF2-40B4-BE49-F238E27FC236}">
                <a16:creationId xmlns:a16="http://schemas.microsoft.com/office/drawing/2014/main" id="{D8073DE4-69BD-1ADD-AAA4-78946E000058}"/>
              </a:ext>
            </a:extLst>
          </p:cNvPr>
          <p:cNvSpPr txBox="1"/>
          <p:nvPr/>
        </p:nvSpPr>
        <p:spPr>
          <a:xfrm>
            <a:off x="6654802" y="4527809"/>
            <a:ext cx="570089" cy="230832"/>
          </a:xfrm>
          <a:prstGeom prst="rect">
            <a:avLst/>
          </a:prstGeom>
          <a:noFill/>
        </p:spPr>
        <p:txBody>
          <a:bodyPr wrap="square" rtlCol="0">
            <a:spAutoFit/>
          </a:bodyPr>
          <a:lstStyle/>
          <a:p>
            <a:pPr algn="ctr"/>
            <a:r>
              <a:rPr lang="en-US" sz="900" dirty="0"/>
              <a:t>52</a:t>
            </a:r>
          </a:p>
        </p:txBody>
      </p:sp>
      <p:sp>
        <p:nvSpPr>
          <p:cNvPr id="70" name="TextBox 69">
            <a:extLst>
              <a:ext uri="{FF2B5EF4-FFF2-40B4-BE49-F238E27FC236}">
                <a16:creationId xmlns:a16="http://schemas.microsoft.com/office/drawing/2014/main" id="{D8C6FF72-C323-EC7B-EAC0-0E7D23B48B72}"/>
              </a:ext>
            </a:extLst>
          </p:cNvPr>
          <p:cNvSpPr txBox="1"/>
          <p:nvPr/>
        </p:nvSpPr>
        <p:spPr>
          <a:xfrm>
            <a:off x="5650090" y="2285497"/>
            <a:ext cx="570089" cy="230832"/>
          </a:xfrm>
          <a:prstGeom prst="rect">
            <a:avLst/>
          </a:prstGeom>
          <a:noFill/>
        </p:spPr>
        <p:txBody>
          <a:bodyPr wrap="square" rtlCol="0">
            <a:spAutoFit/>
          </a:bodyPr>
          <a:lstStyle/>
          <a:p>
            <a:pPr algn="ctr"/>
            <a:r>
              <a:rPr lang="en-US" sz="900" dirty="0"/>
              <a:t>37</a:t>
            </a:r>
          </a:p>
        </p:txBody>
      </p:sp>
      <p:sp>
        <p:nvSpPr>
          <p:cNvPr id="71" name="TextBox 70">
            <a:extLst>
              <a:ext uri="{FF2B5EF4-FFF2-40B4-BE49-F238E27FC236}">
                <a16:creationId xmlns:a16="http://schemas.microsoft.com/office/drawing/2014/main" id="{C06BBC5C-BC97-4A27-66ED-D94EBE57A934}"/>
              </a:ext>
            </a:extLst>
          </p:cNvPr>
          <p:cNvSpPr txBox="1"/>
          <p:nvPr/>
        </p:nvSpPr>
        <p:spPr>
          <a:xfrm>
            <a:off x="5147734" y="2905709"/>
            <a:ext cx="570089" cy="230832"/>
          </a:xfrm>
          <a:prstGeom prst="rect">
            <a:avLst/>
          </a:prstGeom>
          <a:noFill/>
        </p:spPr>
        <p:txBody>
          <a:bodyPr wrap="square" rtlCol="0">
            <a:spAutoFit/>
          </a:bodyPr>
          <a:lstStyle/>
          <a:p>
            <a:pPr algn="ctr"/>
            <a:r>
              <a:rPr lang="en-US" sz="900" dirty="0"/>
              <a:t>25</a:t>
            </a:r>
          </a:p>
        </p:txBody>
      </p:sp>
      <p:sp>
        <p:nvSpPr>
          <p:cNvPr id="74" name="TextBox 73">
            <a:extLst>
              <a:ext uri="{FF2B5EF4-FFF2-40B4-BE49-F238E27FC236}">
                <a16:creationId xmlns:a16="http://schemas.microsoft.com/office/drawing/2014/main" id="{4ED2D432-0F51-02BB-46D4-3EB4F7D0909A}"/>
              </a:ext>
            </a:extLst>
          </p:cNvPr>
          <p:cNvSpPr txBox="1"/>
          <p:nvPr/>
        </p:nvSpPr>
        <p:spPr>
          <a:xfrm>
            <a:off x="6152446" y="4527809"/>
            <a:ext cx="570089" cy="230832"/>
          </a:xfrm>
          <a:prstGeom prst="rect">
            <a:avLst/>
          </a:prstGeom>
          <a:noFill/>
        </p:spPr>
        <p:txBody>
          <a:bodyPr wrap="square" rtlCol="0">
            <a:spAutoFit/>
          </a:bodyPr>
          <a:lstStyle/>
          <a:p>
            <a:pPr algn="ctr"/>
            <a:r>
              <a:rPr lang="en-US" sz="900" dirty="0"/>
              <a:t>25</a:t>
            </a:r>
          </a:p>
        </p:txBody>
      </p:sp>
      <p:sp>
        <p:nvSpPr>
          <p:cNvPr id="75" name="TextBox 74">
            <a:extLst>
              <a:ext uri="{FF2B5EF4-FFF2-40B4-BE49-F238E27FC236}">
                <a16:creationId xmlns:a16="http://schemas.microsoft.com/office/drawing/2014/main" id="{A792B1F5-7428-54D2-C310-23FA1D432EDE}"/>
              </a:ext>
            </a:extLst>
          </p:cNvPr>
          <p:cNvSpPr txBox="1"/>
          <p:nvPr/>
        </p:nvSpPr>
        <p:spPr>
          <a:xfrm>
            <a:off x="6654802" y="3788329"/>
            <a:ext cx="570089" cy="230832"/>
          </a:xfrm>
          <a:prstGeom prst="rect">
            <a:avLst/>
          </a:prstGeom>
          <a:noFill/>
        </p:spPr>
        <p:txBody>
          <a:bodyPr wrap="square" rtlCol="0">
            <a:spAutoFit/>
          </a:bodyPr>
          <a:lstStyle/>
          <a:p>
            <a:pPr algn="ctr"/>
            <a:r>
              <a:rPr lang="en-US" sz="900" dirty="0"/>
              <a:t>37</a:t>
            </a:r>
          </a:p>
        </p:txBody>
      </p:sp>
      <p:sp>
        <p:nvSpPr>
          <p:cNvPr id="73" name="TextBox 72">
            <a:extLst>
              <a:ext uri="{FF2B5EF4-FFF2-40B4-BE49-F238E27FC236}">
                <a16:creationId xmlns:a16="http://schemas.microsoft.com/office/drawing/2014/main" id="{C33AE817-E957-0C5E-D4F5-7A6A93B5FC3F}"/>
              </a:ext>
            </a:extLst>
          </p:cNvPr>
          <p:cNvSpPr txBox="1"/>
          <p:nvPr/>
        </p:nvSpPr>
        <p:spPr>
          <a:xfrm>
            <a:off x="5147734" y="3287385"/>
            <a:ext cx="570089" cy="230832"/>
          </a:xfrm>
          <a:prstGeom prst="rect">
            <a:avLst/>
          </a:prstGeom>
          <a:noFill/>
        </p:spPr>
        <p:txBody>
          <a:bodyPr wrap="square" rtlCol="0">
            <a:spAutoFit/>
          </a:bodyPr>
          <a:lstStyle/>
          <a:p>
            <a:pPr algn="ctr"/>
            <a:r>
              <a:rPr lang="en-US" sz="900" dirty="0"/>
              <a:t>73</a:t>
            </a:r>
          </a:p>
        </p:txBody>
      </p:sp>
      <p:sp>
        <p:nvSpPr>
          <p:cNvPr id="78" name="TextBox 77">
            <a:extLst>
              <a:ext uri="{FF2B5EF4-FFF2-40B4-BE49-F238E27FC236}">
                <a16:creationId xmlns:a16="http://schemas.microsoft.com/office/drawing/2014/main" id="{F871281C-730E-C9F7-4DC6-35CDF151D6CC}"/>
              </a:ext>
            </a:extLst>
          </p:cNvPr>
          <p:cNvSpPr txBox="1"/>
          <p:nvPr/>
        </p:nvSpPr>
        <p:spPr>
          <a:xfrm>
            <a:off x="6152446" y="3788329"/>
            <a:ext cx="570089" cy="230832"/>
          </a:xfrm>
          <a:prstGeom prst="rect">
            <a:avLst/>
          </a:prstGeom>
          <a:noFill/>
        </p:spPr>
        <p:txBody>
          <a:bodyPr wrap="square" rtlCol="0">
            <a:spAutoFit/>
          </a:bodyPr>
          <a:lstStyle/>
          <a:p>
            <a:pPr algn="ctr"/>
            <a:r>
              <a:rPr lang="en-US" sz="900" dirty="0"/>
              <a:t>73</a:t>
            </a:r>
          </a:p>
        </p:txBody>
      </p:sp>
      <p:sp>
        <p:nvSpPr>
          <p:cNvPr id="79" name="TextBox 78">
            <a:extLst>
              <a:ext uri="{FF2B5EF4-FFF2-40B4-BE49-F238E27FC236}">
                <a16:creationId xmlns:a16="http://schemas.microsoft.com/office/drawing/2014/main" id="{F653764D-856C-792C-5E63-73D42111C3EC}"/>
              </a:ext>
            </a:extLst>
          </p:cNvPr>
          <p:cNvSpPr txBox="1"/>
          <p:nvPr/>
        </p:nvSpPr>
        <p:spPr>
          <a:xfrm>
            <a:off x="6214537" y="3237891"/>
            <a:ext cx="462845" cy="584775"/>
          </a:xfrm>
          <a:prstGeom prst="rect">
            <a:avLst/>
          </a:prstGeom>
          <a:noFill/>
        </p:spPr>
        <p:txBody>
          <a:bodyPr wrap="square" rtlCol="0">
            <a:spAutoFit/>
          </a:bodyPr>
          <a:lstStyle/>
          <a:p>
            <a:pPr algn="ctr"/>
            <a:r>
              <a:rPr lang="en-US" sz="3200" dirty="0"/>
              <a:t>9</a:t>
            </a:r>
          </a:p>
        </p:txBody>
      </p:sp>
      <p:sp>
        <p:nvSpPr>
          <p:cNvPr id="48" name="TextBox 47">
            <a:extLst>
              <a:ext uri="{FF2B5EF4-FFF2-40B4-BE49-F238E27FC236}">
                <a16:creationId xmlns:a16="http://schemas.microsoft.com/office/drawing/2014/main" id="{5355C8C1-8A4C-989C-E27C-24C22B8AAD2A}"/>
              </a:ext>
            </a:extLst>
          </p:cNvPr>
          <p:cNvSpPr txBox="1"/>
          <p:nvPr/>
        </p:nvSpPr>
        <p:spPr>
          <a:xfrm>
            <a:off x="3716867" y="1727886"/>
            <a:ext cx="462845" cy="584775"/>
          </a:xfrm>
          <a:prstGeom prst="rect">
            <a:avLst/>
          </a:prstGeom>
          <a:noFill/>
        </p:spPr>
        <p:txBody>
          <a:bodyPr wrap="square" rtlCol="0">
            <a:spAutoFit/>
          </a:bodyPr>
          <a:lstStyle/>
          <a:p>
            <a:pPr algn="ctr"/>
            <a:r>
              <a:rPr lang="en-US" sz="3200" dirty="0"/>
              <a:t>4</a:t>
            </a:r>
          </a:p>
        </p:txBody>
      </p:sp>
      <p:sp>
        <p:nvSpPr>
          <p:cNvPr id="49" name="TextBox 48">
            <a:extLst>
              <a:ext uri="{FF2B5EF4-FFF2-40B4-BE49-F238E27FC236}">
                <a16:creationId xmlns:a16="http://schemas.microsoft.com/office/drawing/2014/main" id="{AC23B070-D87C-5DEC-1E52-5C6BA9DD0C04}"/>
              </a:ext>
            </a:extLst>
          </p:cNvPr>
          <p:cNvSpPr txBox="1"/>
          <p:nvPr/>
        </p:nvSpPr>
        <p:spPr>
          <a:xfrm>
            <a:off x="5715003" y="3237891"/>
            <a:ext cx="462845" cy="584775"/>
          </a:xfrm>
          <a:prstGeom prst="rect">
            <a:avLst/>
          </a:prstGeom>
          <a:noFill/>
        </p:spPr>
        <p:txBody>
          <a:bodyPr wrap="square" rtlCol="0">
            <a:spAutoFit/>
          </a:bodyPr>
          <a:lstStyle/>
          <a:p>
            <a:pPr algn="ctr"/>
            <a:r>
              <a:rPr lang="en-US" sz="3200" dirty="0"/>
              <a:t>4</a:t>
            </a:r>
          </a:p>
        </p:txBody>
      </p:sp>
      <p:sp>
        <p:nvSpPr>
          <p:cNvPr id="46" name="TextBox 45">
            <a:extLst>
              <a:ext uri="{FF2B5EF4-FFF2-40B4-BE49-F238E27FC236}">
                <a16:creationId xmlns:a16="http://schemas.microsoft.com/office/drawing/2014/main" id="{F23CF7E4-C5FA-D994-8DF8-075F002B2B44}"/>
              </a:ext>
            </a:extLst>
          </p:cNvPr>
          <p:cNvSpPr txBox="1"/>
          <p:nvPr/>
        </p:nvSpPr>
        <p:spPr>
          <a:xfrm>
            <a:off x="3217333" y="721216"/>
            <a:ext cx="462845" cy="584775"/>
          </a:xfrm>
          <a:prstGeom prst="rect">
            <a:avLst/>
          </a:prstGeom>
          <a:noFill/>
        </p:spPr>
        <p:txBody>
          <a:bodyPr wrap="square" rtlCol="0">
            <a:spAutoFit/>
          </a:bodyPr>
          <a:lstStyle/>
          <a:p>
            <a:pPr algn="ctr"/>
            <a:r>
              <a:rPr lang="en-US" sz="3200" dirty="0"/>
              <a:t>9</a:t>
            </a:r>
          </a:p>
        </p:txBody>
      </p:sp>
      <p:sp>
        <p:nvSpPr>
          <p:cNvPr id="47" name="TextBox 46">
            <a:extLst>
              <a:ext uri="{FF2B5EF4-FFF2-40B4-BE49-F238E27FC236}">
                <a16:creationId xmlns:a16="http://schemas.microsoft.com/office/drawing/2014/main" id="{BF27BF10-DA08-55A8-3BDA-C99B0C4B6320}"/>
              </a:ext>
            </a:extLst>
          </p:cNvPr>
          <p:cNvSpPr txBox="1"/>
          <p:nvPr/>
        </p:nvSpPr>
        <p:spPr>
          <a:xfrm>
            <a:off x="7213604" y="4747898"/>
            <a:ext cx="462845" cy="584775"/>
          </a:xfrm>
          <a:prstGeom prst="rect">
            <a:avLst/>
          </a:prstGeom>
          <a:noFill/>
        </p:spPr>
        <p:txBody>
          <a:bodyPr wrap="square" rtlCol="0">
            <a:spAutoFit/>
          </a:bodyPr>
          <a:lstStyle/>
          <a:p>
            <a:pPr algn="ctr"/>
            <a:r>
              <a:rPr lang="en-US" sz="3200" dirty="0"/>
              <a:t>1</a:t>
            </a:r>
          </a:p>
        </p:txBody>
      </p:sp>
      <p:sp>
        <p:nvSpPr>
          <p:cNvPr id="60" name="TextBox 59">
            <a:extLst>
              <a:ext uri="{FF2B5EF4-FFF2-40B4-BE49-F238E27FC236}">
                <a16:creationId xmlns:a16="http://schemas.microsoft.com/office/drawing/2014/main" id="{D56381F1-283E-485F-74A4-BCD59620FAFF}"/>
              </a:ext>
            </a:extLst>
          </p:cNvPr>
          <p:cNvSpPr txBox="1"/>
          <p:nvPr/>
        </p:nvSpPr>
        <p:spPr>
          <a:xfrm>
            <a:off x="7213604" y="2734556"/>
            <a:ext cx="462845" cy="584775"/>
          </a:xfrm>
          <a:prstGeom prst="rect">
            <a:avLst/>
          </a:prstGeom>
          <a:noFill/>
        </p:spPr>
        <p:txBody>
          <a:bodyPr wrap="square" rtlCol="0">
            <a:spAutoFit/>
          </a:bodyPr>
          <a:lstStyle/>
          <a:p>
            <a:pPr algn="ctr"/>
            <a:r>
              <a:rPr lang="en-US" sz="3200" dirty="0"/>
              <a:t>6</a:t>
            </a:r>
          </a:p>
        </p:txBody>
      </p:sp>
      <p:sp>
        <p:nvSpPr>
          <p:cNvPr id="61" name="TextBox 60">
            <a:extLst>
              <a:ext uri="{FF2B5EF4-FFF2-40B4-BE49-F238E27FC236}">
                <a16:creationId xmlns:a16="http://schemas.microsoft.com/office/drawing/2014/main" id="{9A8D9040-C83F-D7B4-5678-254A9FAE551B}"/>
              </a:ext>
            </a:extLst>
          </p:cNvPr>
          <p:cNvSpPr txBox="1"/>
          <p:nvPr/>
        </p:nvSpPr>
        <p:spPr>
          <a:xfrm>
            <a:off x="3640666" y="901933"/>
            <a:ext cx="570089" cy="230832"/>
          </a:xfrm>
          <a:prstGeom prst="rect">
            <a:avLst/>
          </a:prstGeom>
          <a:noFill/>
        </p:spPr>
        <p:txBody>
          <a:bodyPr wrap="square" rtlCol="0">
            <a:spAutoFit/>
          </a:bodyPr>
          <a:lstStyle/>
          <a:p>
            <a:pPr algn="ctr"/>
            <a:r>
              <a:rPr lang="en-US" sz="900" dirty="0"/>
              <a:t>28</a:t>
            </a:r>
          </a:p>
        </p:txBody>
      </p:sp>
      <p:sp>
        <p:nvSpPr>
          <p:cNvPr id="65" name="TextBox 64">
            <a:extLst>
              <a:ext uri="{FF2B5EF4-FFF2-40B4-BE49-F238E27FC236}">
                <a16:creationId xmlns:a16="http://schemas.microsoft.com/office/drawing/2014/main" id="{DF947206-8139-BABA-C88A-DD28BA06EA53}"/>
              </a:ext>
            </a:extLst>
          </p:cNvPr>
          <p:cNvSpPr txBox="1"/>
          <p:nvPr/>
        </p:nvSpPr>
        <p:spPr>
          <a:xfrm>
            <a:off x="3640666" y="1402877"/>
            <a:ext cx="570089" cy="230832"/>
          </a:xfrm>
          <a:prstGeom prst="rect">
            <a:avLst/>
          </a:prstGeom>
          <a:noFill/>
        </p:spPr>
        <p:txBody>
          <a:bodyPr wrap="square" rtlCol="0">
            <a:spAutoFit/>
          </a:bodyPr>
          <a:lstStyle/>
          <a:p>
            <a:pPr algn="ctr"/>
            <a:r>
              <a:rPr lang="en-US" sz="900" dirty="0"/>
              <a:t>238</a:t>
            </a:r>
          </a:p>
        </p:txBody>
      </p:sp>
      <p:sp>
        <p:nvSpPr>
          <p:cNvPr id="77" name="TextBox 76">
            <a:extLst>
              <a:ext uri="{FF2B5EF4-FFF2-40B4-BE49-F238E27FC236}">
                <a16:creationId xmlns:a16="http://schemas.microsoft.com/office/drawing/2014/main" id="{05C4F916-EFE9-4AC1-EBDB-13DFE2D2B5EA}"/>
              </a:ext>
            </a:extLst>
          </p:cNvPr>
          <p:cNvSpPr txBox="1"/>
          <p:nvPr/>
        </p:nvSpPr>
        <p:spPr>
          <a:xfrm>
            <a:off x="3138310" y="1402877"/>
            <a:ext cx="570089" cy="230832"/>
          </a:xfrm>
          <a:prstGeom prst="rect">
            <a:avLst/>
          </a:prstGeom>
          <a:noFill/>
        </p:spPr>
        <p:txBody>
          <a:bodyPr wrap="square" rtlCol="0">
            <a:spAutoFit/>
          </a:bodyPr>
          <a:lstStyle/>
          <a:p>
            <a:pPr algn="ctr"/>
            <a:r>
              <a:rPr lang="en-US" sz="900" dirty="0"/>
              <a:t>23</a:t>
            </a:r>
          </a:p>
        </p:txBody>
      </p:sp>
      <p:sp>
        <p:nvSpPr>
          <p:cNvPr id="87" name="TextBox 86">
            <a:extLst>
              <a:ext uri="{FF2B5EF4-FFF2-40B4-BE49-F238E27FC236}">
                <a16:creationId xmlns:a16="http://schemas.microsoft.com/office/drawing/2014/main" id="{D1337B11-0CC0-C74C-34CC-E9D2776B57B3}"/>
              </a:ext>
            </a:extLst>
          </p:cNvPr>
          <p:cNvSpPr txBox="1"/>
          <p:nvPr/>
        </p:nvSpPr>
        <p:spPr>
          <a:xfrm>
            <a:off x="3138310" y="3406653"/>
            <a:ext cx="570089" cy="230832"/>
          </a:xfrm>
          <a:prstGeom prst="rect">
            <a:avLst/>
          </a:prstGeom>
          <a:noFill/>
        </p:spPr>
        <p:txBody>
          <a:bodyPr wrap="square" rtlCol="0">
            <a:spAutoFit/>
          </a:bodyPr>
          <a:lstStyle/>
          <a:p>
            <a:pPr algn="ctr"/>
            <a:r>
              <a:rPr lang="en-US" sz="900" dirty="0"/>
              <a:t>32</a:t>
            </a:r>
          </a:p>
        </p:txBody>
      </p:sp>
      <p:sp>
        <p:nvSpPr>
          <p:cNvPr id="90" name="TextBox 89">
            <a:extLst>
              <a:ext uri="{FF2B5EF4-FFF2-40B4-BE49-F238E27FC236}">
                <a16:creationId xmlns:a16="http://schemas.microsoft.com/office/drawing/2014/main" id="{3FB4CB83-8F03-E9EA-0D6E-C285F840A920}"/>
              </a:ext>
            </a:extLst>
          </p:cNvPr>
          <p:cNvSpPr txBox="1"/>
          <p:nvPr/>
        </p:nvSpPr>
        <p:spPr>
          <a:xfrm>
            <a:off x="5147734" y="4909484"/>
            <a:ext cx="570089" cy="230832"/>
          </a:xfrm>
          <a:prstGeom prst="rect">
            <a:avLst/>
          </a:prstGeom>
          <a:noFill/>
        </p:spPr>
        <p:txBody>
          <a:bodyPr wrap="square" rtlCol="0">
            <a:spAutoFit/>
          </a:bodyPr>
          <a:lstStyle/>
          <a:p>
            <a:pPr algn="ctr"/>
            <a:r>
              <a:rPr lang="en-US" sz="900" dirty="0"/>
              <a:t>37</a:t>
            </a:r>
          </a:p>
        </p:txBody>
      </p:sp>
      <p:sp>
        <p:nvSpPr>
          <p:cNvPr id="91" name="TextBox 90">
            <a:extLst>
              <a:ext uri="{FF2B5EF4-FFF2-40B4-BE49-F238E27FC236}">
                <a16:creationId xmlns:a16="http://schemas.microsoft.com/office/drawing/2014/main" id="{14B59F73-A955-17EC-421F-74B8F83020B9}"/>
              </a:ext>
            </a:extLst>
          </p:cNvPr>
          <p:cNvSpPr txBox="1"/>
          <p:nvPr/>
        </p:nvSpPr>
        <p:spPr>
          <a:xfrm>
            <a:off x="5650090" y="4909484"/>
            <a:ext cx="570089" cy="230832"/>
          </a:xfrm>
          <a:prstGeom prst="rect">
            <a:avLst/>
          </a:prstGeom>
          <a:noFill/>
        </p:spPr>
        <p:txBody>
          <a:bodyPr wrap="square" rtlCol="0">
            <a:spAutoFit/>
          </a:bodyPr>
          <a:lstStyle/>
          <a:p>
            <a:pPr algn="ctr"/>
            <a:r>
              <a:rPr lang="en-US" sz="900" dirty="0"/>
              <a:t>73</a:t>
            </a:r>
          </a:p>
        </p:txBody>
      </p:sp>
      <p:sp>
        <p:nvSpPr>
          <p:cNvPr id="94" name="TextBox 93">
            <a:extLst>
              <a:ext uri="{FF2B5EF4-FFF2-40B4-BE49-F238E27FC236}">
                <a16:creationId xmlns:a16="http://schemas.microsoft.com/office/drawing/2014/main" id="{64BEFFAF-9F23-41D1-0D84-0BFF30252ED3}"/>
              </a:ext>
            </a:extLst>
          </p:cNvPr>
          <p:cNvSpPr txBox="1"/>
          <p:nvPr/>
        </p:nvSpPr>
        <p:spPr>
          <a:xfrm>
            <a:off x="6152446" y="2905709"/>
            <a:ext cx="570089" cy="230832"/>
          </a:xfrm>
          <a:prstGeom prst="rect">
            <a:avLst/>
          </a:prstGeom>
          <a:noFill/>
        </p:spPr>
        <p:txBody>
          <a:bodyPr wrap="square" rtlCol="0">
            <a:spAutoFit/>
          </a:bodyPr>
          <a:lstStyle/>
          <a:p>
            <a:pPr algn="ctr"/>
            <a:r>
              <a:rPr lang="en-US" sz="900" dirty="0"/>
              <a:t>2357</a:t>
            </a:r>
          </a:p>
        </p:txBody>
      </p:sp>
      <p:sp>
        <p:nvSpPr>
          <p:cNvPr id="95" name="TextBox 94">
            <a:extLst>
              <a:ext uri="{FF2B5EF4-FFF2-40B4-BE49-F238E27FC236}">
                <a16:creationId xmlns:a16="http://schemas.microsoft.com/office/drawing/2014/main" id="{D010D5C5-4EDF-9820-A461-FA9D5A8A01DC}"/>
              </a:ext>
            </a:extLst>
          </p:cNvPr>
          <p:cNvSpPr txBox="1"/>
          <p:nvPr/>
        </p:nvSpPr>
        <p:spPr>
          <a:xfrm>
            <a:off x="3640666" y="2905709"/>
            <a:ext cx="570089" cy="230832"/>
          </a:xfrm>
          <a:prstGeom prst="rect">
            <a:avLst/>
          </a:prstGeom>
          <a:noFill/>
        </p:spPr>
        <p:txBody>
          <a:bodyPr wrap="square" rtlCol="0">
            <a:spAutoFit/>
          </a:bodyPr>
          <a:lstStyle/>
          <a:p>
            <a:pPr algn="ctr"/>
            <a:r>
              <a:rPr lang="en-US" sz="900" dirty="0"/>
              <a:t>75</a:t>
            </a:r>
          </a:p>
        </p:txBody>
      </p:sp>
      <p:sp>
        <p:nvSpPr>
          <p:cNvPr id="101" name="TextBox 100">
            <a:extLst>
              <a:ext uri="{FF2B5EF4-FFF2-40B4-BE49-F238E27FC236}">
                <a16:creationId xmlns:a16="http://schemas.microsoft.com/office/drawing/2014/main" id="{3BBAC941-59FE-A143-A494-BE7D7E60565F}"/>
              </a:ext>
            </a:extLst>
          </p:cNvPr>
          <p:cNvSpPr txBox="1"/>
          <p:nvPr/>
        </p:nvSpPr>
        <p:spPr>
          <a:xfrm>
            <a:off x="3716867" y="4244561"/>
            <a:ext cx="462845" cy="584775"/>
          </a:xfrm>
          <a:prstGeom prst="rect">
            <a:avLst/>
          </a:prstGeom>
          <a:noFill/>
        </p:spPr>
        <p:txBody>
          <a:bodyPr wrap="square" rtlCol="0">
            <a:spAutoFit/>
          </a:bodyPr>
          <a:lstStyle/>
          <a:p>
            <a:pPr algn="ctr"/>
            <a:r>
              <a:rPr lang="en-US" sz="3200" dirty="0"/>
              <a:t>1</a:t>
            </a:r>
          </a:p>
        </p:txBody>
      </p:sp>
      <p:sp>
        <p:nvSpPr>
          <p:cNvPr id="53" name="TextBox 52">
            <a:extLst>
              <a:ext uri="{FF2B5EF4-FFF2-40B4-BE49-F238E27FC236}">
                <a16:creationId xmlns:a16="http://schemas.microsoft.com/office/drawing/2014/main" id="{4DB1D369-9D48-C56C-1854-E077CAE83946}"/>
              </a:ext>
            </a:extLst>
          </p:cNvPr>
          <p:cNvSpPr txBox="1"/>
          <p:nvPr/>
        </p:nvSpPr>
        <p:spPr>
          <a:xfrm>
            <a:off x="4216401" y="3741226"/>
            <a:ext cx="462845" cy="584775"/>
          </a:xfrm>
          <a:prstGeom prst="rect">
            <a:avLst/>
          </a:prstGeom>
          <a:noFill/>
        </p:spPr>
        <p:txBody>
          <a:bodyPr wrap="square" rtlCol="0">
            <a:spAutoFit/>
          </a:bodyPr>
          <a:lstStyle/>
          <a:p>
            <a:pPr algn="ctr"/>
            <a:r>
              <a:rPr lang="en-US" sz="3200" dirty="0"/>
              <a:t>2</a:t>
            </a:r>
          </a:p>
        </p:txBody>
      </p:sp>
      <p:sp>
        <p:nvSpPr>
          <p:cNvPr id="56" name="TextBox 55">
            <a:extLst>
              <a:ext uri="{FF2B5EF4-FFF2-40B4-BE49-F238E27FC236}">
                <a16:creationId xmlns:a16="http://schemas.microsoft.com/office/drawing/2014/main" id="{167838DB-8637-57B2-B6C9-FF5973122D95}"/>
              </a:ext>
            </a:extLst>
          </p:cNvPr>
          <p:cNvSpPr txBox="1"/>
          <p:nvPr/>
        </p:nvSpPr>
        <p:spPr>
          <a:xfrm>
            <a:off x="6214537" y="721216"/>
            <a:ext cx="462845" cy="584775"/>
          </a:xfrm>
          <a:prstGeom prst="rect">
            <a:avLst/>
          </a:prstGeom>
          <a:noFill/>
        </p:spPr>
        <p:txBody>
          <a:bodyPr wrap="square" rtlCol="0">
            <a:spAutoFit/>
          </a:bodyPr>
          <a:lstStyle/>
          <a:p>
            <a:pPr algn="ctr"/>
            <a:r>
              <a:rPr lang="en-US" sz="3200" dirty="0"/>
              <a:t>1</a:t>
            </a:r>
          </a:p>
        </p:txBody>
      </p:sp>
      <p:sp>
        <p:nvSpPr>
          <p:cNvPr id="55" name="TextBox 54">
            <a:extLst>
              <a:ext uri="{FF2B5EF4-FFF2-40B4-BE49-F238E27FC236}">
                <a16:creationId xmlns:a16="http://schemas.microsoft.com/office/drawing/2014/main" id="{5C99A142-3E8C-1DD1-4C4E-B5640B170391}"/>
              </a:ext>
            </a:extLst>
          </p:cNvPr>
          <p:cNvSpPr txBox="1"/>
          <p:nvPr/>
        </p:nvSpPr>
        <p:spPr>
          <a:xfrm>
            <a:off x="6714071" y="4747898"/>
            <a:ext cx="462845" cy="584775"/>
          </a:xfrm>
          <a:prstGeom prst="rect">
            <a:avLst/>
          </a:prstGeom>
          <a:noFill/>
        </p:spPr>
        <p:txBody>
          <a:bodyPr wrap="square" rtlCol="0">
            <a:spAutoFit/>
          </a:bodyPr>
          <a:lstStyle/>
          <a:p>
            <a:pPr algn="ctr"/>
            <a:r>
              <a:rPr lang="en-US" sz="3200" dirty="0"/>
              <a:t>8</a:t>
            </a:r>
          </a:p>
        </p:txBody>
      </p:sp>
      <p:sp>
        <p:nvSpPr>
          <p:cNvPr id="80" name="TextBox 79">
            <a:extLst>
              <a:ext uri="{FF2B5EF4-FFF2-40B4-BE49-F238E27FC236}">
                <a16:creationId xmlns:a16="http://schemas.microsoft.com/office/drawing/2014/main" id="{A24D04DE-5DC7-15C7-B4A1-CC9FAA1249B4}"/>
              </a:ext>
            </a:extLst>
          </p:cNvPr>
          <p:cNvSpPr txBox="1"/>
          <p:nvPr/>
        </p:nvSpPr>
        <p:spPr>
          <a:xfrm>
            <a:off x="6214537" y="4747898"/>
            <a:ext cx="462845" cy="584775"/>
          </a:xfrm>
          <a:prstGeom prst="rect">
            <a:avLst/>
          </a:prstGeom>
          <a:noFill/>
        </p:spPr>
        <p:txBody>
          <a:bodyPr wrap="square" rtlCol="0">
            <a:spAutoFit/>
          </a:bodyPr>
          <a:lstStyle/>
          <a:p>
            <a:pPr algn="ctr"/>
            <a:r>
              <a:rPr lang="en-US" sz="3200" dirty="0"/>
              <a:t>6</a:t>
            </a:r>
          </a:p>
        </p:txBody>
      </p:sp>
      <p:sp>
        <p:nvSpPr>
          <p:cNvPr id="81" name="TextBox 80">
            <a:extLst>
              <a:ext uri="{FF2B5EF4-FFF2-40B4-BE49-F238E27FC236}">
                <a16:creationId xmlns:a16="http://schemas.microsoft.com/office/drawing/2014/main" id="{07F9423A-D421-C9CE-1900-A8860D8B4E76}"/>
              </a:ext>
            </a:extLst>
          </p:cNvPr>
          <p:cNvSpPr txBox="1"/>
          <p:nvPr/>
        </p:nvSpPr>
        <p:spPr>
          <a:xfrm>
            <a:off x="4216401" y="3237891"/>
            <a:ext cx="462845" cy="584775"/>
          </a:xfrm>
          <a:prstGeom prst="rect">
            <a:avLst/>
          </a:prstGeom>
          <a:noFill/>
        </p:spPr>
        <p:txBody>
          <a:bodyPr wrap="square" rtlCol="0">
            <a:spAutoFit/>
          </a:bodyPr>
          <a:lstStyle/>
          <a:p>
            <a:pPr algn="ctr"/>
            <a:r>
              <a:rPr lang="en-US" sz="3200" dirty="0"/>
              <a:t>8</a:t>
            </a:r>
          </a:p>
        </p:txBody>
      </p:sp>
      <p:sp>
        <p:nvSpPr>
          <p:cNvPr id="93" name="TextBox 92">
            <a:extLst>
              <a:ext uri="{FF2B5EF4-FFF2-40B4-BE49-F238E27FC236}">
                <a16:creationId xmlns:a16="http://schemas.microsoft.com/office/drawing/2014/main" id="{D636B2DA-5656-B0E2-7DDC-4FAAE9F875BF}"/>
              </a:ext>
            </a:extLst>
          </p:cNvPr>
          <p:cNvSpPr txBox="1"/>
          <p:nvPr/>
        </p:nvSpPr>
        <p:spPr>
          <a:xfrm>
            <a:off x="4715935" y="4244561"/>
            <a:ext cx="462845" cy="584775"/>
          </a:xfrm>
          <a:prstGeom prst="rect">
            <a:avLst/>
          </a:prstGeom>
          <a:noFill/>
        </p:spPr>
        <p:txBody>
          <a:bodyPr wrap="square" rtlCol="0">
            <a:spAutoFit/>
          </a:bodyPr>
          <a:lstStyle/>
          <a:p>
            <a:pPr algn="ctr"/>
            <a:r>
              <a:rPr lang="en-US" sz="3200" dirty="0"/>
              <a:t>8</a:t>
            </a:r>
          </a:p>
        </p:txBody>
      </p:sp>
      <p:sp>
        <p:nvSpPr>
          <p:cNvPr id="72" name="TextBox 71">
            <a:extLst>
              <a:ext uri="{FF2B5EF4-FFF2-40B4-BE49-F238E27FC236}">
                <a16:creationId xmlns:a16="http://schemas.microsoft.com/office/drawing/2014/main" id="{89BC6653-E34E-B3A7-CFA1-4DCC5174CC47}"/>
              </a:ext>
            </a:extLst>
          </p:cNvPr>
          <p:cNvSpPr txBox="1"/>
          <p:nvPr/>
        </p:nvSpPr>
        <p:spPr>
          <a:xfrm>
            <a:off x="5215469" y="1224551"/>
            <a:ext cx="462845" cy="584775"/>
          </a:xfrm>
          <a:prstGeom prst="rect">
            <a:avLst/>
          </a:prstGeom>
          <a:noFill/>
        </p:spPr>
        <p:txBody>
          <a:bodyPr wrap="square" rtlCol="0">
            <a:spAutoFit/>
          </a:bodyPr>
          <a:lstStyle/>
          <a:p>
            <a:pPr algn="ctr"/>
            <a:r>
              <a:rPr lang="en-US" sz="3200" dirty="0"/>
              <a:t>6</a:t>
            </a:r>
          </a:p>
        </p:txBody>
      </p:sp>
      <p:sp>
        <p:nvSpPr>
          <p:cNvPr id="76" name="TextBox 75">
            <a:extLst>
              <a:ext uri="{FF2B5EF4-FFF2-40B4-BE49-F238E27FC236}">
                <a16:creationId xmlns:a16="http://schemas.microsoft.com/office/drawing/2014/main" id="{B4A00AB0-0015-22E6-567E-6F91B3224161}"/>
              </a:ext>
            </a:extLst>
          </p:cNvPr>
          <p:cNvSpPr txBox="1"/>
          <p:nvPr/>
        </p:nvSpPr>
        <p:spPr>
          <a:xfrm>
            <a:off x="3217333" y="2734556"/>
            <a:ext cx="462845" cy="584775"/>
          </a:xfrm>
          <a:prstGeom prst="rect">
            <a:avLst/>
          </a:prstGeom>
          <a:noFill/>
        </p:spPr>
        <p:txBody>
          <a:bodyPr wrap="square" rtlCol="0">
            <a:spAutoFit/>
          </a:bodyPr>
          <a:lstStyle/>
          <a:p>
            <a:pPr algn="ctr"/>
            <a:r>
              <a:rPr lang="en-US" sz="3200" dirty="0"/>
              <a:t>1</a:t>
            </a:r>
          </a:p>
        </p:txBody>
      </p:sp>
      <p:sp>
        <p:nvSpPr>
          <p:cNvPr id="67" name="TextBox 66">
            <a:extLst>
              <a:ext uri="{FF2B5EF4-FFF2-40B4-BE49-F238E27FC236}">
                <a16:creationId xmlns:a16="http://schemas.microsoft.com/office/drawing/2014/main" id="{CA49937A-1537-0FF4-3D51-4E0F330E9375}"/>
              </a:ext>
            </a:extLst>
          </p:cNvPr>
          <p:cNvSpPr txBox="1"/>
          <p:nvPr/>
        </p:nvSpPr>
        <p:spPr>
          <a:xfrm>
            <a:off x="3217333" y="2231221"/>
            <a:ext cx="462845" cy="584775"/>
          </a:xfrm>
          <a:prstGeom prst="rect">
            <a:avLst/>
          </a:prstGeom>
          <a:noFill/>
        </p:spPr>
        <p:txBody>
          <a:bodyPr wrap="square" rtlCol="0">
            <a:spAutoFit/>
          </a:bodyPr>
          <a:lstStyle/>
          <a:p>
            <a:pPr algn="ctr"/>
            <a:r>
              <a:rPr lang="en-US" sz="3200" dirty="0"/>
              <a:t>6</a:t>
            </a:r>
          </a:p>
        </p:txBody>
      </p:sp>
      <p:sp>
        <p:nvSpPr>
          <p:cNvPr id="82" name="TextBox 81">
            <a:extLst>
              <a:ext uri="{FF2B5EF4-FFF2-40B4-BE49-F238E27FC236}">
                <a16:creationId xmlns:a16="http://schemas.microsoft.com/office/drawing/2014/main" id="{C2B2CD7F-B689-A8A3-F9D6-5474622F1A68}"/>
              </a:ext>
            </a:extLst>
          </p:cNvPr>
          <p:cNvSpPr txBox="1"/>
          <p:nvPr/>
        </p:nvSpPr>
        <p:spPr>
          <a:xfrm>
            <a:off x="4715935" y="2231221"/>
            <a:ext cx="462845" cy="584775"/>
          </a:xfrm>
          <a:prstGeom prst="rect">
            <a:avLst/>
          </a:prstGeom>
          <a:noFill/>
        </p:spPr>
        <p:txBody>
          <a:bodyPr wrap="square" rtlCol="0">
            <a:spAutoFit/>
          </a:bodyPr>
          <a:lstStyle/>
          <a:p>
            <a:pPr algn="ctr"/>
            <a:r>
              <a:rPr lang="en-US" sz="3200" dirty="0"/>
              <a:t>1</a:t>
            </a:r>
          </a:p>
        </p:txBody>
      </p:sp>
      <p:sp>
        <p:nvSpPr>
          <p:cNvPr id="86" name="TextBox 85">
            <a:extLst>
              <a:ext uri="{FF2B5EF4-FFF2-40B4-BE49-F238E27FC236}">
                <a16:creationId xmlns:a16="http://schemas.microsoft.com/office/drawing/2014/main" id="{55FA062A-C167-4A3D-13BC-B4532A70817D}"/>
              </a:ext>
            </a:extLst>
          </p:cNvPr>
          <p:cNvSpPr txBox="1"/>
          <p:nvPr/>
        </p:nvSpPr>
        <p:spPr>
          <a:xfrm>
            <a:off x="4715935" y="3741226"/>
            <a:ext cx="462845" cy="584775"/>
          </a:xfrm>
          <a:prstGeom prst="rect">
            <a:avLst/>
          </a:prstGeom>
          <a:noFill/>
        </p:spPr>
        <p:txBody>
          <a:bodyPr wrap="square" rtlCol="0">
            <a:spAutoFit/>
          </a:bodyPr>
          <a:lstStyle/>
          <a:p>
            <a:pPr algn="ctr"/>
            <a:r>
              <a:rPr lang="en-US" sz="3200" dirty="0"/>
              <a:t>5</a:t>
            </a:r>
          </a:p>
        </p:txBody>
      </p:sp>
      <p:sp>
        <p:nvSpPr>
          <p:cNvPr id="88" name="TextBox 87">
            <a:extLst>
              <a:ext uri="{FF2B5EF4-FFF2-40B4-BE49-F238E27FC236}">
                <a16:creationId xmlns:a16="http://schemas.microsoft.com/office/drawing/2014/main" id="{C1EEE86E-9946-1A24-7D63-CEE3C9B01E28}"/>
              </a:ext>
            </a:extLst>
          </p:cNvPr>
          <p:cNvSpPr txBox="1"/>
          <p:nvPr/>
        </p:nvSpPr>
        <p:spPr>
          <a:xfrm>
            <a:off x="4715935" y="1727886"/>
            <a:ext cx="462845" cy="584775"/>
          </a:xfrm>
          <a:prstGeom prst="rect">
            <a:avLst/>
          </a:prstGeom>
          <a:noFill/>
        </p:spPr>
        <p:txBody>
          <a:bodyPr wrap="square" rtlCol="0">
            <a:spAutoFit/>
          </a:bodyPr>
          <a:lstStyle/>
          <a:p>
            <a:pPr algn="ctr"/>
            <a:r>
              <a:rPr lang="en-US" sz="3200" dirty="0"/>
              <a:t>3</a:t>
            </a:r>
          </a:p>
        </p:txBody>
      </p:sp>
      <p:sp>
        <p:nvSpPr>
          <p:cNvPr id="92" name="TextBox 91">
            <a:extLst>
              <a:ext uri="{FF2B5EF4-FFF2-40B4-BE49-F238E27FC236}">
                <a16:creationId xmlns:a16="http://schemas.microsoft.com/office/drawing/2014/main" id="{0F93CE86-3754-DBCB-E1B6-2908D7E139EB}"/>
              </a:ext>
            </a:extLst>
          </p:cNvPr>
          <p:cNvSpPr txBox="1"/>
          <p:nvPr/>
        </p:nvSpPr>
        <p:spPr>
          <a:xfrm>
            <a:off x="5715003" y="1727886"/>
            <a:ext cx="462845" cy="584775"/>
          </a:xfrm>
          <a:prstGeom prst="rect">
            <a:avLst/>
          </a:prstGeom>
          <a:noFill/>
        </p:spPr>
        <p:txBody>
          <a:bodyPr wrap="square" rtlCol="0">
            <a:spAutoFit/>
          </a:bodyPr>
          <a:lstStyle/>
          <a:p>
            <a:pPr algn="ctr"/>
            <a:r>
              <a:rPr lang="en-US" sz="3200" dirty="0"/>
              <a:t>1</a:t>
            </a:r>
          </a:p>
        </p:txBody>
      </p:sp>
      <p:sp>
        <p:nvSpPr>
          <p:cNvPr id="83" name="TextBox 82">
            <a:extLst>
              <a:ext uri="{FF2B5EF4-FFF2-40B4-BE49-F238E27FC236}">
                <a16:creationId xmlns:a16="http://schemas.microsoft.com/office/drawing/2014/main" id="{C09A7BEC-0A40-FEB9-D913-347A17446269}"/>
              </a:ext>
            </a:extLst>
          </p:cNvPr>
          <p:cNvSpPr txBox="1"/>
          <p:nvPr/>
        </p:nvSpPr>
        <p:spPr>
          <a:xfrm>
            <a:off x="4715935" y="4747898"/>
            <a:ext cx="462845" cy="584775"/>
          </a:xfrm>
          <a:prstGeom prst="rect">
            <a:avLst/>
          </a:prstGeom>
          <a:noFill/>
        </p:spPr>
        <p:txBody>
          <a:bodyPr wrap="square" rtlCol="0">
            <a:spAutoFit/>
          </a:bodyPr>
          <a:lstStyle/>
          <a:p>
            <a:pPr algn="ctr"/>
            <a:r>
              <a:rPr lang="en-US" sz="3200" dirty="0"/>
              <a:t>2</a:t>
            </a:r>
          </a:p>
        </p:txBody>
      </p:sp>
      <p:sp>
        <p:nvSpPr>
          <p:cNvPr id="84" name="TextBox 83">
            <a:extLst>
              <a:ext uri="{FF2B5EF4-FFF2-40B4-BE49-F238E27FC236}">
                <a16:creationId xmlns:a16="http://schemas.microsoft.com/office/drawing/2014/main" id="{0F4FB9FC-7270-2084-82A4-5527982ECB6B}"/>
              </a:ext>
            </a:extLst>
          </p:cNvPr>
          <p:cNvSpPr txBox="1"/>
          <p:nvPr/>
        </p:nvSpPr>
        <p:spPr>
          <a:xfrm>
            <a:off x="5215469" y="3741226"/>
            <a:ext cx="462845" cy="584775"/>
          </a:xfrm>
          <a:prstGeom prst="rect">
            <a:avLst/>
          </a:prstGeom>
          <a:noFill/>
        </p:spPr>
        <p:txBody>
          <a:bodyPr wrap="square" rtlCol="0">
            <a:spAutoFit/>
          </a:bodyPr>
          <a:lstStyle/>
          <a:p>
            <a:pPr algn="ctr"/>
            <a:r>
              <a:rPr lang="en-US" sz="3200" dirty="0"/>
              <a:t>1</a:t>
            </a:r>
          </a:p>
        </p:txBody>
      </p:sp>
      <p:sp>
        <p:nvSpPr>
          <p:cNvPr id="54" name="TextBox 53">
            <a:extLst>
              <a:ext uri="{FF2B5EF4-FFF2-40B4-BE49-F238E27FC236}">
                <a16:creationId xmlns:a16="http://schemas.microsoft.com/office/drawing/2014/main" id="{6DC84473-EFDC-BBBA-5730-7DBFD09043F9}"/>
              </a:ext>
            </a:extLst>
          </p:cNvPr>
          <p:cNvSpPr txBox="1"/>
          <p:nvPr/>
        </p:nvSpPr>
        <p:spPr>
          <a:xfrm>
            <a:off x="3217333" y="1727886"/>
            <a:ext cx="462845" cy="584775"/>
          </a:xfrm>
          <a:prstGeom prst="rect">
            <a:avLst/>
          </a:prstGeom>
          <a:noFill/>
        </p:spPr>
        <p:txBody>
          <a:bodyPr wrap="square" rtlCol="0">
            <a:spAutoFit/>
          </a:bodyPr>
          <a:lstStyle/>
          <a:p>
            <a:pPr algn="ctr"/>
            <a:r>
              <a:rPr lang="en-US" sz="3200" dirty="0"/>
              <a:t>5</a:t>
            </a:r>
          </a:p>
        </p:txBody>
      </p:sp>
      <p:sp>
        <p:nvSpPr>
          <p:cNvPr id="89" name="TextBox 88">
            <a:extLst>
              <a:ext uri="{FF2B5EF4-FFF2-40B4-BE49-F238E27FC236}">
                <a16:creationId xmlns:a16="http://schemas.microsoft.com/office/drawing/2014/main" id="{188301E5-DDB0-365E-677C-61BBC318900B}"/>
              </a:ext>
            </a:extLst>
          </p:cNvPr>
          <p:cNvSpPr txBox="1"/>
          <p:nvPr/>
        </p:nvSpPr>
        <p:spPr>
          <a:xfrm>
            <a:off x="5215469" y="721216"/>
            <a:ext cx="462845" cy="584775"/>
          </a:xfrm>
          <a:prstGeom prst="rect">
            <a:avLst/>
          </a:prstGeom>
          <a:noFill/>
        </p:spPr>
        <p:txBody>
          <a:bodyPr wrap="square" rtlCol="0">
            <a:spAutoFit/>
          </a:bodyPr>
          <a:lstStyle/>
          <a:p>
            <a:pPr algn="ctr"/>
            <a:r>
              <a:rPr lang="en-US" sz="3200" dirty="0"/>
              <a:t>8</a:t>
            </a:r>
          </a:p>
        </p:txBody>
      </p:sp>
      <p:sp>
        <p:nvSpPr>
          <p:cNvPr id="97" name="TextBox 96">
            <a:extLst>
              <a:ext uri="{FF2B5EF4-FFF2-40B4-BE49-F238E27FC236}">
                <a16:creationId xmlns:a16="http://schemas.microsoft.com/office/drawing/2014/main" id="{B25C7404-B641-BE53-04FA-6092C90F218D}"/>
              </a:ext>
            </a:extLst>
          </p:cNvPr>
          <p:cNvSpPr txBox="1"/>
          <p:nvPr/>
        </p:nvSpPr>
        <p:spPr>
          <a:xfrm>
            <a:off x="5715003" y="1224551"/>
            <a:ext cx="462845" cy="584775"/>
          </a:xfrm>
          <a:prstGeom prst="rect">
            <a:avLst/>
          </a:prstGeom>
          <a:noFill/>
        </p:spPr>
        <p:txBody>
          <a:bodyPr wrap="square" rtlCol="0">
            <a:spAutoFit/>
          </a:bodyPr>
          <a:lstStyle/>
          <a:p>
            <a:pPr algn="ctr"/>
            <a:r>
              <a:rPr lang="en-US" sz="3200" dirty="0"/>
              <a:t>2</a:t>
            </a:r>
          </a:p>
        </p:txBody>
      </p:sp>
      <p:sp>
        <p:nvSpPr>
          <p:cNvPr id="98" name="TextBox 97">
            <a:extLst>
              <a:ext uri="{FF2B5EF4-FFF2-40B4-BE49-F238E27FC236}">
                <a16:creationId xmlns:a16="http://schemas.microsoft.com/office/drawing/2014/main" id="{CA3F460D-0618-5DAD-A404-64F329AA2C9F}"/>
              </a:ext>
            </a:extLst>
          </p:cNvPr>
          <p:cNvSpPr txBox="1"/>
          <p:nvPr/>
        </p:nvSpPr>
        <p:spPr>
          <a:xfrm>
            <a:off x="5715003" y="2734556"/>
            <a:ext cx="462845" cy="584775"/>
          </a:xfrm>
          <a:prstGeom prst="rect">
            <a:avLst/>
          </a:prstGeom>
          <a:noFill/>
        </p:spPr>
        <p:txBody>
          <a:bodyPr wrap="square" rtlCol="0">
            <a:spAutoFit/>
          </a:bodyPr>
          <a:lstStyle/>
          <a:p>
            <a:pPr algn="ctr"/>
            <a:r>
              <a:rPr lang="en-US" sz="3200" dirty="0"/>
              <a:t>8</a:t>
            </a:r>
          </a:p>
        </p:txBody>
      </p:sp>
    </p:spTree>
    <p:extLst>
      <p:ext uri="{BB962C8B-B14F-4D97-AF65-F5344CB8AC3E}">
        <p14:creationId xmlns:p14="http://schemas.microsoft.com/office/powerpoint/2010/main" val="1217706477"/>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0DBECC9-2A1E-AFFA-CA18-5B8E2D29B0BB}"/>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1716C853-A95B-12A3-41A6-FB48B9AA61F2}"/>
              </a:ext>
            </a:extLst>
          </p:cNvPr>
          <p:cNvSpPr>
            <a:spLocks noGrp="1"/>
          </p:cNvSpPr>
          <p:nvPr>
            <p:ph sz="half" idx="1"/>
          </p:nvPr>
        </p:nvSpPr>
        <p:spPr/>
        <p:txBody>
          <a:bodyPr>
            <a:normAutofit/>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9A6A2963-E5E8-A4D5-0220-BEF0962FFF94}"/>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E472411E-09C1-F932-2546-E6F93C571036}"/>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F44A5C24-B28D-07B7-1D0A-3088A37DF859}"/>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8C6EFE24-F1A1-F8DA-1409-36D3F8058812}"/>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3822ADA0-5000-43CA-B854-5BEE1339ADDD}"/>
              </a:ext>
            </a:extLst>
          </p:cNvPr>
          <p:cNvSpPr txBox="1"/>
          <p:nvPr/>
        </p:nvSpPr>
        <p:spPr>
          <a:xfrm>
            <a:off x="4715935" y="1224551"/>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8" name="TextBox 7">
            <a:extLst>
              <a:ext uri="{FF2B5EF4-FFF2-40B4-BE49-F238E27FC236}">
                <a16:creationId xmlns:a16="http://schemas.microsoft.com/office/drawing/2014/main" id="{E6FCAAF9-5CCB-2B56-A229-668162F1CC06}"/>
              </a:ext>
            </a:extLst>
          </p:cNvPr>
          <p:cNvSpPr txBox="1"/>
          <p:nvPr/>
        </p:nvSpPr>
        <p:spPr>
          <a:xfrm>
            <a:off x="6214537" y="1224551"/>
            <a:ext cx="462845" cy="584775"/>
          </a:xfrm>
          <a:prstGeom prst="rect">
            <a:avLst/>
          </a:prstGeom>
          <a:solidFill>
            <a:srgbClr val="00B050">
              <a:alpha val="40000"/>
            </a:srgbClr>
          </a:solidFill>
        </p:spPr>
        <p:txBody>
          <a:bodyPr wrap="square" rtlCol="0">
            <a:spAutoFit/>
          </a:bodyPr>
          <a:lstStyle/>
          <a:p>
            <a:pPr algn="ctr"/>
            <a:r>
              <a:rPr lang="en-US" sz="3200" dirty="0"/>
              <a:t>7</a:t>
            </a:r>
          </a:p>
        </p:txBody>
      </p:sp>
      <p:sp>
        <p:nvSpPr>
          <p:cNvPr id="9" name="TextBox 8">
            <a:extLst>
              <a:ext uri="{FF2B5EF4-FFF2-40B4-BE49-F238E27FC236}">
                <a16:creationId xmlns:a16="http://schemas.microsoft.com/office/drawing/2014/main" id="{0A52C1CB-DD20-95B8-211D-92A24F8E1F7A}"/>
              </a:ext>
            </a:extLst>
          </p:cNvPr>
          <p:cNvSpPr txBox="1"/>
          <p:nvPr/>
        </p:nvSpPr>
        <p:spPr>
          <a:xfrm>
            <a:off x="6714071" y="1224551"/>
            <a:ext cx="462845" cy="584775"/>
          </a:xfrm>
          <a:prstGeom prst="rect">
            <a:avLst/>
          </a:prstGeom>
          <a:solidFill>
            <a:srgbClr val="FFFF00">
              <a:alpha val="30000"/>
            </a:srgbClr>
          </a:solidFill>
        </p:spPr>
        <p:txBody>
          <a:bodyPr wrap="square" rtlCol="0">
            <a:spAutoFit/>
          </a:bodyPr>
          <a:lstStyle/>
          <a:p>
            <a:pPr algn="ctr"/>
            <a:r>
              <a:rPr lang="en-US" sz="3200" dirty="0"/>
              <a:t>9</a:t>
            </a:r>
          </a:p>
        </p:txBody>
      </p:sp>
      <p:sp>
        <p:nvSpPr>
          <p:cNvPr id="10" name="TextBox 9">
            <a:extLst>
              <a:ext uri="{FF2B5EF4-FFF2-40B4-BE49-F238E27FC236}">
                <a16:creationId xmlns:a16="http://schemas.microsoft.com/office/drawing/2014/main" id="{E58EBB8B-D2D5-6DD7-3EA7-40A78A3F9539}"/>
              </a:ext>
            </a:extLst>
          </p:cNvPr>
          <p:cNvSpPr txBox="1"/>
          <p:nvPr/>
        </p:nvSpPr>
        <p:spPr>
          <a:xfrm>
            <a:off x="7213604" y="1224551"/>
            <a:ext cx="462845" cy="584775"/>
          </a:xfrm>
          <a:prstGeom prst="rect">
            <a:avLst/>
          </a:prstGeom>
          <a:solidFill>
            <a:srgbClr val="FFC000">
              <a:alpha val="40000"/>
            </a:srgbClr>
          </a:solidFill>
        </p:spPr>
        <p:txBody>
          <a:bodyPr wrap="square" rtlCol="0">
            <a:spAutoFit/>
          </a:bodyPr>
          <a:lstStyle/>
          <a:p>
            <a:pPr algn="ctr"/>
            <a:r>
              <a:rPr lang="en-US" sz="3200" dirty="0"/>
              <a:t>5</a:t>
            </a:r>
          </a:p>
        </p:txBody>
      </p:sp>
      <p:sp>
        <p:nvSpPr>
          <p:cNvPr id="11" name="TextBox 10">
            <a:extLst>
              <a:ext uri="{FF2B5EF4-FFF2-40B4-BE49-F238E27FC236}">
                <a16:creationId xmlns:a16="http://schemas.microsoft.com/office/drawing/2014/main" id="{17F9D7B2-CC4E-5A71-5DA7-9FDBDB0D0303}"/>
              </a:ext>
            </a:extLst>
          </p:cNvPr>
          <p:cNvSpPr txBox="1"/>
          <p:nvPr/>
        </p:nvSpPr>
        <p:spPr>
          <a:xfrm>
            <a:off x="6714071" y="721216"/>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12" name="TextBox 11">
            <a:extLst>
              <a:ext uri="{FF2B5EF4-FFF2-40B4-BE49-F238E27FC236}">
                <a16:creationId xmlns:a16="http://schemas.microsoft.com/office/drawing/2014/main" id="{AD260368-1FC3-D22E-2F7B-B2825E8A166B}"/>
              </a:ext>
            </a:extLst>
          </p:cNvPr>
          <p:cNvSpPr txBox="1"/>
          <p:nvPr/>
        </p:nvSpPr>
        <p:spPr>
          <a:xfrm>
            <a:off x="7213604" y="721216"/>
            <a:ext cx="462845" cy="584775"/>
          </a:xfrm>
          <a:prstGeom prst="rect">
            <a:avLst/>
          </a:prstGeom>
          <a:solidFill>
            <a:srgbClr val="FF0000">
              <a:alpha val="30000"/>
            </a:srgbClr>
          </a:solidFill>
        </p:spPr>
        <p:txBody>
          <a:bodyPr wrap="square" rtlCol="0">
            <a:spAutoFit/>
          </a:bodyPr>
          <a:lstStyle/>
          <a:p>
            <a:pPr algn="ctr"/>
            <a:r>
              <a:rPr lang="en-US" sz="3200" dirty="0"/>
              <a:t>3</a:t>
            </a:r>
          </a:p>
        </p:txBody>
      </p:sp>
      <p:sp>
        <p:nvSpPr>
          <p:cNvPr id="13" name="TextBox 12">
            <a:extLst>
              <a:ext uri="{FF2B5EF4-FFF2-40B4-BE49-F238E27FC236}">
                <a16:creationId xmlns:a16="http://schemas.microsoft.com/office/drawing/2014/main" id="{20020131-C3D1-1C16-5C6A-863F0F13D0A5}"/>
              </a:ext>
            </a:extLst>
          </p:cNvPr>
          <p:cNvSpPr txBox="1"/>
          <p:nvPr/>
        </p:nvSpPr>
        <p:spPr>
          <a:xfrm>
            <a:off x="4216401" y="1727886"/>
            <a:ext cx="462845" cy="584775"/>
          </a:xfrm>
          <a:prstGeom prst="rect">
            <a:avLst/>
          </a:prstGeom>
          <a:solidFill>
            <a:srgbClr val="FFFF00">
              <a:alpha val="30000"/>
            </a:srgbClr>
          </a:solidFill>
        </p:spPr>
        <p:txBody>
          <a:bodyPr wrap="square" rtlCol="0">
            <a:spAutoFit/>
          </a:bodyPr>
          <a:lstStyle/>
          <a:p>
            <a:pPr algn="ctr"/>
            <a:r>
              <a:rPr lang="en-US" sz="3200" dirty="0"/>
              <a:t>7</a:t>
            </a:r>
          </a:p>
        </p:txBody>
      </p:sp>
      <p:sp>
        <p:nvSpPr>
          <p:cNvPr id="14" name="TextBox 13">
            <a:extLst>
              <a:ext uri="{FF2B5EF4-FFF2-40B4-BE49-F238E27FC236}">
                <a16:creationId xmlns:a16="http://schemas.microsoft.com/office/drawing/2014/main" id="{01689442-21ED-1C5A-8A11-E76895BA48E6}"/>
              </a:ext>
            </a:extLst>
          </p:cNvPr>
          <p:cNvSpPr txBox="1"/>
          <p:nvPr/>
        </p:nvSpPr>
        <p:spPr>
          <a:xfrm>
            <a:off x="5215469" y="1727886"/>
            <a:ext cx="462845" cy="584775"/>
          </a:xfrm>
          <a:prstGeom prst="rect">
            <a:avLst/>
          </a:prstGeom>
          <a:solidFill>
            <a:srgbClr val="00B050">
              <a:alpha val="40000"/>
            </a:srgbClr>
          </a:solidFill>
        </p:spPr>
        <p:txBody>
          <a:bodyPr wrap="square" rtlCol="0">
            <a:spAutoFit/>
          </a:bodyPr>
          <a:lstStyle/>
          <a:p>
            <a:pPr algn="ctr"/>
            <a:r>
              <a:rPr lang="en-US" sz="3200" dirty="0"/>
              <a:t>9</a:t>
            </a:r>
          </a:p>
        </p:txBody>
      </p:sp>
      <p:sp>
        <p:nvSpPr>
          <p:cNvPr id="15" name="TextBox 14">
            <a:extLst>
              <a:ext uri="{FF2B5EF4-FFF2-40B4-BE49-F238E27FC236}">
                <a16:creationId xmlns:a16="http://schemas.microsoft.com/office/drawing/2014/main" id="{3EC58BA9-577C-FD3B-35F1-6C3FE6DA0052}"/>
              </a:ext>
            </a:extLst>
          </p:cNvPr>
          <p:cNvSpPr txBox="1"/>
          <p:nvPr/>
        </p:nvSpPr>
        <p:spPr>
          <a:xfrm>
            <a:off x="6214537" y="1727886"/>
            <a:ext cx="462845" cy="584775"/>
          </a:xfrm>
          <a:prstGeom prst="rect">
            <a:avLst/>
          </a:prstGeom>
          <a:solidFill>
            <a:srgbClr val="00B0F0">
              <a:alpha val="30000"/>
            </a:srgbClr>
          </a:solidFill>
        </p:spPr>
        <p:txBody>
          <a:bodyPr wrap="square" rtlCol="0">
            <a:spAutoFit/>
          </a:bodyPr>
          <a:lstStyle/>
          <a:p>
            <a:pPr algn="ctr"/>
            <a:r>
              <a:rPr lang="en-US" sz="3200" dirty="0"/>
              <a:t>8</a:t>
            </a:r>
          </a:p>
        </p:txBody>
      </p:sp>
      <p:sp>
        <p:nvSpPr>
          <p:cNvPr id="16" name="TextBox 15">
            <a:extLst>
              <a:ext uri="{FF2B5EF4-FFF2-40B4-BE49-F238E27FC236}">
                <a16:creationId xmlns:a16="http://schemas.microsoft.com/office/drawing/2014/main" id="{DF9CDB46-AA71-2FDD-6D45-CCB54B84D4D4}"/>
              </a:ext>
            </a:extLst>
          </p:cNvPr>
          <p:cNvSpPr txBox="1"/>
          <p:nvPr/>
        </p:nvSpPr>
        <p:spPr>
          <a:xfrm>
            <a:off x="6714071" y="1727886"/>
            <a:ext cx="462845" cy="584775"/>
          </a:xfrm>
          <a:prstGeom prst="rect">
            <a:avLst/>
          </a:prstGeom>
          <a:solidFill>
            <a:srgbClr val="0070C0">
              <a:alpha val="40000"/>
            </a:srgbClr>
          </a:solidFill>
        </p:spPr>
        <p:txBody>
          <a:bodyPr wrap="square" rtlCol="0">
            <a:spAutoFit/>
          </a:bodyPr>
          <a:lstStyle/>
          <a:p>
            <a:pPr algn="ctr"/>
            <a:r>
              <a:rPr lang="en-US" sz="3200" dirty="0"/>
              <a:t>6</a:t>
            </a:r>
          </a:p>
        </p:txBody>
      </p:sp>
      <p:sp>
        <p:nvSpPr>
          <p:cNvPr id="17" name="TextBox 16">
            <a:extLst>
              <a:ext uri="{FF2B5EF4-FFF2-40B4-BE49-F238E27FC236}">
                <a16:creationId xmlns:a16="http://schemas.microsoft.com/office/drawing/2014/main" id="{B5A70068-CF26-6B2E-A020-1DC5D61BD564}"/>
              </a:ext>
            </a:extLst>
          </p:cNvPr>
          <p:cNvSpPr txBox="1"/>
          <p:nvPr/>
        </p:nvSpPr>
        <p:spPr>
          <a:xfrm>
            <a:off x="3716867" y="223122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18" name="TextBox 17">
            <a:extLst>
              <a:ext uri="{FF2B5EF4-FFF2-40B4-BE49-F238E27FC236}">
                <a16:creationId xmlns:a16="http://schemas.microsoft.com/office/drawing/2014/main" id="{1A4C7E33-529F-D158-3D0A-A08FF96A8801}"/>
              </a:ext>
            </a:extLst>
          </p:cNvPr>
          <p:cNvSpPr txBox="1"/>
          <p:nvPr/>
        </p:nvSpPr>
        <p:spPr>
          <a:xfrm>
            <a:off x="5215469" y="2231221"/>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19" name="TextBox 18">
            <a:extLst>
              <a:ext uri="{FF2B5EF4-FFF2-40B4-BE49-F238E27FC236}">
                <a16:creationId xmlns:a16="http://schemas.microsoft.com/office/drawing/2014/main" id="{0EA617E5-119D-2D13-E2A9-1777E7A4775E}"/>
              </a:ext>
            </a:extLst>
          </p:cNvPr>
          <p:cNvSpPr txBox="1"/>
          <p:nvPr/>
        </p:nvSpPr>
        <p:spPr>
          <a:xfrm>
            <a:off x="5715003" y="2231221"/>
            <a:ext cx="462845" cy="584775"/>
          </a:xfrm>
          <a:prstGeom prst="rect">
            <a:avLst/>
          </a:prstGeom>
          <a:solidFill>
            <a:srgbClr val="0070C0">
              <a:alpha val="40000"/>
            </a:srgbClr>
          </a:solidFill>
        </p:spPr>
        <p:txBody>
          <a:bodyPr wrap="square" rtlCol="0">
            <a:spAutoFit/>
          </a:bodyPr>
          <a:lstStyle/>
          <a:p>
            <a:pPr algn="ctr"/>
            <a:r>
              <a:rPr lang="en-US" sz="3200" dirty="0"/>
              <a:t>7</a:t>
            </a:r>
          </a:p>
        </p:txBody>
      </p:sp>
      <p:sp>
        <p:nvSpPr>
          <p:cNvPr id="20" name="TextBox 19">
            <a:extLst>
              <a:ext uri="{FF2B5EF4-FFF2-40B4-BE49-F238E27FC236}">
                <a16:creationId xmlns:a16="http://schemas.microsoft.com/office/drawing/2014/main" id="{EB832BCF-CEEA-C57E-7543-EB52669C0DB8}"/>
              </a:ext>
            </a:extLst>
          </p:cNvPr>
          <p:cNvSpPr txBox="1"/>
          <p:nvPr/>
        </p:nvSpPr>
        <p:spPr>
          <a:xfrm>
            <a:off x="6214537" y="2231221"/>
            <a:ext cx="462845" cy="584775"/>
          </a:xfrm>
          <a:prstGeom prst="rect">
            <a:avLst/>
          </a:prstGeom>
          <a:solidFill>
            <a:srgbClr val="FF0000">
              <a:alpha val="30000"/>
            </a:srgbClr>
          </a:solidFill>
        </p:spPr>
        <p:txBody>
          <a:bodyPr wrap="square" rtlCol="0">
            <a:spAutoFit/>
          </a:bodyPr>
          <a:lstStyle/>
          <a:p>
            <a:pPr algn="ctr"/>
            <a:r>
              <a:rPr lang="en-US" sz="3200" dirty="0"/>
              <a:t>4</a:t>
            </a:r>
          </a:p>
        </p:txBody>
      </p:sp>
      <p:sp>
        <p:nvSpPr>
          <p:cNvPr id="21" name="TextBox 20">
            <a:extLst>
              <a:ext uri="{FF2B5EF4-FFF2-40B4-BE49-F238E27FC236}">
                <a16:creationId xmlns:a16="http://schemas.microsoft.com/office/drawing/2014/main" id="{00714975-44C3-A0C7-750C-7FE62CE7D6EA}"/>
              </a:ext>
            </a:extLst>
          </p:cNvPr>
          <p:cNvSpPr txBox="1"/>
          <p:nvPr/>
        </p:nvSpPr>
        <p:spPr>
          <a:xfrm>
            <a:off x="6714071" y="223122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2" name="TextBox 21">
            <a:extLst>
              <a:ext uri="{FF2B5EF4-FFF2-40B4-BE49-F238E27FC236}">
                <a16:creationId xmlns:a16="http://schemas.microsoft.com/office/drawing/2014/main" id="{C387BD3E-C591-2CB8-D28D-C91B802B299C}"/>
              </a:ext>
            </a:extLst>
          </p:cNvPr>
          <p:cNvSpPr txBox="1"/>
          <p:nvPr/>
        </p:nvSpPr>
        <p:spPr>
          <a:xfrm>
            <a:off x="4216401" y="2734556"/>
            <a:ext cx="462845" cy="584775"/>
          </a:xfrm>
          <a:prstGeom prst="rect">
            <a:avLst/>
          </a:prstGeom>
          <a:solidFill>
            <a:srgbClr val="FF0000">
              <a:alpha val="30000"/>
            </a:srgbClr>
          </a:solidFill>
        </p:spPr>
        <p:txBody>
          <a:bodyPr wrap="square" rtlCol="0">
            <a:spAutoFit/>
          </a:bodyPr>
          <a:lstStyle/>
          <a:p>
            <a:pPr algn="ctr"/>
            <a:r>
              <a:rPr lang="en-US" sz="3200" dirty="0"/>
              <a:t>4</a:t>
            </a:r>
          </a:p>
        </p:txBody>
      </p:sp>
      <p:sp>
        <p:nvSpPr>
          <p:cNvPr id="23" name="TextBox 22">
            <a:extLst>
              <a:ext uri="{FF2B5EF4-FFF2-40B4-BE49-F238E27FC236}">
                <a16:creationId xmlns:a16="http://schemas.microsoft.com/office/drawing/2014/main" id="{F463E58B-8FA9-AD5A-3A74-7C6526AD1524}"/>
              </a:ext>
            </a:extLst>
          </p:cNvPr>
          <p:cNvSpPr txBox="1"/>
          <p:nvPr/>
        </p:nvSpPr>
        <p:spPr>
          <a:xfrm>
            <a:off x="5215469" y="2734556"/>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4" name="TextBox 23">
            <a:extLst>
              <a:ext uri="{FF2B5EF4-FFF2-40B4-BE49-F238E27FC236}">
                <a16:creationId xmlns:a16="http://schemas.microsoft.com/office/drawing/2014/main" id="{CF6D9187-FC3A-1DEE-23C3-F84F706A3E9F}"/>
              </a:ext>
            </a:extLst>
          </p:cNvPr>
          <p:cNvSpPr txBox="1"/>
          <p:nvPr/>
        </p:nvSpPr>
        <p:spPr>
          <a:xfrm>
            <a:off x="6714071" y="2734556"/>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25" name="TextBox 24">
            <a:extLst>
              <a:ext uri="{FF2B5EF4-FFF2-40B4-BE49-F238E27FC236}">
                <a16:creationId xmlns:a16="http://schemas.microsoft.com/office/drawing/2014/main" id="{BCCAC367-3335-B942-A903-25FDB99CB4EF}"/>
              </a:ext>
            </a:extLst>
          </p:cNvPr>
          <p:cNvSpPr txBox="1"/>
          <p:nvPr/>
        </p:nvSpPr>
        <p:spPr>
          <a:xfrm>
            <a:off x="3716867" y="323789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6" name="TextBox 25">
            <a:extLst>
              <a:ext uri="{FF2B5EF4-FFF2-40B4-BE49-F238E27FC236}">
                <a16:creationId xmlns:a16="http://schemas.microsoft.com/office/drawing/2014/main" id="{4A8BEE08-9F97-ACD9-75CA-3A955D1E0404}"/>
              </a:ext>
            </a:extLst>
          </p:cNvPr>
          <p:cNvSpPr txBox="1"/>
          <p:nvPr/>
        </p:nvSpPr>
        <p:spPr>
          <a:xfrm>
            <a:off x="4715935" y="3237891"/>
            <a:ext cx="462845" cy="584775"/>
          </a:xfrm>
          <a:prstGeom prst="rect">
            <a:avLst/>
          </a:prstGeom>
          <a:solidFill>
            <a:srgbClr val="FF0000">
              <a:alpha val="30000"/>
            </a:srgbClr>
          </a:solidFill>
        </p:spPr>
        <p:txBody>
          <a:bodyPr wrap="square" rtlCol="0">
            <a:spAutoFit/>
          </a:bodyPr>
          <a:lstStyle/>
          <a:p>
            <a:pPr algn="ctr"/>
            <a:r>
              <a:rPr lang="en-US" sz="3200" dirty="0"/>
              <a:t>6</a:t>
            </a:r>
          </a:p>
        </p:txBody>
      </p:sp>
      <p:sp>
        <p:nvSpPr>
          <p:cNvPr id="27" name="TextBox 26">
            <a:extLst>
              <a:ext uri="{FF2B5EF4-FFF2-40B4-BE49-F238E27FC236}">
                <a16:creationId xmlns:a16="http://schemas.microsoft.com/office/drawing/2014/main" id="{C0EBCB78-C8F7-4F8F-03AD-F86B902B1149}"/>
              </a:ext>
            </a:extLst>
          </p:cNvPr>
          <p:cNvSpPr txBox="1"/>
          <p:nvPr/>
        </p:nvSpPr>
        <p:spPr>
          <a:xfrm>
            <a:off x="5215469" y="3237891"/>
            <a:ext cx="462845" cy="584775"/>
          </a:xfrm>
          <a:prstGeom prst="rect">
            <a:avLst/>
          </a:prstGeom>
          <a:solidFill>
            <a:srgbClr val="FFC000">
              <a:alpha val="40000"/>
            </a:srgbClr>
          </a:solidFill>
        </p:spPr>
        <p:txBody>
          <a:bodyPr wrap="square" rtlCol="0">
            <a:spAutoFit/>
          </a:bodyPr>
          <a:lstStyle/>
          <a:p>
            <a:pPr algn="ctr"/>
            <a:r>
              <a:rPr lang="en-US" sz="3200" dirty="0"/>
              <a:t>3</a:t>
            </a:r>
          </a:p>
        </p:txBody>
      </p:sp>
      <p:sp>
        <p:nvSpPr>
          <p:cNvPr id="28" name="TextBox 27">
            <a:extLst>
              <a:ext uri="{FF2B5EF4-FFF2-40B4-BE49-F238E27FC236}">
                <a16:creationId xmlns:a16="http://schemas.microsoft.com/office/drawing/2014/main" id="{EB6F0485-FB5C-9C07-FB46-20ADCC891741}"/>
              </a:ext>
            </a:extLst>
          </p:cNvPr>
          <p:cNvSpPr txBox="1"/>
          <p:nvPr/>
        </p:nvSpPr>
        <p:spPr>
          <a:xfrm>
            <a:off x="7213604" y="3237891"/>
            <a:ext cx="462845" cy="584775"/>
          </a:xfrm>
          <a:prstGeom prst="rect">
            <a:avLst/>
          </a:prstGeom>
          <a:solidFill>
            <a:srgbClr val="FFFF00">
              <a:alpha val="30000"/>
            </a:srgbClr>
          </a:solidFill>
        </p:spPr>
        <p:txBody>
          <a:bodyPr wrap="square" rtlCol="0">
            <a:spAutoFit/>
          </a:bodyPr>
          <a:lstStyle/>
          <a:p>
            <a:pPr algn="ctr"/>
            <a:r>
              <a:rPr lang="en-US" sz="3200" dirty="0"/>
              <a:t>7</a:t>
            </a:r>
          </a:p>
        </p:txBody>
      </p:sp>
      <p:sp>
        <p:nvSpPr>
          <p:cNvPr id="29" name="TextBox 28">
            <a:extLst>
              <a:ext uri="{FF2B5EF4-FFF2-40B4-BE49-F238E27FC236}">
                <a16:creationId xmlns:a16="http://schemas.microsoft.com/office/drawing/2014/main" id="{63EB7F42-2251-0146-FD31-2EAB5C49CC03}"/>
              </a:ext>
            </a:extLst>
          </p:cNvPr>
          <p:cNvSpPr txBox="1"/>
          <p:nvPr/>
        </p:nvSpPr>
        <p:spPr>
          <a:xfrm>
            <a:off x="3217333" y="3741226"/>
            <a:ext cx="462845" cy="584775"/>
          </a:xfrm>
          <a:prstGeom prst="rect">
            <a:avLst/>
          </a:prstGeom>
          <a:solidFill>
            <a:srgbClr val="00B0F0">
              <a:alpha val="30000"/>
            </a:srgbClr>
          </a:solidFill>
        </p:spPr>
        <p:txBody>
          <a:bodyPr wrap="square" rtlCol="0">
            <a:spAutoFit/>
          </a:bodyPr>
          <a:lstStyle/>
          <a:p>
            <a:pPr algn="ctr"/>
            <a:r>
              <a:rPr lang="en-US" sz="3200" dirty="0"/>
              <a:t>8</a:t>
            </a:r>
          </a:p>
        </p:txBody>
      </p:sp>
      <p:sp>
        <p:nvSpPr>
          <p:cNvPr id="30" name="TextBox 29">
            <a:extLst>
              <a:ext uri="{FF2B5EF4-FFF2-40B4-BE49-F238E27FC236}">
                <a16:creationId xmlns:a16="http://schemas.microsoft.com/office/drawing/2014/main" id="{BFEFCFE4-4303-853F-A540-B44CA20B7C3D}"/>
              </a:ext>
            </a:extLst>
          </p:cNvPr>
          <p:cNvSpPr txBox="1"/>
          <p:nvPr/>
        </p:nvSpPr>
        <p:spPr>
          <a:xfrm>
            <a:off x="3716867" y="3741226"/>
            <a:ext cx="462845" cy="584775"/>
          </a:xfrm>
          <a:prstGeom prst="rect">
            <a:avLst/>
          </a:prstGeom>
          <a:solidFill>
            <a:srgbClr val="0070C0">
              <a:alpha val="40000"/>
            </a:srgbClr>
          </a:solidFill>
        </p:spPr>
        <p:txBody>
          <a:bodyPr wrap="square" rtlCol="0">
            <a:spAutoFit/>
          </a:bodyPr>
          <a:lstStyle/>
          <a:p>
            <a:pPr algn="ctr"/>
            <a:r>
              <a:rPr lang="en-US" sz="3200" dirty="0"/>
              <a:t>6</a:t>
            </a:r>
          </a:p>
        </p:txBody>
      </p:sp>
      <p:sp>
        <p:nvSpPr>
          <p:cNvPr id="31" name="TextBox 30">
            <a:extLst>
              <a:ext uri="{FF2B5EF4-FFF2-40B4-BE49-F238E27FC236}">
                <a16:creationId xmlns:a16="http://schemas.microsoft.com/office/drawing/2014/main" id="{9E168D32-3E7F-85FB-0E44-9AE0BD0BCA20}"/>
              </a:ext>
            </a:extLst>
          </p:cNvPr>
          <p:cNvSpPr txBox="1"/>
          <p:nvPr/>
        </p:nvSpPr>
        <p:spPr>
          <a:xfrm>
            <a:off x="5715003" y="3741226"/>
            <a:ext cx="462845" cy="584775"/>
          </a:xfrm>
          <a:prstGeom prst="rect">
            <a:avLst/>
          </a:prstGeom>
          <a:solidFill>
            <a:srgbClr val="FFFF00">
              <a:alpha val="30000"/>
            </a:srgbClr>
          </a:solidFill>
        </p:spPr>
        <p:txBody>
          <a:bodyPr wrap="square" rtlCol="0">
            <a:spAutoFit/>
          </a:bodyPr>
          <a:lstStyle/>
          <a:p>
            <a:pPr algn="ctr"/>
            <a:r>
              <a:rPr lang="en-US" sz="3200" dirty="0"/>
              <a:t>9</a:t>
            </a:r>
          </a:p>
        </p:txBody>
      </p:sp>
      <p:sp>
        <p:nvSpPr>
          <p:cNvPr id="32" name="TextBox 31">
            <a:extLst>
              <a:ext uri="{FF2B5EF4-FFF2-40B4-BE49-F238E27FC236}">
                <a16:creationId xmlns:a16="http://schemas.microsoft.com/office/drawing/2014/main" id="{012FE9F8-838C-E772-43BD-2E3F55CE8E68}"/>
              </a:ext>
            </a:extLst>
          </p:cNvPr>
          <p:cNvSpPr txBox="1"/>
          <p:nvPr/>
        </p:nvSpPr>
        <p:spPr>
          <a:xfrm>
            <a:off x="6214537" y="3741226"/>
            <a:ext cx="462845" cy="584775"/>
          </a:xfrm>
          <a:prstGeom prst="rect">
            <a:avLst/>
          </a:prstGeom>
          <a:solidFill>
            <a:srgbClr val="FFC000">
              <a:alpha val="40000"/>
            </a:srgbClr>
          </a:solidFill>
        </p:spPr>
        <p:txBody>
          <a:bodyPr wrap="square" rtlCol="0">
            <a:spAutoFit/>
          </a:bodyPr>
          <a:lstStyle/>
          <a:p>
            <a:pPr algn="ctr"/>
            <a:r>
              <a:rPr lang="en-US" sz="3200" dirty="0"/>
              <a:t>3</a:t>
            </a:r>
          </a:p>
        </p:txBody>
      </p:sp>
      <p:sp>
        <p:nvSpPr>
          <p:cNvPr id="33" name="TextBox 32">
            <a:extLst>
              <a:ext uri="{FF2B5EF4-FFF2-40B4-BE49-F238E27FC236}">
                <a16:creationId xmlns:a16="http://schemas.microsoft.com/office/drawing/2014/main" id="{820876E5-6FC5-9CCE-1D8B-4F1BA56F54D6}"/>
              </a:ext>
            </a:extLst>
          </p:cNvPr>
          <p:cNvSpPr txBox="1"/>
          <p:nvPr/>
        </p:nvSpPr>
        <p:spPr>
          <a:xfrm>
            <a:off x="6714071" y="3741226"/>
            <a:ext cx="462845" cy="584775"/>
          </a:xfrm>
          <a:prstGeom prst="rect">
            <a:avLst/>
          </a:prstGeom>
          <a:solidFill>
            <a:srgbClr val="0070C0">
              <a:alpha val="40000"/>
            </a:srgbClr>
          </a:solidFill>
        </p:spPr>
        <p:txBody>
          <a:bodyPr wrap="square" rtlCol="0">
            <a:spAutoFit/>
          </a:bodyPr>
          <a:lstStyle/>
          <a:p>
            <a:pPr algn="ctr"/>
            <a:r>
              <a:rPr lang="en-US" sz="3200" dirty="0"/>
              <a:t>7</a:t>
            </a:r>
          </a:p>
        </p:txBody>
      </p:sp>
      <p:sp>
        <p:nvSpPr>
          <p:cNvPr id="34" name="TextBox 33">
            <a:extLst>
              <a:ext uri="{FF2B5EF4-FFF2-40B4-BE49-F238E27FC236}">
                <a16:creationId xmlns:a16="http://schemas.microsoft.com/office/drawing/2014/main" id="{CA3CF34D-91FD-7816-A543-2C5977F66A9F}"/>
              </a:ext>
            </a:extLst>
          </p:cNvPr>
          <p:cNvSpPr txBox="1"/>
          <p:nvPr/>
        </p:nvSpPr>
        <p:spPr>
          <a:xfrm>
            <a:off x="7213604" y="3741226"/>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35" name="TextBox 34">
            <a:extLst>
              <a:ext uri="{FF2B5EF4-FFF2-40B4-BE49-F238E27FC236}">
                <a16:creationId xmlns:a16="http://schemas.microsoft.com/office/drawing/2014/main" id="{4D1B4563-A838-BD4D-5CBC-D14CB47B22C4}"/>
              </a:ext>
            </a:extLst>
          </p:cNvPr>
          <p:cNvSpPr txBox="1"/>
          <p:nvPr/>
        </p:nvSpPr>
        <p:spPr>
          <a:xfrm>
            <a:off x="3217333" y="4244561"/>
            <a:ext cx="462845" cy="584775"/>
          </a:xfrm>
          <a:prstGeom prst="rect">
            <a:avLst/>
          </a:prstGeom>
          <a:solidFill>
            <a:srgbClr val="00B050">
              <a:alpha val="40000"/>
            </a:srgbClr>
          </a:solidFill>
        </p:spPr>
        <p:txBody>
          <a:bodyPr wrap="square" rtlCol="0">
            <a:spAutoFit/>
          </a:bodyPr>
          <a:lstStyle/>
          <a:p>
            <a:pPr algn="ctr"/>
            <a:r>
              <a:rPr lang="en-US" sz="3200" dirty="0"/>
              <a:t>7</a:t>
            </a:r>
          </a:p>
        </p:txBody>
      </p:sp>
      <p:sp>
        <p:nvSpPr>
          <p:cNvPr id="36" name="TextBox 35">
            <a:extLst>
              <a:ext uri="{FF2B5EF4-FFF2-40B4-BE49-F238E27FC236}">
                <a16:creationId xmlns:a16="http://schemas.microsoft.com/office/drawing/2014/main" id="{B9EAE698-07A2-7454-B2AA-993EFEF2CD2B}"/>
              </a:ext>
            </a:extLst>
          </p:cNvPr>
          <p:cNvSpPr txBox="1"/>
          <p:nvPr/>
        </p:nvSpPr>
        <p:spPr>
          <a:xfrm>
            <a:off x="4216401" y="4244561"/>
            <a:ext cx="462845" cy="584775"/>
          </a:xfrm>
          <a:prstGeom prst="rect">
            <a:avLst/>
          </a:prstGeom>
          <a:solidFill>
            <a:srgbClr val="FF0000">
              <a:alpha val="30000"/>
            </a:srgbClr>
          </a:solidFill>
        </p:spPr>
        <p:txBody>
          <a:bodyPr wrap="square" rtlCol="0">
            <a:spAutoFit/>
          </a:bodyPr>
          <a:lstStyle/>
          <a:p>
            <a:pPr algn="ctr"/>
            <a:r>
              <a:rPr lang="en-US" sz="3200" dirty="0"/>
              <a:t>3</a:t>
            </a:r>
          </a:p>
        </p:txBody>
      </p:sp>
      <p:sp>
        <p:nvSpPr>
          <p:cNvPr id="37" name="TextBox 36">
            <a:extLst>
              <a:ext uri="{FF2B5EF4-FFF2-40B4-BE49-F238E27FC236}">
                <a16:creationId xmlns:a16="http://schemas.microsoft.com/office/drawing/2014/main" id="{A1988EDC-67F7-000E-E375-DFCFCDD22C0E}"/>
              </a:ext>
            </a:extLst>
          </p:cNvPr>
          <p:cNvSpPr txBox="1"/>
          <p:nvPr/>
        </p:nvSpPr>
        <p:spPr>
          <a:xfrm>
            <a:off x="5715003" y="4244561"/>
            <a:ext cx="462845" cy="584775"/>
          </a:xfrm>
          <a:prstGeom prst="rect">
            <a:avLst/>
          </a:prstGeom>
          <a:solidFill>
            <a:srgbClr val="FF0000">
              <a:alpha val="30000"/>
            </a:srgbClr>
          </a:solidFill>
        </p:spPr>
        <p:txBody>
          <a:bodyPr wrap="square" rtlCol="0">
            <a:spAutoFit/>
          </a:bodyPr>
          <a:lstStyle/>
          <a:p>
            <a:pPr algn="ctr"/>
            <a:r>
              <a:rPr lang="en-US" sz="3200" dirty="0"/>
              <a:t>6</a:t>
            </a:r>
          </a:p>
        </p:txBody>
      </p:sp>
      <p:sp>
        <p:nvSpPr>
          <p:cNvPr id="38" name="TextBox 37">
            <a:extLst>
              <a:ext uri="{FF2B5EF4-FFF2-40B4-BE49-F238E27FC236}">
                <a16:creationId xmlns:a16="http://schemas.microsoft.com/office/drawing/2014/main" id="{E53760AF-3493-C85B-15E4-96A9E7930A4F}"/>
              </a:ext>
            </a:extLst>
          </p:cNvPr>
          <p:cNvSpPr txBox="1"/>
          <p:nvPr/>
        </p:nvSpPr>
        <p:spPr>
          <a:xfrm>
            <a:off x="6214537" y="424456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39" name="TextBox 38">
            <a:extLst>
              <a:ext uri="{FF2B5EF4-FFF2-40B4-BE49-F238E27FC236}">
                <a16:creationId xmlns:a16="http://schemas.microsoft.com/office/drawing/2014/main" id="{C85FE1BD-C3DE-016B-564F-12006C01D9CF}"/>
              </a:ext>
            </a:extLst>
          </p:cNvPr>
          <p:cNvSpPr txBox="1"/>
          <p:nvPr/>
        </p:nvSpPr>
        <p:spPr>
          <a:xfrm>
            <a:off x="6714071" y="4244561"/>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40" name="TextBox 39">
            <a:extLst>
              <a:ext uri="{FF2B5EF4-FFF2-40B4-BE49-F238E27FC236}">
                <a16:creationId xmlns:a16="http://schemas.microsoft.com/office/drawing/2014/main" id="{6FEF9C27-5748-7DD3-5CDE-B03E02500A11}"/>
              </a:ext>
            </a:extLst>
          </p:cNvPr>
          <p:cNvSpPr txBox="1"/>
          <p:nvPr/>
        </p:nvSpPr>
        <p:spPr>
          <a:xfrm>
            <a:off x="7213604" y="4244561"/>
            <a:ext cx="462845" cy="584775"/>
          </a:xfrm>
          <a:prstGeom prst="rect">
            <a:avLst/>
          </a:prstGeom>
          <a:solidFill>
            <a:srgbClr val="00B050">
              <a:alpha val="40000"/>
            </a:srgbClr>
          </a:solidFill>
        </p:spPr>
        <p:txBody>
          <a:bodyPr wrap="square" rtlCol="0">
            <a:spAutoFit/>
          </a:bodyPr>
          <a:lstStyle/>
          <a:p>
            <a:pPr algn="ctr"/>
            <a:r>
              <a:rPr lang="en-US" sz="3200" dirty="0"/>
              <a:t>9</a:t>
            </a:r>
          </a:p>
        </p:txBody>
      </p:sp>
      <p:sp>
        <p:nvSpPr>
          <p:cNvPr id="41" name="TextBox 40">
            <a:extLst>
              <a:ext uri="{FF2B5EF4-FFF2-40B4-BE49-F238E27FC236}">
                <a16:creationId xmlns:a16="http://schemas.microsoft.com/office/drawing/2014/main" id="{E39AC99C-E77C-7AB1-05A1-F949254BE7D8}"/>
              </a:ext>
            </a:extLst>
          </p:cNvPr>
          <p:cNvSpPr txBox="1"/>
          <p:nvPr/>
        </p:nvSpPr>
        <p:spPr>
          <a:xfrm>
            <a:off x="3217333" y="4747898"/>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42" name="TextBox 41">
            <a:extLst>
              <a:ext uri="{FF2B5EF4-FFF2-40B4-BE49-F238E27FC236}">
                <a16:creationId xmlns:a16="http://schemas.microsoft.com/office/drawing/2014/main" id="{2FDE55C1-DB83-F2D7-8EAF-6A34CCB53B77}"/>
              </a:ext>
            </a:extLst>
          </p:cNvPr>
          <p:cNvSpPr txBox="1"/>
          <p:nvPr/>
        </p:nvSpPr>
        <p:spPr>
          <a:xfrm>
            <a:off x="3716867" y="4747898"/>
            <a:ext cx="462845" cy="584775"/>
          </a:xfrm>
          <a:prstGeom prst="rect">
            <a:avLst/>
          </a:prstGeom>
          <a:solidFill>
            <a:srgbClr val="FFFF00">
              <a:alpha val="30000"/>
            </a:srgbClr>
          </a:solidFill>
        </p:spPr>
        <p:txBody>
          <a:bodyPr wrap="square" rtlCol="0">
            <a:spAutoFit/>
          </a:bodyPr>
          <a:lstStyle/>
          <a:p>
            <a:pPr algn="ctr"/>
            <a:r>
              <a:rPr lang="en-US" sz="3200" dirty="0"/>
              <a:t>9</a:t>
            </a:r>
          </a:p>
        </p:txBody>
      </p:sp>
      <p:sp>
        <p:nvSpPr>
          <p:cNvPr id="43" name="TextBox 42">
            <a:extLst>
              <a:ext uri="{FF2B5EF4-FFF2-40B4-BE49-F238E27FC236}">
                <a16:creationId xmlns:a16="http://schemas.microsoft.com/office/drawing/2014/main" id="{293F2CF9-8909-1741-94C1-1FE4AAF762FC}"/>
              </a:ext>
            </a:extLst>
          </p:cNvPr>
          <p:cNvSpPr txBox="1"/>
          <p:nvPr/>
        </p:nvSpPr>
        <p:spPr>
          <a:xfrm>
            <a:off x="4216401" y="4747898"/>
            <a:ext cx="462845" cy="584775"/>
          </a:xfrm>
          <a:prstGeom prst="rect">
            <a:avLst/>
          </a:prstGeom>
          <a:solidFill>
            <a:srgbClr val="FFC000">
              <a:alpha val="40000"/>
            </a:srgbClr>
          </a:solidFill>
        </p:spPr>
        <p:txBody>
          <a:bodyPr wrap="square" rtlCol="0">
            <a:spAutoFit/>
          </a:bodyPr>
          <a:lstStyle/>
          <a:p>
            <a:pPr algn="ctr"/>
            <a:r>
              <a:rPr lang="en-US" sz="3200" dirty="0"/>
              <a:t>5</a:t>
            </a:r>
          </a:p>
        </p:txBody>
      </p:sp>
      <p:sp>
        <p:nvSpPr>
          <p:cNvPr id="52" name="TextBox 51">
            <a:extLst>
              <a:ext uri="{FF2B5EF4-FFF2-40B4-BE49-F238E27FC236}">
                <a16:creationId xmlns:a16="http://schemas.microsoft.com/office/drawing/2014/main" id="{5C5473A0-939B-06BE-9C54-B7BA2CA944D1}"/>
              </a:ext>
            </a:extLst>
          </p:cNvPr>
          <p:cNvSpPr txBox="1"/>
          <p:nvPr/>
        </p:nvSpPr>
        <p:spPr>
          <a:xfrm>
            <a:off x="3640666" y="3406653"/>
            <a:ext cx="570089" cy="230832"/>
          </a:xfrm>
          <a:prstGeom prst="rect">
            <a:avLst/>
          </a:prstGeom>
          <a:noFill/>
        </p:spPr>
        <p:txBody>
          <a:bodyPr wrap="square" rtlCol="0">
            <a:spAutoFit/>
          </a:bodyPr>
          <a:lstStyle/>
          <a:p>
            <a:pPr algn="ctr"/>
            <a:r>
              <a:rPr lang="en-US" sz="900" dirty="0"/>
              <a:t>235</a:t>
            </a:r>
          </a:p>
        </p:txBody>
      </p:sp>
      <p:sp>
        <p:nvSpPr>
          <p:cNvPr id="57" name="TextBox 56">
            <a:extLst>
              <a:ext uri="{FF2B5EF4-FFF2-40B4-BE49-F238E27FC236}">
                <a16:creationId xmlns:a16="http://schemas.microsoft.com/office/drawing/2014/main" id="{39460738-6DC2-8506-FAF5-342786C17ED9}"/>
              </a:ext>
            </a:extLst>
          </p:cNvPr>
          <p:cNvSpPr txBox="1"/>
          <p:nvPr/>
        </p:nvSpPr>
        <p:spPr>
          <a:xfrm>
            <a:off x="6654802" y="2524033"/>
            <a:ext cx="570089" cy="230832"/>
          </a:xfrm>
          <a:prstGeom prst="rect">
            <a:avLst/>
          </a:prstGeom>
          <a:noFill/>
        </p:spPr>
        <p:txBody>
          <a:bodyPr wrap="square" rtlCol="0">
            <a:spAutoFit/>
          </a:bodyPr>
          <a:lstStyle/>
          <a:p>
            <a:pPr algn="ctr"/>
            <a:r>
              <a:rPr lang="en-US" sz="900" dirty="0"/>
              <a:t>235</a:t>
            </a:r>
          </a:p>
        </p:txBody>
      </p:sp>
      <p:sp>
        <p:nvSpPr>
          <p:cNvPr id="59" name="TextBox 58">
            <a:extLst>
              <a:ext uri="{FF2B5EF4-FFF2-40B4-BE49-F238E27FC236}">
                <a16:creationId xmlns:a16="http://schemas.microsoft.com/office/drawing/2014/main" id="{4F62714D-8E8B-A7D8-0086-7F4285091F9C}"/>
              </a:ext>
            </a:extLst>
          </p:cNvPr>
          <p:cNvSpPr txBox="1"/>
          <p:nvPr/>
        </p:nvSpPr>
        <p:spPr>
          <a:xfrm>
            <a:off x="3640666" y="2404765"/>
            <a:ext cx="570089" cy="230832"/>
          </a:xfrm>
          <a:prstGeom prst="rect">
            <a:avLst/>
          </a:prstGeom>
          <a:noFill/>
        </p:spPr>
        <p:txBody>
          <a:bodyPr wrap="square" rtlCol="0">
            <a:spAutoFit/>
          </a:bodyPr>
          <a:lstStyle/>
          <a:p>
            <a:pPr algn="ctr"/>
            <a:r>
              <a:rPr lang="en-US" sz="900" dirty="0"/>
              <a:t>235</a:t>
            </a:r>
          </a:p>
        </p:txBody>
      </p:sp>
      <p:sp>
        <p:nvSpPr>
          <p:cNvPr id="62" name="TextBox 61">
            <a:extLst>
              <a:ext uri="{FF2B5EF4-FFF2-40B4-BE49-F238E27FC236}">
                <a16:creationId xmlns:a16="http://schemas.microsoft.com/office/drawing/2014/main" id="{245071FB-3537-5CB1-78F5-0C46976EB438}"/>
              </a:ext>
            </a:extLst>
          </p:cNvPr>
          <p:cNvSpPr txBox="1"/>
          <p:nvPr/>
        </p:nvSpPr>
        <p:spPr>
          <a:xfrm>
            <a:off x="6654802" y="2905709"/>
            <a:ext cx="570089" cy="230832"/>
          </a:xfrm>
          <a:prstGeom prst="rect">
            <a:avLst/>
          </a:prstGeom>
          <a:noFill/>
        </p:spPr>
        <p:txBody>
          <a:bodyPr wrap="square" rtlCol="0">
            <a:spAutoFit/>
          </a:bodyPr>
          <a:lstStyle/>
          <a:p>
            <a:pPr algn="ctr"/>
            <a:r>
              <a:rPr lang="en-US" sz="900" dirty="0"/>
              <a:t>235</a:t>
            </a:r>
          </a:p>
        </p:txBody>
      </p:sp>
      <p:sp>
        <p:nvSpPr>
          <p:cNvPr id="66" name="TextBox 65">
            <a:extLst>
              <a:ext uri="{FF2B5EF4-FFF2-40B4-BE49-F238E27FC236}">
                <a16:creationId xmlns:a16="http://schemas.microsoft.com/office/drawing/2014/main" id="{E58811BC-DFA1-F5BE-2800-B96C94DFFFFC}"/>
              </a:ext>
            </a:extLst>
          </p:cNvPr>
          <p:cNvSpPr txBox="1"/>
          <p:nvPr/>
        </p:nvSpPr>
        <p:spPr>
          <a:xfrm>
            <a:off x="5147734" y="2524033"/>
            <a:ext cx="570089" cy="230832"/>
          </a:xfrm>
          <a:prstGeom prst="rect">
            <a:avLst/>
          </a:prstGeom>
          <a:noFill/>
        </p:spPr>
        <p:txBody>
          <a:bodyPr wrap="square" rtlCol="0">
            <a:spAutoFit/>
          </a:bodyPr>
          <a:lstStyle/>
          <a:p>
            <a:pPr algn="ctr"/>
            <a:r>
              <a:rPr lang="en-US" sz="900" dirty="0"/>
              <a:t>52</a:t>
            </a:r>
          </a:p>
        </p:txBody>
      </p:sp>
      <p:sp>
        <p:nvSpPr>
          <p:cNvPr id="68" name="TextBox 67">
            <a:extLst>
              <a:ext uri="{FF2B5EF4-FFF2-40B4-BE49-F238E27FC236}">
                <a16:creationId xmlns:a16="http://schemas.microsoft.com/office/drawing/2014/main" id="{EFAA5B4E-4F74-A349-9201-E923B600A833}"/>
              </a:ext>
            </a:extLst>
          </p:cNvPr>
          <p:cNvSpPr txBox="1"/>
          <p:nvPr/>
        </p:nvSpPr>
        <p:spPr>
          <a:xfrm>
            <a:off x="6654802" y="4527809"/>
            <a:ext cx="570089" cy="230832"/>
          </a:xfrm>
          <a:prstGeom prst="rect">
            <a:avLst/>
          </a:prstGeom>
          <a:noFill/>
        </p:spPr>
        <p:txBody>
          <a:bodyPr wrap="square" rtlCol="0">
            <a:spAutoFit/>
          </a:bodyPr>
          <a:lstStyle/>
          <a:p>
            <a:pPr algn="ctr"/>
            <a:r>
              <a:rPr lang="en-US" sz="900" dirty="0"/>
              <a:t>52</a:t>
            </a:r>
          </a:p>
        </p:txBody>
      </p:sp>
      <p:sp>
        <p:nvSpPr>
          <p:cNvPr id="71" name="TextBox 70">
            <a:extLst>
              <a:ext uri="{FF2B5EF4-FFF2-40B4-BE49-F238E27FC236}">
                <a16:creationId xmlns:a16="http://schemas.microsoft.com/office/drawing/2014/main" id="{69266C62-AFBB-1233-AF7B-423B76DCA7FE}"/>
              </a:ext>
            </a:extLst>
          </p:cNvPr>
          <p:cNvSpPr txBox="1"/>
          <p:nvPr/>
        </p:nvSpPr>
        <p:spPr>
          <a:xfrm>
            <a:off x="5147734" y="2905709"/>
            <a:ext cx="570089" cy="230832"/>
          </a:xfrm>
          <a:prstGeom prst="rect">
            <a:avLst/>
          </a:prstGeom>
          <a:noFill/>
        </p:spPr>
        <p:txBody>
          <a:bodyPr wrap="square" rtlCol="0">
            <a:spAutoFit/>
          </a:bodyPr>
          <a:lstStyle/>
          <a:p>
            <a:pPr algn="ctr"/>
            <a:r>
              <a:rPr lang="en-US" sz="900" dirty="0"/>
              <a:t>25</a:t>
            </a:r>
          </a:p>
        </p:txBody>
      </p:sp>
      <p:sp>
        <p:nvSpPr>
          <p:cNvPr id="74" name="TextBox 73">
            <a:extLst>
              <a:ext uri="{FF2B5EF4-FFF2-40B4-BE49-F238E27FC236}">
                <a16:creationId xmlns:a16="http://schemas.microsoft.com/office/drawing/2014/main" id="{DFE5ABD0-7204-B77D-DBD9-9721F1C33BE6}"/>
              </a:ext>
            </a:extLst>
          </p:cNvPr>
          <p:cNvSpPr txBox="1"/>
          <p:nvPr/>
        </p:nvSpPr>
        <p:spPr>
          <a:xfrm>
            <a:off x="6152446" y="4527809"/>
            <a:ext cx="570089" cy="230832"/>
          </a:xfrm>
          <a:prstGeom prst="rect">
            <a:avLst/>
          </a:prstGeom>
          <a:noFill/>
        </p:spPr>
        <p:txBody>
          <a:bodyPr wrap="square" rtlCol="0">
            <a:spAutoFit/>
          </a:bodyPr>
          <a:lstStyle/>
          <a:p>
            <a:pPr algn="ctr"/>
            <a:r>
              <a:rPr lang="en-US" sz="900" dirty="0"/>
              <a:t>25</a:t>
            </a:r>
          </a:p>
        </p:txBody>
      </p:sp>
      <p:sp>
        <p:nvSpPr>
          <p:cNvPr id="79" name="TextBox 78">
            <a:extLst>
              <a:ext uri="{FF2B5EF4-FFF2-40B4-BE49-F238E27FC236}">
                <a16:creationId xmlns:a16="http://schemas.microsoft.com/office/drawing/2014/main" id="{E1C09305-08D6-C233-E71B-F3F7EADC0071}"/>
              </a:ext>
            </a:extLst>
          </p:cNvPr>
          <p:cNvSpPr txBox="1"/>
          <p:nvPr/>
        </p:nvSpPr>
        <p:spPr>
          <a:xfrm>
            <a:off x="6214537" y="3237891"/>
            <a:ext cx="462845" cy="584775"/>
          </a:xfrm>
          <a:prstGeom prst="rect">
            <a:avLst/>
          </a:prstGeom>
          <a:noFill/>
        </p:spPr>
        <p:txBody>
          <a:bodyPr wrap="square" rtlCol="0">
            <a:spAutoFit/>
          </a:bodyPr>
          <a:lstStyle/>
          <a:p>
            <a:pPr algn="ctr"/>
            <a:r>
              <a:rPr lang="en-US" sz="3200" dirty="0"/>
              <a:t>9</a:t>
            </a:r>
          </a:p>
        </p:txBody>
      </p:sp>
      <p:sp>
        <p:nvSpPr>
          <p:cNvPr id="48" name="TextBox 47">
            <a:extLst>
              <a:ext uri="{FF2B5EF4-FFF2-40B4-BE49-F238E27FC236}">
                <a16:creationId xmlns:a16="http://schemas.microsoft.com/office/drawing/2014/main" id="{09ADE7FC-AAA3-D5D4-8E98-1AF0EC497C3D}"/>
              </a:ext>
            </a:extLst>
          </p:cNvPr>
          <p:cNvSpPr txBox="1"/>
          <p:nvPr/>
        </p:nvSpPr>
        <p:spPr>
          <a:xfrm>
            <a:off x="3716867" y="1727886"/>
            <a:ext cx="462845" cy="584775"/>
          </a:xfrm>
          <a:prstGeom prst="rect">
            <a:avLst/>
          </a:prstGeom>
          <a:noFill/>
        </p:spPr>
        <p:txBody>
          <a:bodyPr wrap="square" rtlCol="0">
            <a:spAutoFit/>
          </a:bodyPr>
          <a:lstStyle/>
          <a:p>
            <a:pPr algn="ctr"/>
            <a:r>
              <a:rPr lang="en-US" sz="3200" dirty="0"/>
              <a:t>4</a:t>
            </a:r>
          </a:p>
        </p:txBody>
      </p:sp>
      <p:sp>
        <p:nvSpPr>
          <p:cNvPr id="49" name="TextBox 48">
            <a:extLst>
              <a:ext uri="{FF2B5EF4-FFF2-40B4-BE49-F238E27FC236}">
                <a16:creationId xmlns:a16="http://schemas.microsoft.com/office/drawing/2014/main" id="{E4573D68-DE19-D47F-072F-7E01E2DEF43E}"/>
              </a:ext>
            </a:extLst>
          </p:cNvPr>
          <p:cNvSpPr txBox="1"/>
          <p:nvPr/>
        </p:nvSpPr>
        <p:spPr>
          <a:xfrm>
            <a:off x="5715003" y="3237891"/>
            <a:ext cx="462845" cy="584775"/>
          </a:xfrm>
          <a:prstGeom prst="rect">
            <a:avLst/>
          </a:prstGeom>
          <a:noFill/>
        </p:spPr>
        <p:txBody>
          <a:bodyPr wrap="square" rtlCol="0">
            <a:spAutoFit/>
          </a:bodyPr>
          <a:lstStyle/>
          <a:p>
            <a:pPr algn="ctr"/>
            <a:r>
              <a:rPr lang="en-US" sz="3200" dirty="0"/>
              <a:t>4</a:t>
            </a:r>
          </a:p>
        </p:txBody>
      </p:sp>
      <p:sp>
        <p:nvSpPr>
          <p:cNvPr id="46" name="TextBox 45">
            <a:extLst>
              <a:ext uri="{FF2B5EF4-FFF2-40B4-BE49-F238E27FC236}">
                <a16:creationId xmlns:a16="http://schemas.microsoft.com/office/drawing/2014/main" id="{8F891DC1-1AD1-25F5-9F85-9D99D2B22885}"/>
              </a:ext>
            </a:extLst>
          </p:cNvPr>
          <p:cNvSpPr txBox="1"/>
          <p:nvPr/>
        </p:nvSpPr>
        <p:spPr>
          <a:xfrm>
            <a:off x="3217333" y="721216"/>
            <a:ext cx="462845" cy="584775"/>
          </a:xfrm>
          <a:prstGeom prst="rect">
            <a:avLst/>
          </a:prstGeom>
          <a:noFill/>
        </p:spPr>
        <p:txBody>
          <a:bodyPr wrap="square" rtlCol="0">
            <a:spAutoFit/>
          </a:bodyPr>
          <a:lstStyle/>
          <a:p>
            <a:pPr algn="ctr"/>
            <a:r>
              <a:rPr lang="en-US" sz="3200" dirty="0"/>
              <a:t>9</a:t>
            </a:r>
          </a:p>
        </p:txBody>
      </p:sp>
      <p:sp>
        <p:nvSpPr>
          <p:cNvPr id="47" name="TextBox 46">
            <a:extLst>
              <a:ext uri="{FF2B5EF4-FFF2-40B4-BE49-F238E27FC236}">
                <a16:creationId xmlns:a16="http://schemas.microsoft.com/office/drawing/2014/main" id="{F14377D6-7545-749E-B945-5E2D9DDFE986}"/>
              </a:ext>
            </a:extLst>
          </p:cNvPr>
          <p:cNvSpPr txBox="1"/>
          <p:nvPr/>
        </p:nvSpPr>
        <p:spPr>
          <a:xfrm>
            <a:off x="7213604" y="4747898"/>
            <a:ext cx="462845" cy="584775"/>
          </a:xfrm>
          <a:prstGeom prst="rect">
            <a:avLst/>
          </a:prstGeom>
          <a:noFill/>
        </p:spPr>
        <p:txBody>
          <a:bodyPr wrap="square" rtlCol="0">
            <a:spAutoFit/>
          </a:bodyPr>
          <a:lstStyle/>
          <a:p>
            <a:pPr algn="ctr"/>
            <a:r>
              <a:rPr lang="en-US" sz="3200" dirty="0"/>
              <a:t>1</a:t>
            </a:r>
          </a:p>
        </p:txBody>
      </p:sp>
      <p:sp>
        <p:nvSpPr>
          <p:cNvPr id="60" name="TextBox 59">
            <a:extLst>
              <a:ext uri="{FF2B5EF4-FFF2-40B4-BE49-F238E27FC236}">
                <a16:creationId xmlns:a16="http://schemas.microsoft.com/office/drawing/2014/main" id="{406D02E6-8A5E-9C3D-4121-B2087F42376A}"/>
              </a:ext>
            </a:extLst>
          </p:cNvPr>
          <p:cNvSpPr txBox="1"/>
          <p:nvPr/>
        </p:nvSpPr>
        <p:spPr>
          <a:xfrm>
            <a:off x="7213604" y="2734556"/>
            <a:ext cx="462845" cy="584775"/>
          </a:xfrm>
          <a:prstGeom prst="rect">
            <a:avLst/>
          </a:prstGeom>
          <a:noFill/>
        </p:spPr>
        <p:txBody>
          <a:bodyPr wrap="square" rtlCol="0">
            <a:spAutoFit/>
          </a:bodyPr>
          <a:lstStyle/>
          <a:p>
            <a:pPr algn="ctr"/>
            <a:r>
              <a:rPr lang="en-US" sz="3200" dirty="0"/>
              <a:t>6</a:t>
            </a:r>
          </a:p>
        </p:txBody>
      </p:sp>
      <p:sp>
        <p:nvSpPr>
          <p:cNvPr id="65" name="TextBox 64">
            <a:extLst>
              <a:ext uri="{FF2B5EF4-FFF2-40B4-BE49-F238E27FC236}">
                <a16:creationId xmlns:a16="http://schemas.microsoft.com/office/drawing/2014/main" id="{C2756638-707B-13B0-284E-01F12973D2B6}"/>
              </a:ext>
            </a:extLst>
          </p:cNvPr>
          <p:cNvSpPr txBox="1"/>
          <p:nvPr/>
        </p:nvSpPr>
        <p:spPr>
          <a:xfrm>
            <a:off x="3640666" y="1402877"/>
            <a:ext cx="570089" cy="230832"/>
          </a:xfrm>
          <a:prstGeom prst="rect">
            <a:avLst/>
          </a:prstGeom>
          <a:noFill/>
        </p:spPr>
        <p:txBody>
          <a:bodyPr wrap="square" rtlCol="0">
            <a:spAutoFit/>
          </a:bodyPr>
          <a:lstStyle/>
          <a:p>
            <a:pPr algn="ctr"/>
            <a:r>
              <a:rPr lang="en-US" sz="900" dirty="0"/>
              <a:t>38</a:t>
            </a:r>
          </a:p>
        </p:txBody>
      </p:sp>
      <p:sp>
        <p:nvSpPr>
          <p:cNvPr id="90" name="TextBox 89">
            <a:extLst>
              <a:ext uri="{FF2B5EF4-FFF2-40B4-BE49-F238E27FC236}">
                <a16:creationId xmlns:a16="http://schemas.microsoft.com/office/drawing/2014/main" id="{FF29F6CF-61A1-A184-5D49-959C94044D9D}"/>
              </a:ext>
            </a:extLst>
          </p:cNvPr>
          <p:cNvSpPr txBox="1"/>
          <p:nvPr/>
        </p:nvSpPr>
        <p:spPr>
          <a:xfrm>
            <a:off x="5147734" y="4909484"/>
            <a:ext cx="570089" cy="230832"/>
          </a:xfrm>
          <a:prstGeom prst="rect">
            <a:avLst/>
          </a:prstGeom>
          <a:noFill/>
        </p:spPr>
        <p:txBody>
          <a:bodyPr wrap="square" rtlCol="0">
            <a:spAutoFit/>
          </a:bodyPr>
          <a:lstStyle/>
          <a:p>
            <a:pPr algn="ctr"/>
            <a:r>
              <a:rPr lang="en-US" sz="900" dirty="0"/>
              <a:t>37</a:t>
            </a:r>
          </a:p>
        </p:txBody>
      </p:sp>
      <p:sp>
        <p:nvSpPr>
          <p:cNvPr id="91" name="TextBox 90">
            <a:extLst>
              <a:ext uri="{FF2B5EF4-FFF2-40B4-BE49-F238E27FC236}">
                <a16:creationId xmlns:a16="http://schemas.microsoft.com/office/drawing/2014/main" id="{7054445F-BB8A-F783-A7CB-6358BF50A8B7}"/>
              </a:ext>
            </a:extLst>
          </p:cNvPr>
          <p:cNvSpPr txBox="1"/>
          <p:nvPr/>
        </p:nvSpPr>
        <p:spPr>
          <a:xfrm>
            <a:off x="5650090" y="4909484"/>
            <a:ext cx="570089" cy="230832"/>
          </a:xfrm>
          <a:prstGeom prst="rect">
            <a:avLst/>
          </a:prstGeom>
          <a:noFill/>
        </p:spPr>
        <p:txBody>
          <a:bodyPr wrap="square" rtlCol="0">
            <a:spAutoFit/>
          </a:bodyPr>
          <a:lstStyle/>
          <a:p>
            <a:pPr algn="ctr"/>
            <a:r>
              <a:rPr lang="en-US" sz="900" dirty="0"/>
              <a:t>73</a:t>
            </a:r>
          </a:p>
        </p:txBody>
      </p:sp>
      <p:sp>
        <p:nvSpPr>
          <p:cNvPr id="94" name="TextBox 93">
            <a:extLst>
              <a:ext uri="{FF2B5EF4-FFF2-40B4-BE49-F238E27FC236}">
                <a16:creationId xmlns:a16="http://schemas.microsoft.com/office/drawing/2014/main" id="{7FAB4BDD-B7EF-6869-7350-CB34F474ACEB}"/>
              </a:ext>
            </a:extLst>
          </p:cNvPr>
          <p:cNvSpPr txBox="1"/>
          <p:nvPr/>
        </p:nvSpPr>
        <p:spPr>
          <a:xfrm>
            <a:off x="6152446" y="2905709"/>
            <a:ext cx="570089" cy="230832"/>
          </a:xfrm>
          <a:prstGeom prst="rect">
            <a:avLst/>
          </a:prstGeom>
          <a:noFill/>
        </p:spPr>
        <p:txBody>
          <a:bodyPr wrap="square" rtlCol="0">
            <a:spAutoFit/>
          </a:bodyPr>
          <a:lstStyle/>
          <a:p>
            <a:pPr algn="ctr"/>
            <a:r>
              <a:rPr lang="en-US" sz="900" dirty="0"/>
              <a:t>235</a:t>
            </a:r>
          </a:p>
        </p:txBody>
      </p:sp>
      <p:sp>
        <p:nvSpPr>
          <p:cNvPr id="95" name="TextBox 94">
            <a:extLst>
              <a:ext uri="{FF2B5EF4-FFF2-40B4-BE49-F238E27FC236}">
                <a16:creationId xmlns:a16="http://schemas.microsoft.com/office/drawing/2014/main" id="{D5E0A287-E3F7-07A7-BB0C-781E7306719A}"/>
              </a:ext>
            </a:extLst>
          </p:cNvPr>
          <p:cNvSpPr txBox="1"/>
          <p:nvPr/>
        </p:nvSpPr>
        <p:spPr>
          <a:xfrm>
            <a:off x="3640666" y="2905709"/>
            <a:ext cx="570089" cy="230832"/>
          </a:xfrm>
          <a:prstGeom prst="rect">
            <a:avLst/>
          </a:prstGeom>
          <a:noFill/>
        </p:spPr>
        <p:txBody>
          <a:bodyPr wrap="square" rtlCol="0">
            <a:spAutoFit/>
          </a:bodyPr>
          <a:lstStyle/>
          <a:p>
            <a:pPr algn="ctr"/>
            <a:r>
              <a:rPr lang="en-US" sz="900" dirty="0"/>
              <a:t>75</a:t>
            </a:r>
          </a:p>
        </p:txBody>
      </p:sp>
      <p:sp>
        <p:nvSpPr>
          <p:cNvPr id="101" name="TextBox 100">
            <a:extLst>
              <a:ext uri="{FF2B5EF4-FFF2-40B4-BE49-F238E27FC236}">
                <a16:creationId xmlns:a16="http://schemas.microsoft.com/office/drawing/2014/main" id="{D096ACE0-B68A-BECB-92FE-F544CFEAB75F}"/>
              </a:ext>
            </a:extLst>
          </p:cNvPr>
          <p:cNvSpPr txBox="1"/>
          <p:nvPr/>
        </p:nvSpPr>
        <p:spPr>
          <a:xfrm>
            <a:off x="3716867" y="4244561"/>
            <a:ext cx="462845" cy="584775"/>
          </a:xfrm>
          <a:prstGeom prst="rect">
            <a:avLst/>
          </a:prstGeom>
          <a:noFill/>
        </p:spPr>
        <p:txBody>
          <a:bodyPr wrap="square" rtlCol="0">
            <a:spAutoFit/>
          </a:bodyPr>
          <a:lstStyle/>
          <a:p>
            <a:pPr algn="ctr"/>
            <a:r>
              <a:rPr lang="en-US" sz="3200" dirty="0"/>
              <a:t>1</a:t>
            </a:r>
          </a:p>
        </p:txBody>
      </p:sp>
      <p:sp>
        <p:nvSpPr>
          <p:cNvPr id="53" name="TextBox 52">
            <a:extLst>
              <a:ext uri="{FF2B5EF4-FFF2-40B4-BE49-F238E27FC236}">
                <a16:creationId xmlns:a16="http://schemas.microsoft.com/office/drawing/2014/main" id="{A426AB85-5050-ABB8-EA35-36BA9B272D33}"/>
              </a:ext>
            </a:extLst>
          </p:cNvPr>
          <p:cNvSpPr txBox="1"/>
          <p:nvPr/>
        </p:nvSpPr>
        <p:spPr>
          <a:xfrm>
            <a:off x="4216401" y="3741226"/>
            <a:ext cx="462845" cy="584775"/>
          </a:xfrm>
          <a:prstGeom prst="rect">
            <a:avLst/>
          </a:prstGeom>
          <a:noFill/>
        </p:spPr>
        <p:txBody>
          <a:bodyPr wrap="square" rtlCol="0">
            <a:spAutoFit/>
          </a:bodyPr>
          <a:lstStyle/>
          <a:p>
            <a:pPr algn="ctr"/>
            <a:r>
              <a:rPr lang="en-US" sz="3200" dirty="0"/>
              <a:t>2</a:t>
            </a:r>
          </a:p>
        </p:txBody>
      </p:sp>
      <p:sp>
        <p:nvSpPr>
          <p:cNvPr id="56" name="TextBox 55">
            <a:extLst>
              <a:ext uri="{FF2B5EF4-FFF2-40B4-BE49-F238E27FC236}">
                <a16:creationId xmlns:a16="http://schemas.microsoft.com/office/drawing/2014/main" id="{617A2124-4712-287D-3CC2-324D25480ED9}"/>
              </a:ext>
            </a:extLst>
          </p:cNvPr>
          <p:cNvSpPr txBox="1"/>
          <p:nvPr/>
        </p:nvSpPr>
        <p:spPr>
          <a:xfrm>
            <a:off x="6214537" y="721216"/>
            <a:ext cx="462845" cy="584775"/>
          </a:xfrm>
          <a:prstGeom prst="rect">
            <a:avLst/>
          </a:prstGeom>
          <a:noFill/>
        </p:spPr>
        <p:txBody>
          <a:bodyPr wrap="square" rtlCol="0">
            <a:spAutoFit/>
          </a:bodyPr>
          <a:lstStyle/>
          <a:p>
            <a:pPr algn="ctr"/>
            <a:r>
              <a:rPr lang="en-US" sz="3200" dirty="0"/>
              <a:t>1</a:t>
            </a:r>
          </a:p>
        </p:txBody>
      </p:sp>
      <p:sp>
        <p:nvSpPr>
          <p:cNvPr id="55" name="TextBox 54">
            <a:extLst>
              <a:ext uri="{FF2B5EF4-FFF2-40B4-BE49-F238E27FC236}">
                <a16:creationId xmlns:a16="http://schemas.microsoft.com/office/drawing/2014/main" id="{D83E5BA3-2788-789E-6F0F-6F09B7855BD4}"/>
              </a:ext>
            </a:extLst>
          </p:cNvPr>
          <p:cNvSpPr txBox="1"/>
          <p:nvPr/>
        </p:nvSpPr>
        <p:spPr>
          <a:xfrm>
            <a:off x="6714071" y="4747898"/>
            <a:ext cx="462845" cy="584775"/>
          </a:xfrm>
          <a:prstGeom prst="rect">
            <a:avLst/>
          </a:prstGeom>
          <a:noFill/>
        </p:spPr>
        <p:txBody>
          <a:bodyPr wrap="square" rtlCol="0">
            <a:spAutoFit/>
          </a:bodyPr>
          <a:lstStyle/>
          <a:p>
            <a:pPr algn="ctr"/>
            <a:r>
              <a:rPr lang="en-US" sz="3200" dirty="0"/>
              <a:t>8</a:t>
            </a:r>
          </a:p>
        </p:txBody>
      </p:sp>
      <p:sp>
        <p:nvSpPr>
          <p:cNvPr id="80" name="TextBox 79">
            <a:extLst>
              <a:ext uri="{FF2B5EF4-FFF2-40B4-BE49-F238E27FC236}">
                <a16:creationId xmlns:a16="http://schemas.microsoft.com/office/drawing/2014/main" id="{19813264-1C7C-53AC-A547-D5A2D190C60E}"/>
              </a:ext>
            </a:extLst>
          </p:cNvPr>
          <p:cNvSpPr txBox="1"/>
          <p:nvPr/>
        </p:nvSpPr>
        <p:spPr>
          <a:xfrm>
            <a:off x="6214537" y="4747898"/>
            <a:ext cx="462845" cy="584775"/>
          </a:xfrm>
          <a:prstGeom prst="rect">
            <a:avLst/>
          </a:prstGeom>
          <a:noFill/>
        </p:spPr>
        <p:txBody>
          <a:bodyPr wrap="square" rtlCol="0">
            <a:spAutoFit/>
          </a:bodyPr>
          <a:lstStyle/>
          <a:p>
            <a:pPr algn="ctr"/>
            <a:r>
              <a:rPr lang="en-US" sz="3200" dirty="0"/>
              <a:t>6</a:t>
            </a:r>
          </a:p>
        </p:txBody>
      </p:sp>
      <p:sp>
        <p:nvSpPr>
          <p:cNvPr id="81" name="TextBox 80">
            <a:extLst>
              <a:ext uri="{FF2B5EF4-FFF2-40B4-BE49-F238E27FC236}">
                <a16:creationId xmlns:a16="http://schemas.microsoft.com/office/drawing/2014/main" id="{A8CD835A-D79E-067D-9C8E-9EE607289AD2}"/>
              </a:ext>
            </a:extLst>
          </p:cNvPr>
          <p:cNvSpPr txBox="1"/>
          <p:nvPr/>
        </p:nvSpPr>
        <p:spPr>
          <a:xfrm>
            <a:off x="4216401" y="3237891"/>
            <a:ext cx="462845" cy="584775"/>
          </a:xfrm>
          <a:prstGeom prst="rect">
            <a:avLst/>
          </a:prstGeom>
          <a:noFill/>
        </p:spPr>
        <p:txBody>
          <a:bodyPr wrap="square" rtlCol="0">
            <a:spAutoFit/>
          </a:bodyPr>
          <a:lstStyle/>
          <a:p>
            <a:pPr algn="ctr"/>
            <a:r>
              <a:rPr lang="en-US" sz="3200" dirty="0"/>
              <a:t>8</a:t>
            </a:r>
          </a:p>
        </p:txBody>
      </p:sp>
      <p:sp>
        <p:nvSpPr>
          <p:cNvPr id="93" name="TextBox 92">
            <a:extLst>
              <a:ext uri="{FF2B5EF4-FFF2-40B4-BE49-F238E27FC236}">
                <a16:creationId xmlns:a16="http://schemas.microsoft.com/office/drawing/2014/main" id="{9BF220CA-E234-6E24-1BDE-A137B98F1A1A}"/>
              </a:ext>
            </a:extLst>
          </p:cNvPr>
          <p:cNvSpPr txBox="1"/>
          <p:nvPr/>
        </p:nvSpPr>
        <p:spPr>
          <a:xfrm>
            <a:off x="4715935" y="4244561"/>
            <a:ext cx="462845" cy="584775"/>
          </a:xfrm>
          <a:prstGeom prst="rect">
            <a:avLst/>
          </a:prstGeom>
          <a:noFill/>
        </p:spPr>
        <p:txBody>
          <a:bodyPr wrap="square" rtlCol="0">
            <a:spAutoFit/>
          </a:bodyPr>
          <a:lstStyle/>
          <a:p>
            <a:pPr algn="ctr"/>
            <a:r>
              <a:rPr lang="en-US" sz="3200" dirty="0"/>
              <a:t>8</a:t>
            </a:r>
          </a:p>
        </p:txBody>
      </p:sp>
      <p:sp>
        <p:nvSpPr>
          <p:cNvPr id="72" name="TextBox 71">
            <a:extLst>
              <a:ext uri="{FF2B5EF4-FFF2-40B4-BE49-F238E27FC236}">
                <a16:creationId xmlns:a16="http://schemas.microsoft.com/office/drawing/2014/main" id="{78391304-DF58-917E-827D-B3DC15570EDB}"/>
              </a:ext>
            </a:extLst>
          </p:cNvPr>
          <p:cNvSpPr txBox="1"/>
          <p:nvPr/>
        </p:nvSpPr>
        <p:spPr>
          <a:xfrm>
            <a:off x="5215469" y="1224551"/>
            <a:ext cx="462845" cy="584775"/>
          </a:xfrm>
          <a:prstGeom prst="rect">
            <a:avLst/>
          </a:prstGeom>
          <a:noFill/>
        </p:spPr>
        <p:txBody>
          <a:bodyPr wrap="square" rtlCol="0">
            <a:spAutoFit/>
          </a:bodyPr>
          <a:lstStyle/>
          <a:p>
            <a:pPr algn="ctr"/>
            <a:r>
              <a:rPr lang="en-US" sz="3200" dirty="0"/>
              <a:t>6</a:t>
            </a:r>
          </a:p>
        </p:txBody>
      </p:sp>
      <p:sp>
        <p:nvSpPr>
          <p:cNvPr id="76" name="TextBox 75">
            <a:extLst>
              <a:ext uri="{FF2B5EF4-FFF2-40B4-BE49-F238E27FC236}">
                <a16:creationId xmlns:a16="http://schemas.microsoft.com/office/drawing/2014/main" id="{6F50DD75-6BBD-B6CE-3399-480E4D57E1B8}"/>
              </a:ext>
            </a:extLst>
          </p:cNvPr>
          <p:cNvSpPr txBox="1"/>
          <p:nvPr/>
        </p:nvSpPr>
        <p:spPr>
          <a:xfrm>
            <a:off x="3217333" y="2734556"/>
            <a:ext cx="462845" cy="584775"/>
          </a:xfrm>
          <a:prstGeom prst="rect">
            <a:avLst/>
          </a:prstGeom>
          <a:noFill/>
        </p:spPr>
        <p:txBody>
          <a:bodyPr wrap="square" rtlCol="0">
            <a:spAutoFit/>
          </a:bodyPr>
          <a:lstStyle/>
          <a:p>
            <a:pPr algn="ctr"/>
            <a:r>
              <a:rPr lang="en-US" sz="3200" dirty="0"/>
              <a:t>1</a:t>
            </a:r>
          </a:p>
        </p:txBody>
      </p:sp>
      <p:sp>
        <p:nvSpPr>
          <p:cNvPr id="67" name="TextBox 66">
            <a:extLst>
              <a:ext uri="{FF2B5EF4-FFF2-40B4-BE49-F238E27FC236}">
                <a16:creationId xmlns:a16="http://schemas.microsoft.com/office/drawing/2014/main" id="{8F7FF794-FA99-6395-19A9-803A8429B0BD}"/>
              </a:ext>
            </a:extLst>
          </p:cNvPr>
          <p:cNvSpPr txBox="1"/>
          <p:nvPr/>
        </p:nvSpPr>
        <p:spPr>
          <a:xfrm>
            <a:off x="3217333" y="2231221"/>
            <a:ext cx="462845" cy="584775"/>
          </a:xfrm>
          <a:prstGeom prst="rect">
            <a:avLst/>
          </a:prstGeom>
          <a:noFill/>
        </p:spPr>
        <p:txBody>
          <a:bodyPr wrap="square" rtlCol="0">
            <a:spAutoFit/>
          </a:bodyPr>
          <a:lstStyle/>
          <a:p>
            <a:pPr algn="ctr"/>
            <a:r>
              <a:rPr lang="en-US" sz="3200" dirty="0"/>
              <a:t>6</a:t>
            </a:r>
          </a:p>
        </p:txBody>
      </p:sp>
      <p:sp>
        <p:nvSpPr>
          <p:cNvPr id="82" name="TextBox 81">
            <a:extLst>
              <a:ext uri="{FF2B5EF4-FFF2-40B4-BE49-F238E27FC236}">
                <a16:creationId xmlns:a16="http://schemas.microsoft.com/office/drawing/2014/main" id="{9985E3B7-5662-12CB-B661-A88DB1F3F90C}"/>
              </a:ext>
            </a:extLst>
          </p:cNvPr>
          <p:cNvSpPr txBox="1"/>
          <p:nvPr/>
        </p:nvSpPr>
        <p:spPr>
          <a:xfrm>
            <a:off x="4715935" y="2231221"/>
            <a:ext cx="462845" cy="584775"/>
          </a:xfrm>
          <a:prstGeom prst="rect">
            <a:avLst/>
          </a:prstGeom>
          <a:noFill/>
        </p:spPr>
        <p:txBody>
          <a:bodyPr wrap="square" rtlCol="0">
            <a:spAutoFit/>
          </a:bodyPr>
          <a:lstStyle/>
          <a:p>
            <a:pPr algn="ctr"/>
            <a:r>
              <a:rPr lang="en-US" sz="3200" dirty="0"/>
              <a:t>1</a:t>
            </a:r>
          </a:p>
        </p:txBody>
      </p:sp>
      <p:sp>
        <p:nvSpPr>
          <p:cNvPr id="86" name="TextBox 85">
            <a:extLst>
              <a:ext uri="{FF2B5EF4-FFF2-40B4-BE49-F238E27FC236}">
                <a16:creationId xmlns:a16="http://schemas.microsoft.com/office/drawing/2014/main" id="{246A7247-AE93-F5AC-4D38-595FB5667C0F}"/>
              </a:ext>
            </a:extLst>
          </p:cNvPr>
          <p:cNvSpPr txBox="1"/>
          <p:nvPr/>
        </p:nvSpPr>
        <p:spPr>
          <a:xfrm>
            <a:off x="4715935" y="3741226"/>
            <a:ext cx="462845" cy="584775"/>
          </a:xfrm>
          <a:prstGeom prst="rect">
            <a:avLst/>
          </a:prstGeom>
          <a:noFill/>
        </p:spPr>
        <p:txBody>
          <a:bodyPr wrap="square" rtlCol="0">
            <a:spAutoFit/>
          </a:bodyPr>
          <a:lstStyle/>
          <a:p>
            <a:pPr algn="ctr"/>
            <a:r>
              <a:rPr lang="en-US" sz="3200" dirty="0"/>
              <a:t>5</a:t>
            </a:r>
          </a:p>
        </p:txBody>
      </p:sp>
      <p:sp>
        <p:nvSpPr>
          <p:cNvPr id="88" name="TextBox 87">
            <a:extLst>
              <a:ext uri="{FF2B5EF4-FFF2-40B4-BE49-F238E27FC236}">
                <a16:creationId xmlns:a16="http://schemas.microsoft.com/office/drawing/2014/main" id="{0D7231CF-8945-9B35-F23A-22494813CC39}"/>
              </a:ext>
            </a:extLst>
          </p:cNvPr>
          <p:cNvSpPr txBox="1"/>
          <p:nvPr/>
        </p:nvSpPr>
        <p:spPr>
          <a:xfrm>
            <a:off x="4715935" y="1727886"/>
            <a:ext cx="462845" cy="584775"/>
          </a:xfrm>
          <a:prstGeom prst="rect">
            <a:avLst/>
          </a:prstGeom>
          <a:noFill/>
        </p:spPr>
        <p:txBody>
          <a:bodyPr wrap="square" rtlCol="0">
            <a:spAutoFit/>
          </a:bodyPr>
          <a:lstStyle/>
          <a:p>
            <a:pPr algn="ctr"/>
            <a:r>
              <a:rPr lang="en-US" sz="3200" dirty="0"/>
              <a:t>3</a:t>
            </a:r>
          </a:p>
        </p:txBody>
      </p:sp>
      <p:sp>
        <p:nvSpPr>
          <p:cNvPr id="92" name="TextBox 91">
            <a:extLst>
              <a:ext uri="{FF2B5EF4-FFF2-40B4-BE49-F238E27FC236}">
                <a16:creationId xmlns:a16="http://schemas.microsoft.com/office/drawing/2014/main" id="{EFD167BD-3C40-452E-CB1E-AB6C149AEBD3}"/>
              </a:ext>
            </a:extLst>
          </p:cNvPr>
          <p:cNvSpPr txBox="1"/>
          <p:nvPr/>
        </p:nvSpPr>
        <p:spPr>
          <a:xfrm>
            <a:off x="5715003" y="1727886"/>
            <a:ext cx="462845" cy="584775"/>
          </a:xfrm>
          <a:prstGeom prst="rect">
            <a:avLst/>
          </a:prstGeom>
          <a:noFill/>
        </p:spPr>
        <p:txBody>
          <a:bodyPr wrap="square" rtlCol="0">
            <a:spAutoFit/>
          </a:bodyPr>
          <a:lstStyle/>
          <a:p>
            <a:pPr algn="ctr"/>
            <a:r>
              <a:rPr lang="en-US" sz="3200" dirty="0"/>
              <a:t>1</a:t>
            </a:r>
          </a:p>
        </p:txBody>
      </p:sp>
      <p:sp>
        <p:nvSpPr>
          <p:cNvPr id="83" name="TextBox 82">
            <a:extLst>
              <a:ext uri="{FF2B5EF4-FFF2-40B4-BE49-F238E27FC236}">
                <a16:creationId xmlns:a16="http://schemas.microsoft.com/office/drawing/2014/main" id="{A1F06C3A-1E55-DA3F-9DA9-D5C2D00D44E6}"/>
              </a:ext>
            </a:extLst>
          </p:cNvPr>
          <p:cNvSpPr txBox="1"/>
          <p:nvPr/>
        </p:nvSpPr>
        <p:spPr>
          <a:xfrm>
            <a:off x="4715935" y="4747898"/>
            <a:ext cx="462845" cy="584775"/>
          </a:xfrm>
          <a:prstGeom prst="rect">
            <a:avLst/>
          </a:prstGeom>
          <a:noFill/>
        </p:spPr>
        <p:txBody>
          <a:bodyPr wrap="square" rtlCol="0">
            <a:spAutoFit/>
          </a:bodyPr>
          <a:lstStyle/>
          <a:p>
            <a:pPr algn="ctr"/>
            <a:r>
              <a:rPr lang="en-US" sz="3200" dirty="0"/>
              <a:t>2</a:t>
            </a:r>
          </a:p>
        </p:txBody>
      </p:sp>
      <p:sp>
        <p:nvSpPr>
          <p:cNvPr id="84" name="TextBox 83">
            <a:extLst>
              <a:ext uri="{FF2B5EF4-FFF2-40B4-BE49-F238E27FC236}">
                <a16:creationId xmlns:a16="http://schemas.microsoft.com/office/drawing/2014/main" id="{237950A2-9516-28A7-2A22-0842832CE467}"/>
              </a:ext>
            </a:extLst>
          </p:cNvPr>
          <p:cNvSpPr txBox="1"/>
          <p:nvPr/>
        </p:nvSpPr>
        <p:spPr>
          <a:xfrm>
            <a:off x="5215469" y="3741226"/>
            <a:ext cx="462845" cy="584775"/>
          </a:xfrm>
          <a:prstGeom prst="rect">
            <a:avLst/>
          </a:prstGeom>
          <a:noFill/>
        </p:spPr>
        <p:txBody>
          <a:bodyPr wrap="square" rtlCol="0">
            <a:spAutoFit/>
          </a:bodyPr>
          <a:lstStyle/>
          <a:p>
            <a:pPr algn="ctr"/>
            <a:r>
              <a:rPr lang="en-US" sz="3200" dirty="0"/>
              <a:t>1</a:t>
            </a:r>
          </a:p>
        </p:txBody>
      </p:sp>
      <p:sp>
        <p:nvSpPr>
          <p:cNvPr id="54" name="TextBox 53">
            <a:extLst>
              <a:ext uri="{FF2B5EF4-FFF2-40B4-BE49-F238E27FC236}">
                <a16:creationId xmlns:a16="http://schemas.microsoft.com/office/drawing/2014/main" id="{4DF7C3AA-7C0A-0353-17D4-B795622C067C}"/>
              </a:ext>
            </a:extLst>
          </p:cNvPr>
          <p:cNvSpPr txBox="1"/>
          <p:nvPr/>
        </p:nvSpPr>
        <p:spPr>
          <a:xfrm>
            <a:off x="3217333" y="1727886"/>
            <a:ext cx="462845" cy="584775"/>
          </a:xfrm>
          <a:prstGeom prst="rect">
            <a:avLst/>
          </a:prstGeom>
          <a:noFill/>
        </p:spPr>
        <p:txBody>
          <a:bodyPr wrap="square" rtlCol="0">
            <a:spAutoFit/>
          </a:bodyPr>
          <a:lstStyle/>
          <a:p>
            <a:pPr algn="ctr"/>
            <a:r>
              <a:rPr lang="en-US" sz="3200" dirty="0"/>
              <a:t>5</a:t>
            </a:r>
          </a:p>
        </p:txBody>
      </p:sp>
      <p:sp>
        <p:nvSpPr>
          <p:cNvPr id="89" name="TextBox 88">
            <a:extLst>
              <a:ext uri="{FF2B5EF4-FFF2-40B4-BE49-F238E27FC236}">
                <a16:creationId xmlns:a16="http://schemas.microsoft.com/office/drawing/2014/main" id="{E2A3567F-5F3B-F094-4079-A2BB03414EBA}"/>
              </a:ext>
            </a:extLst>
          </p:cNvPr>
          <p:cNvSpPr txBox="1"/>
          <p:nvPr/>
        </p:nvSpPr>
        <p:spPr>
          <a:xfrm>
            <a:off x="5215469" y="721216"/>
            <a:ext cx="462845" cy="584775"/>
          </a:xfrm>
          <a:prstGeom prst="rect">
            <a:avLst/>
          </a:prstGeom>
          <a:noFill/>
        </p:spPr>
        <p:txBody>
          <a:bodyPr wrap="square" rtlCol="0">
            <a:spAutoFit/>
          </a:bodyPr>
          <a:lstStyle/>
          <a:p>
            <a:pPr algn="ctr"/>
            <a:r>
              <a:rPr lang="en-US" sz="3200" dirty="0"/>
              <a:t>8</a:t>
            </a:r>
          </a:p>
        </p:txBody>
      </p:sp>
      <p:sp>
        <p:nvSpPr>
          <p:cNvPr id="97" name="TextBox 96">
            <a:extLst>
              <a:ext uri="{FF2B5EF4-FFF2-40B4-BE49-F238E27FC236}">
                <a16:creationId xmlns:a16="http://schemas.microsoft.com/office/drawing/2014/main" id="{D030AAB9-E087-2AF0-87A4-3EFF3682F0CD}"/>
              </a:ext>
            </a:extLst>
          </p:cNvPr>
          <p:cNvSpPr txBox="1"/>
          <p:nvPr/>
        </p:nvSpPr>
        <p:spPr>
          <a:xfrm>
            <a:off x="5715003" y="1224551"/>
            <a:ext cx="462845" cy="584775"/>
          </a:xfrm>
          <a:prstGeom prst="rect">
            <a:avLst/>
          </a:prstGeom>
          <a:noFill/>
        </p:spPr>
        <p:txBody>
          <a:bodyPr wrap="square" rtlCol="0">
            <a:spAutoFit/>
          </a:bodyPr>
          <a:lstStyle/>
          <a:p>
            <a:pPr algn="ctr"/>
            <a:r>
              <a:rPr lang="en-US" sz="3200" dirty="0"/>
              <a:t>2</a:t>
            </a:r>
          </a:p>
        </p:txBody>
      </p:sp>
      <p:sp>
        <p:nvSpPr>
          <p:cNvPr id="98" name="TextBox 97">
            <a:extLst>
              <a:ext uri="{FF2B5EF4-FFF2-40B4-BE49-F238E27FC236}">
                <a16:creationId xmlns:a16="http://schemas.microsoft.com/office/drawing/2014/main" id="{75CAE7C6-540A-44F2-F712-E7D2EFB10362}"/>
              </a:ext>
            </a:extLst>
          </p:cNvPr>
          <p:cNvSpPr txBox="1"/>
          <p:nvPr/>
        </p:nvSpPr>
        <p:spPr>
          <a:xfrm>
            <a:off x="5715003" y="2734556"/>
            <a:ext cx="462845" cy="584775"/>
          </a:xfrm>
          <a:prstGeom prst="rect">
            <a:avLst/>
          </a:prstGeom>
          <a:noFill/>
        </p:spPr>
        <p:txBody>
          <a:bodyPr wrap="square" rtlCol="0">
            <a:spAutoFit/>
          </a:bodyPr>
          <a:lstStyle/>
          <a:p>
            <a:pPr algn="ctr"/>
            <a:r>
              <a:rPr lang="en-US" sz="3200" dirty="0"/>
              <a:t>8</a:t>
            </a:r>
          </a:p>
        </p:txBody>
      </p:sp>
      <p:sp>
        <p:nvSpPr>
          <p:cNvPr id="44" name="TextBox 43">
            <a:extLst>
              <a:ext uri="{FF2B5EF4-FFF2-40B4-BE49-F238E27FC236}">
                <a16:creationId xmlns:a16="http://schemas.microsoft.com/office/drawing/2014/main" id="{3C2E1D9B-3A7F-66AD-98FC-21E0431446D9}"/>
              </a:ext>
            </a:extLst>
          </p:cNvPr>
          <p:cNvSpPr txBox="1"/>
          <p:nvPr/>
        </p:nvSpPr>
        <p:spPr>
          <a:xfrm>
            <a:off x="3716867" y="721216"/>
            <a:ext cx="462845" cy="584775"/>
          </a:xfrm>
          <a:prstGeom prst="rect">
            <a:avLst/>
          </a:prstGeom>
          <a:noFill/>
        </p:spPr>
        <p:txBody>
          <a:bodyPr wrap="square" rtlCol="0">
            <a:spAutoFit/>
          </a:bodyPr>
          <a:lstStyle/>
          <a:p>
            <a:pPr algn="ctr"/>
            <a:r>
              <a:rPr lang="en-US" sz="3200" dirty="0"/>
              <a:t>2</a:t>
            </a:r>
          </a:p>
        </p:txBody>
      </p:sp>
      <p:sp>
        <p:nvSpPr>
          <p:cNvPr id="45" name="TextBox 44">
            <a:extLst>
              <a:ext uri="{FF2B5EF4-FFF2-40B4-BE49-F238E27FC236}">
                <a16:creationId xmlns:a16="http://schemas.microsoft.com/office/drawing/2014/main" id="{9394AB74-9725-CF54-EA38-9B7C03672F1D}"/>
              </a:ext>
            </a:extLst>
          </p:cNvPr>
          <p:cNvSpPr txBox="1"/>
          <p:nvPr/>
        </p:nvSpPr>
        <p:spPr>
          <a:xfrm>
            <a:off x="3217333" y="1224551"/>
            <a:ext cx="462845" cy="584775"/>
          </a:xfrm>
          <a:prstGeom prst="rect">
            <a:avLst/>
          </a:prstGeom>
          <a:noFill/>
        </p:spPr>
        <p:txBody>
          <a:bodyPr wrap="square" rtlCol="0">
            <a:spAutoFit/>
          </a:bodyPr>
          <a:lstStyle/>
          <a:p>
            <a:pPr algn="ctr"/>
            <a:r>
              <a:rPr lang="en-US" sz="3200" dirty="0"/>
              <a:t>3</a:t>
            </a:r>
          </a:p>
        </p:txBody>
      </p:sp>
      <p:sp>
        <p:nvSpPr>
          <p:cNvPr id="50" name="TextBox 49">
            <a:extLst>
              <a:ext uri="{FF2B5EF4-FFF2-40B4-BE49-F238E27FC236}">
                <a16:creationId xmlns:a16="http://schemas.microsoft.com/office/drawing/2014/main" id="{5EA76F80-4B85-296D-4329-40FDE2831CD9}"/>
              </a:ext>
            </a:extLst>
          </p:cNvPr>
          <p:cNvSpPr txBox="1"/>
          <p:nvPr/>
        </p:nvSpPr>
        <p:spPr>
          <a:xfrm>
            <a:off x="3217333" y="3237891"/>
            <a:ext cx="462845" cy="584775"/>
          </a:xfrm>
          <a:prstGeom prst="rect">
            <a:avLst/>
          </a:prstGeom>
          <a:noFill/>
        </p:spPr>
        <p:txBody>
          <a:bodyPr wrap="square" rtlCol="0">
            <a:spAutoFit/>
          </a:bodyPr>
          <a:lstStyle/>
          <a:p>
            <a:pPr algn="ctr"/>
            <a:r>
              <a:rPr lang="en-US" sz="3200" dirty="0"/>
              <a:t>2</a:t>
            </a:r>
          </a:p>
        </p:txBody>
      </p:sp>
    </p:spTree>
    <p:extLst>
      <p:ext uri="{BB962C8B-B14F-4D97-AF65-F5344CB8AC3E}">
        <p14:creationId xmlns:p14="http://schemas.microsoft.com/office/powerpoint/2010/main" val="1279700316"/>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0AEE5E-836D-122B-3010-40AA57D5F0CC}"/>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0FFE59A8-D883-6A6B-C0D8-76A8947BB2FF}"/>
              </a:ext>
            </a:extLst>
          </p:cNvPr>
          <p:cNvSpPr>
            <a:spLocks noGrp="1"/>
          </p:cNvSpPr>
          <p:nvPr>
            <p:ph sz="half" idx="1"/>
          </p:nvPr>
        </p:nvSpPr>
        <p:spPr/>
        <p:txBody>
          <a:bodyPr>
            <a:normAutofit/>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F62813E9-F1FC-A591-30B6-707C4325CEE9}"/>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CEA23859-7621-DAD5-A09D-CDE11204148F}"/>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20D76451-754F-EFA3-8311-290FEFE8A34C}"/>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DCED6893-8DE0-8127-E76A-8E7DBB3B248B}"/>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1FD7CB19-5952-9B9C-E806-BA68C99778EC}"/>
              </a:ext>
            </a:extLst>
          </p:cNvPr>
          <p:cNvSpPr txBox="1"/>
          <p:nvPr/>
        </p:nvSpPr>
        <p:spPr>
          <a:xfrm>
            <a:off x="4715935" y="1224551"/>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8" name="TextBox 7">
            <a:extLst>
              <a:ext uri="{FF2B5EF4-FFF2-40B4-BE49-F238E27FC236}">
                <a16:creationId xmlns:a16="http://schemas.microsoft.com/office/drawing/2014/main" id="{7E6C9B7F-7F7D-279B-1716-2CE485F98C06}"/>
              </a:ext>
            </a:extLst>
          </p:cNvPr>
          <p:cNvSpPr txBox="1"/>
          <p:nvPr/>
        </p:nvSpPr>
        <p:spPr>
          <a:xfrm>
            <a:off x="6214537" y="1224551"/>
            <a:ext cx="462845" cy="584775"/>
          </a:xfrm>
          <a:prstGeom prst="rect">
            <a:avLst/>
          </a:prstGeom>
          <a:solidFill>
            <a:srgbClr val="00B050">
              <a:alpha val="40000"/>
            </a:srgbClr>
          </a:solidFill>
        </p:spPr>
        <p:txBody>
          <a:bodyPr wrap="square" rtlCol="0">
            <a:spAutoFit/>
          </a:bodyPr>
          <a:lstStyle/>
          <a:p>
            <a:pPr algn="ctr"/>
            <a:r>
              <a:rPr lang="en-US" sz="3200" dirty="0"/>
              <a:t>7</a:t>
            </a:r>
          </a:p>
        </p:txBody>
      </p:sp>
      <p:sp>
        <p:nvSpPr>
          <p:cNvPr id="9" name="TextBox 8">
            <a:extLst>
              <a:ext uri="{FF2B5EF4-FFF2-40B4-BE49-F238E27FC236}">
                <a16:creationId xmlns:a16="http://schemas.microsoft.com/office/drawing/2014/main" id="{61322EE7-DF77-92BF-50BC-A1C9FED0975B}"/>
              </a:ext>
            </a:extLst>
          </p:cNvPr>
          <p:cNvSpPr txBox="1"/>
          <p:nvPr/>
        </p:nvSpPr>
        <p:spPr>
          <a:xfrm>
            <a:off x="6714071" y="1224551"/>
            <a:ext cx="462845" cy="584775"/>
          </a:xfrm>
          <a:prstGeom prst="rect">
            <a:avLst/>
          </a:prstGeom>
          <a:solidFill>
            <a:srgbClr val="FFFF00">
              <a:alpha val="30000"/>
            </a:srgbClr>
          </a:solidFill>
        </p:spPr>
        <p:txBody>
          <a:bodyPr wrap="square" rtlCol="0">
            <a:spAutoFit/>
          </a:bodyPr>
          <a:lstStyle/>
          <a:p>
            <a:pPr algn="ctr"/>
            <a:r>
              <a:rPr lang="en-US" sz="3200" dirty="0"/>
              <a:t>9</a:t>
            </a:r>
          </a:p>
        </p:txBody>
      </p:sp>
      <p:sp>
        <p:nvSpPr>
          <p:cNvPr id="10" name="TextBox 9">
            <a:extLst>
              <a:ext uri="{FF2B5EF4-FFF2-40B4-BE49-F238E27FC236}">
                <a16:creationId xmlns:a16="http://schemas.microsoft.com/office/drawing/2014/main" id="{44A0BB66-7CF7-CE3A-586D-C6D3AAE2E1E1}"/>
              </a:ext>
            </a:extLst>
          </p:cNvPr>
          <p:cNvSpPr txBox="1"/>
          <p:nvPr/>
        </p:nvSpPr>
        <p:spPr>
          <a:xfrm>
            <a:off x="7213604" y="1224551"/>
            <a:ext cx="462845" cy="584775"/>
          </a:xfrm>
          <a:prstGeom prst="rect">
            <a:avLst/>
          </a:prstGeom>
          <a:solidFill>
            <a:srgbClr val="FFC000">
              <a:alpha val="40000"/>
            </a:srgbClr>
          </a:solidFill>
        </p:spPr>
        <p:txBody>
          <a:bodyPr wrap="square" rtlCol="0">
            <a:spAutoFit/>
          </a:bodyPr>
          <a:lstStyle/>
          <a:p>
            <a:pPr algn="ctr"/>
            <a:r>
              <a:rPr lang="en-US" sz="3200" dirty="0"/>
              <a:t>5</a:t>
            </a:r>
          </a:p>
        </p:txBody>
      </p:sp>
      <p:sp>
        <p:nvSpPr>
          <p:cNvPr id="11" name="TextBox 10">
            <a:extLst>
              <a:ext uri="{FF2B5EF4-FFF2-40B4-BE49-F238E27FC236}">
                <a16:creationId xmlns:a16="http://schemas.microsoft.com/office/drawing/2014/main" id="{29727DD5-C9EE-6766-F1AB-F35E6D0ED00A}"/>
              </a:ext>
            </a:extLst>
          </p:cNvPr>
          <p:cNvSpPr txBox="1"/>
          <p:nvPr/>
        </p:nvSpPr>
        <p:spPr>
          <a:xfrm>
            <a:off x="6714071" y="721216"/>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12" name="TextBox 11">
            <a:extLst>
              <a:ext uri="{FF2B5EF4-FFF2-40B4-BE49-F238E27FC236}">
                <a16:creationId xmlns:a16="http://schemas.microsoft.com/office/drawing/2014/main" id="{5DAEBAEC-6DE9-74B8-CC91-E2DCA08FA4A2}"/>
              </a:ext>
            </a:extLst>
          </p:cNvPr>
          <p:cNvSpPr txBox="1"/>
          <p:nvPr/>
        </p:nvSpPr>
        <p:spPr>
          <a:xfrm>
            <a:off x="7213604" y="721216"/>
            <a:ext cx="462845" cy="584775"/>
          </a:xfrm>
          <a:prstGeom prst="rect">
            <a:avLst/>
          </a:prstGeom>
          <a:solidFill>
            <a:srgbClr val="FF0000">
              <a:alpha val="30000"/>
            </a:srgbClr>
          </a:solidFill>
        </p:spPr>
        <p:txBody>
          <a:bodyPr wrap="square" rtlCol="0">
            <a:spAutoFit/>
          </a:bodyPr>
          <a:lstStyle/>
          <a:p>
            <a:pPr algn="ctr"/>
            <a:r>
              <a:rPr lang="en-US" sz="3200" dirty="0"/>
              <a:t>3</a:t>
            </a:r>
          </a:p>
        </p:txBody>
      </p:sp>
      <p:sp>
        <p:nvSpPr>
          <p:cNvPr id="13" name="TextBox 12">
            <a:extLst>
              <a:ext uri="{FF2B5EF4-FFF2-40B4-BE49-F238E27FC236}">
                <a16:creationId xmlns:a16="http://schemas.microsoft.com/office/drawing/2014/main" id="{3F694168-EE13-F570-31F4-FECB636A9432}"/>
              </a:ext>
            </a:extLst>
          </p:cNvPr>
          <p:cNvSpPr txBox="1"/>
          <p:nvPr/>
        </p:nvSpPr>
        <p:spPr>
          <a:xfrm>
            <a:off x="4216401" y="1727886"/>
            <a:ext cx="462845" cy="584775"/>
          </a:xfrm>
          <a:prstGeom prst="rect">
            <a:avLst/>
          </a:prstGeom>
          <a:solidFill>
            <a:srgbClr val="FFFF00">
              <a:alpha val="30000"/>
            </a:srgbClr>
          </a:solidFill>
        </p:spPr>
        <p:txBody>
          <a:bodyPr wrap="square" rtlCol="0">
            <a:spAutoFit/>
          </a:bodyPr>
          <a:lstStyle/>
          <a:p>
            <a:pPr algn="ctr"/>
            <a:r>
              <a:rPr lang="en-US" sz="3200" dirty="0"/>
              <a:t>7</a:t>
            </a:r>
          </a:p>
        </p:txBody>
      </p:sp>
      <p:sp>
        <p:nvSpPr>
          <p:cNvPr id="14" name="TextBox 13">
            <a:extLst>
              <a:ext uri="{FF2B5EF4-FFF2-40B4-BE49-F238E27FC236}">
                <a16:creationId xmlns:a16="http://schemas.microsoft.com/office/drawing/2014/main" id="{3098373B-A0C2-33C1-775F-E6FB78673B0D}"/>
              </a:ext>
            </a:extLst>
          </p:cNvPr>
          <p:cNvSpPr txBox="1"/>
          <p:nvPr/>
        </p:nvSpPr>
        <p:spPr>
          <a:xfrm>
            <a:off x="5215469" y="1727886"/>
            <a:ext cx="462845" cy="584775"/>
          </a:xfrm>
          <a:prstGeom prst="rect">
            <a:avLst/>
          </a:prstGeom>
          <a:solidFill>
            <a:srgbClr val="00B050">
              <a:alpha val="40000"/>
            </a:srgbClr>
          </a:solidFill>
        </p:spPr>
        <p:txBody>
          <a:bodyPr wrap="square" rtlCol="0">
            <a:spAutoFit/>
          </a:bodyPr>
          <a:lstStyle/>
          <a:p>
            <a:pPr algn="ctr"/>
            <a:r>
              <a:rPr lang="en-US" sz="3200" dirty="0"/>
              <a:t>9</a:t>
            </a:r>
          </a:p>
        </p:txBody>
      </p:sp>
      <p:sp>
        <p:nvSpPr>
          <p:cNvPr id="15" name="TextBox 14">
            <a:extLst>
              <a:ext uri="{FF2B5EF4-FFF2-40B4-BE49-F238E27FC236}">
                <a16:creationId xmlns:a16="http://schemas.microsoft.com/office/drawing/2014/main" id="{54CBF341-FB51-CF8C-4854-67F78DACDD57}"/>
              </a:ext>
            </a:extLst>
          </p:cNvPr>
          <p:cNvSpPr txBox="1"/>
          <p:nvPr/>
        </p:nvSpPr>
        <p:spPr>
          <a:xfrm>
            <a:off x="6214537" y="1727886"/>
            <a:ext cx="462845" cy="584775"/>
          </a:xfrm>
          <a:prstGeom prst="rect">
            <a:avLst/>
          </a:prstGeom>
          <a:solidFill>
            <a:srgbClr val="00B0F0">
              <a:alpha val="30000"/>
            </a:srgbClr>
          </a:solidFill>
        </p:spPr>
        <p:txBody>
          <a:bodyPr wrap="square" rtlCol="0">
            <a:spAutoFit/>
          </a:bodyPr>
          <a:lstStyle/>
          <a:p>
            <a:pPr algn="ctr"/>
            <a:r>
              <a:rPr lang="en-US" sz="3200" dirty="0"/>
              <a:t>8</a:t>
            </a:r>
          </a:p>
        </p:txBody>
      </p:sp>
      <p:sp>
        <p:nvSpPr>
          <p:cNvPr id="16" name="TextBox 15">
            <a:extLst>
              <a:ext uri="{FF2B5EF4-FFF2-40B4-BE49-F238E27FC236}">
                <a16:creationId xmlns:a16="http://schemas.microsoft.com/office/drawing/2014/main" id="{07DFE54E-A009-70ED-F72B-3EFB043F3A15}"/>
              </a:ext>
            </a:extLst>
          </p:cNvPr>
          <p:cNvSpPr txBox="1"/>
          <p:nvPr/>
        </p:nvSpPr>
        <p:spPr>
          <a:xfrm>
            <a:off x="6714071" y="1727886"/>
            <a:ext cx="462845" cy="584775"/>
          </a:xfrm>
          <a:prstGeom prst="rect">
            <a:avLst/>
          </a:prstGeom>
          <a:solidFill>
            <a:srgbClr val="0070C0">
              <a:alpha val="40000"/>
            </a:srgbClr>
          </a:solidFill>
        </p:spPr>
        <p:txBody>
          <a:bodyPr wrap="square" rtlCol="0">
            <a:spAutoFit/>
          </a:bodyPr>
          <a:lstStyle/>
          <a:p>
            <a:pPr algn="ctr"/>
            <a:r>
              <a:rPr lang="en-US" sz="3200" dirty="0"/>
              <a:t>6</a:t>
            </a:r>
          </a:p>
        </p:txBody>
      </p:sp>
      <p:sp>
        <p:nvSpPr>
          <p:cNvPr id="17" name="TextBox 16">
            <a:extLst>
              <a:ext uri="{FF2B5EF4-FFF2-40B4-BE49-F238E27FC236}">
                <a16:creationId xmlns:a16="http://schemas.microsoft.com/office/drawing/2014/main" id="{6FA41E66-5163-6145-CB52-898C8209FE91}"/>
              </a:ext>
            </a:extLst>
          </p:cNvPr>
          <p:cNvSpPr txBox="1"/>
          <p:nvPr/>
        </p:nvSpPr>
        <p:spPr>
          <a:xfrm>
            <a:off x="3716867" y="223122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18" name="TextBox 17">
            <a:extLst>
              <a:ext uri="{FF2B5EF4-FFF2-40B4-BE49-F238E27FC236}">
                <a16:creationId xmlns:a16="http://schemas.microsoft.com/office/drawing/2014/main" id="{979AD049-7971-C0C8-1AC3-B240A53991CD}"/>
              </a:ext>
            </a:extLst>
          </p:cNvPr>
          <p:cNvSpPr txBox="1"/>
          <p:nvPr/>
        </p:nvSpPr>
        <p:spPr>
          <a:xfrm>
            <a:off x="5215469" y="2231221"/>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19" name="TextBox 18">
            <a:extLst>
              <a:ext uri="{FF2B5EF4-FFF2-40B4-BE49-F238E27FC236}">
                <a16:creationId xmlns:a16="http://schemas.microsoft.com/office/drawing/2014/main" id="{245E9AC7-D28E-539E-37EF-C8C8152A7D06}"/>
              </a:ext>
            </a:extLst>
          </p:cNvPr>
          <p:cNvSpPr txBox="1"/>
          <p:nvPr/>
        </p:nvSpPr>
        <p:spPr>
          <a:xfrm>
            <a:off x="5715003" y="2231221"/>
            <a:ext cx="462845" cy="584775"/>
          </a:xfrm>
          <a:prstGeom prst="rect">
            <a:avLst/>
          </a:prstGeom>
          <a:solidFill>
            <a:srgbClr val="0070C0">
              <a:alpha val="40000"/>
            </a:srgbClr>
          </a:solidFill>
        </p:spPr>
        <p:txBody>
          <a:bodyPr wrap="square" rtlCol="0">
            <a:spAutoFit/>
          </a:bodyPr>
          <a:lstStyle/>
          <a:p>
            <a:pPr algn="ctr"/>
            <a:r>
              <a:rPr lang="en-US" sz="3200" dirty="0"/>
              <a:t>7</a:t>
            </a:r>
          </a:p>
        </p:txBody>
      </p:sp>
      <p:sp>
        <p:nvSpPr>
          <p:cNvPr id="20" name="TextBox 19">
            <a:extLst>
              <a:ext uri="{FF2B5EF4-FFF2-40B4-BE49-F238E27FC236}">
                <a16:creationId xmlns:a16="http://schemas.microsoft.com/office/drawing/2014/main" id="{88CB3E61-8D6D-96BB-C792-435F472029B9}"/>
              </a:ext>
            </a:extLst>
          </p:cNvPr>
          <p:cNvSpPr txBox="1"/>
          <p:nvPr/>
        </p:nvSpPr>
        <p:spPr>
          <a:xfrm>
            <a:off x="6214537" y="2231221"/>
            <a:ext cx="462845" cy="584775"/>
          </a:xfrm>
          <a:prstGeom prst="rect">
            <a:avLst/>
          </a:prstGeom>
          <a:solidFill>
            <a:srgbClr val="FF0000">
              <a:alpha val="30000"/>
            </a:srgbClr>
          </a:solidFill>
        </p:spPr>
        <p:txBody>
          <a:bodyPr wrap="square" rtlCol="0">
            <a:spAutoFit/>
          </a:bodyPr>
          <a:lstStyle/>
          <a:p>
            <a:pPr algn="ctr"/>
            <a:r>
              <a:rPr lang="en-US" sz="3200" dirty="0"/>
              <a:t>4</a:t>
            </a:r>
          </a:p>
        </p:txBody>
      </p:sp>
      <p:sp>
        <p:nvSpPr>
          <p:cNvPr id="21" name="TextBox 20">
            <a:extLst>
              <a:ext uri="{FF2B5EF4-FFF2-40B4-BE49-F238E27FC236}">
                <a16:creationId xmlns:a16="http://schemas.microsoft.com/office/drawing/2014/main" id="{8C4DDDD0-7360-BE1C-C10A-C4B380DCB670}"/>
              </a:ext>
            </a:extLst>
          </p:cNvPr>
          <p:cNvSpPr txBox="1"/>
          <p:nvPr/>
        </p:nvSpPr>
        <p:spPr>
          <a:xfrm>
            <a:off x="6714071" y="2231221"/>
            <a:ext cx="462845" cy="584775"/>
          </a:xfrm>
          <a:prstGeom prst="rect">
            <a:avLst/>
          </a:prstGeom>
          <a:solidFill>
            <a:srgbClr val="7030A0">
              <a:alpha val="30000"/>
            </a:srgbClr>
          </a:solidFill>
        </p:spPr>
        <p:txBody>
          <a:bodyPr wrap="square" rtlCol="0">
            <a:spAutoFit/>
          </a:bodyPr>
          <a:lstStyle/>
          <a:p>
            <a:pPr algn="ctr"/>
            <a:r>
              <a:rPr lang="en-US" sz="3200" dirty="0"/>
              <a:t>5</a:t>
            </a:r>
          </a:p>
        </p:txBody>
      </p:sp>
      <p:sp>
        <p:nvSpPr>
          <p:cNvPr id="22" name="TextBox 21">
            <a:extLst>
              <a:ext uri="{FF2B5EF4-FFF2-40B4-BE49-F238E27FC236}">
                <a16:creationId xmlns:a16="http://schemas.microsoft.com/office/drawing/2014/main" id="{90817090-46CB-24FE-4BC9-4DB194D7A3A2}"/>
              </a:ext>
            </a:extLst>
          </p:cNvPr>
          <p:cNvSpPr txBox="1"/>
          <p:nvPr/>
        </p:nvSpPr>
        <p:spPr>
          <a:xfrm>
            <a:off x="4216401" y="2734556"/>
            <a:ext cx="462845" cy="584775"/>
          </a:xfrm>
          <a:prstGeom prst="rect">
            <a:avLst/>
          </a:prstGeom>
          <a:solidFill>
            <a:srgbClr val="FF0000">
              <a:alpha val="30000"/>
            </a:srgbClr>
          </a:solidFill>
        </p:spPr>
        <p:txBody>
          <a:bodyPr wrap="square" rtlCol="0">
            <a:spAutoFit/>
          </a:bodyPr>
          <a:lstStyle/>
          <a:p>
            <a:pPr algn="ctr"/>
            <a:r>
              <a:rPr lang="en-US" sz="3200" dirty="0"/>
              <a:t>4</a:t>
            </a:r>
          </a:p>
        </p:txBody>
      </p:sp>
      <p:sp>
        <p:nvSpPr>
          <p:cNvPr id="23" name="TextBox 22">
            <a:extLst>
              <a:ext uri="{FF2B5EF4-FFF2-40B4-BE49-F238E27FC236}">
                <a16:creationId xmlns:a16="http://schemas.microsoft.com/office/drawing/2014/main" id="{74B59026-5552-5999-EB0A-F337997A41DB}"/>
              </a:ext>
            </a:extLst>
          </p:cNvPr>
          <p:cNvSpPr txBox="1"/>
          <p:nvPr/>
        </p:nvSpPr>
        <p:spPr>
          <a:xfrm>
            <a:off x="5215469" y="2734556"/>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4" name="TextBox 23">
            <a:extLst>
              <a:ext uri="{FF2B5EF4-FFF2-40B4-BE49-F238E27FC236}">
                <a16:creationId xmlns:a16="http://schemas.microsoft.com/office/drawing/2014/main" id="{453AE3F7-0105-4494-9F79-62F796F132F7}"/>
              </a:ext>
            </a:extLst>
          </p:cNvPr>
          <p:cNvSpPr txBox="1"/>
          <p:nvPr/>
        </p:nvSpPr>
        <p:spPr>
          <a:xfrm>
            <a:off x="6714071" y="2734556"/>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25" name="TextBox 24">
            <a:extLst>
              <a:ext uri="{FF2B5EF4-FFF2-40B4-BE49-F238E27FC236}">
                <a16:creationId xmlns:a16="http://schemas.microsoft.com/office/drawing/2014/main" id="{E4B3ADF2-F5A7-2B14-87C9-44C1F749F6AD}"/>
              </a:ext>
            </a:extLst>
          </p:cNvPr>
          <p:cNvSpPr txBox="1"/>
          <p:nvPr/>
        </p:nvSpPr>
        <p:spPr>
          <a:xfrm>
            <a:off x="3716867" y="3237891"/>
            <a:ext cx="462845" cy="584775"/>
          </a:xfrm>
          <a:prstGeom prst="rect">
            <a:avLst/>
          </a:prstGeom>
          <a:solidFill>
            <a:srgbClr val="7030A0">
              <a:alpha val="30000"/>
            </a:srgbClr>
          </a:solidFill>
        </p:spPr>
        <p:txBody>
          <a:bodyPr wrap="square" rtlCol="0">
            <a:spAutoFit/>
          </a:bodyPr>
          <a:lstStyle/>
          <a:p>
            <a:pPr algn="ctr"/>
            <a:r>
              <a:rPr lang="en-US" sz="3200" dirty="0"/>
              <a:t>5</a:t>
            </a:r>
          </a:p>
        </p:txBody>
      </p:sp>
      <p:sp>
        <p:nvSpPr>
          <p:cNvPr id="26" name="TextBox 25">
            <a:extLst>
              <a:ext uri="{FF2B5EF4-FFF2-40B4-BE49-F238E27FC236}">
                <a16:creationId xmlns:a16="http://schemas.microsoft.com/office/drawing/2014/main" id="{5FB1F661-3A0B-AFA0-A16B-25DFDED5B16C}"/>
              </a:ext>
            </a:extLst>
          </p:cNvPr>
          <p:cNvSpPr txBox="1"/>
          <p:nvPr/>
        </p:nvSpPr>
        <p:spPr>
          <a:xfrm>
            <a:off x="4715935" y="3237891"/>
            <a:ext cx="462845" cy="584775"/>
          </a:xfrm>
          <a:prstGeom prst="rect">
            <a:avLst/>
          </a:prstGeom>
          <a:solidFill>
            <a:srgbClr val="FF0000">
              <a:alpha val="30000"/>
            </a:srgbClr>
          </a:solidFill>
        </p:spPr>
        <p:txBody>
          <a:bodyPr wrap="square" rtlCol="0">
            <a:spAutoFit/>
          </a:bodyPr>
          <a:lstStyle/>
          <a:p>
            <a:pPr algn="ctr"/>
            <a:r>
              <a:rPr lang="en-US" sz="3200" dirty="0"/>
              <a:t>6</a:t>
            </a:r>
          </a:p>
        </p:txBody>
      </p:sp>
      <p:sp>
        <p:nvSpPr>
          <p:cNvPr id="27" name="TextBox 26">
            <a:extLst>
              <a:ext uri="{FF2B5EF4-FFF2-40B4-BE49-F238E27FC236}">
                <a16:creationId xmlns:a16="http://schemas.microsoft.com/office/drawing/2014/main" id="{FB28FC56-1F86-27A5-5625-FE04D4204E92}"/>
              </a:ext>
            </a:extLst>
          </p:cNvPr>
          <p:cNvSpPr txBox="1"/>
          <p:nvPr/>
        </p:nvSpPr>
        <p:spPr>
          <a:xfrm>
            <a:off x="5215469" y="3237891"/>
            <a:ext cx="462845" cy="584775"/>
          </a:xfrm>
          <a:prstGeom prst="rect">
            <a:avLst/>
          </a:prstGeom>
          <a:solidFill>
            <a:srgbClr val="FFC000">
              <a:alpha val="40000"/>
            </a:srgbClr>
          </a:solidFill>
        </p:spPr>
        <p:txBody>
          <a:bodyPr wrap="square" rtlCol="0">
            <a:spAutoFit/>
          </a:bodyPr>
          <a:lstStyle/>
          <a:p>
            <a:pPr algn="ctr"/>
            <a:r>
              <a:rPr lang="en-US" sz="3200" dirty="0"/>
              <a:t>3</a:t>
            </a:r>
          </a:p>
        </p:txBody>
      </p:sp>
      <p:sp>
        <p:nvSpPr>
          <p:cNvPr id="28" name="TextBox 27">
            <a:extLst>
              <a:ext uri="{FF2B5EF4-FFF2-40B4-BE49-F238E27FC236}">
                <a16:creationId xmlns:a16="http://schemas.microsoft.com/office/drawing/2014/main" id="{85FDF274-5F19-E0C1-18AC-D219A70BF985}"/>
              </a:ext>
            </a:extLst>
          </p:cNvPr>
          <p:cNvSpPr txBox="1"/>
          <p:nvPr/>
        </p:nvSpPr>
        <p:spPr>
          <a:xfrm>
            <a:off x="7213604" y="3237891"/>
            <a:ext cx="462845" cy="584775"/>
          </a:xfrm>
          <a:prstGeom prst="rect">
            <a:avLst/>
          </a:prstGeom>
          <a:solidFill>
            <a:srgbClr val="FFFF00">
              <a:alpha val="30000"/>
            </a:srgbClr>
          </a:solidFill>
        </p:spPr>
        <p:txBody>
          <a:bodyPr wrap="square" rtlCol="0">
            <a:spAutoFit/>
          </a:bodyPr>
          <a:lstStyle/>
          <a:p>
            <a:pPr algn="ctr"/>
            <a:r>
              <a:rPr lang="en-US" sz="3200" dirty="0"/>
              <a:t>7</a:t>
            </a:r>
          </a:p>
        </p:txBody>
      </p:sp>
      <p:sp>
        <p:nvSpPr>
          <p:cNvPr id="29" name="TextBox 28">
            <a:extLst>
              <a:ext uri="{FF2B5EF4-FFF2-40B4-BE49-F238E27FC236}">
                <a16:creationId xmlns:a16="http://schemas.microsoft.com/office/drawing/2014/main" id="{415B4CCF-5BC9-F04B-6C3F-FDE4625A98B8}"/>
              </a:ext>
            </a:extLst>
          </p:cNvPr>
          <p:cNvSpPr txBox="1"/>
          <p:nvPr/>
        </p:nvSpPr>
        <p:spPr>
          <a:xfrm>
            <a:off x="3217333" y="3741226"/>
            <a:ext cx="462845" cy="584775"/>
          </a:xfrm>
          <a:prstGeom prst="rect">
            <a:avLst/>
          </a:prstGeom>
          <a:solidFill>
            <a:srgbClr val="00B0F0">
              <a:alpha val="30000"/>
            </a:srgbClr>
          </a:solidFill>
        </p:spPr>
        <p:txBody>
          <a:bodyPr wrap="square" rtlCol="0">
            <a:spAutoFit/>
          </a:bodyPr>
          <a:lstStyle/>
          <a:p>
            <a:pPr algn="ctr"/>
            <a:r>
              <a:rPr lang="en-US" sz="3200" dirty="0"/>
              <a:t>8</a:t>
            </a:r>
          </a:p>
        </p:txBody>
      </p:sp>
      <p:sp>
        <p:nvSpPr>
          <p:cNvPr id="30" name="TextBox 29">
            <a:extLst>
              <a:ext uri="{FF2B5EF4-FFF2-40B4-BE49-F238E27FC236}">
                <a16:creationId xmlns:a16="http://schemas.microsoft.com/office/drawing/2014/main" id="{66305E74-5BBB-41BA-30D6-7BCB96D5920E}"/>
              </a:ext>
            </a:extLst>
          </p:cNvPr>
          <p:cNvSpPr txBox="1"/>
          <p:nvPr/>
        </p:nvSpPr>
        <p:spPr>
          <a:xfrm>
            <a:off x="3716867" y="3741226"/>
            <a:ext cx="462845" cy="584775"/>
          </a:xfrm>
          <a:prstGeom prst="rect">
            <a:avLst/>
          </a:prstGeom>
          <a:solidFill>
            <a:srgbClr val="0070C0">
              <a:alpha val="40000"/>
            </a:srgbClr>
          </a:solidFill>
        </p:spPr>
        <p:txBody>
          <a:bodyPr wrap="square" rtlCol="0">
            <a:spAutoFit/>
          </a:bodyPr>
          <a:lstStyle/>
          <a:p>
            <a:pPr algn="ctr"/>
            <a:r>
              <a:rPr lang="en-US" sz="3200" dirty="0"/>
              <a:t>6</a:t>
            </a:r>
          </a:p>
        </p:txBody>
      </p:sp>
      <p:sp>
        <p:nvSpPr>
          <p:cNvPr id="31" name="TextBox 30">
            <a:extLst>
              <a:ext uri="{FF2B5EF4-FFF2-40B4-BE49-F238E27FC236}">
                <a16:creationId xmlns:a16="http://schemas.microsoft.com/office/drawing/2014/main" id="{47620A0A-1B7D-DCE7-EA44-63EEE0D2478E}"/>
              </a:ext>
            </a:extLst>
          </p:cNvPr>
          <p:cNvSpPr txBox="1"/>
          <p:nvPr/>
        </p:nvSpPr>
        <p:spPr>
          <a:xfrm>
            <a:off x="5715003" y="3741226"/>
            <a:ext cx="462845" cy="584775"/>
          </a:xfrm>
          <a:prstGeom prst="rect">
            <a:avLst/>
          </a:prstGeom>
          <a:solidFill>
            <a:srgbClr val="FFFF00">
              <a:alpha val="30000"/>
            </a:srgbClr>
          </a:solidFill>
        </p:spPr>
        <p:txBody>
          <a:bodyPr wrap="square" rtlCol="0">
            <a:spAutoFit/>
          </a:bodyPr>
          <a:lstStyle/>
          <a:p>
            <a:pPr algn="ctr"/>
            <a:r>
              <a:rPr lang="en-US" sz="3200" dirty="0"/>
              <a:t>9</a:t>
            </a:r>
          </a:p>
        </p:txBody>
      </p:sp>
      <p:sp>
        <p:nvSpPr>
          <p:cNvPr id="32" name="TextBox 31">
            <a:extLst>
              <a:ext uri="{FF2B5EF4-FFF2-40B4-BE49-F238E27FC236}">
                <a16:creationId xmlns:a16="http://schemas.microsoft.com/office/drawing/2014/main" id="{91365DD5-1813-7064-912F-7748E94749DE}"/>
              </a:ext>
            </a:extLst>
          </p:cNvPr>
          <p:cNvSpPr txBox="1"/>
          <p:nvPr/>
        </p:nvSpPr>
        <p:spPr>
          <a:xfrm>
            <a:off x="6214537" y="3741226"/>
            <a:ext cx="462845" cy="584775"/>
          </a:xfrm>
          <a:prstGeom prst="rect">
            <a:avLst/>
          </a:prstGeom>
          <a:solidFill>
            <a:srgbClr val="FFC000">
              <a:alpha val="40000"/>
            </a:srgbClr>
          </a:solidFill>
        </p:spPr>
        <p:txBody>
          <a:bodyPr wrap="square" rtlCol="0">
            <a:spAutoFit/>
          </a:bodyPr>
          <a:lstStyle/>
          <a:p>
            <a:pPr algn="ctr"/>
            <a:r>
              <a:rPr lang="en-US" sz="3200" dirty="0"/>
              <a:t>3</a:t>
            </a:r>
          </a:p>
        </p:txBody>
      </p:sp>
      <p:sp>
        <p:nvSpPr>
          <p:cNvPr id="33" name="TextBox 32">
            <a:extLst>
              <a:ext uri="{FF2B5EF4-FFF2-40B4-BE49-F238E27FC236}">
                <a16:creationId xmlns:a16="http://schemas.microsoft.com/office/drawing/2014/main" id="{EF2DEDDE-4EDE-1D2E-8B9F-FCD63EB2C144}"/>
              </a:ext>
            </a:extLst>
          </p:cNvPr>
          <p:cNvSpPr txBox="1"/>
          <p:nvPr/>
        </p:nvSpPr>
        <p:spPr>
          <a:xfrm>
            <a:off x="6714071" y="3741226"/>
            <a:ext cx="462845" cy="584775"/>
          </a:xfrm>
          <a:prstGeom prst="rect">
            <a:avLst/>
          </a:prstGeom>
          <a:solidFill>
            <a:srgbClr val="0070C0">
              <a:alpha val="40000"/>
            </a:srgbClr>
          </a:solidFill>
        </p:spPr>
        <p:txBody>
          <a:bodyPr wrap="square" rtlCol="0">
            <a:spAutoFit/>
          </a:bodyPr>
          <a:lstStyle/>
          <a:p>
            <a:pPr algn="ctr"/>
            <a:r>
              <a:rPr lang="en-US" sz="3200" dirty="0"/>
              <a:t>7</a:t>
            </a:r>
          </a:p>
        </p:txBody>
      </p:sp>
      <p:sp>
        <p:nvSpPr>
          <p:cNvPr id="34" name="TextBox 33">
            <a:extLst>
              <a:ext uri="{FF2B5EF4-FFF2-40B4-BE49-F238E27FC236}">
                <a16:creationId xmlns:a16="http://schemas.microsoft.com/office/drawing/2014/main" id="{F938C637-9F98-7827-7A8B-FCD970C09568}"/>
              </a:ext>
            </a:extLst>
          </p:cNvPr>
          <p:cNvSpPr txBox="1"/>
          <p:nvPr/>
        </p:nvSpPr>
        <p:spPr>
          <a:xfrm>
            <a:off x="7213604" y="3741226"/>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35" name="TextBox 34">
            <a:extLst>
              <a:ext uri="{FF2B5EF4-FFF2-40B4-BE49-F238E27FC236}">
                <a16:creationId xmlns:a16="http://schemas.microsoft.com/office/drawing/2014/main" id="{C28BA236-A4C2-4668-1D78-FED736979A05}"/>
              </a:ext>
            </a:extLst>
          </p:cNvPr>
          <p:cNvSpPr txBox="1"/>
          <p:nvPr/>
        </p:nvSpPr>
        <p:spPr>
          <a:xfrm>
            <a:off x="3217333" y="4244561"/>
            <a:ext cx="462845" cy="584775"/>
          </a:xfrm>
          <a:prstGeom prst="rect">
            <a:avLst/>
          </a:prstGeom>
          <a:solidFill>
            <a:srgbClr val="00B050">
              <a:alpha val="40000"/>
            </a:srgbClr>
          </a:solidFill>
        </p:spPr>
        <p:txBody>
          <a:bodyPr wrap="square" rtlCol="0">
            <a:spAutoFit/>
          </a:bodyPr>
          <a:lstStyle/>
          <a:p>
            <a:pPr algn="ctr"/>
            <a:r>
              <a:rPr lang="en-US" sz="3200" dirty="0"/>
              <a:t>7</a:t>
            </a:r>
          </a:p>
        </p:txBody>
      </p:sp>
      <p:sp>
        <p:nvSpPr>
          <p:cNvPr id="36" name="TextBox 35">
            <a:extLst>
              <a:ext uri="{FF2B5EF4-FFF2-40B4-BE49-F238E27FC236}">
                <a16:creationId xmlns:a16="http://schemas.microsoft.com/office/drawing/2014/main" id="{6BD77068-37FA-24F6-D8E4-518801CA694E}"/>
              </a:ext>
            </a:extLst>
          </p:cNvPr>
          <p:cNvSpPr txBox="1"/>
          <p:nvPr/>
        </p:nvSpPr>
        <p:spPr>
          <a:xfrm>
            <a:off x="4216401" y="4244561"/>
            <a:ext cx="462845" cy="584775"/>
          </a:xfrm>
          <a:prstGeom prst="rect">
            <a:avLst/>
          </a:prstGeom>
          <a:solidFill>
            <a:srgbClr val="FF0000">
              <a:alpha val="30000"/>
            </a:srgbClr>
          </a:solidFill>
        </p:spPr>
        <p:txBody>
          <a:bodyPr wrap="square" rtlCol="0">
            <a:spAutoFit/>
          </a:bodyPr>
          <a:lstStyle/>
          <a:p>
            <a:pPr algn="ctr"/>
            <a:r>
              <a:rPr lang="en-US" sz="3200" dirty="0"/>
              <a:t>3</a:t>
            </a:r>
          </a:p>
        </p:txBody>
      </p:sp>
      <p:sp>
        <p:nvSpPr>
          <p:cNvPr id="37" name="TextBox 36">
            <a:extLst>
              <a:ext uri="{FF2B5EF4-FFF2-40B4-BE49-F238E27FC236}">
                <a16:creationId xmlns:a16="http://schemas.microsoft.com/office/drawing/2014/main" id="{21A705C4-E178-46D8-C754-42F4341CF556}"/>
              </a:ext>
            </a:extLst>
          </p:cNvPr>
          <p:cNvSpPr txBox="1"/>
          <p:nvPr/>
        </p:nvSpPr>
        <p:spPr>
          <a:xfrm>
            <a:off x="5715003" y="4244561"/>
            <a:ext cx="462845" cy="584775"/>
          </a:xfrm>
          <a:prstGeom prst="rect">
            <a:avLst/>
          </a:prstGeom>
          <a:solidFill>
            <a:srgbClr val="FF0000">
              <a:alpha val="30000"/>
            </a:srgbClr>
          </a:solidFill>
        </p:spPr>
        <p:txBody>
          <a:bodyPr wrap="square" rtlCol="0">
            <a:spAutoFit/>
          </a:bodyPr>
          <a:lstStyle/>
          <a:p>
            <a:pPr algn="ctr"/>
            <a:r>
              <a:rPr lang="en-US" sz="3200" dirty="0"/>
              <a:t>6</a:t>
            </a:r>
          </a:p>
        </p:txBody>
      </p:sp>
      <p:sp>
        <p:nvSpPr>
          <p:cNvPr id="38" name="TextBox 37">
            <a:extLst>
              <a:ext uri="{FF2B5EF4-FFF2-40B4-BE49-F238E27FC236}">
                <a16:creationId xmlns:a16="http://schemas.microsoft.com/office/drawing/2014/main" id="{4299C6DB-0CCC-28D2-1E53-4DE2F9EBD379}"/>
              </a:ext>
            </a:extLst>
          </p:cNvPr>
          <p:cNvSpPr txBox="1"/>
          <p:nvPr/>
        </p:nvSpPr>
        <p:spPr>
          <a:xfrm>
            <a:off x="6214537" y="424456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39" name="TextBox 38">
            <a:extLst>
              <a:ext uri="{FF2B5EF4-FFF2-40B4-BE49-F238E27FC236}">
                <a16:creationId xmlns:a16="http://schemas.microsoft.com/office/drawing/2014/main" id="{34EE43B3-F0F2-A874-3615-47BD6FFB60D2}"/>
              </a:ext>
            </a:extLst>
          </p:cNvPr>
          <p:cNvSpPr txBox="1"/>
          <p:nvPr/>
        </p:nvSpPr>
        <p:spPr>
          <a:xfrm>
            <a:off x="6714071" y="4244561"/>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40" name="TextBox 39">
            <a:extLst>
              <a:ext uri="{FF2B5EF4-FFF2-40B4-BE49-F238E27FC236}">
                <a16:creationId xmlns:a16="http://schemas.microsoft.com/office/drawing/2014/main" id="{35D68B24-9545-1691-B651-63041D5D4830}"/>
              </a:ext>
            </a:extLst>
          </p:cNvPr>
          <p:cNvSpPr txBox="1"/>
          <p:nvPr/>
        </p:nvSpPr>
        <p:spPr>
          <a:xfrm>
            <a:off x="7213604" y="4244561"/>
            <a:ext cx="462845" cy="584775"/>
          </a:xfrm>
          <a:prstGeom prst="rect">
            <a:avLst/>
          </a:prstGeom>
          <a:solidFill>
            <a:srgbClr val="00B050">
              <a:alpha val="40000"/>
            </a:srgbClr>
          </a:solidFill>
        </p:spPr>
        <p:txBody>
          <a:bodyPr wrap="square" rtlCol="0">
            <a:spAutoFit/>
          </a:bodyPr>
          <a:lstStyle/>
          <a:p>
            <a:pPr algn="ctr"/>
            <a:r>
              <a:rPr lang="en-US" sz="3200" dirty="0"/>
              <a:t>9</a:t>
            </a:r>
          </a:p>
        </p:txBody>
      </p:sp>
      <p:sp>
        <p:nvSpPr>
          <p:cNvPr id="41" name="TextBox 40">
            <a:extLst>
              <a:ext uri="{FF2B5EF4-FFF2-40B4-BE49-F238E27FC236}">
                <a16:creationId xmlns:a16="http://schemas.microsoft.com/office/drawing/2014/main" id="{7DDA3B54-E08D-5DBC-F5CC-BB760998D3F3}"/>
              </a:ext>
            </a:extLst>
          </p:cNvPr>
          <p:cNvSpPr txBox="1"/>
          <p:nvPr/>
        </p:nvSpPr>
        <p:spPr>
          <a:xfrm>
            <a:off x="3217333" y="4747898"/>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42" name="TextBox 41">
            <a:extLst>
              <a:ext uri="{FF2B5EF4-FFF2-40B4-BE49-F238E27FC236}">
                <a16:creationId xmlns:a16="http://schemas.microsoft.com/office/drawing/2014/main" id="{5C136029-DE5D-913D-1680-51069C76754A}"/>
              </a:ext>
            </a:extLst>
          </p:cNvPr>
          <p:cNvSpPr txBox="1"/>
          <p:nvPr/>
        </p:nvSpPr>
        <p:spPr>
          <a:xfrm>
            <a:off x="3716867" y="4747898"/>
            <a:ext cx="462845" cy="584775"/>
          </a:xfrm>
          <a:prstGeom prst="rect">
            <a:avLst/>
          </a:prstGeom>
          <a:solidFill>
            <a:srgbClr val="FFFF00">
              <a:alpha val="30000"/>
            </a:srgbClr>
          </a:solidFill>
        </p:spPr>
        <p:txBody>
          <a:bodyPr wrap="square" rtlCol="0">
            <a:spAutoFit/>
          </a:bodyPr>
          <a:lstStyle/>
          <a:p>
            <a:pPr algn="ctr"/>
            <a:r>
              <a:rPr lang="en-US" sz="3200" dirty="0"/>
              <a:t>9</a:t>
            </a:r>
          </a:p>
        </p:txBody>
      </p:sp>
      <p:sp>
        <p:nvSpPr>
          <p:cNvPr id="43" name="TextBox 42">
            <a:extLst>
              <a:ext uri="{FF2B5EF4-FFF2-40B4-BE49-F238E27FC236}">
                <a16:creationId xmlns:a16="http://schemas.microsoft.com/office/drawing/2014/main" id="{896FC725-F208-7B04-37F8-A44741D52EF4}"/>
              </a:ext>
            </a:extLst>
          </p:cNvPr>
          <p:cNvSpPr txBox="1"/>
          <p:nvPr/>
        </p:nvSpPr>
        <p:spPr>
          <a:xfrm>
            <a:off x="4216401" y="4747898"/>
            <a:ext cx="462845" cy="584775"/>
          </a:xfrm>
          <a:prstGeom prst="rect">
            <a:avLst/>
          </a:prstGeom>
          <a:solidFill>
            <a:srgbClr val="FFC000">
              <a:alpha val="40000"/>
            </a:srgbClr>
          </a:solidFill>
        </p:spPr>
        <p:txBody>
          <a:bodyPr wrap="square" rtlCol="0">
            <a:spAutoFit/>
          </a:bodyPr>
          <a:lstStyle/>
          <a:p>
            <a:pPr algn="ctr"/>
            <a:r>
              <a:rPr lang="en-US" sz="3200" dirty="0"/>
              <a:t>5</a:t>
            </a:r>
          </a:p>
        </p:txBody>
      </p:sp>
      <p:sp>
        <p:nvSpPr>
          <p:cNvPr id="59" name="TextBox 58">
            <a:extLst>
              <a:ext uri="{FF2B5EF4-FFF2-40B4-BE49-F238E27FC236}">
                <a16:creationId xmlns:a16="http://schemas.microsoft.com/office/drawing/2014/main" id="{C458C032-482B-01A3-39E1-64459052744A}"/>
              </a:ext>
            </a:extLst>
          </p:cNvPr>
          <p:cNvSpPr txBox="1"/>
          <p:nvPr/>
        </p:nvSpPr>
        <p:spPr>
          <a:xfrm>
            <a:off x="3640666" y="2404765"/>
            <a:ext cx="570089" cy="230832"/>
          </a:xfrm>
          <a:prstGeom prst="rect">
            <a:avLst/>
          </a:prstGeom>
          <a:noFill/>
        </p:spPr>
        <p:txBody>
          <a:bodyPr wrap="square" rtlCol="0">
            <a:spAutoFit/>
          </a:bodyPr>
          <a:lstStyle/>
          <a:p>
            <a:pPr algn="ctr"/>
            <a:r>
              <a:rPr lang="en-US" sz="900" dirty="0"/>
              <a:t>53</a:t>
            </a:r>
          </a:p>
        </p:txBody>
      </p:sp>
      <p:sp>
        <p:nvSpPr>
          <p:cNvPr id="62" name="TextBox 61">
            <a:extLst>
              <a:ext uri="{FF2B5EF4-FFF2-40B4-BE49-F238E27FC236}">
                <a16:creationId xmlns:a16="http://schemas.microsoft.com/office/drawing/2014/main" id="{2D94D741-E39C-4BED-F0AE-38763F3C0E55}"/>
              </a:ext>
            </a:extLst>
          </p:cNvPr>
          <p:cNvSpPr txBox="1"/>
          <p:nvPr/>
        </p:nvSpPr>
        <p:spPr>
          <a:xfrm>
            <a:off x="6654802" y="2905709"/>
            <a:ext cx="570089" cy="230832"/>
          </a:xfrm>
          <a:prstGeom prst="rect">
            <a:avLst/>
          </a:prstGeom>
          <a:noFill/>
        </p:spPr>
        <p:txBody>
          <a:bodyPr wrap="square" rtlCol="0">
            <a:spAutoFit/>
          </a:bodyPr>
          <a:lstStyle/>
          <a:p>
            <a:pPr algn="ctr"/>
            <a:r>
              <a:rPr lang="en-US" sz="900" dirty="0"/>
              <a:t>53</a:t>
            </a:r>
          </a:p>
        </p:txBody>
      </p:sp>
      <p:sp>
        <p:nvSpPr>
          <p:cNvPr id="66" name="TextBox 65">
            <a:extLst>
              <a:ext uri="{FF2B5EF4-FFF2-40B4-BE49-F238E27FC236}">
                <a16:creationId xmlns:a16="http://schemas.microsoft.com/office/drawing/2014/main" id="{2F94708E-10EC-0D38-E7E4-9FCA4E1D85F0}"/>
              </a:ext>
            </a:extLst>
          </p:cNvPr>
          <p:cNvSpPr txBox="1"/>
          <p:nvPr/>
        </p:nvSpPr>
        <p:spPr>
          <a:xfrm>
            <a:off x="5147734" y="2524033"/>
            <a:ext cx="570089" cy="230832"/>
          </a:xfrm>
          <a:prstGeom prst="rect">
            <a:avLst/>
          </a:prstGeom>
          <a:noFill/>
        </p:spPr>
        <p:txBody>
          <a:bodyPr wrap="square" rtlCol="0">
            <a:spAutoFit/>
          </a:bodyPr>
          <a:lstStyle/>
          <a:p>
            <a:pPr algn="ctr"/>
            <a:r>
              <a:rPr lang="en-US" sz="900" dirty="0"/>
              <a:t>52</a:t>
            </a:r>
          </a:p>
        </p:txBody>
      </p:sp>
      <p:sp>
        <p:nvSpPr>
          <p:cNvPr id="68" name="TextBox 67">
            <a:extLst>
              <a:ext uri="{FF2B5EF4-FFF2-40B4-BE49-F238E27FC236}">
                <a16:creationId xmlns:a16="http://schemas.microsoft.com/office/drawing/2014/main" id="{008E54C0-85D0-0B2A-1981-F62C74B31B86}"/>
              </a:ext>
            </a:extLst>
          </p:cNvPr>
          <p:cNvSpPr txBox="1"/>
          <p:nvPr/>
        </p:nvSpPr>
        <p:spPr>
          <a:xfrm>
            <a:off x="6654802" y="4527809"/>
            <a:ext cx="570089" cy="230832"/>
          </a:xfrm>
          <a:prstGeom prst="rect">
            <a:avLst/>
          </a:prstGeom>
          <a:noFill/>
        </p:spPr>
        <p:txBody>
          <a:bodyPr wrap="square" rtlCol="0">
            <a:spAutoFit/>
          </a:bodyPr>
          <a:lstStyle/>
          <a:p>
            <a:pPr algn="ctr"/>
            <a:r>
              <a:rPr lang="en-US" sz="900" dirty="0"/>
              <a:t>52</a:t>
            </a:r>
          </a:p>
        </p:txBody>
      </p:sp>
      <p:sp>
        <p:nvSpPr>
          <p:cNvPr id="71" name="TextBox 70">
            <a:extLst>
              <a:ext uri="{FF2B5EF4-FFF2-40B4-BE49-F238E27FC236}">
                <a16:creationId xmlns:a16="http://schemas.microsoft.com/office/drawing/2014/main" id="{38DE1B91-A189-0696-FB4C-59B2630DA40A}"/>
              </a:ext>
            </a:extLst>
          </p:cNvPr>
          <p:cNvSpPr txBox="1"/>
          <p:nvPr/>
        </p:nvSpPr>
        <p:spPr>
          <a:xfrm>
            <a:off x="5147734" y="2905709"/>
            <a:ext cx="570089" cy="230832"/>
          </a:xfrm>
          <a:prstGeom prst="rect">
            <a:avLst/>
          </a:prstGeom>
          <a:noFill/>
        </p:spPr>
        <p:txBody>
          <a:bodyPr wrap="square" rtlCol="0">
            <a:spAutoFit/>
          </a:bodyPr>
          <a:lstStyle/>
          <a:p>
            <a:pPr algn="ctr"/>
            <a:r>
              <a:rPr lang="en-US" sz="900" dirty="0"/>
              <a:t>25</a:t>
            </a:r>
          </a:p>
        </p:txBody>
      </p:sp>
      <p:sp>
        <p:nvSpPr>
          <p:cNvPr id="74" name="TextBox 73">
            <a:extLst>
              <a:ext uri="{FF2B5EF4-FFF2-40B4-BE49-F238E27FC236}">
                <a16:creationId xmlns:a16="http://schemas.microsoft.com/office/drawing/2014/main" id="{AA76BF4C-C609-8BB1-3346-B24BABAD7BDD}"/>
              </a:ext>
            </a:extLst>
          </p:cNvPr>
          <p:cNvSpPr txBox="1"/>
          <p:nvPr/>
        </p:nvSpPr>
        <p:spPr>
          <a:xfrm>
            <a:off x="6152446" y="4527809"/>
            <a:ext cx="570089" cy="230832"/>
          </a:xfrm>
          <a:prstGeom prst="rect">
            <a:avLst/>
          </a:prstGeom>
          <a:noFill/>
        </p:spPr>
        <p:txBody>
          <a:bodyPr wrap="square" rtlCol="0">
            <a:spAutoFit/>
          </a:bodyPr>
          <a:lstStyle/>
          <a:p>
            <a:pPr algn="ctr"/>
            <a:r>
              <a:rPr lang="en-US" sz="900" dirty="0"/>
              <a:t>25</a:t>
            </a:r>
          </a:p>
        </p:txBody>
      </p:sp>
      <p:sp>
        <p:nvSpPr>
          <p:cNvPr id="79" name="TextBox 78">
            <a:extLst>
              <a:ext uri="{FF2B5EF4-FFF2-40B4-BE49-F238E27FC236}">
                <a16:creationId xmlns:a16="http://schemas.microsoft.com/office/drawing/2014/main" id="{F453CAD6-704D-F9E3-6557-400EA9D75094}"/>
              </a:ext>
            </a:extLst>
          </p:cNvPr>
          <p:cNvSpPr txBox="1"/>
          <p:nvPr/>
        </p:nvSpPr>
        <p:spPr>
          <a:xfrm>
            <a:off x="6214537" y="3237891"/>
            <a:ext cx="462845" cy="584775"/>
          </a:xfrm>
          <a:prstGeom prst="rect">
            <a:avLst/>
          </a:prstGeom>
          <a:noFill/>
        </p:spPr>
        <p:txBody>
          <a:bodyPr wrap="square" rtlCol="0">
            <a:spAutoFit/>
          </a:bodyPr>
          <a:lstStyle/>
          <a:p>
            <a:pPr algn="ctr"/>
            <a:r>
              <a:rPr lang="en-US" sz="3200" dirty="0"/>
              <a:t>9</a:t>
            </a:r>
          </a:p>
        </p:txBody>
      </p:sp>
      <p:sp>
        <p:nvSpPr>
          <p:cNvPr id="48" name="TextBox 47">
            <a:extLst>
              <a:ext uri="{FF2B5EF4-FFF2-40B4-BE49-F238E27FC236}">
                <a16:creationId xmlns:a16="http://schemas.microsoft.com/office/drawing/2014/main" id="{7F3AFD33-9878-0C81-7F7F-328EC56D209A}"/>
              </a:ext>
            </a:extLst>
          </p:cNvPr>
          <p:cNvSpPr txBox="1"/>
          <p:nvPr/>
        </p:nvSpPr>
        <p:spPr>
          <a:xfrm>
            <a:off x="3716867" y="1727886"/>
            <a:ext cx="462845" cy="584775"/>
          </a:xfrm>
          <a:prstGeom prst="rect">
            <a:avLst/>
          </a:prstGeom>
          <a:noFill/>
        </p:spPr>
        <p:txBody>
          <a:bodyPr wrap="square" rtlCol="0">
            <a:spAutoFit/>
          </a:bodyPr>
          <a:lstStyle/>
          <a:p>
            <a:pPr algn="ctr"/>
            <a:r>
              <a:rPr lang="en-US" sz="3200" dirty="0"/>
              <a:t>4</a:t>
            </a:r>
          </a:p>
        </p:txBody>
      </p:sp>
      <p:sp>
        <p:nvSpPr>
          <p:cNvPr id="49" name="TextBox 48">
            <a:extLst>
              <a:ext uri="{FF2B5EF4-FFF2-40B4-BE49-F238E27FC236}">
                <a16:creationId xmlns:a16="http://schemas.microsoft.com/office/drawing/2014/main" id="{AF2EEC9B-EA38-66FA-CFC7-0648D4900FFD}"/>
              </a:ext>
            </a:extLst>
          </p:cNvPr>
          <p:cNvSpPr txBox="1"/>
          <p:nvPr/>
        </p:nvSpPr>
        <p:spPr>
          <a:xfrm>
            <a:off x="5715003" y="3237891"/>
            <a:ext cx="462845" cy="584775"/>
          </a:xfrm>
          <a:prstGeom prst="rect">
            <a:avLst/>
          </a:prstGeom>
          <a:noFill/>
        </p:spPr>
        <p:txBody>
          <a:bodyPr wrap="square" rtlCol="0">
            <a:spAutoFit/>
          </a:bodyPr>
          <a:lstStyle/>
          <a:p>
            <a:pPr algn="ctr"/>
            <a:r>
              <a:rPr lang="en-US" sz="3200" dirty="0"/>
              <a:t>4</a:t>
            </a:r>
          </a:p>
        </p:txBody>
      </p:sp>
      <p:sp>
        <p:nvSpPr>
          <p:cNvPr id="46" name="TextBox 45">
            <a:extLst>
              <a:ext uri="{FF2B5EF4-FFF2-40B4-BE49-F238E27FC236}">
                <a16:creationId xmlns:a16="http://schemas.microsoft.com/office/drawing/2014/main" id="{79931F35-B875-9BAB-F5C0-7E0674DE5F7B}"/>
              </a:ext>
            </a:extLst>
          </p:cNvPr>
          <p:cNvSpPr txBox="1"/>
          <p:nvPr/>
        </p:nvSpPr>
        <p:spPr>
          <a:xfrm>
            <a:off x="3217333" y="721216"/>
            <a:ext cx="462845" cy="584775"/>
          </a:xfrm>
          <a:prstGeom prst="rect">
            <a:avLst/>
          </a:prstGeom>
          <a:noFill/>
        </p:spPr>
        <p:txBody>
          <a:bodyPr wrap="square" rtlCol="0">
            <a:spAutoFit/>
          </a:bodyPr>
          <a:lstStyle/>
          <a:p>
            <a:pPr algn="ctr"/>
            <a:r>
              <a:rPr lang="en-US" sz="3200" dirty="0"/>
              <a:t>9</a:t>
            </a:r>
          </a:p>
        </p:txBody>
      </p:sp>
      <p:sp>
        <p:nvSpPr>
          <p:cNvPr id="47" name="TextBox 46">
            <a:extLst>
              <a:ext uri="{FF2B5EF4-FFF2-40B4-BE49-F238E27FC236}">
                <a16:creationId xmlns:a16="http://schemas.microsoft.com/office/drawing/2014/main" id="{4B578054-5D62-204A-7231-20A77976A11C}"/>
              </a:ext>
            </a:extLst>
          </p:cNvPr>
          <p:cNvSpPr txBox="1"/>
          <p:nvPr/>
        </p:nvSpPr>
        <p:spPr>
          <a:xfrm>
            <a:off x="7213604" y="4747898"/>
            <a:ext cx="462845" cy="584775"/>
          </a:xfrm>
          <a:prstGeom prst="rect">
            <a:avLst/>
          </a:prstGeom>
          <a:noFill/>
        </p:spPr>
        <p:txBody>
          <a:bodyPr wrap="square" rtlCol="0">
            <a:spAutoFit/>
          </a:bodyPr>
          <a:lstStyle/>
          <a:p>
            <a:pPr algn="ctr"/>
            <a:r>
              <a:rPr lang="en-US" sz="3200" dirty="0"/>
              <a:t>1</a:t>
            </a:r>
          </a:p>
        </p:txBody>
      </p:sp>
      <p:sp>
        <p:nvSpPr>
          <p:cNvPr id="60" name="TextBox 59">
            <a:extLst>
              <a:ext uri="{FF2B5EF4-FFF2-40B4-BE49-F238E27FC236}">
                <a16:creationId xmlns:a16="http://schemas.microsoft.com/office/drawing/2014/main" id="{16E79C7D-21D0-C97C-FD49-79D11EE53479}"/>
              </a:ext>
            </a:extLst>
          </p:cNvPr>
          <p:cNvSpPr txBox="1"/>
          <p:nvPr/>
        </p:nvSpPr>
        <p:spPr>
          <a:xfrm>
            <a:off x="7213604" y="2734556"/>
            <a:ext cx="462845" cy="584775"/>
          </a:xfrm>
          <a:prstGeom prst="rect">
            <a:avLst/>
          </a:prstGeom>
          <a:noFill/>
        </p:spPr>
        <p:txBody>
          <a:bodyPr wrap="square" rtlCol="0">
            <a:spAutoFit/>
          </a:bodyPr>
          <a:lstStyle/>
          <a:p>
            <a:pPr algn="ctr"/>
            <a:r>
              <a:rPr lang="en-US" sz="3200" dirty="0"/>
              <a:t>6</a:t>
            </a:r>
          </a:p>
        </p:txBody>
      </p:sp>
      <p:sp>
        <p:nvSpPr>
          <p:cNvPr id="94" name="TextBox 93">
            <a:extLst>
              <a:ext uri="{FF2B5EF4-FFF2-40B4-BE49-F238E27FC236}">
                <a16:creationId xmlns:a16="http://schemas.microsoft.com/office/drawing/2014/main" id="{D0AE3D7B-B7A9-E0EA-F1D3-40A508E64F20}"/>
              </a:ext>
            </a:extLst>
          </p:cNvPr>
          <p:cNvSpPr txBox="1"/>
          <p:nvPr/>
        </p:nvSpPr>
        <p:spPr>
          <a:xfrm>
            <a:off x="6152446" y="2905709"/>
            <a:ext cx="570089" cy="230832"/>
          </a:xfrm>
          <a:prstGeom prst="rect">
            <a:avLst/>
          </a:prstGeom>
          <a:noFill/>
        </p:spPr>
        <p:txBody>
          <a:bodyPr wrap="square" rtlCol="0">
            <a:spAutoFit/>
          </a:bodyPr>
          <a:lstStyle/>
          <a:p>
            <a:pPr algn="ctr"/>
            <a:r>
              <a:rPr lang="en-US" sz="900" dirty="0"/>
              <a:t>25</a:t>
            </a:r>
          </a:p>
        </p:txBody>
      </p:sp>
      <p:sp>
        <p:nvSpPr>
          <p:cNvPr id="95" name="TextBox 94">
            <a:extLst>
              <a:ext uri="{FF2B5EF4-FFF2-40B4-BE49-F238E27FC236}">
                <a16:creationId xmlns:a16="http://schemas.microsoft.com/office/drawing/2014/main" id="{BC2F6236-8F1F-6CF8-C88D-167CF6295E29}"/>
              </a:ext>
            </a:extLst>
          </p:cNvPr>
          <p:cNvSpPr txBox="1"/>
          <p:nvPr/>
        </p:nvSpPr>
        <p:spPr>
          <a:xfrm>
            <a:off x="3640666" y="2905709"/>
            <a:ext cx="570089" cy="230832"/>
          </a:xfrm>
          <a:prstGeom prst="rect">
            <a:avLst/>
          </a:prstGeom>
          <a:noFill/>
        </p:spPr>
        <p:txBody>
          <a:bodyPr wrap="square" rtlCol="0">
            <a:spAutoFit/>
          </a:bodyPr>
          <a:lstStyle/>
          <a:p>
            <a:pPr algn="ctr"/>
            <a:r>
              <a:rPr lang="en-US" sz="900" dirty="0"/>
              <a:t>75</a:t>
            </a:r>
          </a:p>
        </p:txBody>
      </p:sp>
      <p:sp>
        <p:nvSpPr>
          <p:cNvPr id="101" name="TextBox 100">
            <a:extLst>
              <a:ext uri="{FF2B5EF4-FFF2-40B4-BE49-F238E27FC236}">
                <a16:creationId xmlns:a16="http://schemas.microsoft.com/office/drawing/2014/main" id="{6C1BB392-081E-3454-7B08-3F55767F9FCB}"/>
              </a:ext>
            </a:extLst>
          </p:cNvPr>
          <p:cNvSpPr txBox="1"/>
          <p:nvPr/>
        </p:nvSpPr>
        <p:spPr>
          <a:xfrm>
            <a:off x="3716867" y="4244561"/>
            <a:ext cx="462845" cy="584775"/>
          </a:xfrm>
          <a:prstGeom prst="rect">
            <a:avLst/>
          </a:prstGeom>
          <a:noFill/>
        </p:spPr>
        <p:txBody>
          <a:bodyPr wrap="square" rtlCol="0">
            <a:spAutoFit/>
          </a:bodyPr>
          <a:lstStyle/>
          <a:p>
            <a:pPr algn="ctr"/>
            <a:r>
              <a:rPr lang="en-US" sz="3200" dirty="0"/>
              <a:t>1</a:t>
            </a:r>
          </a:p>
        </p:txBody>
      </p:sp>
      <p:sp>
        <p:nvSpPr>
          <p:cNvPr id="53" name="TextBox 52">
            <a:extLst>
              <a:ext uri="{FF2B5EF4-FFF2-40B4-BE49-F238E27FC236}">
                <a16:creationId xmlns:a16="http://schemas.microsoft.com/office/drawing/2014/main" id="{DF793AEE-2D89-2123-D3C3-08726A5202D8}"/>
              </a:ext>
            </a:extLst>
          </p:cNvPr>
          <p:cNvSpPr txBox="1"/>
          <p:nvPr/>
        </p:nvSpPr>
        <p:spPr>
          <a:xfrm>
            <a:off x="4216401" y="3741226"/>
            <a:ext cx="462845" cy="584775"/>
          </a:xfrm>
          <a:prstGeom prst="rect">
            <a:avLst/>
          </a:prstGeom>
          <a:noFill/>
        </p:spPr>
        <p:txBody>
          <a:bodyPr wrap="square" rtlCol="0">
            <a:spAutoFit/>
          </a:bodyPr>
          <a:lstStyle/>
          <a:p>
            <a:pPr algn="ctr"/>
            <a:r>
              <a:rPr lang="en-US" sz="3200" dirty="0"/>
              <a:t>2</a:t>
            </a:r>
          </a:p>
        </p:txBody>
      </p:sp>
      <p:sp>
        <p:nvSpPr>
          <p:cNvPr id="56" name="TextBox 55">
            <a:extLst>
              <a:ext uri="{FF2B5EF4-FFF2-40B4-BE49-F238E27FC236}">
                <a16:creationId xmlns:a16="http://schemas.microsoft.com/office/drawing/2014/main" id="{233D29EA-4680-0212-A574-DF5E0FF2AC1A}"/>
              </a:ext>
            </a:extLst>
          </p:cNvPr>
          <p:cNvSpPr txBox="1"/>
          <p:nvPr/>
        </p:nvSpPr>
        <p:spPr>
          <a:xfrm>
            <a:off x="6214537" y="721216"/>
            <a:ext cx="462845" cy="584775"/>
          </a:xfrm>
          <a:prstGeom prst="rect">
            <a:avLst/>
          </a:prstGeom>
          <a:noFill/>
        </p:spPr>
        <p:txBody>
          <a:bodyPr wrap="square" rtlCol="0">
            <a:spAutoFit/>
          </a:bodyPr>
          <a:lstStyle/>
          <a:p>
            <a:pPr algn="ctr"/>
            <a:r>
              <a:rPr lang="en-US" sz="3200" dirty="0"/>
              <a:t>1</a:t>
            </a:r>
          </a:p>
        </p:txBody>
      </p:sp>
      <p:sp>
        <p:nvSpPr>
          <p:cNvPr id="55" name="TextBox 54">
            <a:extLst>
              <a:ext uri="{FF2B5EF4-FFF2-40B4-BE49-F238E27FC236}">
                <a16:creationId xmlns:a16="http://schemas.microsoft.com/office/drawing/2014/main" id="{A1011121-4BEE-F400-EFD9-1997FD82CC55}"/>
              </a:ext>
            </a:extLst>
          </p:cNvPr>
          <p:cNvSpPr txBox="1"/>
          <p:nvPr/>
        </p:nvSpPr>
        <p:spPr>
          <a:xfrm>
            <a:off x="6714071" y="4747898"/>
            <a:ext cx="462845" cy="584775"/>
          </a:xfrm>
          <a:prstGeom prst="rect">
            <a:avLst/>
          </a:prstGeom>
          <a:noFill/>
        </p:spPr>
        <p:txBody>
          <a:bodyPr wrap="square" rtlCol="0">
            <a:spAutoFit/>
          </a:bodyPr>
          <a:lstStyle/>
          <a:p>
            <a:pPr algn="ctr"/>
            <a:r>
              <a:rPr lang="en-US" sz="3200" dirty="0"/>
              <a:t>8</a:t>
            </a:r>
          </a:p>
        </p:txBody>
      </p:sp>
      <p:sp>
        <p:nvSpPr>
          <p:cNvPr id="80" name="TextBox 79">
            <a:extLst>
              <a:ext uri="{FF2B5EF4-FFF2-40B4-BE49-F238E27FC236}">
                <a16:creationId xmlns:a16="http://schemas.microsoft.com/office/drawing/2014/main" id="{9EE80FB3-1295-6D4D-84B8-CF570FB73250}"/>
              </a:ext>
            </a:extLst>
          </p:cNvPr>
          <p:cNvSpPr txBox="1"/>
          <p:nvPr/>
        </p:nvSpPr>
        <p:spPr>
          <a:xfrm>
            <a:off x="6214537" y="4747898"/>
            <a:ext cx="462845" cy="584775"/>
          </a:xfrm>
          <a:prstGeom prst="rect">
            <a:avLst/>
          </a:prstGeom>
          <a:noFill/>
        </p:spPr>
        <p:txBody>
          <a:bodyPr wrap="square" rtlCol="0">
            <a:spAutoFit/>
          </a:bodyPr>
          <a:lstStyle/>
          <a:p>
            <a:pPr algn="ctr"/>
            <a:r>
              <a:rPr lang="en-US" sz="3200" dirty="0"/>
              <a:t>6</a:t>
            </a:r>
          </a:p>
        </p:txBody>
      </p:sp>
      <p:sp>
        <p:nvSpPr>
          <p:cNvPr id="81" name="TextBox 80">
            <a:extLst>
              <a:ext uri="{FF2B5EF4-FFF2-40B4-BE49-F238E27FC236}">
                <a16:creationId xmlns:a16="http://schemas.microsoft.com/office/drawing/2014/main" id="{65070726-96F1-D43C-C814-499E095DF876}"/>
              </a:ext>
            </a:extLst>
          </p:cNvPr>
          <p:cNvSpPr txBox="1"/>
          <p:nvPr/>
        </p:nvSpPr>
        <p:spPr>
          <a:xfrm>
            <a:off x="4216401" y="3237891"/>
            <a:ext cx="462845" cy="584775"/>
          </a:xfrm>
          <a:prstGeom prst="rect">
            <a:avLst/>
          </a:prstGeom>
          <a:noFill/>
        </p:spPr>
        <p:txBody>
          <a:bodyPr wrap="square" rtlCol="0">
            <a:spAutoFit/>
          </a:bodyPr>
          <a:lstStyle/>
          <a:p>
            <a:pPr algn="ctr"/>
            <a:r>
              <a:rPr lang="en-US" sz="3200" dirty="0"/>
              <a:t>8</a:t>
            </a:r>
          </a:p>
        </p:txBody>
      </p:sp>
      <p:sp>
        <p:nvSpPr>
          <p:cNvPr id="93" name="TextBox 92">
            <a:extLst>
              <a:ext uri="{FF2B5EF4-FFF2-40B4-BE49-F238E27FC236}">
                <a16:creationId xmlns:a16="http://schemas.microsoft.com/office/drawing/2014/main" id="{140CB9B4-4287-AD87-6B72-862EDF7ED6BB}"/>
              </a:ext>
            </a:extLst>
          </p:cNvPr>
          <p:cNvSpPr txBox="1"/>
          <p:nvPr/>
        </p:nvSpPr>
        <p:spPr>
          <a:xfrm>
            <a:off x="4715935" y="4244561"/>
            <a:ext cx="462845" cy="584775"/>
          </a:xfrm>
          <a:prstGeom prst="rect">
            <a:avLst/>
          </a:prstGeom>
          <a:noFill/>
        </p:spPr>
        <p:txBody>
          <a:bodyPr wrap="square" rtlCol="0">
            <a:spAutoFit/>
          </a:bodyPr>
          <a:lstStyle/>
          <a:p>
            <a:pPr algn="ctr"/>
            <a:r>
              <a:rPr lang="en-US" sz="3200" dirty="0"/>
              <a:t>8</a:t>
            </a:r>
          </a:p>
        </p:txBody>
      </p:sp>
      <p:sp>
        <p:nvSpPr>
          <p:cNvPr id="72" name="TextBox 71">
            <a:extLst>
              <a:ext uri="{FF2B5EF4-FFF2-40B4-BE49-F238E27FC236}">
                <a16:creationId xmlns:a16="http://schemas.microsoft.com/office/drawing/2014/main" id="{A5A3CDE8-87E9-CDA7-28F8-C5691304DAAB}"/>
              </a:ext>
            </a:extLst>
          </p:cNvPr>
          <p:cNvSpPr txBox="1"/>
          <p:nvPr/>
        </p:nvSpPr>
        <p:spPr>
          <a:xfrm>
            <a:off x="5215469" y="1224551"/>
            <a:ext cx="462845" cy="584775"/>
          </a:xfrm>
          <a:prstGeom prst="rect">
            <a:avLst/>
          </a:prstGeom>
          <a:noFill/>
        </p:spPr>
        <p:txBody>
          <a:bodyPr wrap="square" rtlCol="0">
            <a:spAutoFit/>
          </a:bodyPr>
          <a:lstStyle/>
          <a:p>
            <a:pPr algn="ctr"/>
            <a:r>
              <a:rPr lang="en-US" sz="3200" dirty="0"/>
              <a:t>6</a:t>
            </a:r>
          </a:p>
        </p:txBody>
      </p:sp>
      <p:sp>
        <p:nvSpPr>
          <p:cNvPr id="76" name="TextBox 75">
            <a:extLst>
              <a:ext uri="{FF2B5EF4-FFF2-40B4-BE49-F238E27FC236}">
                <a16:creationId xmlns:a16="http://schemas.microsoft.com/office/drawing/2014/main" id="{CE81BB04-2811-B7A7-51B6-3C2466D847A7}"/>
              </a:ext>
            </a:extLst>
          </p:cNvPr>
          <p:cNvSpPr txBox="1"/>
          <p:nvPr/>
        </p:nvSpPr>
        <p:spPr>
          <a:xfrm>
            <a:off x="3217333" y="2734556"/>
            <a:ext cx="462845" cy="584775"/>
          </a:xfrm>
          <a:prstGeom prst="rect">
            <a:avLst/>
          </a:prstGeom>
          <a:noFill/>
        </p:spPr>
        <p:txBody>
          <a:bodyPr wrap="square" rtlCol="0">
            <a:spAutoFit/>
          </a:bodyPr>
          <a:lstStyle/>
          <a:p>
            <a:pPr algn="ctr"/>
            <a:r>
              <a:rPr lang="en-US" sz="3200" dirty="0"/>
              <a:t>1</a:t>
            </a:r>
          </a:p>
        </p:txBody>
      </p:sp>
      <p:sp>
        <p:nvSpPr>
          <p:cNvPr id="67" name="TextBox 66">
            <a:extLst>
              <a:ext uri="{FF2B5EF4-FFF2-40B4-BE49-F238E27FC236}">
                <a16:creationId xmlns:a16="http://schemas.microsoft.com/office/drawing/2014/main" id="{F3FA00F4-B1EE-734D-2657-91A85F3B991D}"/>
              </a:ext>
            </a:extLst>
          </p:cNvPr>
          <p:cNvSpPr txBox="1"/>
          <p:nvPr/>
        </p:nvSpPr>
        <p:spPr>
          <a:xfrm>
            <a:off x="3217333" y="2231221"/>
            <a:ext cx="462845" cy="584775"/>
          </a:xfrm>
          <a:prstGeom prst="rect">
            <a:avLst/>
          </a:prstGeom>
          <a:noFill/>
        </p:spPr>
        <p:txBody>
          <a:bodyPr wrap="square" rtlCol="0">
            <a:spAutoFit/>
          </a:bodyPr>
          <a:lstStyle/>
          <a:p>
            <a:pPr algn="ctr"/>
            <a:r>
              <a:rPr lang="en-US" sz="3200" dirty="0"/>
              <a:t>6</a:t>
            </a:r>
          </a:p>
        </p:txBody>
      </p:sp>
      <p:sp>
        <p:nvSpPr>
          <p:cNvPr id="82" name="TextBox 81">
            <a:extLst>
              <a:ext uri="{FF2B5EF4-FFF2-40B4-BE49-F238E27FC236}">
                <a16:creationId xmlns:a16="http://schemas.microsoft.com/office/drawing/2014/main" id="{FBB613D3-1E5A-356D-699E-76B9F280D1D0}"/>
              </a:ext>
            </a:extLst>
          </p:cNvPr>
          <p:cNvSpPr txBox="1"/>
          <p:nvPr/>
        </p:nvSpPr>
        <p:spPr>
          <a:xfrm>
            <a:off x="4715935" y="2231221"/>
            <a:ext cx="462845" cy="584775"/>
          </a:xfrm>
          <a:prstGeom prst="rect">
            <a:avLst/>
          </a:prstGeom>
          <a:noFill/>
        </p:spPr>
        <p:txBody>
          <a:bodyPr wrap="square" rtlCol="0">
            <a:spAutoFit/>
          </a:bodyPr>
          <a:lstStyle/>
          <a:p>
            <a:pPr algn="ctr"/>
            <a:r>
              <a:rPr lang="en-US" sz="3200" dirty="0"/>
              <a:t>1</a:t>
            </a:r>
          </a:p>
        </p:txBody>
      </p:sp>
      <p:sp>
        <p:nvSpPr>
          <p:cNvPr id="86" name="TextBox 85">
            <a:extLst>
              <a:ext uri="{FF2B5EF4-FFF2-40B4-BE49-F238E27FC236}">
                <a16:creationId xmlns:a16="http://schemas.microsoft.com/office/drawing/2014/main" id="{FA461B4B-0F1B-6715-966F-A447345A69A0}"/>
              </a:ext>
            </a:extLst>
          </p:cNvPr>
          <p:cNvSpPr txBox="1"/>
          <p:nvPr/>
        </p:nvSpPr>
        <p:spPr>
          <a:xfrm>
            <a:off x="4715935" y="3741226"/>
            <a:ext cx="462845" cy="584775"/>
          </a:xfrm>
          <a:prstGeom prst="rect">
            <a:avLst/>
          </a:prstGeom>
          <a:noFill/>
        </p:spPr>
        <p:txBody>
          <a:bodyPr wrap="square" rtlCol="0">
            <a:spAutoFit/>
          </a:bodyPr>
          <a:lstStyle/>
          <a:p>
            <a:pPr algn="ctr"/>
            <a:r>
              <a:rPr lang="en-US" sz="3200" dirty="0"/>
              <a:t>5</a:t>
            </a:r>
          </a:p>
        </p:txBody>
      </p:sp>
      <p:sp>
        <p:nvSpPr>
          <p:cNvPr id="88" name="TextBox 87">
            <a:extLst>
              <a:ext uri="{FF2B5EF4-FFF2-40B4-BE49-F238E27FC236}">
                <a16:creationId xmlns:a16="http://schemas.microsoft.com/office/drawing/2014/main" id="{407AE7AE-6BB5-5DE4-ED86-5833455C618E}"/>
              </a:ext>
            </a:extLst>
          </p:cNvPr>
          <p:cNvSpPr txBox="1"/>
          <p:nvPr/>
        </p:nvSpPr>
        <p:spPr>
          <a:xfrm>
            <a:off x="4715935" y="1727886"/>
            <a:ext cx="462845" cy="584775"/>
          </a:xfrm>
          <a:prstGeom prst="rect">
            <a:avLst/>
          </a:prstGeom>
          <a:noFill/>
        </p:spPr>
        <p:txBody>
          <a:bodyPr wrap="square" rtlCol="0">
            <a:spAutoFit/>
          </a:bodyPr>
          <a:lstStyle/>
          <a:p>
            <a:pPr algn="ctr"/>
            <a:r>
              <a:rPr lang="en-US" sz="3200" dirty="0"/>
              <a:t>3</a:t>
            </a:r>
          </a:p>
        </p:txBody>
      </p:sp>
      <p:sp>
        <p:nvSpPr>
          <p:cNvPr id="92" name="TextBox 91">
            <a:extLst>
              <a:ext uri="{FF2B5EF4-FFF2-40B4-BE49-F238E27FC236}">
                <a16:creationId xmlns:a16="http://schemas.microsoft.com/office/drawing/2014/main" id="{C6D96909-F123-8E0E-1034-3BF72DFB8C5C}"/>
              </a:ext>
            </a:extLst>
          </p:cNvPr>
          <p:cNvSpPr txBox="1"/>
          <p:nvPr/>
        </p:nvSpPr>
        <p:spPr>
          <a:xfrm>
            <a:off x="5715003" y="1727886"/>
            <a:ext cx="462845" cy="584775"/>
          </a:xfrm>
          <a:prstGeom prst="rect">
            <a:avLst/>
          </a:prstGeom>
          <a:noFill/>
        </p:spPr>
        <p:txBody>
          <a:bodyPr wrap="square" rtlCol="0">
            <a:spAutoFit/>
          </a:bodyPr>
          <a:lstStyle/>
          <a:p>
            <a:pPr algn="ctr"/>
            <a:r>
              <a:rPr lang="en-US" sz="3200" dirty="0"/>
              <a:t>1</a:t>
            </a:r>
          </a:p>
        </p:txBody>
      </p:sp>
      <p:sp>
        <p:nvSpPr>
          <p:cNvPr id="83" name="TextBox 82">
            <a:extLst>
              <a:ext uri="{FF2B5EF4-FFF2-40B4-BE49-F238E27FC236}">
                <a16:creationId xmlns:a16="http://schemas.microsoft.com/office/drawing/2014/main" id="{093D9B2F-4AA3-EC0D-A8F0-9B516A52EDBB}"/>
              </a:ext>
            </a:extLst>
          </p:cNvPr>
          <p:cNvSpPr txBox="1"/>
          <p:nvPr/>
        </p:nvSpPr>
        <p:spPr>
          <a:xfrm>
            <a:off x="4715935" y="4747898"/>
            <a:ext cx="462845" cy="584775"/>
          </a:xfrm>
          <a:prstGeom prst="rect">
            <a:avLst/>
          </a:prstGeom>
          <a:noFill/>
        </p:spPr>
        <p:txBody>
          <a:bodyPr wrap="square" rtlCol="0">
            <a:spAutoFit/>
          </a:bodyPr>
          <a:lstStyle/>
          <a:p>
            <a:pPr algn="ctr"/>
            <a:r>
              <a:rPr lang="en-US" sz="3200" dirty="0"/>
              <a:t>2</a:t>
            </a:r>
          </a:p>
        </p:txBody>
      </p:sp>
      <p:sp>
        <p:nvSpPr>
          <p:cNvPr id="84" name="TextBox 83">
            <a:extLst>
              <a:ext uri="{FF2B5EF4-FFF2-40B4-BE49-F238E27FC236}">
                <a16:creationId xmlns:a16="http://schemas.microsoft.com/office/drawing/2014/main" id="{911B42C7-B97D-1DE7-788A-16ADC2ED28F5}"/>
              </a:ext>
            </a:extLst>
          </p:cNvPr>
          <p:cNvSpPr txBox="1"/>
          <p:nvPr/>
        </p:nvSpPr>
        <p:spPr>
          <a:xfrm>
            <a:off x="5215469" y="3741226"/>
            <a:ext cx="462845" cy="584775"/>
          </a:xfrm>
          <a:prstGeom prst="rect">
            <a:avLst/>
          </a:prstGeom>
          <a:noFill/>
        </p:spPr>
        <p:txBody>
          <a:bodyPr wrap="square" rtlCol="0">
            <a:spAutoFit/>
          </a:bodyPr>
          <a:lstStyle/>
          <a:p>
            <a:pPr algn="ctr"/>
            <a:r>
              <a:rPr lang="en-US" sz="3200" dirty="0"/>
              <a:t>1</a:t>
            </a:r>
          </a:p>
        </p:txBody>
      </p:sp>
      <p:sp>
        <p:nvSpPr>
          <p:cNvPr id="54" name="TextBox 53">
            <a:extLst>
              <a:ext uri="{FF2B5EF4-FFF2-40B4-BE49-F238E27FC236}">
                <a16:creationId xmlns:a16="http://schemas.microsoft.com/office/drawing/2014/main" id="{03E709C4-2D3F-C754-F6CD-6ED5D3A8A159}"/>
              </a:ext>
            </a:extLst>
          </p:cNvPr>
          <p:cNvSpPr txBox="1"/>
          <p:nvPr/>
        </p:nvSpPr>
        <p:spPr>
          <a:xfrm>
            <a:off x="3217333" y="1727886"/>
            <a:ext cx="462845" cy="584775"/>
          </a:xfrm>
          <a:prstGeom prst="rect">
            <a:avLst/>
          </a:prstGeom>
          <a:noFill/>
        </p:spPr>
        <p:txBody>
          <a:bodyPr wrap="square" rtlCol="0">
            <a:spAutoFit/>
          </a:bodyPr>
          <a:lstStyle/>
          <a:p>
            <a:pPr algn="ctr"/>
            <a:r>
              <a:rPr lang="en-US" sz="3200" dirty="0"/>
              <a:t>5</a:t>
            </a:r>
          </a:p>
        </p:txBody>
      </p:sp>
      <p:sp>
        <p:nvSpPr>
          <p:cNvPr id="89" name="TextBox 88">
            <a:extLst>
              <a:ext uri="{FF2B5EF4-FFF2-40B4-BE49-F238E27FC236}">
                <a16:creationId xmlns:a16="http://schemas.microsoft.com/office/drawing/2014/main" id="{C390CA28-7578-91C4-49F4-0CAA7F9DBA8E}"/>
              </a:ext>
            </a:extLst>
          </p:cNvPr>
          <p:cNvSpPr txBox="1"/>
          <p:nvPr/>
        </p:nvSpPr>
        <p:spPr>
          <a:xfrm>
            <a:off x="5215469" y="721216"/>
            <a:ext cx="462845" cy="584775"/>
          </a:xfrm>
          <a:prstGeom prst="rect">
            <a:avLst/>
          </a:prstGeom>
          <a:noFill/>
        </p:spPr>
        <p:txBody>
          <a:bodyPr wrap="square" rtlCol="0">
            <a:spAutoFit/>
          </a:bodyPr>
          <a:lstStyle/>
          <a:p>
            <a:pPr algn="ctr"/>
            <a:r>
              <a:rPr lang="en-US" sz="3200" dirty="0"/>
              <a:t>8</a:t>
            </a:r>
          </a:p>
        </p:txBody>
      </p:sp>
      <p:sp>
        <p:nvSpPr>
          <p:cNvPr id="97" name="TextBox 96">
            <a:extLst>
              <a:ext uri="{FF2B5EF4-FFF2-40B4-BE49-F238E27FC236}">
                <a16:creationId xmlns:a16="http://schemas.microsoft.com/office/drawing/2014/main" id="{7FC0188E-46B1-4D8E-5983-89344D26A642}"/>
              </a:ext>
            </a:extLst>
          </p:cNvPr>
          <p:cNvSpPr txBox="1"/>
          <p:nvPr/>
        </p:nvSpPr>
        <p:spPr>
          <a:xfrm>
            <a:off x="5715003" y="1224551"/>
            <a:ext cx="462845" cy="584775"/>
          </a:xfrm>
          <a:prstGeom prst="rect">
            <a:avLst/>
          </a:prstGeom>
          <a:noFill/>
        </p:spPr>
        <p:txBody>
          <a:bodyPr wrap="square" rtlCol="0">
            <a:spAutoFit/>
          </a:bodyPr>
          <a:lstStyle/>
          <a:p>
            <a:pPr algn="ctr"/>
            <a:r>
              <a:rPr lang="en-US" sz="3200" dirty="0"/>
              <a:t>2</a:t>
            </a:r>
          </a:p>
        </p:txBody>
      </p:sp>
      <p:sp>
        <p:nvSpPr>
          <p:cNvPr id="98" name="TextBox 97">
            <a:extLst>
              <a:ext uri="{FF2B5EF4-FFF2-40B4-BE49-F238E27FC236}">
                <a16:creationId xmlns:a16="http://schemas.microsoft.com/office/drawing/2014/main" id="{2A52DA5A-AED6-C42D-2CFE-8655A4A152A3}"/>
              </a:ext>
            </a:extLst>
          </p:cNvPr>
          <p:cNvSpPr txBox="1"/>
          <p:nvPr/>
        </p:nvSpPr>
        <p:spPr>
          <a:xfrm>
            <a:off x="5715003" y="2734556"/>
            <a:ext cx="462845" cy="584775"/>
          </a:xfrm>
          <a:prstGeom prst="rect">
            <a:avLst/>
          </a:prstGeom>
          <a:noFill/>
        </p:spPr>
        <p:txBody>
          <a:bodyPr wrap="square" rtlCol="0">
            <a:spAutoFit/>
          </a:bodyPr>
          <a:lstStyle/>
          <a:p>
            <a:pPr algn="ctr"/>
            <a:r>
              <a:rPr lang="en-US" sz="3200" dirty="0"/>
              <a:t>8</a:t>
            </a:r>
          </a:p>
        </p:txBody>
      </p:sp>
      <p:sp>
        <p:nvSpPr>
          <p:cNvPr id="44" name="TextBox 43">
            <a:extLst>
              <a:ext uri="{FF2B5EF4-FFF2-40B4-BE49-F238E27FC236}">
                <a16:creationId xmlns:a16="http://schemas.microsoft.com/office/drawing/2014/main" id="{983335DA-0CD0-4413-CF98-7BBA711B9359}"/>
              </a:ext>
            </a:extLst>
          </p:cNvPr>
          <p:cNvSpPr txBox="1"/>
          <p:nvPr/>
        </p:nvSpPr>
        <p:spPr>
          <a:xfrm>
            <a:off x="3716867" y="721216"/>
            <a:ext cx="462845" cy="584775"/>
          </a:xfrm>
          <a:prstGeom prst="rect">
            <a:avLst/>
          </a:prstGeom>
          <a:noFill/>
        </p:spPr>
        <p:txBody>
          <a:bodyPr wrap="square" rtlCol="0">
            <a:spAutoFit/>
          </a:bodyPr>
          <a:lstStyle/>
          <a:p>
            <a:pPr algn="ctr"/>
            <a:r>
              <a:rPr lang="en-US" sz="3200" dirty="0"/>
              <a:t>2</a:t>
            </a:r>
          </a:p>
        </p:txBody>
      </p:sp>
      <p:sp>
        <p:nvSpPr>
          <p:cNvPr id="45" name="TextBox 44">
            <a:extLst>
              <a:ext uri="{FF2B5EF4-FFF2-40B4-BE49-F238E27FC236}">
                <a16:creationId xmlns:a16="http://schemas.microsoft.com/office/drawing/2014/main" id="{C97B493E-BF0A-03E7-500B-9AD020B4FE77}"/>
              </a:ext>
            </a:extLst>
          </p:cNvPr>
          <p:cNvSpPr txBox="1"/>
          <p:nvPr/>
        </p:nvSpPr>
        <p:spPr>
          <a:xfrm>
            <a:off x="3217333" y="1224551"/>
            <a:ext cx="462845" cy="584775"/>
          </a:xfrm>
          <a:prstGeom prst="rect">
            <a:avLst/>
          </a:prstGeom>
          <a:noFill/>
        </p:spPr>
        <p:txBody>
          <a:bodyPr wrap="square" rtlCol="0">
            <a:spAutoFit/>
          </a:bodyPr>
          <a:lstStyle/>
          <a:p>
            <a:pPr algn="ctr"/>
            <a:r>
              <a:rPr lang="en-US" sz="3200" dirty="0"/>
              <a:t>3</a:t>
            </a:r>
          </a:p>
        </p:txBody>
      </p:sp>
      <p:sp>
        <p:nvSpPr>
          <p:cNvPr id="50" name="TextBox 49">
            <a:extLst>
              <a:ext uri="{FF2B5EF4-FFF2-40B4-BE49-F238E27FC236}">
                <a16:creationId xmlns:a16="http://schemas.microsoft.com/office/drawing/2014/main" id="{9C37D505-AF82-30FA-7A6D-6B2AD2BD3E21}"/>
              </a:ext>
            </a:extLst>
          </p:cNvPr>
          <p:cNvSpPr txBox="1"/>
          <p:nvPr/>
        </p:nvSpPr>
        <p:spPr>
          <a:xfrm>
            <a:off x="3217333" y="3237891"/>
            <a:ext cx="462845" cy="584775"/>
          </a:xfrm>
          <a:prstGeom prst="rect">
            <a:avLst/>
          </a:prstGeom>
          <a:noFill/>
        </p:spPr>
        <p:txBody>
          <a:bodyPr wrap="square" rtlCol="0">
            <a:spAutoFit/>
          </a:bodyPr>
          <a:lstStyle/>
          <a:p>
            <a:pPr algn="ctr"/>
            <a:r>
              <a:rPr lang="en-US" sz="3200" dirty="0"/>
              <a:t>2</a:t>
            </a:r>
          </a:p>
        </p:txBody>
      </p:sp>
      <p:sp>
        <p:nvSpPr>
          <p:cNvPr id="51" name="TextBox 50">
            <a:extLst>
              <a:ext uri="{FF2B5EF4-FFF2-40B4-BE49-F238E27FC236}">
                <a16:creationId xmlns:a16="http://schemas.microsoft.com/office/drawing/2014/main" id="{BF1A37D6-248E-0C84-AAAF-648E458575D0}"/>
              </a:ext>
            </a:extLst>
          </p:cNvPr>
          <p:cNvSpPr txBox="1"/>
          <p:nvPr/>
        </p:nvSpPr>
        <p:spPr>
          <a:xfrm>
            <a:off x="3716867" y="1224551"/>
            <a:ext cx="462845" cy="584775"/>
          </a:xfrm>
          <a:prstGeom prst="rect">
            <a:avLst/>
          </a:prstGeom>
          <a:noFill/>
        </p:spPr>
        <p:txBody>
          <a:bodyPr wrap="square" rtlCol="0">
            <a:spAutoFit/>
          </a:bodyPr>
          <a:lstStyle/>
          <a:p>
            <a:pPr algn="ctr"/>
            <a:r>
              <a:rPr lang="en-US" sz="3200" dirty="0"/>
              <a:t>8</a:t>
            </a:r>
          </a:p>
        </p:txBody>
      </p:sp>
      <p:sp>
        <p:nvSpPr>
          <p:cNvPr id="58" name="TextBox 57">
            <a:extLst>
              <a:ext uri="{FF2B5EF4-FFF2-40B4-BE49-F238E27FC236}">
                <a16:creationId xmlns:a16="http://schemas.microsoft.com/office/drawing/2014/main" id="{634EE6AB-601B-7888-7118-361B5D0EA005}"/>
              </a:ext>
            </a:extLst>
          </p:cNvPr>
          <p:cNvSpPr txBox="1"/>
          <p:nvPr/>
        </p:nvSpPr>
        <p:spPr>
          <a:xfrm>
            <a:off x="5215469" y="4747898"/>
            <a:ext cx="462845" cy="584775"/>
          </a:xfrm>
          <a:prstGeom prst="rect">
            <a:avLst/>
          </a:prstGeom>
          <a:noFill/>
        </p:spPr>
        <p:txBody>
          <a:bodyPr wrap="square" rtlCol="0">
            <a:spAutoFit/>
          </a:bodyPr>
          <a:lstStyle/>
          <a:p>
            <a:pPr algn="ctr"/>
            <a:r>
              <a:rPr lang="en-US" sz="3200" dirty="0"/>
              <a:t>7</a:t>
            </a:r>
          </a:p>
        </p:txBody>
      </p:sp>
      <p:sp>
        <p:nvSpPr>
          <p:cNvPr id="61" name="TextBox 60">
            <a:extLst>
              <a:ext uri="{FF2B5EF4-FFF2-40B4-BE49-F238E27FC236}">
                <a16:creationId xmlns:a16="http://schemas.microsoft.com/office/drawing/2014/main" id="{540A9A39-6019-2BC2-BE43-2C2264E41B6D}"/>
              </a:ext>
            </a:extLst>
          </p:cNvPr>
          <p:cNvSpPr txBox="1"/>
          <p:nvPr/>
        </p:nvSpPr>
        <p:spPr>
          <a:xfrm>
            <a:off x="5715003" y="4747898"/>
            <a:ext cx="462845" cy="584775"/>
          </a:xfrm>
          <a:prstGeom prst="rect">
            <a:avLst/>
          </a:prstGeom>
          <a:noFill/>
        </p:spPr>
        <p:txBody>
          <a:bodyPr wrap="square" rtlCol="0">
            <a:spAutoFit/>
          </a:bodyPr>
          <a:lstStyle/>
          <a:p>
            <a:pPr algn="ctr"/>
            <a:r>
              <a:rPr lang="en-US" sz="3200" dirty="0"/>
              <a:t>3</a:t>
            </a:r>
          </a:p>
        </p:txBody>
      </p:sp>
    </p:spTree>
    <p:extLst>
      <p:ext uri="{BB962C8B-B14F-4D97-AF65-F5344CB8AC3E}">
        <p14:creationId xmlns:p14="http://schemas.microsoft.com/office/powerpoint/2010/main" val="335944256"/>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7BFE23B-4662-0EF0-AECD-516BE1D1C2A8}"/>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B046CA20-F751-6395-0BEE-8FAC18B11395}"/>
              </a:ext>
            </a:extLst>
          </p:cNvPr>
          <p:cNvSpPr>
            <a:spLocks noGrp="1"/>
          </p:cNvSpPr>
          <p:nvPr>
            <p:ph sz="half" idx="1"/>
          </p:nvPr>
        </p:nvSpPr>
        <p:spPr/>
        <p:txBody>
          <a:bodyPr>
            <a:normAutofit/>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DFC01C08-40D6-6154-5F6B-EC29FB8D4312}"/>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E0817169-B634-44D0-D1B8-8060749D2DC3}"/>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D6EF4D35-6D56-D8C2-A4A6-090301F8B239}"/>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D8C694C6-FE37-4D83-469F-7D7AA350A489}"/>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2F2305F1-75DA-999A-DAEB-D33544A63FBF}"/>
              </a:ext>
            </a:extLst>
          </p:cNvPr>
          <p:cNvSpPr txBox="1"/>
          <p:nvPr/>
        </p:nvSpPr>
        <p:spPr>
          <a:xfrm>
            <a:off x="4715935" y="1224551"/>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8" name="TextBox 7">
            <a:extLst>
              <a:ext uri="{FF2B5EF4-FFF2-40B4-BE49-F238E27FC236}">
                <a16:creationId xmlns:a16="http://schemas.microsoft.com/office/drawing/2014/main" id="{CFBCC3FA-D697-453C-14AD-83361D1489A3}"/>
              </a:ext>
            </a:extLst>
          </p:cNvPr>
          <p:cNvSpPr txBox="1"/>
          <p:nvPr/>
        </p:nvSpPr>
        <p:spPr>
          <a:xfrm>
            <a:off x="6214537" y="1224551"/>
            <a:ext cx="462845" cy="584775"/>
          </a:xfrm>
          <a:prstGeom prst="rect">
            <a:avLst/>
          </a:prstGeom>
          <a:solidFill>
            <a:srgbClr val="00B050">
              <a:alpha val="40000"/>
            </a:srgbClr>
          </a:solidFill>
        </p:spPr>
        <p:txBody>
          <a:bodyPr wrap="square" rtlCol="0">
            <a:spAutoFit/>
          </a:bodyPr>
          <a:lstStyle/>
          <a:p>
            <a:pPr algn="ctr"/>
            <a:r>
              <a:rPr lang="en-US" sz="3200" dirty="0"/>
              <a:t>7</a:t>
            </a:r>
          </a:p>
        </p:txBody>
      </p:sp>
      <p:sp>
        <p:nvSpPr>
          <p:cNvPr id="9" name="TextBox 8">
            <a:extLst>
              <a:ext uri="{FF2B5EF4-FFF2-40B4-BE49-F238E27FC236}">
                <a16:creationId xmlns:a16="http://schemas.microsoft.com/office/drawing/2014/main" id="{16FE3299-CC0F-DB46-69BB-F9D1FD93FD3D}"/>
              </a:ext>
            </a:extLst>
          </p:cNvPr>
          <p:cNvSpPr txBox="1"/>
          <p:nvPr/>
        </p:nvSpPr>
        <p:spPr>
          <a:xfrm>
            <a:off x="6714071" y="1224551"/>
            <a:ext cx="462845" cy="584775"/>
          </a:xfrm>
          <a:prstGeom prst="rect">
            <a:avLst/>
          </a:prstGeom>
          <a:solidFill>
            <a:srgbClr val="FFFF00">
              <a:alpha val="30000"/>
            </a:srgbClr>
          </a:solidFill>
        </p:spPr>
        <p:txBody>
          <a:bodyPr wrap="square" rtlCol="0">
            <a:spAutoFit/>
          </a:bodyPr>
          <a:lstStyle/>
          <a:p>
            <a:pPr algn="ctr"/>
            <a:r>
              <a:rPr lang="en-US" sz="3200" dirty="0"/>
              <a:t>9</a:t>
            </a:r>
          </a:p>
        </p:txBody>
      </p:sp>
      <p:sp>
        <p:nvSpPr>
          <p:cNvPr id="10" name="TextBox 9">
            <a:extLst>
              <a:ext uri="{FF2B5EF4-FFF2-40B4-BE49-F238E27FC236}">
                <a16:creationId xmlns:a16="http://schemas.microsoft.com/office/drawing/2014/main" id="{B4CEEEA3-3714-F053-E590-951DBC248669}"/>
              </a:ext>
            </a:extLst>
          </p:cNvPr>
          <p:cNvSpPr txBox="1"/>
          <p:nvPr/>
        </p:nvSpPr>
        <p:spPr>
          <a:xfrm>
            <a:off x="7213604" y="1224551"/>
            <a:ext cx="462845" cy="584775"/>
          </a:xfrm>
          <a:prstGeom prst="rect">
            <a:avLst/>
          </a:prstGeom>
          <a:solidFill>
            <a:srgbClr val="FFC000">
              <a:alpha val="40000"/>
            </a:srgbClr>
          </a:solidFill>
        </p:spPr>
        <p:txBody>
          <a:bodyPr wrap="square" rtlCol="0">
            <a:spAutoFit/>
          </a:bodyPr>
          <a:lstStyle/>
          <a:p>
            <a:pPr algn="ctr"/>
            <a:r>
              <a:rPr lang="en-US" sz="3200" dirty="0"/>
              <a:t>5</a:t>
            </a:r>
          </a:p>
        </p:txBody>
      </p:sp>
      <p:sp>
        <p:nvSpPr>
          <p:cNvPr id="11" name="TextBox 10">
            <a:extLst>
              <a:ext uri="{FF2B5EF4-FFF2-40B4-BE49-F238E27FC236}">
                <a16:creationId xmlns:a16="http://schemas.microsoft.com/office/drawing/2014/main" id="{A3653296-9595-CDF1-2BF0-38D738D158FF}"/>
              </a:ext>
            </a:extLst>
          </p:cNvPr>
          <p:cNvSpPr txBox="1"/>
          <p:nvPr/>
        </p:nvSpPr>
        <p:spPr>
          <a:xfrm>
            <a:off x="6714071" y="721216"/>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12" name="TextBox 11">
            <a:extLst>
              <a:ext uri="{FF2B5EF4-FFF2-40B4-BE49-F238E27FC236}">
                <a16:creationId xmlns:a16="http://schemas.microsoft.com/office/drawing/2014/main" id="{86053A96-2CAE-47C6-4103-F9CC13844051}"/>
              </a:ext>
            </a:extLst>
          </p:cNvPr>
          <p:cNvSpPr txBox="1"/>
          <p:nvPr/>
        </p:nvSpPr>
        <p:spPr>
          <a:xfrm>
            <a:off x="7213604" y="721216"/>
            <a:ext cx="462845" cy="584775"/>
          </a:xfrm>
          <a:prstGeom prst="rect">
            <a:avLst/>
          </a:prstGeom>
          <a:solidFill>
            <a:srgbClr val="FF0000">
              <a:alpha val="30000"/>
            </a:srgbClr>
          </a:solidFill>
        </p:spPr>
        <p:txBody>
          <a:bodyPr wrap="square" rtlCol="0">
            <a:spAutoFit/>
          </a:bodyPr>
          <a:lstStyle/>
          <a:p>
            <a:pPr algn="ctr"/>
            <a:r>
              <a:rPr lang="en-US" sz="3200" dirty="0"/>
              <a:t>3</a:t>
            </a:r>
          </a:p>
        </p:txBody>
      </p:sp>
      <p:sp>
        <p:nvSpPr>
          <p:cNvPr id="13" name="TextBox 12">
            <a:extLst>
              <a:ext uri="{FF2B5EF4-FFF2-40B4-BE49-F238E27FC236}">
                <a16:creationId xmlns:a16="http://schemas.microsoft.com/office/drawing/2014/main" id="{450227E1-244F-BBF7-93A4-DAA6841E77C5}"/>
              </a:ext>
            </a:extLst>
          </p:cNvPr>
          <p:cNvSpPr txBox="1"/>
          <p:nvPr/>
        </p:nvSpPr>
        <p:spPr>
          <a:xfrm>
            <a:off x="4216401" y="1727886"/>
            <a:ext cx="462845" cy="584775"/>
          </a:xfrm>
          <a:prstGeom prst="rect">
            <a:avLst/>
          </a:prstGeom>
          <a:solidFill>
            <a:srgbClr val="FFFF00">
              <a:alpha val="30000"/>
            </a:srgbClr>
          </a:solidFill>
        </p:spPr>
        <p:txBody>
          <a:bodyPr wrap="square" rtlCol="0">
            <a:spAutoFit/>
          </a:bodyPr>
          <a:lstStyle/>
          <a:p>
            <a:pPr algn="ctr"/>
            <a:r>
              <a:rPr lang="en-US" sz="3200" dirty="0"/>
              <a:t>7</a:t>
            </a:r>
          </a:p>
        </p:txBody>
      </p:sp>
      <p:sp>
        <p:nvSpPr>
          <p:cNvPr id="14" name="TextBox 13">
            <a:extLst>
              <a:ext uri="{FF2B5EF4-FFF2-40B4-BE49-F238E27FC236}">
                <a16:creationId xmlns:a16="http://schemas.microsoft.com/office/drawing/2014/main" id="{68852784-7C49-DD65-4D6A-25D4404E08DB}"/>
              </a:ext>
            </a:extLst>
          </p:cNvPr>
          <p:cNvSpPr txBox="1"/>
          <p:nvPr/>
        </p:nvSpPr>
        <p:spPr>
          <a:xfrm>
            <a:off x="5215469" y="1727886"/>
            <a:ext cx="462845" cy="584775"/>
          </a:xfrm>
          <a:prstGeom prst="rect">
            <a:avLst/>
          </a:prstGeom>
          <a:solidFill>
            <a:srgbClr val="00B050">
              <a:alpha val="40000"/>
            </a:srgbClr>
          </a:solidFill>
        </p:spPr>
        <p:txBody>
          <a:bodyPr wrap="square" rtlCol="0">
            <a:spAutoFit/>
          </a:bodyPr>
          <a:lstStyle/>
          <a:p>
            <a:pPr algn="ctr"/>
            <a:r>
              <a:rPr lang="en-US" sz="3200" dirty="0"/>
              <a:t>9</a:t>
            </a:r>
          </a:p>
        </p:txBody>
      </p:sp>
      <p:sp>
        <p:nvSpPr>
          <p:cNvPr id="15" name="TextBox 14">
            <a:extLst>
              <a:ext uri="{FF2B5EF4-FFF2-40B4-BE49-F238E27FC236}">
                <a16:creationId xmlns:a16="http://schemas.microsoft.com/office/drawing/2014/main" id="{CBBB2519-C4D1-E2C2-B000-8B141064B52A}"/>
              </a:ext>
            </a:extLst>
          </p:cNvPr>
          <p:cNvSpPr txBox="1"/>
          <p:nvPr/>
        </p:nvSpPr>
        <p:spPr>
          <a:xfrm>
            <a:off x="6214537" y="1727886"/>
            <a:ext cx="462845" cy="584775"/>
          </a:xfrm>
          <a:prstGeom prst="rect">
            <a:avLst/>
          </a:prstGeom>
          <a:solidFill>
            <a:srgbClr val="00B0F0">
              <a:alpha val="30000"/>
            </a:srgbClr>
          </a:solidFill>
        </p:spPr>
        <p:txBody>
          <a:bodyPr wrap="square" rtlCol="0">
            <a:spAutoFit/>
          </a:bodyPr>
          <a:lstStyle/>
          <a:p>
            <a:pPr algn="ctr"/>
            <a:r>
              <a:rPr lang="en-US" sz="3200" dirty="0"/>
              <a:t>8</a:t>
            </a:r>
          </a:p>
        </p:txBody>
      </p:sp>
      <p:sp>
        <p:nvSpPr>
          <p:cNvPr id="16" name="TextBox 15">
            <a:extLst>
              <a:ext uri="{FF2B5EF4-FFF2-40B4-BE49-F238E27FC236}">
                <a16:creationId xmlns:a16="http://schemas.microsoft.com/office/drawing/2014/main" id="{68A743FB-12E0-7181-E906-887ADDB17250}"/>
              </a:ext>
            </a:extLst>
          </p:cNvPr>
          <p:cNvSpPr txBox="1"/>
          <p:nvPr/>
        </p:nvSpPr>
        <p:spPr>
          <a:xfrm>
            <a:off x="6714071" y="1727886"/>
            <a:ext cx="462845" cy="584775"/>
          </a:xfrm>
          <a:prstGeom prst="rect">
            <a:avLst/>
          </a:prstGeom>
          <a:solidFill>
            <a:srgbClr val="0070C0">
              <a:alpha val="40000"/>
            </a:srgbClr>
          </a:solidFill>
        </p:spPr>
        <p:txBody>
          <a:bodyPr wrap="square" rtlCol="0">
            <a:spAutoFit/>
          </a:bodyPr>
          <a:lstStyle/>
          <a:p>
            <a:pPr algn="ctr"/>
            <a:r>
              <a:rPr lang="en-US" sz="3200" dirty="0"/>
              <a:t>6</a:t>
            </a:r>
          </a:p>
        </p:txBody>
      </p:sp>
      <p:sp>
        <p:nvSpPr>
          <p:cNvPr id="17" name="TextBox 16">
            <a:extLst>
              <a:ext uri="{FF2B5EF4-FFF2-40B4-BE49-F238E27FC236}">
                <a16:creationId xmlns:a16="http://schemas.microsoft.com/office/drawing/2014/main" id="{6ADFF678-438F-019D-19C9-DFCCCAE3B0A3}"/>
              </a:ext>
            </a:extLst>
          </p:cNvPr>
          <p:cNvSpPr txBox="1"/>
          <p:nvPr/>
        </p:nvSpPr>
        <p:spPr>
          <a:xfrm>
            <a:off x="3716867" y="2231221"/>
            <a:ext cx="462845" cy="584775"/>
          </a:xfrm>
          <a:prstGeom prst="rect">
            <a:avLst/>
          </a:prstGeom>
          <a:solidFill>
            <a:srgbClr val="FFC000">
              <a:alpha val="40000"/>
            </a:srgbClr>
          </a:solidFill>
        </p:spPr>
        <p:txBody>
          <a:bodyPr wrap="square" rtlCol="0">
            <a:spAutoFit/>
          </a:bodyPr>
          <a:lstStyle/>
          <a:p>
            <a:pPr algn="ctr"/>
            <a:r>
              <a:rPr lang="en-US" sz="3200" dirty="0"/>
              <a:t>3</a:t>
            </a:r>
          </a:p>
        </p:txBody>
      </p:sp>
      <p:sp>
        <p:nvSpPr>
          <p:cNvPr id="18" name="TextBox 17">
            <a:extLst>
              <a:ext uri="{FF2B5EF4-FFF2-40B4-BE49-F238E27FC236}">
                <a16:creationId xmlns:a16="http://schemas.microsoft.com/office/drawing/2014/main" id="{B9B3889C-6BB6-A755-8BAD-373F807A7351}"/>
              </a:ext>
            </a:extLst>
          </p:cNvPr>
          <p:cNvSpPr txBox="1"/>
          <p:nvPr/>
        </p:nvSpPr>
        <p:spPr>
          <a:xfrm>
            <a:off x="5215469" y="2231221"/>
            <a:ext cx="462845" cy="584775"/>
          </a:xfrm>
          <a:prstGeom prst="rect">
            <a:avLst/>
          </a:prstGeom>
          <a:solidFill>
            <a:srgbClr val="00B0F0">
              <a:alpha val="30000"/>
            </a:srgbClr>
          </a:solidFill>
        </p:spPr>
        <p:txBody>
          <a:bodyPr wrap="square" rtlCol="0">
            <a:spAutoFit/>
          </a:bodyPr>
          <a:lstStyle/>
          <a:p>
            <a:pPr algn="ctr"/>
            <a:r>
              <a:rPr lang="en-US" sz="3200" dirty="0"/>
              <a:t>2</a:t>
            </a:r>
          </a:p>
        </p:txBody>
      </p:sp>
      <p:sp>
        <p:nvSpPr>
          <p:cNvPr id="19" name="TextBox 18">
            <a:extLst>
              <a:ext uri="{FF2B5EF4-FFF2-40B4-BE49-F238E27FC236}">
                <a16:creationId xmlns:a16="http://schemas.microsoft.com/office/drawing/2014/main" id="{D0DBF18F-1E89-0E3E-8FB6-4685A4B616B5}"/>
              </a:ext>
            </a:extLst>
          </p:cNvPr>
          <p:cNvSpPr txBox="1"/>
          <p:nvPr/>
        </p:nvSpPr>
        <p:spPr>
          <a:xfrm>
            <a:off x="5715003" y="2231221"/>
            <a:ext cx="462845" cy="584775"/>
          </a:xfrm>
          <a:prstGeom prst="rect">
            <a:avLst/>
          </a:prstGeom>
          <a:solidFill>
            <a:srgbClr val="0070C0">
              <a:alpha val="40000"/>
            </a:srgbClr>
          </a:solidFill>
        </p:spPr>
        <p:txBody>
          <a:bodyPr wrap="square" rtlCol="0">
            <a:spAutoFit/>
          </a:bodyPr>
          <a:lstStyle/>
          <a:p>
            <a:pPr algn="ctr"/>
            <a:r>
              <a:rPr lang="en-US" sz="3200" dirty="0"/>
              <a:t>7</a:t>
            </a:r>
          </a:p>
        </p:txBody>
      </p:sp>
      <p:sp>
        <p:nvSpPr>
          <p:cNvPr id="20" name="TextBox 19">
            <a:extLst>
              <a:ext uri="{FF2B5EF4-FFF2-40B4-BE49-F238E27FC236}">
                <a16:creationId xmlns:a16="http://schemas.microsoft.com/office/drawing/2014/main" id="{9BF3A0B7-78B6-46F5-D645-6CBBE5432362}"/>
              </a:ext>
            </a:extLst>
          </p:cNvPr>
          <p:cNvSpPr txBox="1"/>
          <p:nvPr/>
        </p:nvSpPr>
        <p:spPr>
          <a:xfrm>
            <a:off x="6214537" y="2231221"/>
            <a:ext cx="462845" cy="584775"/>
          </a:xfrm>
          <a:prstGeom prst="rect">
            <a:avLst/>
          </a:prstGeom>
          <a:solidFill>
            <a:srgbClr val="FF0000">
              <a:alpha val="30000"/>
            </a:srgbClr>
          </a:solidFill>
        </p:spPr>
        <p:txBody>
          <a:bodyPr wrap="square" rtlCol="0">
            <a:spAutoFit/>
          </a:bodyPr>
          <a:lstStyle/>
          <a:p>
            <a:pPr algn="ctr"/>
            <a:r>
              <a:rPr lang="en-US" sz="3200" dirty="0"/>
              <a:t>4</a:t>
            </a:r>
          </a:p>
        </p:txBody>
      </p:sp>
      <p:sp>
        <p:nvSpPr>
          <p:cNvPr id="21" name="TextBox 20">
            <a:extLst>
              <a:ext uri="{FF2B5EF4-FFF2-40B4-BE49-F238E27FC236}">
                <a16:creationId xmlns:a16="http://schemas.microsoft.com/office/drawing/2014/main" id="{3B8865D0-004C-B256-C0FF-9F3007E4971F}"/>
              </a:ext>
            </a:extLst>
          </p:cNvPr>
          <p:cNvSpPr txBox="1"/>
          <p:nvPr/>
        </p:nvSpPr>
        <p:spPr>
          <a:xfrm>
            <a:off x="6714071" y="2231221"/>
            <a:ext cx="462845" cy="584775"/>
          </a:xfrm>
          <a:prstGeom prst="rect">
            <a:avLst/>
          </a:prstGeom>
          <a:solidFill>
            <a:srgbClr val="7030A0">
              <a:alpha val="30000"/>
            </a:srgbClr>
          </a:solidFill>
        </p:spPr>
        <p:txBody>
          <a:bodyPr wrap="square" rtlCol="0">
            <a:spAutoFit/>
          </a:bodyPr>
          <a:lstStyle/>
          <a:p>
            <a:pPr algn="ctr"/>
            <a:r>
              <a:rPr lang="en-US" sz="3200" dirty="0"/>
              <a:t>5</a:t>
            </a:r>
          </a:p>
        </p:txBody>
      </p:sp>
      <p:sp>
        <p:nvSpPr>
          <p:cNvPr id="22" name="TextBox 21">
            <a:extLst>
              <a:ext uri="{FF2B5EF4-FFF2-40B4-BE49-F238E27FC236}">
                <a16:creationId xmlns:a16="http://schemas.microsoft.com/office/drawing/2014/main" id="{C5FB0579-C1A2-B4D3-BAFF-AB73BF5C58AF}"/>
              </a:ext>
            </a:extLst>
          </p:cNvPr>
          <p:cNvSpPr txBox="1"/>
          <p:nvPr/>
        </p:nvSpPr>
        <p:spPr>
          <a:xfrm>
            <a:off x="4216401" y="2734556"/>
            <a:ext cx="462845" cy="584775"/>
          </a:xfrm>
          <a:prstGeom prst="rect">
            <a:avLst/>
          </a:prstGeom>
          <a:solidFill>
            <a:srgbClr val="FF0000">
              <a:alpha val="30000"/>
            </a:srgbClr>
          </a:solidFill>
        </p:spPr>
        <p:txBody>
          <a:bodyPr wrap="square" rtlCol="0">
            <a:spAutoFit/>
          </a:bodyPr>
          <a:lstStyle/>
          <a:p>
            <a:pPr algn="ctr"/>
            <a:r>
              <a:rPr lang="en-US" sz="3200" dirty="0"/>
              <a:t>4</a:t>
            </a:r>
          </a:p>
        </p:txBody>
      </p:sp>
      <p:sp>
        <p:nvSpPr>
          <p:cNvPr id="23" name="TextBox 22">
            <a:extLst>
              <a:ext uri="{FF2B5EF4-FFF2-40B4-BE49-F238E27FC236}">
                <a16:creationId xmlns:a16="http://schemas.microsoft.com/office/drawing/2014/main" id="{50139603-1690-3533-B1CD-2D168F234096}"/>
              </a:ext>
            </a:extLst>
          </p:cNvPr>
          <p:cNvSpPr txBox="1"/>
          <p:nvPr/>
        </p:nvSpPr>
        <p:spPr>
          <a:xfrm>
            <a:off x="5215469" y="2734556"/>
            <a:ext cx="462845" cy="584775"/>
          </a:xfrm>
          <a:prstGeom prst="rect">
            <a:avLst/>
          </a:prstGeom>
          <a:solidFill>
            <a:srgbClr val="7030A0">
              <a:alpha val="30000"/>
            </a:srgbClr>
          </a:solidFill>
        </p:spPr>
        <p:txBody>
          <a:bodyPr wrap="square" rtlCol="0">
            <a:spAutoFit/>
          </a:bodyPr>
          <a:lstStyle/>
          <a:p>
            <a:pPr algn="ctr"/>
            <a:r>
              <a:rPr lang="en-US" sz="3200" dirty="0"/>
              <a:t>5</a:t>
            </a:r>
          </a:p>
        </p:txBody>
      </p:sp>
      <p:sp>
        <p:nvSpPr>
          <p:cNvPr id="24" name="TextBox 23">
            <a:extLst>
              <a:ext uri="{FF2B5EF4-FFF2-40B4-BE49-F238E27FC236}">
                <a16:creationId xmlns:a16="http://schemas.microsoft.com/office/drawing/2014/main" id="{9D26DB03-F033-C8E5-B93E-7D80B5AFFA48}"/>
              </a:ext>
            </a:extLst>
          </p:cNvPr>
          <p:cNvSpPr txBox="1"/>
          <p:nvPr/>
        </p:nvSpPr>
        <p:spPr>
          <a:xfrm>
            <a:off x="6714071" y="2734556"/>
            <a:ext cx="462845" cy="584775"/>
          </a:xfrm>
          <a:prstGeom prst="rect">
            <a:avLst/>
          </a:prstGeom>
          <a:solidFill>
            <a:srgbClr val="FFC000">
              <a:alpha val="40000"/>
            </a:srgbClr>
          </a:solidFill>
        </p:spPr>
        <p:txBody>
          <a:bodyPr wrap="square" rtlCol="0">
            <a:spAutoFit/>
          </a:bodyPr>
          <a:lstStyle/>
          <a:p>
            <a:pPr algn="ctr"/>
            <a:r>
              <a:rPr lang="en-US" sz="3200" dirty="0"/>
              <a:t>3</a:t>
            </a:r>
          </a:p>
        </p:txBody>
      </p:sp>
      <p:sp>
        <p:nvSpPr>
          <p:cNvPr id="25" name="TextBox 24">
            <a:extLst>
              <a:ext uri="{FF2B5EF4-FFF2-40B4-BE49-F238E27FC236}">
                <a16:creationId xmlns:a16="http://schemas.microsoft.com/office/drawing/2014/main" id="{6AACFCF3-E847-7E9E-9AAD-BD1450574815}"/>
              </a:ext>
            </a:extLst>
          </p:cNvPr>
          <p:cNvSpPr txBox="1"/>
          <p:nvPr/>
        </p:nvSpPr>
        <p:spPr>
          <a:xfrm>
            <a:off x="3716867" y="3237891"/>
            <a:ext cx="462845" cy="584775"/>
          </a:xfrm>
          <a:prstGeom prst="rect">
            <a:avLst/>
          </a:prstGeom>
          <a:solidFill>
            <a:srgbClr val="7030A0">
              <a:alpha val="30000"/>
            </a:srgbClr>
          </a:solidFill>
        </p:spPr>
        <p:txBody>
          <a:bodyPr wrap="square" rtlCol="0">
            <a:spAutoFit/>
          </a:bodyPr>
          <a:lstStyle/>
          <a:p>
            <a:pPr algn="ctr"/>
            <a:r>
              <a:rPr lang="en-US" sz="3200" dirty="0"/>
              <a:t>5</a:t>
            </a:r>
          </a:p>
        </p:txBody>
      </p:sp>
      <p:sp>
        <p:nvSpPr>
          <p:cNvPr id="26" name="TextBox 25">
            <a:extLst>
              <a:ext uri="{FF2B5EF4-FFF2-40B4-BE49-F238E27FC236}">
                <a16:creationId xmlns:a16="http://schemas.microsoft.com/office/drawing/2014/main" id="{A9BB7EC7-751E-66D0-036D-C7BFEB85B187}"/>
              </a:ext>
            </a:extLst>
          </p:cNvPr>
          <p:cNvSpPr txBox="1"/>
          <p:nvPr/>
        </p:nvSpPr>
        <p:spPr>
          <a:xfrm>
            <a:off x="4715935" y="3237891"/>
            <a:ext cx="462845" cy="584775"/>
          </a:xfrm>
          <a:prstGeom prst="rect">
            <a:avLst/>
          </a:prstGeom>
          <a:solidFill>
            <a:srgbClr val="FF0000">
              <a:alpha val="30000"/>
            </a:srgbClr>
          </a:solidFill>
        </p:spPr>
        <p:txBody>
          <a:bodyPr wrap="square" rtlCol="0">
            <a:spAutoFit/>
          </a:bodyPr>
          <a:lstStyle/>
          <a:p>
            <a:pPr algn="ctr"/>
            <a:r>
              <a:rPr lang="en-US" sz="3200" dirty="0"/>
              <a:t>6</a:t>
            </a:r>
          </a:p>
        </p:txBody>
      </p:sp>
      <p:sp>
        <p:nvSpPr>
          <p:cNvPr id="27" name="TextBox 26">
            <a:extLst>
              <a:ext uri="{FF2B5EF4-FFF2-40B4-BE49-F238E27FC236}">
                <a16:creationId xmlns:a16="http://schemas.microsoft.com/office/drawing/2014/main" id="{7C752B8F-E3E4-C7B1-0582-42E679587956}"/>
              </a:ext>
            </a:extLst>
          </p:cNvPr>
          <p:cNvSpPr txBox="1"/>
          <p:nvPr/>
        </p:nvSpPr>
        <p:spPr>
          <a:xfrm>
            <a:off x="5215469" y="3237891"/>
            <a:ext cx="462845" cy="584775"/>
          </a:xfrm>
          <a:prstGeom prst="rect">
            <a:avLst/>
          </a:prstGeom>
          <a:solidFill>
            <a:srgbClr val="FFC000">
              <a:alpha val="40000"/>
            </a:srgbClr>
          </a:solidFill>
        </p:spPr>
        <p:txBody>
          <a:bodyPr wrap="square" rtlCol="0">
            <a:spAutoFit/>
          </a:bodyPr>
          <a:lstStyle/>
          <a:p>
            <a:pPr algn="ctr"/>
            <a:r>
              <a:rPr lang="en-US" sz="3200" dirty="0"/>
              <a:t>3</a:t>
            </a:r>
          </a:p>
        </p:txBody>
      </p:sp>
      <p:sp>
        <p:nvSpPr>
          <p:cNvPr id="28" name="TextBox 27">
            <a:extLst>
              <a:ext uri="{FF2B5EF4-FFF2-40B4-BE49-F238E27FC236}">
                <a16:creationId xmlns:a16="http://schemas.microsoft.com/office/drawing/2014/main" id="{1C68060A-263A-3409-48C9-5FAB985B8618}"/>
              </a:ext>
            </a:extLst>
          </p:cNvPr>
          <p:cNvSpPr txBox="1"/>
          <p:nvPr/>
        </p:nvSpPr>
        <p:spPr>
          <a:xfrm>
            <a:off x="7213604" y="3237891"/>
            <a:ext cx="462845" cy="584775"/>
          </a:xfrm>
          <a:prstGeom prst="rect">
            <a:avLst/>
          </a:prstGeom>
          <a:solidFill>
            <a:srgbClr val="FFFF00">
              <a:alpha val="30000"/>
            </a:srgbClr>
          </a:solidFill>
        </p:spPr>
        <p:txBody>
          <a:bodyPr wrap="square" rtlCol="0">
            <a:spAutoFit/>
          </a:bodyPr>
          <a:lstStyle/>
          <a:p>
            <a:pPr algn="ctr"/>
            <a:r>
              <a:rPr lang="en-US" sz="3200" dirty="0"/>
              <a:t>7</a:t>
            </a:r>
          </a:p>
        </p:txBody>
      </p:sp>
      <p:sp>
        <p:nvSpPr>
          <p:cNvPr id="29" name="TextBox 28">
            <a:extLst>
              <a:ext uri="{FF2B5EF4-FFF2-40B4-BE49-F238E27FC236}">
                <a16:creationId xmlns:a16="http://schemas.microsoft.com/office/drawing/2014/main" id="{C66BAF47-66FB-547D-73FA-5AF7F820D993}"/>
              </a:ext>
            </a:extLst>
          </p:cNvPr>
          <p:cNvSpPr txBox="1"/>
          <p:nvPr/>
        </p:nvSpPr>
        <p:spPr>
          <a:xfrm>
            <a:off x="3217333" y="3741226"/>
            <a:ext cx="462845" cy="584775"/>
          </a:xfrm>
          <a:prstGeom prst="rect">
            <a:avLst/>
          </a:prstGeom>
          <a:solidFill>
            <a:srgbClr val="00B0F0">
              <a:alpha val="30000"/>
            </a:srgbClr>
          </a:solidFill>
        </p:spPr>
        <p:txBody>
          <a:bodyPr wrap="square" rtlCol="0">
            <a:spAutoFit/>
          </a:bodyPr>
          <a:lstStyle/>
          <a:p>
            <a:pPr algn="ctr"/>
            <a:r>
              <a:rPr lang="en-US" sz="3200" dirty="0"/>
              <a:t>8</a:t>
            </a:r>
          </a:p>
        </p:txBody>
      </p:sp>
      <p:sp>
        <p:nvSpPr>
          <p:cNvPr id="30" name="TextBox 29">
            <a:extLst>
              <a:ext uri="{FF2B5EF4-FFF2-40B4-BE49-F238E27FC236}">
                <a16:creationId xmlns:a16="http://schemas.microsoft.com/office/drawing/2014/main" id="{D92EA100-39E2-B043-A4CF-DE3E9B5E2E20}"/>
              </a:ext>
            </a:extLst>
          </p:cNvPr>
          <p:cNvSpPr txBox="1"/>
          <p:nvPr/>
        </p:nvSpPr>
        <p:spPr>
          <a:xfrm>
            <a:off x="3716867" y="3741226"/>
            <a:ext cx="462845" cy="584775"/>
          </a:xfrm>
          <a:prstGeom prst="rect">
            <a:avLst/>
          </a:prstGeom>
          <a:solidFill>
            <a:srgbClr val="0070C0">
              <a:alpha val="40000"/>
            </a:srgbClr>
          </a:solidFill>
        </p:spPr>
        <p:txBody>
          <a:bodyPr wrap="square" rtlCol="0">
            <a:spAutoFit/>
          </a:bodyPr>
          <a:lstStyle/>
          <a:p>
            <a:pPr algn="ctr"/>
            <a:r>
              <a:rPr lang="en-US" sz="3200" dirty="0"/>
              <a:t>6</a:t>
            </a:r>
          </a:p>
        </p:txBody>
      </p:sp>
      <p:sp>
        <p:nvSpPr>
          <p:cNvPr id="31" name="TextBox 30">
            <a:extLst>
              <a:ext uri="{FF2B5EF4-FFF2-40B4-BE49-F238E27FC236}">
                <a16:creationId xmlns:a16="http://schemas.microsoft.com/office/drawing/2014/main" id="{F08DCFA1-8D08-B134-EE01-FA85626E03D1}"/>
              </a:ext>
            </a:extLst>
          </p:cNvPr>
          <p:cNvSpPr txBox="1"/>
          <p:nvPr/>
        </p:nvSpPr>
        <p:spPr>
          <a:xfrm>
            <a:off x="5715003" y="3741226"/>
            <a:ext cx="462845" cy="584775"/>
          </a:xfrm>
          <a:prstGeom prst="rect">
            <a:avLst/>
          </a:prstGeom>
          <a:solidFill>
            <a:srgbClr val="FFFF00">
              <a:alpha val="30000"/>
            </a:srgbClr>
          </a:solidFill>
        </p:spPr>
        <p:txBody>
          <a:bodyPr wrap="square" rtlCol="0">
            <a:spAutoFit/>
          </a:bodyPr>
          <a:lstStyle/>
          <a:p>
            <a:pPr algn="ctr"/>
            <a:r>
              <a:rPr lang="en-US" sz="3200" dirty="0"/>
              <a:t>9</a:t>
            </a:r>
          </a:p>
        </p:txBody>
      </p:sp>
      <p:sp>
        <p:nvSpPr>
          <p:cNvPr id="32" name="TextBox 31">
            <a:extLst>
              <a:ext uri="{FF2B5EF4-FFF2-40B4-BE49-F238E27FC236}">
                <a16:creationId xmlns:a16="http://schemas.microsoft.com/office/drawing/2014/main" id="{A9CFBF88-444A-F8E2-4971-180D52543D44}"/>
              </a:ext>
            </a:extLst>
          </p:cNvPr>
          <p:cNvSpPr txBox="1"/>
          <p:nvPr/>
        </p:nvSpPr>
        <p:spPr>
          <a:xfrm>
            <a:off x="6214537" y="3741226"/>
            <a:ext cx="462845" cy="584775"/>
          </a:xfrm>
          <a:prstGeom prst="rect">
            <a:avLst/>
          </a:prstGeom>
          <a:solidFill>
            <a:srgbClr val="FFC000">
              <a:alpha val="40000"/>
            </a:srgbClr>
          </a:solidFill>
        </p:spPr>
        <p:txBody>
          <a:bodyPr wrap="square" rtlCol="0">
            <a:spAutoFit/>
          </a:bodyPr>
          <a:lstStyle/>
          <a:p>
            <a:pPr algn="ctr"/>
            <a:r>
              <a:rPr lang="en-US" sz="3200" dirty="0"/>
              <a:t>3</a:t>
            </a:r>
          </a:p>
        </p:txBody>
      </p:sp>
      <p:sp>
        <p:nvSpPr>
          <p:cNvPr id="33" name="TextBox 32">
            <a:extLst>
              <a:ext uri="{FF2B5EF4-FFF2-40B4-BE49-F238E27FC236}">
                <a16:creationId xmlns:a16="http://schemas.microsoft.com/office/drawing/2014/main" id="{B2FF8E4C-B088-28E2-AB26-9892B788A312}"/>
              </a:ext>
            </a:extLst>
          </p:cNvPr>
          <p:cNvSpPr txBox="1"/>
          <p:nvPr/>
        </p:nvSpPr>
        <p:spPr>
          <a:xfrm>
            <a:off x="6714071" y="3741226"/>
            <a:ext cx="462845" cy="584775"/>
          </a:xfrm>
          <a:prstGeom prst="rect">
            <a:avLst/>
          </a:prstGeom>
          <a:solidFill>
            <a:srgbClr val="0070C0">
              <a:alpha val="40000"/>
            </a:srgbClr>
          </a:solidFill>
        </p:spPr>
        <p:txBody>
          <a:bodyPr wrap="square" rtlCol="0">
            <a:spAutoFit/>
          </a:bodyPr>
          <a:lstStyle/>
          <a:p>
            <a:pPr algn="ctr"/>
            <a:r>
              <a:rPr lang="en-US" sz="3200" dirty="0"/>
              <a:t>7</a:t>
            </a:r>
          </a:p>
        </p:txBody>
      </p:sp>
      <p:sp>
        <p:nvSpPr>
          <p:cNvPr id="34" name="TextBox 33">
            <a:extLst>
              <a:ext uri="{FF2B5EF4-FFF2-40B4-BE49-F238E27FC236}">
                <a16:creationId xmlns:a16="http://schemas.microsoft.com/office/drawing/2014/main" id="{99FAC226-C483-3926-085F-D2C4EFF58526}"/>
              </a:ext>
            </a:extLst>
          </p:cNvPr>
          <p:cNvSpPr txBox="1"/>
          <p:nvPr/>
        </p:nvSpPr>
        <p:spPr>
          <a:xfrm>
            <a:off x="7213604" y="3741226"/>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35" name="TextBox 34">
            <a:extLst>
              <a:ext uri="{FF2B5EF4-FFF2-40B4-BE49-F238E27FC236}">
                <a16:creationId xmlns:a16="http://schemas.microsoft.com/office/drawing/2014/main" id="{C6071CFB-DA7A-B481-353E-FA6CB0349B23}"/>
              </a:ext>
            </a:extLst>
          </p:cNvPr>
          <p:cNvSpPr txBox="1"/>
          <p:nvPr/>
        </p:nvSpPr>
        <p:spPr>
          <a:xfrm>
            <a:off x="3217333" y="4244561"/>
            <a:ext cx="462845" cy="584775"/>
          </a:xfrm>
          <a:prstGeom prst="rect">
            <a:avLst/>
          </a:prstGeom>
          <a:solidFill>
            <a:srgbClr val="00B050">
              <a:alpha val="40000"/>
            </a:srgbClr>
          </a:solidFill>
        </p:spPr>
        <p:txBody>
          <a:bodyPr wrap="square" rtlCol="0">
            <a:spAutoFit/>
          </a:bodyPr>
          <a:lstStyle/>
          <a:p>
            <a:pPr algn="ctr"/>
            <a:r>
              <a:rPr lang="en-US" sz="3200" dirty="0"/>
              <a:t>7</a:t>
            </a:r>
          </a:p>
        </p:txBody>
      </p:sp>
      <p:sp>
        <p:nvSpPr>
          <p:cNvPr id="36" name="TextBox 35">
            <a:extLst>
              <a:ext uri="{FF2B5EF4-FFF2-40B4-BE49-F238E27FC236}">
                <a16:creationId xmlns:a16="http://schemas.microsoft.com/office/drawing/2014/main" id="{2BC89DA7-4AF6-59D7-BDD2-8254BC1AFCD8}"/>
              </a:ext>
            </a:extLst>
          </p:cNvPr>
          <p:cNvSpPr txBox="1"/>
          <p:nvPr/>
        </p:nvSpPr>
        <p:spPr>
          <a:xfrm>
            <a:off x="4216401" y="4244561"/>
            <a:ext cx="462845" cy="584775"/>
          </a:xfrm>
          <a:prstGeom prst="rect">
            <a:avLst/>
          </a:prstGeom>
          <a:solidFill>
            <a:srgbClr val="FF0000">
              <a:alpha val="30000"/>
            </a:srgbClr>
          </a:solidFill>
        </p:spPr>
        <p:txBody>
          <a:bodyPr wrap="square" rtlCol="0">
            <a:spAutoFit/>
          </a:bodyPr>
          <a:lstStyle/>
          <a:p>
            <a:pPr algn="ctr"/>
            <a:r>
              <a:rPr lang="en-US" sz="3200" dirty="0"/>
              <a:t>3</a:t>
            </a:r>
          </a:p>
        </p:txBody>
      </p:sp>
      <p:sp>
        <p:nvSpPr>
          <p:cNvPr id="37" name="TextBox 36">
            <a:extLst>
              <a:ext uri="{FF2B5EF4-FFF2-40B4-BE49-F238E27FC236}">
                <a16:creationId xmlns:a16="http://schemas.microsoft.com/office/drawing/2014/main" id="{571CA09E-5B6E-4D8C-1DF9-048660667C4A}"/>
              </a:ext>
            </a:extLst>
          </p:cNvPr>
          <p:cNvSpPr txBox="1"/>
          <p:nvPr/>
        </p:nvSpPr>
        <p:spPr>
          <a:xfrm>
            <a:off x="5715003" y="4244561"/>
            <a:ext cx="462845" cy="584775"/>
          </a:xfrm>
          <a:prstGeom prst="rect">
            <a:avLst/>
          </a:prstGeom>
          <a:solidFill>
            <a:srgbClr val="FF0000">
              <a:alpha val="30000"/>
            </a:srgbClr>
          </a:solidFill>
        </p:spPr>
        <p:txBody>
          <a:bodyPr wrap="square" rtlCol="0">
            <a:spAutoFit/>
          </a:bodyPr>
          <a:lstStyle/>
          <a:p>
            <a:pPr algn="ctr"/>
            <a:r>
              <a:rPr lang="en-US" sz="3200" dirty="0"/>
              <a:t>6</a:t>
            </a:r>
          </a:p>
        </p:txBody>
      </p:sp>
      <p:sp>
        <p:nvSpPr>
          <p:cNvPr id="38" name="TextBox 37">
            <a:extLst>
              <a:ext uri="{FF2B5EF4-FFF2-40B4-BE49-F238E27FC236}">
                <a16:creationId xmlns:a16="http://schemas.microsoft.com/office/drawing/2014/main" id="{CE5C73E2-9253-591E-3C18-0CCAAA82FE84}"/>
              </a:ext>
            </a:extLst>
          </p:cNvPr>
          <p:cNvSpPr txBox="1"/>
          <p:nvPr/>
        </p:nvSpPr>
        <p:spPr>
          <a:xfrm>
            <a:off x="6214537" y="4244561"/>
            <a:ext cx="462845" cy="584775"/>
          </a:xfrm>
          <a:prstGeom prst="rect">
            <a:avLst/>
          </a:prstGeom>
          <a:solidFill>
            <a:srgbClr val="7030A0">
              <a:alpha val="30000"/>
            </a:srgbClr>
          </a:solidFill>
        </p:spPr>
        <p:txBody>
          <a:bodyPr wrap="square" rtlCol="0">
            <a:spAutoFit/>
          </a:bodyPr>
          <a:lstStyle/>
          <a:p>
            <a:pPr algn="ctr"/>
            <a:r>
              <a:rPr lang="en-US" sz="3200" dirty="0"/>
              <a:t>5</a:t>
            </a:r>
          </a:p>
        </p:txBody>
      </p:sp>
      <p:sp>
        <p:nvSpPr>
          <p:cNvPr id="39" name="TextBox 38">
            <a:extLst>
              <a:ext uri="{FF2B5EF4-FFF2-40B4-BE49-F238E27FC236}">
                <a16:creationId xmlns:a16="http://schemas.microsoft.com/office/drawing/2014/main" id="{836A96C3-5516-6DB8-4C40-994604E79581}"/>
              </a:ext>
            </a:extLst>
          </p:cNvPr>
          <p:cNvSpPr txBox="1"/>
          <p:nvPr/>
        </p:nvSpPr>
        <p:spPr>
          <a:xfrm>
            <a:off x="6714071" y="4244561"/>
            <a:ext cx="462845" cy="584775"/>
          </a:xfrm>
          <a:prstGeom prst="rect">
            <a:avLst/>
          </a:prstGeom>
          <a:solidFill>
            <a:srgbClr val="00B0F0">
              <a:alpha val="30000"/>
            </a:srgbClr>
          </a:solidFill>
        </p:spPr>
        <p:txBody>
          <a:bodyPr wrap="square" rtlCol="0">
            <a:spAutoFit/>
          </a:bodyPr>
          <a:lstStyle/>
          <a:p>
            <a:pPr algn="ctr"/>
            <a:r>
              <a:rPr lang="en-US" sz="3200" dirty="0"/>
              <a:t>2</a:t>
            </a:r>
          </a:p>
        </p:txBody>
      </p:sp>
      <p:sp>
        <p:nvSpPr>
          <p:cNvPr id="40" name="TextBox 39">
            <a:extLst>
              <a:ext uri="{FF2B5EF4-FFF2-40B4-BE49-F238E27FC236}">
                <a16:creationId xmlns:a16="http://schemas.microsoft.com/office/drawing/2014/main" id="{324AECB5-4015-B192-D46D-B083B2A99382}"/>
              </a:ext>
            </a:extLst>
          </p:cNvPr>
          <p:cNvSpPr txBox="1"/>
          <p:nvPr/>
        </p:nvSpPr>
        <p:spPr>
          <a:xfrm>
            <a:off x="7213604" y="4244561"/>
            <a:ext cx="462845" cy="584775"/>
          </a:xfrm>
          <a:prstGeom prst="rect">
            <a:avLst/>
          </a:prstGeom>
          <a:solidFill>
            <a:srgbClr val="00B050">
              <a:alpha val="40000"/>
            </a:srgbClr>
          </a:solidFill>
        </p:spPr>
        <p:txBody>
          <a:bodyPr wrap="square" rtlCol="0">
            <a:spAutoFit/>
          </a:bodyPr>
          <a:lstStyle/>
          <a:p>
            <a:pPr algn="ctr"/>
            <a:r>
              <a:rPr lang="en-US" sz="3200" dirty="0"/>
              <a:t>9</a:t>
            </a:r>
          </a:p>
        </p:txBody>
      </p:sp>
      <p:sp>
        <p:nvSpPr>
          <p:cNvPr id="41" name="TextBox 40">
            <a:extLst>
              <a:ext uri="{FF2B5EF4-FFF2-40B4-BE49-F238E27FC236}">
                <a16:creationId xmlns:a16="http://schemas.microsoft.com/office/drawing/2014/main" id="{F040BDBF-99F7-D790-5FB8-09FA9BA2470A}"/>
              </a:ext>
            </a:extLst>
          </p:cNvPr>
          <p:cNvSpPr txBox="1"/>
          <p:nvPr/>
        </p:nvSpPr>
        <p:spPr>
          <a:xfrm>
            <a:off x="3217333" y="4747898"/>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42" name="TextBox 41">
            <a:extLst>
              <a:ext uri="{FF2B5EF4-FFF2-40B4-BE49-F238E27FC236}">
                <a16:creationId xmlns:a16="http://schemas.microsoft.com/office/drawing/2014/main" id="{F812D6C1-B14E-D882-A26D-6DD0220BDCFF}"/>
              </a:ext>
            </a:extLst>
          </p:cNvPr>
          <p:cNvSpPr txBox="1"/>
          <p:nvPr/>
        </p:nvSpPr>
        <p:spPr>
          <a:xfrm>
            <a:off x="3716867" y="4747898"/>
            <a:ext cx="462845" cy="584775"/>
          </a:xfrm>
          <a:prstGeom prst="rect">
            <a:avLst/>
          </a:prstGeom>
          <a:solidFill>
            <a:srgbClr val="FFFF00">
              <a:alpha val="30000"/>
            </a:srgbClr>
          </a:solidFill>
        </p:spPr>
        <p:txBody>
          <a:bodyPr wrap="square" rtlCol="0">
            <a:spAutoFit/>
          </a:bodyPr>
          <a:lstStyle/>
          <a:p>
            <a:pPr algn="ctr"/>
            <a:r>
              <a:rPr lang="en-US" sz="3200" dirty="0"/>
              <a:t>9</a:t>
            </a:r>
          </a:p>
        </p:txBody>
      </p:sp>
      <p:sp>
        <p:nvSpPr>
          <p:cNvPr id="43" name="TextBox 42">
            <a:extLst>
              <a:ext uri="{FF2B5EF4-FFF2-40B4-BE49-F238E27FC236}">
                <a16:creationId xmlns:a16="http://schemas.microsoft.com/office/drawing/2014/main" id="{3B820B61-4C80-9EA4-BC74-86A177FB373B}"/>
              </a:ext>
            </a:extLst>
          </p:cNvPr>
          <p:cNvSpPr txBox="1"/>
          <p:nvPr/>
        </p:nvSpPr>
        <p:spPr>
          <a:xfrm>
            <a:off x="4216401" y="4747898"/>
            <a:ext cx="462845" cy="584775"/>
          </a:xfrm>
          <a:prstGeom prst="rect">
            <a:avLst/>
          </a:prstGeom>
          <a:solidFill>
            <a:srgbClr val="FFC000">
              <a:alpha val="40000"/>
            </a:srgbClr>
          </a:solidFill>
        </p:spPr>
        <p:txBody>
          <a:bodyPr wrap="square" rtlCol="0">
            <a:spAutoFit/>
          </a:bodyPr>
          <a:lstStyle/>
          <a:p>
            <a:pPr algn="ctr"/>
            <a:r>
              <a:rPr lang="en-US" sz="3200" dirty="0"/>
              <a:t>5</a:t>
            </a:r>
          </a:p>
        </p:txBody>
      </p:sp>
      <p:sp>
        <p:nvSpPr>
          <p:cNvPr id="79" name="TextBox 78">
            <a:extLst>
              <a:ext uri="{FF2B5EF4-FFF2-40B4-BE49-F238E27FC236}">
                <a16:creationId xmlns:a16="http://schemas.microsoft.com/office/drawing/2014/main" id="{151A4AE0-740F-B0B5-D98C-C6EB487EA577}"/>
              </a:ext>
            </a:extLst>
          </p:cNvPr>
          <p:cNvSpPr txBox="1"/>
          <p:nvPr/>
        </p:nvSpPr>
        <p:spPr>
          <a:xfrm>
            <a:off x="6214537" y="3237891"/>
            <a:ext cx="462845" cy="584775"/>
          </a:xfrm>
          <a:prstGeom prst="rect">
            <a:avLst/>
          </a:prstGeom>
          <a:noFill/>
        </p:spPr>
        <p:txBody>
          <a:bodyPr wrap="square" rtlCol="0">
            <a:spAutoFit/>
          </a:bodyPr>
          <a:lstStyle/>
          <a:p>
            <a:pPr algn="ctr"/>
            <a:r>
              <a:rPr lang="en-US" sz="3200" dirty="0"/>
              <a:t>9</a:t>
            </a:r>
          </a:p>
        </p:txBody>
      </p:sp>
      <p:sp>
        <p:nvSpPr>
          <p:cNvPr id="48" name="TextBox 47">
            <a:extLst>
              <a:ext uri="{FF2B5EF4-FFF2-40B4-BE49-F238E27FC236}">
                <a16:creationId xmlns:a16="http://schemas.microsoft.com/office/drawing/2014/main" id="{DFBC3FC2-E749-6080-8DD8-8C86087F0317}"/>
              </a:ext>
            </a:extLst>
          </p:cNvPr>
          <p:cNvSpPr txBox="1"/>
          <p:nvPr/>
        </p:nvSpPr>
        <p:spPr>
          <a:xfrm>
            <a:off x="3716867" y="1727886"/>
            <a:ext cx="462845" cy="584775"/>
          </a:xfrm>
          <a:prstGeom prst="rect">
            <a:avLst/>
          </a:prstGeom>
          <a:noFill/>
        </p:spPr>
        <p:txBody>
          <a:bodyPr wrap="square" rtlCol="0">
            <a:spAutoFit/>
          </a:bodyPr>
          <a:lstStyle/>
          <a:p>
            <a:pPr algn="ctr"/>
            <a:r>
              <a:rPr lang="en-US" sz="3200" dirty="0"/>
              <a:t>4</a:t>
            </a:r>
          </a:p>
        </p:txBody>
      </p:sp>
      <p:sp>
        <p:nvSpPr>
          <p:cNvPr id="49" name="TextBox 48">
            <a:extLst>
              <a:ext uri="{FF2B5EF4-FFF2-40B4-BE49-F238E27FC236}">
                <a16:creationId xmlns:a16="http://schemas.microsoft.com/office/drawing/2014/main" id="{C5CB4CF8-507E-2373-0A28-FF09FAF1E728}"/>
              </a:ext>
            </a:extLst>
          </p:cNvPr>
          <p:cNvSpPr txBox="1"/>
          <p:nvPr/>
        </p:nvSpPr>
        <p:spPr>
          <a:xfrm>
            <a:off x="5715003" y="3237891"/>
            <a:ext cx="462845" cy="584775"/>
          </a:xfrm>
          <a:prstGeom prst="rect">
            <a:avLst/>
          </a:prstGeom>
          <a:noFill/>
        </p:spPr>
        <p:txBody>
          <a:bodyPr wrap="square" rtlCol="0">
            <a:spAutoFit/>
          </a:bodyPr>
          <a:lstStyle/>
          <a:p>
            <a:pPr algn="ctr"/>
            <a:r>
              <a:rPr lang="en-US" sz="3200" dirty="0"/>
              <a:t>4</a:t>
            </a:r>
          </a:p>
        </p:txBody>
      </p:sp>
      <p:sp>
        <p:nvSpPr>
          <p:cNvPr id="46" name="TextBox 45">
            <a:extLst>
              <a:ext uri="{FF2B5EF4-FFF2-40B4-BE49-F238E27FC236}">
                <a16:creationId xmlns:a16="http://schemas.microsoft.com/office/drawing/2014/main" id="{5C1F7C4E-C0B3-F4D1-D9DF-EC5473C718C1}"/>
              </a:ext>
            </a:extLst>
          </p:cNvPr>
          <p:cNvSpPr txBox="1"/>
          <p:nvPr/>
        </p:nvSpPr>
        <p:spPr>
          <a:xfrm>
            <a:off x="3217333" y="721216"/>
            <a:ext cx="462845" cy="584775"/>
          </a:xfrm>
          <a:prstGeom prst="rect">
            <a:avLst/>
          </a:prstGeom>
          <a:noFill/>
        </p:spPr>
        <p:txBody>
          <a:bodyPr wrap="square" rtlCol="0">
            <a:spAutoFit/>
          </a:bodyPr>
          <a:lstStyle/>
          <a:p>
            <a:pPr algn="ctr"/>
            <a:r>
              <a:rPr lang="en-US" sz="3200" dirty="0"/>
              <a:t>9</a:t>
            </a:r>
          </a:p>
        </p:txBody>
      </p:sp>
      <p:sp>
        <p:nvSpPr>
          <p:cNvPr id="47" name="TextBox 46">
            <a:extLst>
              <a:ext uri="{FF2B5EF4-FFF2-40B4-BE49-F238E27FC236}">
                <a16:creationId xmlns:a16="http://schemas.microsoft.com/office/drawing/2014/main" id="{26419F33-5C28-B291-FF23-F91A4A0ED968}"/>
              </a:ext>
            </a:extLst>
          </p:cNvPr>
          <p:cNvSpPr txBox="1"/>
          <p:nvPr/>
        </p:nvSpPr>
        <p:spPr>
          <a:xfrm>
            <a:off x="7213604" y="4747898"/>
            <a:ext cx="462845" cy="584775"/>
          </a:xfrm>
          <a:prstGeom prst="rect">
            <a:avLst/>
          </a:prstGeom>
          <a:noFill/>
        </p:spPr>
        <p:txBody>
          <a:bodyPr wrap="square" rtlCol="0">
            <a:spAutoFit/>
          </a:bodyPr>
          <a:lstStyle/>
          <a:p>
            <a:pPr algn="ctr"/>
            <a:r>
              <a:rPr lang="en-US" sz="3200" dirty="0"/>
              <a:t>1</a:t>
            </a:r>
          </a:p>
        </p:txBody>
      </p:sp>
      <p:sp>
        <p:nvSpPr>
          <p:cNvPr id="60" name="TextBox 59">
            <a:extLst>
              <a:ext uri="{FF2B5EF4-FFF2-40B4-BE49-F238E27FC236}">
                <a16:creationId xmlns:a16="http://schemas.microsoft.com/office/drawing/2014/main" id="{42BE654A-91A9-D90E-7BE7-26EEB93C643C}"/>
              </a:ext>
            </a:extLst>
          </p:cNvPr>
          <p:cNvSpPr txBox="1"/>
          <p:nvPr/>
        </p:nvSpPr>
        <p:spPr>
          <a:xfrm>
            <a:off x="7213604" y="2734556"/>
            <a:ext cx="462845" cy="584775"/>
          </a:xfrm>
          <a:prstGeom prst="rect">
            <a:avLst/>
          </a:prstGeom>
          <a:noFill/>
        </p:spPr>
        <p:txBody>
          <a:bodyPr wrap="square" rtlCol="0">
            <a:spAutoFit/>
          </a:bodyPr>
          <a:lstStyle/>
          <a:p>
            <a:pPr algn="ctr"/>
            <a:r>
              <a:rPr lang="en-US" sz="3200" dirty="0"/>
              <a:t>6</a:t>
            </a:r>
          </a:p>
        </p:txBody>
      </p:sp>
      <p:sp>
        <p:nvSpPr>
          <p:cNvPr id="101" name="TextBox 100">
            <a:extLst>
              <a:ext uri="{FF2B5EF4-FFF2-40B4-BE49-F238E27FC236}">
                <a16:creationId xmlns:a16="http://schemas.microsoft.com/office/drawing/2014/main" id="{11A50447-F92C-3CD5-486A-EAFCC966A0F1}"/>
              </a:ext>
            </a:extLst>
          </p:cNvPr>
          <p:cNvSpPr txBox="1"/>
          <p:nvPr/>
        </p:nvSpPr>
        <p:spPr>
          <a:xfrm>
            <a:off x="3716867" y="4244561"/>
            <a:ext cx="462845" cy="584775"/>
          </a:xfrm>
          <a:prstGeom prst="rect">
            <a:avLst/>
          </a:prstGeom>
          <a:noFill/>
        </p:spPr>
        <p:txBody>
          <a:bodyPr wrap="square" rtlCol="0">
            <a:spAutoFit/>
          </a:bodyPr>
          <a:lstStyle/>
          <a:p>
            <a:pPr algn="ctr"/>
            <a:r>
              <a:rPr lang="en-US" sz="3200" dirty="0"/>
              <a:t>1</a:t>
            </a:r>
          </a:p>
        </p:txBody>
      </p:sp>
      <p:sp>
        <p:nvSpPr>
          <p:cNvPr id="53" name="TextBox 52">
            <a:extLst>
              <a:ext uri="{FF2B5EF4-FFF2-40B4-BE49-F238E27FC236}">
                <a16:creationId xmlns:a16="http://schemas.microsoft.com/office/drawing/2014/main" id="{1D75F02A-EB28-E875-4A2C-24568600A556}"/>
              </a:ext>
            </a:extLst>
          </p:cNvPr>
          <p:cNvSpPr txBox="1"/>
          <p:nvPr/>
        </p:nvSpPr>
        <p:spPr>
          <a:xfrm>
            <a:off x="4216401" y="3741226"/>
            <a:ext cx="462845" cy="584775"/>
          </a:xfrm>
          <a:prstGeom prst="rect">
            <a:avLst/>
          </a:prstGeom>
          <a:noFill/>
        </p:spPr>
        <p:txBody>
          <a:bodyPr wrap="square" rtlCol="0">
            <a:spAutoFit/>
          </a:bodyPr>
          <a:lstStyle/>
          <a:p>
            <a:pPr algn="ctr"/>
            <a:r>
              <a:rPr lang="en-US" sz="3200" dirty="0"/>
              <a:t>2</a:t>
            </a:r>
          </a:p>
        </p:txBody>
      </p:sp>
      <p:sp>
        <p:nvSpPr>
          <p:cNvPr id="56" name="TextBox 55">
            <a:extLst>
              <a:ext uri="{FF2B5EF4-FFF2-40B4-BE49-F238E27FC236}">
                <a16:creationId xmlns:a16="http://schemas.microsoft.com/office/drawing/2014/main" id="{6DF91B75-F4F8-77E6-0591-9635CDD7968E}"/>
              </a:ext>
            </a:extLst>
          </p:cNvPr>
          <p:cNvSpPr txBox="1"/>
          <p:nvPr/>
        </p:nvSpPr>
        <p:spPr>
          <a:xfrm>
            <a:off x="6214537" y="721216"/>
            <a:ext cx="462845" cy="584775"/>
          </a:xfrm>
          <a:prstGeom prst="rect">
            <a:avLst/>
          </a:prstGeom>
          <a:noFill/>
        </p:spPr>
        <p:txBody>
          <a:bodyPr wrap="square" rtlCol="0">
            <a:spAutoFit/>
          </a:bodyPr>
          <a:lstStyle/>
          <a:p>
            <a:pPr algn="ctr"/>
            <a:r>
              <a:rPr lang="en-US" sz="3200" dirty="0"/>
              <a:t>1</a:t>
            </a:r>
          </a:p>
        </p:txBody>
      </p:sp>
      <p:sp>
        <p:nvSpPr>
          <p:cNvPr id="55" name="TextBox 54">
            <a:extLst>
              <a:ext uri="{FF2B5EF4-FFF2-40B4-BE49-F238E27FC236}">
                <a16:creationId xmlns:a16="http://schemas.microsoft.com/office/drawing/2014/main" id="{738C3B78-2A2F-B9A8-32C6-D3A299DF938E}"/>
              </a:ext>
            </a:extLst>
          </p:cNvPr>
          <p:cNvSpPr txBox="1"/>
          <p:nvPr/>
        </p:nvSpPr>
        <p:spPr>
          <a:xfrm>
            <a:off x="6714071" y="4747898"/>
            <a:ext cx="462845" cy="584775"/>
          </a:xfrm>
          <a:prstGeom prst="rect">
            <a:avLst/>
          </a:prstGeom>
          <a:noFill/>
        </p:spPr>
        <p:txBody>
          <a:bodyPr wrap="square" rtlCol="0">
            <a:spAutoFit/>
          </a:bodyPr>
          <a:lstStyle/>
          <a:p>
            <a:pPr algn="ctr"/>
            <a:r>
              <a:rPr lang="en-US" sz="3200" dirty="0"/>
              <a:t>8</a:t>
            </a:r>
          </a:p>
        </p:txBody>
      </p:sp>
      <p:sp>
        <p:nvSpPr>
          <p:cNvPr id="80" name="TextBox 79">
            <a:extLst>
              <a:ext uri="{FF2B5EF4-FFF2-40B4-BE49-F238E27FC236}">
                <a16:creationId xmlns:a16="http://schemas.microsoft.com/office/drawing/2014/main" id="{76042EBE-8600-A43A-369F-DC379EB623D9}"/>
              </a:ext>
            </a:extLst>
          </p:cNvPr>
          <p:cNvSpPr txBox="1"/>
          <p:nvPr/>
        </p:nvSpPr>
        <p:spPr>
          <a:xfrm>
            <a:off x="6214537" y="4747898"/>
            <a:ext cx="462845" cy="584775"/>
          </a:xfrm>
          <a:prstGeom prst="rect">
            <a:avLst/>
          </a:prstGeom>
          <a:noFill/>
        </p:spPr>
        <p:txBody>
          <a:bodyPr wrap="square" rtlCol="0">
            <a:spAutoFit/>
          </a:bodyPr>
          <a:lstStyle/>
          <a:p>
            <a:pPr algn="ctr"/>
            <a:r>
              <a:rPr lang="en-US" sz="3200" dirty="0"/>
              <a:t>6</a:t>
            </a:r>
          </a:p>
        </p:txBody>
      </p:sp>
      <p:sp>
        <p:nvSpPr>
          <p:cNvPr id="81" name="TextBox 80">
            <a:extLst>
              <a:ext uri="{FF2B5EF4-FFF2-40B4-BE49-F238E27FC236}">
                <a16:creationId xmlns:a16="http://schemas.microsoft.com/office/drawing/2014/main" id="{DD1D4C12-DDC1-DC81-0D2A-FF8FF4A47A14}"/>
              </a:ext>
            </a:extLst>
          </p:cNvPr>
          <p:cNvSpPr txBox="1"/>
          <p:nvPr/>
        </p:nvSpPr>
        <p:spPr>
          <a:xfrm>
            <a:off x="4216401" y="3237891"/>
            <a:ext cx="462845" cy="584775"/>
          </a:xfrm>
          <a:prstGeom prst="rect">
            <a:avLst/>
          </a:prstGeom>
          <a:noFill/>
        </p:spPr>
        <p:txBody>
          <a:bodyPr wrap="square" rtlCol="0">
            <a:spAutoFit/>
          </a:bodyPr>
          <a:lstStyle/>
          <a:p>
            <a:pPr algn="ctr"/>
            <a:r>
              <a:rPr lang="en-US" sz="3200" dirty="0"/>
              <a:t>8</a:t>
            </a:r>
          </a:p>
        </p:txBody>
      </p:sp>
      <p:sp>
        <p:nvSpPr>
          <p:cNvPr id="93" name="TextBox 92">
            <a:extLst>
              <a:ext uri="{FF2B5EF4-FFF2-40B4-BE49-F238E27FC236}">
                <a16:creationId xmlns:a16="http://schemas.microsoft.com/office/drawing/2014/main" id="{5960C1D9-318A-48A5-98EB-BBA066BF3F6D}"/>
              </a:ext>
            </a:extLst>
          </p:cNvPr>
          <p:cNvSpPr txBox="1"/>
          <p:nvPr/>
        </p:nvSpPr>
        <p:spPr>
          <a:xfrm>
            <a:off x="4715935" y="4244561"/>
            <a:ext cx="462845" cy="584775"/>
          </a:xfrm>
          <a:prstGeom prst="rect">
            <a:avLst/>
          </a:prstGeom>
          <a:noFill/>
        </p:spPr>
        <p:txBody>
          <a:bodyPr wrap="square" rtlCol="0">
            <a:spAutoFit/>
          </a:bodyPr>
          <a:lstStyle/>
          <a:p>
            <a:pPr algn="ctr"/>
            <a:r>
              <a:rPr lang="en-US" sz="3200" dirty="0"/>
              <a:t>8</a:t>
            </a:r>
          </a:p>
        </p:txBody>
      </p:sp>
      <p:sp>
        <p:nvSpPr>
          <p:cNvPr id="72" name="TextBox 71">
            <a:extLst>
              <a:ext uri="{FF2B5EF4-FFF2-40B4-BE49-F238E27FC236}">
                <a16:creationId xmlns:a16="http://schemas.microsoft.com/office/drawing/2014/main" id="{E2AF0326-5820-2B69-5199-C302DF45D6D6}"/>
              </a:ext>
            </a:extLst>
          </p:cNvPr>
          <p:cNvSpPr txBox="1"/>
          <p:nvPr/>
        </p:nvSpPr>
        <p:spPr>
          <a:xfrm>
            <a:off x="5215469" y="1224551"/>
            <a:ext cx="462845" cy="584775"/>
          </a:xfrm>
          <a:prstGeom prst="rect">
            <a:avLst/>
          </a:prstGeom>
          <a:noFill/>
        </p:spPr>
        <p:txBody>
          <a:bodyPr wrap="square" rtlCol="0">
            <a:spAutoFit/>
          </a:bodyPr>
          <a:lstStyle/>
          <a:p>
            <a:pPr algn="ctr"/>
            <a:r>
              <a:rPr lang="en-US" sz="3200" dirty="0"/>
              <a:t>6</a:t>
            </a:r>
          </a:p>
        </p:txBody>
      </p:sp>
      <p:sp>
        <p:nvSpPr>
          <p:cNvPr id="76" name="TextBox 75">
            <a:extLst>
              <a:ext uri="{FF2B5EF4-FFF2-40B4-BE49-F238E27FC236}">
                <a16:creationId xmlns:a16="http://schemas.microsoft.com/office/drawing/2014/main" id="{1C672F4A-5C67-2C17-5D4A-33053491F71B}"/>
              </a:ext>
            </a:extLst>
          </p:cNvPr>
          <p:cNvSpPr txBox="1"/>
          <p:nvPr/>
        </p:nvSpPr>
        <p:spPr>
          <a:xfrm>
            <a:off x="3217333" y="2734556"/>
            <a:ext cx="462845" cy="584775"/>
          </a:xfrm>
          <a:prstGeom prst="rect">
            <a:avLst/>
          </a:prstGeom>
          <a:noFill/>
        </p:spPr>
        <p:txBody>
          <a:bodyPr wrap="square" rtlCol="0">
            <a:spAutoFit/>
          </a:bodyPr>
          <a:lstStyle/>
          <a:p>
            <a:pPr algn="ctr"/>
            <a:r>
              <a:rPr lang="en-US" sz="3200" dirty="0"/>
              <a:t>1</a:t>
            </a:r>
          </a:p>
        </p:txBody>
      </p:sp>
      <p:sp>
        <p:nvSpPr>
          <p:cNvPr id="67" name="TextBox 66">
            <a:extLst>
              <a:ext uri="{FF2B5EF4-FFF2-40B4-BE49-F238E27FC236}">
                <a16:creationId xmlns:a16="http://schemas.microsoft.com/office/drawing/2014/main" id="{64937FEA-2364-6AC4-68B1-19049757D177}"/>
              </a:ext>
            </a:extLst>
          </p:cNvPr>
          <p:cNvSpPr txBox="1"/>
          <p:nvPr/>
        </p:nvSpPr>
        <p:spPr>
          <a:xfrm>
            <a:off x="3217333" y="2231221"/>
            <a:ext cx="462845" cy="584775"/>
          </a:xfrm>
          <a:prstGeom prst="rect">
            <a:avLst/>
          </a:prstGeom>
          <a:noFill/>
        </p:spPr>
        <p:txBody>
          <a:bodyPr wrap="square" rtlCol="0">
            <a:spAutoFit/>
          </a:bodyPr>
          <a:lstStyle/>
          <a:p>
            <a:pPr algn="ctr"/>
            <a:r>
              <a:rPr lang="en-US" sz="3200" dirty="0"/>
              <a:t>6</a:t>
            </a:r>
          </a:p>
        </p:txBody>
      </p:sp>
      <p:sp>
        <p:nvSpPr>
          <p:cNvPr id="82" name="TextBox 81">
            <a:extLst>
              <a:ext uri="{FF2B5EF4-FFF2-40B4-BE49-F238E27FC236}">
                <a16:creationId xmlns:a16="http://schemas.microsoft.com/office/drawing/2014/main" id="{650F5837-91B0-7516-B1A9-A84A63AA9B43}"/>
              </a:ext>
            </a:extLst>
          </p:cNvPr>
          <p:cNvSpPr txBox="1"/>
          <p:nvPr/>
        </p:nvSpPr>
        <p:spPr>
          <a:xfrm>
            <a:off x="4715935" y="2231221"/>
            <a:ext cx="462845" cy="584775"/>
          </a:xfrm>
          <a:prstGeom prst="rect">
            <a:avLst/>
          </a:prstGeom>
          <a:noFill/>
        </p:spPr>
        <p:txBody>
          <a:bodyPr wrap="square" rtlCol="0">
            <a:spAutoFit/>
          </a:bodyPr>
          <a:lstStyle/>
          <a:p>
            <a:pPr algn="ctr"/>
            <a:r>
              <a:rPr lang="en-US" sz="3200" dirty="0"/>
              <a:t>1</a:t>
            </a:r>
          </a:p>
        </p:txBody>
      </p:sp>
      <p:sp>
        <p:nvSpPr>
          <p:cNvPr id="86" name="TextBox 85">
            <a:extLst>
              <a:ext uri="{FF2B5EF4-FFF2-40B4-BE49-F238E27FC236}">
                <a16:creationId xmlns:a16="http://schemas.microsoft.com/office/drawing/2014/main" id="{4F0D4F8B-409D-967F-4A5F-64965CC103BF}"/>
              </a:ext>
            </a:extLst>
          </p:cNvPr>
          <p:cNvSpPr txBox="1"/>
          <p:nvPr/>
        </p:nvSpPr>
        <p:spPr>
          <a:xfrm>
            <a:off x="4715935" y="3741226"/>
            <a:ext cx="462845" cy="584775"/>
          </a:xfrm>
          <a:prstGeom prst="rect">
            <a:avLst/>
          </a:prstGeom>
          <a:noFill/>
        </p:spPr>
        <p:txBody>
          <a:bodyPr wrap="square" rtlCol="0">
            <a:spAutoFit/>
          </a:bodyPr>
          <a:lstStyle/>
          <a:p>
            <a:pPr algn="ctr"/>
            <a:r>
              <a:rPr lang="en-US" sz="3200" dirty="0"/>
              <a:t>5</a:t>
            </a:r>
          </a:p>
        </p:txBody>
      </p:sp>
      <p:sp>
        <p:nvSpPr>
          <p:cNvPr id="88" name="TextBox 87">
            <a:extLst>
              <a:ext uri="{FF2B5EF4-FFF2-40B4-BE49-F238E27FC236}">
                <a16:creationId xmlns:a16="http://schemas.microsoft.com/office/drawing/2014/main" id="{3156AB49-71B5-E861-E99B-A013A133A132}"/>
              </a:ext>
            </a:extLst>
          </p:cNvPr>
          <p:cNvSpPr txBox="1"/>
          <p:nvPr/>
        </p:nvSpPr>
        <p:spPr>
          <a:xfrm>
            <a:off x="4715935" y="1727886"/>
            <a:ext cx="462845" cy="584775"/>
          </a:xfrm>
          <a:prstGeom prst="rect">
            <a:avLst/>
          </a:prstGeom>
          <a:noFill/>
        </p:spPr>
        <p:txBody>
          <a:bodyPr wrap="square" rtlCol="0">
            <a:spAutoFit/>
          </a:bodyPr>
          <a:lstStyle/>
          <a:p>
            <a:pPr algn="ctr"/>
            <a:r>
              <a:rPr lang="en-US" sz="3200" dirty="0"/>
              <a:t>3</a:t>
            </a:r>
          </a:p>
        </p:txBody>
      </p:sp>
      <p:sp>
        <p:nvSpPr>
          <p:cNvPr id="92" name="TextBox 91">
            <a:extLst>
              <a:ext uri="{FF2B5EF4-FFF2-40B4-BE49-F238E27FC236}">
                <a16:creationId xmlns:a16="http://schemas.microsoft.com/office/drawing/2014/main" id="{F24F61A1-1325-7917-616D-B07ACC2092E6}"/>
              </a:ext>
            </a:extLst>
          </p:cNvPr>
          <p:cNvSpPr txBox="1"/>
          <p:nvPr/>
        </p:nvSpPr>
        <p:spPr>
          <a:xfrm>
            <a:off x="5715003" y="1727886"/>
            <a:ext cx="462845" cy="584775"/>
          </a:xfrm>
          <a:prstGeom prst="rect">
            <a:avLst/>
          </a:prstGeom>
          <a:noFill/>
        </p:spPr>
        <p:txBody>
          <a:bodyPr wrap="square" rtlCol="0">
            <a:spAutoFit/>
          </a:bodyPr>
          <a:lstStyle/>
          <a:p>
            <a:pPr algn="ctr"/>
            <a:r>
              <a:rPr lang="en-US" sz="3200" dirty="0"/>
              <a:t>1</a:t>
            </a:r>
          </a:p>
        </p:txBody>
      </p:sp>
      <p:sp>
        <p:nvSpPr>
          <p:cNvPr id="83" name="TextBox 82">
            <a:extLst>
              <a:ext uri="{FF2B5EF4-FFF2-40B4-BE49-F238E27FC236}">
                <a16:creationId xmlns:a16="http://schemas.microsoft.com/office/drawing/2014/main" id="{0EEC170C-35AF-984A-35D4-028B53A32220}"/>
              </a:ext>
            </a:extLst>
          </p:cNvPr>
          <p:cNvSpPr txBox="1"/>
          <p:nvPr/>
        </p:nvSpPr>
        <p:spPr>
          <a:xfrm>
            <a:off x="4715935" y="4747898"/>
            <a:ext cx="462845" cy="584775"/>
          </a:xfrm>
          <a:prstGeom prst="rect">
            <a:avLst/>
          </a:prstGeom>
          <a:noFill/>
        </p:spPr>
        <p:txBody>
          <a:bodyPr wrap="square" rtlCol="0">
            <a:spAutoFit/>
          </a:bodyPr>
          <a:lstStyle/>
          <a:p>
            <a:pPr algn="ctr"/>
            <a:r>
              <a:rPr lang="en-US" sz="3200" dirty="0"/>
              <a:t>2</a:t>
            </a:r>
          </a:p>
        </p:txBody>
      </p:sp>
      <p:sp>
        <p:nvSpPr>
          <p:cNvPr id="84" name="TextBox 83">
            <a:extLst>
              <a:ext uri="{FF2B5EF4-FFF2-40B4-BE49-F238E27FC236}">
                <a16:creationId xmlns:a16="http://schemas.microsoft.com/office/drawing/2014/main" id="{60EAA177-E5EF-CB27-1F75-0B8DD219D1C7}"/>
              </a:ext>
            </a:extLst>
          </p:cNvPr>
          <p:cNvSpPr txBox="1"/>
          <p:nvPr/>
        </p:nvSpPr>
        <p:spPr>
          <a:xfrm>
            <a:off x="5215469" y="3741226"/>
            <a:ext cx="462845" cy="584775"/>
          </a:xfrm>
          <a:prstGeom prst="rect">
            <a:avLst/>
          </a:prstGeom>
          <a:noFill/>
        </p:spPr>
        <p:txBody>
          <a:bodyPr wrap="square" rtlCol="0">
            <a:spAutoFit/>
          </a:bodyPr>
          <a:lstStyle/>
          <a:p>
            <a:pPr algn="ctr"/>
            <a:r>
              <a:rPr lang="en-US" sz="3200" dirty="0"/>
              <a:t>1</a:t>
            </a:r>
          </a:p>
        </p:txBody>
      </p:sp>
      <p:sp>
        <p:nvSpPr>
          <p:cNvPr id="54" name="TextBox 53">
            <a:extLst>
              <a:ext uri="{FF2B5EF4-FFF2-40B4-BE49-F238E27FC236}">
                <a16:creationId xmlns:a16="http://schemas.microsoft.com/office/drawing/2014/main" id="{AC23436C-2860-6A84-CA85-5712E51F13B8}"/>
              </a:ext>
            </a:extLst>
          </p:cNvPr>
          <p:cNvSpPr txBox="1"/>
          <p:nvPr/>
        </p:nvSpPr>
        <p:spPr>
          <a:xfrm>
            <a:off x="3217333" y="1727886"/>
            <a:ext cx="462845" cy="584775"/>
          </a:xfrm>
          <a:prstGeom prst="rect">
            <a:avLst/>
          </a:prstGeom>
          <a:noFill/>
        </p:spPr>
        <p:txBody>
          <a:bodyPr wrap="square" rtlCol="0">
            <a:spAutoFit/>
          </a:bodyPr>
          <a:lstStyle/>
          <a:p>
            <a:pPr algn="ctr"/>
            <a:r>
              <a:rPr lang="en-US" sz="3200" dirty="0"/>
              <a:t>5</a:t>
            </a:r>
          </a:p>
        </p:txBody>
      </p:sp>
      <p:sp>
        <p:nvSpPr>
          <p:cNvPr id="89" name="TextBox 88">
            <a:extLst>
              <a:ext uri="{FF2B5EF4-FFF2-40B4-BE49-F238E27FC236}">
                <a16:creationId xmlns:a16="http://schemas.microsoft.com/office/drawing/2014/main" id="{BAF4D45C-14A8-BF8F-02AA-3214869CCC0D}"/>
              </a:ext>
            </a:extLst>
          </p:cNvPr>
          <p:cNvSpPr txBox="1"/>
          <p:nvPr/>
        </p:nvSpPr>
        <p:spPr>
          <a:xfrm>
            <a:off x="5215469" y="721216"/>
            <a:ext cx="462845" cy="584775"/>
          </a:xfrm>
          <a:prstGeom prst="rect">
            <a:avLst/>
          </a:prstGeom>
          <a:noFill/>
        </p:spPr>
        <p:txBody>
          <a:bodyPr wrap="square" rtlCol="0">
            <a:spAutoFit/>
          </a:bodyPr>
          <a:lstStyle/>
          <a:p>
            <a:pPr algn="ctr"/>
            <a:r>
              <a:rPr lang="en-US" sz="3200" dirty="0"/>
              <a:t>8</a:t>
            </a:r>
          </a:p>
        </p:txBody>
      </p:sp>
      <p:sp>
        <p:nvSpPr>
          <p:cNvPr id="97" name="TextBox 96">
            <a:extLst>
              <a:ext uri="{FF2B5EF4-FFF2-40B4-BE49-F238E27FC236}">
                <a16:creationId xmlns:a16="http://schemas.microsoft.com/office/drawing/2014/main" id="{ADBE37D3-4605-53B8-BAC5-0451DB43FB53}"/>
              </a:ext>
            </a:extLst>
          </p:cNvPr>
          <p:cNvSpPr txBox="1"/>
          <p:nvPr/>
        </p:nvSpPr>
        <p:spPr>
          <a:xfrm>
            <a:off x="5715003" y="1224551"/>
            <a:ext cx="462845" cy="584775"/>
          </a:xfrm>
          <a:prstGeom prst="rect">
            <a:avLst/>
          </a:prstGeom>
          <a:noFill/>
        </p:spPr>
        <p:txBody>
          <a:bodyPr wrap="square" rtlCol="0">
            <a:spAutoFit/>
          </a:bodyPr>
          <a:lstStyle/>
          <a:p>
            <a:pPr algn="ctr"/>
            <a:r>
              <a:rPr lang="en-US" sz="3200" dirty="0"/>
              <a:t>2</a:t>
            </a:r>
          </a:p>
        </p:txBody>
      </p:sp>
      <p:sp>
        <p:nvSpPr>
          <p:cNvPr id="98" name="TextBox 97">
            <a:extLst>
              <a:ext uri="{FF2B5EF4-FFF2-40B4-BE49-F238E27FC236}">
                <a16:creationId xmlns:a16="http://schemas.microsoft.com/office/drawing/2014/main" id="{91F8A439-0FC6-1D90-BFF9-5AD68A48FA99}"/>
              </a:ext>
            </a:extLst>
          </p:cNvPr>
          <p:cNvSpPr txBox="1"/>
          <p:nvPr/>
        </p:nvSpPr>
        <p:spPr>
          <a:xfrm>
            <a:off x="5715003" y="2734556"/>
            <a:ext cx="462845" cy="584775"/>
          </a:xfrm>
          <a:prstGeom prst="rect">
            <a:avLst/>
          </a:prstGeom>
          <a:noFill/>
        </p:spPr>
        <p:txBody>
          <a:bodyPr wrap="square" rtlCol="0">
            <a:spAutoFit/>
          </a:bodyPr>
          <a:lstStyle/>
          <a:p>
            <a:pPr algn="ctr"/>
            <a:r>
              <a:rPr lang="en-US" sz="3200" dirty="0"/>
              <a:t>8</a:t>
            </a:r>
          </a:p>
        </p:txBody>
      </p:sp>
      <p:sp>
        <p:nvSpPr>
          <p:cNvPr id="44" name="TextBox 43">
            <a:extLst>
              <a:ext uri="{FF2B5EF4-FFF2-40B4-BE49-F238E27FC236}">
                <a16:creationId xmlns:a16="http://schemas.microsoft.com/office/drawing/2014/main" id="{7139F8E0-B946-F391-97A4-5DFB9199916C}"/>
              </a:ext>
            </a:extLst>
          </p:cNvPr>
          <p:cNvSpPr txBox="1"/>
          <p:nvPr/>
        </p:nvSpPr>
        <p:spPr>
          <a:xfrm>
            <a:off x="3716867" y="721216"/>
            <a:ext cx="462845" cy="584775"/>
          </a:xfrm>
          <a:prstGeom prst="rect">
            <a:avLst/>
          </a:prstGeom>
          <a:noFill/>
        </p:spPr>
        <p:txBody>
          <a:bodyPr wrap="square" rtlCol="0">
            <a:spAutoFit/>
          </a:bodyPr>
          <a:lstStyle/>
          <a:p>
            <a:pPr algn="ctr"/>
            <a:r>
              <a:rPr lang="en-US" sz="3200" dirty="0"/>
              <a:t>2</a:t>
            </a:r>
          </a:p>
        </p:txBody>
      </p:sp>
      <p:sp>
        <p:nvSpPr>
          <p:cNvPr id="45" name="TextBox 44">
            <a:extLst>
              <a:ext uri="{FF2B5EF4-FFF2-40B4-BE49-F238E27FC236}">
                <a16:creationId xmlns:a16="http://schemas.microsoft.com/office/drawing/2014/main" id="{9F57F11D-8D55-DF45-971C-98889394FC7A}"/>
              </a:ext>
            </a:extLst>
          </p:cNvPr>
          <p:cNvSpPr txBox="1"/>
          <p:nvPr/>
        </p:nvSpPr>
        <p:spPr>
          <a:xfrm>
            <a:off x="3217333" y="1224551"/>
            <a:ext cx="462845" cy="584775"/>
          </a:xfrm>
          <a:prstGeom prst="rect">
            <a:avLst/>
          </a:prstGeom>
          <a:noFill/>
        </p:spPr>
        <p:txBody>
          <a:bodyPr wrap="square" rtlCol="0">
            <a:spAutoFit/>
          </a:bodyPr>
          <a:lstStyle/>
          <a:p>
            <a:pPr algn="ctr"/>
            <a:r>
              <a:rPr lang="en-US" sz="3200" dirty="0"/>
              <a:t>3</a:t>
            </a:r>
          </a:p>
        </p:txBody>
      </p:sp>
      <p:sp>
        <p:nvSpPr>
          <p:cNvPr id="50" name="TextBox 49">
            <a:extLst>
              <a:ext uri="{FF2B5EF4-FFF2-40B4-BE49-F238E27FC236}">
                <a16:creationId xmlns:a16="http://schemas.microsoft.com/office/drawing/2014/main" id="{3CD6FE8A-5661-F8B9-4680-5C6B93868861}"/>
              </a:ext>
            </a:extLst>
          </p:cNvPr>
          <p:cNvSpPr txBox="1"/>
          <p:nvPr/>
        </p:nvSpPr>
        <p:spPr>
          <a:xfrm>
            <a:off x="3217333" y="3237891"/>
            <a:ext cx="462845" cy="584775"/>
          </a:xfrm>
          <a:prstGeom prst="rect">
            <a:avLst/>
          </a:prstGeom>
          <a:noFill/>
        </p:spPr>
        <p:txBody>
          <a:bodyPr wrap="square" rtlCol="0">
            <a:spAutoFit/>
          </a:bodyPr>
          <a:lstStyle/>
          <a:p>
            <a:pPr algn="ctr"/>
            <a:r>
              <a:rPr lang="en-US" sz="3200" dirty="0"/>
              <a:t>2</a:t>
            </a:r>
          </a:p>
        </p:txBody>
      </p:sp>
      <p:sp>
        <p:nvSpPr>
          <p:cNvPr id="51" name="TextBox 50">
            <a:extLst>
              <a:ext uri="{FF2B5EF4-FFF2-40B4-BE49-F238E27FC236}">
                <a16:creationId xmlns:a16="http://schemas.microsoft.com/office/drawing/2014/main" id="{081E6727-27F7-B64C-FB1B-EE8F0507E353}"/>
              </a:ext>
            </a:extLst>
          </p:cNvPr>
          <p:cNvSpPr txBox="1"/>
          <p:nvPr/>
        </p:nvSpPr>
        <p:spPr>
          <a:xfrm>
            <a:off x="3716867" y="1224551"/>
            <a:ext cx="462845" cy="584775"/>
          </a:xfrm>
          <a:prstGeom prst="rect">
            <a:avLst/>
          </a:prstGeom>
          <a:noFill/>
        </p:spPr>
        <p:txBody>
          <a:bodyPr wrap="square" rtlCol="0">
            <a:spAutoFit/>
          </a:bodyPr>
          <a:lstStyle/>
          <a:p>
            <a:pPr algn="ctr"/>
            <a:r>
              <a:rPr lang="en-US" sz="3200" dirty="0"/>
              <a:t>8</a:t>
            </a:r>
          </a:p>
        </p:txBody>
      </p:sp>
      <p:sp>
        <p:nvSpPr>
          <p:cNvPr id="58" name="TextBox 57">
            <a:extLst>
              <a:ext uri="{FF2B5EF4-FFF2-40B4-BE49-F238E27FC236}">
                <a16:creationId xmlns:a16="http://schemas.microsoft.com/office/drawing/2014/main" id="{5833CB84-F607-81D7-B39C-0E166F29C13C}"/>
              </a:ext>
            </a:extLst>
          </p:cNvPr>
          <p:cNvSpPr txBox="1"/>
          <p:nvPr/>
        </p:nvSpPr>
        <p:spPr>
          <a:xfrm>
            <a:off x="5215469" y="4747898"/>
            <a:ext cx="462845" cy="584775"/>
          </a:xfrm>
          <a:prstGeom prst="rect">
            <a:avLst/>
          </a:prstGeom>
          <a:noFill/>
        </p:spPr>
        <p:txBody>
          <a:bodyPr wrap="square" rtlCol="0">
            <a:spAutoFit/>
          </a:bodyPr>
          <a:lstStyle/>
          <a:p>
            <a:pPr algn="ctr"/>
            <a:r>
              <a:rPr lang="en-US" sz="3200" dirty="0"/>
              <a:t>7</a:t>
            </a:r>
          </a:p>
        </p:txBody>
      </p:sp>
      <p:sp>
        <p:nvSpPr>
          <p:cNvPr id="61" name="TextBox 60">
            <a:extLst>
              <a:ext uri="{FF2B5EF4-FFF2-40B4-BE49-F238E27FC236}">
                <a16:creationId xmlns:a16="http://schemas.microsoft.com/office/drawing/2014/main" id="{1F0885A1-239A-BAA4-F9C9-EB7943C6853E}"/>
              </a:ext>
            </a:extLst>
          </p:cNvPr>
          <p:cNvSpPr txBox="1"/>
          <p:nvPr/>
        </p:nvSpPr>
        <p:spPr>
          <a:xfrm>
            <a:off x="5715003" y="4747898"/>
            <a:ext cx="462845" cy="584775"/>
          </a:xfrm>
          <a:prstGeom prst="rect">
            <a:avLst/>
          </a:prstGeom>
          <a:noFill/>
        </p:spPr>
        <p:txBody>
          <a:bodyPr wrap="square" rtlCol="0">
            <a:spAutoFit/>
          </a:bodyPr>
          <a:lstStyle/>
          <a:p>
            <a:pPr algn="ctr"/>
            <a:r>
              <a:rPr lang="en-US" sz="3200" dirty="0"/>
              <a:t>3</a:t>
            </a:r>
          </a:p>
        </p:txBody>
      </p:sp>
      <p:sp>
        <p:nvSpPr>
          <p:cNvPr id="63" name="TextBox 62">
            <a:extLst>
              <a:ext uri="{FF2B5EF4-FFF2-40B4-BE49-F238E27FC236}">
                <a16:creationId xmlns:a16="http://schemas.microsoft.com/office/drawing/2014/main" id="{DF709350-2AFA-648F-C63D-4B1D80A62528}"/>
              </a:ext>
            </a:extLst>
          </p:cNvPr>
          <p:cNvSpPr txBox="1"/>
          <p:nvPr/>
        </p:nvSpPr>
        <p:spPr>
          <a:xfrm>
            <a:off x="3716867" y="2734556"/>
            <a:ext cx="462845" cy="584775"/>
          </a:xfrm>
          <a:prstGeom prst="rect">
            <a:avLst/>
          </a:prstGeom>
          <a:noFill/>
        </p:spPr>
        <p:txBody>
          <a:bodyPr wrap="square" rtlCol="0">
            <a:spAutoFit/>
          </a:bodyPr>
          <a:lstStyle/>
          <a:p>
            <a:pPr algn="ctr"/>
            <a:r>
              <a:rPr lang="en-US" sz="3200" dirty="0"/>
              <a:t>7</a:t>
            </a:r>
          </a:p>
        </p:txBody>
      </p:sp>
      <p:sp>
        <p:nvSpPr>
          <p:cNvPr id="64" name="TextBox 63">
            <a:extLst>
              <a:ext uri="{FF2B5EF4-FFF2-40B4-BE49-F238E27FC236}">
                <a16:creationId xmlns:a16="http://schemas.microsoft.com/office/drawing/2014/main" id="{578D6E74-B17C-416A-6930-35BFE18C25BB}"/>
              </a:ext>
            </a:extLst>
          </p:cNvPr>
          <p:cNvSpPr txBox="1"/>
          <p:nvPr/>
        </p:nvSpPr>
        <p:spPr>
          <a:xfrm>
            <a:off x="6214537" y="2734556"/>
            <a:ext cx="462845" cy="584775"/>
          </a:xfrm>
          <a:prstGeom prst="rect">
            <a:avLst/>
          </a:prstGeom>
          <a:noFill/>
        </p:spPr>
        <p:txBody>
          <a:bodyPr wrap="square" rtlCol="0">
            <a:spAutoFit/>
          </a:bodyPr>
          <a:lstStyle/>
          <a:p>
            <a:pPr algn="ctr"/>
            <a:r>
              <a:rPr lang="en-US" sz="3200" dirty="0"/>
              <a:t>2</a:t>
            </a:r>
          </a:p>
        </p:txBody>
      </p:sp>
    </p:spTree>
    <p:extLst>
      <p:ext uri="{BB962C8B-B14F-4D97-AF65-F5344CB8AC3E}">
        <p14:creationId xmlns:p14="http://schemas.microsoft.com/office/powerpoint/2010/main" val="1749135963"/>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5CADDB-0A72-D6EE-8AFA-1A47CB5EB783}"/>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6CE7242B-28FD-EDA7-C9E4-13C02B2412CA}"/>
              </a:ext>
            </a:extLst>
          </p:cNvPr>
          <p:cNvSpPr>
            <a:spLocks noGrp="1"/>
          </p:cNvSpPr>
          <p:nvPr>
            <p:ph sz="half" idx="1"/>
          </p:nvPr>
        </p:nvSpPr>
        <p:spPr/>
        <p:txBody>
          <a:bodyPr>
            <a:normAutofit/>
          </a:bodyPr>
          <a:lstStyle/>
          <a:p>
            <a:r>
              <a:rPr lang="en-US" dirty="0"/>
              <a:t>Finish.</a:t>
            </a:r>
          </a:p>
        </p:txBody>
      </p:sp>
      <p:pic>
        <p:nvPicPr>
          <p:cNvPr id="4" name="Picture 3" descr="A grid of sudoku puzzle&#10;&#10;Description automatically generated">
            <a:extLst>
              <a:ext uri="{FF2B5EF4-FFF2-40B4-BE49-F238E27FC236}">
                <a16:creationId xmlns:a16="http://schemas.microsoft.com/office/drawing/2014/main" id="{41A06591-0039-7387-EFC9-2C39706DE615}"/>
              </a:ext>
            </a:extLst>
          </p:cNvPr>
          <p:cNvPicPr>
            <a:picLocks noChangeAspect="1"/>
          </p:cNvPicPr>
          <p:nvPr/>
        </p:nvPicPr>
        <p:blipFill>
          <a:blip r:embed="rId3"/>
          <a:stretch>
            <a:fillRect/>
          </a:stretch>
        </p:blipFill>
        <p:spPr>
          <a:xfrm>
            <a:off x="4578350" y="2311400"/>
            <a:ext cx="0" cy="0"/>
          </a:xfrm>
          <a:prstGeom prst="rect">
            <a:avLst/>
          </a:prstGeom>
          <a:noFill/>
        </p:spPr>
      </p:pic>
      <p:pic>
        <p:nvPicPr>
          <p:cNvPr id="5" name="Picture 4" descr="A sudoku game with text&#10;&#10;Description automatically generated">
            <a:extLst>
              <a:ext uri="{FF2B5EF4-FFF2-40B4-BE49-F238E27FC236}">
                <a16:creationId xmlns:a16="http://schemas.microsoft.com/office/drawing/2014/main" id="{78458600-FBD7-EF7F-DFC4-F64C0F7A84ED}"/>
              </a:ext>
            </a:extLst>
          </p:cNvPr>
          <p:cNvPicPr>
            <a:picLocks noChangeAspect="1"/>
          </p:cNvPicPr>
          <p:nvPr/>
        </p:nvPicPr>
        <p:blipFill>
          <a:blip r:embed="rId4"/>
          <a:stretch>
            <a:fillRect/>
          </a:stretch>
        </p:blipFill>
        <p:spPr>
          <a:xfrm>
            <a:off x="4578350" y="2311400"/>
            <a:ext cx="0" cy="0"/>
          </a:xfrm>
          <a:prstGeom prst="rect">
            <a:avLst/>
          </a:prstGeom>
          <a:noFill/>
        </p:spPr>
      </p:pic>
      <p:pic>
        <p:nvPicPr>
          <p:cNvPr id="6" name="Picture 5" descr="A sudoku puzzle with text&#10;&#10;Description automatically generated">
            <a:extLst>
              <a:ext uri="{FF2B5EF4-FFF2-40B4-BE49-F238E27FC236}">
                <a16:creationId xmlns:a16="http://schemas.microsoft.com/office/drawing/2014/main" id="{86FDC4EF-16FE-8109-7692-469643189499}"/>
              </a:ext>
            </a:extLst>
          </p:cNvPr>
          <p:cNvPicPr>
            <a:picLocks noChangeAspect="1"/>
          </p:cNvPicPr>
          <p:nvPr/>
        </p:nvPicPr>
        <p:blipFill>
          <a:blip r:embed="rId5"/>
          <a:stretch>
            <a:fillRect/>
          </a:stretch>
        </p:blipFill>
        <p:spPr>
          <a:xfrm>
            <a:off x="4578350" y="2311400"/>
            <a:ext cx="0" cy="0"/>
          </a:xfrm>
          <a:prstGeom prst="rect">
            <a:avLst/>
          </a:prstGeom>
          <a:noFill/>
        </p:spPr>
      </p:pic>
      <p:pic>
        <p:nvPicPr>
          <p:cNvPr id="7" name="Picture 6" descr="A grid of squares with text&#10;&#10;AI-generated content may be incorrect.">
            <a:extLst>
              <a:ext uri="{FF2B5EF4-FFF2-40B4-BE49-F238E27FC236}">
                <a16:creationId xmlns:a16="http://schemas.microsoft.com/office/drawing/2014/main" id="{48A9962A-E8AF-0AA8-AF2E-99015EDEC9FC}"/>
              </a:ext>
            </a:extLst>
          </p:cNvPr>
          <p:cNvPicPr>
            <a:picLocks noChangeAspect="1"/>
          </p:cNvPicPr>
          <p:nvPr/>
        </p:nvPicPr>
        <p:blipFill>
          <a:blip r:embed="rId6"/>
          <a:stretch>
            <a:fillRect/>
          </a:stretch>
        </p:blipFill>
        <p:spPr>
          <a:xfrm>
            <a:off x="4584700" y="2311400"/>
            <a:ext cx="0" cy="0"/>
          </a:xfrm>
          <a:prstGeom prst="rect">
            <a:avLst/>
          </a:prstGeom>
          <a:noFill/>
        </p:spPr>
      </p:pic>
      <p:sp>
        <p:nvSpPr>
          <p:cNvPr id="3" name="TextBox 2">
            <a:extLst>
              <a:ext uri="{FF2B5EF4-FFF2-40B4-BE49-F238E27FC236}">
                <a16:creationId xmlns:a16="http://schemas.microsoft.com/office/drawing/2014/main" id="{20178163-9DD7-F3D4-0AC1-E823FD509DD6}"/>
              </a:ext>
            </a:extLst>
          </p:cNvPr>
          <p:cNvSpPr txBox="1"/>
          <p:nvPr/>
        </p:nvSpPr>
        <p:spPr>
          <a:xfrm>
            <a:off x="4715935" y="1224551"/>
            <a:ext cx="462845" cy="584775"/>
          </a:xfrm>
          <a:prstGeom prst="rect">
            <a:avLst/>
          </a:prstGeom>
          <a:noFill/>
        </p:spPr>
        <p:txBody>
          <a:bodyPr wrap="square" rtlCol="0">
            <a:spAutoFit/>
          </a:bodyPr>
          <a:lstStyle/>
          <a:p>
            <a:pPr algn="ctr"/>
            <a:r>
              <a:rPr lang="en-US" sz="3200" dirty="0"/>
              <a:t>4</a:t>
            </a:r>
          </a:p>
        </p:txBody>
      </p:sp>
      <p:sp>
        <p:nvSpPr>
          <p:cNvPr id="8" name="TextBox 7">
            <a:extLst>
              <a:ext uri="{FF2B5EF4-FFF2-40B4-BE49-F238E27FC236}">
                <a16:creationId xmlns:a16="http://schemas.microsoft.com/office/drawing/2014/main" id="{F2B0606D-547E-BDE7-0F67-02381F3FE77F}"/>
              </a:ext>
            </a:extLst>
          </p:cNvPr>
          <p:cNvSpPr txBox="1"/>
          <p:nvPr/>
        </p:nvSpPr>
        <p:spPr>
          <a:xfrm>
            <a:off x="6214537" y="1224551"/>
            <a:ext cx="462845" cy="584775"/>
          </a:xfrm>
          <a:prstGeom prst="rect">
            <a:avLst/>
          </a:prstGeom>
          <a:noFill/>
        </p:spPr>
        <p:txBody>
          <a:bodyPr wrap="square" rtlCol="0">
            <a:spAutoFit/>
          </a:bodyPr>
          <a:lstStyle/>
          <a:p>
            <a:pPr algn="ctr"/>
            <a:r>
              <a:rPr lang="en-US" sz="3200" dirty="0"/>
              <a:t>7</a:t>
            </a:r>
          </a:p>
        </p:txBody>
      </p:sp>
      <p:sp>
        <p:nvSpPr>
          <p:cNvPr id="9" name="TextBox 8">
            <a:extLst>
              <a:ext uri="{FF2B5EF4-FFF2-40B4-BE49-F238E27FC236}">
                <a16:creationId xmlns:a16="http://schemas.microsoft.com/office/drawing/2014/main" id="{CF1AD5B8-E7A4-7C38-9F60-FA8DAB621D0C}"/>
              </a:ext>
            </a:extLst>
          </p:cNvPr>
          <p:cNvSpPr txBox="1"/>
          <p:nvPr/>
        </p:nvSpPr>
        <p:spPr>
          <a:xfrm>
            <a:off x="6714071" y="1224551"/>
            <a:ext cx="462845" cy="584775"/>
          </a:xfrm>
          <a:prstGeom prst="rect">
            <a:avLst/>
          </a:prstGeom>
          <a:noFill/>
        </p:spPr>
        <p:txBody>
          <a:bodyPr wrap="square" rtlCol="0">
            <a:spAutoFit/>
          </a:bodyPr>
          <a:lstStyle/>
          <a:p>
            <a:pPr algn="ctr"/>
            <a:r>
              <a:rPr lang="en-US" sz="3200" dirty="0"/>
              <a:t>9</a:t>
            </a:r>
          </a:p>
        </p:txBody>
      </p:sp>
      <p:sp>
        <p:nvSpPr>
          <p:cNvPr id="10" name="TextBox 9">
            <a:extLst>
              <a:ext uri="{FF2B5EF4-FFF2-40B4-BE49-F238E27FC236}">
                <a16:creationId xmlns:a16="http://schemas.microsoft.com/office/drawing/2014/main" id="{9C788C46-BF6F-FD1E-89FE-6B9EEC1EE2D0}"/>
              </a:ext>
            </a:extLst>
          </p:cNvPr>
          <p:cNvSpPr txBox="1"/>
          <p:nvPr/>
        </p:nvSpPr>
        <p:spPr>
          <a:xfrm>
            <a:off x="7213604" y="1224551"/>
            <a:ext cx="462845" cy="584775"/>
          </a:xfrm>
          <a:prstGeom prst="rect">
            <a:avLst/>
          </a:prstGeom>
          <a:noFill/>
        </p:spPr>
        <p:txBody>
          <a:bodyPr wrap="square" rtlCol="0">
            <a:spAutoFit/>
          </a:bodyPr>
          <a:lstStyle/>
          <a:p>
            <a:pPr algn="ctr"/>
            <a:r>
              <a:rPr lang="en-US" sz="3200" dirty="0"/>
              <a:t>5</a:t>
            </a:r>
          </a:p>
        </p:txBody>
      </p:sp>
      <p:sp>
        <p:nvSpPr>
          <p:cNvPr id="11" name="TextBox 10">
            <a:extLst>
              <a:ext uri="{FF2B5EF4-FFF2-40B4-BE49-F238E27FC236}">
                <a16:creationId xmlns:a16="http://schemas.microsoft.com/office/drawing/2014/main" id="{269F5B5A-D990-A49B-8DC4-B9FDFE74E2CD}"/>
              </a:ext>
            </a:extLst>
          </p:cNvPr>
          <p:cNvSpPr txBox="1"/>
          <p:nvPr/>
        </p:nvSpPr>
        <p:spPr>
          <a:xfrm>
            <a:off x="6714071" y="721216"/>
            <a:ext cx="462845" cy="584775"/>
          </a:xfrm>
          <a:prstGeom prst="rect">
            <a:avLst/>
          </a:prstGeom>
          <a:noFill/>
        </p:spPr>
        <p:txBody>
          <a:bodyPr wrap="square" rtlCol="0">
            <a:spAutoFit/>
          </a:bodyPr>
          <a:lstStyle/>
          <a:p>
            <a:pPr algn="ctr"/>
            <a:r>
              <a:rPr lang="en-US" sz="3200" dirty="0"/>
              <a:t>4</a:t>
            </a:r>
          </a:p>
        </p:txBody>
      </p:sp>
      <p:sp>
        <p:nvSpPr>
          <p:cNvPr id="12" name="TextBox 11">
            <a:extLst>
              <a:ext uri="{FF2B5EF4-FFF2-40B4-BE49-F238E27FC236}">
                <a16:creationId xmlns:a16="http://schemas.microsoft.com/office/drawing/2014/main" id="{47C99EE6-B894-A567-E4B2-96704799F08D}"/>
              </a:ext>
            </a:extLst>
          </p:cNvPr>
          <p:cNvSpPr txBox="1"/>
          <p:nvPr/>
        </p:nvSpPr>
        <p:spPr>
          <a:xfrm>
            <a:off x="7213604" y="721216"/>
            <a:ext cx="462845" cy="584775"/>
          </a:xfrm>
          <a:prstGeom prst="rect">
            <a:avLst/>
          </a:prstGeom>
          <a:noFill/>
        </p:spPr>
        <p:txBody>
          <a:bodyPr wrap="square" rtlCol="0">
            <a:spAutoFit/>
          </a:bodyPr>
          <a:lstStyle/>
          <a:p>
            <a:pPr algn="ctr"/>
            <a:r>
              <a:rPr lang="en-US" sz="3200" dirty="0"/>
              <a:t>3</a:t>
            </a:r>
          </a:p>
        </p:txBody>
      </p:sp>
      <p:sp>
        <p:nvSpPr>
          <p:cNvPr id="13" name="TextBox 12">
            <a:extLst>
              <a:ext uri="{FF2B5EF4-FFF2-40B4-BE49-F238E27FC236}">
                <a16:creationId xmlns:a16="http://schemas.microsoft.com/office/drawing/2014/main" id="{236AB7C3-6EDE-6791-7F5E-F88CC642B78F}"/>
              </a:ext>
            </a:extLst>
          </p:cNvPr>
          <p:cNvSpPr txBox="1"/>
          <p:nvPr/>
        </p:nvSpPr>
        <p:spPr>
          <a:xfrm>
            <a:off x="4216401" y="1727886"/>
            <a:ext cx="462845" cy="584775"/>
          </a:xfrm>
          <a:prstGeom prst="rect">
            <a:avLst/>
          </a:prstGeom>
          <a:noFill/>
        </p:spPr>
        <p:txBody>
          <a:bodyPr wrap="square" rtlCol="0">
            <a:spAutoFit/>
          </a:bodyPr>
          <a:lstStyle/>
          <a:p>
            <a:pPr algn="ctr"/>
            <a:r>
              <a:rPr lang="en-US" sz="3200" dirty="0"/>
              <a:t>7</a:t>
            </a:r>
          </a:p>
        </p:txBody>
      </p:sp>
      <p:sp>
        <p:nvSpPr>
          <p:cNvPr id="14" name="TextBox 13">
            <a:extLst>
              <a:ext uri="{FF2B5EF4-FFF2-40B4-BE49-F238E27FC236}">
                <a16:creationId xmlns:a16="http://schemas.microsoft.com/office/drawing/2014/main" id="{45D2E5AE-BEE2-0167-E563-13ADC3AF9A69}"/>
              </a:ext>
            </a:extLst>
          </p:cNvPr>
          <p:cNvSpPr txBox="1"/>
          <p:nvPr/>
        </p:nvSpPr>
        <p:spPr>
          <a:xfrm>
            <a:off x="5215469" y="1727886"/>
            <a:ext cx="462845" cy="584775"/>
          </a:xfrm>
          <a:prstGeom prst="rect">
            <a:avLst/>
          </a:prstGeom>
          <a:noFill/>
        </p:spPr>
        <p:txBody>
          <a:bodyPr wrap="square" rtlCol="0">
            <a:spAutoFit/>
          </a:bodyPr>
          <a:lstStyle/>
          <a:p>
            <a:pPr algn="ctr"/>
            <a:r>
              <a:rPr lang="en-US" sz="3200" dirty="0"/>
              <a:t>9</a:t>
            </a:r>
          </a:p>
        </p:txBody>
      </p:sp>
      <p:sp>
        <p:nvSpPr>
          <p:cNvPr id="15" name="TextBox 14">
            <a:extLst>
              <a:ext uri="{FF2B5EF4-FFF2-40B4-BE49-F238E27FC236}">
                <a16:creationId xmlns:a16="http://schemas.microsoft.com/office/drawing/2014/main" id="{80C8899C-9ECE-D37C-0D1A-2FE331D0E52E}"/>
              </a:ext>
            </a:extLst>
          </p:cNvPr>
          <p:cNvSpPr txBox="1"/>
          <p:nvPr/>
        </p:nvSpPr>
        <p:spPr>
          <a:xfrm>
            <a:off x="6214537" y="1727886"/>
            <a:ext cx="462845" cy="584775"/>
          </a:xfrm>
          <a:prstGeom prst="rect">
            <a:avLst/>
          </a:prstGeom>
          <a:noFill/>
        </p:spPr>
        <p:txBody>
          <a:bodyPr wrap="square" rtlCol="0">
            <a:spAutoFit/>
          </a:bodyPr>
          <a:lstStyle/>
          <a:p>
            <a:pPr algn="ctr"/>
            <a:r>
              <a:rPr lang="en-US" sz="3200" dirty="0"/>
              <a:t>8</a:t>
            </a:r>
          </a:p>
        </p:txBody>
      </p:sp>
      <p:sp>
        <p:nvSpPr>
          <p:cNvPr id="16" name="TextBox 15">
            <a:extLst>
              <a:ext uri="{FF2B5EF4-FFF2-40B4-BE49-F238E27FC236}">
                <a16:creationId xmlns:a16="http://schemas.microsoft.com/office/drawing/2014/main" id="{59964EF0-507B-B94F-6314-847E15C8C1E3}"/>
              </a:ext>
            </a:extLst>
          </p:cNvPr>
          <p:cNvSpPr txBox="1"/>
          <p:nvPr/>
        </p:nvSpPr>
        <p:spPr>
          <a:xfrm>
            <a:off x="6714071" y="1727886"/>
            <a:ext cx="462845" cy="584775"/>
          </a:xfrm>
          <a:prstGeom prst="rect">
            <a:avLst/>
          </a:prstGeom>
          <a:noFill/>
        </p:spPr>
        <p:txBody>
          <a:bodyPr wrap="square" rtlCol="0">
            <a:spAutoFit/>
          </a:bodyPr>
          <a:lstStyle/>
          <a:p>
            <a:pPr algn="ctr"/>
            <a:r>
              <a:rPr lang="en-US" sz="3200" dirty="0"/>
              <a:t>6</a:t>
            </a:r>
          </a:p>
        </p:txBody>
      </p:sp>
      <p:sp>
        <p:nvSpPr>
          <p:cNvPr id="17" name="TextBox 16">
            <a:extLst>
              <a:ext uri="{FF2B5EF4-FFF2-40B4-BE49-F238E27FC236}">
                <a16:creationId xmlns:a16="http://schemas.microsoft.com/office/drawing/2014/main" id="{A7F0C4CC-A1A6-A65B-BB33-1198D32C9235}"/>
              </a:ext>
            </a:extLst>
          </p:cNvPr>
          <p:cNvSpPr txBox="1"/>
          <p:nvPr/>
        </p:nvSpPr>
        <p:spPr>
          <a:xfrm>
            <a:off x="3716867" y="2231221"/>
            <a:ext cx="462845" cy="584775"/>
          </a:xfrm>
          <a:prstGeom prst="rect">
            <a:avLst/>
          </a:prstGeom>
          <a:noFill/>
        </p:spPr>
        <p:txBody>
          <a:bodyPr wrap="square" rtlCol="0">
            <a:spAutoFit/>
          </a:bodyPr>
          <a:lstStyle/>
          <a:p>
            <a:pPr algn="ctr"/>
            <a:r>
              <a:rPr lang="en-US" sz="3200" dirty="0"/>
              <a:t>3</a:t>
            </a:r>
          </a:p>
        </p:txBody>
      </p:sp>
      <p:sp>
        <p:nvSpPr>
          <p:cNvPr id="18" name="TextBox 17">
            <a:extLst>
              <a:ext uri="{FF2B5EF4-FFF2-40B4-BE49-F238E27FC236}">
                <a16:creationId xmlns:a16="http://schemas.microsoft.com/office/drawing/2014/main" id="{9EEFCF72-80C4-842E-096C-7717DCBB4685}"/>
              </a:ext>
            </a:extLst>
          </p:cNvPr>
          <p:cNvSpPr txBox="1"/>
          <p:nvPr/>
        </p:nvSpPr>
        <p:spPr>
          <a:xfrm>
            <a:off x="5215469" y="2231221"/>
            <a:ext cx="462845" cy="584775"/>
          </a:xfrm>
          <a:prstGeom prst="rect">
            <a:avLst/>
          </a:prstGeom>
          <a:noFill/>
        </p:spPr>
        <p:txBody>
          <a:bodyPr wrap="square" rtlCol="0">
            <a:spAutoFit/>
          </a:bodyPr>
          <a:lstStyle/>
          <a:p>
            <a:pPr algn="ctr"/>
            <a:r>
              <a:rPr lang="en-US" sz="3200" dirty="0"/>
              <a:t>2</a:t>
            </a:r>
          </a:p>
        </p:txBody>
      </p:sp>
      <p:sp>
        <p:nvSpPr>
          <p:cNvPr id="19" name="TextBox 18">
            <a:extLst>
              <a:ext uri="{FF2B5EF4-FFF2-40B4-BE49-F238E27FC236}">
                <a16:creationId xmlns:a16="http://schemas.microsoft.com/office/drawing/2014/main" id="{50DD2F6B-D0BE-434A-8EC5-601D68C6E1CC}"/>
              </a:ext>
            </a:extLst>
          </p:cNvPr>
          <p:cNvSpPr txBox="1"/>
          <p:nvPr/>
        </p:nvSpPr>
        <p:spPr>
          <a:xfrm>
            <a:off x="5715003" y="2231221"/>
            <a:ext cx="462845" cy="584775"/>
          </a:xfrm>
          <a:prstGeom prst="rect">
            <a:avLst/>
          </a:prstGeom>
          <a:noFill/>
        </p:spPr>
        <p:txBody>
          <a:bodyPr wrap="square" rtlCol="0">
            <a:spAutoFit/>
          </a:bodyPr>
          <a:lstStyle/>
          <a:p>
            <a:pPr algn="ctr"/>
            <a:r>
              <a:rPr lang="en-US" sz="3200" dirty="0"/>
              <a:t>7</a:t>
            </a:r>
          </a:p>
        </p:txBody>
      </p:sp>
      <p:sp>
        <p:nvSpPr>
          <p:cNvPr id="20" name="TextBox 19">
            <a:extLst>
              <a:ext uri="{FF2B5EF4-FFF2-40B4-BE49-F238E27FC236}">
                <a16:creationId xmlns:a16="http://schemas.microsoft.com/office/drawing/2014/main" id="{4ECF599F-7492-8160-56C5-4258625B739C}"/>
              </a:ext>
            </a:extLst>
          </p:cNvPr>
          <p:cNvSpPr txBox="1"/>
          <p:nvPr/>
        </p:nvSpPr>
        <p:spPr>
          <a:xfrm>
            <a:off x="6214537" y="2231221"/>
            <a:ext cx="462845" cy="584775"/>
          </a:xfrm>
          <a:prstGeom prst="rect">
            <a:avLst/>
          </a:prstGeom>
          <a:noFill/>
        </p:spPr>
        <p:txBody>
          <a:bodyPr wrap="square" rtlCol="0">
            <a:spAutoFit/>
          </a:bodyPr>
          <a:lstStyle/>
          <a:p>
            <a:pPr algn="ctr"/>
            <a:r>
              <a:rPr lang="en-US" sz="3200" dirty="0"/>
              <a:t>4</a:t>
            </a:r>
          </a:p>
        </p:txBody>
      </p:sp>
      <p:sp>
        <p:nvSpPr>
          <p:cNvPr id="21" name="TextBox 20">
            <a:extLst>
              <a:ext uri="{FF2B5EF4-FFF2-40B4-BE49-F238E27FC236}">
                <a16:creationId xmlns:a16="http://schemas.microsoft.com/office/drawing/2014/main" id="{21B0B6A9-80DA-2E66-84CA-D1460BE50E45}"/>
              </a:ext>
            </a:extLst>
          </p:cNvPr>
          <p:cNvSpPr txBox="1"/>
          <p:nvPr/>
        </p:nvSpPr>
        <p:spPr>
          <a:xfrm>
            <a:off x="6714071" y="2231221"/>
            <a:ext cx="462845" cy="584775"/>
          </a:xfrm>
          <a:prstGeom prst="rect">
            <a:avLst/>
          </a:prstGeom>
          <a:noFill/>
        </p:spPr>
        <p:txBody>
          <a:bodyPr wrap="square" rtlCol="0">
            <a:spAutoFit/>
          </a:bodyPr>
          <a:lstStyle/>
          <a:p>
            <a:pPr algn="ctr"/>
            <a:r>
              <a:rPr lang="en-US" sz="3200" dirty="0"/>
              <a:t>5</a:t>
            </a:r>
          </a:p>
        </p:txBody>
      </p:sp>
      <p:sp>
        <p:nvSpPr>
          <p:cNvPr id="22" name="TextBox 21">
            <a:extLst>
              <a:ext uri="{FF2B5EF4-FFF2-40B4-BE49-F238E27FC236}">
                <a16:creationId xmlns:a16="http://schemas.microsoft.com/office/drawing/2014/main" id="{E86E1E05-C39B-63CA-360B-C843A0D6724D}"/>
              </a:ext>
            </a:extLst>
          </p:cNvPr>
          <p:cNvSpPr txBox="1"/>
          <p:nvPr/>
        </p:nvSpPr>
        <p:spPr>
          <a:xfrm>
            <a:off x="4216401" y="2734556"/>
            <a:ext cx="462845" cy="584775"/>
          </a:xfrm>
          <a:prstGeom prst="rect">
            <a:avLst/>
          </a:prstGeom>
          <a:noFill/>
        </p:spPr>
        <p:txBody>
          <a:bodyPr wrap="square" rtlCol="0">
            <a:spAutoFit/>
          </a:bodyPr>
          <a:lstStyle/>
          <a:p>
            <a:pPr algn="ctr"/>
            <a:r>
              <a:rPr lang="en-US" sz="3200" dirty="0"/>
              <a:t>4</a:t>
            </a:r>
          </a:p>
        </p:txBody>
      </p:sp>
      <p:sp>
        <p:nvSpPr>
          <p:cNvPr id="23" name="TextBox 22">
            <a:extLst>
              <a:ext uri="{FF2B5EF4-FFF2-40B4-BE49-F238E27FC236}">
                <a16:creationId xmlns:a16="http://schemas.microsoft.com/office/drawing/2014/main" id="{533627AE-38E0-2710-7E21-B25038FB5C0C}"/>
              </a:ext>
            </a:extLst>
          </p:cNvPr>
          <p:cNvSpPr txBox="1"/>
          <p:nvPr/>
        </p:nvSpPr>
        <p:spPr>
          <a:xfrm>
            <a:off x="5215469" y="2734556"/>
            <a:ext cx="462845" cy="584775"/>
          </a:xfrm>
          <a:prstGeom prst="rect">
            <a:avLst/>
          </a:prstGeom>
          <a:noFill/>
        </p:spPr>
        <p:txBody>
          <a:bodyPr wrap="square" rtlCol="0">
            <a:spAutoFit/>
          </a:bodyPr>
          <a:lstStyle/>
          <a:p>
            <a:pPr algn="ctr"/>
            <a:r>
              <a:rPr lang="en-US" sz="3200" dirty="0"/>
              <a:t>5</a:t>
            </a:r>
          </a:p>
        </p:txBody>
      </p:sp>
      <p:sp>
        <p:nvSpPr>
          <p:cNvPr id="24" name="TextBox 23">
            <a:extLst>
              <a:ext uri="{FF2B5EF4-FFF2-40B4-BE49-F238E27FC236}">
                <a16:creationId xmlns:a16="http://schemas.microsoft.com/office/drawing/2014/main" id="{0E223921-0D94-A5B5-DC44-0081CB27FAD7}"/>
              </a:ext>
            </a:extLst>
          </p:cNvPr>
          <p:cNvSpPr txBox="1"/>
          <p:nvPr/>
        </p:nvSpPr>
        <p:spPr>
          <a:xfrm>
            <a:off x="6714071" y="2734556"/>
            <a:ext cx="462845" cy="584775"/>
          </a:xfrm>
          <a:prstGeom prst="rect">
            <a:avLst/>
          </a:prstGeom>
          <a:noFill/>
        </p:spPr>
        <p:txBody>
          <a:bodyPr wrap="square" rtlCol="0">
            <a:spAutoFit/>
          </a:bodyPr>
          <a:lstStyle/>
          <a:p>
            <a:pPr algn="ctr"/>
            <a:r>
              <a:rPr lang="en-US" sz="3200" dirty="0"/>
              <a:t>3</a:t>
            </a:r>
          </a:p>
        </p:txBody>
      </p:sp>
      <p:sp>
        <p:nvSpPr>
          <p:cNvPr id="25" name="TextBox 24">
            <a:extLst>
              <a:ext uri="{FF2B5EF4-FFF2-40B4-BE49-F238E27FC236}">
                <a16:creationId xmlns:a16="http://schemas.microsoft.com/office/drawing/2014/main" id="{155C093B-1DA2-0E8F-F0A8-716C34D8EDA8}"/>
              </a:ext>
            </a:extLst>
          </p:cNvPr>
          <p:cNvSpPr txBox="1"/>
          <p:nvPr/>
        </p:nvSpPr>
        <p:spPr>
          <a:xfrm>
            <a:off x="3716867" y="3237891"/>
            <a:ext cx="462845" cy="584775"/>
          </a:xfrm>
          <a:prstGeom prst="rect">
            <a:avLst/>
          </a:prstGeom>
          <a:noFill/>
        </p:spPr>
        <p:txBody>
          <a:bodyPr wrap="square" rtlCol="0">
            <a:spAutoFit/>
          </a:bodyPr>
          <a:lstStyle/>
          <a:p>
            <a:pPr algn="ctr"/>
            <a:r>
              <a:rPr lang="en-US" sz="3200" dirty="0"/>
              <a:t>5</a:t>
            </a:r>
          </a:p>
        </p:txBody>
      </p:sp>
      <p:sp>
        <p:nvSpPr>
          <p:cNvPr id="26" name="TextBox 25">
            <a:extLst>
              <a:ext uri="{FF2B5EF4-FFF2-40B4-BE49-F238E27FC236}">
                <a16:creationId xmlns:a16="http://schemas.microsoft.com/office/drawing/2014/main" id="{74B393C9-2311-48B8-7580-D38F1347860E}"/>
              </a:ext>
            </a:extLst>
          </p:cNvPr>
          <p:cNvSpPr txBox="1"/>
          <p:nvPr/>
        </p:nvSpPr>
        <p:spPr>
          <a:xfrm>
            <a:off x="4715935" y="3237891"/>
            <a:ext cx="462845" cy="584775"/>
          </a:xfrm>
          <a:prstGeom prst="rect">
            <a:avLst/>
          </a:prstGeom>
          <a:noFill/>
        </p:spPr>
        <p:txBody>
          <a:bodyPr wrap="square" rtlCol="0">
            <a:spAutoFit/>
          </a:bodyPr>
          <a:lstStyle/>
          <a:p>
            <a:pPr algn="ctr"/>
            <a:r>
              <a:rPr lang="en-US" sz="3200" dirty="0"/>
              <a:t>6</a:t>
            </a:r>
          </a:p>
        </p:txBody>
      </p:sp>
      <p:sp>
        <p:nvSpPr>
          <p:cNvPr id="27" name="TextBox 26">
            <a:extLst>
              <a:ext uri="{FF2B5EF4-FFF2-40B4-BE49-F238E27FC236}">
                <a16:creationId xmlns:a16="http://schemas.microsoft.com/office/drawing/2014/main" id="{4B0FB33B-1793-C25F-E7A4-50237A2C8641}"/>
              </a:ext>
            </a:extLst>
          </p:cNvPr>
          <p:cNvSpPr txBox="1"/>
          <p:nvPr/>
        </p:nvSpPr>
        <p:spPr>
          <a:xfrm>
            <a:off x="5215469" y="3237891"/>
            <a:ext cx="462845" cy="584775"/>
          </a:xfrm>
          <a:prstGeom prst="rect">
            <a:avLst/>
          </a:prstGeom>
          <a:noFill/>
        </p:spPr>
        <p:txBody>
          <a:bodyPr wrap="square" rtlCol="0">
            <a:spAutoFit/>
          </a:bodyPr>
          <a:lstStyle/>
          <a:p>
            <a:pPr algn="ctr"/>
            <a:r>
              <a:rPr lang="en-US" sz="3200" dirty="0"/>
              <a:t>3</a:t>
            </a:r>
          </a:p>
        </p:txBody>
      </p:sp>
      <p:sp>
        <p:nvSpPr>
          <p:cNvPr id="28" name="TextBox 27">
            <a:extLst>
              <a:ext uri="{FF2B5EF4-FFF2-40B4-BE49-F238E27FC236}">
                <a16:creationId xmlns:a16="http://schemas.microsoft.com/office/drawing/2014/main" id="{05DA2049-9BBF-A915-A33A-4E4E65EE48D9}"/>
              </a:ext>
            </a:extLst>
          </p:cNvPr>
          <p:cNvSpPr txBox="1"/>
          <p:nvPr/>
        </p:nvSpPr>
        <p:spPr>
          <a:xfrm>
            <a:off x="7213604" y="3237891"/>
            <a:ext cx="462845" cy="584775"/>
          </a:xfrm>
          <a:prstGeom prst="rect">
            <a:avLst/>
          </a:prstGeom>
          <a:noFill/>
        </p:spPr>
        <p:txBody>
          <a:bodyPr wrap="square" rtlCol="0">
            <a:spAutoFit/>
          </a:bodyPr>
          <a:lstStyle/>
          <a:p>
            <a:pPr algn="ctr"/>
            <a:r>
              <a:rPr lang="en-US" sz="3200" dirty="0"/>
              <a:t>7</a:t>
            </a:r>
          </a:p>
        </p:txBody>
      </p:sp>
      <p:sp>
        <p:nvSpPr>
          <p:cNvPr id="29" name="TextBox 28">
            <a:extLst>
              <a:ext uri="{FF2B5EF4-FFF2-40B4-BE49-F238E27FC236}">
                <a16:creationId xmlns:a16="http://schemas.microsoft.com/office/drawing/2014/main" id="{BC5E13BA-C282-6827-7D2B-3900CFFA7550}"/>
              </a:ext>
            </a:extLst>
          </p:cNvPr>
          <p:cNvSpPr txBox="1"/>
          <p:nvPr/>
        </p:nvSpPr>
        <p:spPr>
          <a:xfrm>
            <a:off x="3217333" y="3741226"/>
            <a:ext cx="462845" cy="584775"/>
          </a:xfrm>
          <a:prstGeom prst="rect">
            <a:avLst/>
          </a:prstGeom>
          <a:noFill/>
        </p:spPr>
        <p:txBody>
          <a:bodyPr wrap="square" rtlCol="0">
            <a:spAutoFit/>
          </a:bodyPr>
          <a:lstStyle/>
          <a:p>
            <a:pPr algn="ctr"/>
            <a:r>
              <a:rPr lang="en-US" sz="3200" dirty="0"/>
              <a:t>8</a:t>
            </a:r>
          </a:p>
        </p:txBody>
      </p:sp>
      <p:sp>
        <p:nvSpPr>
          <p:cNvPr id="30" name="TextBox 29">
            <a:extLst>
              <a:ext uri="{FF2B5EF4-FFF2-40B4-BE49-F238E27FC236}">
                <a16:creationId xmlns:a16="http://schemas.microsoft.com/office/drawing/2014/main" id="{614CE5E2-8E46-8557-B841-8CA876E8B123}"/>
              </a:ext>
            </a:extLst>
          </p:cNvPr>
          <p:cNvSpPr txBox="1"/>
          <p:nvPr/>
        </p:nvSpPr>
        <p:spPr>
          <a:xfrm>
            <a:off x="3716867" y="3741226"/>
            <a:ext cx="462845" cy="584775"/>
          </a:xfrm>
          <a:prstGeom prst="rect">
            <a:avLst/>
          </a:prstGeom>
          <a:noFill/>
        </p:spPr>
        <p:txBody>
          <a:bodyPr wrap="square" rtlCol="0">
            <a:spAutoFit/>
          </a:bodyPr>
          <a:lstStyle/>
          <a:p>
            <a:pPr algn="ctr"/>
            <a:r>
              <a:rPr lang="en-US" sz="3200" dirty="0"/>
              <a:t>6</a:t>
            </a:r>
          </a:p>
        </p:txBody>
      </p:sp>
      <p:sp>
        <p:nvSpPr>
          <p:cNvPr id="31" name="TextBox 30">
            <a:extLst>
              <a:ext uri="{FF2B5EF4-FFF2-40B4-BE49-F238E27FC236}">
                <a16:creationId xmlns:a16="http://schemas.microsoft.com/office/drawing/2014/main" id="{65FD0DB7-9A65-B238-9202-D00CDFDC4881}"/>
              </a:ext>
            </a:extLst>
          </p:cNvPr>
          <p:cNvSpPr txBox="1"/>
          <p:nvPr/>
        </p:nvSpPr>
        <p:spPr>
          <a:xfrm>
            <a:off x="5715003" y="3741226"/>
            <a:ext cx="462845" cy="584775"/>
          </a:xfrm>
          <a:prstGeom prst="rect">
            <a:avLst/>
          </a:prstGeom>
          <a:noFill/>
        </p:spPr>
        <p:txBody>
          <a:bodyPr wrap="square" rtlCol="0">
            <a:spAutoFit/>
          </a:bodyPr>
          <a:lstStyle/>
          <a:p>
            <a:pPr algn="ctr"/>
            <a:r>
              <a:rPr lang="en-US" sz="3200" dirty="0"/>
              <a:t>9</a:t>
            </a:r>
          </a:p>
        </p:txBody>
      </p:sp>
      <p:sp>
        <p:nvSpPr>
          <p:cNvPr id="32" name="TextBox 31">
            <a:extLst>
              <a:ext uri="{FF2B5EF4-FFF2-40B4-BE49-F238E27FC236}">
                <a16:creationId xmlns:a16="http://schemas.microsoft.com/office/drawing/2014/main" id="{1F7DB8BB-DC02-2EF2-83D0-4152F17D631A}"/>
              </a:ext>
            </a:extLst>
          </p:cNvPr>
          <p:cNvSpPr txBox="1"/>
          <p:nvPr/>
        </p:nvSpPr>
        <p:spPr>
          <a:xfrm>
            <a:off x="6214537" y="3741226"/>
            <a:ext cx="462845" cy="584775"/>
          </a:xfrm>
          <a:prstGeom prst="rect">
            <a:avLst/>
          </a:prstGeom>
          <a:noFill/>
        </p:spPr>
        <p:txBody>
          <a:bodyPr wrap="square" rtlCol="0">
            <a:spAutoFit/>
          </a:bodyPr>
          <a:lstStyle/>
          <a:p>
            <a:pPr algn="ctr"/>
            <a:r>
              <a:rPr lang="en-US" sz="3200" dirty="0"/>
              <a:t>3</a:t>
            </a:r>
          </a:p>
        </p:txBody>
      </p:sp>
      <p:sp>
        <p:nvSpPr>
          <p:cNvPr id="33" name="TextBox 32">
            <a:extLst>
              <a:ext uri="{FF2B5EF4-FFF2-40B4-BE49-F238E27FC236}">
                <a16:creationId xmlns:a16="http://schemas.microsoft.com/office/drawing/2014/main" id="{B59B8C31-3895-3DE6-FD35-00531FF16B8E}"/>
              </a:ext>
            </a:extLst>
          </p:cNvPr>
          <p:cNvSpPr txBox="1"/>
          <p:nvPr/>
        </p:nvSpPr>
        <p:spPr>
          <a:xfrm>
            <a:off x="6714071" y="3741226"/>
            <a:ext cx="462845" cy="584775"/>
          </a:xfrm>
          <a:prstGeom prst="rect">
            <a:avLst/>
          </a:prstGeom>
          <a:noFill/>
        </p:spPr>
        <p:txBody>
          <a:bodyPr wrap="square" rtlCol="0">
            <a:spAutoFit/>
          </a:bodyPr>
          <a:lstStyle/>
          <a:p>
            <a:pPr algn="ctr"/>
            <a:r>
              <a:rPr lang="en-US" sz="3200" dirty="0"/>
              <a:t>7</a:t>
            </a:r>
          </a:p>
        </p:txBody>
      </p:sp>
      <p:sp>
        <p:nvSpPr>
          <p:cNvPr id="34" name="TextBox 33">
            <a:extLst>
              <a:ext uri="{FF2B5EF4-FFF2-40B4-BE49-F238E27FC236}">
                <a16:creationId xmlns:a16="http://schemas.microsoft.com/office/drawing/2014/main" id="{0D3A699E-3D7E-B0A0-5435-80D03C77D3C4}"/>
              </a:ext>
            </a:extLst>
          </p:cNvPr>
          <p:cNvSpPr txBox="1"/>
          <p:nvPr/>
        </p:nvSpPr>
        <p:spPr>
          <a:xfrm>
            <a:off x="7213604" y="3741226"/>
            <a:ext cx="462845" cy="584775"/>
          </a:xfrm>
          <a:prstGeom prst="rect">
            <a:avLst/>
          </a:prstGeom>
          <a:noFill/>
        </p:spPr>
        <p:txBody>
          <a:bodyPr wrap="square" rtlCol="0">
            <a:spAutoFit/>
          </a:bodyPr>
          <a:lstStyle/>
          <a:p>
            <a:pPr algn="ctr"/>
            <a:r>
              <a:rPr lang="en-US" sz="3200" dirty="0"/>
              <a:t>4</a:t>
            </a:r>
          </a:p>
        </p:txBody>
      </p:sp>
      <p:sp>
        <p:nvSpPr>
          <p:cNvPr id="35" name="TextBox 34">
            <a:extLst>
              <a:ext uri="{FF2B5EF4-FFF2-40B4-BE49-F238E27FC236}">
                <a16:creationId xmlns:a16="http://schemas.microsoft.com/office/drawing/2014/main" id="{DF4194AC-7008-38D8-6F39-4CFFE1F0ACE5}"/>
              </a:ext>
            </a:extLst>
          </p:cNvPr>
          <p:cNvSpPr txBox="1"/>
          <p:nvPr/>
        </p:nvSpPr>
        <p:spPr>
          <a:xfrm>
            <a:off x="3217333" y="4244561"/>
            <a:ext cx="462845" cy="584775"/>
          </a:xfrm>
          <a:prstGeom prst="rect">
            <a:avLst/>
          </a:prstGeom>
          <a:noFill/>
        </p:spPr>
        <p:txBody>
          <a:bodyPr wrap="square" rtlCol="0">
            <a:spAutoFit/>
          </a:bodyPr>
          <a:lstStyle/>
          <a:p>
            <a:pPr algn="ctr"/>
            <a:r>
              <a:rPr lang="en-US" sz="3200" dirty="0"/>
              <a:t>7</a:t>
            </a:r>
          </a:p>
        </p:txBody>
      </p:sp>
      <p:sp>
        <p:nvSpPr>
          <p:cNvPr id="36" name="TextBox 35">
            <a:extLst>
              <a:ext uri="{FF2B5EF4-FFF2-40B4-BE49-F238E27FC236}">
                <a16:creationId xmlns:a16="http://schemas.microsoft.com/office/drawing/2014/main" id="{781C9E08-FA4F-11F5-3FCC-96CE8DCEDE17}"/>
              </a:ext>
            </a:extLst>
          </p:cNvPr>
          <p:cNvSpPr txBox="1"/>
          <p:nvPr/>
        </p:nvSpPr>
        <p:spPr>
          <a:xfrm>
            <a:off x="4216401" y="4244561"/>
            <a:ext cx="462845" cy="584775"/>
          </a:xfrm>
          <a:prstGeom prst="rect">
            <a:avLst/>
          </a:prstGeom>
          <a:noFill/>
        </p:spPr>
        <p:txBody>
          <a:bodyPr wrap="square" rtlCol="0">
            <a:spAutoFit/>
          </a:bodyPr>
          <a:lstStyle/>
          <a:p>
            <a:pPr algn="ctr"/>
            <a:r>
              <a:rPr lang="en-US" sz="3200" dirty="0"/>
              <a:t>3</a:t>
            </a:r>
          </a:p>
        </p:txBody>
      </p:sp>
      <p:sp>
        <p:nvSpPr>
          <p:cNvPr id="37" name="TextBox 36">
            <a:extLst>
              <a:ext uri="{FF2B5EF4-FFF2-40B4-BE49-F238E27FC236}">
                <a16:creationId xmlns:a16="http://schemas.microsoft.com/office/drawing/2014/main" id="{28AB2039-1A7F-409C-3CE7-D386EA554C02}"/>
              </a:ext>
            </a:extLst>
          </p:cNvPr>
          <p:cNvSpPr txBox="1"/>
          <p:nvPr/>
        </p:nvSpPr>
        <p:spPr>
          <a:xfrm>
            <a:off x="5715003" y="4244561"/>
            <a:ext cx="462845" cy="584775"/>
          </a:xfrm>
          <a:prstGeom prst="rect">
            <a:avLst/>
          </a:prstGeom>
          <a:noFill/>
        </p:spPr>
        <p:txBody>
          <a:bodyPr wrap="square" rtlCol="0">
            <a:spAutoFit/>
          </a:bodyPr>
          <a:lstStyle/>
          <a:p>
            <a:pPr algn="ctr"/>
            <a:r>
              <a:rPr lang="en-US" sz="3200" dirty="0"/>
              <a:t>6</a:t>
            </a:r>
          </a:p>
        </p:txBody>
      </p:sp>
      <p:sp>
        <p:nvSpPr>
          <p:cNvPr id="38" name="TextBox 37">
            <a:extLst>
              <a:ext uri="{FF2B5EF4-FFF2-40B4-BE49-F238E27FC236}">
                <a16:creationId xmlns:a16="http://schemas.microsoft.com/office/drawing/2014/main" id="{4868A0E1-8F91-3763-189E-F633D780C80D}"/>
              </a:ext>
            </a:extLst>
          </p:cNvPr>
          <p:cNvSpPr txBox="1"/>
          <p:nvPr/>
        </p:nvSpPr>
        <p:spPr>
          <a:xfrm>
            <a:off x="6214537" y="4244561"/>
            <a:ext cx="462845" cy="584775"/>
          </a:xfrm>
          <a:prstGeom prst="rect">
            <a:avLst/>
          </a:prstGeom>
          <a:noFill/>
        </p:spPr>
        <p:txBody>
          <a:bodyPr wrap="square" rtlCol="0">
            <a:spAutoFit/>
          </a:bodyPr>
          <a:lstStyle/>
          <a:p>
            <a:pPr algn="ctr"/>
            <a:r>
              <a:rPr lang="en-US" sz="3200" dirty="0"/>
              <a:t>5</a:t>
            </a:r>
          </a:p>
        </p:txBody>
      </p:sp>
      <p:sp>
        <p:nvSpPr>
          <p:cNvPr id="39" name="TextBox 38">
            <a:extLst>
              <a:ext uri="{FF2B5EF4-FFF2-40B4-BE49-F238E27FC236}">
                <a16:creationId xmlns:a16="http://schemas.microsoft.com/office/drawing/2014/main" id="{223E54D1-F3EB-A24D-E6E8-2F1E2CC5AC10}"/>
              </a:ext>
            </a:extLst>
          </p:cNvPr>
          <p:cNvSpPr txBox="1"/>
          <p:nvPr/>
        </p:nvSpPr>
        <p:spPr>
          <a:xfrm>
            <a:off x="6714071" y="4244561"/>
            <a:ext cx="462845" cy="584775"/>
          </a:xfrm>
          <a:prstGeom prst="rect">
            <a:avLst/>
          </a:prstGeom>
          <a:noFill/>
        </p:spPr>
        <p:txBody>
          <a:bodyPr wrap="square" rtlCol="0">
            <a:spAutoFit/>
          </a:bodyPr>
          <a:lstStyle/>
          <a:p>
            <a:pPr algn="ctr"/>
            <a:r>
              <a:rPr lang="en-US" sz="3200" dirty="0"/>
              <a:t>2</a:t>
            </a:r>
          </a:p>
        </p:txBody>
      </p:sp>
      <p:sp>
        <p:nvSpPr>
          <p:cNvPr id="40" name="TextBox 39">
            <a:extLst>
              <a:ext uri="{FF2B5EF4-FFF2-40B4-BE49-F238E27FC236}">
                <a16:creationId xmlns:a16="http://schemas.microsoft.com/office/drawing/2014/main" id="{CDED0FFE-57E0-7D3E-35E8-01B8C15BE71D}"/>
              </a:ext>
            </a:extLst>
          </p:cNvPr>
          <p:cNvSpPr txBox="1"/>
          <p:nvPr/>
        </p:nvSpPr>
        <p:spPr>
          <a:xfrm>
            <a:off x="7213604" y="4244561"/>
            <a:ext cx="462845" cy="584775"/>
          </a:xfrm>
          <a:prstGeom prst="rect">
            <a:avLst/>
          </a:prstGeom>
          <a:noFill/>
        </p:spPr>
        <p:txBody>
          <a:bodyPr wrap="square" rtlCol="0">
            <a:spAutoFit/>
          </a:bodyPr>
          <a:lstStyle/>
          <a:p>
            <a:pPr algn="ctr"/>
            <a:r>
              <a:rPr lang="en-US" sz="3200" dirty="0"/>
              <a:t>9</a:t>
            </a:r>
          </a:p>
        </p:txBody>
      </p:sp>
      <p:sp>
        <p:nvSpPr>
          <p:cNvPr id="41" name="TextBox 40">
            <a:extLst>
              <a:ext uri="{FF2B5EF4-FFF2-40B4-BE49-F238E27FC236}">
                <a16:creationId xmlns:a16="http://schemas.microsoft.com/office/drawing/2014/main" id="{40CCDB0C-0423-83B2-5C4D-7325E695F807}"/>
              </a:ext>
            </a:extLst>
          </p:cNvPr>
          <p:cNvSpPr txBox="1"/>
          <p:nvPr/>
        </p:nvSpPr>
        <p:spPr>
          <a:xfrm>
            <a:off x="3217333" y="4747898"/>
            <a:ext cx="462845" cy="584775"/>
          </a:xfrm>
          <a:prstGeom prst="rect">
            <a:avLst/>
          </a:prstGeom>
          <a:noFill/>
        </p:spPr>
        <p:txBody>
          <a:bodyPr wrap="square" rtlCol="0">
            <a:spAutoFit/>
          </a:bodyPr>
          <a:lstStyle/>
          <a:p>
            <a:pPr algn="ctr"/>
            <a:r>
              <a:rPr lang="en-US" sz="3200" dirty="0"/>
              <a:t>4</a:t>
            </a:r>
          </a:p>
        </p:txBody>
      </p:sp>
      <p:sp>
        <p:nvSpPr>
          <p:cNvPr id="42" name="TextBox 41">
            <a:extLst>
              <a:ext uri="{FF2B5EF4-FFF2-40B4-BE49-F238E27FC236}">
                <a16:creationId xmlns:a16="http://schemas.microsoft.com/office/drawing/2014/main" id="{C31B7F3D-713D-5424-82D8-86E9C6528E4F}"/>
              </a:ext>
            </a:extLst>
          </p:cNvPr>
          <p:cNvSpPr txBox="1"/>
          <p:nvPr/>
        </p:nvSpPr>
        <p:spPr>
          <a:xfrm>
            <a:off x="3716867" y="4747898"/>
            <a:ext cx="462845" cy="584775"/>
          </a:xfrm>
          <a:prstGeom prst="rect">
            <a:avLst/>
          </a:prstGeom>
          <a:noFill/>
        </p:spPr>
        <p:txBody>
          <a:bodyPr wrap="square" rtlCol="0">
            <a:spAutoFit/>
          </a:bodyPr>
          <a:lstStyle/>
          <a:p>
            <a:pPr algn="ctr"/>
            <a:r>
              <a:rPr lang="en-US" sz="3200" dirty="0"/>
              <a:t>9</a:t>
            </a:r>
          </a:p>
        </p:txBody>
      </p:sp>
      <p:sp>
        <p:nvSpPr>
          <p:cNvPr id="43" name="TextBox 42">
            <a:extLst>
              <a:ext uri="{FF2B5EF4-FFF2-40B4-BE49-F238E27FC236}">
                <a16:creationId xmlns:a16="http://schemas.microsoft.com/office/drawing/2014/main" id="{95170543-CDFB-20EC-D76E-10EBA7BC934D}"/>
              </a:ext>
            </a:extLst>
          </p:cNvPr>
          <p:cNvSpPr txBox="1"/>
          <p:nvPr/>
        </p:nvSpPr>
        <p:spPr>
          <a:xfrm>
            <a:off x="4216401" y="4747898"/>
            <a:ext cx="462845" cy="584775"/>
          </a:xfrm>
          <a:prstGeom prst="rect">
            <a:avLst/>
          </a:prstGeom>
          <a:noFill/>
        </p:spPr>
        <p:txBody>
          <a:bodyPr wrap="square" rtlCol="0">
            <a:spAutoFit/>
          </a:bodyPr>
          <a:lstStyle/>
          <a:p>
            <a:pPr algn="ctr"/>
            <a:r>
              <a:rPr lang="en-US" sz="3200" dirty="0"/>
              <a:t>5</a:t>
            </a:r>
          </a:p>
        </p:txBody>
      </p:sp>
      <p:sp>
        <p:nvSpPr>
          <p:cNvPr id="79" name="TextBox 78">
            <a:extLst>
              <a:ext uri="{FF2B5EF4-FFF2-40B4-BE49-F238E27FC236}">
                <a16:creationId xmlns:a16="http://schemas.microsoft.com/office/drawing/2014/main" id="{995A42F4-509E-13F1-89C4-F3A2B1C4EF79}"/>
              </a:ext>
            </a:extLst>
          </p:cNvPr>
          <p:cNvSpPr txBox="1"/>
          <p:nvPr/>
        </p:nvSpPr>
        <p:spPr>
          <a:xfrm>
            <a:off x="6214537" y="3237891"/>
            <a:ext cx="462845" cy="584775"/>
          </a:xfrm>
          <a:prstGeom prst="rect">
            <a:avLst/>
          </a:prstGeom>
          <a:noFill/>
        </p:spPr>
        <p:txBody>
          <a:bodyPr wrap="square" rtlCol="0">
            <a:spAutoFit/>
          </a:bodyPr>
          <a:lstStyle/>
          <a:p>
            <a:pPr algn="ctr"/>
            <a:r>
              <a:rPr lang="en-US" sz="3200" dirty="0"/>
              <a:t>9</a:t>
            </a:r>
          </a:p>
        </p:txBody>
      </p:sp>
      <p:sp>
        <p:nvSpPr>
          <p:cNvPr id="64" name="TextBox 63">
            <a:extLst>
              <a:ext uri="{FF2B5EF4-FFF2-40B4-BE49-F238E27FC236}">
                <a16:creationId xmlns:a16="http://schemas.microsoft.com/office/drawing/2014/main" id="{34E22851-5403-C50B-BEE3-05D6DDAD518E}"/>
              </a:ext>
            </a:extLst>
          </p:cNvPr>
          <p:cNvSpPr txBox="1"/>
          <p:nvPr/>
        </p:nvSpPr>
        <p:spPr>
          <a:xfrm>
            <a:off x="7213604" y="2734556"/>
            <a:ext cx="462845" cy="584775"/>
          </a:xfrm>
          <a:prstGeom prst="rect">
            <a:avLst/>
          </a:prstGeom>
          <a:noFill/>
        </p:spPr>
        <p:txBody>
          <a:bodyPr wrap="square" rtlCol="0">
            <a:spAutoFit/>
          </a:bodyPr>
          <a:lstStyle/>
          <a:p>
            <a:pPr algn="ctr"/>
            <a:r>
              <a:rPr lang="en-US" sz="3200" dirty="0"/>
              <a:t>6</a:t>
            </a:r>
          </a:p>
        </p:txBody>
      </p:sp>
      <p:sp>
        <p:nvSpPr>
          <p:cNvPr id="48" name="TextBox 47">
            <a:extLst>
              <a:ext uri="{FF2B5EF4-FFF2-40B4-BE49-F238E27FC236}">
                <a16:creationId xmlns:a16="http://schemas.microsoft.com/office/drawing/2014/main" id="{73CD653F-7D3F-6E9A-C2F2-5B320ADC4AE7}"/>
              </a:ext>
            </a:extLst>
          </p:cNvPr>
          <p:cNvSpPr txBox="1"/>
          <p:nvPr/>
        </p:nvSpPr>
        <p:spPr>
          <a:xfrm>
            <a:off x="3716867" y="1727886"/>
            <a:ext cx="462845" cy="584775"/>
          </a:xfrm>
          <a:prstGeom prst="rect">
            <a:avLst/>
          </a:prstGeom>
          <a:noFill/>
        </p:spPr>
        <p:txBody>
          <a:bodyPr wrap="square" rtlCol="0">
            <a:spAutoFit/>
          </a:bodyPr>
          <a:lstStyle/>
          <a:p>
            <a:pPr algn="ctr"/>
            <a:r>
              <a:rPr lang="en-US" sz="3200" dirty="0"/>
              <a:t>4</a:t>
            </a:r>
          </a:p>
        </p:txBody>
      </p:sp>
      <p:sp>
        <p:nvSpPr>
          <p:cNvPr id="49" name="TextBox 48">
            <a:extLst>
              <a:ext uri="{FF2B5EF4-FFF2-40B4-BE49-F238E27FC236}">
                <a16:creationId xmlns:a16="http://schemas.microsoft.com/office/drawing/2014/main" id="{C6FB9BAC-819D-5AF5-A02E-AB24916865CD}"/>
              </a:ext>
            </a:extLst>
          </p:cNvPr>
          <p:cNvSpPr txBox="1"/>
          <p:nvPr/>
        </p:nvSpPr>
        <p:spPr>
          <a:xfrm>
            <a:off x="5715003" y="3237891"/>
            <a:ext cx="462845" cy="584775"/>
          </a:xfrm>
          <a:prstGeom prst="rect">
            <a:avLst/>
          </a:prstGeom>
          <a:noFill/>
        </p:spPr>
        <p:txBody>
          <a:bodyPr wrap="square" rtlCol="0">
            <a:spAutoFit/>
          </a:bodyPr>
          <a:lstStyle/>
          <a:p>
            <a:pPr algn="ctr"/>
            <a:r>
              <a:rPr lang="en-US" sz="3200" dirty="0"/>
              <a:t>4</a:t>
            </a:r>
          </a:p>
        </p:txBody>
      </p:sp>
      <p:sp>
        <p:nvSpPr>
          <p:cNvPr id="61" name="TextBox 60">
            <a:extLst>
              <a:ext uri="{FF2B5EF4-FFF2-40B4-BE49-F238E27FC236}">
                <a16:creationId xmlns:a16="http://schemas.microsoft.com/office/drawing/2014/main" id="{515E52C4-5BDF-C51E-063E-61DABB1EB5B8}"/>
              </a:ext>
            </a:extLst>
          </p:cNvPr>
          <p:cNvSpPr txBox="1"/>
          <p:nvPr/>
        </p:nvSpPr>
        <p:spPr>
          <a:xfrm>
            <a:off x="7213604" y="4747898"/>
            <a:ext cx="462845" cy="584775"/>
          </a:xfrm>
          <a:prstGeom prst="rect">
            <a:avLst/>
          </a:prstGeom>
          <a:noFill/>
        </p:spPr>
        <p:txBody>
          <a:bodyPr wrap="square" rtlCol="0">
            <a:spAutoFit/>
          </a:bodyPr>
          <a:lstStyle/>
          <a:p>
            <a:pPr algn="ctr"/>
            <a:r>
              <a:rPr lang="en-US" sz="3200" dirty="0"/>
              <a:t>1</a:t>
            </a:r>
          </a:p>
        </p:txBody>
      </p:sp>
      <p:sp>
        <p:nvSpPr>
          <p:cNvPr id="46" name="TextBox 45">
            <a:extLst>
              <a:ext uri="{FF2B5EF4-FFF2-40B4-BE49-F238E27FC236}">
                <a16:creationId xmlns:a16="http://schemas.microsoft.com/office/drawing/2014/main" id="{03248C4B-3A94-DB6D-56B0-02E021DF906D}"/>
              </a:ext>
            </a:extLst>
          </p:cNvPr>
          <p:cNvSpPr txBox="1"/>
          <p:nvPr/>
        </p:nvSpPr>
        <p:spPr>
          <a:xfrm>
            <a:off x="3217333" y="721216"/>
            <a:ext cx="462845" cy="584775"/>
          </a:xfrm>
          <a:prstGeom prst="rect">
            <a:avLst/>
          </a:prstGeom>
          <a:noFill/>
        </p:spPr>
        <p:txBody>
          <a:bodyPr wrap="square" rtlCol="0">
            <a:spAutoFit/>
          </a:bodyPr>
          <a:lstStyle/>
          <a:p>
            <a:pPr algn="ctr"/>
            <a:r>
              <a:rPr lang="en-US" sz="3200" dirty="0"/>
              <a:t>9</a:t>
            </a:r>
          </a:p>
        </p:txBody>
      </p:sp>
      <p:sp>
        <p:nvSpPr>
          <p:cNvPr id="102" name="TextBox 101">
            <a:extLst>
              <a:ext uri="{FF2B5EF4-FFF2-40B4-BE49-F238E27FC236}">
                <a16:creationId xmlns:a16="http://schemas.microsoft.com/office/drawing/2014/main" id="{3858BD1D-823F-53A1-41DA-6868FBC2A880}"/>
              </a:ext>
            </a:extLst>
          </p:cNvPr>
          <p:cNvSpPr txBox="1"/>
          <p:nvPr/>
        </p:nvSpPr>
        <p:spPr>
          <a:xfrm>
            <a:off x="3716867" y="4244561"/>
            <a:ext cx="462845" cy="584775"/>
          </a:xfrm>
          <a:prstGeom prst="rect">
            <a:avLst/>
          </a:prstGeom>
          <a:noFill/>
        </p:spPr>
        <p:txBody>
          <a:bodyPr wrap="square" rtlCol="0">
            <a:spAutoFit/>
          </a:bodyPr>
          <a:lstStyle/>
          <a:p>
            <a:pPr algn="ctr"/>
            <a:r>
              <a:rPr lang="en-US" sz="3200" dirty="0"/>
              <a:t>1</a:t>
            </a:r>
          </a:p>
        </p:txBody>
      </p:sp>
      <p:sp>
        <p:nvSpPr>
          <p:cNvPr id="53" name="TextBox 52">
            <a:extLst>
              <a:ext uri="{FF2B5EF4-FFF2-40B4-BE49-F238E27FC236}">
                <a16:creationId xmlns:a16="http://schemas.microsoft.com/office/drawing/2014/main" id="{35C481F1-BF3F-C482-984F-55BA757CDFD6}"/>
              </a:ext>
            </a:extLst>
          </p:cNvPr>
          <p:cNvSpPr txBox="1"/>
          <p:nvPr/>
        </p:nvSpPr>
        <p:spPr>
          <a:xfrm>
            <a:off x="4216401" y="3741226"/>
            <a:ext cx="462845" cy="584775"/>
          </a:xfrm>
          <a:prstGeom prst="rect">
            <a:avLst/>
          </a:prstGeom>
          <a:noFill/>
        </p:spPr>
        <p:txBody>
          <a:bodyPr wrap="square" rtlCol="0">
            <a:spAutoFit/>
          </a:bodyPr>
          <a:lstStyle/>
          <a:p>
            <a:pPr algn="ctr"/>
            <a:r>
              <a:rPr lang="en-US" sz="3200" dirty="0"/>
              <a:t>2</a:t>
            </a:r>
          </a:p>
        </p:txBody>
      </p:sp>
      <p:sp>
        <p:nvSpPr>
          <p:cNvPr id="56" name="TextBox 55">
            <a:extLst>
              <a:ext uri="{FF2B5EF4-FFF2-40B4-BE49-F238E27FC236}">
                <a16:creationId xmlns:a16="http://schemas.microsoft.com/office/drawing/2014/main" id="{88C335B6-3695-9751-1249-9770F27E756E}"/>
              </a:ext>
            </a:extLst>
          </p:cNvPr>
          <p:cNvSpPr txBox="1"/>
          <p:nvPr/>
        </p:nvSpPr>
        <p:spPr>
          <a:xfrm>
            <a:off x="6214537" y="721216"/>
            <a:ext cx="462845" cy="584775"/>
          </a:xfrm>
          <a:prstGeom prst="rect">
            <a:avLst/>
          </a:prstGeom>
          <a:noFill/>
        </p:spPr>
        <p:txBody>
          <a:bodyPr wrap="square" rtlCol="0">
            <a:spAutoFit/>
          </a:bodyPr>
          <a:lstStyle/>
          <a:p>
            <a:pPr algn="ctr"/>
            <a:r>
              <a:rPr lang="en-US" sz="3200" dirty="0"/>
              <a:t>1</a:t>
            </a:r>
          </a:p>
        </p:txBody>
      </p:sp>
      <p:sp>
        <p:nvSpPr>
          <p:cNvPr id="54" name="TextBox 53">
            <a:extLst>
              <a:ext uri="{FF2B5EF4-FFF2-40B4-BE49-F238E27FC236}">
                <a16:creationId xmlns:a16="http://schemas.microsoft.com/office/drawing/2014/main" id="{6C762826-4434-1947-7E1F-C175CA63A0B7}"/>
              </a:ext>
            </a:extLst>
          </p:cNvPr>
          <p:cNvSpPr txBox="1"/>
          <p:nvPr/>
        </p:nvSpPr>
        <p:spPr>
          <a:xfrm>
            <a:off x="6714071" y="4747898"/>
            <a:ext cx="462845" cy="584775"/>
          </a:xfrm>
          <a:prstGeom prst="rect">
            <a:avLst/>
          </a:prstGeom>
          <a:noFill/>
        </p:spPr>
        <p:txBody>
          <a:bodyPr wrap="square" rtlCol="0">
            <a:spAutoFit/>
          </a:bodyPr>
          <a:lstStyle/>
          <a:p>
            <a:pPr algn="ctr"/>
            <a:r>
              <a:rPr lang="en-US" sz="3200" dirty="0"/>
              <a:t>8</a:t>
            </a:r>
          </a:p>
        </p:txBody>
      </p:sp>
      <p:sp>
        <p:nvSpPr>
          <p:cNvPr id="60" name="TextBox 59">
            <a:extLst>
              <a:ext uri="{FF2B5EF4-FFF2-40B4-BE49-F238E27FC236}">
                <a16:creationId xmlns:a16="http://schemas.microsoft.com/office/drawing/2014/main" id="{E2527FCB-F4DF-2E67-A3C5-4048972EE2FE}"/>
              </a:ext>
            </a:extLst>
          </p:cNvPr>
          <p:cNvSpPr txBox="1"/>
          <p:nvPr/>
        </p:nvSpPr>
        <p:spPr>
          <a:xfrm>
            <a:off x="6214537" y="4747898"/>
            <a:ext cx="462845" cy="584775"/>
          </a:xfrm>
          <a:prstGeom prst="rect">
            <a:avLst/>
          </a:prstGeom>
          <a:noFill/>
        </p:spPr>
        <p:txBody>
          <a:bodyPr wrap="square" rtlCol="0">
            <a:spAutoFit/>
          </a:bodyPr>
          <a:lstStyle/>
          <a:p>
            <a:pPr algn="ctr"/>
            <a:r>
              <a:rPr lang="en-US" sz="3200" dirty="0"/>
              <a:t>6</a:t>
            </a:r>
          </a:p>
        </p:txBody>
      </p:sp>
      <p:sp>
        <p:nvSpPr>
          <p:cNvPr id="55" name="TextBox 54">
            <a:extLst>
              <a:ext uri="{FF2B5EF4-FFF2-40B4-BE49-F238E27FC236}">
                <a16:creationId xmlns:a16="http://schemas.microsoft.com/office/drawing/2014/main" id="{4213567E-2C85-14C3-67A9-11FF27A07374}"/>
              </a:ext>
            </a:extLst>
          </p:cNvPr>
          <p:cNvSpPr txBox="1"/>
          <p:nvPr/>
        </p:nvSpPr>
        <p:spPr>
          <a:xfrm>
            <a:off x="5215469" y="3741226"/>
            <a:ext cx="462845" cy="584775"/>
          </a:xfrm>
          <a:prstGeom prst="rect">
            <a:avLst/>
          </a:prstGeom>
          <a:noFill/>
        </p:spPr>
        <p:txBody>
          <a:bodyPr wrap="square" rtlCol="0">
            <a:spAutoFit/>
          </a:bodyPr>
          <a:lstStyle/>
          <a:p>
            <a:pPr algn="ctr"/>
            <a:r>
              <a:rPr lang="en-US" sz="3200" dirty="0"/>
              <a:t>1</a:t>
            </a:r>
          </a:p>
        </p:txBody>
      </p:sp>
      <p:sp>
        <p:nvSpPr>
          <p:cNvPr id="83" name="TextBox 82">
            <a:extLst>
              <a:ext uri="{FF2B5EF4-FFF2-40B4-BE49-F238E27FC236}">
                <a16:creationId xmlns:a16="http://schemas.microsoft.com/office/drawing/2014/main" id="{6F9D6F44-17F1-5EF4-C38C-A19D32A0ABEC}"/>
              </a:ext>
            </a:extLst>
          </p:cNvPr>
          <p:cNvSpPr txBox="1"/>
          <p:nvPr/>
        </p:nvSpPr>
        <p:spPr>
          <a:xfrm>
            <a:off x="4715935" y="3741226"/>
            <a:ext cx="462845" cy="584775"/>
          </a:xfrm>
          <a:prstGeom prst="rect">
            <a:avLst/>
          </a:prstGeom>
          <a:noFill/>
        </p:spPr>
        <p:txBody>
          <a:bodyPr wrap="square" rtlCol="0">
            <a:spAutoFit/>
          </a:bodyPr>
          <a:lstStyle/>
          <a:p>
            <a:pPr algn="ctr"/>
            <a:r>
              <a:rPr lang="en-US" sz="3200" dirty="0"/>
              <a:t>5</a:t>
            </a:r>
          </a:p>
        </p:txBody>
      </p:sp>
      <p:sp>
        <p:nvSpPr>
          <p:cNvPr id="86" name="TextBox 85">
            <a:extLst>
              <a:ext uri="{FF2B5EF4-FFF2-40B4-BE49-F238E27FC236}">
                <a16:creationId xmlns:a16="http://schemas.microsoft.com/office/drawing/2014/main" id="{718EB3B0-2EAD-C723-C35B-9C29D20D0D74}"/>
              </a:ext>
            </a:extLst>
          </p:cNvPr>
          <p:cNvSpPr txBox="1"/>
          <p:nvPr/>
        </p:nvSpPr>
        <p:spPr>
          <a:xfrm>
            <a:off x="5215469" y="721216"/>
            <a:ext cx="462845" cy="584775"/>
          </a:xfrm>
          <a:prstGeom prst="rect">
            <a:avLst/>
          </a:prstGeom>
          <a:noFill/>
        </p:spPr>
        <p:txBody>
          <a:bodyPr wrap="square" rtlCol="0">
            <a:spAutoFit/>
          </a:bodyPr>
          <a:lstStyle/>
          <a:p>
            <a:pPr algn="ctr"/>
            <a:r>
              <a:rPr lang="en-US" sz="3200" dirty="0"/>
              <a:t>8</a:t>
            </a:r>
          </a:p>
        </p:txBody>
      </p:sp>
      <p:sp>
        <p:nvSpPr>
          <p:cNvPr id="95" name="TextBox 94">
            <a:extLst>
              <a:ext uri="{FF2B5EF4-FFF2-40B4-BE49-F238E27FC236}">
                <a16:creationId xmlns:a16="http://schemas.microsoft.com/office/drawing/2014/main" id="{81369184-6DA1-9B47-AB55-1219C2741A3B}"/>
              </a:ext>
            </a:extLst>
          </p:cNvPr>
          <p:cNvSpPr txBox="1"/>
          <p:nvPr/>
        </p:nvSpPr>
        <p:spPr>
          <a:xfrm>
            <a:off x="3716867" y="721216"/>
            <a:ext cx="462845" cy="584775"/>
          </a:xfrm>
          <a:prstGeom prst="rect">
            <a:avLst/>
          </a:prstGeom>
          <a:noFill/>
        </p:spPr>
        <p:txBody>
          <a:bodyPr wrap="square" rtlCol="0">
            <a:spAutoFit/>
          </a:bodyPr>
          <a:lstStyle/>
          <a:p>
            <a:pPr algn="ctr"/>
            <a:r>
              <a:rPr lang="en-US" sz="3200" dirty="0"/>
              <a:t>2</a:t>
            </a:r>
          </a:p>
        </p:txBody>
      </p:sp>
      <p:sp>
        <p:nvSpPr>
          <p:cNvPr id="44" name="TextBox 43">
            <a:extLst>
              <a:ext uri="{FF2B5EF4-FFF2-40B4-BE49-F238E27FC236}">
                <a16:creationId xmlns:a16="http://schemas.microsoft.com/office/drawing/2014/main" id="{59C0860A-6213-86CF-27B5-47F93CE40B0D}"/>
              </a:ext>
            </a:extLst>
          </p:cNvPr>
          <p:cNvSpPr txBox="1"/>
          <p:nvPr/>
        </p:nvSpPr>
        <p:spPr>
          <a:xfrm>
            <a:off x="3217333" y="1727886"/>
            <a:ext cx="462845" cy="584775"/>
          </a:xfrm>
          <a:prstGeom prst="rect">
            <a:avLst/>
          </a:prstGeom>
          <a:noFill/>
        </p:spPr>
        <p:txBody>
          <a:bodyPr wrap="square" rtlCol="0">
            <a:spAutoFit/>
          </a:bodyPr>
          <a:lstStyle/>
          <a:p>
            <a:pPr algn="ctr"/>
            <a:r>
              <a:rPr lang="en-US" sz="3200" dirty="0"/>
              <a:t>5</a:t>
            </a:r>
          </a:p>
        </p:txBody>
      </p:sp>
      <p:sp>
        <p:nvSpPr>
          <p:cNvPr id="45" name="TextBox 44">
            <a:extLst>
              <a:ext uri="{FF2B5EF4-FFF2-40B4-BE49-F238E27FC236}">
                <a16:creationId xmlns:a16="http://schemas.microsoft.com/office/drawing/2014/main" id="{0C852905-43EE-617E-26FC-511AE356C00A}"/>
              </a:ext>
            </a:extLst>
          </p:cNvPr>
          <p:cNvSpPr txBox="1"/>
          <p:nvPr/>
        </p:nvSpPr>
        <p:spPr>
          <a:xfrm>
            <a:off x="5215469" y="1224551"/>
            <a:ext cx="462845" cy="584775"/>
          </a:xfrm>
          <a:prstGeom prst="rect">
            <a:avLst/>
          </a:prstGeom>
          <a:noFill/>
        </p:spPr>
        <p:txBody>
          <a:bodyPr wrap="square" rtlCol="0">
            <a:spAutoFit/>
          </a:bodyPr>
          <a:lstStyle/>
          <a:p>
            <a:pPr algn="ctr"/>
            <a:r>
              <a:rPr lang="en-US" sz="3200" dirty="0"/>
              <a:t>6</a:t>
            </a:r>
          </a:p>
        </p:txBody>
      </p:sp>
      <p:sp>
        <p:nvSpPr>
          <p:cNvPr id="50" name="TextBox 49">
            <a:extLst>
              <a:ext uri="{FF2B5EF4-FFF2-40B4-BE49-F238E27FC236}">
                <a16:creationId xmlns:a16="http://schemas.microsoft.com/office/drawing/2014/main" id="{36205E71-D95E-EE59-866E-5AAEB743FC0A}"/>
              </a:ext>
            </a:extLst>
          </p:cNvPr>
          <p:cNvSpPr txBox="1"/>
          <p:nvPr/>
        </p:nvSpPr>
        <p:spPr>
          <a:xfrm>
            <a:off x="5715003" y="1224551"/>
            <a:ext cx="462845" cy="584775"/>
          </a:xfrm>
          <a:prstGeom prst="rect">
            <a:avLst/>
          </a:prstGeom>
          <a:noFill/>
        </p:spPr>
        <p:txBody>
          <a:bodyPr wrap="square" rtlCol="0">
            <a:spAutoFit/>
          </a:bodyPr>
          <a:lstStyle/>
          <a:p>
            <a:pPr algn="ctr"/>
            <a:r>
              <a:rPr lang="en-US" sz="3200" dirty="0"/>
              <a:t>2</a:t>
            </a:r>
          </a:p>
        </p:txBody>
      </p:sp>
      <p:sp>
        <p:nvSpPr>
          <p:cNvPr id="51" name="TextBox 50">
            <a:extLst>
              <a:ext uri="{FF2B5EF4-FFF2-40B4-BE49-F238E27FC236}">
                <a16:creationId xmlns:a16="http://schemas.microsoft.com/office/drawing/2014/main" id="{CDFAB882-F543-472B-575A-65EB3BD6A6E1}"/>
              </a:ext>
            </a:extLst>
          </p:cNvPr>
          <p:cNvSpPr txBox="1"/>
          <p:nvPr/>
        </p:nvSpPr>
        <p:spPr>
          <a:xfrm>
            <a:off x="4715935" y="2231221"/>
            <a:ext cx="462845" cy="584775"/>
          </a:xfrm>
          <a:prstGeom prst="rect">
            <a:avLst/>
          </a:prstGeom>
          <a:noFill/>
        </p:spPr>
        <p:txBody>
          <a:bodyPr wrap="square" rtlCol="0">
            <a:spAutoFit/>
          </a:bodyPr>
          <a:lstStyle/>
          <a:p>
            <a:pPr algn="ctr"/>
            <a:r>
              <a:rPr lang="en-US" sz="3200" dirty="0"/>
              <a:t>1</a:t>
            </a:r>
          </a:p>
        </p:txBody>
      </p:sp>
      <p:sp>
        <p:nvSpPr>
          <p:cNvPr id="58" name="TextBox 57">
            <a:extLst>
              <a:ext uri="{FF2B5EF4-FFF2-40B4-BE49-F238E27FC236}">
                <a16:creationId xmlns:a16="http://schemas.microsoft.com/office/drawing/2014/main" id="{C36154EF-D6E3-CE44-1FC4-A9846D50D3C7}"/>
              </a:ext>
            </a:extLst>
          </p:cNvPr>
          <p:cNvSpPr txBox="1"/>
          <p:nvPr/>
        </p:nvSpPr>
        <p:spPr>
          <a:xfrm>
            <a:off x="4715935" y="1727886"/>
            <a:ext cx="462845" cy="584775"/>
          </a:xfrm>
          <a:prstGeom prst="rect">
            <a:avLst/>
          </a:prstGeom>
          <a:noFill/>
        </p:spPr>
        <p:txBody>
          <a:bodyPr wrap="square" rtlCol="0">
            <a:spAutoFit/>
          </a:bodyPr>
          <a:lstStyle/>
          <a:p>
            <a:pPr algn="ctr"/>
            <a:r>
              <a:rPr lang="en-US" sz="3200" dirty="0"/>
              <a:t>3</a:t>
            </a:r>
          </a:p>
        </p:txBody>
      </p:sp>
      <p:sp>
        <p:nvSpPr>
          <p:cNvPr id="63" name="TextBox 62">
            <a:extLst>
              <a:ext uri="{FF2B5EF4-FFF2-40B4-BE49-F238E27FC236}">
                <a16:creationId xmlns:a16="http://schemas.microsoft.com/office/drawing/2014/main" id="{FD638146-1837-4012-95A6-00458A10CF8B}"/>
              </a:ext>
            </a:extLst>
          </p:cNvPr>
          <p:cNvSpPr txBox="1"/>
          <p:nvPr/>
        </p:nvSpPr>
        <p:spPr>
          <a:xfrm>
            <a:off x="5715003" y="1727886"/>
            <a:ext cx="462845" cy="584775"/>
          </a:xfrm>
          <a:prstGeom prst="rect">
            <a:avLst/>
          </a:prstGeom>
          <a:noFill/>
        </p:spPr>
        <p:txBody>
          <a:bodyPr wrap="square" rtlCol="0">
            <a:spAutoFit/>
          </a:bodyPr>
          <a:lstStyle/>
          <a:p>
            <a:pPr algn="ctr"/>
            <a:r>
              <a:rPr lang="en-US" sz="3200" dirty="0"/>
              <a:t>1</a:t>
            </a:r>
          </a:p>
        </p:txBody>
      </p:sp>
      <p:sp>
        <p:nvSpPr>
          <p:cNvPr id="84" name="TextBox 83">
            <a:extLst>
              <a:ext uri="{FF2B5EF4-FFF2-40B4-BE49-F238E27FC236}">
                <a16:creationId xmlns:a16="http://schemas.microsoft.com/office/drawing/2014/main" id="{C442B6F3-34D0-2429-AA2C-8CC8E333A9FE}"/>
              </a:ext>
            </a:extLst>
          </p:cNvPr>
          <p:cNvSpPr txBox="1"/>
          <p:nvPr/>
        </p:nvSpPr>
        <p:spPr>
          <a:xfrm>
            <a:off x="5715003" y="2734556"/>
            <a:ext cx="462845" cy="584775"/>
          </a:xfrm>
          <a:prstGeom prst="rect">
            <a:avLst/>
          </a:prstGeom>
          <a:noFill/>
        </p:spPr>
        <p:txBody>
          <a:bodyPr wrap="square" rtlCol="0">
            <a:spAutoFit/>
          </a:bodyPr>
          <a:lstStyle/>
          <a:p>
            <a:pPr algn="ctr"/>
            <a:r>
              <a:rPr lang="en-US" sz="3200" dirty="0"/>
              <a:t>8</a:t>
            </a:r>
          </a:p>
        </p:txBody>
      </p:sp>
      <p:sp>
        <p:nvSpPr>
          <p:cNvPr id="85" name="TextBox 84">
            <a:extLst>
              <a:ext uri="{FF2B5EF4-FFF2-40B4-BE49-F238E27FC236}">
                <a16:creationId xmlns:a16="http://schemas.microsoft.com/office/drawing/2014/main" id="{7F14736E-844F-D711-48D0-8ABE6FFBDD6B}"/>
              </a:ext>
            </a:extLst>
          </p:cNvPr>
          <p:cNvSpPr txBox="1"/>
          <p:nvPr/>
        </p:nvSpPr>
        <p:spPr>
          <a:xfrm>
            <a:off x="4715935" y="4244561"/>
            <a:ext cx="462845" cy="584775"/>
          </a:xfrm>
          <a:prstGeom prst="rect">
            <a:avLst/>
          </a:prstGeom>
          <a:noFill/>
        </p:spPr>
        <p:txBody>
          <a:bodyPr wrap="square" rtlCol="0">
            <a:spAutoFit/>
          </a:bodyPr>
          <a:lstStyle/>
          <a:p>
            <a:pPr algn="ctr"/>
            <a:r>
              <a:rPr lang="en-US" sz="3200" dirty="0"/>
              <a:t>8</a:t>
            </a:r>
          </a:p>
        </p:txBody>
      </p:sp>
      <p:sp>
        <p:nvSpPr>
          <p:cNvPr id="88" name="TextBox 87">
            <a:extLst>
              <a:ext uri="{FF2B5EF4-FFF2-40B4-BE49-F238E27FC236}">
                <a16:creationId xmlns:a16="http://schemas.microsoft.com/office/drawing/2014/main" id="{F04A7C9E-E451-6B84-43A2-8EF17800D47D}"/>
              </a:ext>
            </a:extLst>
          </p:cNvPr>
          <p:cNvSpPr txBox="1"/>
          <p:nvPr/>
        </p:nvSpPr>
        <p:spPr>
          <a:xfrm>
            <a:off x="4715935" y="4747898"/>
            <a:ext cx="462845" cy="584775"/>
          </a:xfrm>
          <a:prstGeom prst="rect">
            <a:avLst/>
          </a:prstGeom>
          <a:noFill/>
        </p:spPr>
        <p:txBody>
          <a:bodyPr wrap="square" rtlCol="0">
            <a:spAutoFit/>
          </a:bodyPr>
          <a:lstStyle/>
          <a:p>
            <a:pPr algn="ctr"/>
            <a:r>
              <a:rPr lang="en-US" sz="3200" dirty="0"/>
              <a:t>2</a:t>
            </a:r>
          </a:p>
        </p:txBody>
      </p:sp>
      <p:sp>
        <p:nvSpPr>
          <p:cNvPr id="99" name="TextBox 98">
            <a:extLst>
              <a:ext uri="{FF2B5EF4-FFF2-40B4-BE49-F238E27FC236}">
                <a16:creationId xmlns:a16="http://schemas.microsoft.com/office/drawing/2014/main" id="{B6C809C2-D186-C567-B8EE-C43937380BDE}"/>
              </a:ext>
            </a:extLst>
          </p:cNvPr>
          <p:cNvSpPr txBox="1"/>
          <p:nvPr/>
        </p:nvSpPr>
        <p:spPr>
          <a:xfrm>
            <a:off x="3217333" y="2734556"/>
            <a:ext cx="462845" cy="584775"/>
          </a:xfrm>
          <a:prstGeom prst="rect">
            <a:avLst/>
          </a:prstGeom>
          <a:noFill/>
        </p:spPr>
        <p:txBody>
          <a:bodyPr wrap="square" rtlCol="0">
            <a:spAutoFit/>
          </a:bodyPr>
          <a:lstStyle/>
          <a:p>
            <a:pPr algn="ctr"/>
            <a:r>
              <a:rPr lang="en-US" sz="3200" dirty="0"/>
              <a:t>1</a:t>
            </a:r>
          </a:p>
        </p:txBody>
      </p:sp>
      <p:sp>
        <p:nvSpPr>
          <p:cNvPr id="100" name="TextBox 99">
            <a:extLst>
              <a:ext uri="{FF2B5EF4-FFF2-40B4-BE49-F238E27FC236}">
                <a16:creationId xmlns:a16="http://schemas.microsoft.com/office/drawing/2014/main" id="{E16547EE-C240-4C20-F817-6F71E783016E}"/>
              </a:ext>
            </a:extLst>
          </p:cNvPr>
          <p:cNvSpPr txBox="1"/>
          <p:nvPr/>
        </p:nvSpPr>
        <p:spPr>
          <a:xfrm>
            <a:off x="3716867" y="2734556"/>
            <a:ext cx="462845" cy="584775"/>
          </a:xfrm>
          <a:prstGeom prst="rect">
            <a:avLst/>
          </a:prstGeom>
          <a:noFill/>
        </p:spPr>
        <p:txBody>
          <a:bodyPr wrap="square" rtlCol="0">
            <a:spAutoFit/>
          </a:bodyPr>
          <a:lstStyle/>
          <a:p>
            <a:pPr algn="ctr"/>
            <a:r>
              <a:rPr lang="en-US" sz="3200" dirty="0"/>
              <a:t>7</a:t>
            </a:r>
          </a:p>
        </p:txBody>
      </p:sp>
      <p:sp>
        <p:nvSpPr>
          <p:cNvPr id="59" name="TextBox 58">
            <a:extLst>
              <a:ext uri="{FF2B5EF4-FFF2-40B4-BE49-F238E27FC236}">
                <a16:creationId xmlns:a16="http://schemas.microsoft.com/office/drawing/2014/main" id="{94B8251C-9999-BA96-A0A5-98C2CF6964E3}"/>
              </a:ext>
            </a:extLst>
          </p:cNvPr>
          <p:cNvSpPr txBox="1"/>
          <p:nvPr/>
        </p:nvSpPr>
        <p:spPr>
          <a:xfrm>
            <a:off x="3217333" y="2231221"/>
            <a:ext cx="462845" cy="584775"/>
          </a:xfrm>
          <a:prstGeom prst="rect">
            <a:avLst/>
          </a:prstGeom>
          <a:noFill/>
        </p:spPr>
        <p:txBody>
          <a:bodyPr wrap="square" rtlCol="0">
            <a:spAutoFit/>
          </a:bodyPr>
          <a:lstStyle/>
          <a:p>
            <a:pPr algn="ctr"/>
            <a:r>
              <a:rPr lang="en-US" sz="3200" dirty="0"/>
              <a:t>6</a:t>
            </a:r>
          </a:p>
        </p:txBody>
      </p:sp>
      <p:sp>
        <p:nvSpPr>
          <p:cNvPr id="62" name="TextBox 61">
            <a:extLst>
              <a:ext uri="{FF2B5EF4-FFF2-40B4-BE49-F238E27FC236}">
                <a16:creationId xmlns:a16="http://schemas.microsoft.com/office/drawing/2014/main" id="{4CA96DEC-2C76-437F-E130-B8C93A674A05}"/>
              </a:ext>
            </a:extLst>
          </p:cNvPr>
          <p:cNvSpPr txBox="1"/>
          <p:nvPr/>
        </p:nvSpPr>
        <p:spPr>
          <a:xfrm>
            <a:off x="3217333" y="1224551"/>
            <a:ext cx="462845" cy="584775"/>
          </a:xfrm>
          <a:prstGeom prst="rect">
            <a:avLst/>
          </a:prstGeom>
          <a:noFill/>
        </p:spPr>
        <p:txBody>
          <a:bodyPr wrap="square" rtlCol="0">
            <a:spAutoFit/>
          </a:bodyPr>
          <a:lstStyle/>
          <a:p>
            <a:pPr algn="ctr"/>
            <a:r>
              <a:rPr lang="en-US" sz="3200" dirty="0"/>
              <a:t>3</a:t>
            </a:r>
          </a:p>
        </p:txBody>
      </p:sp>
      <p:sp>
        <p:nvSpPr>
          <p:cNvPr id="69" name="TextBox 68">
            <a:extLst>
              <a:ext uri="{FF2B5EF4-FFF2-40B4-BE49-F238E27FC236}">
                <a16:creationId xmlns:a16="http://schemas.microsoft.com/office/drawing/2014/main" id="{F2A97AF6-F0A8-B870-8F78-A21F00950BE1}"/>
              </a:ext>
            </a:extLst>
          </p:cNvPr>
          <p:cNvSpPr txBox="1"/>
          <p:nvPr/>
        </p:nvSpPr>
        <p:spPr>
          <a:xfrm>
            <a:off x="3716867" y="1224551"/>
            <a:ext cx="462845" cy="584775"/>
          </a:xfrm>
          <a:prstGeom prst="rect">
            <a:avLst/>
          </a:prstGeom>
          <a:noFill/>
        </p:spPr>
        <p:txBody>
          <a:bodyPr wrap="square" rtlCol="0">
            <a:spAutoFit/>
          </a:bodyPr>
          <a:lstStyle/>
          <a:p>
            <a:pPr algn="ctr"/>
            <a:r>
              <a:rPr lang="en-US" sz="3200" dirty="0"/>
              <a:t>8</a:t>
            </a:r>
          </a:p>
        </p:txBody>
      </p:sp>
      <p:sp>
        <p:nvSpPr>
          <p:cNvPr id="70" name="TextBox 69">
            <a:extLst>
              <a:ext uri="{FF2B5EF4-FFF2-40B4-BE49-F238E27FC236}">
                <a16:creationId xmlns:a16="http://schemas.microsoft.com/office/drawing/2014/main" id="{593ABBB3-1475-B6BF-A5AD-CCD20438C26E}"/>
              </a:ext>
            </a:extLst>
          </p:cNvPr>
          <p:cNvSpPr txBox="1"/>
          <p:nvPr/>
        </p:nvSpPr>
        <p:spPr>
          <a:xfrm>
            <a:off x="3217333" y="3237891"/>
            <a:ext cx="462845" cy="584775"/>
          </a:xfrm>
          <a:prstGeom prst="rect">
            <a:avLst/>
          </a:prstGeom>
          <a:noFill/>
        </p:spPr>
        <p:txBody>
          <a:bodyPr wrap="square" rtlCol="0">
            <a:spAutoFit/>
          </a:bodyPr>
          <a:lstStyle/>
          <a:p>
            <a:pPr algn="ctr"/>
            <a:r>
              <a:rPr lang="en-US" sz="3200" dirty="0"/>
              <a:t>2</a:t>
            </a:r>
          </a:p>
        </p:txBody>
      </p:sp>
      <p:sp>
        <p:nvSpPr>
          <p:cNvPr id="72" name="TextBox 71">
            <a:extLst>
              <a:ext uri="{FF2B5EF4-FFF2-40B4-BE49-F238E27FC236}">
                <a16:creationId xmlns:a16="http://schemas.microsoft.com/office/drawing/2014/main" id="{4D1C66BB-1FE8-C949-69DE-AFB17AE119CF}"/>
              </a:ext>
            </a:extLst>
          </p:cNvPr>
          <p:cNvSpPr txBox="1"/>
          <p:nvPr/>
        </p:nvSpPr>
        <p:spPr>
          <a:xfrm>
            <a:off x="4216401" y="3237891"/>
            <a:ext cx="462845" cy="584775"/>
          </a:xfrm>
          <a:prstGeom prst="rect">
            <a:avLst/>
          </a:prstGeom>
          <a:noFill/>
        </p:spPr>
        <p:txBody>
          <a:bodyPr wrap="square" rtlCol="0">
            <a:spAutoFit/>
          </a:bodyPr>
          <a:lstStyle/>
          <a:p>
            <a:pPr algn="ctr"/>
            <a:r>
              <a:rPr lang="en-US" sz="3200" dirty="0"/>
              <a:t>8</a:t>
            </a:r>
          </a:p>
        </p:txBody>
      </p:sp>
      <p:sp>
        <p:nvSpPr>
          <p:cNvPr id="73" name="TextBox 72">
            <a:extLst>
              <a:ext uri="{FF2B5EF4-FFF2-40B4-BE49-F238E27FC236}">
                <a16:creationId xmlns:a16="http://schemas.microsoft.com/office/drawing/2014/main" id="{D20DA60E-10E1-4AB0-B678-BFB923B09C31}"/>
              </a:ext>
            </a:extLst>
          </p:cNvPr>
          <p:cNvSpPr txBox="1"/>
          <p:nvPr/>
        </p:nvSpPr>
        <p:spPr>
          <a:xfrm>
            <a:off x="5215469" y="4747898"/>
            <a:ext cx="462845" cy="584775"/>
          </a:xfrm>
          <a:prstGeom prst="rect">
            <a:avLst/>
          </a:prstGeom>
          <a:noFill/>
        </p:spPr>
        <p:txBody>
          <a:bodyPr wrap="square" rtlCol="0">
            <a:spAutoFit/>
          </a:bodyPr>
          <a:lstStyle/>
          <a:p>
            <a:pPr algn="ctr"/>
            <a:r>
              <a:rPr lang="en-US" sz="3200" dirty="0"/>
              <a:t>7</a:t>
            </a:r>
          </a:p>
        </p:txBody>
      </p:sp>
      <p:sp>
        <p:nvSpPr>
          <p:cNvPr id="75" name="TextBox 74">
            <a:extLst>
              <a:ext uri="{FF2B5EF4-FFF2-40B4-BE49-F238E27FC236}">
                <a16:creationId xmlns:a16="http://schemas.microsoft.com/office/drawing/2014/main" id="{9AE420A3-E6ED-D0C0-5FA1-F9613A429A1C}"/>
              </a:ext>
            </a:extLst>
          </p:cNvPr>
          <p:cNvSpPr txBox="1"/>
          <p:nvPr/>
        </p:nvSpPr>
        <p:spPr>
          <a:xfrm>
            <a:off x="5715003" y="4747898"/>
            <a:ext cx="462845" cy="584775"/>
          </a:xfrm>
          <a:prstGeom prst="rect">
            <a:avLst/>
          </a:prstGeom>
          <a:noFill/>
        </p:spPr>
        <p:txBody>
          <a:bodyPr wrap="square" rtlCol="0">
            <a:spAutoFit/>
          </a:bodyPr>
          <a:lstStyle/>
          <a:p>
            <a:pPr algn="ctr"/>
            <a:r>
              <a:rPr lang="en-US" sz="3200" dirty="0"/>
              <a:t>3</a:t>
            </a:r>
          </a:p>
        </p:txBody>
      </p:sp>
      <p:sp>
        <p:nvSpPr>
          <p:cNvPr id="52" name="TextBox 51">
            <a:extLst>
              <a:ext uri="{FF2B5EF4-FFF2-40B4-BE49-F238E27FC236}">
                <a16:creationId xmlns:a16="http://schemas.microsoft.com/office/drawing/2014/main" id="{D77D98E6-BE24-525C-0276-ECB44647B9CC}"/>
              </a:ext>
            </a:extLst>
          </p:cNvPr>
          <p:cNvSpPr txBox="1"/>
          <p:nvPr/>
        </p:nvSpPr>
        <p:spPr>
          <a:xfrm>
            <a:off x="6214537" y="2734556"/>
            <a:ext cx="462845" cy="584775"/>
          </a:xfrm>
          <a:prstGeom prst="rect">
            <a:avLst/>
          </a:prstGeom>
          <a:noFill/>
        </p:spPr>
        <p:txBody>
          <a:bodyPr wrap="square" rtlCol="0">
            <a:spAutoFit/>
          </a:bodyPr>
          <a:lstStyle/>
          <a:p>
            <a:pPr algn="ctr"/>
            <a:r>
              <a:rPr lang="en-US" sz="3200" dirty="0"/>
              <a:t>2</a:t>
            </a:r>
          </a:p>
        </p:txBody>
      </p:sp>
    </p:spTree>
    <p:extLst>
      <p:ext uri="{BB962C8B-B14F-4D97-AF65-F5344CB8AC3E}">
        <p14:creationId xmlns:p14="http://schemas.microsoft.com/office/powerpoint/2010/main" val="3859377904"/>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bg>
      <p:bgPr>
        <a:solidFill>
          <a:schemeClr val="bg1">
            <a:lumMod val="65000"/>
          </a:schemeClr>
        </a:solidFill>
        <a:effectLst/>
      </p:bgPr>
    </p:bg>
    <p:spTree>
      <p:nvGrpSpPr>
        <p:cNvPr id="1" name="">
          <a:extLst>
            <a:ext uri="{FF2B5EF4-FFF2-40B4-BE49-F238E27FC236}">
              <a16:creationId xmlns:a16="http://schemas.microsoft.com/office/drawing/2014/main" id="{00AF016C-FB35-6E98-F7C6-80B84BEFC89F}"/>
            </a:ext>
          </a:extLst>
        </p:cNvPr>
        <p:cNvGrpSpPr/>
        <p:nvPr/>
      </p:nvGrpSpPr>
      <p:grpSpPr>
        <a:xfrm>
          <a:off x="0" y="0"/>
          <a:ext cx="0" cy="0"/>
          <a:chOff x="0" y="0"/>
          <a:chExt cx="0" cy="0"/>
        </a:xfrm>
      </p:grpSpPr>
    </p:spTree>
    <p:extLst>
      <p:ext uri="{BB962C8B-B14F-4D97-AF65-F5344CB8AC3E}">
        <p14:creationId xmlns:p14="http://schemas.microsoft.com/office/powerpoint/2010/main" val="2924545432"/>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443D7EA2-9D0B-0F8A-5F8D-FAC88757C8CE}"/>
              </a:ext>
            </a:extLst>
          </p:cNvPr>
          <p:cNvSpPr>
            <a:spLocks noGrp="1"/>
          </p:cNvSpPr>
          <p:nvPr>
            <p:ph sz="half" idx="1"/>
          </p:nvPr>
        </p:nvSpPr>
        <p:spPr/>
        <p:txBody>
          <a:bodyPr/>
          <a:lstStyle/>
          <a:p>
            <a:endParaRPr lang="en-US"/>
          </a:p>
        </p:txBody>
      </p:sp>
      <p:sp>
        <p:nvSpPr>
          <p:cNvPr id="3" name="TextBox 2">
            <a:extLst>
              <a:ext uri="{FF2B5EF4-FFF2-40B4-BE49-F238E27FC236}">
                <a16:creationId xmlns:a16="http://schemas.microsoft.com/office/drawing/2014/main" id="{5545F530-01C0-8F2D-2647-E7CDD2A7F8F3}"/>
              </a:ext>
            </a:extLst>
          </p:cNvPr>
          <p:cNvSpPr txBox="1"/>
          <p:nvPr/>
        </p:nvSpPr>
        <p:spPr>
          <a:xfrm>
            <a:off x="3217333" y="1224551"/>
            <a:ext cx="462845" cy="584775"/>
          </a:xfrm>
          <a:prstGeom prst="rect">
            <a:avLst/>
          </a:prstGeom>
          <a:noFill/>
        </p:spPr>
        <p:txBody>
          <a:bodyPr wrap="square" rtlCol="0">
            <a:spAutoFit/>
          </a:bodyPr>
          <a:lstStyle/>
          <a:p>
            <a:pPr algn="ctr"/>
            <a:r>
              <a:rPr lang="en-US" sz="3200" dirty="0"/>
              <a:t>8</a:t>
            </a:r>
          </a:p>
        </p:txBody>
      </p:sp>
      <p:sp>
        <p:nvSpPr>
          <p:cNvPr id="4" name="TextBox 3">
            <a:extLst>
              <a:ext uri="{FF2B5EF4-FFF2-40B4-BE49-F238E27FC236}">
                <a16:creationId xmlns:a16="http://schemas.microsoft.com/office/drawing/2014/main" id="{B2E0DB11-79AF-5889-2ACA-5ED711A72451}"/>
              </a:ext>
            </a:extLst>
          </p:cNvPr>
          <p:cNvSpPr txBox="1"/>
          <p:nvPr/>
        </p:nvSpPr>
        <p:spPr>
          <a:xfrm>
            <a:off x="3716867" y="1224551"/>
            <a:ext cx="462845" cy="584775"/>
          </a:xfrm>
          <a:prstGeom prst="rect">
            <a:avLst/>
          </a:prstGeom>
          <a:noFill/>
        </p:spPr>
        <p:txBody>
          <a:bodyPr wrap="square" rtlCol="0">
            <a:spAutoFit/>
          </a:bodyPr>
          <a:lstStyle/>
          <a:p>
            <a:pPr algn="ctr"/>
            <a:r>
              <a:rPr lang="en-US" sz="3200" dirty="0"/>
              <a:t>8</a:t>
            </a:r>
          </a:p>
        </p:txBody>
      </p:sp>
      <p:sp>
        <p:nvSpPr>
          <p:cNvPr id="5" name="TextBox 4">
            <a:extLst>
              <a:ext uri="{FF2B5EF4-FFF2-40B4-BE49-F238E27FC236}">
                <a16:creationId xmlns:a16="http://schemas.microsoft.com/office/drawing/2014/main" id="{A9A6A9F2-023B-EE13-2AB7-67189BD912E0}"/>
              </a:ext>
            </a:extLst>
          </p:cNvPr>
          <p:cNvSpPr txBox="1"/>
          <p:nvPr/>
        </p:nvSpPr>
        <p:spPr>
          <a:xfrm>
            <a:off x="4216401" y="1224551"/>
            <a:ext cx="462845" cy="584775"/>
          </a:xfrm>
          <a:prstGeom prst="rect">
            <a:avLst/>
          </a:prstGeom>
          <a:noFill/>
        </p:spPr>
        <p:txBody>
          <a:bodyPr wrap="square" rtlCol="0">
            <a:spAutoFit/>
          </a:bodyPr>
          <a:lstStyle/>
          <a:p>
            <a:pPr algn="ctr"/>
            <a:r>
              <a:rPr lang="en-US" sz="3200" dirty="0"/>
              <a:t>8</a:t>
            </a:r>
          </a:p>
        </p:txBody>
      </p:sp>
      <p:sp>
        <p:nvSpPr>
          <p:cNvPr id="6" name="TextBox 5">
            <a:extLst>
              <a:ext uri="{FF2B5EF4-FFF2-40B4-BE49-F238E27FC236}">
                <a16:creationId xmlns:a16="http://schemas.microsoft.com/office/drawing/2014/main" id="{AB924E1A-E8BF-0C4E-2CD5-C07B794BAC6D}"/>
              </a:ext>
            </a:extLst>
          </p:cNvPr>
          <p:cNvSpPr txBox="1"/>
          <p:nvPr/>
        </p:nvSpPr>
        <p:spPr>
          <a:xfrm>
            <a:off x="4715935" y="1224551"/>
            <a:ext cx="462845" cy="584775"/>
          </a:xfrm>
          <a:prstGeom prst="rect">
            <a:avLst/>
          </a:prstGeom>
          <a:noFill/>
        </p:spPr>
        <p:txBody>
          <a:bodyPr wrap="square" rtlCol="0">
            <a:spAutoFit/>
          </a:bodyPr>
          <a:lstStyle/>
          <a:p>
            <a:pPr algn="ctr"/>
            <a:r>
              <a:rPr lang="en-US" sz="3200" dirty="0"/>
              <a:t>8</a:t>
            </a:r>
          </a:p>
        </p:txBody>
      </p:sp>
      <p:sp>
        <p:nvSpPr>
          <p:cNvPr id="7" name="TextBox 6">
            <a:extLst>
              <a:ext uri="{FF2B5EF4-FFF2-40B4-BE49-F238E27FC236}">
                <a16:creationId xmlns:a16="http://schemas.microsoft.com/office/drawing/2014/main" id="{59586AF8-3B01-7D52-5D31-2C4E546D1127}"/>
              </a:ext>
            </a:extLst>
          </p:cNvPr>
          <p:cNvSpPr txBox="1"/>
          <p:nvPr/>
        </p:nvSpPr>
        <p:spPr>
          <a:xfrm>
            <a:off x="5215469" y="1224551"/>
            <a:ext cx="462845" cy="584775"/>
          </a:xfrm>
          <a:prstGeom prst="rect">
            <a:avLst/>
          </a:prstGeom>
          <a:noFill/>
        </p:spPr>
        <p:txBody>
          <a:bodyPr wrap="square" rtlCol="0">
            <a:spAutoFit/>
          </a:bodyPr>
          <a:lstStyle/>
          <a:p>
            <a:pPr algn="ctr"/>
            <a:r>
              <a:rPr lang="en-US" sz="3200" dirty="0"/>
              <a:t>8</a:t>
            </a:r>
          </a:p>
        </p:txBody>
      </p:sp>
      <p:sp>
        <p:nvSpPr>
          <p:cNvPr id="8" name="TextBox 7">
            <a:extLst>
              <a:ext uri="{FF2B5EF4-FFF2-40B4-BE49-F238E27FC236}">
                <a16:creationId xmlns:a16="http://schemas.microsoft.com/office/drawing/2014/main" id="{3ADD7D98-7B6F-F7EB-1963-2DD729234497}"/>
              </a:ext>
            </a:extLst>
          </p:cNvPr>
          <p:cNvSpPr txBox="1"/>
          <p:nvPr/>
        </p:nvSpPr>
        <p:spPr>
          <a:xfrm>
            <a:off x="5715003" y="1224551"/>
            <a:ext cx="462845" cy="584775"/>
          </a:xfrm>
          <a:prstGeom prst="rect">
            <a:avLst/>
          </a:prstGeom>
          <a:noFill/>
        </p:spPr>
        <p:txBody>
          <a:bodyPr wrap="square" rtlCol="0">
            <a:spAutoFit/>
          </a:bodyPr>
          <a:lstStyle/>
          <a:p>
            <a:pPr algn="ctr"/>
            <a:r>
              <a:rPr lang="en-US" sz="3200" dirty="0"/>
              <a:t>8</a:t>
            </a:r>
          </a:p>
        </p:txBody>
      </p:sp>
      <p:sp>
        <p:nvSpPr>
          <p:cNvPr id="9" name="TextBox 8">
            <a:extLst>
              <a:ext uri="{FF2B5EF4-FFF2-40B4-BE49-F238E27FC236}">
                <a16:creationId xmlns:a16="http://schemas.microsoft.com/office/drawing/2014/main" id="{605A51F9-18BC-9695-9691-38716A5CEBDE}"/>
              </a:ext>
            </a:extLst>
          </p:cNvPr>
          <p:cNvSpPr txBox="1"/>
          <p:nvPr/>
        </p:nvSpPr>
        <p:spPr>
          <a:xfrm>
            <a:off x="6214537" y="1224551"/>
            <a:ext cx="462845" cy="584775"/>
          </a:xfrm>
          <a:prstGeom prst="rect">
            <a:avLst/>
          </a:prstGeom>
          <a:noFill/>
        </p:spPr>
        <p:txBody>
          <a:bodyPr wrap="square" rtlCol="0">
            <a:spAutoFit/>
          </a:bodyPr>
          <a:lstStyle/>
          <a:p>
            <a:pPr algn="ctr"/>
            <a:r>
              <a:rPr lang="en-US" sz="3200" dirty="0"/>
              <a:t>8</a:t>
            </a:r>
          </a:p>
        </p:txBody>
      </p:sp>
      <p:sp>
        <p:nvSpPr>
          <p:cNvPr id="10" name="TextBox 9">
            <a:extLst>
              <a:ext uri="{FF2B5EF4-FFF2-40B4-BE49-F238E27FC236}">
                <a16:creationId xmlns:a16="http://schemas.microsoft.com/office/drawing/2014/main" id="{C71C0538-23C4-F643-E005-AF0FBFAC7CAE}"/>
              </a:ext>
            </a:extLst>
          </p:cNvPr>
          <p:cNvSpPr txBox="1"/>
          <p:nvPr/>
        </p:nvSpPr>
        <p:spPr>
          <a:xfrm>
            <a:off x="6714071" y="1224551"/>
            <a:ext cx="462845" cy="584775"/>
          </a:xfrm>
          <a:prstGeom prst="rect">
            <a:avLst/>
          </a:prstGeom>
          <a:noFill/>
        </p:spPr>
        <p:txBody>
          <a:bodyPr wrap="square" rtlCol="0">
            <a:spAutoFit/>
          </a:bodyPr>
          <a:lstStyle/>
          <a:p>
            <a:pPr algn="ctr"/>
            <a:r>
              <a:rPr lang="en-US" sz="3200" dirty="0"/>
              <a:t>8</a:t>
            </a:r>
          </a:p>
        </p:txBody>
      </p:sp>
      <p:sp>
        <p:nvSpPr>
          <p:cNvPr id="11" name="TextBox 10">
            <a:extLst>
              <a:ext uri="{FF2B5EF4-FFF2-40B4-BE49-F238E27FC236}">
                <a16:creationId xmlns:a16="http://schemas.microsoft.com/office/drawing/2014/main" id="{975B7721-00C4-F6F9-D2E5-1C1A1FFC7E0A}"/>
              </a:ext>
            </a:extLst>
          </p:cNvPr>
          <p:cNvSpPr txBox="1"/>
          <p:nvPr/>
        </p:nvSpPr>
        <p:spPr>
          <a:xfrm>
            <a:off x="7213604" y="1224551"/>
            <a:ext cx="462845" cy="584775"/>
          </a:xfrm>
          <a:prstGeom prst="rect">
            <a:avLst/>
          </a:prstGeom>
          <a:noFill/>
        </p:spPr>
        <p:txBody>
          <a:bodyPr wrap="square" rtlCol="0">
            <a:spAutoFit/>
          </a:bodyPr>
          <a:lstStyle/>
          <a:p>
            <a:pPr algn="ctr"/>
            <a:r>
              <a:rPr lang="en-US" sz="3200" dirty="0"/>
              <a:t>8</a:t>
            </a:r>
          </a:p>
        </p:txBody>
      </p:sp>
      <p:sp>
        <p:nvSpPr>
          <p:cNvPr id="14" name="TextBox 13">
            <a:extLst>
              <a:ext uri="{FF2B5EF4-FFF2-40B4-BE49-F238E27FC236}">
                <a16:creationId xmlns:a16="http://schemas.microsoft.com/office/drawing/2014/main" id="{00E145A9-AC46-07E4-A6C0-59ED454080C8}"/>
              </a:ext>
            </a:extLst>
          </p:cNvPr>
          <p:cNvSpPr txBox="1"/>
          <p:nvPr/>
        </p:nvSpPr>
        <p:spPr>
          <a:xfrm>
            <a:off x="3217333" y="721216"/>
            <a:ext cx="462845" cy="584775"/>
          </a:xfrm>
          <a:prstGeom prst="rect">
            <a:avLst/>
          </a:prstGeom>
          <a:noFill/>
        </p:spPr>
        <p:txBody>
          <a:bodyPr wrap="square" rtlCol="0">
            <a:spAutoFit/>
          </a:bodyPr>
          <a:lstStyle/>
          <a:p>
            <a:pPr algn="ctr"/>
            <a:r>
              <a:rPr lang="en-US" sz="3200" dirty="0"/>
              <a:t>8</a:t>
            </a:r>
          </a:p>
        </p:txBody>
      </p:sp>
      <p:sp>
        <p:nvSpPr>
          <p:cNvPr id="15" name="TextBox 14">
            <a:extLst>
              <a:ext uri="{FF2B5EF4-FFF2-40B4-BE49-F238E27FC236}">
                <a16:creationId xmlns:a16="http://schemas.microsoft.com/office/drawing/2014/main" id="{2318098D-D15B-BB4F-20F9-FE49F18B4E08}"/>
              </a:ext>
            </a:extLst>
          </p:cNvPr>
          <p:cNvSpPr txBox="1"/>
          <p:nvPr/>
        </p:nvSpPr>
        <p:spPr>
          <a:xfrm>
            <a:off x="3716867" y="721216"/>
            <a:ext cx="462845" cy="584775"/>
          </a:xfrm>
          <a:prstGeom prst="rect">
            <a:avLst/>
          </a:prstGeom>
          <a:noFill/>
        </p:spPr>
        <p:txBody>
          <a:bodyPr wrap="square" rtlCol="0">
            <a:spAutoFit/>
          </a:bodyPr>
          <a:lstStyle/>
          <a:p>
            <a:pPr algn="ctr"/>
            <a:r>
              <a:rPr lang="en-US" sz="3200" dirty="0"/>
              <a:t>8</a:t>
            </a:r>
          </a:p>
        </p:txBody>
      </p:sp>
      <p:sp>
        <p:nvSpPr>
          <p:cNvPr id="16" name="TextBox 15">
            <a:extLst>
              <a:ext uri="{FF2B5EF4-FFF2-40B4-BE49-F238E27FC236}">
                <a16:creationId xmlns:a16="http://schemas.microsoft.com/office/drawing/2014/main" id="{4239E079-7972-8424-05C9-E3BF920EA93C}"/>
              </a:ext>
            </a:extLst>
          </p:cNvPr>
          <p:cNvSpPr txBox="1"/>
          <p:nvPr/>
        </p:nvSpPr>
        <p:spPr>
          <a:xfrm>
            <a:off x="4216401" y="721216"/>
            <a:ext cx="462845" cy="584775"/>
          </a:xfrm>
          <a:prstGeom prst="rect">
            <a:avLst/>
          </a:prstGeom>
          <a:noFill/>
        </p:spPr>
        <p:txBody>
          <a:bodyPr wrap="square" rtlCol="0">
            <a:spAutoFit/>
          </a:bodyPr>
          <a:lstStyle/>
          <a:p>
            <a:pPr algn="ctr"/>
            <a:r>
              <a:rPr lang="en-US" sz="3200" dirty="0"/>
              <a:t>8</a:t>
            </a:r>
          </a:p>
        </p:txBody>
      </p:sp>
      <p:sp>
        <p:nvSpPr>
          <p:cNvPr id="17" name="TextBox 16">
            <a:extLst>
              <a:ext uri="{FF2B5EF4-FFF2-40B4-BE49-F238E27FC236}">
                <a16:creationId xmlns:a16="http://schemas.microsoft.com/office/drawing/2014/main" id="{716C0B9F-0EF4-3087-4A92-A46D40330CF7}"/>
              </a:ext>
            </a:extLst>
          </p:cNvPr>
          <p:cNvSpPr txBox="1"/>
          <p:nvPr/>
        </p:nvSpPr>
        <p:spPr>
          <a:xfrm>
            <a:off x="4715935" y="721216"/>
            <a:ext cx="462845" cy="584775"/>
          </a:xfrm>
          <a:prstGeom prst="rect">
            <a:avLst/>
          </a:prstGeom>
          <a:noFill/>
        </p:spPr>
        <p:txBody>
          <a:bodyPr wrap="square" rtlCol="0">
            <a:spAutoFit/>
          </a:bodyPr>
          <a:lstStyle/>
          <a:p>
            <a:pPr algn="ctr"/>
            <a:r>
              <a:rPr lang="en-US" sz="3200" dirty="0"/>
              <a:t>8</a:t>
            </a:r>
          </a:p>
        </p:txBody>
      </p:sp>
      <p:sp>
        <p:nvSpPr>
          <p:cNvPr id="18" name="TextBox 17">
            <a:extLst>
              <a:ext uri="{FF2B5EF4-FFF2-40B4-BE49-F238E27FC236}">
                <a16:creationId xmlns:a16="http://schemas.microsoft.com/office/drawing/2014/main" id="{A28C3F92-9238-221D-AD0E-EFD5BAD062FB}"/>
              </a:ext>
            </a:extLst>
          </p:cNvPr>
          <p:cNvSpPr txBox="1"/>
          <p:nvPr/>
        </p:nvSpPr>
        <p:spPr>
          <a:xfrm>
            <a:off x="5215469" y="721216"/>
            <a:ext cx="462845" cy="584775"/>
          </a:xfrm>
          <a:prstGeom prst="rect">
            <a:avLst/>
          </a:prstGeom>
          <a:noFill/>
        </p:spPr>
        <p:txBody>
          <a:bodyPr wrap="square" rtlCol="0">
            <a:spAutoFit/>
          </a:bodyPr>
          <a:lstStyle/>
          <a:p>
            <a:pPr algn="ctr"/>
            <a:r>
              <a:rPr lang="en-US" sz="3200" dirty="0"/>
              <a:t>8</a:t>
            </a:r>
          </a:p>
        </p:txBody>
      </p:sp>
      <p:sp>
        <p:nvSpPr>
          <p:cNvPr id="19" name="TextBox 18">
            <a:extLst>
              <a:ext uri="{FF2B5EF4-FFF2-40B4-BE49-F238E27FC236}">
                <a16:creationId xmlns:a16="http://schemas.microsoft.com/office/drawing/2014/main" id="{6871BBF3-4EDB-428B-FEEE-11FDD9F7FEF3}"/>
              </a:ext>
            </a:extLst>
          </p:cNvPr>
          <p:cNvSpPr txBox="1"/>
          <p:nvPr/>
        </p:nvSpPr>
        <p:spPr>
          <a:xfrm>
            <a:off x="5715003" y="721216"/>
            <a:ext cx="462845" cy="584775"/>
          </a:xfrm>
          <a:prstGeom prst="rect">
            <a:avLst/>
          </a:prstGeom>
          <a:noFill/>
        </p:spPr>
        <p:txBody>
          <a:bodyPr wrap="square" rtlCol="0">
            <a:spAutoFit/>
          </a:bodyPr>
          <a:lstStyle/>
          <a:p>
            <a:pPr algn="ctr"/>
            <a:r>
              <a:rPr lang="en-US" sz="3200" dirty="0"/>
              <a:t>8</a:t>
            </a:r>
          </a:p>
        </p:txBody>
      </p:sp>
      <p:sp>
        <p:nvSpPr>
          <p:cNvPr id="20" name="TextBox 19">
            <a:extLst>
              <a:ext uri="{FF2B5EF4-FFF2-40B4-BE49-F238E27FC236}">
                <a16:creationId xmlns:a16="http://schemas.microsoft.com/office/drawing/2014/main" id="{B00D9B5B-E54C-776D-E032-6C06B9A86232}"/>
              </a:ext>
            </a:extLst>
          </p:cNvPr>
          <p:cNvSpPr txBox="1"/>
          <p:nvPr/>
        </p:nvSpPr>
        <p:spPr>
          <a:xfrm>
            <a:off x="6214537" y="721216"/>
            <a:ext cx="462845" cy="584775"/>
          </a:xfrm>
          <a:prstGeom prst="rect">
            <a:avLst/>
          </a:prstGeom>
          <a:noFill/>
        </p:spPr>
        <p:txBody>
          <a:bodyPr wrap="square" rtlCol="0">
            <a:spAutoFit/>
          </a:bodyPr>
          <a:lstStyle/>
          <a:p>
            <a:pPr algn="ctr"/>
            <a:r>
              <a:rPr lang="en-US" sz="3200" dirty="0"/>
              <a:t>8</a:t>
            </a:r>
          </a:p>
        </p:txBody>
      </p:sp>
      <p:sp>
        <p:nvSpPr>
          <p:cNvPr id="21" name="TextBox 20">
            <a:extLst>
              <a:ext uri="{FF2B5EF4-FFF2-40B4-BE49-F238E27FC236}">
                <a16:creationId xmlns:a16="http://schemas.microsoft.com/office/drawing/2014/main" id="{2EC6D261-0273-A3EC-962D-0CC15FBBB459}"/>
              </a:ext>
            </a:extLst>
          </p:cNvPr>
          <p:cNvSpPr txBox="1"/>
          <p:nvPr/>
        </p:nvSpPr>
        <p:spPr>
          <a:xfrm>
            <a:off x="6714071" y="721216"/>
            <a:ext cx="462845" cy="584775"/>
          </a:xfrm>
          <a:prstGeom prst="rect">
            <a:avLst/>
          </a:prstGeom>
          <a:noFill/>
        </p:spPr>
        <p:txBody>
          <a:bodyPr wrap="square" rtlCol="0">
            <a:spAutoFit/>
          </a:bodyPr>
          <a:lstStyle/>
          <a:p>
            <a:pPr algn="ctr"/>
            <a:r>
              <a:rPr lang="en-US" sz="3200" dirty="0"/>
              <a:t>8</a:t>
            </a:r>
          </a:p>
        </p:txBody>
      </p:sp>
      <p:sp>
        <p:nvSpPr>
          <p:cNvPr id="22" name="TextBox 21">
            <a:extLst>
              <a:ext uri="{FF2B5EF4-FFF2-40B4-BE49-F238E27FC236}">
                <a16:creationId xmlns:a16="http://schemas.microsoft.com/office/drawing/2014/main" id="{86077096-8A83-D387-D695-B38D3EE3C67A}"/>
              </a:ext>
            </a:extLst>
          </p:cNvPr>
          <p:cNvSpPr txBox="1"/>
          <p:nvPr/>
        </p:nvSpPr>
        <p:spPr>
          <a:xfrm>
            <a:off x="7213604" y="721216"/>
            <a:ext cx="462845" cy="584775"/>
          </a:xfrm>
          <a:prstGeom prst="rect">
            <a:avLst/>
          </a:prstGeom>
          <a:noFill/>
        </p:spPr>
        <p:txBody>
          <a:bodyPr wrap="square" rtlCol="0">
            <a:spAutoFit/>
          </a:bodyPr>
          <a:lstStyle/>
          <a:p>
            <a:pPr algn="ctr"/>
            <a:r>
              <a:rPr lang="en-US" sz="3200" dirty="0"/>
              <a:t>8</a:t>
            </a:r>
          </a:p>
        </p:txBody>
      </p:sp>
      <p:sp>
        <p:nvSpPr>
          <p:cNvPr id="24" name="TextBox 23">
            <a:extLst>
              <a:ext uri="{FF2B5EF4-FFF2-40B4-BE49-F238E27FC236}">
                <a16:creationId xmlns:a16="http://schemas.microsoft.com/office/drawing/2014/main" id="{1D0FA921-C9B8-9A3E-E302-4E73F4C28507}"/>
              </a:ext>
            </a:extLst>
          </p:cNvPr>
          <p:cNvSpPr txBox="1"/>
          <p:nvPr/>
        </p:nvSpPr>
        <p:spPr>
          <a:xfrm>
            <a:off x="3217333" y="1727886"/>
            <a:ext cx="462845" cy="584775"/>
          </a:xfrm>
          <a:prstGeom prst="rect">
            <a:avLst/>
          </a:prstGeom>
          <a:noFill/>
        </p:spPr>
        <p:txBody>
          <a:bodyPr wrap="square" rtlCol="0">
            <a:spAutoFit/>
          </a:bodyPr>
          <a:lstStyle/>
          <a:p>
            <a:pPr algn="ctr"/>
            <a:r>
              <a:rPr lang="en-US" sz="3200" dirty="0"/>
              <a:t>8</a:t>
            </a:r>
          </a:p>
        </p:txBody>
      </p:sp>
      <p:sp>
        <p:nvSpPr>
          <p:cNvPr id="25" name="TextBox 24">
            <a:extLst>
              <a:ext uri="{FF2B5EF4-FFF2-40B4-BE49-F238E27FC236}">
                <a16:creationId xmlns:a16="http://schemas.microsoft.com/office/drawing/2014/main" id="{395E837A-EF8C-912D-CF33-DC322ACCDF7A}"/>
              </a:ext>
            </a:extLst>
          </p:cNvPr>
          <p:cNvSpPr txBox="1"/>
          <p:nvPr/>
        </p:nvSpPr>
        <p:spPr>
          <a:xfrm>
            <a:off x="3716867" y="1727886"/>
            <a:ext cx="462845" cy="584775"/>
          </a:xfrm>
          <a:prstGeom prst="rect">
            <a:avLst/>
          </a:prstGeom>
          <a:noFill/>
        </p:spPr>
        <p:txBody>
          <a:bodyPr wrap="square" rtlCol="0">
            <a:spAutoFit/>
          </a:bodyPr>
          <a:lstStyle/>
          <a:p>
            <a:pPr algn="ctr"/>
            <a:r>
              <a:rPr lang="en-US" sz="3200" dirty="0"/>
              <a:t>8</a:t>
            </a:r>
          </a:p>
        </p:txBody>
      </p:sp>
      <p:sp>
        <p:nvSpPr>
          <p:cNvPr id="26" name="TextBox 25">
            <a:extLst>
              <a:ext uri="{FF2B5EF4-FFF2-40B4-BE49-F238E27FC236}">
                <a16:creationId xmlns:a16="http://schemas.microsoft.com/office/drawing/2014/main" id="{466842E1-E53F-5E12-03DC-DD938863A207}"/>
              </a:ext>
            </a:extLst>
          </p:cNvPr>
          <p:cNvSpPr txBox="1"/>
          <p:nvPr/>
        </p:nvSpPr>
        <p:spPr>
          <a:xfrm>
            <a:off x="4216401" y="1727886"/>
            <a:ext cx="462845" cy="584775"/>
          </a:xfrm>
          <a:prstGeom prst="rect">
            <a:avLst/>
          </a:prstGeom>
          <a:noFill/>
        </p:spPr>
        <p:txBody>
          <a:bodyPr wrap="square" rtlCol="0">
            <a:spAutoFit/>
          </a:bodyPr>
          <a:lstStyle/>
          <a:p>
            <a:pPr algn="ctr"/>
            <a:r>
              <a:rPr lang="en-US" sz="3200" dirty="0"/>
              <a:t>8</a:t>
            </a:r>
          </a:p>
        </p:txBody>
      </p:sp>
      <p:sp>
        <p:nvSpPr>
          <p:cNvPr id="27" name="TextBox 26">
            <a:extLst>
              <a:ext uri="{FF2B5EF4-FFF2-40B4-BE49-F238E27FC236}">
                <a16:creationId xmlns:a16="http://schemas.microsoft.com/office/drawing/2014/main" id="{23ED3893-D236-1B53-BCB2-4356F7CB21C3}"/>
              </a:ext>
            </a:extLst>
          </p:cNvPr>
          <p:cNvSpPr txBox="1"/>
          <p:nvPr/>
        </p:nvSpPr>
        <p:spPr>
          <a:xfrm>
            <a:off x="4715935" y="1727886"/>
            <a:ext cx="462845" cy="584775"/>
          </a:xfrm>
          <a:prstGeom prst="rect">
            <a:avLst/>
          </a:prstGeom>
          <a:noFill/>
        </p:spPr>
        <p:txBody>
          <a:bodyPr wrap="square" rtlCol="0">
            <a:spAutoFit/>
          </a:bodyPr>
          <a:lstStyle/>
          <a:p>
            <a:pPr algn="ctr"/>
            <a:r>
              <a:rPr lang="en-US" sz="3200" dirty="0"/>
              <a:t>8</a:t>
            </a:r>
          </a:p>
        </p:txBody>
      </p:sp>
      <p:sp>
        <p:nvSpPr>
          <p:cNvPr id="28" name="TextBox 27">
            <a:extLst>
              <a:ext uri="{FF2B5EF4-FFF2-40B4-BE49-F238E27FC236}">
                <a16:creationId xmlns:a16="http://schemas.microsoft.com/office/drawing/2014/main" id="{4B6E1EE3-2AB9-1EE8-ABF2-45939F23CB26}"/>
              </a:ext>
            </a:extLst>
          </p:cNvPr>
          <p:cNvSpPr txBox="1"/>
          <p:nvPr/>
        </p:nvSpPr>
        <p:spPr>
          <a:xfrm>
            <a:off x="5215469" y="1727886"/>
            <a:ext cx="462845" cy="584775"/>
          </a:xfrm>
          <a:prstGeom prst="rect">
            <a:avLst/>
          </a:prstGeom>
          <a:noFill/>
        </p:spPr>
        <p:txBody>
          <a:bodyPr wrap="square" rtlCol="0">
            <a:spAutoFit/>
          </a:bodyPr>
          <a:lstStyle/>
          <a:p>
            <a:pPr algn="ctr"/>
            <a:r>
              <a:rPr lang="en-US" sz="3200" dirty="0"/>
              <a:t>8</a:t>
            </a:r>
          </a:p>
        </p:txBody>
      </p:sp>
      <p:sp>
        <p:nvSpPr>
          <p:cNvPr id="29" name="TextBox 28">
            <a:extLst>
              <a:ext uri="{FF2B5EF4-FFF2-40B4-BE49-F238E27FC236}">
                <a16:creationId xmlns:a16="http://schemas.microsoft.com/office/drawing/2014/main" id="{F4C636C3-F4C1-7206-C902-91DA657474B2}"/>
              </a:ext>
            </a:extLst>
          </p:cNvPr>
          <p:cNvSpPr txBox="1"/>
          <p:nvPr/>
        </p:nvSpPr>
        <p:spPr>
          <a:xfrm>
            <a:off x="5715003" y="1727886"/>
            <a:ext cx="462845" cy="584775"/>
          </a:xfrm>
          <a:prstGeom prst="rect">
            <a:avLst/>
          </a:prstGeom>
          <a:noFill/>
        </p:spPr>
        <p:txBody>
          <a:bodyPr wrap="square" rtlCol="0">
            <a:spAutoFit/>
          </a:bodyPr>
          <a:lstStyle/>
          <a:p>
            <a:pPr algn="ctr"/>
            <a:r>
              <a:rPr lang="en-US" sz="3200" dirty="0"/>
              <a:t>8</a:t>
            </a:r>
          </a:p>
        </p:txBody>
      </p:sp>
      <p:sp>
        <p:nvSpPr>
          <p:cNvPr id="30" name="TextBox 29">
            <a:extLst>
              <a:ext uri="{FF2B5EF4-FFF2-40B4-BE49-F238E27FC236}">
                <a16:creationId xmlns:a16="http://schemas.microsoft.com/office/drawing/2014/main" id="{D8077B04-F90B-A0CC-9ACD-FC227BF4E86C}"/>
              </a:ext>
            </a:extLst>
          </p:cNvPr>
          <p:cNvSpPr txBox="1"/>
          <p:nvPr/>
        </p:nvSpPr>
        <p:spPr>
          <a:xfrm>
            <a:off x="6214537" y="1727886"/>
            <a:ext cx="462845" cy="584775"/>
          </a:xfrm>
          <a:prstGeom prst="rect">
            <a:avLst/>
          </a:prstGeom>
          <a:noFill/>
        </p:spPr>
        <p:txBody>
          <a:bodyPr wrap="square" rtlCol="0">
            <a:spAutoFit/>
          </a:bodyPr>
          <a:lstStyle/>
          <a:p>
            <a:pPr algn="ctr"/>
            <a:r>
              <a:rPr lang="en-US" sz="3200" dirty="0"/>
              <a:t>8</a:t>
            </a:r>
          </a:p>
        </p:txBody>
      </p:sp>
      <p:sp>
        <p:nvSpPr>
          <p:cNvPr id="31" name="TextBox 30">
            <a:extLst>
              <a:ext uri="{FF2B5EF4-FFF2-40B4-BE49-F238E27FC236}">
                <a16:creationId xmlns:a16="http://schemas.microsoft.com/office/drawing/2014/main" id="{C642D92D-0411-86FD-FD42-E076D9EE110A}"/>
              </a:ext>
            </a:extLst>
          </p:cNvPr>
          <p:cNvSpPr txBox="1"/>
          <p:nvPr/>
        </p:nvSpPr>
        <p:spPr>
          <a:xfrm>
            <a:off x="6714071" y="1727886"/>
            <a:ext cx="462845" cy="584775"/>
          </a:xfrm>
          <a:prstGeom prst="rect">
            <a:avLst/>
          </a:prstGeom>
          <a:noFill/>
        </p:spPr>
        <p:txBody>
          <a:bodyPr wrap="square" rtlCol="0">
            <a:spAutoFit/>
          </a:bodyPr>
          <a:lstStyle/>
          <a:p>
            <a:pPr algn="ctr"/>
            <a:r>
              <a:rPr lang="en-US" sz="3200" dirty="0"/>
              <a:t>8</a:t>
            </a:r>
          </a:p>
        </p:txBody>
      </p:sp>
      <p:sp>
        <p:nvSpPr>
          <p:cNvPr id="32" name="TextBox 31">
            <a:extLst>
              <a:ext uri="{FF2B5EF4-FFF2-40B4-BE49-F238E27FC236}">
                <a16:creationId xmlns:a16="http://schemas.microsoft.com/office/drawing/2014/main" id="{8374C64D-7C1A-926D-1DC1-6A6414FDBA25}"/>
              </a:ext>
            </a:extLst>
          </p:cNvPr>
          <p:cNvSpPr txBox="1"/>
          <p:nvPr/>
        </p:nvSpPr>
        <p:spPr>
          <a:xfrm>
            <a:off x="7213604" y="1727886"/>
            <a:ext cx="462845" cy="584775"/>
          </a:xfrm>
          <a:prstGeom prst="rect">
            <a:avLst/>
          </a:prstGeom>
          <a:noFill/>
        </p:spPr>
        <p:txBody>
          <a:bodyPr wrap="square" rtlCol="0">
            <a:spAutoFit/>
          </a:bodyPr>
          <a:lstStyle/>
          <a:p>
            <a:pPr algn="ctr"/>
            <a:r>
              <a:rPr lang="en-US" sz="3200" dirty="0"/>
              <a:t>8</a:t>
            </a:r>
          </a:p>
        </p:txBody>
      </p:sp>
      <p:sp>
        <p:nvSpPr>
          <p:cNvPr id="34" name="TextBox 33">
            <a:extLst>
              <a:ext uri="{FF2B5EF4-FFF2-40B4-BE49-F238E27FC236}">
                <a16:creationId xmlns:a16="http://schemas.microsoft.com/office/drawing/2014/main" id="{5245EE08-A98D-01FA-2171-AC26286AAED1}"/>
              </a:ext>
            </a:extLst>
          </p:cNvPr>
          <p:cNvSpPr txBox="1"/>
          <p:nvPr/>
        </p:nvSpPr>
        <p:spPr>
          <a:xfrm>
            <a:off x="3217333" y="2231221"/>
            <a:ext cx="462845" cy="584775"/>
          </a:xfrm>
          <a:prstGeom prst="rect">
            <a:avLst/>
          </a:prstGeom>
          <a:noFill/>
        </p:spPr>
        <p:txBody>
          <a:bodyPr wrap="square" rtlCol="0">
            <a:spAutoFit/>
          </a:bodyPr>
          <a:lstStyle/>
          <a:p>
            <a:pPr algn="ctr"/>
            <a:r>
              <a:rPr lang="en-US" sz="3200" dirty="0"/>
              <a:t>8</a:t>
            </a:r>
          </a:p>
        </p:txBody>
      </p:sp>
      <p:sp>
        <p:nvSpPr>
          <p:cNvPr id="35" name="TextBox 34">
            <a:extLst>
              <a:ext uri="{FF2B5EF4-FFF2-40B4-BE49-F238E27FC236}">
                <a16:creationId xmlns:a16="http://schemas.microsoft.com/office/drawing/2014/main" id="{07750C40-5D09-BF2D-F68E-81566136605A}"/>
              </a:ext>
            </a:extLst>
          </p:cNvPr>
          <p:cNvSpPr txBox="1"/>
          <p:nvPr/>
        </p:nvSpPr>
        <p:spPr>
          <a:xfrm>
            <a:off x="3716867" y="2231221"/>
            <a:ext cx="462845" cy="584775"/>
          </a:xfrm>
          <a:prstGeom prst="rect">
            <a:avLst/>
          </a:prstGeom>
          <a:noFill/>
        </p:spPr>
        <p:txBody>
          <a:bodyPr wrap="square" rtlCol="0">
            <a:spAutoFit/>
          </a:bodyPr>
          <a:lstStyle/>
          <a:p>
            <a:pPr algn="ctr"/>
            <a:r>
              <a:rPr lang="en-US" sz="3200" dirty="0"/>
              <a:t>8</a:t>
            </a:r>
          </a:p>
        </p:txBody>
      </p:sp>
      <p:sp>
        <p:nvSpPr>
          <p:cNvPr id="36" name="TextBox 35">
            <a:extLst>
              <a:ext uri="{FF2B5EF4-FFF2-40B4-BE49-F238E27FC236}">
                <a16:creationId xmlns:a16="http://schemas.microsoft.com/office/drawing/2014/main" id="{6BEA972C-0DA0-4103-57DF-7C9A7F9B06F4}"/>
              </a:ext>
            </a:extLst>
          </p:cNvPr>
          <p:cNvSpPr txBox="1"/>
          <p:nvPr/>
        </p:nvSpPr>
        <p:spPr>
          <a:xfrm>
            <a:off x="4216401" y="2231221"/>
            <a:ext cx="462845" cy="584775"/>
          </a:xfrm>
          <a:prstGeom prst="rect">
            <a:avLst/>
          </a:prstGeom>
          <a:noFill/>
        </p:spPr>
        <p:txBody>
          <a:bodyPr wrap="square" rtlCol="0">
            <a:spAutoFit/>
          </a:bodyPr>
          <a:lstStyle/>
          <a:p>
            <a:pPr algn="ctr"/>
            <a:r>
              <a:rPr lang="en-US" sz="3200" dirty="0"/>
              <a:t>8</a:t>
            </a:r>
          </a:p>
        </p:txBody>
      </p:sp>
      <p:sp>
        <p:nvSpPr>
          <p:cNvPr id="37" name="TextBox 36">
            <a:extLst>
              <a:ext uri="{FF2B5EF4-FFF2-40B4-BE49-F238E27FC236}">
                <a16:creationId xmlns:a16="http://schemas.microsoft.com/office/drawing/2014/main" id="{19CA2BF3-7C64-8FFC-493A-CD5FA047483D}"/>
              </a:ext>
            </a:extLst>
          </p:cNvPr>
          <p:cNvSpPr txBox="1"/>
          <p:nvPr/>
        </p:nvSpPr>
        <p:spPr>
          <a:xfrm>
            <a:off x="4715935" y="2231221"/>
            <a:ext cx="462845" cy="584775"/>
          </a:xfrm>
          <a:prstGeom prst="rect">
            <a:avLst/>
          </a:prstGeom>
          <a:noFill/>
        </p:spPr>
        <p:txBody>
          <a:bodyPr wrap="square" rtlCol="0">
            <a:spAutoFit/>
          </a:bodyPr>
          <a:lstStyle/>
          <a:p>
            <a:pPr algn="ctr"/>
            <a:r>
              <a:rPr lang="en-US" sz="3200" dirty="0"/>
              <a:t>8</a:t>
            </a:r>
          </a:p>
        </p:txBody>
      </p:sp>
      <p:sp>
        <p:nvSpPr>
          <p:cNvPr id="38" name="TextBox 37">
            <a:extLst>
              <a:ext uri="{FF2B5EF4-FFF2-40B4-BE49-F238E27FC236}">
                <a16:creationId xmlns:a16="http://schemas.microsoft.com/office/drawing/2014/main" id="{E09DC838-6EA7-2D9B-C352-B2C84D16ED4B}"/>
              </a:ext>
            </a:extLst>
          </p:cNvPr>
          <p:cNvSpPr txBox="1"/>
          <p:nvPr/>
        </p:nvSpPr>
        <p:spPr>
          <a:xfrm>
            <a:off x="5215469" y="2231221"/>
            <a:ext cx="462845" cy="584775"/>
          </a:xfrm>
          <a:prstGeom prst="rect">
            <a:avLst/>
          </a:prstGeom>
          <a:noFill/>
        </p:spPr>
        <p:txBody>
          <a:bodyPr wrap="square" rtlCol="0">
            <a:spAutoFit/>
          </a:bodyPr>
          <a:lstStyle/>
          <a:p>
            <a:pPr algn="ctr"/>
            <a:r>
              <a:rPr lang="en-US" sz="3200" dirty="0"/>
              <a:t>8</a:t>
            </a:r>
          </a:p>
        </p:txBody>
      </p:sp>
      <p:sp>
        <p:nvSpPr>
          <p:cNvPr id="39" name="TextBox 38">
            <a:extLst>
              <a:ext uri="{FF2B5EF4-FFF2-40B4-BE49-F238E27FC236}">
                <a16:creationId xmlns:a16="http://schemas.microsoft.com/office/drawing/2014/main" id="{4651584D-1439-EC66-CB5E-C86A2E97F446}"/>
              </a:ext>
            </a:extLst>
          </p:cNvPr>
          <p:cNvSpPr txBox="1"/>
          <p:nvPr/>
        </p:nvSpPr>
        <p:spPr>
          <a:xfrm>
            <a:off x="5715003" y="2231221"/>
            <a:ext cx="462845" cy="584775"/>
          </a:xfrm>
          <a:prstGeom prst="rect">
            <a:avLst/>
          </a:prstGeom>
          <a:noFill/>
        </p:spPr>
        <p:txBody>
          <a:bodyPr wrap="square" rtlCol="0">
            <a:spAutoFit/>
          </a:bodyPr>
          <a:lstStyle/>
          <a:p>
            <a:pPr algn="ctr"/>
            <a:r>
              <a:rPr lang="en-US" sz="3200" dirty="0"/>
              <a:t>8</a:t>
            </a:r>
          </a:p>
        </p:txBody>
      </p:sp>
      <p:sp>
        <p:nvSpPr>
          <p:cNvPr id="40" name="TextBox 39">
            <a:extLst>
              <a:ext uri="{FF2B5EF4-FFF2-40B4-BE49-F238E27FC236}">
                <a16:creationId xmlns:a16="http://schemas.microsoft.com/office/drawing/2014/main" id="{1DA50FB8-CE35-4761-A6B0-BE16819394EF}"/>
              </a:ext>
            </a:extLst>
          </p:cNvPr>
          <p:cNvSpPr txBox="1"/>
          <p:nvPr/>
        </p:nvSpPr>
        <p:spPr>
          <a:xfrm>
            <a:off x="6214537" y="2231221"/>
            <a:ext cx="462845" cy="584775"/>
          </a:xfrm>
          <a:prstGeom prst="rect">
            <a:avLst/>
          </a:prstGeom>
          <a:noFill/>
        </p:spPr>
        <p:txBody>
          <a:bodyPr wrap="square" rtlCol="0">
            <a:spAutoFit/>
          </a:bodyPr>
          <a:lstStyle/>
          <a:p>
            <a:pPr algn="ctr"/>
            <a:r>
              <a:rPr lang="en-US" sz="3200" dirty="0"/>
              <a:t>8</a:t>
            </a:r>
          </a:p>
        </p:txBody>
      </p:sp>
      <p:sp>
        <p:nvSpPr>
          <p:cNvPr id="41" name="TextBox 40">
            <a:extLst>
              <a:ext uri="{FF2B5EF4-FFF2-40B4-BE49-F238E27FC236}">
                <a16:creationId xmlns:a16="http://schemas.microsoft.com/office/drawing/2014/main" id="{6B505374-5116-C2E6-9C18-87B5537E1B85}"/>
              </a:ext>
            </a:extLst>
          </p:cNvPr>
          <p:cNvSpPr txBox="1"/>
          <p:nvPr/>
        </p:nvSpPr>
        <p:spPr>
          <a:xfrm>
            <a:off x="6714071" y="2231221"/>
            <a:ext cx="462845" cy="584775"/>
          </a:xfrm>
          <a:prstGeom prst="rect">
            <a:avLst/>
          </a:prstGeom>
          <a:noFill/>
        </p:spPr>
        <p:txBody>
          <a:bodyPr wrap="square" rtlCol="0">
            <a:spAutoFit/>
          </a:bodyPr>
          <a:lstStyle/>
          <a:p>
            <a:pPr algn="ctr"/>
            <a:r>
              <a:rPr lang="en-US" sz="3200" dirty="0"/>
              <a:t>8</a:t>
            </a:r>
          </a:p>
        </p:txBody>
      </p:sp>
      <p:sp>
        <p:nvSpPr>
          <p:cNvPr id="42" name="TextBox 41">
            <a:extLst>
              <a:ext uri="{FF2B5EF4-FFF2-40B4-BE49-F238E27FC236}">
                <a16:creationId xmlns:a16="http://schemas.microsoft.com/office/drawing/2014/main" id="{AD198AF0-1895-C0DD-EC92-CDAB9B090434}"/>
              </a:ext>
            </a:extLst>
          </p:cNvPr>
          <p:cNvSpPr txBox="1"/>
          <p:nvPr/>
        </p:nvSpPr>
        <p:spPr>
          <a:xfrm>
            <a:off x="7213604" y="2231221"/>
            <a:ext cx="462845" cy="584775"/>
          </a:xfrm>
          <a:prstGeom prst="rect">
            <a:avLst/>
          </a:prstGeom>
          <a:noFill/>
        </p:spPr>
        <p:txBody>
          <a:bodyPr wrap="square" rtlCol="0">
            <a:spAutoFit/>
          </a:bodyPr>
          <a:lstStyle/>
          <a:p>
            <a:pPr algn="ctr"/>
            <a:r>
              <a:rPr lang="en-US" sz="3200" dirty="0"/>
              <a:t>8</a:t>
            </a:r>
          </a:p>
        </p:txBody>
      </p:sp>
      <p:sp>
        <p:nvSpPr>
          <p:cNvPr id="44" name="TextBox 43">
            <a:extLst>
              <a:ext uri="{FF2B5EF4-FFF2-40B4-BE49-F238E27FC236}">
                <a16:creationId xmlns:a16="http://schemas.microsoft.com/office/drawing/2014/main" id="{092803FD-DA48-9709-45DB-33484C41E748}"/>
              </a:ext>
            </a:extLst>
          </p:cNvPr>
          <p:cNvSpPr txBox="1"/>
          <p:nvPr/>
        </p:nvSpPr>
        <p:spPr>
          <a:xfrm>
            <a:off x="3217333" y="2734556"/>
            <a:ext cx="462845" cy="584775"/>
          </a:xfrm>
          <a:prstGeom prst="rect">
            <a:avLst/>
          </a:prstGeom>
          <a:noFill/>
        </p:spPr>
        <p:txBody>
          <a:bodyPr wrap="square" rtlCol="0">
            <a:spAutoFit/>
          </a:bodyPr>
          <a:lstStyle/>
          <a:p>
            <a:pPr algn="ctr"/>
            <a:r>
              <a:rPr lang="en-US" sz="3200" dirty="0"/>
              <a:t>8</a:t>
            </a:r>
          </a:p>
        </p:txBody>
      </p:sp>
      <p:sp>
        <p:nvSpPr>
          <p:cNvPr id="45" name="TextBox 44">
            <a:extLst>
              <a:ext uri="{FF2B5EF4-FFF2-40B4-BE49-F238E27FC236}">
                <a16:creationId xmlns:a16="http://schemas.microsoft.com/office/drawing/2014/main" id="{C21C0C67-CA29-B06E-396E-7A36969B8E78}"/>
              </a:ext>
            </a:extLst>
          </p:cNvPr>
          <p:cNvSpPr txBox="1"/>
          <p:nvPr/>
        </p:nvSpPr>
        <p:spPr>
          <a:xfrm>
            <a:off x="3716867" y="2734556"/>
            <a:ext cx="462845" cy="584775"/>
          </a:xfrm>
          <a:prstGeom prst="rect">
            <a:avLst/>
          </a:prstGeom>
          <a:noFill/>
        </p:spPr>
        <p:txBody>
          <a:bodyPr wrap="square" rtlCol="0">
            <a:spAutoFit/>
          </a:bodyPr>
          <a:lstStyle/>
          <a:p>
            <a:pPr algn="ctr"/>
            <a:r>
              <a:rPr lang="en-US" sz="3200" dirty="0"/>
              <a:t>8</a:t>
            </a:r>
          </a:p>
        </p:txBody>
      </p:sp>
      <p:sp>
        <p:nvSpPr>
          <p:cNvPr id="46" name="TextBox 45">
            <a:extLst>
              <a:ext uri="{FF2B5EF4-FFF2-40B4-BE49-F238E27FC236}">
                <a16:creationId xmlns:a16="http://schemas.microsoft.com/office/drawing/2014/main" id="{1FD75AC8-9E2D-D9CA-F432-E1EF59692617}"/>
              </a:ext>
            </a:extLst>
          </p:cNvPr>
          <p:cNvSpPr txBox="1"/>
          <p:nvPr/>
        </p:nvSpPr>
        <p:spPr>
          <a:xfrm>
            <a:off x="4216401" y="2734556"/>
            <a:ext cx="462845" cy="584775"/>
          </a:xfrm>
          <a:prstGeom prst="rect">
            <a:avLst/>
          </a:prstGeom>
          <a:noFill/>
        </p:spPr>
        <p:txBody>
          <a:bodyPr wrap="square" rtlCol="0">
            <a:spAutoFit/>
          </a:bodyPr>
          <a:lstStyle/>
          <a:p>
            <a:pPr algn="ctr"/>
            <a:r>
              <a:rPr lang="en-US" sz="3200" dirty="0"/>
              <a:t>8</a:t>
            </a:r>
          </a:p>
        </p:txBody>
      </p:sp>
      <p:sp>
        <p:nvSpPr>
          <p:cNvPr id="47" name="TextBox 46">
            <a:extLst>
              <a:ext uri="{FF2B5EF4-FFF2-40B4-BE49-F238E27FC236}">
                <a16:creationId xmlns:a16="http://schemas.microsoft.com/office/drawing/2014/main" id="{CEBB1DFA-2C92-38A8-8D03-7A08226FBE03}"/>
              </a:ext>
            </a:extLst>
          </p:cNvPr>
          <p:cNvSpPr txBox="1"/>
          <p:nvPr/>
        </p:nvSpPr>
        <p:spPr>
          <a:xfrm>
            <a:off x="4715935" y="2734556"/>
            <a:ext cx="462845" cy="584775"/>
          </a:xfrm>
          <a:prstGeom prst="rect">
            <a:avLst/>
          </a:prstGeom>
          <a:noFill/>
        </p:spPr>
        <p:txBody>
          <a:bodyPr wrap="square" rtlCol="0">
            <a:spAutoFit/>
          </a:bodyPr>
          <a:lstStyle/>
          <a:p>
            <a:pPr algn="ctr"/>
            <a:r>
              <a:rPr lang="en-US" sz="3200" dirty="0"/>
              <a:t>8</a:t>
            </a:r>
          </a:p>
        </p:txBody>
      </p:sp>
      <p:sp>
        <p:nvSpPr>
          <p:cNvPr id="48" name="TextBox 47">
            <a:extLst>
              <a:ext uri="{FF2B5EF4-FFF2-40B4-BE49-F238E27FC236}">
                <a16:creationId xmlns:a16="http://schemas.microsoft.com/office/drawing/2014/main" id="{86F83141-CD08-5B31-4F44-5DE0A22A0EC4}"/>
              </a:ext>
            </a:extLst>
          </p:cNvPr>
          <p:cNvSpPr txBox="1"/>
          <p:nvPr/>
        </p:nvSpPr>
        <p:spPr>
          <a:xfrm>
            <a:off x="5215469" y="2734556"/>
            <a:ext cx="462845" cy="584775"/>
          </a:xfrm>
          <a:prstGeom prst="rect">
            <a:avLst/>
          </a:prstGeom>
          <a:noFill/>
        </p:spPr>
        <p:txBody>
          <a:bodyPr wrap="square" rtlCol="0">
            <a:spAutoFit/>
          </a:bodyPr>
          <a:lstStyle/>
          <a:p>
            <a:pPr algn="ctr"/>
            <a:r>
              <a:rPr lang="en-US" sz="3200" dirty="0"/>
              <a:t>8</a:t>
            </a:r>
          </a:p>
        </p:txBody>
      </p:sp>
      <p:sp>
        <p:nvSpPr>
          <p:cNvPr id="49" name="TextBox 48">
            <a:extLst>
              <a:ext uri="{FF2B5EF4-FFF2-40B4-BE49-F238E27FC236}">
                <a16:creationId xmlns:a16="http://schemas.microsoft.com/office/drawing/2014/main" id="{0BD09B68-5DCD-1930-6026-8DEC57FB5550}"/>
              </a:ext>
            </a:extLst>
          </p:cNvPr>
          <p:cNvSpPr txBox="1"/>
          <p:nvPr/>
        </p:nvSpPr>
        <p:spPr>
          <a:xfrm>
            <a:off x="5715003" y="2734556"/>
            <a:ext cx="462845" cy="584775"/>
          </a:xfrm>
          <a:prstGeom prst="rect">
            <a:avLst/>
          </a:prstGeom>
          <a:noFill/>
        </p:spPr>
        <p:txBody>
          <a:bodyPr wrap="square" rtlCol="0">
            <a:spAutoFit/>
          </a:bodyPr>
          <a:lstStyle/>
          <a:p>
            <a:pPr algn="ctr"/>
            <a:r>
              <a:rPr lang="en-US" sz="3200" dirty="0"/>
              <a:t>8</a:t>
            </a:r>
          </a:p>
        </p:txBody>
      </p:sp>
      <p:sp>
        <p:nvSpPr>
          <p:cNvPr id="50" name="TextBox 49">
            <a:extLst>
              <a:ext uri="{FF2B5EF4-FFF2-40B4-BE49-F238E27FC236}">
                <a16:creationId xmlns:a16="http://schemas.microsoft.com/office/drawing/2014/main" id="{F72594FE-277C-5973-94EE-AA3BE44A34F7}"/>
              </a:ext>
            </a:extLst>
          </p:cNvPr>
          <p:cNvSpPr txBox="1"/>
          <p:nvPr/>
        </p:nvSpPr>
        <p:spPr>
          <a:xfrm>
            <a:off x="6214537" y="2734556"/>
            <a:ext cx="462845" cy="584775"/>
          </a:xfrm>
          <a:prstGeom prst="rect">
            <a:avLst/>
          </a:prstGeom>
          <a:noFill/>
        </p:spPr>
        <p:txBody>
          <a:bodyPr wrap="square" rtlCol="0">
            <a:spAutoFit/>
          </a:bodyPr>
          <a:lstStyle/>
          <a:p>
            <a:pPr algn="ctr"/>
            <a:r>
              <a:rPr lang="en-US" sz="3200" dirty="0"/>
              <a:t>8</a:t>
            </a:r>
          </a:p>
        </p:txBody>
      </p:sp>
      <p:sp>
        <p:nvSpPr>
          <p:cNvPr id="51" name="TextBox 50">
            <a:extLst>
              <a:ext uri="{FF2B5EF4-FFF2-40B4-BE49-F238E27FC236}">
                <a16:creationId xmlns:a16="http://schemas.microsoft.com/office/drawing/2014/main" id="{C2833383-2619-8AE1-E22E-EFFB76B969DF}"/>
              </a:ext>
            </a:extLst>
          </p:cNvPr>
          <p:cNvSpPr txBox="1"/>
          <p:nvPr/>
        </p:nvSpPr>
        <p:spPr>
          <a:xfrm>
            <a:off x="6714071" y="2734556"/>
            <a:ext cx="462845" cy="584775"/>
          </a:xfrm>
          <a:prstGeom prst="rect">
            <a:avLst/>
          </a:prstGeom>
          <a:noFill/>
        </p:spPr>
        <p:txBody>
          <a:bodyPr wrap="square" rtlCol="0">
            <a:spAutoFit/>
          </a:bodyPr>
          <a:lstStyle/>
          <a:p>
            <a:pPr algn="ctr"/>
            <a:r>
              <a:rPr lang="en-US" sz="3200" dirty="0"/>
              <a:t>8</a:t>
            </a:r>
          </a:p>
        </p:txBody>
      </p:sp>
      <p:sp>
        <p:nvSpPr>
          <p:cNvPr id="52" name="TextBox 51">
            <a:extLst>
              <a:ext uri="{FF2B5EF4-FFF2-40B4-BE49-F238E27FC236}">
                <a16:creationId xmlns:a16="http://schemas.microsoft.com/office/drawing/2014/main" id="{2599D6A1-CC8E-6CC2-B3F7-4326B2300215}"/>
              </a:ext>
            </a:extLst>
          </p:cNvPr>
          <p:cNvSpPr txBox="1"/>
          <p:nvPr/>
        </p:nvSpPr>
        <p:spPr>
          <a:xfrm>
            <a:off x="7213604" y="2734556"/>
            <a:ext cx="462845" cy="584775"/>
          </a:xfrm>
          <a:prstGeom prst="rect">
            <a:avLst/>
          </a:prstGeom>
          <a:noFill/>
        </p:spPr>
        <p:txBody>
          <a:bodyPr wrap="square" rtlCol="0">
            <a:spAutoFit/>
          </a:bodyPr>
          <a:lstStyle/>
          <a:p>
            <a:pPr algn="ctr"/>
            <a:r>
              <a:rPr lang="en-US" sz="3200" dirty="0"/>
              <a:t>8</a:t>
            </a:r>
          </a:p>
        </p:txBody>
      </p:sp>
      <p:sp>
        <p:nvSpPr>
          <p:cNvPr id="54" name="TextBox 53">
            <a:extLst>
              <a:ext uri="{FF2B5EF4-FFF2-40B4-BE49-F238E27FC236}">
                <a16:creationId xmlns:a16="http://schemas.microsoft.com/office/drawing/2014/main" id="{72900A5E-6D76-587C-2DFD-92EFA48157D7}"/>
              </a:ext>
            </a:extLst>
          </p:cNvPr>
          <p:cNvSpPr txBox="1"/>
          <p:nvPr/>
        </p:nvSpPr>
        <p:spPr>
          <a:xfrm>
            <a:off x="3217333" y="3237891"/>
            <a:ext cx="462845" cy="584775"/>
          </a:xfrm>
          <a:prstGeom prst="rect">
            <a:avLst/>
          </a:prstGeom>
          <a:noFill/>
        </p:spPr>
        <p:txBody>
          <a:bodyPr wrap="square" rtlCol="0">
            <a:spAutoFit/>
          </a:bodyPr>
          <a:lstStyle/>
          <a:p>
            <a:pPr algn="ctr"/>
            <a:r>
              <a:rPr lang="en-US" sz="3200" dirty="0"/>
              <a:t>8</a:t>
            </a:r>
          </a:p>
        </p:txBody>
      </p:sp>
      <p:sp>
        <p:nvSpPr>
          <p:cNvPr id="55" name="TextBox 54">
            <a:extLst>
              <a:ext uri="{FF2B5EF4-FFF2-40B4-BE49-F238E27FC236}">
                <a16:creationId xmlns:a16="http://schemas.microsoft.com/office/drawing/2014/main" id="{7E234C15-D43D-7905-5E6D-8AB06EB39258}"/>
              </a:ext>
            </a:extLst>
          </p:cNvPr>
          <p:cNvSpPr txBox="1"/>
          <p:nvPr/>
        </p:nvSpPr>
        <p:spPr>
          <a:xfrm>
            <a:off x="3716867" y="3237891"/>
            <a:ext cx="462845" cy="584775"/>
          </a:xfrm>
          <a:prstGeom prst="rect">
            <a:avLst/>
          </a:prstGeom>
          <a:noFill/>
        </p:spPr>
        <p:txBody>
          <a:bodyPr wrap="square" rtlCol="0">
            <a:spAutoFit/>
          </a:bodyPr>
          <a:lstStyle/>
          <a:p>
            <a:pPr algn="ctr"/>
            <a:r>
              <a:rPr lang="en-US" sz="3200" dirty="0"/>
              <a:t>8</a:t>
            </a:r>
          </a:p>
        </p:txBody>
      </p:sp>
      <p:sp>
        <p:nvSpPr>
          <p:cNvPr id="56" name="TextBox 55">
            <a:extLst>
              <a:ext uri="{FF2B5EF4-FFF2-40B4-BE49-F238E27FC236}">
                <a16:creationId xmlns:a16="http://schemas.microsoft.com/office/drawing/2014/main" id="{BB2701EA-E576-BD64-46C7-6B254099F3E9}"/>
              </a:ext>
            </a:extLst>
          </p:cNvPr>
          <p:cNvSpPr txBox="1"/>
          <p:nvPr/>
        </p:nvSpPr>
        <p:spPr>
          <a:xfrm>
            <a:off x="4216401" y="3237891"/>
            <a:ext cx="462845" cy="584775"/>
          </a:xfrm>
          <a:prstGeom prst="rect">
            <a:avLst/>
          </a:prstGeom>
          <a:noFill/>
        </p:spPr>
        <p:txBody>
          <a:bodyPr wrap="square" rtlCol="0">
            <a:spAutoFit/>
          </a:bodyPr>
          <a:lstStyle/>
          <a:p>
            <a:pPr algn="ctr"/>
            <a:r>
              <a:rPr lang="en-US" sz="3200" dirty="0"/>
              <a:t>8</a:t>
            </a:r>
          </a:p>
        </p:txBody>
      </p:sp>
      <p:sp>
        <p:nvSpPr>
          <p:cNvPr id="57" name="TextBox 56">
            <a:extLst>
              <a:ext uri="{FF2B5EF4-FFF2-40B4-BE49-F238E27FC236}">
                <a16:creationId xmlns:a16="http://schemas.microsoft.com/office/drawing/2014/main" id="{3741FDD4-FA46-9AC6-95A6-FDFC78139B79}"/>
              </a:ext>
            </a:extLst>
          </p:cNvPr>
          <p:cNvSpPr txBox="1"/>
          <p:nvPr/>
        </p:nvSpPr>
        <p:spPr>
          <a:xfrm>
            <a:off x="4715935" y="3237891"/>
            <a:ext cx="462845" cy="584775"/>
          </a:xfrm>
          <a:prstGeom prst="rect">
            <a:avLst/>
          </a:prstGeom>
          <a:noFill/>
        </p:spPr>
        <p:txBody>
          <a:bodyPr wrap="square" rtlCol="0">
            <a:spAutoFit/>
          </a:bodyPr>
          <a:lstStyle/>
          <a:p>
            <a:pPr algn="ctr"/>
            <a:r>
              <a:rPr lang="en-US" sz="3200" dirty="0"/>
              <a:t>8</a:t>
            </a:r>
          </a:p>
        </p:txBody>
      </p:sp>
      <p:sp>
        <p:nvSpPr>
          <p:cNvPr id="58" name="TextBox 57">
            <a:extLst>
              <a:ext uri="{FF2B5EF4-FFF2-40B4-BE49-F238E27FC236}">
                <a16:creationId xmlns:a16="http://schemas.microsoft.com/office/drawing/2014/main" id="{04F08D5B-239E-1FF0-4FCC-7AC6DEF18DFC}"/>
              </a:ext>
            </a:extLst>
          </p:cNvPr>
          <p:cNvSpPr txBox="1"/>
          <p:nvPr/>
        </p:nvSpPr>
        <p:spPr>
          <a:xfrm>
            <a:off x="5215469" y="3237891"/>
            <a:ext cx="462845" cy="584775"/>
          </a:xfrm>
          <a:prstGeom prst="rect">
            <a:avLst/>
          </a:prstGeom>
          <a:noFill/>
        </p:spPr>
        <p:txBody>
          <a:bodyPr wrap="square" rtlCol="0">
            <a:spAutoFit/>
          </a:bodyPr>
          <a:lstStyle/>
          <a:p>
            <a:pPr algn="ctr"/>
            <a:r>
              <a:rPr lang="en-US" sz="3200" dirty="0"/>
              <a:t>8</a:t>
            </a:r>
          </a:p>
        </p:txBody>
      </p:sp>
      <p:sp>
        <p:nvSpPr>
          <p:cNvPr id="59" name="TextBox 58">
            <a:extLst>
              <a:ext uri="{FF2B5EF4-FFF2-40B4-BE49-F238E27FC236}">
                <a16:creationId xmlns:a16="http://schemas.microsoft.com/office/drawing/2014/main" id="{6C510B19-3198-6775-4DB8-2969F74BB93A}"/>
              </a:ext>
            </a:extLst>
          </p:cNvPr>
          <p:cNvSpPr txBox="1"/>
          <p:nvPr/>
        </p:nvSpPr>
        <p:spPr>
          <a:xfrm>
            <a:off x="5715003" y="3237891"/>
            <a:ext cx="462845" cy="584775"/>
          </a:xfrm>
          <a:prstGeom prst="rect">
            <a:avLst/>
          </a:prstGeom>
          <a:noFill/>
        </p:spPr>
        <p:txBody>
          <a:bodyPr wrap="square" rtlCol="0">
            <a:spAutoFit/>
          </a:bodyPr>
          <a:lstStyle/>
          <a:p>
            <a:pPr algn="ctr"/>
            <a:r>
              <a:rPr lang="en-US" sz="3200" dirty="0"/>
              <a:t>8</a:t>
            </a:r>
          </a:p>
        </p:txBody>
      </p:sp>
      <p:sp>
        <p:nvSpPr>
          <p:cNvPr id="60" name="TextBox 59">
            <a:extLst>
              <a:ext uri="{FF2B5EF4-FFF2-40B4-BE49-F238E27FC236}">
                <a16:creationId xmlns:a16="http://schemas.microsoft.com/office/drawing/2014/main" id="{FC63EBB7-8DEA-A035-671B-095EFE94FBD9}"/>
              </a:ext>
            </a:extLst>
          </p:cNvPr>
          <p:cNvSpPr txBox="1"/>
          <p:nvPr/>
        </p:nvSpPr>
        <p:spPr>
          <a:xfrm>
            <a:off x="6214537" y="3237891"/>
            <a:ext cx="462845" cy="584775"/>
          </a:xfrm>
          <a:prstGeom prst="rect">
            <a:avLst/>
          </a:prstGeom>
          <a:noFill/>
        </p:spPr>
        <p:txBody>
          <a:bodyPr wrap="square" rtlCol="0">
            <a:spAutoFit/>
          </a:bodyPr>
          <a:lstStyle/>
          <a:p>
            <a:pPr algn="ctr"/>
            <a:r>
              <a:rPr lang="en-US" sz="3200" dirty="0"/>
              <a:t>8</a:t>
            </a:r>
          </a:p>
        </p:txBody>
      </p:sp>
      <p:sp>
        <p:nvSpPr>
          <p:cNvPr id="61" name="TextBox 60">
            <a:extLst>
              <a:ext uri="{FF2B5EF4-FFF2-40B4-BE49-F238E27FC236}">
                <a16:creationId xmlns:a16="http://schemas.microsoft.com/office/drawing/2014/main" id="{07A408D1-2795-2A51-8BEF-F3518493AC53}"/>
              </a:ext>
            </a:extLst>
          </p:cNvPr>
          <p:cNvSpPr txBox="1"/>
          <p:nvPr/>
        </p:nvSpPr>
        <p:spPr>
          <a:xfrm>
            <a:off x="6714071" y="3237891"/>
            <a:ext cx="462845" cy="584775"/>
          </a:xfrm>
          <a:prstGeom prst="rect">
            <a:avLst/>
          </a:prstGeom>
          <a:noFill/>
        </p:spPr>
        <p:txBody>
          <a:bodyPr wrap="square" rtlCol="0">
            <a:spAutoFit/>
          </a:bodyPr>
          <a:lstStyle/>
          <a:p>
            <a:pPr algn="ctr"/>
            <a:r>
              <a:rPr lang="en-US" sz="3200" dirty="0"/>
              <a:t>8</a:t>
            </a:r>
          </a:p>
        </p:txBody>
      </p:sp>
      <p:sp>
        <p:nvSpPr>
          <p:cNvPr id="62" name="TextBox 61">
            <a:extLst>
              <a:ext uri="{FF2B5EF4-FFF2-40B4-BE49-F238E27FC236}">
                <a16:creationId xmlns:a16="http://schemas.microsoft.com/office/drawing/2014/main" id="{1A778707-033E-7FA2-42DF-480BFEF412A3}"/>
              </a:ext>
            </a:extLst>
          </p:cNvPr>
          <p:cNvSpPr txBox="1"/>
          <p:nvPr/>
        </p:nvSpPr>
        <p:spPr>
          <a:xfrm>
            <a:off x="7213604" y="3237891"/>
            <a:ext cx="462845" cy="584775"/>
          </a:xfrm>
          <a:prstGeom prst="rect">
            <a:avLst/>
          </a:prstGeom>
          <a:noFill/>
        </p:spPr>
        <p:txBody>
          <a:bodyPr wrap="square" rtlCol="0">
            <a:spAutoFit/>
          </a:bodyPr>
          <a:lstStyle/>
          <a:p>
            <a:pPr algn="ctr"/>
            <a:r>
              <a:rPr lang="en-US" sz="3200" dirty="0"/>
              <a:t>8</a:t>
            </a:r>
          </a:p>
        </p:txBody>
      </p:sp>
      <p:sp>
        <p:nvSpPr>
          <p:cNvPr id="64" name="TextBox 63">
            <a:extLst>
              <a:ext uri="{FF2B5EF4-FFF2-40B4-BE49-F238E27FC236}">
                <a16:creationId xmlns:a16="http://schemas.microsoft.com/office/drawing/2014/main" id="{B2B1692B-0E77-4376-C7FF-6BEDD63BF2DE}"/>
              </a:ext>
            </a:extLst>
          </p:cNvPr>
          <p:cNvSpPr txBox="1"/>
          <p:nvPr/>
        </p:nvSpPr>
        <p:spPr>
          <a:xfrm>
            <a:off x="3217333" y="3741226"/>
            <a:ext cx="462845" cy="584775"/>
          </a:xfrm>
          <a:prstGeom prst="rect">
            <a:avLst/>
          </a:prstGeom>
          <a:noFill/>
        </p:spPr>
        <p:txBody>
          <a:bodyPr wrap="square" rtlCol="0">
            <a:spAutoFit/>
          </a:bodyPr>
          <a:lstStyle/>
          <a:p>
            <a:pPr algn="ctr"/>
            <a:r>
              <a:rPr lang="en-US" sz="3200" dirty="0"/>
              <a:t>8</a:t>
            </a:r>
          </a:p>
        </p:txBody>
      </p:sp>
      <p:sp>
        <p:nvSpPr>
          <p:cNvPr id="65" name="TextBox 64">
            <a:extLst>
              <a:ext uri="{FF2B5EF4-FFF2-40B4-BE49-F238E27FC236}">
                <a16:creationId xmlns:a16="http://schemas.microsoft.com/office/drawing/2014/main" id="{B1053752-9030-C29D-9833-883262A51684}"/>
              </a:ext>
            </a:extLst>
          </p:cNvPr>
          <p:cNvSpPr txBox="1"/>
          <p:nvPr/>
        </p:nvSpPr>
        <p:spPr>
          <a:xfrm>
            <a:off x="3716867" y="3741226"/>
            <a:ext cx="462845" cy="584775"/>
          </a:xfrm>
          <a:prstGeom prst="rect">
            <a:avLst/>
          </a:prstGeom>
          <a:noFill/>
        </p:spPr>
        <p:txBody>
          <a:bodyPr wrap="square" rtlCol="0">
            <a:spAutoFit/>
          </a:bodyPr>
          <a:lstStyle/>
          <a:p>
            <a:pPr algn="ctr"/>
            <a:r>
              <a:rPr lang="en-US" sz="3200" dirty="0"/>
              <a:t>8</a:t>
            </a:r>
          </a:p>
        </p:txBody>
      </p:sp>
      <p:sp>
        <p:nvSpPr>
          <p:cNvPr id="66" name="TextBox 65">
            <a:extLst>
              <a:ext uri="{FF2B5EF4-FFF2-40B4-BE49-F238E27FC236}">
                <a16:creationId xmlns:a16="http://schemas.microsoft.com/office/drawing/2014/main" id="{E37147F7-AE3B-012E-53BB-889E5E744C0C}"/>
              </a:ext>
            </a:extLst>
          </p:cNvPr>
          <p:cNvSpPr txBox="1"/>
          <p:nvPr/>
        </p:nvSpPr>
        <p:spPr>
          <a:xfrm>
            <a:off x="4216401" y="3741226"/>
            <a:ext cx="462845" cy="584775"/>
          </a:xfrm>
          <a:prstGeom prst="rect">
            <a:avLst/>
          </a:prstGeom>
          <a:noFill/>
        </p:spPr>
        <p:txBody>
          <a:bodyPr wrap="square" rtlCol="0">
            <a:spAutoFit/>
          </a:bodyPr>
          <a:lstStyle/>
          <a:p>
            <a:pPr algn="ctr"/>
            <a:r>
              <a:rPr lang="en-US" sz="3200" dirty="0"/>
              <a:t>8</a:t>
            </a:r>
          </a:p>
        </p:txBody>
      </p:sp>
      <p:sp>
        <p:nvSpPr>
          <p:cNvPr id="67" name="TextBox 66">
            <a:extLst>
              <a:ext uri="{FF2B5EF4-FFF2-40B4-BE49-F238E27FC236}">
                <a16:creationId xmlns:a16="http://schemas.microsoft.com/office/drawing/2014/main" id="{4AD2CEC6-2C4F-D2FE-6FE4-CFE4011CB0B2}"/>
              </a:ext>
            </a:extLst>
          </p:cNvPr>
          <p:cNvSpPr txBox="1"/>
          <p:nvPr/>
        </p:nvSpPr>
        <p:spPr>
          <a:xfrm>
            <a:off x="4715935" y="3741226"/>
            <a:ext cx="462845" cy="584775"/>
          </a:xfrm>
          <a:prstGeom prst="rect">
            <a:avLst/>
          </a:prstGeom>
          <a:noFill/>
        </p:spPr>
        <p:txBody>
          <a:bodyPr wrap="square" rtlCol="0">
            <a:spAutoFit/>
          </a:bodyPr>
          <a:lstStyle/>
          <a:p>
            <a:pPr algn="ctr"/>
            <a:r>
              <a:rPr lang="en-US" sz="3200" dirty="0"/>
              <a:t>8</a:t>
            </a:r>
          </a:p>
        </p:txBody>
      </p:sp>
      <p:sp>
        <p:nvSpPr>
          <p:cNvPr id="68" name="TextBox 67">
            <a:extLst>
              <a:ext uri="{FF2B5EF4-FFF2-40B4-BE49-F238E27FC236}">
                <a16:creationId xmlns:a16="http://schemas.microsoft.com/office/drawing/2014/main" id="{080537B0-8323-1A64-DF09-39FB32AAC482}"/>
              </a:ext>
            </a:extLst>
          </p:cNvPr>
          <p:cNvSpPr txBox="1"/>
          <p:nvPr/>
        </p:nvSpPr>
        <p:spPr>
          <a:xfrm>
            <a:off x="5215469" y="3741226"/>
            <a:ext cx="462845" cy="584775"/>
          </a:xfrm>
          <a:prstGeom prst="rect">
            <a:avLst/>
          </a:prstGeom>
          <a:noFill/>
        </p:spPr>
        <p:txBody>
          <a:bodyPr wrap="square" rtlCol="0">
            <a:spAutoFit/>
          </a:bodyPr>
          <a:lstStyle/>
          <a:p>
            <a:pPr algn="ctr"/>
            <a:r>
              <a:rPr lang="en-US" sz="3200" dirty="0"/>
              <a:t>8</a:t>
            </a:r>
          </a:p>
        </p:txBody>
      </p:sp>
      <p:sp>
        <p:nvSpPr>
          <p:cNvPr id="69" name="TextBox 68">
            <a:extLst>
              <a:ext uri="{FF2B5EF4-FFF2-40B4-BE49-F238E27FC236}">
                <a16:creationId xmlns:a16="http://schemas.microsoft.com/office/drawing/2014/main" id="{68D6592A-F37B-D23D-AD44-F04E1DAAF64C}"/>
              </a:ext>
            </a:extLst>
          </p:cNvPr>
          <p:cNvSpPr txBox="1"/>
          <p:nvPr/>
        </p:nvSpPr>
        <p:spPr>
          <a:xfrm>
            <a:off x="5715003" y="3741226"/>
            <a:ext cx="462845" cy="584775"/>
          </a:xfrm>
          <a:prstGeom prst="rect">
            <a:avLst/>
          </a:prstGeom>
          <a:noFill/>
        </p:spPr>
        <p:txBody>
          <a:bodyPr wrap="square" rtlCol="0">
            <a:spAutoFit/>
          </a:bodyPr>
          <a:lstStyle/>
          <a:p>
            <a:pPr algn="ctr"/>
            <a:r>
              <a:rPr lang="en-US" sz="3200" dirty="0"/>
              <a:t>8</a:t>
            </a:r>
          </a:p>
        </p:txBody>
      </p:sp>
      <p:sp>
        <p:nvSpPr>
          <p:cNvPr id="70" name="TextBox 69">
            <a:extLst>
              <a:ext uri="{FF2B5EF4-FFF2-40B4-BE49-F238E27FC236}">
                <a16:creationId xmlns:a16="http://schemas.microsoft.com/office/drawing/2014/main" id="{D2C1DE1F-157A-4870-A897-AD5741D3D062}"/>
              </a:ext>
            </a:extLst>
          </p:cNvPr>
          <p:cNvSpPr txBox="1"/>
          <p:nvPr/>
        </p:nvSpPr>
        <p:spPr>
          <a:xfrm>
            <a:off x="6214537" y="3741226"/>
            <a:ext cx="462845" cy="584775"/>
          </a:xfrm>
          <a:prstGeom prst="rect">
            <a:avLst/>
          </a:prstGeom>
          <a:noFill/>
        </p:spPr>
        <p:txBody>
          <a:bodyPr wrap="square" rtlCol="0">
            <a:spAutoFit/>
          </a:bodyPr>
          <a:lstStyle/>
          <a:p>
            <a:pPr algn="ctr"/>
            <a:r>
              <a:rPr lang="en-US" sz="3200" dirty="0"/>
              <a:t>8</a:t>
            </a:r>
          </a:p>
        </p:txBody>
      </p:sp>
      <p:sp>
        <p:nvSpPr>
          <p:cNvPr id="71" name="TextBox 70">
            <a:extLst>
              <a:ext uri="{FF2B5EF4-FFF2-40B4-BE49-F238E27FC236}">
                <a16:creationId xmlns:a16="http://schemas.microsoft.com/office/drawing/2014/main" id="{E2B2FA07-D551-8692-E1B6-CE27DBF0E8CD}"/>
              </a:ext>
            </a:extLst>
          </p:cNvPr>
          <p:cNvSpPr txBox="1"/>
          <p:nvPr/>
        </p:nvSpPr>
        <p:spPr>
          <a:xfrm>
            <a:off x="6714071" y="3741226"/>
            <a:ext cx="462845" cy="584775"/>
          </a:xfrm>
          <a:prstGeom prst="rect">
            <a:avLst/>
          </a:prstGeom>
          <a:noFill/>
        </p:spPr>
        <p:txBody>
          <a:bodyPr wrap="square" rtlCol="0">
            <a:spAutoFit/>
          </a:bodyPr>
          <a:lstStyle/>
          <a:p>
            <a:pPr algn="ctr"/>
            <a:r>
              <a:rPr lang="en-US" sz="3200" dirty="0"/>
              <a:t>8</a:t>
            </a:r>
          </a:p>
        </p:txBody>
      </p:sp>
      <p:sp>
        <p:nvSpPr>
          <p:cNvPr id="72" name="TextBox 71">
            <a:extLst>
              <a:ext uri="{FF2B5EF4-FFF2-40B4-BE49-F238E27FC236}">
                <a16:creationId xmlns:a16="http://schemas.microsoft.com/office/drawing/2014/main" id="{0DBF17E8-18BD-C042-E6F2-603E8EE78A32}"/>
              </a:ext>
            </a:extLst>
          </p:cNvPr>
          <p:cNvSpPr txBox="1"/>
          <p:nvPr/>
        </p:nvSpPr>
        <p:spPr>
          <a:xfrm>
            <a:off x="7213604" y="3741226"/>
            <a:ext cx="462845" cy="584775"/>
          </a:xfrm>
          <a:prstGeom prst="rect">
            <a:avLst/>
          </a:prstGeom>
          <a:noFill/>
        </p:spPr>
        <p:txBody>
          <a:bodyPr wrap="square" rtlCol="0">
            <a:spAutoFit/>
          </a:bodyPr>
          <a:lstStyle/>
          <a:p>
            <a:pPr algn="ctr"/>
            <a:r>
              <a:rPr lang="en-US" sz="3200" dirty="0"/>
              <a:t>8</a:t>
            </a:r>
          </a:p>
        </p:txBody>
      </p:sp>
      <p:sp>
        <p:nvSpPr>
          <p:cNvPr id="74" name="TextBox 73">
            <a:extLst>
              <a:ext uri="{FF2B5EF4-FFF2-40B4-BE49-F238E27FC236}">
                <a16:creationId xmlns:a16="http://schemas.microsoft.com/office/drawing/2014/main" id="{59053E0A-1A09-D426-1081-D848E9FE3760}"/>
              </a:ext>
            </a:extLst>
          </p:cNvPr>
          <p:cNvSpPr txBox="1"/>
          <p:nvPr/>
        </p:nvSpPr>
        <p:spPr>
          <a:xfrm>
            <a:off x="3217333" y="4244561"/>
            <a:ext cx="462845" cy="584775"/>
          </a:xfrm>
          <a:prstGeom prst="rect">
            <a:avLst/>
          </a:prstGeom>
          <a:noFill/>
        </p:spPr>
        <p:txBody>
          <a:bodyPr wrap="square" rtlCol="0">
            <a:spAutoFit/>
          </a:bodyPr>
          <a:lstStyle/>
          <a:p>
            <a:pPr algn="ctr"/>
            <a:r>
              <a:rPr lang="en-US" sz="3200" dirty="0"/>
              <a:t>8</a:t>
            </a:r>
          </a:p>
        </p:txBody>
      </p:sp>
      <p:sp>
        <p:nvSpPr>
          <p:cNvPr id="75" name="TextBox 74">
            <a:extLst>
              <a:ext uri="{FF2B5EF4-FFF2-40B4-BE49-F238E27FC236}">
                <a16:creationId xmlns:a16="http://schemas.microsoft.com/office/drawing/2014/main" id="{CBFA6531-FBE6-5D53-5C12-5684C04762A4}"/>
              </a:ext>
            </a:extLst>
          </p:cNvPr>
          <p:cNvSpPr txBox="1"/>
          <p:nvPr/>
        </p:nvSpPr>
        <p:spPr>
          <a:xfrm>
            <a:off x="3716867" y="4244561"/>
            <a:ext cx="462845" cy="584775"/>
          </a:xfrm>
          <a:prstGeom prst="rect">
            <a:avLst/>
          </a:prstGeom>
          <a:noFill/>
        </p:spPr>
        <p:txBody>
          <a:bodyPr wrap="square" rtlCol="0">
            <a:spAutoFit/>
          </a:bodyPr>
          <a:lstStyle/>
          <a:p>
            <a:pPr algn="ctr"/>
            <a:r>
              <a:rPr lang="en-US" sz="3200" dirty="0"/>
              <a:t>8</a:t>
            </a:r>
          </a:p>
        </p:txBody>
      </p:sp>
      <p:sp>
        <p:nvSpPr>
          <p:cNvPr id="76" name="TextBox 75">
            <a:extLst>
              <a:ext uri="{FF2B5EF4-FFF2-40B4-BE49-F238E27FC236}">
                <a16:creationId xmlns:a16="http://schemas.microsoft.com/office/drawing/2014/main" id="{253DA081-0DE0-137F-7136-8DADDE0F2CA8}"/>
              </a:ext>
            </a:extLst>
          </p:cNvPr>
          <p:cNvSpPr txBox="1"/>
          <p:nvPr/>
        </p:nvSpPr>
        <p:spPr>
          <a:xfrm>
            <a:off x="4216401" y="4244561"/>
            <a:ext cx="462845" cy="584775"/>
          </a:xfrm>
          <a:prstGeom prst="rect">
            <a:avLst/>
          </a:prstGeom>
          <a:noFill/>
        </p:spPr>
        <p:txBody>
          <a:bodyPr wrap="square" rtlCol="0">
            <a:spAutoFit/>
          </a:bodyPr>
          <a:lstStyle/>
          <a:p>
            <a:pPr algn="ctr"/>
            <a:r>
              <a:rPr lang="en-US" sz="3200" dirty="0"/>
              <a:t>8</a:t>
            </a:r>
          </a:p>
        </p:txBody>
      </p:sp>
      <p:sp>
        <p:nvSpPr>
          <p:cNvPr id="77" name="TextBox 76">
            <a:extLst>
              <a:ext uri="{FF2B5EF4-FFF2-40B4-BE49-F238E27FC236}">
                <a16:creationId xmlns:a16="http://schemas.microsoft.com/office/drawing/2014/main" id="{5367410F-ADD1-8006-218E-1093B4ED303A}"/>
              </a:ext>
            </a:extLst>
          </p:cNvPr>
          <p:cNvSpPr txBox="1"/>
          <p:nvPr/>
        </p:nvSpPr>
        <p:spPr>
          <a:xfrm>
            <a:off x="4715935" y="4244561"/>
            <a:ext cx="462845" cy="584775"/>
          </a:xfrm>
          <a:prstGeom prst="rect">
            <a:avLst/>
          </a:prstGeom>
          <a:noFill/>
        </p:spPr>
        <p:txBody>
          <a:bodyPr wrap="square" rtlCol="0">
            <a:spAutoFit/>
          </a:bodyPr>
          <a:lstStyle/>
          <a:p>
            <a:pPr algn="ctr"/>
            <a:r>
              <a:rPr lang="en-US" sz="3200" dirty="0"/>
              <a:t>8</a:t>
            </a:r>
          </a:p>
        </p:txBody>
      </p:sp>
      <p:sp>
        <p:nvSpPr>
          <p:cNvPr id="78" name="TextBox 77">
            <a:extLst>
              <a:ext uri="{FF2B5EF4-FFF2-40B4-BE49-F238E27FC236}">
                <a16:creationId xmlns:a16="http://schemas.microsoft.com/office/drawing/2014/main" id="{271A5C86-5ECE-083E-5505-4004ED2BCCE3}"/>
              </a:ext>
            </a:extLst>
          </p:cNvPr>
          <p:cNvSpPr txBox="1"/>
          <p:nvPr/>
        </p:nvSpPr>
        <p:spPr>
          <a:xfrm>
            <a:off x="5215469" y="4244561"/>
            <a:ext cx="462845" cy="584775"/>
          </a:xfrm>
          <a:prstGeom prst="rect">
            <a:avLst/>
          </a:prstGeom>
          <a:noFill/>
        </p:spPr>
        <p:txBody>
          <a:bodyPr wrap="square" rtlCol="0">
            <a:spAutoFit/>
          </a:bodyPr>
          <a:lstStyle/>
          <a:p>
            <a:pPr algn="ctr"/>
            <a:r>
              <a:rPr lang="en-US" sz="3200" dirty="0"/>
              <a:t>8</a:t>
            </a:r>
          </a:p>
        </p:txBody>
      </p:sp>
      <p:sp>
        <p:nvSpPr>
          <p:cNvPr id="79" name="TextBox 78">
            <a:extLst>
              <a:ext uri="{FF2B5EF4-FFF2-40B4-BE49-F238E27FC236}">
                <a16:creationId xmlns:a16="http://schemas.microsoft.com/office/drawing/2014/main" id="{9C34CEAD-D4FB-A94A-B119-4E470D0323A1}"/>
              </a:ext>
            </a:extLst>
          </p:cNvPr>
          <p:cNvSpPr txBox="1"/>
          <p:nvPr/>
        </p:nvSpPr>
        <p:spPr>
          <a:xfrm>
            <a:off x="5715003" y="4244561"/>
            <a:ext cx="462845" cy="584775"/>
          </a:xfrm>
          <a:prstGeom prst="rect">
            <a:avLst/>
          </a:prstGeom>
          <a:noFill/>
        </p:spPr>
        <p:txBody>
          <a:bodyPr wrap="square" rtlCol="0">
            <a:spAutoFit/>
          </a:bodyPr>
          <a:lstStyle/>
          <a:p>
            <a:pPr algn="ctr"/>
            <a:r>
              <a:rPr lang="en-US" sz="3200" dirty="0"/>
              <a:t>8</a:t>
            </a:r>
          </a:p>
        </p:txBody>
      </p:sp>
      <p:sp>
        <p:nvSpPr>
          <p:cNvPr id="80" name="TextBox 79">
            <a:extLst>
              <a:ext uri="{FF2B5EF4-FFF2-40B4-BE49-F238E27FC236}">
                <a16:creationId xmlns:a16="http://schemas.microsoft.com/office/drawing/2014/main" id="{118432DD-6D87-FFE3-332E-6C529044D634}"/>
              </a:ext>
            </a:extLst>
          </p:cNvPr>
          <p:cNvSpPr txBox="1"/>
          <p:nvPr/>
        </p:nvSpPr>
        <p:spPr>
          <a:xfrm>
            <a:off x="6214537" y="4244561"/>
            <a:ext cx="462845" cy="584775"/>
          </a:xfrm>
          <a:prstGeom prst="rect">
            <a:avLst/>
          </a:prstGeom>
          <a:noFill/>
        </p:spPr>
        <p:txBody>
          <a:bodyPr wrap="square" rtlCol="0">
            <a:spAutoFit/>
          </a:bodyPr>
          <a:lstStyle/>
          <a:p>
            <a:pPr algn="ctr"/>
            <a:r>
              <a:rPr lang="en-US" sz="3200" dirty="0"/>
              <a:t>8</a:t>
            </a:r>
          </a:p>
        </p:txBody>
      </p:sp>
      <p:sp>
        <p:nvSpPr>
          <p:cNvPr id="81" name="TextBox 80">
            <a:extLst>
              <a:ext uri="{FF2B5EF4-FFF2-40B4-BE49-F238E27FC236}">
                <a16:creationId xmlns:a16="http://schemas.microsoft.com/office/drawing/2014/main" id="{C034B78B-C7C1-C652-6232-B07315E13A39}"/>
              </a:ext>
            </a:extLst>
          </p:cNvPr>
          <p:cNvSpPr txBox="1"/>
          <p:nvPr/>
        </p:nvSpPr>
        <p:spPr>
          <a:xfrm>
            <a:off x="6714071" y="4244561"/>
            <a:ext cx="462845" cy="584775"/>
          </a:xfrm>
          <a:prstGeom prst="rect">
            <a:avLst/>
          </a:prstGeom>
          <a:noFill/>
        </p:spPr>
        <p:txBody>
          <a:bodyPr wrap="square" rtlCol="0">
            <a:spAutoFit/>
          </a:bodyPr>
          <a:lstStyle/>
          <a:p>
            <a:pPr algn="ctr"/>
            <a:r>
              <a:rPr lang="en-US" sz="3200" dirty="0"/>
              <a:t>8</a:t>
            </a:r>
          </a:p>
        </p:txBody>
      </p:sp>
      <p:sp>
        <p:nvSpPr>
          <p:cNvPr id="82" name="TextBox 81">
            <a:extLst>
              <a:ext uri="{FF2B5EF4-FFF2-40B4-BE49-F238E27FC236}">
                <a16:creationId xmlns:a16="http://schemas.microsoft.com/office/drawing/2014/main" id="{AAA7508F-BC5C-BD63-FE35-CF0C611C8C7D}"/>
              </a:ext>
            </a:extLst>
          </p:cNvPr>
          <p:cNvSpPr txBox="1"/>
          <p:nvPr/>
        </p:nvSpPr>
        <p:spPr>
          <a:xfrm>
            <a:off x="7213604" y="4244561"/>
            <a:ext cx="462845" cy="584775"/>
          </a:xfrm>
          <a:prstGeom prst="rect">
            <a:avLst/>
          </a:prstGeom>
          <a:noFill/>
        </p:spPr>
        <p:txBody>
          <a:bodyPr wrap="square" rtlCol="0">
            <a:spAutoFit/>
          </a:bodyPr>
          <a:lstStyle/>
          <a:p>
            <a:pPr algn="ctr"/>
            <a:r>
              <a:rPr lang="en-US" sz="3200" dirty="0"/>
              <a:t>8</a:t>
            </a:r>
          </a:p>
        </p:txBody>
      </p:sp>
      <p:sp>
        <p:nvSpPr>
          <p:cNvPr id="84" name="TextBox 83">
            <a:extLst>
              <a:ext uri="{FF2B5EF4-FFF2-40B4-BE49-F238E27FC236}">
                <a16:creationId xmlns:a16="http://schemas.microsoft.com/office/drawing/2014/main" id="{77441B13-F709-9820-92EB-A0AEF4B46CA8}"/>
              </a:ext>
            </a:extLst>
          </p:cNvPr>
          <p:cNvSpPr txBox="1"/>
          <p:nvPr/>
        </p:nvSpPr>
        <p:spPr>
          <a:xfrm>
            <a:off x="3217333" y="4747898"/>
            <a:ext cx="462845" cy="584775"/>
          </a:xfrm>
          <a:prstGeom prst="rect">
            <a:avLst/>
          </a:prstGeom>
          <a:noFill/>
        </p:spPr>
        <p:txBody>
          <a:bodyPr wrap="square" rtlCol="0">
            <a:spAutoFit/>
          </a:bodyPr>
          <a:lstStyle/>
          <a:p>
            <a:pPr algn="ctr"/>
            <a:r>
              <a:rPr lang="en-US" sz="3200" dirty="0"/>
              <a:t>8</a:t>
            </a:r>
          </a:p>
        </p:txBody>
      </p:sp>
      <p:sp>
        <p:nvSpPr>
          <p:cNvPr id="85" name="TextBox 84">
            <a:extLst>
              <a:ext uri="{FF2B5EF4-FFF2-40B4-BE49-F238E27FC236}">
                <a16:creationId xmlns:a16="http://schemas.microsoft.com/office/drawing/2014/main" id="{26CD92CE-63A8-D4B6-DDCC-0CA41368B0E0}"/>
              </a:ext>
            </a:extLst>
          </p:cNvPr>
          <p:cNvSpPr txBox="1"/>
          <p:nvPr/>
        </p:nvSpPr>
        <p:spPr>
          <a:xfrm>
            <a:off x="3716867" y="4747898"/>
            <a:ext cx="462845" cy="584775"/>
          </a:xfrm>
          <a:prstGeom prst="rect">
            <a:avLst/>
          </a:prstGeom>
          <a:noFill/>
        </p:spPr>
        <p:txBody>
          <a:bodyPr wrap="square" rtlCol="0">
            <a:spAutoFit/>
          </a:bodyPr>
          <a:lstStyle/>
          <a:p>
            <a:pPr algn="ctr"/>
            <a:r>
              <a:rPr lang="en-US" sz="3200" dirty="0"/>
              <a:t>8</a:t>
            </a:r>
          </a:p>
        </p:txBody>
      </p:sp>
      <p:sp>
        <p:nvSpPr>
          <p:cNvPr id="86" name="TextBox 85">
            <a:extLst>
              <a:ext uri="{FF2B5EF4-FFF2-40B4-BE49-F238E27FC236}">
                <a16:creationId xmlns:a16="http://schemas.microsoft.com/office/drawing/2014/main" id="{5AF486AD-8C07-4391-8BC5-1CF73DB284CE}"/>
              </a:ext>
            </a:extLst>
          </p:cNvPr>
          <p:cNvSpPr txBox="1"/>
          <p:nvPr/>
        </p:nvSpPr>
        <p:spPr>
          <a:xfrm>
            <a:off x="4216401" y="4747898"/>
            <a:ext cx="462845" cy="584775"/>
          </a:xfrm>
          <a:prstGeom prst="rect">
            <a:avLst/>
          </a:prstGeom>
          <a:noFill/>
        </p:spPr>
        <p:txBody>
          <a:bodyPr wrap="square" rtlCol="0">
            <a:spAutoFit/>
          </a:bodyPr>
          <a:lstStyle/>
          <a:p>
            <a:pPr algn="ctr"/>
            <a:r>
              <a:rPr lang="en-US" sz="3200" dirty="0"/>
              <a:t>8</a:t>
            </a:r>
          </a:p>
        </p:txBody>
      </p:sp>
      <p:sp>
        <p:nvSpPr>
          <p:cNvPr id="87" name="TextBox 86">
            <a:extLst>
              <a:ext uri="{FF2B5EF4-FFF2-40B4-BE49-F238E27FC236}">
                <a16:creationId xmlns:a16="http://schemas.microsoft.com/office/drawing/2014/main" id="{E0D8D130-CB07-06CB-9DF3-77ABEFBEB746}"/>
              </a:ext>
            </a:extLst>
          </p:cNvPr>
          <p:cNvSpPr txBox="1"/>
          <p:nvPr/>
        </p:nvSpPr>
        <p:spPr>
          <a:xfrm>
            <a:off x="4715935" y="4747898"/>
            <a:ext cx="462845" cy="584775"/>
          </a:xfrm>
          <a:prstGeom prst="rect">
            <a:avLst/>
          </a:prstGeom>
          <a:noFill/>
        </p:spPr>
        <p:txBody>
          <a:bodyPr wrap="square" rtlCol="0">
            <a:spAutoFit/>
          </a:bodyPr>
          <a:lstStyle/>
          <a:p>
            <a:pPr algn="ctr"/>
            <a:r>
              <a:rPr lang="en-US" sz="3200" dirty="0"/>
              <a:t>8</a:t>
            </a:r>
          </a:p>
        </p:txBody>
      </p:sp>
      <p:sp>
        <p:nvSpPr>
          <p:cNvPr id="88" name="TextBox 87">
            <a:extLst>
              <a:ext uri="{FF2B5EF4-FFF2-40B4-BE49-F238E27FC236}">
                <a16:creationId xmlns:a16="http://schemas.microsoft.com/office/drawing/2014/main" id="{5342847E-040E-264F-0ED3-75738365A16F}"/>
              </a:ext>
            </a:extLst>
          </p:cNvPr>
          <p:cNvSpPr txBox="1"/>
          <p:nvPr/>
        </p:nvSpPr>
        <p:spPr>
          <a:xfrm>
            <a:off x="5215469" y="4747898"/>
            <a:ext cx="462845" cy="584775"/>
          </a:xfrm>
          <a:prstGeom prst="rect">
            <a:avLst/>
          </a:prstGeom>
          <a:noFill/>
        </p:spPr>
        <p:txBody>
          <a:bodyPr wrap="square" rtlCol="0">
            <a:spAutoFit/>
          </a:bodyPr>
          <a:lstStyle/>
          <a:p>
            <a:pPr algn="ctr"/>
            <a:r>
              <a:rPr lang="en-US" sz="3200" dirty="0"/>
              <a:t>8</a:t>
            </a:r>
          </a:p>
        </p:txBody>
      </p:sp>
      <p:sp>
        <p:nvSpPr>
          <p:cNvPr id="89" name="TextBox 88">
            <a:extLst>
              <a:ext uri="{FF2B5EF4-FFF2-40B4-BE49-F238E27FC236}">
                <a16:creationId xmlns:a16="http://schemas.microsoft.com/office/drawing/2014/main" id="{ADD8AEEE-6363-1C8A-6CDF-CD7FCF7D5FD4}"/>
              </a:ext>
            </a:extLst>
          </p:cNvPr>
          <p:cNvSpPr txBox="1"/>
          <p:nvPr/>
        </p:nvSpPr>
        <p:spPr>
          <a:xfrm>
            <a:off x="5715003" y="4747898"/>
            <a:ext cx="462845" cy="584775"/>
          </a:xfrm>
          <a:prstGeom prst="rect">
            <a:avLst/>
          </a:prstGeom>
          <a:noFill/>
        </p:spPr>
        <p:txBody>
          <a:bodyPr wrap="square" rtlCol="0">
            <a:spAutoFit/>
          </a:bodyPr>
          <a:lstStyle/>
          <a:p>
            <a:pPr algn="ctr"/>
            <a:r>
              <a:rPr lang="en-US" sz="3200" dirty="0"/>
              <a:t>8</a:t>
            </a:r>
          </a:p>
        </p:txBody>
      </p:sp>
      <p:sp>
        <p:nvSpPr>
          <p:cNvPr id="90" name="TextBox 89">
            <a:extLst>
              <a:ext uri="{FF2B5EF4-FFF2-40B4-BE49-F238E27FC236}">
                <a16:creationId xmlns:a16="http://schemas.microsoft.com/office/drawing/2014/main" id="{DFA86441-FB97-7C14-B21D-EFB4F3D80E6B}"/>
              </a:ext>
            </a:extLst>
          </p:cNvPr>
          <p:cNvSpPr txBox="1"/>
          <p:nvPr/>
        </p:nvSpPr>
        <p:spPr>
          <a:xfrm>
            <a:off x="6214537" y="4747898"/>
            <a:ext cx="462845" cy="584775"/>
          </a:xfrm>
          <a:prstGeom prst="rect">
            <a:avLst/>
          </a:prstGeom>
          <a:noFill/>
        </p:spPr>
        <p:txBody>
          <a:bodyPr wrap="square" rtlCol="0">
            <a:spAutoFit/>
          </a:bodyPr>
          <a:lstStyle/>
          <a:p>
            <a:pPr algn="ctr"/>
            <a:r>
              <a:rPr lang="en-US" sz="3200" dirty="0"/>
              <a:t>8</a:t>
            </a:r>
          </a:p>
        </p:txBody>
      </p:sp>
      <p:sp>
        <p:nvSpPr>
          <p:cNvPr id="91" name="TextBox 90">
            <a:extLst>
              <a:ext uri="{FF2B5EF4-FFF2-40B4-BE49-F238E27FC236}">
                <a16:creationId xmlns:a16="http://schemas.microsoft.com/office/drawing/2014/main" id="{0375B3B4-6CBC-7F70-1236-9F1B5FE11D8E}"/>
              </a:ext>
            </a:extLst>
          </p:cNvPr>
          <p:cNvSpPr txBox="1"/>
          <p:nvPr/>
        </p:nvSpPr>
        <p:spPr>
          <a:xfrm>
            <a:off x="6714071" y="4747898"/>
            <a:ext cx="462845" cy="584775"/>
          </a:xfrm>
          <a:prstGeom prst="rect">
            <a:avLst/>
          </a:prstGeom>
          <a:noFill/>
        </p:spPr>
        <p:txBody>
          <a:bodyPr wrap="square" rtlCol="0">
            <a:spAutoFit/>
          </a:bodyPr>
          <a:lstStyle/>
          <a:p>
            <a:pPr algn="ctr"/>
            <a:r>
              <a:rPr lang="en-US" sz="3200" dirty="0"/>
              <a:t>8</a:t>
            </a:r>
          </a:p>
        </p:txBody>
      </p:sp>
      <p:sp>
        <p:nvSpPr>
          <p:cNvPr id="92" name="TextBox 91">
            <a:extLst>
              <a:ext uri="{FF2B5EF4-FFF2-40B4-BE49-F238E27FC236}">
                <a16:creationId xmlns:a16="http://schemas.microsoft.com/office/drawing/2014/main" id="{67CBCBB2-88D7-BCE3-7916-11F0F236BF4A}"/>
              </a:ext>
            </a:extLst>
          </p:cNvPr>
          <p:cNvSpPr txBox="1"/>
          <p:nvPr/>
        </p:nvSpPr>
        <p:spPr>
          <a:xfrm>
            <a:off x="7213604" y="4747898"/>
            <a:ext cx="462845" cy="584775"/>
          </a:xfrm>
          <a:prstGeom prst="rect">
            <a:avLst/>
          </a:prstGeom>
          <a:noFill/>
        </p:spPr>
        <p:txBody>
          <a:bodyPr wrap="square" rtlCol="0">
            <a:spAutoFit/>
          </a:bodyPr>
          <a:lstStyle/>
          <a:p>
            <a:pPr algn="ctr"/>
            <a:r>
              <a:rPr lang="en-US" sz="3200" dirty="0"/>
              <a:t>8</a:t>
            </a:r>
          </a:p>
        </p:txBody>
      </p:sp>
    </p:spTree>
    <p:extLst>
      <p:ext uri="{BB962C8B-B14F-4D97-AF65-F5344CB8AC3E}">
        <p14:creationId xmlns:p14="http://schemas.microsoft.com/office/powerpoint/2010/main" val="1436419386"/>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BCB454D7-CEE4-838B-D109-D776E2EA1CEE}"/>
              </a:ext>
            </a:extLst>
          </p:cNvPr>
          <p:cNvSpPr>
            <a:spLocks noGrp="1"/>
          </p:cNvSpPr>
          <p:nvPr>
            <p:ph sz="half" idx="1"/>
          </p:nvPr>
        </p:nvSpPr>
        <p:spPr/>
        <p:txBody>
          <a:bodyPr/>
          <a:lstStyle/>
          <a:p>
            <a:endParaRPr lang="en-US"/>
          </a:p>
        </p:txBody>
      </p:sp>
      <p:sp>
        <p:nvSpPr>
          <p:cNvPr id="84" name="TextBox 83">
            <a:extLst>
              <a:ext uri="{FF2B5EF4-FFF2-40B4-BE49-F238E27FC236}">
                <a16:creationId xmlns:a16="http://schemas.microsoft.com/office/drawing/2014/main" id="{FF60C56B-03A8-4A01-C370-4161AC79EB30}"/>
              </a:ext>
            </a:extLst>
          </p:cNvPr>
          <p:cNvSpPr txBox="1"/>
          <p:nvPr/>
        </p:nvSpPr>
        <p:spPr>
          <a:xfrm>
            <a:off x="3640666" y="901933"/>
            <a:ext cx="570089" cy="230832"/>
          </a:xfrm>
          <a:prstGeom prst="rect">
            <a:avLst/>
          </a:prstGeom>
          <a:noFill/>
        </p:spPr>
        <p:txBody>
          <a:bodyPr wrap="square" rtlCol="0">
            <a:spAutoFit/>
          </a:bodyPr>
          <a:lstStyle/>
          <a:p>
            <a:pPr algn="ctr"/>
            <a:r>
              <a:rPr lang="en-US" sz="900" dirty="0"/>
              <a:t>123456</a:t>
            </a:r>
          </a:p>
        </p:txBody>
      </p:sp>
      <p:sp>
        <p:nvSpPr>
          <p:cNvPr id="85" name="TextBox 84">
            <a:extLst>
              <a:ext uri="{FF2B5EF4-FFF2-40B4-BE49-F238E27FC236}">
                <a16:creationId xmlns:a16="http://schemas.microsoft.com/office/drawing/2014/main" id="{BF9BFDB4-9AD7-FA30-A0F2-18859BAA297D}"/>
              </a:ext>
            </a:extLst>
          </p:cNvPr>
          <p:cNvSpPr txBox="1"/>
          <p:nvPr/>
        </p:nvSpPr>
        <p:spPr>
          <a:xfrm>
            <a:off x="4143022" y="901933"/>
            <a:ext cx="570089" cy="230832"/>
          </a:xfrm>
          <a:prstGeom prst="rect">
            <a:avLst/>
          </a:prstGeom>
          <a:noFill/>
        </p:spPr>
        <p:txBody>
          <a:bodyPr wrap="square" rtlCol="0">
            <a:spAutoFit/>
          </a:bodyPr>
          <a:lstStyle/>
          <a:p>
            <a:pPr algn="ctr"/>
            <a:r>
              <a:rPr lang="en-US" sz="900" dirty="0"/>
              <a:t>123456</a:t>
            </a:r>
          </a:p>
        </p:txBody>
      </p:sp>
      <p:sp>
        <p:nvSpPr>
          <p:cNvPr id="86" name="TextBox 85">
            <a:extLst>
              <a:ext uri="{FF2B5EF4-FFF2-40B4-BE49-F238E27FC236}">
                <a16:creationId xmlns:a16="http://schemas.microsoft.com/office/drawing/2014/main" id="{1640DD29-1195-EF1F-8B16-EF9A84420D30}"/>
              </a:ext>
            </a:extLst>
          </p:cNvPr>
          <p:cNvSpPr txBox="1"/>
          <p:nvPr/>
        </p:nvSpPr>
        <p:spPr>
          <a:xfrm>
            <a:off x="4645378" y="901933"/>
            <a:ext cx="570089" cy="230832"/>
          </a:xfrm>
          <a:prstGeom prst="rect">
            <a:avLst/>
          </a:prstGeom>
          <a:noFill/>
        </p:spPr>
        <p:txBody>
          <a:bodyPr wrap="square" rtlCol="0">
            <a:spAutoFit/>
          </a:bodyPr>
          <a:lstStyle/>
          <a:p>
            <a:pPr algn="ctr"/>
            <a:r>
              <a:rPr lang="en-US" sz="900" dirty="0"/>
              <a:t>123456</a:t>
            </a:r>
          </a:p>
        </p:txBody>
      </p:sp>
      <p:sp>
        <p:nvSpPr>
          <p:cNvPr id="87" name="TextBox 86">
            <a:extLst>
              <a:ext uri="{FF2B5EF4-FFF2-40B4-BE49-F238E27FC236}">
                <a16:creationId xmlns:a16="http://schemas.microsoft.com/office/drawing/2014/main" id="{3E2A5CBA-3D0B-3A96-9C98-B514696923EE}"/>
              </a:ext>
            </a:extLst>
          </p:cNvPr>
          <p:cNvSpPr txBox="1"/>
          <p:nvPr/>
        </p:nvSpPr>
        <p:spPr>
          <a:xfrm>
            <a:off x="5147734" y="901933"/>
            <a:ext cx="570089" cy="230832"/>
          </a:xfrm>
          <a:prstGeom prst="rect">
            <a:avLst/>
          </a:prstGeom>
          <a:noFill/>
        </p:spPr>
        <p:txBody>
          <a:bodyPr wrap="square" rtlCol="0">
            <a:spAutoFit/>
          </a:bodyPr>
          <a:lstStyle/>
          <a:p>
            <a:pPr algn="ctr"/>
            <a:r>
              <a:rPr lang="en-US" sz="900" dirty="0"/>
              <a:t>123456</a:t>
            </a:r>
          </a:p>
        </p:txBody>
      </p:sp>
      <p:sp>
        <p:nvSpPr>
          <p:cNvPr id="88" name="TextBox 87">
            <a:extLst>
              <a:ext uri="{FF2B5EF4-FFF2-40B4-BE49-F238E27FC236}">
                <a16:creationId xmlns:a16="http://schemas.microsoft.com/office/drawing/2014/main" id="{A1FC491A-E2DD-10AD-68CE-6D3EEEB4EF94}"/>
              </a:ext>
            </a:extLst>
          </p:cNvPr>
          <p:cNvSpPr txBox="1"/>
          <p:nvPr/>
        </p:nvSpPr>
        <p:spPr>
          <a:xfrm>
            <a:off x="5650090" y="901933"/>
            <a:ext cx="570089" cy="230832"/>
          </a:xfrm>
          <a:prstGeom prst="rect">
            <a:avLst/>
          </a:prstGeom>
          <a:noFill/>
        </p:spPr>
        <p:txBody>
          <a:bodyPr wrap="square" rtlCol="0">
            <a:spAutoFit/>
          </a:bodyPr>
          <a:lstStyle/>
          <a:p>
            <a:pPr algn="ctr"/>
            <a:r>
              <a:rPr lang="en-US" sz="900" dirty="0"/>
              <a:t>123456</a:t>
            </a:r>
          </a:p>
        </p:txBody>
      </p:sp>
      <p:sp>
        <p:nvSpPr>
          <p:cNvPr id="89" name="TextBox 88">
            <a:extLst>
              <a:ext uri="{FF2B5EF4-FFF2-40B4-BE49-F238E27FC236}">
                <a16:creationId xmlns:a16="http://schemas.microsoft.com/office/drawing/2014/main" id="{80609A37-C41C-8535-9A55-84CA0EE83E45}"/>
              </a:ext>
            </a:extLst>
          </p:cNvPr>
          <p:cNvSpPr txBox="1"/>
          <p:nvPr/>
        </p:nvSpPr>
        <p:spPr>
          <a:xfrm>
            <a:off x="6152446" y="901933"/>
            <a:ext cx="570089" cy="230832"/>
          </a:xfrm>
          <a:prstGeom prst="rect">
            <a:avLst/>
          </a:prstGeom>
          <a:noFill/>
        </p:spPr>
        <p:txBody>
          <a:bodyPr wrap="square" rtlCol="0">
            <a:spAutoFit/>
          </a:bodyPr>
          <a:lstStyle/>
          <a:p>
            <a:pPr algn="ctr"/>
            <a:r>
              <a:rPr lang="en-US" sz="900" dirty="0"/>
              <a:t>123456</a:t>
            </a:r>
          </a:p>
        </p:txBody>
      </p:sp>
      <p:sp>
        <p:nvSpPr>
          <p:cNvPr id="90" name="TextBox 89">
            <a:extLst>
              <a:ext uri="{FF2B5EF4-FFF2-40B4-BE49-F238E27FC236}">
                <a16:creationId xmlns:a16="http://schemas.microsoft.com/office/drawing/2014/main" id="{A5A078A7-AA12-A695-6E1C-F4ADCC0563A3}"/>
              </a:ext>
            </a:extLst>
          </p:cNvPr>
          <p:cNvSpPr txBox="1"/>
          <p:nvPr/>
        </p:nvSpPr>
        <p:spPr>
          <a:xfrm>
            <a:off x="6654802" y="901933"/>
            <a:ext cx="570089" cy="230832"/>
          </a:xfrm>
          <a:prstGeom prst="rect">
            <a:avLst/>
          </a:prstGeom>
          <a:noFill/>
        </p:spPr>
        <p:txBody>
          <a:bodyPr wrap="square" rtlCol="0">
            <a:spAutoFit/>
          </a:bodyPr>
          <a:lstStyle/>
          <a:p>
            <a:pPr algn="ctr"/>
            <a:r>
              <a:rPr lang="en-US" sz="900" dirty="0"/>
              <a:t>123456</a:t>
            </a:r>
          </a:p>
        </p:txBody>
      </p:sp>
      <p:sp>
        <p:nvSpPr>
          <p:cNvPr id="91" name="TextBox 90">
            <a:extLst>
              <a:ext uri="{FF2B5EF4-FFF2-40B4-BE49-F238E27FC236}">
                <a16:creationId xmlns:a16="http://schemas.microsoft.com/office/drawing/2014/main" id="{4E91BCC9-7513-6620-4D5A-3AF70159AADC}"/>
              </a:ext>
            </a:extLst>
          </p:cNvPr>
          <p:cNvSpPr txBox="1"/>
          <p:nvPr/>
        </p:nvSpPr>
        <p:spPr>
          <a:xfrm>
            <a:off x="7157158" y="901933"/>
            <a:ext cx="570089" cy="230832"/>
          </a:xfrm>
          <a:prstGeom prst="rect">
            <a:avLst/>
          </a:prstGeom>
          <a:noFill/>
        </p:spPr>
        <p:txBody>
          <a:bodyPr wrap="square" rtlCol="0">
            <a:spAutoFit/>
          </a:bodyPr>
          <a:lstStyle/>
          <a:p>
            <a:pPr algn="ctr"/>
            <a:r>
              <a:rPr lang="en-US" sz="900" dirty="0"/>
              <a:t>123456</a:t>
            </a:r>
          </a:p>
        </p:txBody>
      </p:sp>
      <p:sp>
        <p:nvSpPr>
          <p:cNvPr id="92" name="TextBox 91">
            <a:extLst>
              <a:ext uri="{FF2B5EF4-FFF2-40B4-BE49-F238E27FC236}">
                <a16:creationId xmlns:a16="http://schemas.microsoft.com/office/drawing/2014/main" id="{5E04531A-D14B-3018-AA2E-66D8F2ECA708}"/>
              </a:ext>
            </a:extLst>
          </p:cNvPr>
          <p:cNvSpPr txBox="1"/>
          <p:nvPr/>
        </p:nvSpPr>
        <p:spPr>
          <a:xfrm>
            <a:off x="3138310" y="901933"/>
            <a:ext cx="570089" cy="230832"/>
          </a:xfrm>
          <a:prstGeom prst="rect">
            <a:avLst/>
          </a:prstGeom>
          <a:noFill/>
        </p:spPr>
        <p:txBody>
          <a:bodyPr wrap="square" rtlCol="0">
            <a:spAutoFit/>
          </a:bodyPr>
          <a:lstStyle/>
          <a:p>
            <a:pPr algn="ctr"/>
            <a:r>
              <a:rPr lang="en-US" sz="900" dirty="0"/>
              <a:t>123456</a:t>
            </a:r>
          </a:p>
        </p:txBody>
      </p:sp>
      <p:sp>
        <p:nvSpPr>
          <p:cNvPr id="95" name="TextBox 94">
            <a:extLst>
              <a:ext uri="{FF2B5EF4-FFF2-40B4-BE49-F238E27FC236}">
                <a16:creationId xmlns:a16="http://schemas.microsoft.com/office/drawing/2014/main" id="{8A3750D2-4D6A-C174-AB75-74C97E3EEC1C}"/>
              </a:ext>
            </a:extLst>
          </p:cNvPr>
          <p:cNvSpPr txBox="1"/>
          <p:nvPr/>
        </p:nvSpPr>
        <p:spPr>
          <a:xfrm>
            <a:off x="3640666" y="1402877"/>
            <a:ext cx="570089" cy="230832"/>
          </a:xfrm>
          <a:prstGeom prst="rect">
            <a:avLst/>
          </a:prstGeom>
          <a:noFill/>
        </p:spPr>
        <p:txBody>
          <a:bodyPr wrap="square" rtlCol="0">
            <a:spAutoFit/>
          </a:bodyPr>
          <a:lstStyle/>
          <a:p>
            <a:pPr algn="ctr"/>
            <a:r>
              <a:rPr lang="en-US" sz="900" dirty="0"/>
              <a:t>123456</a:t>
            </a:r>
          </a:p>
        </p:txBody>
      </p:sp>
      <p:sp>
        <p:nvSpPr>
          <p:cNvPr id="96" name="TextBox 95">
            <a:extLst>
              <a:ext uri="{FF2B5EF4-FFF2-40B4-BE49-F238E27FC236}">
                <a16:creationId xmlns:a16="http://schemas.microsoft.com/office/drawing/2014/main" id="{BD3B98C3-B2F4-A745-E9FE-7302EBAADA10}"/>
              </a:ext>
            </a:extLst>
          </p:cNvPr>
          <p:cNvSpPr txBox="1"/>
          <p:nvPr/>
        </p:nvSpPr>
        <p:spPr>
          <a:xfrm>
            <a:off x="4143022" y="1402877"/>
            <a:ext cx="570089" cy="230832"/>
          </a:xfrm>
          <a:prstGeom prst="rect">
            <a:avLst/>
          </a:prstGeom>
          <a:noFill/>
        </p:spPr>
        <p:txBody>
          <a:bodyPr wrap="square" rtlCol="0">
            <a:spAutoFit/>
          </a:bodyPr>
          <a:lstStyle/>
          <a:p>
            <a:pPr algn="ctr"/>
            <a:r>
              <a:rPr lang="en-US" sz="900" dirty="0"/>
              <a:t>123456</a:t>
            </a:r>
          </a:p>
        </p:txBody>
      </p:sp>
      <p:sp>
        <p:nvSpPr>
          <p:cNvPr id="97" name="TextBox 96">
            <a:extLst>
              <a:ext uri="{FF2B5EF4-FFF2-40B4-BE49-F238E27FC236}">
                <a16:creationId xmlns:a16="http://schemas.microsoft.com/office/drawing/2014/main" id="{53D9B785-7EEC-3C3E-D9D3-00ADFA3FA1B1}"/>
              </a:ext>
            </a:extLst>
          </p:cNvPr>
          <p:cNvSpPr txBox="1"/>
          <p:nvPr/>
        </p:nvSpPr>
        <p:spPr>
          <a:xfrm>
            <a:off x="4645378" y="1402877"/>
            <a:ext cx="570089" cy="230832"/>
          </a:xfrm>
          <a:prstGeom prst="rect">
            <a:avLst/>
          </a:prstGeom>
          <a:noFill/>
        </p:spPr>
        <p:txBody>
          <a:bodyPr wrap="square" rtlCol="0">
            <a:spAutoFit/>
          </a:bodyPr>
          <a:lstStyle/>
          <a:p>
            <a:pPr algn="ctr"/>
            <a:r>
              <a:rPr lang="en-US" sz="900" dirty="0"/>
              <a:t>123456</a:t>
            </a:r>
          </a:p>
        </p:txBody>
      </p:sp>
      <p:sp>
        <p:nvSpPr>
          <p:cNvPr id="98" name="TextBox 97">
            <a:extLst>
              <a:ext uri="{FF2B5EF4-FFF2-40B4-BE49-F238E27FC236}">
                <a16:creationId xmlns:a16="http://schemas.microsoft.com/office/drawing/2014/main" id="{2FB47043-5E04-FAB4-05BF-0CC87CA5EDF9}"/>
              </a:ext>
            </a:extLst>
          </p:cNvPr>
          <p:cNvSpPr txBox="1"/>
          <p:nvPr/>
        </p:nvSpPr>
        <p:spPr>
          <a:xfrm>
            <a:off x="5147734" y="1402877"/>
            <a:ext cx="570089" cy="230832"/>
          </a:xfrm>
          <a:prstGeom prst="rect">
            <a:avLst/>
          </a:prstGeom>
          <a:noFill/>
        </p:spPr>
        <p:txBody>
          <a:bodyPr wrap="square" rtlCol="0">
            <a:spAutoFit/>
          </a:bodyPr>
          <a:lstStyle/>
          <a:p>
            <a:pPr algn="ctr"/>
            <a:r>
              <a:rPr lang="en-US" sz="900" dirty="0"/>
              <a:t>123456</a:t>
            </a:r>
          </a:p>
        </p:txBody>
      </p:sp>
      <p:sp>
        <p:nvSpPr>
          <p:cNvPr id="99" name="TextBox 98">
            <a:extLst>
              <a:ext uri="{FF2B5EF4-FFF2-40B4-BE49-F238E27FC236}">
                <a16:creationId xmlns:a16="http://schemas.microsoft.com/office/drawing/2014/main" id="{1938E445-20DD-4F66-5EA3-45A33BAAC00E}"/>
              </a:ext>
            </a:extLst>
          </p:cNvPr>
          <p:cNvSpPr txBox="1"/>
          <p:nvPr/>
        </p:nvSpPr>
        <p:spPr>
          <a:xfrm>
            <a:off x="5650090" y="1402877"/>
            <a:ext cx="570089" cy="230832"/>
          </a:xfrm>
          <a:prstGeom prst="rect">
            <a:avLst/>
          </a:prstGeom>
          <a:noFill/>
        </p:spPr>
        <p:txBody>
          <a:bodyPr wrap="square" rtlCol="0">
            <a:spAutoFit/>
          </a:bodyPr>
          <a:lstStyle/>
          <a:p>
            <a:pPr algn="ctr"/>
            <a:r>
              <a:rPr lang="en-US" sz="900" dirty="0"/>
              <a:t>123456</a:t>
            </a:r>
          </a:p>
        </p:txBody>
      </p:sp>
      <p:sp>
        <p:nvSpPr>
          <p:cNvPr id="100" name="TextBox 99">
            <a:extLst>
              <a:ext uri="{FF2B5EF4-FFF2-40B4-BE49-F238E27FC236}">
                <a16:creationId xmlns:a16="http://schemas.microsoft.com/office/drawing/2014/main" id="{E6226C55-846A-2224-F06C-4C411BC81432}"/>
              </a:ext>
            </a:extLst>
          </p:cNvPr>
          <p:cNvSpPr txBox="1"/>
          <p:nvPr/>
        </p:nvSpPr>
        <p:spPr>
          <a:xfrm>
            <a:off x="6152446" y="1402877"/>
            <a:ext cx="570089" cy="230832"/>
          </a:xfrm>
          <a:prstGeom prst="rect">
            <a:avLst/>
          </a:prstGeom>
          <a:noFill/>
        </p:spPr>
        <p:txBody>
          <a:bodyPr wrap="square" rtlCol="0">
            <a:spAutoFit/>
          </a:bodyPr>
          <a:lstStyle/>
          <a:p>
            <a:pPr algn="ctr"/>
            <a:r>
              <a:rPr lang="en-US" sz="900" dirty="0"/>
              <a:t>123456</a:t>
            </a:r>
          </a:p>
        </p:txBody>
      </p:sp>
      <p:sp>
        <p:nvSpPr>
          <p:cNvPr id="101" name="TextBox 100">
            <a:extLst>
              <a:ext uri="{FF2B5EF4-FFF2-40B4-BE49-F238E27FC236}">
                <a16:creationId xmlns:a16="http://schemas.microsoft.com/office/drawing/2014/main" id="{4AAA4F56-A9E2-9990-B932-EE4C5C4BB333}"/>
              </a:ext>
            </a:extLst>
          </p:cNvPr>
          <p:cNvSpPr txBox="1"/>
          <p:nvPr/>
        </p:nvSpPr>
        <p:spPr>
          <a:xfrm>
            <a:off x="6654802" y="1402877"/>
            <a:ext cx="570089" cy="230832"/>
          </a:xfrm>
          <a:prstGeom prst="rect">
            <a:avLst/>
          </a:prstGeom>
          <a:noFill/>
        </p:spPr>
        <p:txBody>
          <a:bodyPr wrap="square" rtlCol="0">
            <a:spAutoFit/>
          </a:bodyPr>
          <a:lstStyle/>
          <a:p>
            <a:pPr algn="ctr"/>
            <a:r>
              <a:rPr lang="en-US" sz="900" dirty="0"/>
              <a:t>123456</a:t>
            </a:r>
          </a:p>
        </p:txBody>
      </p:sp>
      <p:sp>
        <p:nvSpPr>
          <p:cNvPr id="102" name="TextBox 101">
            <a:extLst>
              <a:ext uri="{FF2B5EF4-FFF2-40B4-BE49-F238E27FC236}">
                <a16:creationId xmlns:a16="http://schemas.microsoft.com/office/drawing/2014/main" id="{DDA1384E-A2DB-85D7-DAF7-C45E7EA0BC93}"/>
              </a:ext>
            </a:extLst>
          </p:cNvPr>
          <p:cNvSpPr txBox="1"/>
          <p:nvPr/>
        </p:nvSpPr>
        <p:spPr>
          <a:xfrm>
            <a:off x="7157158" y="1402877"/>
            <a:ext cx="570089" cy="230832"/>
          </a:xfrm>
          <a:prstGeom prst="rect">
            <a:avLst/>
          </a:prstGeom>
          <a:noFill/>
        </p:spPr>
        <p:txBody>
          <a:bodyPr wrap="square" rtlCol="0">
            <a:spAutoFit/>
          </a:bodyPr>
          <a:lstStyle/>
          <a:p>
            <a:pPr algn="ctr"/>
            <a:r>
              <a:rPr lang="en-US" sz="900" dirty="0"/>
              <a:t>123456</a:t>
            </a:r>
          </a:p>
        </p:txBody>
      </p:sp>
      <p:sp>
        <p:nvSpPr>
          <p:cNvPr id="103" name="TextBox 102">
            <a:extLst>
              <a:ext uri="{FF2B5EF4-FFF2-40B4-BE49-F238E27FC236}">
                <a16:creationId xmlns:a16="http://schemas.microsoft.com/office/drawing/2014/main" id="{8A36C789-DA72-4617-34D7-CC915BF2F287}"/>
              </a:ext>
            </a:extLst>
          </p:cNvPr>
          <p:cNvSpPr txBox="1"/>
          <p:nvPr/>
        </p:nvSpPr>
        <p:spPr>
          <a:xfrm>
            <a:off x="3138310" y="1402877"/>
            <a:ext cx="570089" cy="230832"/>
          </a:xfrm>
          <a:prstGeom prst="rect">
            <a:avLst/>
          </a:prstGeom>
          <a:noFill/>
        </p:spPr>
        <p:txBody>
          <a:bodyPr wrap="square" rtlCol="0">
            <a:spAutoFit/>
          </a:bodyPr>
          <a:lstStyle/>
          <a:p>
            <a:pPr algn="ctr"/>
            <a:r>
              <a:rPr lang="en-US" sz="900" dirty="0"/>
              <a:t>123456</a:t>
            </a:r>
          </a:p>
        </p:txBody>
      </p:sp>
      <p:sp>
        <p:nvSpPr>
          <p:cNvPr id="105" name="TextBox 104">
            <a:extLst>
              <a:ext uri="{FF2B5EF4-FFF2-40B4-BE49-F238E27FC236}">
                <a16:creationId xmlns:a16="http://schemas.microsoft.com/office/drawing/2014/main" id="{F20473C0-11CD-45EB-4B77-C4D593C934E5}"/>
              </a:ext>
            </a:extLst>
          </p:cNvPr>
          <p:cNvSpPr txBox="1"/>
          <p:nvPr/>
        </p:nvSpPr>
        <p:spPr>
          <a:xfrm>
            <a:off x="3640666" y="1903821"/>
            <a:ext cx="570089" cy="230832"/>
          </a:xfrm>
          <a:prstGeom prst="rect">
            <a:avLst/>
          </a:prstGeom>
          <a:noFill/>
        </p:spPr>
        <p:txBody>
          <a:bodyPr wrap="square" rtlCol="0">
            <a:spAutoFit/>
          </a:bodyPr>
          <a:lstStyle/>
          <a:p>
            <a:pPr algn="ctr"/>
            <a:r>
              <a:rPr lang="en-US" sz="900" dirty="0"/>
              <a:t>123456</a:t>
            </a:r>
          </a:p>
        </p:txBody>
      </p:sp>
      <p:sp>
        <p:nvSpPr>
          <p:cNvPr id="106" name="TextBox 105">
            <a:extLst>
              <a:ext uri="{FF2B5EF4-FFF2-40B4-BE49-F238E27FC236}">
                <a16:creationId xmlns:a16="http://schemas.microsoft.com/office/drawing/2014/main" id="{B59BC938-D3FB-69C9-58B2-FBFF7673D167}"/>
              </a:ext>
            </a:extLst>
          </p:cNvPr>
          <p:cNvSpPr txBox="1"/>
          <p:nvPr/>
        </p:nvSpPr>
        <p:spPr>
          <a:xfrm>
            <a:off x="4143022" y="1903821"/>
            <a:ext cx="570089" cy="230832"/>
          </a:xfrm>
          <a:prstGeom prst="rect">
            <a:avLst/>
          </a:prstGeom>
          <a:noFill/>
        </p:spPr>
        <p:txBody>
          <a:bodyPr wrap="square" rtlCol="0">
            <a:spAutoFit/>
          </a:bodyPr>
          <a:lstStyle/>
          <a:p>
            <a:pPr algn="ctr"/>
            <a:r>
              <a:rPr lang="en-US" sz="900" dirty="0"/>
              <a:t>123456</a:t>
            </a:r>
          </a:p>
        </p:txBody>
      </p:sp>
      <p:sp>
        <p:nvSpPr>
          <p:cNvPr id="107" name="TextBox 106">
            <a:extLst>
              <a:ext uri="{FF2B5EF4-FFF2-40B4-BE49-F238E27FC236}">
                <a16:creationId xmlns:a16="http://schemas.microsoft.com/office/drawing/2014/main" id="{33281FCE-CA0D-882E-1770-68B5DDD6277A}"/>
              </a:ext>
            </a:extLst>
          </p:cNvPr>
          <p:cNvSpPr txBox="1"/>
          <p:nvPr/>
        </p:nvSpPr>
        <p:spPr>
          <a:xfrm>
            <a:off x="4645378" y="1903821"/>
            <a:ext cx="570089" cy="230832"/>
          </a:xfrm>
          <a:prstGeom prst="rect">
            <a:avLst/>
          </a:prstGeom>
          <a:noFill/>
        </p:spPr>
        <p:txBody>
          <a:bodyPr wrap="square" rtlCol="0">
            <a:spAutoFit/>
          </a:bodyPr>
          <a:lstStyle/>
          <a:p>
            <a:pPr algn="ctr"/>
            <a:r>
              <a:rPr lang="en-US" sz="900" dirty="0"/>
              <a:t>123456</a:t>
            </a:r>
          </a:p>
        </p:txBody>
      </p:sp>
      <p:sp>
        <p:nvSpPr>
          <p:cNvPr id="108" name="TextBox 107">
            <a:extLst>
              <a:ext uri="{FF2B5EF4-FFF2-40B4-BE49-F238E27FC236}">
                <a16:creationId xmlns:a16="http://schemas.microsoft.com/office/drawing/2014/main" id="{54D09948-1B45-CE41-35EA-332C0AB89FDB}"/>
              </a:ext>
            </a:extLst>
          </p:cNvPr>
          <p:cNvSpPr txBox="1"/>
          <p:nvPr/>
        </p:nvSpPr>
        <p:spPr>
          <a:xfrm>
            <a:off x="5147734" y="1903821"/>
            <a:ext cx="570089" cy="230832"/>
          </a:xfrm>
          <a:prstGeom prst="rect">
            <a:avLst/>
          </a:prstGeom>
          <a:noFill/>
        </p:spPr>
        <p:txBody>
          <a:bodyPr wrap="square" rtlCol="0">
            <a:spAutoFit/>
          </a:bodyPr>
          <a:lstStyle/>
          <a:p>
            <a:pPr algn="ctr"/>
            <a:r>
              <a:rPr lang="en-US" sz="900" dirty="0"/>
              <a:t>123456</a:t>
            </a:r>
          </a:p>
        </p:txBody>
      </p:sp>
      <p:sp>
        <p:nvSpPr>
          <p:cNvPr id="109" name="TextBox 108">
            <a:extLst>
              <a:ext uri="{FF2B5EF4-FFF2-40B4-BE49-F238E27FC236}">
                <a16:creationId xmlns:a16="http://schemas.microsoft.com/office/drawing/2014/main" id="{EABA7E41-188E-7074-BD6B-4A804753155E}"/>
              </a:ext>
            </a:extLst>
          </p:cNvPr>
          <p:cNvSpPr txBox="1"/>
          <p:nvPr/>
        </p:nvSpPr>
        <p:spPr>
          <a:xfrm>
            <a:off x="5650090" y="1903821"/>
            <a:ext cx="570089" cy="230832"/>
          </a:xfrm>
          <a:prstGeom prst="rect">
            <a:avLst/>
          </a:prstGeom>
          <a:noFill/>
        </p:spPr>
        <p:txBody>
          <a:bodyPr wrap="square" rtlCol="0">
            <a:spAutoFit/>
          </a:bodyPr>
          <a:lstStyle/>
          <a:p>
            <a:pPr algn="ctr"/>
            <a:r>
              <a:rPr lang="en-US" sz="900" dirty="0"/>
              <a:t>123456</a:t>
            </a:r>
          </a:p>
        </p:txBody>
      </p:sp>
      <p:sp>
        <p:nvSpPr>
          <p:cNvPr id="110" name="TextBox 109">
            <a:extLst>
              <a:ext uri="{FF2B5EF4-FFF2-40B4-BE49-F238E27FC236}">
                <a16:creationId xmlns:a16="http://schemas.microsoft.com/office/drawing/2014/main" id="{72621310-1D87-C359-D210-913EB69A2EE8}"/>
              </a:ext>
            </a:extLst>
          </p:cNvPr>
          <p:cNvSpPr txBox="1"/>
          <p:nvPr/>
        </p:nvSpPr>
        <p:spPr>
          <a:xfrm>
            <a:off x="6152446" y="1903821"/>
            <a:ext cx="570089" cy="230832"/>
          </a:xfrm>
          <a:prstGeom prst="rect">
            <a:avLst/>
          </a:prstGeom>
          <a:noFill/>
        </p:spPr>
        <p:txBody>
          <a:bodyPr wrap="square" rtlCol="0">
            <a:spAutoFit/>
          </a:bodyPr>
          <a:lstStyle/>
          <a:p>
            <a:pPr algn="ctr"/>
            <a:r>
              <a:rPr lang="en-US" sz="900" dirty="0"/>
              <a:t>123456</a:t>
            </a:r>
          </a:p>
        </p:txBody>
      </p:sp>
      <p:sp>
        <p:nvSpPr>
          <p:cNvPr id="111" name="TextBox 110">
            <a:extLst>
              <a:ext uri="{FF2B5EF4-FFF2-40B4-BE49-F238E27FC236}">
                <a16:creationId xmlns:a16="http://schemas.microsoft.com/office/drawing/2014/main" id="{83098FE2-EA54-5D61-2C32-CBE3755DCF0D}"/>
              </a:ext>
            </a:extLst>
          </p:cNvPr>
          <p:cNvSpPr txBox="1"/>
          <p:nvPr/>
        </p:nvSpPr>
        <p:spPr>
          <a:xfrm>
            <a:off x="6654802" y="1903821"/>
            <a:ext cx="570089" cy="230832"/>
          </a:xfrm>
          <a:prstGeom prst="rect">
            <a:avLst/>
          </a:prstGeom>
          <a:noFill/>
        </p:spPr>
        <p:txBody>
          <a:bodyPr wrap="square" rtlCol="0">
            <a:spAutoFit/>
          </a:bodyPr>
          <a:lstStyle/>
          <a:p>
            <a:pPr algn="ctr"/>
            <a:r>
              <a:rPr lang="en-US" sz="900" dirty="0"/>
              <a:t>123456</a:t>
            </a:r>
          </a:p>
        </p:txBody>
      </p:sp>
      <p:sp>
        <p:nvSpPr>
          <p:cNvPr id="112" name="TextBox 111">
            <a:extLst>
              <a:ext uri="{FF2B5EF4-FFF2-40B4-BE49-F238E27FC236}">
                <a16:creationId xmlns:a16="http://schemas.microsoft.com/office/drawing/2014/main" id="{E14006A6-26D4-D65B-E5E2-AE741EE5E69C}"/>
              </a:ext>
            </a:extLst>
          </p:cNvPr>
          <p:cNvSpPr txBox="1"/>
          <p:nvPr/>
        </p:nvSpPr>
        <p:spPr>
          <a:xfrm>
            <a:off x="7157158" y="1903821"/>
            <a:ext cx="570089" cy="230832"/>
          </a:xfrm>
          <a:prstGeom prst="rect">
            <a:avLst/>
          </a:prstGeom>
          <a:noFill/>
        </p:spPr>
        <p:txBody>
          <a:bodyPr wrap="square" rtlCol="0">
            <a:spAutoFit/>
          </a:bodyPr>
          <a:lstStyle/>
          <a:p>
            <a:pPr algn="ctr"/>
            <a:r>
              <a:rPr lang="en-US" sz="900" dirty="0"/>
              <a:t>123456</a:t>
            </a:r>
          </a:p>
        </p:txBody>
      </p:sp>
      <p:sp>
        <p:nvSpPr>
          <p:cNvPr id="113" name="TextBox 112">
            <a:extLst>
              <a:ext uri="{FF2B5EF4-FFF2-40B4-BE49-F238E27FC236}">
                <a16:creationId xmlns:a16="http://schemas.microsoft.com/office/drawing/2014/main" id="{6D6ACA82-4B0E-6FF8-BE11-0CF8C041C6B1}"/>
              </a:ext>
            </a:extLst>
          </p:cNvPr>
          <p:cNvSpPr txBox="1"/>
          <p:nvPr/>
        </p:nvSpPr>
        <p:spPr>
          <a:xfrm>
            <a:off x="3138310" y="1903821"/>
            <a:ext cx="570089" cy="230832"/>
          </a:xfrm>
          <a:prstGeom prst="rect">
            <a:avLst/>
          </a:prstGeom>
          <a:noFill/>
        </p:spPr>
        <p:txBody>
          <a:bodyPr wrap="square" rtlCol="0">
            <a:spAutoFit/>
          </a:bodyPr>
          <a:lstStyle/>
          <a:p>
            <a:pPr algn="ctr"/>
            <a:r>
              <a:rPr lang="en-US" sz="900" dirty="0"/>
              <a:t>123456</a:t>
            </a:r>
          </a:p>
        </p:txBody>
      </p:sp>
      <p:sp>
        <p:nvSpPr>
          <p:cNvPr id="115" name="TextBox 114">
            <a:extLst>
              <a:ext uri="{FF2B5EF4-FFF2-40B4-BE49-F238E27FC236}">
                <a16:creationId xmlns:a16="http://schemas.microsoft.com/office/drawing/2014/main" id="{F98BE1F8-A8A1-B970-06DB-7B5C6C9890BD}"/>
              </a:ext>
            </a:extLst>
          </p:cNvPr>
          <p:cNvSpPr txBox="1"/>
          <p:nvPr/>
        </p:nvSpPr>
        <p:spPr>
          <a:xfrm>
            <a:off x="3640666" y="2404765"/>
            <a:ext cx="570089" cy="230832"/>
          </a:xfrm>
          <a:prstGeom prst="rect">
            <a:avLst/>
          </a:prstGeom>
          <a:noFill/>
        </p:spPr>
        <p:txBody>
          <a:bodyPr wrap="square" rtlCol="0">
            <a:spAutoFit/>
          </a:bodyPr>
          <a:lstStyle/>
          <a:p>
            <a:pPr algn="ctr"/>
            <a:r>
              <a:rPr lang="en-US" sz="900" dirty="0"/>
              <a:t>123456</a:t>
            </a:r>
          </a:p>
        </p:txBody>
      </p:sp>
      <p:sp>
        <p:nvSpPr>
          <p:cNvPr id="116" name="TextBox 115">
            <a:extLst>
              <a:ext uri="{FF2B5EF4-FFF2-40B4-BE49-F238E27FC236}">
                <a16:creationId xmlns:a16="http://schemas.microsoft.com/office/drawing/2014/main" id="{C086882C-989E-3F24-421F-95B5067DE38E}"/>
              </a:ext>
            </a:extLst>
          </p:cNvPr>
          <p:cNvSpPr txBox="1"/>
          <p:nvPr/>
        </p:nvSpPr>
        <p:spPr>
          <a:xfrm>
            <a:off x="4143022" y="2404765"/>
            <a:ext cx="570089" cy="230832"/>
          </a:xfrm>
          <a:prstGeom prst="rect">
            <a:avLst/>
          </a:prstGeom>
          <a:noFill/>
        </p:spPr>
        <p:txBody>
          <a:bodyPr wrap="square" rtlCol="0">
            <a:spAutoFit/>
          </a:bodyPr>
          <a:lstStyle/>
          <a:p>
            <a:pPr algn="ctr"/>
            <a:r>
              <a:rPr lang="en-US" sz="900" dirty="0"/>
              <a:t>123456</a:t>
            </a:r>
          </a:p>
        </p:txBody>
      </p:sp>
      <p:sp>
        <p:nvSpPr>
          <p:cNvPr id="117" name="TextBox 116">
            <a:extLst>
              <a:ext uri="{FF2B5EF4-FFF2-40B4-BE49-F238E27FC236}">
                <a16:creationId xmlns:a16="http://schemas.microsoft.com/office/drawing/2014/main" id="{C49099AA-E57F-1DF2-3785-1A001BB1C70C}"/>
              </a:ext>
            </a:extLst>
          </p:cNvPr>
          <p:cNvSpPr txBox="1"/>
          <p:nvPr/>
        </p:nvSpPr>
        <p:spPr>
          <a:xfrm>
            <a:off x="4645378" y="2404765"/>
            <a:ext cx="570089" cy="230832"/>
          </a:xfrm>
          <a:prstGeom prst="rect">
            <a:avLst/>
          </a:prstGeom>
          <a:noFill/>
        </p:spPr>
        <p:txBody>
          <a:bodyPr wrap="square" rtlCol="0">
            <a:spAutoFit/>
          </a:bodyPr>
          <a:lstStyle/>
          <a:p>
            <a:pPr algn="ctr"/>
            <a:r>
              <a:rPr lang="en-US" sz="900" dirty="0"/>
              <a:t>123456</a:t>
            </a:r>
          </a:p>
        </p:txBody>
      </p:sp>
      <p:sp>
        <p:nvSpPr>
          <p:cNvPr id="118" name="TextBox 117">
            <a:extLst>
              <a:ext uri="{FF2B5EF4-FFF2-40B4-BE49-F238E27FC236}">
                <a16:creationId xmlns:a16="http://schemas.microsoft.com/office/drawing/2014/main" id="{CC6495DA-918C-4230-9D51-E7479351102E}"/>
              </a:ext>
            </a:extLst>
          </p:cNvPr>
          <p:cNvSpPr txBox="1"/>
          <p:nvPr/>
        </p:nvSpPr>
        <p:spPr>
          <a:xfrm>
            <a:off x="5147734" y="2404765"/>
            <a:ext cx="570089" cy="230832"/>
          </a:xfrm>
          <a:prstGeom prst="rect">
            <a:avLst/>
          </a:prstGeom>
          <a:noFill/>
        </p:spPr>
        <p:txBody>
          <a:bodyPr wrap="square" rtlCol="0">
            <a:spAutoFit/>
          </a:bodyPr>
          <a:lstStyle/>
          <a:p>
            <a:pPr algn="ctr"/>
            <a:r>
              <a:rPr lang="en-US" sz="900" dirty="0"/>
              <a:t>123456</a:t>
            </a:r>
          </a:p>
        </p:txBody>
      </p:sp>
      <p:sp>
        <p:nvSpPr>
          <p:cNvPr id="119" name="TextBox 118">
            <a:extLst>
              <a:ext uri="{FF2B5EF4-FFF2-40B4-BE49-F238E27FC236}">
                <a16:creationId xmlns:a16="http://schemas.microsoft.com/office/drawing/2014/main" id="{A7E7D0D1-94B5-DEDF-0E2F-C3DD26546365}"/>
              </a:ext>
            </a:extLst>
          </p:cNvPr>
          <p:cNvSpPr txBox="1"/>
          <p:nvPr/>
        </p:nvSpPr>
        <p:spPr>
          <a:xfrm>
            <a:off x="5650090" y="2404765"/>
            <a:ext cx="570089" cy="230832"/>
          </a:xfrm>
          <a:prstGeom prst="rect">
            <a:avLst/>
          </a:prstGeom>
          <a:noFill/>
        </p:spPr>
        <p:txBody>
          <a:bodyPr wrap="square" rtlCol="0">
            <a:spAutoFit/>
          </a:bodyPr>
          <a:lstStyle/>
          <a:p>
            <a:pPr algn="ctr"/>
            <a:r>
              <a:rPr lang="en-US" sz="900" dirty="0"/>
              <a:t>123456</a:t>
            </a:r>
          </a:p>
        </p:txBody>
      </p:sp>
      <p:sp>
        <p:nvSpPr>
          <p:cNvPr id="120" name="TextBox 119">
            <a:extLst>
              <a:ext uri="{FF2B5EF4-FFF2-40B4-BE49-F238E27FC236}">
                <a16:creationId xmlns:a16="http://schemas.microsoft.com/office/drawing/2014/main" id="{F7324CDE-A25D-D9AB-9F51-93CD86EE0759}"/>
              </a:ext>
            </a:extLst>
          </p:cNvPr>
          <p:cNvSpPr txBox="1"/>
          <p:nvPr/>
        </p:nvSpPr>
        <p:spPr>
          <a:xfrm>
            <a:off x="6152446" y="2404765"/>
            <a:ext cx="570089" cy="230832"/>
          </a:xfrm>
          <a:prstGeom prst="rect">
            <a:avLst/>
          </a:prstGeom>
          <a:noFill/>
        </p:spPr>
        <p:txBody>
          <a:bodyPr wrap="square" rtlCol="0">
            <a:spAutoFit/>
          </a:bodyPr>
          <a:lstStyle/>
          <a:p>
            <a:pPr algn="ctr"/>
            <a:r>
              <a:rPr lang="en-US" sz="900" dirty="0"/>
              <a:t>123456</a:t>
            </a:r>
          </a:p>
        </p:txBody>
      </p:sp>
      <p:sp>
        <p:nvSpPr>
          <p:cNvPr id="121" name="TextBox 120">
            <a:extLst>
              <a:ext uri="{FF2B5EF4-FFF2-40B4-BE49-F238E27FC236}">
                <a16:creationId xmlns:a16="http://schemas.microsoft.com/office/drawing/2014/main" id="{26B144A0-6A62-2178-F93B-F1E912D7E91A}"/>
              </a:ext>
            </a:extLst>
          </p:cNvPr>
          <p:cNvSpPr txBox="1"/>
          <p:nvPr/>
        </p:nvSpPr>
        <p:spPr>
          <a:xfrm>
            <a:off x="6654802" y="2404765"/>
            <a:ext cx="570089" cy="230832"/>
          </a:xfrm>
          <a:prstGeom prst="rect">
            <a:avLst/>
          </a:prstGeom>
          <a:noFill/>
        </p:spPr>
        <p:txBody>
          <a:bodyPr wrap="square" rtlCol="0">
            <a:spAutoFit/>
          </a:bodyPr>
          <a:lstStyle/>
          <a:p>
            <a:pPr algn="ctr"/>
            <a:r>
              <a:rPr lang="en-US" sz="900" dirty="0"/>
              <a:t>123456</a:t>
            </a:r>
          </a:p>
        </p:txBody>
      </p:sp>
      <p:sp>
        <p:nvSpPr>
          <p:cNvPr id="122" name="TextBox 121">
            <a:extLst>
              <a:ext uri="{FF2B5EF4-FFF2-40B4-BE49-F238E27FC236}">
                <a16:creationId xmlns:a16="http://schemas.microsoft.com/office/drawing/2014/main" id="{81C64677-8826-3E39-7AF4-21CB0CCF5788}"/>
              </a:ext>
            </a:extLst>
          </p:cNvPr>
          <p:cNvSpPr txBox="1"/>
          <p:nvPr/>
        </p:nvSpPr>
        <p:spPr>
          <a:xfrm>
            <a:off x="7157158" y="2404765"/>
            <a:ext cx="570089" cy="230832"/>
          </a:xfrm>
          <a:prstGeom prst="rect">
            <a:avLst/>
          </a:prstGeom>
          <a:noFill/>
        </p:spPr>
        <p:txBody>
          <a:bodyPr wrap="square" rtlCol="0">
            <a:spAutoFit/>
          </a:bodyPr>
          <a:lstStyle/>
          <a:p>
            <a:pPr algn="ctr"/>
            <a:r>
              <a:rPr lang="en-US" sz="900" dirty="0"/>
              <a:t>123456</a:t>
            </a:r>
          </a:p>
        </p:txBody>
      </p:sp>
      <p:sp>
        <p:nvSpPr>
          <p:cNvPr id="123" name="TextBox 122">
            <a:extLst>
              <a:ext uri="{FF2B5EF4-FFF2-40B4-BE49-F238E27FC236}">
                <a16:creationId xmlns:a16="http://schemas.microsoft.com/office/drawing/2014/main" id="{4588FC59-0908-97A5-21AB-5F6F09BAE727}"/>
              </a:ext>
            </a:extLst>
          </p:cNvPr>
          <p:cNvSpPr txBox="1"/>
          <p:nvPr/>
        </p:nvSpPr>
        <p:spPr>
          <a:xfrm>
            <a:off x="3138310" y="2404765"/>
            <a:ext cx="570089" cy="230832"/>
          </a:xfrm>
          <a:prstGeom prst="rect">
            <a:avLst/>
          </a:prstGeom>
          <a:noFill/>
        </p:spPr>
        <p:txBody>
          <a:bodyPr wrap="square" rtlCol="0">
            <a:spAutoFit/>
          </a:bodyPr>
          <a:lstStyle/>
          <a:p>
            <a:pPr algn="ctr"/>
            <a:r>
              <a:rPr lang="en-US" sz="900" dirty="0"/>
              <a:t>123456</a:t>
            </a:r>
          </a:p>
        </p:txBody>
      </p:sp>
      <p:sp>
        <p:nvSpPr>
          <p:cNvPr id="125" name="TextBox 124">
            <a:extLst>
              <a:ext uri="{FF2B5EF4-FFF2-40B4-BE49-F238E27FC236}">
                <a16:creationId xmlns:a16="http://schemas.microsoft.com/office/drawing/2014/main" id="{586C48C3-3F20-4B17-FA41-C4741506D5B3}"/>
              </a:ext>
            </a:extLst>
          </p:cNvPr>
          <p:cNvSpPr txBox="1"/>
          <p:nvPr/>
        </p:nvSpPr>
        <p:spPr>
          <a:xfrm>
            <a:off x="3640666" y="2905709"/>
            <a:ext cx="570089" cy="230832"/>
          </a:xfrm>
          <a:prstGeom prst="rect">
            <a:avLst/>
          </a:prstGeom>
          <a:noFill/>
        </p:spPr>
        <p:txBody>
          <a:bodyPr wrap="square" rtlCol="0">
            <a:spAutoFit/>
          </a:bodyPr>
          <a:lstStyle/>
          <a:p>
            <a:pPr algn="ctr"/>
            <a:r>
              <a:rPr lang="en-US" sz="900" dirty="0"/>
              <a:t>123456</a:t>
            </a:r>
          </a:p>
        </p:txBody>
      </p:sp>
      <p:sp>
        <p:nvSpPr>
          <p:cNvPr id="126" name="TextBox 125">
            <a:extLst>
              <a:ext uri="{FF2B5EF4-FFF2-40B4-BE49-F238E27FC236}">
                <a16:creationId xmlns:a16="http://schemas.microsoft.com/office/drawing/2014/main" id="{936E54B7-6F97-FEF2-F03B-7AAAC01D3E2B}"/>
              </a:ext>
            </a:extLst>
          </p:cNvPr>
          <p:cNvSpPr txBox="1"/>
          <p:nvPr/>
        </p:nvSpPr>
        <p:spPr>
          <a:xfrm>
            <a:off x="4143022" y="2905709"/>
            <a:ext cx="570089" cy="230832"/>
          </a:xfrm>
          <a:prstGeom prst="rect">
            <a:avLst/>
          </a:prstGeom>
          <a:noFill/>
        </p:spPr>
        <p:txBody>
          <a:bodyPr wrap="square" rtlCol="0">
            <a:spAutoFit/>
          </a:bodyPr>
          <a:lstStyle/>
          <a:p>
            <a:pPr algn="ctr"/>
            <a:r>
              <a:rPr lang="en-US" sz="900" dirty="0"/>
              <a:t>123456</a:t>
            </a:r>
          </a:p>
        </p:txBody>
      </p:sp>
      <p:sp>
        <p:nvSpPr>
          <p:cNvPr id="127" name="TextBox 126">
            <a:extLst>
              <a:ext uri="{FF2B5EF4-FFF2-40B4-BE49-F238E27FC236}">
                <a16:creationId xmlns:a16="http://schemas.microsoft.com/office/drawing/2014/main" id="{E7C25FD9-9D4C-557E-C6E5-AE3416E50F87}"/>
              </a:ext>
            </a:extLst>
          </p:cNvPr>
          <p:cNvSpPr txBox="1"/>
          <p:nvPr/>
        </p:nvSpPr>
        <p:spPr>
          <a:xfrm>
            <a:off x="4645378" y="2905709"/>
            <a:ext cx="570089" cy="230832"/>
          </a:xfrm>
          <a:prstGeom prst="rect">
            <a:avLst/>
          </a:prstGeom>
          <a:noFill/>
        </p:spPr>
        <p:txBody>
          <a:bodyPr wrap="square" rtlCol="0">
            <a:spAutoFit/>
          </a:bodyPr>
          <a:lstStyle/>
          <a:p>
            <a:pPr algn="ctr"/>
            <a:r>
              <a:rPr lang="en-US" sz="900" dirty="0"/>
              <a:t>123456</a:t>
            </a:r>
          </a:p>
        </p:txBody>
      </p:sp>
      <p:sp>
        <p:nvSpPr>
          <p:cNvPr id="128" name="TextBox 127">
            <a:extLst>
              <a:ext uri="{FF2B5EF4-FFF2-40B4-BE49-F238E27FC236}">
                <a16:creationId xmlns:a16="http://schemas.microsoft.com/office/drawing/2014/main" id="{64BDD1AE-DB4B-3CA5-431D-DA60E23D2FD1}"/>
              </a:ext>
            </a:extLst>
          </p:cNvPr>
          <p:cNvSpPr txBox="1"/>
          <p:nvPr/>
        </p:nvSpPr>
        <p:spPr>
          <a:xfrm>
            <a:off x="5147734" y="2905709"/>
            <a:ext cx="570089" cy="230832"/>
          </a:xfrm>
          <a:prstGeom prst="rect">
            <a:avLst/>
          </a:prstGeom>
          <a:noFill/>
        </p:spPr>
        <p:txBody>
          <a:bodyPr wrap="square" rtlCol="0">
            <a:spAutoFit/>
          </a:bodyPr>
          <a:lstStyle/>
          <a:p>
            <a:pPr algn="ctr"/>
            <a:r>
              <a:rPr lang="en-US" sz="900" dirty="0"/>
              <a:t>123456</a:t>
            </a:r>
          </a:p>
        </p:txBody>
      </p:sp>
      <p:sp>
        <p:nvSpPr>
          <p:cNvPr id="129" name="TextBox 128">
            <a:extLst>
              <a:ext uri="{FF2B5EF4-FFF2-40B4-BE49-F238E27FC236}">
                <a16:creationId xmlns:a16="http://schemas.microsoft.com/office/drawing/2014/main" id="{106A23A5-E07D-6AD3-A25E-E208CD6EA386}"/>
              </a:ext>
            </a:extLst>
          </p:cNvPr>
          <p:cNvSpPr txBox="1"/>
          <p:nvPr/>
        </p:nvSpPr>
        <p:spPr>
          <a:xfrm>
            <a:off x="5650090" y="2905709"/>
            <a:ext cx="570089" cy="230832"/>
          </a:xfrm>
          <a:prstGeom prst="rect">
            <a:avLst/>
          </a:prstGeom>
          <a:noFill/>
        </p:spPr>
        <p:txBody>
          <a:bodyPr wrap="square" rtlCol="0">
            <a:spAutoFit/>
          </a:bodyPr>
          <a:lstStyle/>
          <a:p>
            <a:pPr algn="ctr"/>
            <a:r>
              <a:rPr lang="en-US" sz="900" dirty="0"/>
              <a:t>123456</a:t>
            </a:r>
          </a:p>
        </p:txBody>
      </p:sp>
      <p:sp>
        <p:nvSpPr>
          <p:cNvPr id="130" name="TextBox 129">
            <a:extLst>
              <a:ext uri="{FF2B5EF4-FFF2-40B4-BE49-F238E27FC236}">
                <a16:creationId xmlns:a16="http://schemas.microsoft.com/office/drawing/2014/main" id="{62D20885-59F5-D5EF-192A-38A4DDB2A2F6}"/>
              </a:ext>
            </a:extLst>
          </p:cNvPr>
          <p:cNvSpPr txBox="1"/>
          <p:nvPr/>
        </p:nvSpPr>
        <p:spPr>
          <a:xfrm>
            <a:off x="6152446" y="2905709"/>
            <a:ext cx="570089" cy="230832"/>
          </a:xfrm>
          <a:prstGeom prst="rect">
            <a:avLst/>
          </a:prstGeom>
          <a:noFill/>
        </p:spPr>
        <p:txBody>
          <a:bodyPr wrap="square" rtlCol="0">
            <a:spAutoFit/>
          </a:bodyPr>
          <a:lstStyle/>
          <a:p>
            <a:pPr algn="ctr"/>
            <a:r>
              <a:rPr lang="en-US" sz="900" dirty="0"/>
              <a:t>123456</a:t>
            </a:r>
          </a:p>
        </p:txBody>
      </p:sp>
      <p:sp>
        <p:nvSpPr>
          <p:cNvPr id="131" name="TextBox 130">
            <a:extLst>
              <a:ext uri="{FF2B5EF4-FFF2-40B4-BE49-F238E27FC236}">
                <a16:creationId xmlns:a16="http://schemas.microsoft.com/office/drawing/2014/main" id="{0E2FA26F-0294-745E-AC34-3565C142AA52}"/>
              </a:ext>
            </a:extLst>
          </p:cNvPr>
          <p:cNvSpPr txBox="1"/>
          <p:nvPr/>
        </p:nvSpPr>
        <p:spPr>
          <a:xfrm>
            <a:off x="6654802" y="2905709"/>
            <a:ext cx="570089" cy="230832"/>
          </a:xfrm>
          <a:prstGeom prst="rect">
            <a:avLst/>
          </a:prstGeom>
          <a:noFill/>
        </p:spPr>
        <p:txBody>
          <a:bodyPr wrap="square" rtlCol="0">
            <a:spAutoFit/>
          </a:bodyPr>
          <a:lstStyle/>
          <a:p>
            <a:pPr algn="ctr"/>
            <a:r>
              <a:rPr lang="en-US" sz="900" dirty="0"/>
              <a:t>123456</a:t>
            </a:r>
          </a:p>
        </p:txBody>
      </p:sp>
      <p:sp>
        <p:nvSpPr>
          <p:cNvPr id="132" name="TextBox 131">
            <a:extLst>
              <a:ext uri="{FF2B5EF4-FFF2-40B4-BE49-F238E27FC236}">
                <a16:creationId xmlns:a16="http://schemas.microsoft.com/office/drawing/2014/main" id="{3B15544F-BE52-A2FE-4074-37906CE3AEBE}"/>
              </a:ext>
            </a:extLst>
          </p:cNvPr>
          <p:cNvSpPr txBox="1"/>
          <p:nvPr/>
        </p:nvSpPr>
        <p:spPr>
          <a:xfrm>
            <a:off x="7157158" y="2905709"/>
            <a:ext cx="570089" cy="230832"/>
          </a:xfrm>
          <a:prstGeom prst="rect">
            <a:avLst/>
          </a:prstGeom>
          <a:noFill/>
        </p:spPr>
        <p:txBody>
          <a:bodyPr wrap="square" rtlCol="0">
            <a:spAutoFit/>
          </a:bodyPr>
          <a:lstStyle/>
          <a:p>
            <a:pPr algn="ctr"/>
            <a:r>
              <a:rPr lang="en-US" sz="900" dirty="0"/>
              <a:t>123456</a:t>
            </a:r>
          </a:p>
        </p:txBody>
      </p:sp>
      <p:sp>
        <p:nvSpPr>
          <p:cNvPr id="133" name="TextBox 132">
            <a:extLst>
              <a:ext uri="{FF2B5EF4-FFF2-40B4-BE49-F238E27FC236}">
                <a16:creationId xmlns:a16="http://schemas.microsoft.com/office/drawing/2014/main" id="{80FDCC57-DE1D-E76B-839F-85D9E51752F5}"/>
              </a:ext>
            </a:extLst>
          </p:cNvPr>
          <p:cNvSpPr txBox="1"/>
          <p:nvPr/>
        </p:nvSpPr>
        <p:spPr>
          <a:xfrm>
            <a:off x="3138310" y="2905709"/>
            <a:ext cx="570089" cy="230832"/>
          </a:xfrm>
          <a:prstGeom prst="rect">
            <a:avLst/>
          </a:prstGeom>
          <a:noFill/>
        </p:spPr>
        <p:txBody>
          <a:bodyPr wrap="square" rtlCol="0">
            <a:spAutoFit/>
          </a:bodyPr>
          <a:lstStyle/>
          <a:p>
            <a:pPr algn="ctr"/>
            <a:r>
              <a:rPr lang="en-US" sz="900" dirty="0"/>
              <a:t>123456</a:t>
            </a:r>
          </a:p>
        </p:txBody>
      </p:sp>
      <p:sp>
        <p:nvSpPr>
          <p:cNvPr id="135" name="TextBox 134">
            <a:extLst>
              <a:ext uri="{FF2B5EF4-FFF2-40B4-BE49-F238E27FC236}">
                <a16:creationId xmlns:a16="http://schemas.microsoft.com/office/drawing/2014/main" id="{47E407FD-7F9A-2A98-FC1F-6A88834BE97A}"/>
              </a:ext>
            </a:extLst>
          </p:cNvPr>
          <p:cNvSpPr txBox="1"/>
          <p:nvPr/>
        </p:nvSpPr>
        <p:spPr>
          <a:xfrm>
            <a:off x="3640666" y="3406653"/>
            <a:ext cx="570089" cy="230832"/>
          </a:xfrm>
          <a:prstGeom prst="rect">
            <a:avLst/>
          </a:prstGeom>
          <a:noFill/>
        </p:spPr>
        <p:txBody>
          <a:bodyPr wrap="square" rtlCol="0">
            <a:spAutoFit/>
          </a:bodyPr>
          <a:lstStyle/>
          <a:p>
            <a:pPr algn="ctr"/>
            <a:r>
              <a:rPr lang="en-US" sz="900" dirty="0"/>
              <a:t>123456</a:t>
            </a:r>
          </a:p>
        </p:txBody>
      </p:sp>
      <p:sp>
        <p:nvSpPr>
          <p:cNvPr id="136" name="TextBox 135">
            <a:extLst>
              <a:ext uri="{FF2B5EF4-FFF2-40B4-BE49-F238E27FC236}">
                <a16:creationId xmlns:a16="http://schemas.microsoft.com/office/drawing/2014/main" id="{F2B603FB-9593-8853-522A-B1FD932C7C50}"/>
              </a:ext>
            </a:extLst>
          </p:cNvPr>
          <p:cNvSpPr txBox="1"/>
          <p:nvPr/>
        </p:nvSpPr>
        <p:spPr>
          <a:xfrm>
            <a:off x="4143022" y="3406653"/>
            <a:ext cx="570089" cy="230832"/>
          </a:xfrm>
          <a:prstGeom prst="rect">
            <a:avLst/>
          </a:prstGeom>
          <a:noFill/>
        </p:spPr>
        <p:txBody>
          <a:bodyPr wrap="square" rtlCol="0">
            <a:spAutoFit/>
          </a:bodyPr>
          <a:lstStyle/>
          <a:p>
            <a:pPr algn="ctr"/>
            <a:r>
              <a:rPr lang="en-US" sz="900" dirty="0"/>
              <a:t>123456</a:t>
            </a:r>
          </a:p>
        </p:txBody>
      </p:sp>
      <p:sp>
        <p:nvSpPr>
          <p:cNvPr id="137" name="TextBox 136">
            <a:extLst>
              <a:ext uri="{FF2B5EF4-FFF2-40B4-BE49-F238E27FC236}">
                <a16:creationId xmlns:a16="http://schemas.microsoft.com/office/drawing/2014/main" id="{99173C26-DABF-28BB-EBE2-D16BF5CA43E7}"/>
              </a:ext>
            </a:extLst>
          </p:cNvPr>
          <p:cNvSpPr txBox="1"/>
          <p:nvPr/>
        </p:nvSpPr>
        <p:spPr>
          <a:xfrm>
            <a:off x="4645378" y="3406653"/>
            <a:ext cx="570089" cy="230832"/>
          </a:xfrm>
          <a:prstGeom prst="rect">
            <a:avLst/>
          </a:prstGeom>
          <a:noFill/>
        </p:spPr>
        <p:txBody>
          <a:bodyPr wrap="square" rtlCol="0">
            <a:spAutoFit/>
          </a:bodyPr>
          <a:lstStyle/>
          <a:p>
            <a:pPr algn="ctr"/>
            <a:r>
              <a:rPr lang="en-US" sz="900" dirty="0"/>
              <a:t>123456</a:t>
            </a:r>
          </a:p>
        </p:txBody>
      </p:sp>
      <p:sp>
        <p:nvSpPr>
          <p:cNvPr id="138" name="TextBox 137">
            <a:extLst>
              <a:ext uri="{FF2B5EF4-FFF2-40B4-BE49-F238E27FC236}">
                <a16:creationId xmlns:a16="http://schemas.microsoft.com/office/drawing/2014/main" id="{B75A6AEB-6650-CFA4-9CEA-2023F1ADBC58}"/>
              </a:ext>
            </a:extLst>
          </p:cNvPr>
          <p:cNvSpPr txBox="1"/>
          <p:nvPr/>
        </p:nvSpPr>
        <p:spPr>
          <a:xfrm>
            <a:off x="5147734" y="3406653"/>
            <a:ext cx="570089" cy="230832"/>
          </a:xfrm>
          <a:prstGeom prst="rect">
            <a:avLst/>
          </a:prstGeom>
          <a:noFill/>
        </p:spPr>
        <p:txBody>
          <a:bodyPr wrap="square" rtlCol="0">
            <a:spAutoFit/>
          </a:bodyPr>
          <a:lstStyle/>
          <a:p>
            <a:pPr algn="ctr"/>
            <a:r>
              <a:rPr lang="en-US" sz="900" dirty="0"/>
              <a:t>123456</a:t>
            </a:r>
          </a:p>
        </p:txBody>
      </p:sp>
      <p:sp>
        <p:nvSpPr>
          <p:cNvPr id="139" name="TextBox 138">
            <a:extLst>
              <a:ext uri="{FF2B5EF4-FFF2-40B4-BE49-F238E27FC236}">
                <a16:creationId xmlns:a16="http://schemas.microsoft.com/office/drawing/2014/main" id="{E6574ACB-29E9-A27A-5747-5085F358A12E}"/>
              </a:ext>
            </a:extLst>
          </p:cNvPr>
          <p:cNvSpPr txBox="1"/>
          <p:nvPr/>
        </p:nvSpPr>
        <p:spPr>
          <a:xfrm>
            <a:off x="5650090" y="3406653"/>
            <a:ext cx="570089" cy="230832"/>
          </a:xfrm>
          <a:prstGeom prst="rect">
            <a:avLst/>
          </a:prstGeom>
          <a:noFill/>
        </p:spPr>
        <p:txBody>
          <a:bodyPr wrap="square" rtlCol="0">
            <a:spAutoFit/>
          </a:bodyPr>
          <a:lstStyle/>
          <a:p>
            <a:pPr algn="ctr"/>
            <a:r>
              <a:rPr lang="en-US" sz="900" dirty="0"/>
              <a:t>123456</a:t>
            </a:r>
          </a:p>
        </p:txBody>
      </p:sp>
      <p:sp>
        <p:nvSpPr>
          <p:cNvPr id="140" name="TextBox 139">
            <a:extLst>
              <a:ext uri="{FF2B5EF4-FFF2-40B4-BE49-F238E27FC236}">
                <a16:creationId xmlns:a16="http://schemas.microsoft.com/office/drawing/2014/main" id="{E4C414D4-8A91-C39B-9BA6-73BB7F2CBE61}"/>
              </a:ext>
            </a:extLst>
          </p:cNvPr>
          <p:cNvSpPr txBox="1"/>
          <p:nvPr/>
        </p:nvSpPr>
        <p:spPr>
          <a:xfrm>
            <a:off x="6152446" y="3406653"/>
            <a:ext cx="570089" cy="230832"/>
          </a:xfrm>
          <a:prstGeom prst="rect">
            <a:avLst/>
          </a:prstGeom>
          <a:noFill/>
        </p:spPr>
        <p:txBody>
          <a:bodyPr wrap="square" rtlCol="0">
            <a:spAutoFit/>
          </a:bodyPr>
          <a:lstStyle/>
          <a:p>
            <a:pPr algn="ctr"/>
            <a:r>
              <a:rPr lang="en-US" sz="900" dirty="0"/>
              <a:t>123456</a:t>
            </a:r>
          </a:p>
        </p:txBody>
      </p:sp>
      <p:sp>
        <p:nvSpPr>
          <p:cNvPr id="141" name="TextBox 140">
            <a:extLst>
              <a:ext uri="{FF2B5EF4-FFF2-40B4-BE49-F238E27FC236}">
                <a16:creationId xmlns:a16="http://schemas.microsoft.com/office/drawing/2014/main" id="{5704EC94-AE00-8414-53CA-BCBBEF23DD53}"/>
              </a:ext>
            </a:extLst>
          </p:cNvPr>
          <p:cNvSpPr txBox="1"/>
          <p:nvPr/>
        </p:nvSpPr>
        <p:spPr>
          <a:xfrm>
            <a:off x="6654802" y="3406653"/>
            <a:ext cx="570089" cy="230832"/>
          </a:xfrm>
          <a:prstGeom prst="rect">
            <a:avLst/>
          </a:prstGeom>
          <a:noFill/>
        </p:spPr>
        <p:txBody>
          <a:bodyPr wrap="square" rtlCol="0">
            <a:spAutoFit/>
          </a:bodyPr>
          <a:lstStyle/>
          <a:p>
            <a:pPr algn="ctr"/>
            <a:r>
              <a:rPr lang="en-US" sz="900" dirty="0"/>
              <a:t>123456</a:t>
            </a:r>
          </a:p>
        </p:txBody>
      </p:sp>
      <p:sp>
        <p:nvSpPr>
          <p:cNvPr id="142" name="TextBox 141">
            <a:extLst>
              <a:ext uri="{FF2B5EF4-FFF2-40B4-BE49-F238E27FC236}">
                <a16:creationId xmlns:a16="http://schemas.microsoft.com/office/drawing/2014/main" id="{ECA0350D-563D-6630-7304-097E019173D7}"/>
              </a:ext>
            </a:extLst>
          </p:cNvPr>
          <p:cNvSpPr txBox="1"/>
          <p:nvPr/>
        </p:nvSpPr>
        <p:spPr>
          <a:xfrm>
            <a:off x="7157158" y="3406653"/>
            <a:ext cx="570089" cy="230832"/>
          </a:xfrm>
          <a:prstGeom prst="rect">
            <a:avLst/>
          </a:prstGeom>
          <a:noFill/>
        </p:spPr>
        <p:txBody>
          <a:bodyPr wrap="square" rtlCol="0">
            <a:spAutoFit/>
          </a:bodyPr>
          <a:lstStyle/>
          <a:p>
            <a:pPr algn="ctr"/>
            <a:r>
              <a:rPr lang="en-US" sz="900" dirty="0"/>
              <a:t>123456</a:t>
            </a:r>
          </a:p>
        </p:txBody>
      </p:sp>
      <p:sp>
        <p:nvSpPr>
          <p:cNvPr id="143" name="TextBox 142">
            <a:extLst>
              <a:ext uri="{FF2B5EF4-FFF2-40B4-BE49-F238E27FC236}">
                <a16:creationId xmlns:a16="http://schemas.microsoft.com/office/drawing/2014/main" id="{37336222-6EA2-349F-6352-AD6A1D558833}"/>
              </a:ext>
            </a:extLst>
          </p:cNvPr>
          <p:cNvSpPr txBox="1"/>
          <p:nvPr/>
        </p:nvSpPr>
        <p:spPr>
          <a:xfrm>
            <a:off x="3138310" y="3406653"/>
            <a:ext cx="570089" cy="230832"/>
          </a:xfrm>
          <a:prstGeom prst="rect">
            <a:avLst/>
          </a:prstGeom>
          <a:noFill/>
        </p:spPr>
        <p:txBody>
          <a:bodyPr wrap="square" rtlCol="0">
            <a:spAutoFit/>
          </a:bodyPr>
          <a:lstStyle/>
          <a:p>
            <a:pPr algn="ctr"/>
            <a:r>
              <a:rPr lang="en-US" sz="900" dirty="0"/>
              <a:t>123456</a:t>
            </a:r>
          </a:p>
        </p:txBody>
      </p:sp>
      <p:sp>
        <p:nvSpPr>
          <p:cNvPr id="145" name="TextBox 144">
            <a:extLst>
              <a:ext uri="{FF2B5EF4-FFF2-40B4-BE49-F238E27FC236}">
                <a16:creationId xmlns:a16="http://schemas.microsoft.com/office/drawing/2014/main" id="{9829D046-E18D-DB3D-78CE-D4D546B417E7}"/>
              </a:ext>
            </a:extLst>
          </p:cNvPr>
          <p:cNvSpPr txBox="1"/>
          <p:nvPr/>
        </p:nvSpPr>
        <p:spPr>
          <a:xfrm>
            <a:off x="3640666" y="3907597"/>
            <a:ext cx="570089" cy="230832"/>
          </a:xfrm>
          <a:prstGeom prst="rect">
            <a:avLst/>
          </a:prstGeom>
          <a:noFill/>
        </p:spPr>
        <p:txBody>
          <a:bodyPr wrap="square" rtlCol="0">
            <a:spAutoFit/>
          </a:bodyPr>
          <a:lstStyle/>
          <a:p>
            <a:pPr algn="ctr"/>
            <a:r>
              <a:rPr lang="en-US" sz="900" dirty="0"/>
              <a:t>123456</a:t>
            </a:r>
          </a:p>
        </p:txBody>
      </p:sp>
      <p:sp>
        <p:nvSpPr>
          <p:cNvPr id="146" name="TextBox 145">
            <a:extLst>
              <a:ext uri="{FF2B5EF4-FFF2-40B4-BE49-F238E27FC236}">
                <a16:creationId xmlns:a16="http://schemas.microsoft.com/office/drawing/2014/main" id="{0190BB7A-527D-5AC8-9CAD-4789CA2E5515}"/>
              </a:ext>
            </a:extLst>
          </p:cNvPr>
          <p:cNvSpPr txBox="1"/>
          <p:nvPr/>
        </p:nvSpPr>
        <p:spPr>
          <a:xfrm>
            <a:off x="4143022" y="3907597"/>
            <a:ext cx="570089" cy="230832"/>
          </a:xfrm>
          <a:prstGeom prst="rect">
            <a:avLst/>
          </a:prstGeom>
          <a:noFill/>
        </p:spPr>
        <p:txBody>
          <a:bodyPr wrap="square" rtlCol="0">
            <a:spAutoFit/>
          </a:bodyPr>
          <a:lstStyle/>
          <a:p>
            <a:pPr algn="ctr"/>
            <a:r>
              <a:rPr lang="en-US" sz="900" dirty="0"/>
              <a:t>123456</a:t>
            </a:r>
          </a:p>
        </p:txBody>
      </p:sp>
      <p:sp>
        <p:nvSpPr>
          <p:cNvPr id="147" name="TextBox 146">
            <a:extLst>
              <a:ext uri="{FF2B5EF4-FFF2-40B4-BE49-F238E27FC236}">
                <a16:creationId xmlns:a16="http://schemas.microsoft.com/office/drawing/2014/main" id="{0B4627CC-56EB-967A-C511-2FBE82171B6A}"/>
              </a:ext>
            </a:extLst>
          </p:cNvPr>
          <p:cNvSpPr txBox="1"/>
          <p:nvPr/>
        </p:nvSpPr>
        <p:spPr>
          <a:xfrm>
            <a:off x="4645378" y="3907597"/>
            <a:ext cx="570089" cy="230832"/>
          </a:xfrm>
          <a:prstGeom prst="rect">
            <a:avLst/>
          </a:prstGeom>
          <a:noFill/>
        </p:spPr>
        <p:txBody>
          <a:bodyPr wrap="square" rtlCol="0">
            <a:spAutoFit/>
          </a:bodyPr>
          <a:lstStyle/>
          <a:p>
            <a:pPr algn="ctr"/>
            <a:r>
              <a:rPr lang="en-US" sz="900" dirty="0"/>
              <a:t>123456</a:t>
            </a:r>
          </a:p>
        </p:txBody>
      </p:sp>
      <p:sp>
        <p:nvSpPr>
          <p:cNvPr id="148" name="TextBox 147">
            <a:extLst>
              <a:ext uri="{FF2B5EF4-FFF2-40B4-BE49-F238E27FC236}">
                <a16:creationId xmlns:a16="http://schemas.microsoft.com/office/drawing/2014/main" id="{2F178DE4-AF7E-3303-A825-0C6D7E363911}"/>
              </a:ext>
            </a:extLst>
          </p:cNvPr>
          <p:cNvSpPr txBox="1"/>
          <p:nvPr/>
        </p:nvSpPr>
        <p:spPr>
          <a:xfrm>
            <a:off x="5147734" y="3907597"/>
            <a:ext cx="570089" cy="230832"/>
          </a:xfrm>
          <a:prstGeom prst="rect">
            <a:avLst/>
          </a:prstGeom>
          <a:noFill/>
        </p:spPr>
        <p:txBody>
          <a:bodyPr wrap="square" rtlCol="0">
            <a:spAutoFit/>
          </a:bodyPr>
          <a:lstStyle/>
          <a:p>
            <a:pPr algn="ctr"/>
            <a:r>
              <a:rPr lang="en-US" sz="900" dirty="0"/>
              <a:t>123456</a:t>
            </a:r>
          </a:p>
        </p:txBody>
      </p:sp>
      <p:sp>
        <p:nvSpPr>
          <p:cNvPr id="149" name="TextBox 148">
            <a:extLst>
              <a:ext uri="{FF2B5EF4-FFF2-40B4-BE49-F238E27FC236}">
                <a16:creationId xmlns:a16="http://schemas.microsoft.com/office/drawing/2014/main" id="{F010D4D1-FB85-E67C-79E4-FE89CFF4AD63}"/>
              </a:ext>
            </a:extLst>
          </p:cNvPr>
          <p:cNvSpPr txBox="1"/>
          <p:nvPr/>
        </p:nvSpPr>
        <p:spPr>
          <a:xfrm>
            <a:off x="5650090" y="3907597"/>
            <a:ext cx="570089" cy="230832"/>
          </a:xfrm>
          <a:prstGeom prst="rect">
            <a:avLst/>
          </a:prstGeom>
          <a:noFill/>
        </p:spPr>
        <p:txBody>
          <a:bodyPr wrap="square" rtlCol="0">
            <a:spAutoFit/>
          </a:bodyPr>
          <a:lstStyle/>
          <a:p>
            <a:pPr algn="ctr"/>
            <a:r>
              <a:rPr lang="en-US" sz="900" dirty="0"/>
              <a:t>123456</a:t>
            </a:r>
          </a:p>
        </p:txBody>
      </p:sp>
      <p:sp>
        <p:nvSpPr>
          <p:cNvPr id="150" name="TextBox 149">
            <a:extLst>
              <a:ext uri="{FF2B5EF4-FFF2-40B4-BE49-F238E27FC236}">
                <a16:creationId xmlns:a16="http://schemas.microsoft.com/office/drawing/2014/main" id="{714B53DC-0572-2585-B837-63D13EA41433}"/>
              </a:ext>
            </a:extLst>
          </p:cNvPr>
          <p:cNvSpPr txBox="1"/>
          <p:nvPr/>
        </p:nvSpPr>
        <p:spPr>
          <a:xfrm>
            <a:off x="6152446" y="3907597"/>
            <a:ext cx="570089" cy="230832"/>
          </a:xfrm>
          <a:prstGeom prst="rect">
            <a:avLst/>
          </a:prstGeom>
          <a:noFill/>
        </p:spPr>
        <p:txBody>
          <a:bodyPr wrap="square" rtlCol="0">
            <a:spAutoFit/>
          </a:bodyPr>
          <a:lstStyle/>
          <a:p>
            <a:pPr algn="ctr"/>
            <a:r>
              <a:rPr lang="en-US" sz="900" dirty="0"/>
              <a:t>123456</a:t>
            </a:r>
          </a:p>
        </p:txBody>
      </p:sp>
      <p:sp>
        <p:nvSpPr>
          <p:cNvPr id="151" name="TextBox 150">
            <a:extLst>
              <a:ext uri="{FF2B5EF4-FFF2-40B4-BE49-F238E27FC236}">
                <a16:creationId xmlns:a16="http://schemas.microsoft.com/office/drawing/2014/main" id="{ACC99F2D-20FD-91BB-AFCF-1BDAA2C7CAC2}"/>
              </a:ext>
            </a:extLst>
          </p:cNvPr>
          <p:cNvSpPr txBox="1"/>
          <p:nvPr/>
        </p:nvSpPr>
        <p:spPr>
          <a:xfrm>
            <a:off x="6654802" y="3907597"/>
            <a:ext cx="570089" cy="230832"/>
          </a:xfrm>
          <a:prstGeom prst="rect">
            <a:avLst/>
          </a:prstGeom>
          <a:noFill/>
        </p:spPr>
        <p:txBody>
          <a:bodyPr wrap="square" rtlCol="0">
            <a:spAutoFit/>
          </a:bodyPr>
          <a:lstStyle/>
          <a:p>
            <a:pPr algn="ctr"/>
            <a:r>
              <a:rPr lang="en-US" sz="900" dirty="0"/>
              <a:t>123456</a:t>
            </a:r>
          </a:p>
        </p:txBody>
      </p:sp>
      <p:sp>
        <p:nvSpPr>
          <p:cNvPr id="152" name="TextBox 151">
            <a:extLst>
              <a:ext uri="{FF2B5EF4-FFF2-40B4-BE49-F238E27FC236}">
                <a16:creationId xmlns:a16="http://schemas.microsoft.com/office/drawing/2014/main" id="{A681B4FA-13DF-E7EA-AEDD-539F1C5A6863}"/>
              </a:ext>
            </a:extLst>
          </p:cNvPr>
          <p:cNvSpPr txBox="1"/>
          <p:nvPr/>
        </p:nvSpPr>
        <p:spPr>
          <a:xfrm>
            <a:off x="7157158" y="3907597"/>
            <a:ext cx="570089" cy="230832"/>
          </a:xfrm>
          <a:prstGeom prst="rect">
            <a:avLst/>
          </a:prstGeom>
          <a:noFill/>
        </p:spPr>
        <p:txBody>
          <a:bodyPr wrap="square" rtlCol="0">
            <a:spAutoFit/>
          </a:bodyPr>
          <a:lstStyle/>
          <a:p>
            <a:pPr algn="ctr"/>
            <a:r>
              <a:rPr lang="en-US" sz="900" dirty="0"/>
              <a:t>123456</a:t>
            </a:r>
          </a:p>
        </p:txBody>
      </p:sp>
      <p:sp>
        <p:nvSpPr>
          <p:cNvPr id="153" name="TextBox 152">
            <a:extLst>
              <a:ext uri="{FF2B5EF4-FFF2-40B4-BE49-F238E27FC236}">
                <a16:creationId xmlns:a16="http://schemas.microsoft.com/office/drawing/2014/main" id="{8F4E1726-459B-BA4F-257C-46D897E29F45}"/>
              </a:ext>
            </a:extLst>
          </p:cNvPr>
          <p:cNvSpPr txBox="1"/>
          <p:nvPr/>
        </p:nvSpPr>
        <p:spPr>
          <a:xfrm>
            <a:off x="3138310" y="3907597"/>
            <a:ext cx="570089" cy="230832"/>
          </a:xfrm>
          <a:prstGeom prst="rect">
            <a:avLst/>
          </a:prstGeom>
          <a:noFill/>
        </p:spPr>
        <p:txBody>
          <a:bodyPr wrap="square" rtlCol="0">
            <a:spAutoFit/>
          </a:bodyPr>
          <a:lstStyle/>
          <a:p>
            <a:pPr algn="ctr"/>
            <a:r>
              <a:rPr lang="en-US" sz="900" dirty="0"/>
              <a:t>123456</a:t>
            </a:r>
          </a:p>
        </p:txBody>
      </p:sp>
      <p:sp>
        <p:nvSpPr>
          <p:cNvPr id="155" name="TextBox 154">
            <a:extLst>
              <a:ext uri="{FF2B5EF4-FFF2-40B4-BE49-F238E27FC236}">
                <a16:creationId xmlns:a16="http://schemas.microsoft.com/office/drawing/2014/main" id="{98CFC7CE-FA28-1A2E-31D2-BBAEDC468CCB}"/>
              </a:ext>
            </a:extLst>
          </p:cNvPr>
          <p:cNvSpPr txBox="1"/>
          <p:nvPr/>
        </p:nvSpPr>
        <p:spPr>
          <a:xfrm>
            <a:off x="3640666" y="4408541"/>
            <a:ext cx="570089" cy="230832"/>
          </a:xfrm>
          <a:prstGeom prst="rect">
            <a:avLst/>
          </a:prstGeom>
          <a:noFill/>
        </p:spPr>
        <p:txBody>
          <a:bodyPr wrap="square" rtlCol="0">
            <a:spAutoFit/>
          </a:bodyPr>
          <a:lstStyle/>
          <a:p>
            <a:pPr algn="ctr"/>
            <a:r>
              <a:rPr lang="en-US" sz="900" dirty="0"/>
              <a:t>123456</a:t>
            </a:r>
          </a:p>
        </p:txBody>
      </p:sp>
      <p:sp>
        <p:nvSpPr>
          <p:cNvPr id="156" name="TextBox 155">
            <a:extLst>
              <a:ext uri="{FF2B5EF4-FFF2-40B4-BE49-F238E27FC236}">
                <a16:creationId xmlns:a16="http://schemas.microsoft.com/office/drawing/2014/main" id="{E476A475-2835-A999-0397-DC5453A255A4}"/>
              </a:ext>
            </a:extLst>
          </p:cNvPr>
          <p:cNvSpPr txBox="1"/>
          <p:nvPr/>
        </p:nvSpPr>
        <p:spPr>
          <a:xfrm>
            <a:off x="4143022" y="4408541"/>
            <a:ext cx="570089" cy="230832"/>
          </a:xfrm>
          <a:prstGeom prst="rect">
            <a:avLst/>
          </a:prstGeom>
          <a:noFill/>
        </p:spPr>
        <p:txBody>
          <a:bodyPr wrap="square" rtlCol="0">
            <a:spAutoFit/>
          </a:bodyPr>
          <a:lstStyle/>
          <a:p>
            <a:pPr algn="ctr"/>
            <a:r>
              <a:rPr lang="en-US" sz="900" dirty="0"/>
              <a:t>123456</a:t>
            </a:r>
          </a:p>
        </p:txBody>
      </p:sp>
      <p:sp>
        <p:nvSpPr>
          <p:cNvPr id="157" name="TextBox 156">
            <a:extLst>
              <a:ext uri="{FF2B5EF4-FFF2-40B4-BE49-F238E27FC236}">
                <a16:creationId xmlns:a16="http://schemas.microsoft.com/office/drawing/2014/main" id="{11DFBA62-EDF5-5E66-D6C2-CEFB9B6EB6F4}"/>
              </a:ext>
            </a:extLst>
          </p:cNvPr>
          <p:cNvSpPr txBox="1"/>
          <p:nvPr/>
        </p:nvSpPr>
        <p:spPr>
          <a:xfrm>
            <a:off x="4645378" y="4408541"/>
            <a:ext cx="570089" cy="230832"/>
          </a:xfrm>
          <a:prstGeom prst="rect">
            <a:avLst/>
          </a:prstGeom>
          <a:noFill/>
        </p:spPr>
        <p:txBody>
          <a:bodyPr wrap="square" rtlCol="0">
            <a:spAutoFit/>
          </a:bodyPr>
          <a:lstStyle/>
          <a:p>
            <a:pPr algn="ctr"/>
            <a:r>
              <a:rPr lang="en-US" sz="900" dirty="0"/>
              <a:t>123456</a:t>
            </a:r>
          </a:p>
        </p:txBody>
      </p:sp>
      <p:sp>
        <p:nvSpPr>
          <p:cNvPr id="158" name="TextBox 157">
            <a:extLst>
              <a:ext uri="{FF2B5EF4-FFF2-40B4-BE49-F238E27FC236}">
                <a16:creationId xmlns:a16="http://schemas.microsoft.com/office/drawing/2014/main" id="{1CDAE45F-FE33-B2CA-5F56-FB8074081DF5}"/>
              </a:ext>
            </a:extLst>
          </p:cNvPr>
          <p:cNvSpPr txBox="1"/>
          <p:nvPr/>
        </p:nvSpPr>
        <p:spPr>
          <a:xfrm>
            <a:off x="5147734" y="4408541"/>
            <a:ext cx="570089" cy="230832"/>
          </a:xfrm>
          <a:prstGeom prst="rect">
            <a:avLst/>
          </a:prstGeom>
          <a:noFill/>
        </p:spPr>
        <p:txBody>
          <a:bodyPr wrap="square" rtlCol="0">
            <a:spAutoFit/>
          </a:bodyPr>
          <a:lstStyle/>
          <a:p>
            <a:pPr algn="ctr"/>
            <a:r>
              <a:rPr lang="en-US" sz="900" dirty="0"/>
              <a:t>123456</a:t>
            </a:r>
          </a:p>
        </p:txBody>
      </p:sp>
      <p:sp>
        <p:nvSpPr>
          <p:cNvPr id="159" name="TextBox 158">
            <a:extLst>
              <a:ext uri="{FF2B5EF4-FFF2-40B4-BE49-F238E27FC236}">
                <a16:creationId xmlns:a16="http://schemas.microsoft.com/office/drawing/2014/main" id="{347E677D-6A96-11F9-1CC6-6869D0DB1900}"/>
              </a:ext>
            </a:extLst>
          </p:cNvPr>
          <p:cNvSpPr txBox="1"/>
          <p:nvPr/>
        </p:nvSpPr>
        <p:spPr>
          <a:xfrm>
            <a:off x="5650090" y="4408541"/>
            <a:ext cx="570089" cy="230832"/>
          </a:xfrm>
          <a:prstGeom prst="rect">
            <a:avLst/>
          </a:prstGeom>
          <a:noFill/>
        </p:spPr>
        <p:txBody>
          <a:bodyPr wrap="square" rtlCol="0">
            <a:spAutoFit/>
          </a:bodyPr>
          <a:lstStyle/>
          <a:p>
            <a:pPr algn="ctr"/>
            <a:r>
              <a:rPr lang="en-US" sz="900" dirty="0"/>
              <a:t>123456</a:t>
            </a:r>
          </a:p>
        </p:txBody>
      </p:sp>
      <p:sp>
        <p:nvSpPr>
          <p:cNvPr id="160" name="TextBox 159">
            <a:extLst>
              <a:ext uri="{FF2B5EF4-FFF2-40B4-BE49-F238E27FC236}">
                <a16:creationId xmlns:a16="http://schemas.microsoft.com/office/drawing/2014/main" id="{07B0AC8A-C41D-56EC-5EF0-754BBB160E72}"/>
              </a:ext>
            </a:extLst>
          </p:cNvPr>
          <p:cNvSpPr txBox="1"/>
          <p:nvPr/>
        </p:nvSpPr>
        <p:spPr>
          <a:xfrm>
            <a:off x="6152446" y="4408541"/>
            <a:ext cx="570089" cy="230832"/>
          </a:xfrm>
          <a:prstGeom prst="rect">
            <a:avLst/>
          </a:prstGeom>
          <a:noFill/>
        </p:spPr>
        <p:txBody>
          <a:bodyPr wrap="square" rtlCol="0">
            <a:spAutoFit/>
          </a:bodyPr>
          <a:lstStyle/>
          <a:p>
            <a:pPr algn="ctr"/>
            <a:r>
              <a:rPr lang="en-US" sz="900" dirty="0"/>
              <a:t>123456</a:t>
            </a:r>
          </a:p>
        </p:txBody>
      </p:sp>
      <p:sp>
        <p:nvSpPr>
          <p:cNvPr id="161" name="TextBox 160">
            <a:extLst>
              <a:ext uri="{FF2B5EF4-FFF2-40B4-BE49-F238E27FC236}">
                <a16:creationId xmlns:a16="http://schemas.microsoft.com/office/drawing/2014/main" id="{90BEB1FD-B867-9020-CDAC-CA4518233490}"/>
              </a:ext>
            </a:extLst>
          </p:cNvPr>
          <p:cNvSpPr txBox="1"/>
          <p:nvPr/>
        </p:nvSpPr>
        <p:spPr>
          <a:xfrm>
            <a:off x="6654802" y="4408541"/>
            <a:ext cx="570089" cy="230832"/>
          </a:xfrm>
          <a:prstGeom prst="rect">
            <a:avLst/>
          </a:prstGeom>
          <a:noFill/>
        </p:spPr>
        <p:txBody>
          <a:bodyPr wrap="square" rtlCol="0">
            <a:spAutoFit/>
          </a:bodyPr>
          <a:lstStyle/>
          <a:p>
            <a:pPr algn="ctr"/>
            <a:r>
              <a:rPr lang="en-US" sz="900" dirty="0"/>
              <a:t>123456</a:t>
            </a:r>
          </a:p>
        </p:txBody>
      </p:sp>
      <p:sp>
        <p:nvSpPr>
          <p:cNvPr id="162" name="TextBox 161">
            <a:extLst>
              <a:ext uri="{FF2B5EF4-FFF2-40B4-BE49-F238E27FC236}">
                <a16:creationId xmlns:a16="http://schemas.microsoft.com/office/drawing/2014/main" id="{4FDCDC74-3BE5-350D-3561-28BD95A47BFB}"/>
              </a:ext>
            </a:extLst>
          </p:cNvPr>
          <p:cNvSpPr txBox="1"/>
          <p:nvPr/>
        </p:nvSpPr>
        <p:spPr>
          <a:xfrm>
            <a:off x="7157158" y="4408541"/>
            <a:ext cx="570089" cy="230832"/>
          </a:xfrm>
          <a:prstGeom prst="rect">
            <a:avLst/>
          </a:prstGeom>
          <a:noFill/>
        </p:spPr>
        <p:txBody>
          <a:bodyPr wrap="square" rtlCol="0">
            <a:spAutoFit/>
          </a:bodyPr>
          <a:lstStyle/>
          <a:p>
            <a:pPr algn="ctr"/>
            <a:r>
              <a:rPr lang="en-US" sz="900" dirty="0"/>
              <a:t>123456</a:t>
            </a:r>
          </a:p>
        </p:txBody>
      </p:sp>
      <p:sp>
        <p:nvSpPr>
          <p:cNvPr id="163" name="TextBox 162">
            <a:extLst>
              <a:ext uri="{FF2B5EF4-FFF2-40B4-BE49-F238E27FC236}">
                <a16:creationId xmlns:a16="http://schemas.microsoft.com/office/drawing/2014/main" id="{1F11623A-5281-10E1-02C5-67D61644E2E4}"/>
              </a:ext>
            </a:extLst>
          </p:cNvPr>
          <p:cNvSpPr txBox="1"/>
          <p:nvPr/>
        </p:nvSpPr>
        <p:spPr>
          <a:xfrm>
            <a:off x="3138310" y="4408541"/>
            <a:ext cx="570089" cy="230832"/>
          </a:xfrm>
          <a:prstGeom prst="rect">
            <a:avLst/>
          </a:prstGeom>
          <a:noFill/>
        </p:spPr>
        <p:txBody>
          <a:bodyPr wrap="square" rtlCol="0">
            <a:spAutoFit/>
          </a:bodyPr>
          <a:lstStyle/>
          <a:p>
            <a:pPr algn="ctr"/>
            <a:r>
              <a:rPr lang="en-US" sz="900" dirty="0"/>
              <a:t>123456</a:t>
            </a:r>
          </a:p>
        </p:txBody>
      </p:sp>
      <p:sp>
        <p:nvSpPr>
          <p:cNvPr id="165" name="TextBox 164">
            <a:extLst>
              <a:ext uri="{FF2B5EF4-FFF2-40B4-BE49-F238E27FC236}">
                <a16:creationId xmlns:a16="http://schemas.microsoft.com/office/drawing/2014/main" id="{2682B44B-DA2F-482D-8445-E24A812F6CA4}"/>
              </a:ext>
            </a:extLst>
          </p:cNvPr>
          <p:cNvSpPr txBox="1"/>
          <p:nvPr/>
        </p:nvSpPr>
        <p:spPr>
          <a:xfrm>
            <a:off x="3640666" y="4909484"/>
            <a:ext cx="570089" cy="230832"/>
          </a:xfrm>
          <a:prstGeom prst="rect">
            <a:avLst/>
          </a:prstGeom>
          <a:noFill/>
        </p:spPr>
        <p:txBody>
          <a:bodyPr wrap="square" rtlCol="0">
            <a:spAutoFit/>
          </a:bodyPr>
          <a:lstStyle/>
          <a:p>
            <a:pPr algn="ctr"/>
            <a:r>
              <a:rPr lang="en-US" sz="900" dirty="0"/>
              <a:t>123456</a:t>
            </a:r>
          </a:p>
        </p:txBody>
      </p:sp>
      <p:sp>
        <p:nvSpPr>
          <p:cNvPr id="166" name="TextBox 165">
            <a:extLst>
              <a:ext uri="{FF2B5EF4-FFF2-40B4-BE49-F238E27FC236}">
                <a16:creationId xmlns:a16="http://schemas.microsoft.com/office/drawing/2014/main" id="{A8894DEB-CF9E-546B-EB23-999174D037FB}"/>
              </a:ext>
            </a:extLst>
          </p:cNvPr>
          <p:cNvSpPr txBox="1"/>
          <p:nvPr/>
        </p:nvSpPr>
        <p:spPr>
          <a:xfrm>
            <a:off x="4143022" y="4909484"/>
            <a:ext cx="570089" cy="230832"/>
          </a:xfrm>
          <a:prstGeom prst="rect">
            <a:avLst/>
          </a:prstGeom>
          <a:noFill/>
        </p:spPr>
        <p:txBody>
          <a:bodyPr wrap="square" rtlCol="0">
            <a:spAutoFit/>
          </a:bodyPr>
          <a:lstStyle/>
          <a:p>
            <a:pPr algn="ctr"/>
            <a:r>
              <a:rPr lang="en-US" sz="900" dirty="0"/>
              <a:t>123456</a:t>
            </a:r>
          </a:p>
        </p:txBody>
      </p:sp>
      <p:sp>
        <p:nvSpPr>
          <p:cNvPr id="167" name="TextBox 166">
            <a:extLst>
              <a:ext uri="{FF2B5EF4-FFF2-40B4-BE49-F238E27FC236}">
                <a16:creationId xmlns:a16="http://schemas.microsoft.com/office/drawing/2014/main" id="{9256DDD0-CB71-FF08-1010-15DEE7B70F24}"/>
              </a:ext>
            </a:extLst>
          </p:cNvPr>
          <p:cNvSpPr txBox="1"/>
          <p:nvPr/>
        </p:nvSpPr>
        <p:spPr>
          <a:xfrm>
            <a:off x="4645378" y="4909484"/>
            <a:ext cx="570089" cy="230832"/>
          </a:xfrm>
          <a:prstGeom prst="rect">
            <a:avLst/>
          </a:prstGeom>
          <a:noFill/>
        </p:spPr>
        <p:txBody>
          <a:bodyPr wrap="square" rtlCol="0">
            <a:spAutoFit/>
          </a:bodyPr>
          <a:lstStyle/>
          <a:p>
            <a:pPr algn="ctr"/>
            <a:r>
              <a:rPr lang="en-US" sz="900" dirty="0"/>
              <a:t>123456</a:t>
            </a:r>
          </a:p>
        </p:txBody>
      </p:sp>
      <p:sp>
        <p:nvSpPr>
          <p:cNvPr id="168" name="TextBox 167">
            <a:extLst>
              <a:ext uri="{FF2B5EF4-FFF2-40B4-BE49-F238E27FC236}">
                <a16:creationId xmlns:a16="http://schemas.microsoft.com/office/drawing/2014/main" id="{424EA77B-D2FD-45E3-204C-60FB3D79A469}"/>
              </a:ext>
            </a:extLst>
          </p:cNvPr>
          <p:cNvSpPr txBox="1"/>
          <p:nvPr/>
        </p:nvSpPr>
        <p:spPr>
          <a:xfrm>
            <a:off x="5147734" y="4909484"/>
            <a:ext cx="570089" cy="230832"/>
          </a:xfrm>
          <a:prstGeom prst="rect">
            <a:avLst/>
          </a:prstGeom>
          <a:noFill/>
        </p:spPr>
        <p:txBody>
          <a:bodyPr wrap="square" rtlCol="0">
            <a:spAutoFit/>
          </a:bodyPr>
          <a:lstStyle/>
          <a:p>
            <a:pPr algn="ctr"/>
            <a:r>
              <a:rPr lang="en-US" sz="900" dirty="0"/>
              <a:t>123456</a:t>
            </a:r>
          </a:p>
        </p:txBody>
      </p:sp>
      <p:sp>
        <p:nvSpPr>
          <p:cNvPr id="169" name="TextBox 168">
            <a:extLst>
              <a:ext uri="{FF2B5EF4-FFF2-40B4-BE49-F238E27FC236}">
                <a16:creationId xmlns:a16="http://schemas.microsoft.com/office/drawing/2014/main" id="{1E16BB3C-AC1E-82D8-06AE-1D6C2284F52E}"/>
              </a:ext>
            </a:extLst>
          </p:cNvPr>
          <p:cNvSpPr txBox="1"/>
          <p:nvPr/>
        </p:nvSpPr>
        <p:spPr>
          <a:xfrm>
            <a:off x="5650090" y="4909484"/>
            <a:ext cx="570089" cy="230832"/>
          </a:xfrm>
          <a:prstGeom prst="rect">
            <a:avLst/>
          </a:prstGeom>
          <a:noFill/>
        </p:spPr>
        <p:txBody>
          <a:bodyPr wrap="square" rtlCol="0">
            <a:spAutoFit/>
          </a:bodyPr>
          <a:lstStyle/>
          <a:p>
            <a:pPr algn="ctr"/>
            <a:r>
              <a:rPr lang="en-US" sz="900" dirty="0"/>
              <a:t>123456</a:t>
            </a:r>
          </a:p>
        </p:txBody>
      </p:sp>
      <p:sp>
        <p:nvSpPr>
          <p:cNvPr id="170" name="TextBox 169">
            <a:extLst>
              <a:ext uri="{FF2B5EF4-FFF2-40B4-BE49-F238E27FC236}">
                <a16:creationId xmlns:a16="http://schemas.microsoft.com/office/drawing/2014/main" id="{C5623CD4-A44B-2A55-FCF5-2A5B925F2A89}"/>
              </a:ext>
            </a:extLst>
          </p:cNvPr>
          <p:cNvSpPr txBox="1"/>
          <p:nvPr/>
        </p:nvSpPr>
        <p:spPr>
          <a:xfrm>
            <a:off x="6152446" y="4909484"/>
            <a:ext cx="570089" cy="230832"/>
          </a:xfrm>
          <a:prstGeom prst="rect">
            <a:avLst/>
          </a:prstGeom>
          <a:noFill/>
        </p:spPr>
        <p:txBody>
          <a:bodyPr wrap="square" rtlCol="0">
            <a:spAutoFit/>
          </a:bodyPr>
          <a:lstStyle/>
          <a:p>
            <a:pPr algn="ctr"/>
            <a:r>
              <a:rPr lang="en-US" sz="900" dirty="0"/>
              <a:t>123456</a:t>
            </a:r>
          </a:p>
        </p:txBody>
      </p:sp>
      <p:sp>
        <p:nvSpPr>
          <p:cNvPr id="171" name="TextBox 170">
            <a:extLst>
              <a:ext uri="{FF2B5EF4-FFF2-40B4-BE49-F238E27FC236}">
                <a16:creationId xmlns:a16="http://schemas.microsoft.com/office/drawing/2014/main" id="{1D89E19F-9755-F643-1830-EB37CAECB7C9}"/>
              </a:ext>
            </a:extLst>
          </p:cNvPr>
          <p:cNvSpPr txBox="1"/>
          <p:nvPr/>
        </p:nvSpPr>
        <p:spPr>
          <a:xfrm>
            <a:off x="6654802" y="4909484"/>
            <a:ext cx="570089" cy="230832"/>
          </a:xfrm>
          <a:prstGeom prst="rect">
            <a:avLst/>
          </a:prstGeom>
          <a:noFill/>
        </p:spPr>
        <p:txBody>
          <a:bodyPr wrap="square" rtlCol="0">
            <a:spAutoFit/>
          </a:bodyPr>
          <a:lstStyle/>
          <a:p>
            <a:pPr algn="ctr"/>
            <a:r>
              <a:rPr lang="en-US" sz="900" dirty="0"/>
              <a:t>123456</a:t>
            </a:r>
          </a:p>
        </p:txBody>
      </p:sp>
      <p:sp>
        <p:nvSpPr>
          <p:cNvPr id="172" name="TextBox 171">
            <a:extLst>
              <a:ext uri="{FF2B5EF4-FFF2-40B4-BE49-F238E27FC236}">
                <a16:creationId xmlns:a16="http://schemas.microsoft.com/office/drawing/2014/main" id="{14D70CDE-B490-E358-E7D2-A1A45E2D2908}"/>
              </a:ext>
            </a:extLst>
          </p:cNvPr>
          <p:cNvSpPr txBox="1"/>
          <p:nvPr/>
        </p:nvSpPr>
        <p:spPr>
          <a:xfrm>
            <a:off x="7157158" y="4909484"/>
            <a:ext cx="570089" cy="230832"/>
          </a:xfrm>
          <a:prstGeom prst="rect">
            <a:avLst/>
          </a:prstGeom>
          <a:noFill/>
        </p:spPr>
        <p:txBody>
          <a:bodyPr wrap="square" rtlCol="0">
            <a:spAutoFit/>
          </a:bodyPr>
          <a:lstStyle/>
          <a:p>
            <a:pPr algn="ctr"/>
            <a:r>
              <a:rPr lang="en-US" sz="900" dirty="0"/>
              <a:t>123456</a:t>
            </a:r>
          </a:p>
        </p:txBody>
      </p:sp>
      <p:sp>
        <p:nvSpPr>
          <p:cNvPr id="173" name="TextBox 172">
            <a:extLst>
              <a:ext uri="{FF2B5EF4-FFF2-40B4-BE49-F238E27FC236}">
                <a16:creationId xmlns:a16="http://schemas.microsoft.com/office/drawing/2014/main" id="{335508B5-6B0F-5193-AF19-4B3C12FA6976}"/>
              </a:ext>
            </a:extLst>
          </p:cNvPr>
          <p:cNvSpPr txBox="1"/>
          <p:nvPr/>
        </p:nvSpPr>
        <p:spPr>
          <a:xfrm>
            <a:off x="3138310" y="4909484"/>
            <a:ext cx="570089" cy="230832"/>
          </a:xfrm>
          <a:prstGeom prst="rect">
            <a:avLst/>
          </a:prstGeom>
          <a:noFill/>
        </p:spPr>
        <p:txBody>
          <a:bodyPr wrap="square" rtlCol="0">
            <a:spAutoFit/>
          </a:bodyPr>
          <a:lstStyle/>
          <a:p>
            <a:pPr algn="ctr"/>
            <a:r>
              <a:rPr lang="en-US" sz="900" dirty="0"/>
              <a:t>123456</a:t>
            </a:r>
          </a:p>
        </p:txBody>
      </p:sp>
    </p:spTree>
    <p:extLst>
      <p:ext uri="{BB962C8B-B14F-4D97-AF65-F5344CB8AC3E}">
        <p14:creationId xmlns:p14="http://schemas.microsoft.com/office/powerpoint/2010/main" val="2598633295"/>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11034</TotalTime>
  <Words>3740</Words>
  <Application>Microsoft Macintosh PowerPoint</Application>
  <PresentationFormat>Widescreen</PresentationFormat>
  <Paragraphs>3230</Paragraphs>
  <Slides>63</Slides>
  <Notes>60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63</vt:i4>
      </vt:variant>
    </vt:vector>
  </HeadingPairs>
  <TitlesOfParts>
    <vt:vector size="67" baseType="lpstr">
      <vt:lpstr>Aptos</vt:lpstr>
      <vt:lpstr>Aptos Display</vt:lpstr>
      <vt:lpstr>Arial</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Jonathan Hardis</dc:creator>
  <cp:lastModifiedBy>Jonathan Hardis</cp:lastModifiedBy>
  <cp:revision>418</cp:revision>
  <cp:lastPrinted>2026-05-01T14:51:34Z</cp:lastPrinted>
  <dcterms:created xsi:type="dcterms:W3CDTF">2024-03-19T02:13:08Z</dcterms:created>
  <dcterms:modified xsi:type="dcterms:W3CDTF">2026-05-02T14:59:25Z</dcterms:modified>
</cp:coreProperties>
</file>