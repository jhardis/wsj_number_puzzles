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7" r:id="rId15"/>
    <p:sldId id="543" r:id="rId16"/>
    <p:sldId id="544" r:id="rId17"/>
    <p:sldId id="545" r:id="rId18"/>
    <p:sldId id="546" r:id="rId19"/>
    <p:sldId id="548" r:id="rId20"/>
    <p:sldId id="549" r:id="rId21"/>
    <p:sldId id="550" r:id="rId22"/>
    <p:sldId id="551" r:id="rId23"/>
    <p:sldId id="553" r:id="rId24"/>
    <p:sldId id="554" r:id="rId25"/>
    <p:sldId id="555" r:id="rId26"/>
    <p:sldId id="556" r:id="rId27"/>
    <p:sldId id="552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67" r:id="rId39"/>
    <p:sldId id="568" r:id="rId40"/>
    <p:sldId id="569" r:id="rId41"/>
    <p:sldId id="570" r:id="rId42"/>
    <p:sldId id="571" r:id="rId43"/>
    <p:sldId id="572" r:id="rId44"/>
    <p:sldId id="573" r:id="rId45"/>
    <p:sldId id="574" r:id="rId46"/>
    <p:sldId id="575" r:id="rId47"/>
    <p:sldId id="576" r:id="rId48"/>
    <p:sldId id="577" r:id="rId49"/>
    <p:sldId id="578" r:id="rId50"/>
    <p:sldId id="579" r:id="rId51"/>
    <p:sldId id="58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A75CF-161E-C68E-ED97-AA90E8AA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9D683-F380-15A0-FF83-0027C7094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C5099-F4DB-A95D-D556-4357323C4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32C43-CEB7-FD91-1D3E-C4AD5109C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54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198D3-74B2-35D8-B78F-6B8B8525A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CB030-E1E7-F1B9-3107-E31CC34F8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8FB35-F573-CF8E-113C-0D84AA152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70CA8-B4EE-8B57-9DA2-D9D54A3DE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65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447C6-C793-D655-3EE9-FD742C44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CCB40-3593-BB1A-E14F-543D5208E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5BCA1-8481-5839-BB10-1C4F47C28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16344-1598-E5E7-E56F-0B1B45059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6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5EAA8-DD70-A5B0-DB2F-3ED41D7F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9524B-F4C3-1B5E-3F8B-BACD3786A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2DE63-3A56-C8F2-29B8-6ADDA4291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7B980-8D44-8837-113A-54C4CF5DC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59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46B46-C9DD-1CD4-83CD-EA4457ED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44D72-9F71-F314-A761-7359D56D5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2F59B-6FC1-5390-6BE8-3BA1CF2AB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A2A8A-9436-5247-6A6B-1BC643455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69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747B-A290-A4A0-9A43-FB04971DB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309EF-73BC-9C24-D993-7E0A48CFE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06EF2-C2D2-18D8-E6BB-6B397F49C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6016D-3639-EEB8-3388-B34B622ED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51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663BF-B82B-72DB-83CE-49A2446D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7CFC0-CB3E-70D4-F633-FB5ACF85D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D692B-996E-DF87-44B7-20C73C809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EB481-10B9-3E97-39AB-29467931B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56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BA774-62A7-B485-5E78-B3C9A2AC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C6BD7-0090-71B8-38F0-125ACA473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78A67-EA93-56F4-96E0-2E2ACE13F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CD531-CB30-5F62-072E-6A0859AA0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97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74BF-F9B3-11E8-CC5A-06EAEC58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42EC4-DE3F-3396-940E-12599BD6A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D7BA3-1A77-6357-84B4-DE6FAB666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E7B80-5C0F-E86D-7AC6-CC9104C0E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27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8EDD-3C1A-EB33-E661-459CEDDF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8A053-88E6-27E0-DCBE-9CDCFDFDE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EF17B-1CA1-1B17-239C-CAF407FE6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29573-7882-5073-E537-FC92D6A0E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76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090A-BD56-37B5-C2C7-5027FC95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6E069-A54D-AFB9-AEF9-3E357D98C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CBF1E-FE1F-42E2-C218-C8744DD02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64211-1467-FBF2-4568-0B0519F8A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AFFED-96A5-0062-6C09-0775BAA19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CE1D3-E8D1-5FC4-AF3D-D336D2FEA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63076-DC92-0053-2A27-8E3355CFB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93220-7E27-2A1A-5AD9-8D710A6DA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674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DCD74-7897-4823-D4A1-50D707756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2EAC4-E9E7-D4E8-B771-6E02BC5FA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25977-59B4-A99A-E8CF-741DF4F01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47D94-4E3F-7BE4-F395-DB8CEAD4B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45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16C1-1E20-5208-8136-A2F69703D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4CCD8-CED0-75A6-E9BA-7B5C3B127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863A2-D623-93C4-1597-0ED7F363D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99836-426B-487F-9A72-71778DA00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05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E26A2-18E2-99A6-4511-0F0A99210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F0A35-FE97-751F-1F12-1DBCFC8B0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04D21-7418-C46D-5A36-1F72A7B57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5ADDF-5954-6D2B-1894-D65BC67D4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883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DBAF-8447-40D2-9F35-2ACF315F4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8CD07-F07C-4A63-C96B-E537625E4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EC9B6-B9FB-5881-D072-A8E27D305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D2F63-C22D-6CD4-3174-601F11FB9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389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8F6A9-F85C-F9A0-8BD6-A331B2C6F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1E25E-63CA-A702-BDE8-89C9A87AB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9CC3E-5EDF-66A7-E5B4-03F0B3F71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3CF03-4D82-B2D1-4151-51CEBA1F2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33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855C8-2C90-2071-6B03-FC6FF029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CA736-E1A6-6FC0-E061-7A8893F27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CB86-65CD-5DDD-A997-471807086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30C0C-49FA-D879-6693-06736F9A6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6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35392-A1C5-C74C-1781-5F3AF0282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A3065-C077-33BB-7425-FF0036075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F09EE-7500-2587-CCDB-09BCB740A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28F10-E282-677E-A339-98494A2AE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38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1634-4A7C-C1AA-848E-5036F0F8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801E2-04F5-BABE-DE26-59E4BFA37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54D0C-741E-868F-C0FF-6B7080340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706E5-3B16-3852-A601-9B8EF7CFF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471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82C67-D99C-2E33-17CE-83274F66E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EFCE3-E06A-389E-003B-49460D845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A6ED1-2829-72CF-8C33-CDE3180CF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2CF72-2AAE-0FC8-5865-FAF040EA8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277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66963-10F1-3BAE-CD29-D0C7A44A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D7C51-B78D-5252-0115-4326E00F8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8F9A8-6C64-EF4E-C828-6D5267FDD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954D1-F678-6A48-29FB-8B0B4B8CF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448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671B0-8BD0-9C37-77FE-D7147034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DEEEF-6F4A-8DA8-E2CB-D8C340372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4433C-C931-DBAF-4CFB-7482891BF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E2C63-A42E-A477-1A0E-06692E2C3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904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63FF5-F365-904B-166A-06AEC475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B408D-61CD-BFF5-0229-A7E21C09F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04A54-0549-75D6-2B8A-48C9D2AC2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A2385-9847-5F4F-D0FA-E89A89513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23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2D578-D63B-BFDD-23CE-5CAAFE56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B9F1F-8FA5-88CE-03C7-9F87B8C36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B44DA-8EA6-B32A-A06C-97A1D5157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78FFA-3811-5ACC-91B7-D2821EF9E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358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1E5C1-6E21-85F5-1B66-9EC3DF19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BF4FC-32F6-BB85-8953-E650F33CA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CC791-DD12-9ACA-06DE-1D7B8CB0F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7F5B8-CF3B-FF1E-5FC6-803AB0C2E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452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6A43B-CF85-D348-A5BC-430F4D471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4C7C8-C9EE-E4CE-434E-51C5CE9F6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965D1-B18C-7E28-511D-7BD8F906F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D1625-391C-9DB0-3A2D-0AF7BA80C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659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F00F-357B-E62A-FF1A-35FEA75A7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D1F82-98AD-5C33-2E86-6A50E0ACB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F0AB7-42CE-A0DC-E881-A79EEA835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75632-0B0A-797B-1CC6-4FEE6E737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316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DA851-066D-E1DB-AE66-5F69C8C6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77DCB-0E75-CF9F-9395-23AC84B98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BE53F-0C00-EB2A-AC11-76B44704C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A243B-FCDC-5143-AADF-0E3E2570E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70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7193-62C8-61D3-74C7-7B4D2D05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9A9B0-ED4E-0CA8-ED9B-7B3ED790A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DAD66-809D-0903-911B-D92999D63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10C51-7E40-3043-F1E0-F02A970BA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79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3BAE-95C9-92C9-8DF6-44B756149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AD144-9687-F2E5-14F6-7F8D7D934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479EE-FFA4-2535-8942-5A7E3C91E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78471-7760-2072-2239-C959D271F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697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88BE5-6981-C71D-0ABD-F10CB0BC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5C470-5C65-97A0-A2C4-B5BD26A5A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03B51-0EAA-0764-83DA-4B64DF998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B1544-53CA-6721-743C-67D749304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788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38DD-8597-67A9-B544-36830437B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E06EB-3ED4-17EB-A765-7F46D87E6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DDA3A-6560-4B56-D000-C5F575F95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AF308-4627-212B-804D-2F9A1470B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6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F766-B62D-0873-CB80-171BA6D4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CE021-8B07-8AFB-D9B8-D31F17A2A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79A28-E267-FFC1-0764-6FFFBFD88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C63E7-0F17-BD3D-2FF2-01AD3651E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692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8FAB5-DA99-7B7F-6A35-F6B251B7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2C9D2-600C-BA8E-621B-EC0322778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90D96-2BE2-1C38-AABE-E6D1001A5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CF6D9-7BA7-BECE-BD2D-DBAA7EE6F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392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AE543-4564-AB25-068B-C5280714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0A6A5-6A26-2CA9-FB16-A0B462F95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85E44-AC5C-5593-BC98-392D3AE76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51BC4-49B6-FD83-C0FB-FA432A5BA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379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EBB7D-B439-61EB-C580-75F50CF1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C4EBF-53FD-6DBE-4852-922D979C9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670F3-B397-BAEC-B115-A8706CB6C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93FD3-1CE3-0BA1-6ADB-D1017A9A6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547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99336-6496-1C3B-D801-5B03BA75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45E56-DF28-7FDB-77D0-40B86DEF9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82908-C758-3F44-4369-6FF347124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208EE-8DE9-F337-AA4B-8178BDF0E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692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C193-FD9B-52F6-E73A-3BB58A6A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97278-FA68-602C-DD08-1417C1E10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182D6-7FED-4C03-FAD7-E07B48299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A8E1D-657C-B210-D4EF-FE0A2AA3E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278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BDA4-0846-F96F-E90F-6743A333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F383E-E040-25A0-9690-93397BBB9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2FBAD-8F6F-495D-1B39-5E840ACA6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DE7FE-DDF8-3FD4-E569-453DE5EE7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233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F5444-4262-39D3-5EE5-0F60E44C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441F3-A5AC-066F-97DB-94DB76B56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A72E7-6149-EC2C-F5CC-695588B88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C5C52-2181-CAA9-545A-CC4D13202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520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F876D-8ACD-C313-8DA6-2617A019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5A9C7-A815-FDA2-368F-F87BBC5C5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FCBD8-D2DB-2E43-459B-03BD9150C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A8401-BDEF-8CEC-4A61-ED2520266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640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F774-66E6-F833-98F4-3E1E8E56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3109E-803C-1D6E-894B-2032DA736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1C96F-50B0-345A-D833-89ED6A1D1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D9703-8B62-68BA-809D-32001041C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474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63B2A-5A89-289B-5E21-DE6DBDF05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33D64-0D74-1E51-4B4E-F88CAA2C8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7E960-077D-7CCC-2039-85E8A67E5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81490-741C-2BAA-54BA-044F625BC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668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82A59-1C9D-40DE-ED60-500EED19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90716-3397-338C-430E-63E14E319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EAED9-7CDC-0688-2EDF-8CD3FFF7C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0D54A-93BF-84DA-879B-0CD3A9030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398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3AD93-3BDF-31A9-F2F5-AB23C944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C2DF5-2B31-BE09-47D7-DD212B831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21BC4-EEB1-0F87-8336-5EA6C94BB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35B1B-72E9-92D1-B34C-98CDB8753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240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0667-1BAF-D6F5-EF34-276C009C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71403-E614-DFB2-95A3-D23794C2D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4ADB2-EF9F-0A1E-C8C5-3E10FC569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E55A9-7D2B-F048-AAB8-9AA2A4166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351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C0D8-19C6-028C-29C4-CA40BC69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B812B-2E3E-889D-0A20-3A0A1ADA2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A500D-89AE-9D2E-3BBB-E57E98762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D812B-D886-551F-96F4-F12204407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1525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58F36-768B-91D7-118A-A3ABEE6BC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160A3-2278-929E-6877-689171C0F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D6B38-9CEB-3BFE-072A-CE399574F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8646E-EED7-A942-BDA1-06F90A128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167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FBEE9-EC7B-449D-F6EC-F22AE31C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40D9F-1B87-D687-4A4E-DADD3CFE8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DBEB0-06D1-DE8B-55B8-B97AAA575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4733F-06EE-CCCF-AD02-51D8F7B7D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9F641C-27E5-47C9-47C5-7DFF19CC84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3735" y="272593"/>
            <a:ext cx="4544050" cy="502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F888-F90A-29DD-0280-426568FF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F4B291-3971-0662-3929-BCE1A26A6B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(28+23)–45 = 6, in 2          (29+20)–45 = 4, in 2</a:t>
            </a:r>
          </a:p>
          <a:p>
            <a:r>
              <a:rPr lang="en-US" dirty="0"/>
              <a:t>(29+19)–45 = 3, in 2          (31+18)–45 = 4, in 2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D43253-4765-63F6-5378-E11C6F110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1CC1BD-F3EE-FA89-588F-5E299EC14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A98FA9B-A9EA-9295-453C-CAFEF89A8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C04C64-EF65-21EF-3B10-780C78813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C6E864-8F04-3D53-31E0-CD1892EA49B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5304D-8149-2B2F-E2CE-80935282691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C513D-A83D-CB64-CB5B-BB10874CC5A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C75B9-9F0B-8DD5-160C-26A87640580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FCB7B-BA27-855F-8FFB-C530EC47AAD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8AE715-2DC3-D6BA-ECB8-568101CB0CD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2879F-B574-345F-AF60-123140EBE94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918B04-1DE0-7ED4-74DB-BF82964E397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64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F8A3-75D1-F4E1-618A-72075CE7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FDC9E3-9515-C55F-D55D-B5E52B2B22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[28 in 7] must be 1234567. There is only one remaining possible location for the 9.</a:t>
            </a:r>
          </a:p>
          <a:p>
            <a:r>
              <a:rPr lang="en-US" dirty="0"/>
              <a:t>Then, in the upper center block, there is only one remaining location for the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C3E10D-0BF0-ED9B-6B45-76941C4EF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475B44-0BCC-D952-78BB-AF2D57007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C3752D-5E6A-BD7C-5D51-EE53352FB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2B0D98-2366-E349-AB74-A03847F11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14A664-C7B9-D9E7-2DDB-79BC72C23AA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2143DC-CB95-86A3-BDBF-37DFA65D090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BBC0C-1498-9F93-8F41-5B1E15D5CB6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67DDB-5393-7307-36ED-6EBA93DC4C9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9BA59A-0725-C60E-BD38-50B7007C7FC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F96620-1F49-AB7D-F0F7-C20EBC238EB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F3A5A2-25CE-3431-7A2F-1C4BE173C4B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FE025-5D8D-C9CA-1E46-CFB69194997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7C6D1F-9E30-5253-498A-03AFFA81652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A2BE98-E2D8-983F-28FA-61A120C2CF0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1E557E-B33E-427A-B5E9-7B71767983B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733FC4-DF4B-6817-7AAC-7A451438785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</p:spTree>
    <p:extLst>
      <p:ext uri="{BB962C8B-B14F-4D97-AF65-F5344CB8AC3E}">
        <p14:creationId xmlns:p14="http://schemas.microsoft.com/office/powerpoint/2010/main" val="190350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B837C-8024-3CC5-B58C-896DE96D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34A630-0ABB-C3F9-70C8-3687E16446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[31 in 7] must be all but [14 in 2], which could be 59 or 68. We know that [31 in 7] does not contain 6, so [18 in 4] must contain 8. The remaining two cells must be 13.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963506-78E6-5CE6-A549-568B63EFE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44EC53-0E93-D807-2098-511C1F4CD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634FA6-CB18-F117-F630-5FD977579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5BC0C3-C18A-B875-0F81-A1EDA207A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6099B6-90E4-F893-0CCD-087E276B6F5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5EF82-39EF-7F10-9793-3E3D853AF78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CB8A3-C373-D428-0E4B-791B4689832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66557-929A-E323-5874-81D1D182E06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799E20-B9AF-B4A0-CBF2-EE35AEC8AE8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78E9BE-4147-DB36-ADD4-1D224DFD122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08FF1D-D5E1-C60B-BE74-A97E1340ECD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8094B0-B74B-362A-C159-714480C4263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DD4E5-3137-FBEC-C863-56B9AAFAA00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4A732C-FD8D-3697-6D9C-9787CC484FB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D38F6A-88E7-0C6B-E8DF-B0967C550CD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485B5F-E586-2259-2FAF-93F133AA5AE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B9816F-40FB-79EA-8A22-8EA8BACC6E1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597746-A07A-AF3C-E2D0-BB1C1521425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BF94F2-0D79-66B6-D4B0-A287A07908E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95033A-4179-C563-C527-E6CF09E939F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F683D2-769B-8C44-4ECC-0DE66AE1857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65998D-2B48-9829-A971-59180640076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088F72-7CFF-468C-4525-E3A00EC81CF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EDA0B6-F537-A152-06C3-88A2CAC910E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</p:spTree>
    <p:extLst>
      <p:ext uri="{BB962C8B-B14F-4D97-AF65-F5344CB8AC3E}">
        <p14:creationId xmlns:p14="http://schemas.microsoft.com/office/powerpoint/2010/main" val="22845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644DD-B033-BEEE-1336-DCDBA317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9BA837-91D9-8943-B151-74787CB914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left block, [29 in 7] must be all but [16 in 2], which must be 79. The 9 must be in Column 3.</a:t>
            </a:r>
          </a:p>
          <a:p>
            <a:r>
              <a:rPr lang="en-US" dirty="0"/>
              <a:t>Then, in the left center block, there is only one remaining location for the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28AA71-C540-C55F-6D6A-BEBBCD8BF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5E73B4-4634-33FD-111B-7158913D3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19A906-C96C-231E-99F3-3029C1B44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A58C8D-E27A-8CFE-4203-7EDCA34C3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450610-1722-5914-08F2-69997209284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70EC9-1290-867E-8747-C007E267F41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1FA732-E11B-2FB1-E9F6-263E3F8084F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9A24D-3B03-1E37-DBE2-A0E53AF88F5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7C95E-7B54-2676-0ADA-2EEB5F86A84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6390C-2652-26E6-12A9-48E2EC57912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C7021F-3702-F924-722E-C1842A46929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C14A4-7220-6452-6785-BF0B5E5592A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91556E-1277-D322-DD5C-2E1FEDEABAE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9BC97A-EFA2-8F8B-7222-5B93F6F0E35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325695-DEAA-5278-BF74-38F94078557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65007-1379-6E7F-A760-967B407DE28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A8EE70-8EF7-1AE6-04A8-A8C902FDD49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423269-D0FE-8461-018B-8712FE44409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094250-22DE-459C-5E8F-A2EECED2EC5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50B6BF-0C0B-9434-5A10-FC3D888F946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BF5AD8-3DD6-6353-B31D-D3486D3A155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FA7473-9B38-44D7-CEE7-5DA1D11115C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E717B6-3AAC-5972-5D1C-1521AED7733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1D90E6-43D6-4F83-52AF-3C253ED8814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F97E74-0C31-4426-6754-A71497E90A6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01ED01-8AF5-A153-F521-DAC3120F328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473CA6-5D7F-C937-7A3D-82A80CE6EA9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3D605D-832D-CC99-5BEF-6238FB64813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2B7236-07C1-E5E6-16B1-3E9F5C0FD46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753BBE-0E2C-3F19-5EA2-0CD5D0B2352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35D509-066A-E515-A4B7-B619D2049BA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E89071-B17A-89DE-5391-2837CFA62E7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84CC54-CFF1-1ECC-7679-405CC88207F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</p:spTree>
    <p:extLst>
      <p:ext uri="{BB962C8B-B14F-4D97-AF65-F5344CB8AC3E}">
        <p14:creationId xmlns:p14="http://schemas.microsoft.com/office/powerpoint/2010/main" val="7872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E239-D0DD-BC3B-C0C9-7DE03C0D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B98A65-D0FD-B2ED-6D14-B0B88DFB5F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[29 in 7] must be all but [16 in 2], which must be 79.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3C72B9-8822-D6D1-D60E-ACEC8CA5B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569A7B-4622-6A5D-A4F1-F8F9F2491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452CFF-6399-C2A7-0D8E-25CCFA8F5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DF1769-AAE2-18A2-831D-53A06C2A45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5204E5-0BC3-5F32-A8E8-991D8E40A7C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DF283-DFBE-D88B-1C0E-98A10E8B9B0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DD00D3-B641-D3FC-7CC9-D80E5C75890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D0A94B-014D-B250-5022-31A5EC0EA3D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81CE7-BF0B-F4E9-39E9-D8F633A44D1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00D21-54F2-2067-DC8C-1E8EA38DA42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3C40F9-CFFC-6549-D8FA-81155019AE7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21C55-104C-C5C6-FFE0-2921616EECE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368DE9-5B95-09DE-94E2-3652E8022A0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7719E9-2C44-16F7-4997-69AF141F6C6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97C4CD-AA28-F296-E59A-C9DF492344C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587B48-EC65-A40C-842B-6024F73480B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5C1C9B-AD81-A303-05D0-5A75FBD0548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5A0EA5-D38E-85B7-B2ED-27B4FF5FD54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C420BB-E39F-CEC3-D57D-75EF0EDC9C3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F12D6-4D9F-5212-A6CF-91208C41961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B68DB2-CA1B-F3E0-B8C6-4DBC144E90A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5387C8-32B0-9C07-1EC2-F7B298A5867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F4D1C6-D7FA-1A2D-8EC7-3C80F218988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89282B-D977-EF6C-A365-2AFD19A59F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EBD893-F9AD-DAA3-FE11-C0D9722975D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993DB4-A939-9FA0-05E2-AFDADC95373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3CC00C-9FF8-E0C2-6BB1-476B6FB20DA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C433DE-933F-9D23-218D-B23498B5766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1E3954-26DE-2164-3CBB-AE8E7367D2C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269D61-B170-8626-DBC5-592EAFA8EC6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EDF479-96B4-7695-25A4-3E871469309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276D2C-67DB-F13D-4184-2BF533A4BC9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EFA4F4-1D14-7472-49C9-F32BF084DCB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BCE4DB-27A5-5EB6-E0A8-2A075AFB1C6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F54C93-9310-5DE2-C610-2A3C2A23601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39A2A2-494D-E412-1783-D1FA8E7E75F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75F04C-59BC-018C-B387-F43E110E8B6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A6973-2081-81CA-668A-8D1745B85EE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0EC198-81E2-1130-B69A-4745A440F9B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A3D945-A51A-108F-9DA1-A1EA478AE9F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958005-3D58-DB39-36A0-68CC2ABEE44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</p:spTree>
    <p:extLst>
      <p:ext uri="{BB962C8B-B14F-4D97-AF65-F5344CB8AC3E}">
        <p14:creationId xmlns:p14="http://schemas.microsoft.com/office/powerpoint/2010/main" val="233872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CB9-070E-4C82-D3A3-DB0C36C9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ADE32C-A299-FE33-E254-1BF4D069AD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55FE91-975A-766D-2297-40C627292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E3BEC6-0B26-850B-7C8E-32AD3C412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471AB1-122E-9DF2-580A-A62CB9FD0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9672A9-E5A4-4B69-1B35-6587FE79F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6C4770-2703-489A-B1A2-6D4E9475BEF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D4D212-8206-1D29-7EC3-340CCD72712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F0818-C7C8-CB43-F7C2-4C8B23C8EB5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1C5CA-8282-27FC-D6C8-A9EA276C963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69D3E2-87D7-CF20-69D2-C670334B092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DBCB1-E573-1251-8E00-561C6E42207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FC0B7-C399-4DC0-90C6-42DF80D37C4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30556D-C4FE-7813-CEC6-08BBCFDB6EE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C5A13-F1B2-5E26-C14C-4AC5D2BE737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F05E76-0098-B61C-31DA-76A88C00C3A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AED685-21F3-8759-7641-4A82AAB9A4B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36451D-D569-D023-3727-874820D7771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94D9FD-2026-281C-0A50-B34C0535788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EB0A5B-0A00-B7E7-F8E5-2C1F0D999B8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3F52F4-5DCE-431B-0C62-C4268ECAFD9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337E7-0004-E818-69A2-EA4A0257AD2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C9372F-46B5-614A-5944-E27B7CB7AE3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E004E7-D7CA-7A81-95E2-FDDFF0AACE8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E41ACE-1542-C8D2-4D71-7CC6BAD2818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26E8BA-4D0C-DCAC-F00E-55E1126263A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0616A3-38B1-000F-791B-9D1D3A422B5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875AEA-77F8-4F42-25EC-D1C6BA9AE96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485E5-97FC-ACFF-D379-91A586F5326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2E449C-A920-1DE6-6584-992D0036AE0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91E833-E39D-FC54-D098-6D4C4411E31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E92798-3C85-56BD-B85D-47EF45F3D9A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1D09C5-97A7-CA77-BFD1-2C725A5B91A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9E4853-0236-0F4A-4676-99B95C32015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F317C5-9827-ED54-A507-3E5C05FB2E0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AA3293-5583-B8AE-E106-3F6DE9AA48E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544FBD-C5C9-0083-D0B8-F73D3CB5699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7CCFC-8B8E-EDB4-A9B4-6B3DE1EF38D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4431B6-7505-209B-A9CB-8AD7B7064DD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C3BC66-B41D-945C-D497-E0802C78ADE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90E7BC-11E5-5D0C-AD32-E0A1DBAF0BD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490B12-7037-0B9A-7BA8-60B24A339F7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28D625-D3D8-0ACA-6C8A-AF098F5FAC1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D2E159-3BF8-5702-5B5D-2245298335C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</p:spTree>
    <p:extLst>
      <p:ext uri="{BB962C8B-B14F-4D97-AF65-F5344CB8AC3E}">
        <p14:creationId xmlns:p14="http://schemas.microsoft.com/office/powerpoint/2010/main" val="1107042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6392-9EBC-9B4D-B9BB-65334B50C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83CAE9-6742-6FF7-AF61-28D147191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Center cell is 45–(9+10+18+{24678}) = {6421x}. Only 1, 2, and 6 are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190D9B-A105-8324-FA84-ABFBD77D8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81161C-6929-F4FD-D9B2-8F705CF70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FB2B25-52B0-B30B-F67A-443825C84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172ED4-B173-01D5-1F16-ACA025456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735BF4-ADF0-F0DD-778F-44818BA17DF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5C03C-5DD0-0EF1-5955-3DD6E258161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4B993B-A15E-BF36-8018-8CE8E1C21BD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2D6D14-69AE-8E16-DB61-842536A72E3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12CF9-F800-5E49-99B1-98C676779C2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DDACF3-CDD5-46AE-FF81-48F963D6790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540D66-93CC-1F97-D285-4935190AFD5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1A6F79-7288-C561-47C6-48EF39B763A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4E496-8C58-D6E5-A13B-4EB29AFEE0F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6AAA32-E2FD-C957-B296-98D94ABEF4C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43A0E5-AB0C-7642-383D-21CCFD166A2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75BFF-C4C6-8EE5-9405-5640FD3E920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A91185-65EB-E10E-FF5C-2D6D445325C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5BF4B9-C93D-500D-F24A-9A761C69B5C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9D0A9-6FFD-117F-4B53-2231BD92F13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2814DB-5BC0-437E-1BA8-4DECBC509A7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2C43DB-2719-A8CB-DBC7-81CFB4B2017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825C72-F415-2159-8780-6BF4CD0AEE1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CF58F9-170E-9DC3-425D-6F25A4DECE6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E93B6A-164A-B30C-BBC6-1E7613D66BC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1DE8FA-78B0-32FE-3753-424B9AD7F99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99E7B5-937F-302A-EE9E-2D555F5C7C3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64AF2B-3F57-1E4E-9485-CD68CAF8E87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9B66B0-E84A-F6AE-939C-E2CFC2CD7B7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615414-026D-E514-6B67-7235460FF4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D425ED-F321-2CA3-E0C0-6E80052A024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5639AD-F25E-EE30-3B3A-29F2C6F9646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B0CB20-138E-1FE8-BA9B-CD4D53726FF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A2C2B2-8D5A-0C24-5EB2-537181C853A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3AFA50-3A08-097E-E550-752A85CD6E7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1C766-258C-3FB2-2B93-01F60C34A6D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39E472-1AFD-27C2-6D4D-E35A22147FF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A85222-24AD-B02C-F195-A7ADB1AD9B2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214FED-A7F2-DEC5-3225-1797B972C0D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EBE29E-B20F-50F0-56E8-7955D5347DE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38C987-B839-C33A-89BA-BB834DFDC83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F75CD7-A70B-4D62-7A1C-355ACCD09AC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EF88E1-8B17-4497-A153-81F995990FA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A6BE6D-7593-ACB3-3498-DD538349676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160784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8CB6-F4D2-B5BE-BCAE-05D70CA1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126918-562F-6C4E-88F5-235D410995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central cell in Row 9 = 45–(9+20+9+{126}) = {651}. 1 is not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3D4028-1460-47B4-FC42-0ECEFACD7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038444-8269-5902-C34F-435478844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B03D51-1CF9-6F04-6325-8D8E12D67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65A3BE-F263-4E0D-E007-F7C52A139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A97E72-9D88-FF5B-7DBD-73AEB5D34F9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624694-19A0-24E9-2A8F-3D350217BD8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C2CDD4-05E0-96D4-8DED-BB315383D27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B00ED-8E8C-8149-FCC8-8AF4809C6AE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2D1266-745A-DE0B-AF38-B2C05F9BAF9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2A2ECD-ECD5-7999-1A34-55287364538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2A7DE9-70C6-4BD0-AF76-43986E1D5E7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6B1913-AD77-C7C6-C671-FBF4E03B212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B85388-B355-F23E-B127-69F6C4C558B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DC0397-A6B0-5098-DB77-31447BB40BF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1BCCE7-043F-54A4-F82C-961F4D57EDC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D25181-30B7-4F96-DAC7-D4FCA0BD6F6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99C8F2-C2A7-0A70-FF65-A66B9B05195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6DFC9F-0140-90A0-5868-F91D308C769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4895CD-ABEA-0C9B-3531-62A9A0850FB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D86252-E4E2-FB95-2465-D41DFCDAC17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F5BC8B-D052-A085-DF4E-1E704FCCC71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2DD52A-439C-6785-230F-ABEF159EE68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761F9D-E5D2-E97B-8ED8-9EE6C7B43DF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1B54C4-17A0-E983-E25A-F3AD7B0EA2E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EFF584-2A72-8626-F945-D231845D306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3306E-56E7-B2B0-ACC6-5C9B36D565C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298F3D-E99D-C883-1474-BD7DF1FD2A1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855BB1-127A-54A6-4AE3-5B2A42C16C9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37C578-1501-BE94-F53E-3E878B3E29D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4302EF-28A3-5372-AE4C-109606A2D15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246566-7BC9-FBCB-60EB-3C4214DF64F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0ED2A2-04D3-212A-205D-69E387D90CB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6F8489-3B2B-23D1-BF1E-81C7DF24E85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7D8922-74EA-CEDE-1DB5-4D31F64CD7D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099B4F-7AC7-C8E3-5B67-539F62A9467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0ABE9D-7A6C-6B8F-0363-C82A90B7B49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37B940-7A06-8093-E995-C77D4F389CF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ABB33D-2427-B971-9409-6488AE88D03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84DF4A-4450-96C3-25A4-15371B18A8D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30EDC2-9B7A-79A0-A84B-2BA990EB601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DFF14D-84A0-1870-38AB-171243F9AFC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B4E490-7F54-2820-8553-491D008B54E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81F78-B734-CE18-C4C1-8567AD4176F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9AED76-07DA-90B6-65B6-E4F519903C4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889996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94FF-75F4-314D-5027-F16610344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2D264A-8302-4950-FAAF-1E44A8B80E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left block, 8 is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AFA99A-97B8-4397-FED8-3910CA24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1D5735-4638-6682-EA05-EDB176BD1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43A364-6D50-C7D4-E596-B02DA6019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0F5BC8-D9AA-2816-145F-007A04380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5C24DA-79EF-8840-4A9E-98AB6A82DAC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97820-0C99-E3A1-7D54-179A6267AE6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76AAD-5D7D-DDD5-2983-E343A2241DE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EDD4A-640B-9D1E-8213-D115B94AB34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7B585-80A1-C6D3-21B5-69173C3B7A5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6C009C-820F-16A3-F55F-56842401B4E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36E839-54D9-E201-4B97-50F907D50A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262F6-D065-1797-7BB8-D3536AADEB8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1310B-177D-E0B1-B8BE-4DE7635A906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2772E6-72FC-841D-BC18-CA2921478AE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C5ECF7-B1CC-9291-4D8A-7B2AE9AD2E3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45D407-C5DE-D6D7-1633-4E893734315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3846AA-6BCE-3D42-41CC-88B021AEF69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3FA2DB-E64B-8260-215D-1978897E768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9B6AF0-C7B0-95E5-BD54-5089F436B38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CD9A1C-048B-A498-DB44-6C5A4220999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089AA4-85C3-4CB8-3DB0-78BE47F9EBB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352B8B-02CB-6CC7-CE7E-69DD9246448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B9C77C-2BA7-055D-E2F7-E6BC3811889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ED956C-61F0-A1AA-7E5D-EA2DB233EAA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5E2235-4063-7B2D-20BD-401A26A87B1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11AFB7-58C2-A7A4-838C-3CD5AA023A4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5EB955-5BBB-BE71-C09E-55CCB8D1E60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F99A51-0D99-18B7-28D2-5CA1D57924C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4EA2F5-C4E5-2A0E-FA55-404EC43BE0F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93EB1A-8712-ED05-ED64-7207686042D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02E108-2309-DC9E-07DA-D565B7A28F3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00A733-2F41-F620-D4F0-9BDAC57257F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BF6701-4112-F75D-B05B-80132A72896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41088E-0156-88D2-889B-AB9C8C798AB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A533F3-2DF1-F773-908B-3A2001C7873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3D0B6C-1E76-0618-B057-928E8695E9A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17994F-132C-DDB2-54B3-66DB9A052D4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45FD3A-3D39-871B-334D-DA84EA0B502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825A2D-7DFD-A2A8-CA9C-D590748F101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AD86D3-C580-D29A-0D50-FDAE07BC2D6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45DE98-99A2-5A24-A410-B2F6C3BC276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1DC01B-DB11-06A7-516C-D66812B8006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13C2AA-E725-D888-F464-B8B3C2930C1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5AD251-E59F-5B9D-A1CF-79D6ECB6C3A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866213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84E2-0442-282B-977B-53B2ED6C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4A52E4-9552-151A-A042-01163ED7B8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right block, 7 and 9 are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03C42D-D066-5CDE-BC5E-1816DF1AC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8D2CC0F-D55E-732B-9C74-FB0AD0270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C2A8BF-D9CE-639B-3DAC-33D1923E9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D36BA0-F004-820B-541E-79E1BB0D9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A83B33-A4E7-5A65-8B87-778FF3B9FF2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5B7F8-36FF-B8DC-88A4-E7CBBF174E4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D2A26B-A9C9-D923-0060-00A14F72346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9A629B-45D5-F825-0007-02E54FD8FE9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238051-77F8-167A-19FB-B0F0E0704A9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62D1B-8AC4-8D40-A4D3-E0087DD67B4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447274-4397-7A88-F526-95EEE44773D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5113C-FAD5-C5AB-8C13-41B11086F06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92AC8-B4F9-E60B-06B6-D61183CF328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FE9438-0422-0844-B38D-BAA6A5E91B0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DE083C-4A25-450D-30CD-206F63CE170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BF3711-EAF8-B56C-523A-67A502455C9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BC3458-07F1-7AF1-F39E-6B7F0AF6261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B0D133-C985-C735-3FE2-7FD8A4F1375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9565A6-3B8F-8E2A-C304-7866E87B052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DC1C65-5BE4-33A4-5791-26B2FB93B62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F09095-CF5E-141A-AA6E-133F3A8936B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5ADAB8-93B5-FD9A-BFAF-789C107FCBC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5F6E9F-2D96-D7A3-BBA8-EC5BC9C101E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0F050B-DAB9-D67C-82C5-58BC1A3B4BD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89E537-EAD4-D0D4-3E3F-9C608FF4041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1D80F1-6FF8-B788-FEAE-0E6A1AD3602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C71467-898A-3A17-7EAE-5D6D1ED89A1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857086-F6F3-812B-2B07-5B0DFC2A347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27A6BC-5F63-FBFB-69E5-9E2135282D7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AC91C2-603F-72B1-E2F1-8F5D343F81C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E2FCEA-B8B3-EED2-D250-7483A907D98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13A880-33F0-25F7-3D5F-E6B1D82B9E4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D1E588-F52E-4A57-DBB8-6200478706E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5FF02B-2585-42D4-538F-D13D739AC24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EB5BC2-F418-8367-F3A2-C1DD6CB9A74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AAF20B-73DF-DCC6-D7F2-A629F40CA2B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948EA2-C476-E9D6-1F64-91A0AFF5917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02411E-472E-25E2-E7E4-80518764024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83FFB1-C353-0A56-C268-86F39F02AD3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8E0A95-B0AC-1CAF-F053-5C2B44DC634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B90000-3C13-4994-7A52-D5CAFED15DB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AD9524-5FB4-C032-23A2-F775F1A7B8C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B34BDB-FF0D-1F6F-5CE6-8B10AF50986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081C53-82D3-9186-054E-CDC0A883676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929959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800E-3FC1-A5B1-9361-2962DE89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C6F0A6-24A0-5DB4-4ECC-6401687A13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note 24568/24568/2456/245/245 quintet.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1E2938B-B29C-2EC2-C163-AFDBAB44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DB7018-8A54-AAD1-4C30-4C480A4BA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11E4A9-C2CA-158C-781E-89C0DACE5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11AE45-5C58-A533-A95F-8B0658C78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157644-D89C-B100-9F4C-4E827391C5F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6CF1F-2644-E3D4-BBC5-CA2E12A9291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473D9-160D-7613-5ED0-DCF563C9937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746D69-4C7F-392C-EAE4-D338306CA0E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62524-1A7B-A415-99C6-D08FF1A9834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D91735-1F4D-3670-AD6B-EA613E9A6D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364DF1-89E4-B465-90F2-739C93D6BF9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5D6FB8-064D-5CD7-39BD-17978653071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8A4EC1-6144-5707-6AC8-31428548B67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4C8A8-4720-2B60-E45B-FB2B1116271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358A7-9F1A-6BE2-2D35-0DDA901E867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3836BC-AB0A-6CF9-58F5-FC66AAED37D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C36C08-ADB4-4E7A-C84E-27CB4519A1A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AE3429-FE08-64A4-C942-153382673F1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057033-A9E8-951E-8B7B-40EC561B972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8DB5B9-744C-5748-6F56-FB192A72EAD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433C6D-4018-4FCA-9844-0A754829D7A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C8DAF-DEFA-4B8E-46F6-EF5E4163988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78F5D2-062F-75FF-46B7-AAD891D3512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87DEDE-EBA8-9ACF-4CBF-89B20BC4E32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CBC7FA-3475-041B-E11E-19D23EC47B6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BCE88A-E71A-6439-CE3D-9217A1B4505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C9AE1D-A905-8BBA-9E90-8BA77F0C401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F742F4-DAFE-2861-F06D-F7D6BEA7E25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7397DD-76AD-1D59-B1B7-A4AB31764DB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008A5C-4619-48CB-B95A-B2CE1B72857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CB5EFC-9572-E321-B765-441AF8F70AC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D74434-29C1-C938-6E36-D95DAE7DF5E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B822AB-737F-1834-3E43-EE40B38938F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ACD0DC-09B5-722C-A959-AD40B50FC30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20A80E-40E3-F096-5344-9E466B1C34E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2B7573-9EAA-AE54-332D-FCE6FA90497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4CC420-DCEE-F481-6FB7-58115599431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2D599E-8D3C-0D1B-8240-4F5530CDDF4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A198C0-59FD-B71A-4667-845689C330F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ECC3D0-F4FF-AE69-42A2-C3940FB928D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692B59-C462-1E2E-3289-9255E4943FD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9E6210-C473-DF2C-DCC8-B1EDE14ED5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ED1673-E12E-7FD6-F9C3-A9F259D7FBA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BCB646-CDA6-9885-0F91-0700937E5FA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14990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0A226-809A-83A3-0B07-18B558DF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1E4384-CF56-F553-B335-6D317F26E5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BCBBBD-605C-CAA4-C93C-91FAFDF12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3F3DD7-F600-68E5-AF94-3C571CAC6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7B4765-8577-1698-12DD-3CA49579E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032969-5A96-CD39-9C62-753D4203A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80FA1D-032E-9E88-DC3A-6B416E10890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95155-93B4-B088-F83F-95D86F0AFC7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27A7AC-6DD7-0886-1A7C-479CB7AD194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787B26-DAB5-70D0-C3AC-A52195F4F2F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D1A88-0368-192F-4638-2BC2B6D630B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7717B-562F-C8F8-A6B5-60D3111AADA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62E6D-C2EE-6CE9-256F-51CBB1F92EC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FCE9F7-6E87-F48B-16E3-D75043D9188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F030D-C586-18EB-FA0F-C4326C60097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6E195F-5551-FB57-729E-ADA5E35E71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1F460-29DE-45C9-B8C5-78EA0C4EC69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45BF47-9FD6-EE92-FD90-6CC5CC4585E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2C34E5-CF26-D097-F5A5-4F82E509002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AEB689-1592-D54B-52E3-9B7E311651E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9BE631-C391-E5C5-1FF6-570018F5E95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9C721A-A9D0-9EA5-9701-5388FA938C7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6881E3-CE8A-7F7A-4223-8F43D507F58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7A31E4-E5B2-BB0C-1DCB-CB22AE23E3F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2D7A99-1FA7-6920-739C-A6B0FD2B938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19087F-3B1B-158C-B07F-4D968244726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3AA8E6-E184-7CB4-B3F6-62E46722D24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48FF8D-68C3-A91D-0A5A-8089F87EC7F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01E4C3-00AC-57EC-7CA5-ADEE3D7D303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4315DA-D3C3-2FC0-4017-8477B9F1B04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FA0156-A476-BD73-634E-6445CDAF29D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E50527-0006-9DBD-4FA0-736677ACB3E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484748-2042-4583-570F-2F0537FB360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D191BB-32A3-AE14-47F1-D8691ABED6C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AB6F36-AE0D-D247-CF15-EBFC9E1994F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EDE220-5BFA-3BC7-39E3-F7051839DEE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B18304-7EBF-53AE-3B9C-FBD9A1F958A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418E78-604E-C1F5-6C4C-1767579B2D0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EF49E7-AAD4-3832-4BFA-BD45DD3FB82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7F5693-B917-10A0-201B-3EE91027B25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70FAA3-5F84-5640-FC3E-F9A160599EC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6FFBFE-BF94-4938-EA10-C889D6BB75D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D3D4A1-8120-0D21-E95D-19446468988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71B81A-71BE-896E-7D06-42968B45F04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D047B1-EBBE-E66B-D147-407E90A030C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44B919-A1A6-8E72-7D16-64DA6C48492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18226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23DD-B85D-7B44-08A3-1879B740E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6C5AE7-1902-0FC7-0733-350A5ED32C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C927BE-E42B-0FB4-0240-FB3CDDB11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015914-6053-5594-0FA2-68DE8D07A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071C0D-408F-D594-A2E7-169CB4339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DBCED3-6B4B-8A7C-FD48-C2C39FFFB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259CF8-EF8C-6152-7ED1-5CB6F47FAEE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F69F25-7E7A-C01B-B727-7040C33D090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808D9-B53A-5AA9-AA2F-4D5A0EA769A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618D3-B73B-BA53-7838-C2240746B78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2FA8D4-5E16-6DF6-EAE2-BFB29434EDD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E31C79-25FB-46F4-BC1A-34191F2DC89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9BA84-FA26-C191-66EC-91E7F75502C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84CE71-37AE-10D2-9727-B4C92A6B1DB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34C15A-507C-7800-864B-B1205B260D7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AD7AFD-350F-8291-D442-26B24E5A72B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DCF27-8F01-36F9-E1B3-5D8E9B8FE08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398C68-A1E8-9E7B-5C36-9D26624BA90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04D65A-8725-1B69-F9B7-4F34284E1D2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52F9D5-8BE6-124F-54E5-C10EF3C78FF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E6A7A7-1745-84D1-7D7B-8F9AEC03F55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89D15-82B1-C4A6-9D9E-79464A7F5E8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883348-AEF9-3C2E-4529-96D513362B7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4B3002-DE4D-B61E-A60B-828689EE10F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C31D23-BA67-6934-998B-7ACD0121295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612ED5-269F-87AF-D00E-D040DA82DA1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432F8F-169A-EC3C-CE5E-1D4F0A7208D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24B890-9977-10F6-F8C2-6BA689AD629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E8C403-38F0-3320-A445-0BF11402DDD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2B0705-C1C0-3385-63BB-658B19F4D10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98BE08-85DE-AB1C-FAAB-8557C957799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DDE669-DE18-ED13-D11D-A3905823FEB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BBA90E-26EE-6475-9A76-36FDF896804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251448-FFF4-F922-6B9A-36245C4B562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38BAB9-AEED-0023-0E76-E85900E8920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A5AC3A-945C-C1DF-48C8-79E49C0A54D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194FF8-A59B-93FE-100A-DEC37196B7C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4760D1-FBF0-6A20-27E8-110E3752A53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BDEBBC-E5B5-8897-F62D-44A77EC92D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AC3FFD-97D8-8E8D-E6DE-853DFBBD40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EB4868-159D-972F-E0F7-D1671E44E1A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540D8F-BF95-44E4-6DCD-61672D8DC47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CE0819-7592-3090-7EB7-54750137E29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005139-085D-3C25-1AF8-FFB053A672F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D8535B-3956-4ABA-3F1C-A0FF568359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2335EE-3D3B-8944-5DC0-6826E3EC2AB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1974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2DBC-7E14-D55B-016F-AC2D1908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A3A184-5AE2-D375-C99A-C3C92C0DC9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227CE4-CD00-9716-4504-D6A2DEEE6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F1BE3D-B340-6DE3-D29D-DE8507869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B64A4D-196B-1B61-0A23-0A7F84A61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A59EC4-211B-293F-E73C-F070DCE429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28D89D-F2EC-22C1-E867-FD91D96E511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18A13-EB07-A460-85C5-5A6DED2A4A5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F61A1-DD71-3C8B-D7D6-9289ADE8661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E7E92-7488-6769-28AB-BD2BA84B2C3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29813-3E59-E8A6-5B27-F658C90F24C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72C98-90FC-720E-33C7-78687E728D4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E6CAB8-3853-43C1-A5FB-C5194DB3028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D2DE55-BBF8-90EE-7CB6-AEB89A55310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5C990-0C2D-2C9F-3ADD-0481F82E4CC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90AE1-E222-F088-E774-210EDFBB1F4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36D51-D254-1CCF-0EBA-A172AB69343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B9CA78-3E57-E3A0-C782-B9CF7FD3869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534C0E-5EDB-C1D0-EAE9-EB0740B945F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7F6074-4FAB-025D-E3C2-8BFB5A15D9C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A813A-4F5A-87E0-EC2D-7F8098016D0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5DACA3-873D-BE36-9A8D-ED5BD03F002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CEE185-4D90-BC88-3B09-F2C2B0F42F2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CF420-C92D-1A20-9093-2DA93F24767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107802-8716-E35B-96DC-67AF3C58D84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767E28-D76D-42A2-DE8C-7B51668B376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F6CED2-44BD-8052-77B7-96BC65E338F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0CA690-BE97-BABE-DA30-2490265345B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A11CF-7164-71FC-F8DF-CEBE782AF38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7FC072-8A34-016C-0C47-7B02400AD90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5E1454-3803-19E8-6BB9-BE9B9B70D35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741736-744E-8617-5EBF-42E0E74216B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41531D-A79E-8D10-3E08-D6CE7A5F196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4484E3-85DE-7DC3-1405-8CB26ACB179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B3A4ED-9A02-652E-E463-620F90D62CE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D3BAD4-82B0-A429-CF44-FA6B0F33FC3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2C4E01-D8A2-AB40-CD23-D1AEBCC3EE3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FF17EA-2C44-F69E-7AF7-FE6D48A30A8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76C507-AA0E-572D-32D3-53E6A5EA9AE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44038C-E613-4DBA-AE36-558C6FBF378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F9E769-FECF-AC01-3EC0-677FBFD8B47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1294BF-74CC-4670-C77D-B020F32976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2ABAE4-559D-0A88-FF58-6C775EB587A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32CBC1-951F-13DC-0A42-7986F316873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C2D602-8B98-C16F-8017-44FBE0AFB53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F6FC8D-8E86-74E9-A112-21B7D355E6D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1802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E0D9-3EEF-6569-DFAC-DC11066B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E3C296-C608-A934-2005-50F4646D18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right block, 6 and 8 are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05EF59-4A1E-C818-B7AC-FD0DF0B2E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C2DEB2-2EFE-E7E0-4D86-F8D3ACFFC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8F2BA2E-3C03-240A-6D83-BF286B107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1D38F1-4ED7-8B44-F880-A4B52B7E20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5349EB-A17F-DDFB-DF54-A816958C0F4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C3582-8E7B-304F-0650-51AF6E8B66F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51421-8929-B36A-7E01-DE3E9E375A5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5B02BE-D332-3886-E9D8-94DD2CEC767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73F2CE-3138-E2C4-552B-AF71C912C98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A79226-D87E-D285-26E9-E7C0BCEF9C3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6A6EE-5914-20C2-CCC0-E1A13780B72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2174E-9E7B-3C4D-D354-0E619B2CAB9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75266A-3B2D-64EA-7E49-EB8D35B3D1C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974BA9-4368-84C3-92AF-945E9564EF4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54706F-4D92-8DFD-114E-56A8C836A0C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F5DE85-4D7F-52FC-5528-09F92EDC5C8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25578F-2C38-6985-80A7-B43D39B314D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3B2ECF-1B11-E181-94F7-9E8CB7775D7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F8006C-022A-D75C-D80D-BC8EE9C94DA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D99F0B-767C-07C7-1E04-A66757DAEF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52836-8570-ECE1-6B55-C492393856C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4E0744-22F8-2ECA-574B-F58B1BD155F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5B87F0-0F94-CC12-F42A-8DE34F92D17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B7CB0-1483-CFAC-C48A-DA34D528BA6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D18014-6C06-DB70-219F-EF1E3CE6508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D2FAF3-10BF-C23C-B3EB-0B4F2F6418E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DF6942-6A1C-1C7F-4D17-35C7BD2DBDF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1415F6-5B14-324D-8916-5FFEB6F42AA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AE8AB8-9EA1-F1D8-930F-EAF3E582CEA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DA1F97-D396-1449-4522-F1DD50EAD51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FF7085-ABAB-C961-22B0-AA8DC228688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A57FD0-D5DE-A098-AB3E-61ABC15FC63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330997-58B5-5737-B13F-B7D4F4352F1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3C270C-19FE-AF55-5322-93A2135FED1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B15A69-D703-FFDB-B656-4B131BFEFF9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73E388-2AB9-146E-58B1-83CF594845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EB184B-4AC8-629C-9497-2DD4FE82627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173C1A-69B2-30FC-C348-F37DA3267C3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B9E590-C133-D4F1-2AC5-82588CF6461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E124D6-8FC4-BFB3-35EF-827FC5229BA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1184D7-D536-94D2-EC6B-86726CB7A67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876E1E-3E98-0E0E-C980-653C07D0405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1E4E06-C6BC-E1B7-C209-5CB96A7137D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BF094A-2046-78D0-F616-0AC8B4F697B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21353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75D01-6796-084E-7A53-5B25AB1C6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B38B40-C37A-792F-DB89-83518B08AB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Row 1.</a:t>
            </a:r>
          </a:p>
          <a:p>
            <a:r>
              <a:rPr lang="en-US" dirty="0"/>
              <a:t>Last possible 8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2FCDE1-5139-FFCB-CF42-7D614DA38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5E88C5-8B03-7E4C-7CFD-7EA6A4C3D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F1CA54-94E2-4F70-597E-34A0B6BCE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D997E8-3E85-E1EF-8EC6-13A8B058B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8BB550-05CC-636D-5433-90B880811AD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9640C6-3D5D-88BF-A418-EE7577B4951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DEB7C6-9AE4-4E30-87B4-36B4A24E62D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66997C-712D-9FA2-FA71-B9BFF1D6CCD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F7A11D-6346-6BD8-6C60-56CFE704568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B85BD0-7478-FE50-4A86-D63DFB9B755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89F3F2-FFBC-160B-4E81-6DB4B8DEC95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1FD94-4CF0-B55C-3282-0184D73C900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268AD4-CA82-A008-57F6-574015B6CA3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7891E-F2A2-C8B9-93A9-00E8018A2F4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E9570F-827E-2906-BE98-F157FF57F52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82BFF6-6B2B-C54E-2754-7A306D4DBD4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CF2C88-5D25-5F5F-0043-C4F0B5106AF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4CE97B-584C-E718-0BD5-D18A029775E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365755-59DD-6F93-A5E6-7FD3B05A919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635C21-CC77-BA41-AD39-C7EDDB3236A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AC32A3-C052-234B-D7CD-554DC78AA06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D2ECA9-1114-D280-E8F5-388C88E15CE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7B8D64-C0BD-E612-41DE-256ABE04C07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521121-D594-10EF-90A4-A74489829D9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E4803D-106B-E46D-D718-C615D4A6A98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7E742F-6AAC-EFF2-50AA-CA01A03C1D1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6BE711-A487-4880-F358-836E3BB3F40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839ED8-2B12-52E3-006D-5D591277016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2C38FE-99A2-6F28-F3B9-84E4ED6F577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763293-A3B5-59E2-85CF-3E2BFF850DC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79F99C-EF63-159D-A277-12EF7FA67C6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7998BF-7E06-0C96-8FB1-8238DE0B2BD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FBB1F6-23DB-A976-E020-A11EC9D56A2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A8F385-1438-E12B-510D-7E47BACA4BA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0FB2ED-F418-2106-77B7-ACC6F2A8863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FEDCD6-4A30-411D-9548-E1A474228D8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50E19B-D906-E373-97B8-4656C90481C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894123-44CA-0468-FA8F-CB7873D166E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C08FFE-FC6C-4A5A-D7BC-DFB7BDA1C36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314283-7DFD-419A-EF53-337437FF3D8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7B8AB9-F79B-6BA5-9A22-35F7625C08E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037F6B-A19E-B701-DB65-E0181EDF1C9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C5A569-7085-0686-EEA0-6AFB72177E0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9ED6C5-B010-2DCC-2909-590ADFE09B2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96204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AD5A6-6B91-80B6-5452-0A258539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9173A9-9AA3-5377-5DAB-C7FFB76216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EDFAD94-1060-083F-130A-3AE6E4456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D1449D-0925-E1A2-FCA9-8176B9DF5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66C651-F9D7-2023-6ABC-DF8671BC0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F02D2A-D441-139A-446A-4CAEB9CFB7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DDEE70-3A30-FAE7-1595-3374E7D70D1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01685-EB7E-EE42-C61F-272B4B38F04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6FDAE8-271B-8D6D-791B-FC0F1FA1A7D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06777-FDEE-DB85-E84D-D0422383AC4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54A5A-91DE-3F64-A85E-40AC9D8BEA5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EC9A0A-0E14-3C25-28DC-59A11DC39E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1B8455-526C-3477-8FC7-5DFA2D8AC47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F77890-4A25-42DE-3888-5651D249072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1673F-EEFD-7396-65AA-2F84B463D2A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BAC5D9-67B9-E166-FC9A-291C483D661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827E86-C234-FEE7-0E1D-5D48FB24F56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33E00-DC0B-CE15-45E7-F8D3C0EAB77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7FA0A9-5942-7DC4-A224-56482434503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8C66BA-BDF6-C320-142A-5331C09C585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7CA5BE-0CAE-1514-878C-C08CAEB6594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C76CAA-982F-0569-447F-1A123101324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40AE5B-57F0-1B60-2BA4-C6D75574258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B4118B-997F-DE52-5FA4-0B9DBA527F2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ACE1F6-A411-82F0-2399-3C3BD094E0A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5C3E1B-2905-E952-C575-E94B8FEA363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53B39C-AE97-F263-248A-92AEA3A7BA0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FCFC5C-76EF-357A-8F6E-85C1D2803A8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9FDB95-01BC-0024-4499-05F6E3E8EE8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B6D25-B955-3B74-468C-526A2BC91AA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CB7646-8E7A-114E-90B2-3874330C54A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16E95B-EAA8-0848-D46E-896FC4A45D2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6985EF-4071-9F14-F0E4-A3B100125C6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4ADF7D-CC40-3307-E4D2-68A48E5A1D1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544FB6-D9B2-615B-926A-A733010B8F8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0DC424-8E0B-2875-8CCE-6EA64DF4035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9DAA99-38D7-36B8-804C-9BE2EF6802C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2827E9-28DC-263F-9836-078E9671CDD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46DFE1-E358-F3DD-2AD6-B37EADA2B50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443520-0AD1-A6B2-3687-B9AD53387C9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5E54BE-DEB3-C6ED-6057-EFE11FB47BB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DB9E40-59F0-3E1E-4A75-80DA2B5C505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8B185A-03F1-FB02-E778-A175627C4CB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0563B7-C09B-70BC-ACE8-C1905475E34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FB9A98-0191-B8DC-03D8-ECAD879CD32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C68848-B704-952B-A1C8-27B783E6DAE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23924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9DB3-C78B-6192-6852-40E444D0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1E099C-212D-7791-EF04-4D145F040E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[10 in 3] -&gt; [5 in 2, no 1] must be 23.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892EF3-83B1-CD9A-8146-942AE8C7D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70E814-5081-40C9-A504-6283568E5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E84DD2-2574-B573-EB06-96E050FFA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B7D6F0-D0FE-F7FE-969D-404B9ACAB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6A3C6F-06DD-B908-71C2-9006B831BDD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93F7F4-2846-E11D-63A1-B4D53F74734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4FF31-C8A4-3051-F2C3-8387C1AEE51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ACE625-C0C1-289D-D24D-8F63EA865E1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50B34E-64BC-6C0D-69F2-323F7FBEA6E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80B6E-90AC-01CA-5DBC-CC6C32BCC94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BF670-EFAF-A171-7B1F-C5B684FF006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2B5ACE-595E-D995-4FAF-7D2253B1138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FA6D28-A980-F6A5-738A-1EE1EEB03FF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3799F-36B3-ED22-6EE7-D0762E2F83F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351D3D-F256-D9A3-009A-E4DB207D6C8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137ACC-BD80-F503-F5CA-57FA768DE13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A341A-56A5-4D07-267F-F728F6F254C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6A1AB5-C308-BCF4-ECB5-5969095946A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E46E81-A4CE-17DD-AA7C-42351C37D1D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721C4F-AD45-528E-9B70-A1F0AFFC0C3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43175C-09A9-3918-445E-6E051158635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2E807-0E6D-54EE-3012-DFCB2456B08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F6B7ED-0A5C-4A46-B2EC-5C12BD63567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15EC0F-000C-35CE-7825-37D0AF2B178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E3C18F-FD82-AC6B-0D51-C3E3ECCB4F4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9F546F-6BCA-C661-04B4-95AFC59C0E8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63F02B-4AE9-C184-30BD-3D675B2DF4D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5B6C1-C390-F93B-EE25-99A991183FD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E23B3C-3161-76FD-9569-C85DF09FE7C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C21E79-E8DA-77BC-F3CD-9F33DB9D2F3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E368E6-2E52-1FBF-BEC4-A35CE01EE6C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26F13C-C479-6936-1095-8FCCC90A54F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8D4A2D-1A37-A551-2CF5-395D34437F4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DFC125-D3DB-0813-7B9F-F05A21EAF25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D678A5-DC28-02DE-ECD0-574FEE3D229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69F260-6967-8FD7-BE41-EFC3578FCE1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38CC76-2B8F-38E0-E17B-BCAABEE548F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2D3305-FB1E-7E81-3BC8-D01BD974312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9DD26-9683-AD24-4951-640D19B8180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A0DEB3-B7C8-F6AD-F777-BA437601F15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89DE2B-4A22-52F3-61CD-2A8750F14CA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D77943-CF20-10D4-3966-23ED09DFDF2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346AC3-5C32-98E7-1BFE-A89ADD43645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B0BD93-2173-246A-B5D7-8B9E7616F6F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C50AC0-4842-3DD3-9374-840B3D320FC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199124-4BD9-6C77-A519-0CDBA1A7255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122965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AA078-3908-E2BA-FE8B-0E4345B1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9068CC-7D67-FDE4-4B88-59E087035D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843C3A-7707-850D-6C03-E4C9DCEE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6E89B5-4113-B14C-239E-C9542DFAD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5E8422-CF6D-7664-07B2-0E1DB075D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4F0C42-F1E2-2DEA-FFCA-21D3AAD5F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C6B13B-7E73-8746-24B6-465A6ECB5DB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51B74-25EF-D539-58C6-E4620EDAB67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56D64-A1D4-D4D5-DC40-6678F05141E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AB847-5B97-99BD-61E4-40BC7BC73E4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768F3-228B-4B21-85BE-167A1EDA743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39EF9A-0740-775E-FB31-BB380219E45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95E49-1B43-8128-59FB-5F718EBF2DE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9D395A-C912-EC7A-060A-7D4E68FD5F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EEA214-42D6-ABC4-68F1-DA057824E8F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B78E8-8B10-2D10-9083-CB0DF7AA658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7825CC-0B98-EC02-E454-486221F3D36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B668E0-A628-DBD5-9C04-6CF6575E96C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C574AE-5155-D981-6172-56FA59E7B1D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2EB82-D159-C3EF-1C6B-785986CE945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6F2CFC-C2E0-280B-DB48-95F8122C629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71227D-C167-F403-0FF1-04BBAB58360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7A9988-987F-8A33-A192-636265B67E0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FC7DF3-29E2-F045-0955-473ACD157FA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2ABB1E-D84D-6225-05C9-B41EF4C0B9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ED1021-ABA7-5027-1BD8-E9DEAC986C9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6A7487-3A56-7E75-4D2B-C522F73B982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D91AB7-EE99-2DC8-5C04-463A0C78DA0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AB0FAF-B989-3435-27EF-1CE6C01681C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B8BE2E-DA6D-44F8-CE38-E1EFE840050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E7531D-9884-A4B0-F932-9DA8B918C2F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501B1B-B376-AD64-7378-20888FE2C41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0336E5-BC39-AC8A-9447-C71A3296DDC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ED7FFD-5F42-591E-E208-84DF3C21B9B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610E47-3693-66CF-DEA2-62413EAFEEB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45C3A0-1119-5D25-71A4-006B132003A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784567-8325-245C-FD42-5569AA87BF6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8EBAA2-0202-A0BC-90BC-694D98BFA5A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A79CE2-E09B-6C9F-6909-7C0BD499BAF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F49594-3C10-7518-CCEB-268B1E93E5C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35A915-0125-F9E5-B8B6-190051EBEDF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05BC7F-F1EF-83D4-E727-FD0B5D44D0A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1E21D0-2FE3-B780-72B7-1321691E1D2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E8D671-71AC-11A4-2DA4-C058F069635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EFD845-ACEE-01DC-F8F1-936F04C542D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F60C2E-8AEA-D425-F7EB-7B6DF032DA7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B265E9-159C-C28F-F7CC-9940A8D5D80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3BB030-FA0B-4001-B1A4-2E6C8F3A409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12153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434A4-3E55-8DA6-1E43-5ADA2865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2065E7-F606-CBF0-ED79-3FF08A7855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6F5CC1-C10E-2764-912B-B6B9EEFC1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9BA8C6-4311-B48E-2D52-710938EEB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803676-35BF-55BB-98F7-F5EC1A60C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18B80E-D2B2-5156-82E9-8980DD0CAF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F5E96E-2BBE-B263-C1B1-810883CB8E8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F14714-A0D9-7227-D8D0-C0993DAE819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B76B70-FB3B-D0EB-BF6A-8ED78C25F9D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5A892C-AB95-4B2E-A7D7-CE8AC9C1F40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169BC2-B0EB-31B0-0510-45741C715FC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D81632-8CC6-3671-7D13-0005E8C0144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3E2DC0-815D-1B31-05EB-DEA827C37B0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7FC84-0106-7E2F-99E6-9DD41D944BB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916A28-DD63-4FA0-EB26-DEC4A977ED4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91B91A-798E-1C79-932F-40A42C4DBC3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19BB7B-E249-548B-4D8B-A51668FC4EA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E18DE4-F895-C1A6-84F2-E93405AA629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BFF2BE-7E84-317C-2076-B302B24E42C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32E864-F509-40FA-F2A3-693FB278C31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523636-CAB8-C8B4-BA2F-62470A7962C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0698D0-84B5-0B84-FD34-866C473F40A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A0EE22-4478-9B91-756F-66511F02B3C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813284-2BDB-F04D-0BCA-5EF3DF7D257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6C7C08-EFB8-B9DB-19DC-1CA7AEC53F2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6D9FEE-71E4-17DF-5FA5-008EEA1AE22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6AF089-D06B-1526-DBD1-81D270D0A3B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050BA6-B2AC-4898-9E71-EC092131F20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031DC9-3ED0-152B-AFCA-9772EC76413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1EC6CF-FFB5-75AA-C973-3320BD7B12A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A4C3F1-A0EB-D29C-3A88-7E7BFA143C1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9195F7-D3B0-7125-F990-2A1C61CD36F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0926FE-967B-1FCD-D851-D875A54863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8B384E-3C5C-0B15-4A7A-5D76BAA3B3F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A13177-5611-F6F1-C816-DD4AC87A131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0EF82A-7B96-B993-F352-9C8CCF0F67D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CDB1AA-A6C9-C137-67AB-BD87A85AE3B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6F20DC-6A67-4A31-C835-BF75EF42525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B18566-B154-2DC1-7B65-7930A3E39C4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909DEA-1243-18B2-22AB-298D6F333FC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0332A1-6AE2-D3F6-1B02-AEA00CF8147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AA2B29-180B-5491-F6D9-8DAAD2C5370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0AB31-9BA3-CD35-D5F3-D65EE8748B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359314-B7AA-72AB-82BB-38EC202650A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61BE13-D61A-B8CC-3626-E5C18BE40C2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C3A7E4-BEE2-0DF8-D95C-83C036833A2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88C18A-7ECF-B705-7C80-711F361DA55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8E887E-CCF3-5AD8-F8C0-0A1B213711B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00713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C063-2B61-4630-49A4-CD48033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DA5647-E565-D54B-51FA-D55913F9C7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Note that in the lower right block, 2 is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CA2044-4058-857E-8A5C-1A9498B53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4AE7B0-5126-67E0-F34A-089C8FF72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2F2961-B40B-E410-0C96-53380C589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BBB385-EFE4-27B6-1C5B-DFA3F9A41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1EF284-F03C-D2B7-5208-3D68E9A55B0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EFF0C-E4F6-2A54-41FE-E9019959C35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27AF4-260F-648A-05D8-75F152B8E4A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B9962E-7D2C-BA84-9E6A-1F8A27822E3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A433BB-706F-86D1-E704-2079E23BBDE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20951D-41F1-7B8E-C4E9-68C72D04294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7E61F8-82C8-BE10-64C9-60EBCFD4B5B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132C4D-D8B1-46B9-D3CC-B3ACD4730FC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15673D-B75B-02E0-07B9-86B6090CCE5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6A4137-59CA-DE6F-D4CF-9CD0C560BC2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927E21-DB08-F2B0-65A9-65138426B86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686EC2-0743-2CD6-35CD-4E943D76CB2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2AA8B9-8A05-CF73-3817-DB53F703CA9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627C31-E987-10E5-845A-6C2C08A7F7D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946092-F722-5CCB-E5D2-EF0B30E40A7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CB7AA3-426C-9860-3D49-DFDF3890445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FC52A0-6A70-B235-78CA-0F50F4F94A0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059628-DEBF-5F87-279B-94BA3093FB4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9BCE09-9182-631D-3584-8E9E9C95EF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352289-C31E-CFE2-4120-1587FC2C273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778FA9-0D29-9EE5-8669-C274AF144E8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D82223-AD5C-D93D-5478-9A94FFFC181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0850E7-A404-B95F-638D-EE7E11F1276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810B25-762D-4BA3-1908-C8B6C06B73D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3B1290-C161-402F-A950-6FC0A91CA27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042A60-E866-CCB3-1366-80E9B5D9A51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BA0503-C6FA-200F-6AE6-EFEF8A33FF0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0E93E3-EEA3-C07A-7B29-6095799035F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D7629-F371-C661-E3F6-A4136B7953C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6FA10F-472D-6967-8388-8CC9652A9C2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CC4AA8-A92C-A616-5236-881CA7150F4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277195-1231-7808-C2C0-D323245EE6B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56DDA3-4E3E-7F06-113F-6A913B08395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980A6F-00A8-6C77-B729-FDD8789969C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3B49C9-BBD1-C472-9984-5ED2D3A1F22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09FF81-9179-74A0-C807-6D56D2ABFEA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B28EBD-1E3D-C0B1-3A07-C82C019597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9D2A1E-451C-2880-9C9E-3B5B2B65D9E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0E0AA8-4A43-82B9-45BC-D72E751EC15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129435-6898-6CB6-4D50-9061886A0DB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87D983-5726-FDD4-925A-FD343E06CA1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03667-9685-51AA-2F44-ECECB57C7F8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82068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3D7EA-3A41-15D0-71E4-95ED17A3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3A589-6246-FEFB-C0E7-825A4409E8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Note that in the lower left block, 5 is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A82416-07DF-1E5E-C309-597FD5486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89EBA8-72DB-DF42-55E4-0160B2F0F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EDE67A-E70E-D715-33CF-0FD13A8F9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36BA52-8C1B-03C2-8BD3-17FAC300DE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7146CC-3C5E-6BAC-60DC-D2D732456CE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434AA0-1BB5-669F-86D7-FCFE32E5B71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DFFE25-641F-1EA1-2BF1-85C0EEC10B8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3E7D2B-F238-4040-2112-C9B73FBD950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904997-DDE8-5AFA-0052-1695E7DB568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A9E34A-797E-AB65-063F-59E26BDE4CB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FE9E21-5CB0-D4E5-820F-8202B330683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91FC96-513C-2B70-7FB1-115F1EF7F57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425F7B-0119-A7E7-5F37-E32799D54AD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C45A7B-101F-EC15-CE65-208B486E9B4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47D964-FE4D-6644-08CA-9F0C29850B3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51C206-F34C-E0A7-A364-469B83CC866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000DF8-E2ED-B46B-8864-7A6C1A466E3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1F9A74-B24C-E0B6-91A5-7288405E566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70D6B4-69F3-E0BE-4F42-8DF9EC5251A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99AE4C-AF40-7E14-FA16-2D5A727EBD2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6A44E6-3DBA-0097-6499-BB77A08A476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B2B488-244A-762D-07CC-4FDB0D9EFC5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51C5BA-B848-C5FE-6F71-FE49025EE19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858BB7-AAC6-6F8D-FEAD-C466858752D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F9297A-CDBE-A640-14CE-44BFE102865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D1072D-915C-4C44-413C-86D672447F6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65BB98-29F7-A673-9351-8D29FB91ACB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66EA40-26BF-EEF1-C942-C9193C70714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8ACDE8-4F01-C88A-4EFE-748050D5054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82A033-0BE4-1889-D08A-7FA651BDB4A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10BEB4-686F-6A83-7598-CE71BC03865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66FCFA-347B-6509-FA41-C7AAFC37F92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986DEC-16E9-779E-C4B4-85BB690B15C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A1211D-9143-AFD5-FEC8-D5EE07EEEF1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6A2095-4C71-A08B-CEBA-3FD46EFC672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1BC9B7-600D-5DED-0868-29BD4B7BDA0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E045FD-7557-B9D4-4746-C8D4F8BB909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34038A-3F94-D971-CDAA-4C38C8DF47C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7D58D1-9BD1-51EF-4C35-B6A2D703AA6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9545D-711A-5CDD-A863-E957AC09410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50462F-6A40-9E2B-1A83-8EAD6A32904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A6C67-87C9-4C47-B8BC-5768F4C0E2F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F74436-61DF-7BE5-10FB-4BE9718AA07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4A8EBE-481E-EDF8-8613-A089978E5AB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AFA150-82BF-9F23-4C44-0B13954BE64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45BE08-C45A-14E5-5E00-48B083B4BCD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14290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ADB4-35FB-C4B1-3086-D2B0BE45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FF441F-58B7-21A1-2386-A97D42655B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FD5B565-8990-8253-CA10-8D990B26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D4CA67-8DD7-F11C-0AFB-E0790576F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4F5303-4000-D479-0650-81A735D82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94D2F1-9DBE-9A83-AD55-EE90DC0DAD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F4BFA0-C9A6-B79C-9EEC-C9AC042E4CA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44177-8708-81B2-8597-D64E03F1B9B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FE7C32-5266-9004-E186-3FA5A96C887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D0C61E-5A3E-B1FF-4FFE-02102B2CF3E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BBF7A8-7669-B659-3ACD-AC325B98EAF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19AF5D-5012-5126-A119-7B6D4A679E8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62A506-C22E-042E-AEB6-CDDC4E166E1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DAEF9-C89B-7504-DEF1-56BBDC73C5E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10AF9C-6643-833F-314A-D10581DF2B6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C2A77A-F57F-C188-0EDF-FA9ED196F41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30E353-B672-D0E3-66F7-9BD091F1452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103009-1653-414A-9224-3900AF2274F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59C111-2A96-8009-EA59-41772B5DBDC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15DF7D-9BE1-D6B9-3C0D-5C575DDFFDC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28558C-F11C-6673-D8EC-3B7191944CB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3AF928-ED6E-16E7-1C74-556CA19B5D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4D59B5-924C-9291-40ED-75369B4476D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AA71BA-EB99-3A8B-12B8-EFDDFFE4792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9E1294-AAD2-A9AE-3742-BEF744E163A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A342BC-DDA9-E3A3-BA1C-77AECF9B414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41BBFA-9552-2BD9-8BA6-207F688C37A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9F618E-05A8-5982-A525-9CFCECDA3EE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C15BE1-98DF-6BFB-C80C-901DAC4401E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1A6D26-C9DA-CEC2-64E1-2A249B7A43E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E3C7C1-8E41-CD9A-1E64-97676AC024E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8EE926-A9FD-F7C9-81FB-33552DC1CA0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C1D40E-6C9B-B703-F0DE-47BE51C26AD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18E5AA-A9E0-ED16-1DA3-968BE5E181E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CC28EC-7D7B-44FF-7CA3-17EA6A64CA3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BA9531-79CA-20B4-5758-48D0DF0CD9C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4D3770-1FB9-943B-4C1A-D216E385C68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7A55CF-5F34-01B9-5797-CB02BDA5467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B30A99-02D8-C0AA-079F-D1591006246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3D6EF0-41FD-A76B-DFD2-890E276B12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5FFE80-382C-6DBE-100C-2082BB34116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8ACE55-6E6A-0C7D-321F-3BDBE3F2DA5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24B8E-4D1A-5798-A457-83FFCC5AC5D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1872A-EA3F-CB07-3110-42C2E621A67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BFF96C-BA77-6BBF-67C5-E74D34835DB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2159F8-2701-B868-EC72-C6F8E7530B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C60CDB-4827-5479-F910-2E5255C0D2F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D581FD-CB4F-D5CB-6647-4249B41BC9E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57786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055D7-2DC1-DF81-3F14-D08120BD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B300E6-DECD-7022-8232-444D4DF90C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846C32-069E-2C5E-C7FA-40C8DF41A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F2C4E5-3ED8-C44A-7593-C2A619D09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650E2C-7F8F-7134-35CA-10DEDD7F1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FF9E63-FE4B-D81D-C22C-409194147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B204CC-7E28-4A76-F464-71BC5C32199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687ECA-067B-4CAB-8B75-4648A1C22A5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E9470-2460-2908-A51F-4F44D492CAE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88FBF0-A021-1854-D9B3-BF93C137F3F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71BA73-C6D8-5288-A0C2-D3DB677E3E2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C1452-B0E1-6F28-35FF-EC54206FAE5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7BF635-310F-1A7E-728F-A06301F5A5D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5625E7-6661-D849-3C15-45400E120F6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BF2E34-7566-BA8C-7EED-5D7B48548EC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C02D43-CBBB-12D8-E8EE-A1E02135F43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593320-A0A9-520B-6065-ED4688E5F4F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4AA30E-1851-BE4E-AC9F-857EF9D9693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DC605A-118E-ACC5-609D-F99CAB37441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CE49FA-49E7-8910-CC07-766D9634794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1D77D0-7D23-1548-830B-FEB7D8066EC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98236A-AC5E-DEB0-6B09-B258C15E2DD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9546A1-E97F-49C8-D40D-0EB7572DD60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0B4B7A-EA48-90CF-FF5E-BD2D0A3D025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A161AB-4592-5641-3EF9-A3EC4DA0948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9722DC-05D7-3C06-6330-BE75A1EC965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F53C1B-9FD7-9BC0-7717-0105439C766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28E3BB-642F-1282-82E0-9C0AE55BE57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F3C45C-E7D1-D988-A841-42B6A77281A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D7D4F9-1A06-60D0-B2B7-E24B3769B66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4704B5-9F17-BE73-F0CF-24D201B4207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3E99A3-B712-ED07-BA8E-2DE666F7A67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B01300-6688-B3E6-2E25-D5845F5CE0A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145151-0A21-E035-B9CA-47BA95A00D8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2C024E-A1C8-CD4F-13BE-CD1A27DDB68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DF7907-44D2-6139-E941-B435219ED3D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AD080D-AC60-3F4D-1766-2E748225B6C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79358B-4A78-5C6E-0F47-0B5C85325CE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64B02C-D860-3397-5242-A127869FF8A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D1F8AD-2DF9-D7E1-5EBB-0FCDCF05991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75C034-2DBD-F7FB-2EDD-36756042DC6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638EEA-E106-521B-5636-09F6C8AB01C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527B1B-72E5-1C06-F4CB-692324AAC1C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DA255A-8054-0FA0-3F92-D0C5F816B6F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E9389E-4BFD-C954-CBAB-AFB16476687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88CC63-8356-6D38-D9E2-35A12902A7A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E442F1-1E6B-DA13-E022-04459B2290E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ABC13-5CFE-0DFE-F8B8-5A23FEA34D0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043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AFB1-A10F-31F1-DDEC-79D33BD8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1328C7-8A88-50C7-F1DE-55E366A2FC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56F6A3-3281-9689-2BF2-095233969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ACB674F-18CA-1A90-E72F-1F61F34E0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24F4AC-10EA-E0B7-205E-41B141C6A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5CEEAC-0E79-982F-04A3-E388B6BFD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48F1E2-8E63-CF43-E86E-14E5307BAD2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61EB96-80E3-5646-1535-5F652D4FCB7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B6587-569C-1987-5E8D-598D99AAB7A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7B756A-1487-5E51-26AF-ADF2C0424F2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E7FAEC-B7E5-F503-DADB-00F4BFFB868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F50065-6D1F-1CFE-6B12-FF39C2CED94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94B528-5F99-C908-93CA-5661373E149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BAF5CE-9826-DCBE-B8DA-0C53D35C921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ABD6A3-C924-28C8-DC8E-1927528F04D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780BEE-2D2A-DD01-BE83-ED646419744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243A30-1A6E-62D5-716D-09F3EC1A919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EB757F-6648-FFA0-6BB8-50B76E3AFDE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1D4872-8446-D627-FE72-22655533D20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7BAA30-8994-EF33-514B-0A1848DA39B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84A993-E1AD-865F-78D8-A0612C9189A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71D314-3CEA-6F0A-3491-36952AD9C36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393BE1-E999-ABD9-891B-2FB88FBC9B8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0626D8-D1FE-E576-2723-F1288EE5E39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C19606-CFF3-59A9-068C-3338A440F41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7774DD-AC74-D566-3397-CF7C54839B7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C965DF-1B47-29D5-AA6A-B0AA25ECC6C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1288DB-5C2B-B3C9-1A88-875FD7322D7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A6AC79-A8B4-6995-3395-28A1A953B2D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E9E641-7A3C-5602-C111-4D1C33B6A33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32A75D-B9B1-0171-18E6-BD26FC1325C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63D443-83BD-E0C9-BAEC-299951F9159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512ACE-8B4B-054E-7E49-AD9D65EDBAF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EEC2AA-3989-6C08-DF57-7A7DE46EFCE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8344FC-E0F2-8E31-FF5B-9A3A63C6BB8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873A83-0497-EDF0-3F76-991F15C01AB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A49A1A-F04C-409D-623F-1C77D4DDA99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8A46F-8D6B-DCB4-27C5-36192ECBDDE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2A22D9-3E4D-322C-CB3E-B73AD47F01A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9975B3-CEDF-1E39-59F2-A40AA4984DA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1C5B8E-0851-CDDB-A1E0-59434A0A238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DFBD75-16B3-B544-F118-F0E59D1CD08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428F58-42F6-6D5F-F9BE-F67250B14FE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48B72A-2314-DA44-9EE3-5C909CB639F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DA6B2D-E31C-050B-2E72-9747136E80B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40F457-3C24-4751-0448-2E82A20CF39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B7EAA5-F229-0150-B87E-8F0C5588DC2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B0360-1E6A-6C54-CABB-DA958CF9E9D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05879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B7A5-FD82-7A58-A1AA-CF21DC67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5B5B28-65CB-0ACC-36E9-32C43A915B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[28 in 7].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7B3D66-8BCB-59BD-01BF-98B1B5BCC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B2C3DD-8EDF-6C87-B0FA-7A12BDCC4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BD2E9B-BCC9-B1E8-9CA0-94F7308B1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69693B-E1BA-8778-0F1A-443FD84A7A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838E6B-9B08-29EB-5D02-DD0EE685BAA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0A2C6D-0559-D20B-204E-17B889119B1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2059EC-E77E-1828-9FA8-3644CEBDEA3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988FD-8867-8819-647F-F8CBB387B53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517A3B-6391-15AC-F193-E450F66328E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F1EAF2-44B8-A65A-C6CA-82EE8DEF2E9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C9F0A1-FDDE-B5B7-4103-5BBCFBA1B45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9C8139-5D41-5059-EAA4-2A0DB910D0D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718C60-0B36-7E58-BE6E-A3C6FF1F577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3A75A7-086C-EAD7-F2F2-DC37E96EA53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F7D9A6-972E-E917-4C40-95A8583130C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93C3E2-58AF-F6AD-F057-F920170B74D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394C06-7B12-03C9-A4F9-38EE6713CFB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69EC2C-7D04-C796-8BF4-5BAB4F4D75B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7980BB-CE25-270E-716B-8555C394C16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31DDCC-BDEB-6002-C49E-14F13FBAECD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00AF4C-9367-5657-D671-FF142590EAB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36FFAA-A23A-8F0E-D0E6-328A3B50317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22AD5C-53B8-3C08-3074-59858507A73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90B7D9-8A01-997C-E0AE-F5C1856681A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06C1FD-B67B-312B-1CE8-E9115E65F59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E0DF6C-C81D-FC25-06A6-EEF202548A2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254337-8C11-A94C-B806-7CBAF21C5AD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E4BB24-940F-75A3-FCAE-73CC769394E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5D349B-85C2-AD50-CE21-F2D38ED00B3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015DE8-FC70-AD23-6981-FF8C3EC49C6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7A3787-7A2B-F424-A9C8-9F8C1EDE043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85BC26-03FF-360C-1043-43E8819A34A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950201-6B27-AE4A-A0E4-D5A8B78824C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D4226E-3647-2B57-09C4-E4611411FF7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AE32E8-CF32-3A0C-3E20-1005D55B55F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8268EB-C89A-BCB5-5A5F-1DB352FE7DC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C8365C-277D-4A28-DEBD-C407D07F765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A140A2-D199-3A60-5C25-4344AEFAADA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1C8426-CEC9-9ACD-E033-FA3D3672F9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772741-9307-EC5D-C771-D10C1D567E4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5DB6ED-30F4-F76A-2C8E-87D69E788A6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BC3077-8596-9DCA-E39D-83DC8B895BF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3F8109-583D-EE8A-D022-16A04D3F9A6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F199E1-48C7-CD89-ED20-867C41DAF98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14A7B5-4D16-4EB0-6FB4-B2F04FFE348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C6ABBD-A2DB-C7D8-0A8F-AC187A5E71E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351AF-9CA0-EDF0-5CF4-F991E57172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A4CDE-1BB9-99FD-3504-03066C4400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37AAB-EC21-02FB-FDD9-95BA7581786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A4786-E3A0-150F-7F36-E40E63932DA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3C9C18-5DCC-F1A9-99A0-63F0267058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65667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954E9-69B3-6BED-E350-4EC6F217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D5E8F2-0A63-4BDC-3221-F508F00484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[18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57EA33-AE91-63B7-7154-C3508F3CF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715366-4C90-E8DB-00CA-FEB8960B5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5A3A45-5FE4-4026-4FB6-D1EF52EBF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AE0D23-1169-B9C5-10B2-0E603A177F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FA8A08-8D9A-59FE-898F-F05E0F3C9E4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4A68FD-2F84-06FD-92DE-2E9598C8B11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80D61B-9B06-C926-A305-E18D23DC377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E592AD-547B-454F-4CDF-0D68EAA7FAE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899925-81EE-1072-9CD3-EED8C5A8034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4571FE-A465-C12F-111D-C42CF256AB1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A9B21D-5C0E-6E46-2D10-D007760B68B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8D80D4-C3A8-14A1-13A0-18F3373330D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FAE5AB-A831-B13E-D4B4-437F73943D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D5722C-3EE4-B376-6E91-069FC4D336C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4C1349-76D7-0C7F-2C8C-DCFD0348B6D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A9DD21-2B4F-6C19-4D9F-3F094BFD4D6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241539-296A-7C2A-C862-2B270A86841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D4C92E-D621-2237-FAF4-B7931FFA086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6C3FEA-3A8C-3EE7-9905-8C946B48611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B895E2-0397-9E33-E292-1A1AB06B96C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39BCDF-AA84-2427-7F8C-05392A0B27E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3E7B40-019C-8897-F423-850380EBCC6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8252E7-D76D-915F-C89D-07555733647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C5164A-4063-1A46-C594-79D40D8C63C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F8D534-7C2D-7222-55F9-82E5A5BAF3C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65AE3C-DC19-3965-88A6-8C3A1763ECB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229D6B-D7A8-7C82-53D6-4515A044B99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AE222C-E06D-FB7D-1CFE-5EE95268C27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2C0799-7BA5-1584-FA34-54506B8F3B3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29C95A-0815-A78C-8237-B2C8A6C6E87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1A0BEC-35FA-BF89-89E9-FDCC95F9DDF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958232-A0EC-DCA4-B294-90D45C7072E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4C7156-F3F6-472C-6F4B-3E7F07E783D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B7E339-0F20-CA63-470E-E12E9F75860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F6C8E0-4DD7-D3CE-8641-C5F482B251D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FAAB1F-8017-2CD6-5F96-4F77209C4ED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1FFD03-0A60-7C57-0E65-EC93C0355FA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01ECD0-A535-C85E-86D9-22B643011B2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17F292-5A6E-ABFB-4B22-F03342D1025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5F8617-2099-E9A3-8250-D119339396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DF352A-3108-F778-561C-F84C8364BFE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112CEB-3E45-32AC-8EFF-1DB0DCF1C0C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8064B0-D3B8-BB7B-6C95-33EE3470F6C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8097F6-5EF0-8704-97C1-DA2FE6EA739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6F37C0-2C12-FCB9-7569-C3E55A5D78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A034A-54BE-BD6A-C464-C24C6861319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4D5A4-1D3B-E56F-8E89-1A0BE023DDA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BD0924-61A0-CB77-9C43-26DA0D42F0C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81143-E94F-429B-D28F-B17FC1AFA74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085A48-C7DF-45A7-8718-B7297156131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D40F14-E12B-5EBE-28FB-8E953597F83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A9FFD-3C6D-0DAE-E85D-9F091090225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9F01BF-21DB-DD5B-9794-D7C13E89B3C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1DAE4C-4BC9-44C2-6E42-9221170593B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</p:spTree>
    <p:extLst>
      <p:ext uri="{BB962C8B-B14F-4D97-AF65-F5344CB8AC3E}">
        <p14:creationId xmlns:p14="http://schemas.microsoft.com/office/powerpoint/2010/main" val="1707196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C837-4105-5CF0-B0B2-8E1E5FCC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4E9707-8D3E-EAF1-DEBF-B2F82229F1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[9 in 3, no 1] is 234,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857E63-4B57-5519-DAB5-21E03D857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429778-153B-B328-87D5-D2D1BF046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F5D83A4-4DE0-4122-C6F0-E28F381A8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86D7FE-A4D4-1E30-7E16-530A0EF1B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608877-D670-42A3-E560-54687E8C399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AFAEF-B717-C941-2B8A-F708D3C1955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A77EE5-28C5-A744-F914-E48E6A925CE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B7E07D-FE59-2C8E-B4A9-3E5C2C214B3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98E9D0-9F13-6636-0599-C329DD6366F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818096-B856-88CD-502D-74EC882B724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E0ED86-D317-F3A9-524C-4D55A0E73FA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496471-427B-15F7-018A-023B7618A1B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BB2DD8-B8B3-BB7E-2EB2-0E9326DBD7C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6EF691-50B7-D650-6A21-4896E5AEAD2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267693-9242-2E21-2A83-6FCA68A620B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A9544F-E088-6C53-5DB2-C0106D013BB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473073-D778-9FCC-3DD5-29CDC398449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484757-BEC4-B360-DBE4-A666478A966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814CBF-9808-9CA2-5C79-802A8F437C2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5F9ECB-1AEB-D0E1-188C-EB19C2781BB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F58D6A-677E-1CA4-DBED-721943E0E6E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F0B5D0-3D33-AA5A-B5DD-6B885C4BCB3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8FDF3F-9617-A913-F3CC-068FDC3BE61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874BA5-74C9-1F80-62AB-FCFB2820DA3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C9D967-832C-5695-9AD3-DCF44747629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D2272B-9715-22DD-378C-74D5D5DA079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27A11D-5E30-6A2C-3846-52EBC31BFD5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810C51-084B-E96B-CBF3-5B362390ECC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727EEB-50DE-44CE-7F25-1231B33041B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312FE9-B6C7-0F4B-2C5F-96819FDF7B7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AAC29D-E3B1-C158-C588-0BBA7934E88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FAE5D8-951E-5090-384D-B3BF15FBFB6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E11835-5AE1-9C66-E7E9-E9381A49B4D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44D172-1FA3-F8ED-6817-C287C0D927C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5FFD23-1593-C519-4744-EBD712B446F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91C425-9736-59F0-76D3-D0B3411C233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599BAB-AF2C-547F-6848-3BE24F84D08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788AA6-B0F8-18C9-EF85-89EF535B9CC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C6AEAB-232C-AD01-D2D6-CF4E4635A1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C093F0-4ADD-1669-0E8E-AF41B69C15D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FC2BE2-41F1-F11F-B799-1FC8FE5981D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7AAB6C-9AD7-E453-C164-2E68AF2DE9F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8E5D18-33D7-891C-4CEB-137592E26D6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C35C82-4C4F-4199-972E-D3C2A087FC7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62F8A9-79C7-304B-C7DB-EA149CF0187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9FA04-5689-11DA-DE28-066212B4ECD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96041-BB41-6DC2-F703-97D9A0E8AF1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348E7-B9D8-F472-40E3-6E6872E4484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C4634B-11EC-8E40-36F9-2891DAEEB20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CF5561-D322-761A-823B-22CB65FC654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D089B1-8323-DDDF-5A29-497401F5C72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7C3DA-E05B-20FD-3830-DF87C0819CB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DDA66E-CAF0-F8A2-128A-FCD8A420DE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1DCD65-68A2-DD6D-2CAB-918E558626B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E3BF0C-FD4B-C69A-84FF-95FFAA72669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47FA89-EA43-CA18-BB7C-4A8F3A8D16B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7EBEDB-CADE-F897-2A46-08ABD4CF272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07773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BFBA7-94A3-56C5-65AE-D590B515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89E2B6-5069-8ADB-861B-4FDF71EB87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CBF979-D43A-B3AD-6EF3-99D5B144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CA6920-606F-A1A7-590F-6EFD6E685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E70495-2430-9743-3B2F-754D8BFE8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FFB2308-7747-7B25-761F-4E7140B7A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1C39FB-A1EA-75B6-19C2-0F00D47A8C2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D52771-2B18-4AC1-B2BC-29E9F7B508B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926885-60F5-9886-2D35-27E93BE826A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BE4401-507A-5FA2-3D08-1AE211AAF49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25ED7-A805-AF23-2DE0-3D8AD740AB9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4AA581-B21A-E901-BF3F-EF3C666A543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9CFC8C-F8CF-2C38-7941-1970C86FF24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2D1155-7DED-7482-24FA-A51C5C38C80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264E8F-3551-E877-F6F7-47FDE08BB9D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5B04B4-B494-1AD1-B05F-F4C70B07E19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824A25-3147-0C85-C8E7-821E42FC295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A69871-DF81-1172-E2FD-DDA0D604746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501615-314D-CFEA-CED8-11AB1D67191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67E92B-2323-5E2A-C606-AD879FD8C2D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F03454-E094-98ED-16DC-B3798E952C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F5E376-7427-4815-D8F6-CD5928E0C54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2B6727-CFA1-1B28-CDF0-383AE0199E2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4BC0A9-C83A-1D33-9E08-DFC22024B2D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3057D9-49E8-83F1-F139-105EE884CFA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793CB3-A144-7346-CC86-8869AF35545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58CB49-E864-0DF3-770E-D9BFEEF9E87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F6F215-E900-1422-05B5-4D5CBAD2B7E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DFE378-1166-04A1-6800-1F4AC5DB46B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F8F355-A186-BEB3-845E-1FF59A08690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D1DF20-21FE-563F-382D-A3DF694C7DA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4DC43C-452F-AB85-33EB-DFB9ACC1501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C80053-A54F-1FF1-11AA-2DBB25F6DF8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8F9D33-0F83-CF5F-DAAB-7E626B1944E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DF806B-F351-42C4-FC5F-01CEADD8DE1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ED152A-3CE3-13CE-FCDA-A87D8FB512E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FEEA01-8567-FD28-E79D-7FE6FBA27E2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7AB425-0F23-1E17-05D9-C615C24341E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46880E-4852-CCE1-0647-56B848D979A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B8AABA-4050-8344-7DB1-DF1B88F0DF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F95263-E625-5406-E0D0-48FEB3A7905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6A9853-2432-6E30-5EA6-7BA891E7B63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C4866-36BA-A67C-7D79-2A58C091D0B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90BF9D-96CF-A7DF-7993-9FCFA8548B3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F310FD-9711-41CE-242C-9F887EE4563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DB966C-109B-336C-0C85-F47522E77DD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07CD9A-EC71-CBBD-9F1E-570CEFC02A5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CE5D1-FAA6-688B-9038-2BA5515CFFE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07A99-85E5-8694-CCDA-C82644BBEF5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E05CF7-A250-F2AE-4983-4D554C9B1B4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92DFF-D95D-3BC5-6B35-160233E9E2C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736A6F-35F9-1F6D-847D-4803E1CA32C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BCD415-A7F4-D96A-6865-E2B665B9BD9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71D1EE-4C08-6159-AB2C-8F18666011B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614685-E91A-E349-70A2-F5FF3402AD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A480B7-B6DD-BB94-56B0-41CF73C29FE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AFC285-31A4-38C4-4FD1-5CA5CED41B5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610945-A64C-3353-B89B-E8B492B5420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C679BA-2176-B6AE-A026-FDACE1ABE13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7052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3AAD8-1081-0D5D-A951-EC5603D7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AAC562-DCE3-35FF-3B55-77DF4608B9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[20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BB035C-82E6-51EC-785F-1B6E7788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676B4C-94ED-E4E1-6D70-98A040D8F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2A4DF9-A9FA-7231-36C7-325DEFE90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B1FFFC-F428-16C7-1938-12C1DE7886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E16242-33A6-A6CE-753D-A3E3D77006A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493AD5-BC22-F185-766C-71992E51FDD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54CEE3-1E49-380F-C969-E7EB98763F5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44EAA0-E37D-2897-838B-6FE2B6E43EA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970EC-49AB-976B-298F-EC2F465472C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A52C72-D918-2448-28E4-C9B31F69502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6D2B85-7060-5D41-0B3E-68222335DB1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C7C27F-E589-D16D-2703-9F8ED6429A0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8CB5EB-3C54-2885-E081-5EBD37CCE39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ECB9F4-4334-F23A-1F70-6C4FCA1C9FA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F5F628-4181-4AC7-C26D-8EC892B5692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33CB9D-39AC-CC28-21ED-A9750C7D24C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CCABEC-2FBA-5E64-746E-C70743CD66F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065EB2-80A1-65BA-C04B-9154B7CB791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25236A-8ED1-9E3D-73E6-7BFEF3DC05E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4453EE-838A-D890-1D6A-6FAC61E3B71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0A7B9D-2E21-E2A8-1C51-237A7CA8222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009438-158E-36C3-1FEC-51161E43DB3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47E7EF-5DBC-E9A8-329B-8CAF3D0C972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C6E9EA-A431-689C-299E-0AAD68796C0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1D50C1-2047-9A34-8461-D6AFC04D595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8FA7C1-4E13-1E4D-6042-1B641D5CC5D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98A3AB-2E72-F3BA-295E-13DFF933C7C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21CE69-239D-9195-A204-DA8A25EF19F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EC2AC9-DB1A-5FC7-15F9-053A41B3769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24036D-6816-09C7-80C3-965D5CC3A6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28F85B-D346-7BA5-421E-130AB143876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86412F-266C-7E21-EFE5-793A5977D9D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E16DB5-73C6-BCA1-715F-BCD36EEAF5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1F603F-2672-7D62-AAA4-01318FDF45A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FB1125-F70C-BE91-FF1F-FAA37044F91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DBC8DF-0198-594C-8CB3-FB0D1CFF173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8ED6B5-0D2C-22E6-AC11-3ADC5CF5924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42D6CA-3512-7116-C099-358077389CE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F9F9D0-B5B8-0BB4-E2C9-A967D81049A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68D30-39C7-F1CB-4AD2-95FEDF91CD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FFB5A3-E6AC-A9C0-AA49-62C7CCFD16F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8BA8B7-CCEC-BA8D-32C8-04DBF280B20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16C439-C699-9C76-53A6-06284FC2CD9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C8A212-4103-A27F-2FF6-79FCE3F15BD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04786A-F920-9D62-EF9C-2A5ECC60CCD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AE60B-32B5-58DC-BB85-244E01C7082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DE70E-6CBC-ACE3-5A4B-59352A73D4B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7AF70-C30A-762F-EB98-A53F9C60059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441BB1-E702-09C6-6193-3589F1B6826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EA605D-F555-BB2B-373C-AF435BF1627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EC5E86-3CFD-87BF-47BA-F7CCFCE5542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14C9A-1C38-1DE6-E952-C102E26DD1D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50FF12-FFF2-B0C7-373C-43F2F63E53D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5FBB1A-CE7B-0BD8-A1DA-E29EB42BC70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DBA059-9759-DC56-56C8-C2B97E72D39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EEB5E7-32CE-38F7-9D0F-6A4E20150DE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335C439-EDCC-0401-670E-3F69798E37C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00455C-2FF2-90A6-279B-40E79CEFDE0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32CA3A-E5EC-FBC2-2606-4BA26953348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88FD1A-A220-CCF6-396B-34ADA6F3B7E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4019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84153-AA44-E7E0-DF9D-88BFBB116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6E75C-D5C2-053D-2034-DD540DFA4A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[23 in 3] is 689.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B2CCBBA-C512-C091-2217-38C1A8672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417366-9DBF-3983-A8C1-7C3E9F19F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10D8C0-C808-86A1-0609-ED7FFB1BE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1B5B36-F6CB-925F-B2FE-3C9C9F00D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021A24-E44E-DD47-A4D8-C544C0048E2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70383E-121D-BF96-2DBB-C0669656B49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3526E7-7158-14D4-3BBF-05B2B4AE144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759CD8-1F3A-59AA-ADBA-37B4EB1767A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1CBAAE-9970-CB06-84AD-CE78B6D879F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16560F-37E0-4042-5FAE-F1925E3E3CE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59817-81B3-63B3-6CF2-4A14AF6FAC3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4324CA-E348-3730-DB61-CA52C8430DB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40B1DE-991F-750C-F3DA-2FE45000083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B647D4-0172-BA04-B9D7-4D3427D2F26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21C1EB-B21C-777E-B1B7-3C5743FD0CC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48FDEC-AE84-DC53-F7D1-A898204242F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3F0701-122C-82C9-D578-1A0DDF67F61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EF34D2-EB2D-42A4-2DB2-D51F49362AA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E0FE54-A90A-B8CE-19D6-894C7DA418A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03BE03-0F19-2FF3-4D13-FA772555F95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C2C408-AC1C-B8B2-6BE0-8DDCC25A548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9D6296-ACDA-FE7F-90B7-9E6CF596E44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3D5F99-9B61-FF2E-921D-67381A140C9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A04B69-1120-C2D1-0836-25552161C4B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CD2658-C62D-0613-058D-DB7C5B851C3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FDA881-DAAD-5173-A21D-BDA3AE8F5E8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3EAC40-F4A4-E363-8905-10C79E68534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E000E0-46F9-B1AA-6515-CC2AFA119FF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22C02A-36C1-6FBE-9B72-16275AA15F0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5E2862-677E-630A-9684-08674BA28EC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B731CD-E5B5-2A56-E3FB-F6E6E3E0C1B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EE83B7-94AD-0E22-AEDE-0B9304527A8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826DDC-D9E7-D30F-111B-A9FB204ECF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F4D9D7-21C9-E2D5-1B44-9D0D94916A9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3420DD-6907-D822-1F7E-DE86F523EEF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BF170C-74AD-EBF7-73C9-485150552B8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D0E7CA-42D3-AD5D-C9B8-98CD2D574F9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090716-FAF3-2115-BA44-90BB2935A53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59E215-6EB9-958D-F7C7-2883B36651E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CAB72-AFF0-F4E8-C719-839B4F4DD3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7C9D92-1B3C-BBC5-EE9F-138E086F204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20EDCA-AFD6-5D4E-F621-B0778B93112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4BEA7B-0BB2-2831-7AB6-C84FBE40947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BF8352-F150-0DDC-5107-1C2086C3A9E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F3C04B-FA2F-D51A-C989-91353AB8BFA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F9EDC-1EE3-E35F-8602-A947ECA6327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7DF24-3181-557C-2A65-44560A7F4F0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33AA56-7025-3A24-0EFF-AF9E02E6B57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FC15C9-94A7-1622-3234-F43AF65DEE2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0F899D-C57D-4DA9-B244-CB5BC5E66DF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E8BF2D-5DD9-3203-A036-5323763BA43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C79B4-156C-C6F1-D9D0-BF61AA1D209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C6D884-2816-D67A-35F4-0BBE9349E8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F65351-F184-BF6C-8168-24F9DC3D9BD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3F53-E27B-2CC5-6013-4B3CD2A25BA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B24EA6-9F0A-89C9-BCD3-664ECFA0779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884F04-D6DB-B8EC-A547-7BBCBD462C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EC9DD3-8F7F-ACE3-6FEC-CFB0D8BEC25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2765AC-7831-B092-1734-565ECAD1D9B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20A810-F0D2-4DB5-B66F-91C6DC6C8F1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2A44C6-3422-90D2-4982-8F36573A4E2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18D080-0003-3E48-EDE0-F490B84511E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90C1A4-15C3-373C-C0DC-C7606A1C14E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3941960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31B0D-289F-4B9A-2B0A-1E5F0DBF6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F69C91-7FCC-46A3-A7D2-902CDA46B4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4C37BE-6179-8C5A-6B43-1712A4B46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E44DB4-F980-0226-DDA8-BB88CC3E0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27EFE6-E74D-DA7E-BF77-5200EF2F4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E4059E-4868-5DE5-A1AD-2EC1CB245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97146F-3017-3A4E-DBD6-4E87A6B4986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CA6DF7-56EB-99F8-D6ED-DE94A3AB181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D79EA1-8C13-BC20-A548-A7E2D90A60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FA735F-BE84-8171-2E9D-08EA70A69DC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96024-E02E-E382-D8F8-FB46A698C8F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ACF91-9394-2EBC-B69B-0D8990D3A3B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4AED4A-5BA9-D3B3-3FFC-2092B12E2DA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6D1C6D-6F43-50B3-DB5F-1DD4C7FEB1E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915F01-FEF4-4D20-CC68-D0A77DA2995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26E40F-D98A-3AF7-C7F5-096712C4357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9A614B-6FF4-0E5E-1075-A6DAAF57099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22D9CB-19C7-2196-E5A4-47460C7851C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0B1C1D-4011-39F6-3658-755D3C94007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B49664-329C-2D07-F189-1C9619CB443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3535CB-6BD8-43C9-18CE-B3749E806B2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F5CEEE-0EA0-B528-50C7-13849B37E3E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6BCDA9-63F1-C1B3-4897-2FB89594935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292010-F3A9-BCD1-4459-15EDDEBC0D1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81B21B-10EC-8334-F6EE-423A0F770C6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5AC99B-233E-C213-5A0E-4D823638CE9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2FBF8F-CF38-CAF8-A2BE-70CBED4E277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91488D-0330-A658-C6E5-500E7037CC4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446F0E-C5CD-5A98-2859-D7C2BB7F456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15F231-E349-3716-FEA6-20B1B22BB67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18946F-5637-259F-E242-666B1D1984B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56B0F3-C6F1-FD72-666D-F9DB382CD9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5454B1-DCAB-9BE1-D640-9557654C79E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663FF3-0B30-D4B8-EE64-9FBBCCECFE2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DF0650-AE68-B629-EB5D-8D1221545F3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923B02-955C-934B-8FFC-23AAD25EDFD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222C78-6E7A-6E15-BDA8-3668A98460E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8ECE6E-0D25-889E-DD5F-8A82F4B641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B7AB90-5D1F-3159-11F4-D160D55F8CA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F4EE4D-3654-B40C-6FEB-EE2EA1BE4B9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69E9D8-4D28-C54E-9B16-D74967F2B6E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987169-44A6-E3DD-D7A8-4ACF41EFED5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8206CF-DD09-2A4A-44C7-BBC1C1C341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A03F65-2DEB-1104-29EC-8ABA81264DB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5BE2D0-49EE-F61B-2DF6-FB30AD7D0E1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28EEDE-5B5E-2681-7C4A-4E72424F2E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9945D1-2691-C981-119C-7546EE6B1BC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7368CA-758E-B6AB-E0E5-1D4179D2EA1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954DF-DA9B-B232-8E61-5BF73F5DB1B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09E68C-8682-B8B5-0B08-228DFC8E1F0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434B44-3378-23DD-737C-673618EB66F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3DC56-E6A5-64A6-6EB9-FB6C6B7B09D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14C033-218F-9B9F-FE0D-A1C903B041D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7DD64A-4496-ADB8-5DC9-05BE564C476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FB83AC-17EE-5D54-699D-0D212943230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660885-6C57-F071-56E2-1DA5471DF66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DD74AB-9147-1A5A-3D0C-5810FBEF3F1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612C2F-31CE-78DA-165A-5E4CA9CDEE6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B4E0EC-317F-23C1-8579-8E4839FDE32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7C59B9-C804-82B6-AB04-71CDEFAD9B7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77F488-415B-D795-4AEF-8C317A20DAF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7282BC-6628-13EA-069F-48DA20DE8AD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DDD471-DA0F-18C1-5C62-6E17C5A3507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E72EDB-C717-009B-53E1-921FCF2603A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FE0B39-BF39-12D9-B1CB-6F1EBB132B6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49684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3C2E-F78C-D904-E428-03064DCE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0ED421-C5F8-CB9E-DB76-ACB3CD154F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40497C-084B-B4D7-AABE-C67C9F41B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3F9B1A-5956-4D0A-F364-8D84A3F33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FE54F1-547F-E8D7-2B4E-D9E635743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3AFD4D-0F16-848E-1F92-A0DD70145D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50FFA5-7C75-21F5-4D13-6B9A76C90D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8407B-0675-492D-4E69-44CFA053442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EA1C9E-8D08-AC1C-95DC-EE26657902D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4EC443-A1A0-E7CD-EE3F-60D8EEC81E0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90B380-ACF1-C2C8-8BFF-F86C523EA6B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58950C-CA50-1575-7AF3-38165593A0E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DFDDFD-F69F-D3F8-42FD-6654E60FE82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320D7D-A815-B960-336B-4E2717C007B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488910-B6D7-1044-ADE6-9841FBACFEB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ABAF02-5DB9-274C-F3A0-05F99F5F27C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F4691B-D266-1532-2E31-D90F1BDA56C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876ED5-012C-02D6-F76C-650B89AEE63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D94F7C-EE85-FF79-FC28-B58CC5B1A59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88CE13-9C12-D1F9-DA98-227F6414657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FF5C4D-727E-6F10-E6A0-19A13ADEF56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FAED5D-0EE3-1753-5022-22F572C9547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19713F-317E-A8E0-58B8-D41D71C191F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512DD2-C5FE-91A5-E267-7ABB30F2368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32CA26-67DC-DF01-F2CB-6641C8D369B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98FE06-5942-F220-8AD6-A01960E1A13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5313A1-A719-862B-74AE-E529F6B46A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30EC1A-7A21-65EC-AF51-403407EC0F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D27389-8808-6A9A-D40A-BFFB1DE4525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08B20B-733A-7791-35CF-E358BA26076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7F67AC-E27E-C5D2-211A-D8C3522E718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AC7879-82A3-35C5-01A1-F72A5A2F44A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667E23-6BE1-3758-B294-91B118E75E7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3925E4-D71C-8B89-D23E-937C77CD25B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024C74-C48B-2B6F-4D20-D6F2D30CB8F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2C263A-EE6C-7CC0-9599-43B33340307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92F8F4-6395-833F-6C87-69FAAE58966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80E8BA-9963-7E69-1740-732B3417911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E6B045-9D78-23BA-B26C-678819DBFE8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14C536-6713-1EF3-F537-9314F8DDB89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C3F6DD-590B-05E3-927B-A16D2D9BB0F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5ECBBD-B310-BAA6-DD2A-52A7395A39F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18805A-0663-4ADF-7044-2E76B5E92E6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368A53-A70D-D72B-FFCC-6128CE8DCBE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F8184D-97B4-1787-4351-D7AA46C55AC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1F2D98-6FAD-A55E-DD81-BBDA28A6671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A95177-F707-BE82-726D-234430B8C3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C5B72-FFD5-C2A1-8421-FB62E596669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F4A63-33C7-B015-58EB-901EB984D9C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E02518-D0E4-0DE0-17A9-3AB07F0F478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A55E9F-FAB5-4D0D-2E66-8AA5B8441B1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4C7328-2989-A17B-4906-C00A0C0E611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088861-F2FA-98D1-AC45-8D3613B46D7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6C2441-3872-11DD-2D9D-0BEB4E9EBC4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093594-6FB8-8079-185A-D94B3182B9D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9B4084-193E-2F17-B6FD-C8065265088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EFC1FD-BAEF-CAA7-023B-2F98E4A05E8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72AEF9-6AAA-6F36-AB2B-2054400E808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4BE27A-782F-54AD-A521-C94DB7FF866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988433-38F5-50EE-31F0-4B1A38E40C2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E2D307-2897-9200-2483-D7FD0A0F999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7F1D0F-BD3B-DCA4-80F3-28C72760925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5FB7B9-806B-7219-A171-A038328FDCB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88420E-9B20-3377-08E9-8E11BE4969C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78D752-64B4-E3CE-AD64-966355EDC7C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FA0AA-D8C9-37A2-67A8-367AC4F823E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C4646-F502-F0E5-E91D-5A1ACF54FDC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89B1EC-F1BD-9D9E-5B4A-59161423457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2320411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B355-F514-BA5F-A7EB-8CEF2F76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7C92C5-3B52-D2AA-0E84-D377AAF904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582179-2F87-CD52-1004-C7BDFC7DC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B3238F-2DC5-98E6-577F-4E703F366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CD23129-64ED-B902-9F90-0FB452A86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64537F-DEC2-F561-32D7-E1BBD0488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E37A46-9022-B176-1D0E-04ED19535CA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36E5E-513E-67E5-6544-7CAAF462538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8DDB4D-77D0-C580-2C07-AE98948AF1E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4BA47F-A359-9D21-A1B1-9D79AE3B834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7FBA89-4333-A0B4-581E-6AB6AC37015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1AC8A1-C5A5-052E-5D56-EE32033DA6D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4A4266-F300-AD14-6072-211EFD30BE4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5410D4-6F94-E048-DD60-1B889FFFAF3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21EC3E-C181-9EDC-A63D-1DF36E76C0E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285442-BD7F-CB93-4F14-3E8B8D3560F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F9DB9B-26DF-B37C-4DC6-507AB956587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0A3159-0726-2CE4-8262-4A8CBE668AF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EED07C-0E17-154E-108F-585AADF57B2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123773-2E36-5BD7-A7F2-72E8415EE8D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EE3B91-ECC5-41C1-8C31-08159872646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702FD8-8E05-F0AC-EDEC-134A9952850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1938C1-EDA5-11D7-8322-B90254F5D57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F033F2-CB4C-00A9-9E6F-6847CB5EFDC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4B2425-7B73-99CE-1900-F0238A8C720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034863-3D34-B2B2-D1CF-8F0F3EEBCD4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7BD235-C778-A51F-FA35-48E1A651C6A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999B4E-9CED-E2D0-94FE-1593FCC7D41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EC5E9E-70E9-CD33-1476-5957D2703C8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796C39-5230-35E2-F8E7-0410678B500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578F21-71CC-586D-A7AC-7D13BDC3066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48649B-B6DA-6D48-4F96-348291BA03F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00674A-49E3-99F5-7B71-DA9257D1EE5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A09427-8D8D-88FA-F8E6-6CF7358A85A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491282-7A18-F261-4DFB-A46789266FF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F00FEC-5891-425F-E56A-ED97F923602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50766F-49B4-219E-0539-F86D17DE7DF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CE5E45-8BA9-291E-17A6-5920494006C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379D62-D2BE-CD80-6C96-01FC60615ED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81FAF1-7EEC-2BC3-F924-1C28974A1E1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375B56-BD22-E664-5949-65B9C976663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21EB3-21D0-9B89-2AE4-EE44F85E832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18412B-4F10-E50D-A32D-EB106C18178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E5DDBE-E753-06B2-AB0A-8B1DECB1DDF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3B671C-7E38-B7CD-4BAF-DBEEE92F177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B37618-127B-0F12-17BB-0435A850EF5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962CF6-1F76-CD0F-D289-F60BC71DD1D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6BAD3D-84B0-EE59-7960-8A166334B51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24402E-8C9E-69F1-980F-55E153C28AF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3D0CA-A258-38BD-8D07-C2D6158DB4B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226743-4961-7004-8242-CEC08B54CF1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C00E6-58B3-C845-18DD-C6F6A466A65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A221DB-F8B6-757D-3E21-881D1D96833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B099EB-AC35-3E49-49F6-93EE8D75AA3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078628-9365-1460-3EBD-84FF3BB3D4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59E78C-604F-772A-7DEB-BD2F5F5F8E2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089031-8270-456B-3C51-B4D9973E9ED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7345A4-18F8-8DB1-6CF3-11DFDE85DA8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3C94A2-5381-74E6-F449-55E987A85A5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853D2C-5650-6681-8406-7530D2E523E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AC684A-AF00-100F-8A8E-B70106724C0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EDDBDB-C5AC-AFBD-622C-0F800C14543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DF0557-5E5F-F966-39C7-434B15464E9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5DAAD-7DD2-BACC-6611-9ED2D4928AF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2FD766-BCAE-A2D0-22F6-C5653F4F511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E305AD-C0A7-0F33-7EAC-C2A194221F7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1B14AF-78B6-B6A9-2F2D-510172D81A5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A00436-7DC4-74AF-9BCC-7DB7A238637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22947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2D5B-3EB3-8582-2527-DD01ABAF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A1B98F-F570-AFC1-6586-3479B8F6D1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79E3747-A8BF-D8AF-0A66-EA0C0B4D1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2DBD45F-8861-DDB0-ED38-7F9CAE2CA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44F444-B477-AFE0-485E-7581303E0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6DD08F-B7F1-A1C9-8E37-B1A487B35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1B989E-477C-75BE-0603-D4EAB35A1B1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8DD69D-9E1C-6A12-7EC4-98D2B43E2CC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E8F1D0-6B8D-A854-44A5-D4F74C91CFD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E58530-FC55-1BF1-8C4C-99EF8C95F65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D6E368-5D9D-BF23-6864-B078AE18E04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B4B081-BE9B-2402-E7BE-78D10023F97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665A0D-E5C0-344C-CE7E-DC0D543CE1D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57BC2E-191D-6FD8-403A-851804D4473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A9F91F-1237-DFBE-5D33-0FEA56D45EC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351DA4-76EA-8702-B7F0-AEC1BB425E4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933925-AF45-B4CE-2496-581FFC7A78E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97612E-1FA7-3D8C-5708-2C006D87DAC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3391FA-61F2-9576-F4F5-132B25179CC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FDFF14-1CE9-693C-5959-13D95F40677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D6ECAF-6CFB-ACC5-FB76-C3F1FF395A3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F4E59E-DC11-7B43-4155-F3E9D67A6D2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7F6759-8876-F189-02D8-47CCE1599CA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2572D7-FBEA-BE71-11A9-6F1567FC0CF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764083-0D81-B626-1765-03C41B85406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7A7CC6-D8DA-B4A1-96F6-F87768CFC10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1A2FBA-B8B8-3CE3-7FAD-77220510C51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6DE1EB-F513-A893-7ADC-98B39099E42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99908A-9DE5-A3EC-1991-13292D76E66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5BF87C-5F72-7221-3235-786F8727C20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4CFA74-57A4-A799-C782-2EB14C6CA8B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E3463D-DAC5-9093-7873-B6F63603217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77C5C2-78CE-5980-4762-ECE9710093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36FE1D-05C9-7707-7140-F05FEAEE405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9852A5-6DB0-1845-2B04-07C27A43B33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5A944D-9338-2CE3-49EB-99D8F03510A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B97344-9571-5FB1-9A95-738B3F4F583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23765D-B8E8-C2DC-0497-E487739E99A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7ADDB5-691E-419F-4B0B-116F0184DDD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05CE44-8D65-FAAD-538A-6418011212C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878999-10E1-882F-7069-35F40E60B8E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33701B-CD29-9C2F-5543-447966365CD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1B02F4-33E4-A7A4-C1C8-29448777CA5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88824D-957F-6D91-0018-9A88DC77DE4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2B06B0-A27B-1ACD-61EC-483414C7262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6849D7-ACC4-0DD6-4BA8-D132D9A9543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883EC0-976E-BDF8-6170-EBC5D7CC95D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8CACD5-A589-3A46-C718-C5B9B3F87C7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70AB9B-4C7E-EC57-54C6-2DB43F76565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84B576-D0D0-80D6-8F99-79D79F9D17A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F288C-BEDA-1170-A6DB-2C8CE150371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44C17F-BDB7-8BFB-0CC8-576CD198875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B891FF-962F-4F5C-D4BE-DDF5CEA3A7E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F143EE-1188-78B2-D79C-F819ECBB421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1FF7DE-F725-D984-3F18-AD535B9306D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C7805D-7613-477E-6744-B09DB41BD54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77F892-FB45-DB51-F7EB-0C7434594DB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9594A7-0C4C-DB85-8A4B-3068DB884BD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DCDA59-24D1-7521-E5ED-F7D5D822F41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DA3926-3466-ACFD-37AA-78140DB50B6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6E7A58-54EC-8775-CD5F-8B867973584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569A1D-D872-E64F-B968-35251188103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DCADC-6ACA-552A-029B-C90C307EBA0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5DC794-6ACD-3255-1DBB-18F165E9703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B45001-1A23-4286-0CA6-89D55C91AF4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04379A-170A-2ED1-8F9B-95FDE1D31AC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48A083-3808-4443-925F-28FE4AE1C10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9CB477-2619-DCC7-3DAB-BB481FD774F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86917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3F95-9E64-B5EB-3732-E3788626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880152-1F47-E51E-0CB8-065701AEFE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FBA4A0-3380-58AE-9B5B-5C31EC915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9D9D8A9-CEF7-D3D8-EF54-3B280B304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314DF4-9880-2090-3665-03BBAFA611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86C6BE-BD53-7D83-7C81-8335C7DC8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0A798A-EACC-7F51-BF99-222C33DC7E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C5C911-7577-A1CB-4EE1-92C1B61C397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2CE3C0-F410-CD5C-0F2B-469AA9CC726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29DA05-2BC7-F374-30CC-63E7C6DB192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66AF7D-AEA3-D14E-CA88-75EF344CA0F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1CC65-E821-36A4-283B-DE280B33C9F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8A26C3-2B38-6146-1EEF-20A8F69185E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748BA9-A200-1C56-1BDB-6CCAAE9F16C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61C496-5E32-6B17-2F5B-416CE239D3D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D6943F-66B6-437D-8821-B835F8CB69E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5C0023-256A-27F8-B634-A41E4FDCCEF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C0F359-A972-AF35-E58A-9278012BAF8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F51D9A-5F8B-901B-B0F6-36F0E59E6F1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DF55DB-BD90-242E-D007-144DBBD5537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CD386E-2C35-90CB-FE6F-ECAA2BC9672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6197CD-5FD9-723A-37F5-E5969EB0EA1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D8CA53-367A-35A5-0505-F5F9192887E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05304F-F660-5CD8-69BC-9DCE0681F44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548686-F785-BCDB-32C1-2BAFD3A5DF8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A34364-8C19-DC0A-D9E9-454D9255FEB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EDCBA7-F166-1C40-4E82-83E89460B7F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71AF2E-A526-3D42-E4BB-0FDBD897ED8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D534A9-53A4-E099-CF0A-BEA3D24E460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DF76E2-363B-BF5F-846C-58A04187A07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D83542-5B37-88F7-3885-7D9D39400D3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302748-D532-9B86-8694-1DE8EC549E8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673BB6-6382-5491-C30C-557AFD00BB1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9050F4-C959-2EFB-D240-16B561CF6B0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1D68FC-EED6-4A55-CAB1-5832B1A174E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D60937-13BF-9FED-08D7-0D67351AF13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2E7AFC-37A8-17FF-D431-EA7C32892D9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E4771F-3FE6-F8C4-6F1A-09000C11D3A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398135-D44E-6D45-0E58-E860B16C692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20C347-972D-5C60-7448-E5D72124D03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94093-389B-0C16-9515-E75A7FF86B6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DC0515-ED25-0DB6-DA36-FDD0E3018B5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753181-2CAC-29E9-166A-82E5D2D9EDE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57533D-F1CB-F438-3CAE-356C51B76F9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8BAF43-07F6-3611-23A1-44C4C61A773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30A1A5-A79C-35AD-A233-5DE0DFF45D5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533F6-C73A-0242-DB62-F79E70B7F92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67E245-26D2-54EE-1C1D-05D445EB938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A5DAD-472D-2888-4F88-82E4FF00DB7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D12D41-80B8-F642-05F8-7BCD1E1B41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43BCA8-B1BB-D371-D07E-FFB14A201CC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DE584F-AC6B-C3E4-17C2-A18C091AAA1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5DFB1C-39A1-F664-CF40-A6703515E5B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27F448-4DC3-514B-6F7B-E781BA40336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F88419-AE75-0EDB-3318-7D9C23385C6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940EB9-C2B2-4A9E-3160-4CE81A51AEE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72E9BB-5BC4-ECE5-ECCA-78A0C0B3134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A7ED6B-7806-D5F6-85B2-67EB4F91686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8939C-BC09-9B90-95D1-D541C09568F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385DC4-693E-16BB-16A9-2F78B72AD4D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1CFD71-63C0-0390-1E4E-F0CE808A28A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DE987C-A934-957A-442E-C8CCBB4073C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ED640D-1B2A-282B-9726-B1D3C9F636E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59C8AA-2680-3CF9-AA74-B9188A39CE5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DFB59-46BB-A737-5D24-582C5D51EFA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B2BD55-8638-3BF0-0BD2-F60D395E7EB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2397FA-4F6E-7B06-3ECC-85172C995F7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2AE02B-AB1D-FE30-0AC2-209E875473C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92908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CF89-F381-3F23-DDB4-0DCC4090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3E0DE-1D9C-20A2-E532-D4BC9FDDF4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564602-B164-2C78-1780-949B5C38F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A8E6A2-50A1-9E23-2379-1252F04C9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D552DFD-1D49-656B-5DCE-516E1C870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512061-F61B-BCBB-65E4-8E15C7445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75518B-A876-B2F7-72D2-9E48ED367FA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BF1BF9-0947-F01A-C69D-7AD197A6D99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E7AEDF-AEDE-5224-C589-E3982E9F73E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5AC0CF-1107-2B4B-B5F4-7D7B6EA53C2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EEE3F3-7EAA-F5F2-0A26-475F38CAEAA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6F4710-ECBA-88EA-DB69-13855DEB17A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8B7C03-3260-CD06-9E4A-7B576D10360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E38EE2-3803-FACC-6512-9912486367D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3EB297-D099-1AE1-DEA8-704A7485C84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1931F-DA14-9C49-7F67-49B175CA77A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F2D96B-4DF6-55A8-544F-AA7E8A33945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7C49B0-7E6A-D2B6-6032-059707080BC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06E70E-D230-B3CB-614F-11D63BD455D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A9DB44-AF6F-9832-4D94-249387A635E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056DE1-460E-CB32-B622-81B15CD0525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6C4F03-5925-9EA8-7AD1-E9866C782E9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569CA9-8B1D-6D5C-052E-D30715CD670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4DA0D7-026F-CF2C-A11C-561159693AE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5D1DBB-A300-F386-97CF-5CB69267B82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A49391-F28D-CD1E-10BE-CF42E681EB7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73C9DF-50B6-40B4-367B-6E141D9BE4A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618512-2BE1-39D2-524C-C31AD098A6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8EC395-B9D4-DF4F-FE46-6A086669A72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6C5863-955D-6C7E-314F-EB301F1ABC5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E86A9-D2F9-68CA-2827-D18C486535B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53EAD5-4B2C-283B-22B8-8CB2A21E616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90E6AD-4AAE-D12E-1A2E-C93A9BF4D77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44CB8F-FE97-3E89-48C0-16D2A177212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35EEBB-0CAA-2592-EAC0-7A942ECD497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A2B64A-CF9D-D4B6-E475-9776F2B08BE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CE18BD-9885-2D13-A8DA-571BC8C622E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69441B-1AE3-D49A-7061-6A5911BC23F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4904A2-6492-B6E6-8863-B872672AE4F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802B19-D5F7-208F-D7C4-0D8497EA33E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CC6DAF-5E8A-6ACC-AE41-E677CDC5369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03367E-8138-18DC-332F-1F312C94A56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51A843-9199-5383-28F5-44959153C14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8270B5-73FE-262C-640D-CC1659BD4CD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2D93D7-255A-D546-C0A5-992C0BCEAD8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F621C-499E-A748-77AB-6A2170B03A2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8C0E96-7478-0118-9F14-7DCC9322D82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50ED07-B6ED-730B-8643-7365920070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A49B9D-C9F5-153E-DA51-FEF4CBEA4D2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5BCA4E-33E1-3ED2-F2F2-183EF0129DB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59A379-79C8-C063-2578-98BC9B9D35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2E8334-B1D5-34B8-D90D-3749913472B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258C42-0FFA-776B-6B2C-821320E90EC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61C4E8-24CA-82FE-509C-947412C944D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594CA6-D181-609A-9E9E-80A4F6423DD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5AB25-4624-493B-082D-372B9BBAF6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2AF68D-1248-BF6F-D457-C362772BAFA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DB2AEA-1329-336F-9DBA-FAF2C0F4F7C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FC1323-F840-8211-B5AB-46217232015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279873-7328-1D65-4B48-01881741FC3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F67379-BCDD-CFB8-99AF-60087F21D9E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0E15BF-28F9-B446-ECF6-F93FE97A36F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FC44A9-116C-9145-A217-31ED3F86D6A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D56169-F4ED-6B26-3BB7-7045C34F0EA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E086C-5E55-FDEE-2342-739FBAA2B82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5143AA-E529-9180-FB5D-AA6E8DD4564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97BE05-299E-AF67-729E-7FBDB7074E4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DD324C-0CE7-EA64-212B-20E98C95A0C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892137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705B0-AB0A-EC36-36D5-ADEC712A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F451FE-1BA5-9079-F164-89478DD400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8B4D3D-7CEA-6005-8D8F-7E6F849A9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92A571-4FEE-BE5B-4E1F-793D7C379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8C3CB5-2D63-A64D-DBB6-04A12E06D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AA111D-A273-17AE-E878-C2C4966E82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B3226E-A68D-6B2D-9C93-F613397224C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17D71-5E6F-19D1-5D1A-6F38561570A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49AE4F-A804-1044-EC41-EDB50569BC7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EBBFE1-DDC5-5019-3C09-3CDFDF6B4A0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538A0-3F62-3D54-1208-805762B5B52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B3456-1355-4BF1-CCE8-54E103383DD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66ADD1-8CD5-922A-FCDD-CFA1589BC3C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1B057F-F0E3-C4EB-F19F-00DCDB3B3D8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87E96D-D217-DDAE-8E3C-7FF0930F9B5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9FCA4A-067F-A1A6-5F14-13DC1E40052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FBB2F0-6C78-32A5-BBE5-B95D13EB39B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08F7CE-1A41-A795-C3F4-4E4B74F4782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2EDD0D-C6F4-3F5E-F4C1-D5C90002FC9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BEDAC2-D379-1315-A4AC-58C5152CC0B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146D74-8590-02E7-3C08-F5E60A0D117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6D52F3-58AF-DD98-52A4-1EA4DF08E1F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4FC29D-1B17-2DDD-0F97-8C449B9A33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A9F1EC-8400-0F5E-CA66-6BB96B6051C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C55CD7-2DDC-40F3-1DD7-450A736A9ED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216BA2-A931-F6E0-1FBB-C149E86D5B3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0A7D79-88B3-735F-C732-165FD29033F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F37608-0DB3-3C0D-035D-B2F6A9DC184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03C016-9EC8-1986-5BC6-24C9720D1F2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7F9791-0204-F9A2-602D-6F3044836EA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2D43B9-8819-5601-593C-199ADE486B1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CC0CE2-1963-3F55-9BF8-8C2C48AE544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69BCA6-D60B-3965-0A67-0488E9995EE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48BFDC-F10C-663D-7276-60806D015B7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E408E6-5B25-19E5-CBC7-C99526121B7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485453-8FC3-75E5-05FB-4EAB57BAEA6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651080-E15B-2831-4D12-92402AE1801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3971CF-932E-EC57-CB72-149D8C84FCD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3A2691-0012-5866-DA28-ABCB59E44FF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21F5F1-5F79-D43C-E09C-929FA2361A0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C63D47-2D73-6201-E8DE-6256A20DCCF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A07FEA-501D-2FF4-EA96-BC5B76362BD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CEB407-8DA6-2FE1-D615-5257611FDF5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529FB-5CCC-0EE1-1370-A5F6E353245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9499E7-6692-686A-1F94-2A85A8E1DA5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EA3B9E-5018-5FC5-363F-51D37108E16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75C030-5CB5-58E6-9A88-AEFE9FE9A94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AE36B3-5E1A-3EB9-2F18-8C86F6E5526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7092E2C-50B3-2568-5238-F31B128D3E4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F370E0-58E6-F585-4C18-969C0C7622E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3B61B3-3819-16F4-D153-25E4210C7DD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6FBAB5-A531-9E79-C650-D25A23C61F5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7163CB-61C2-6217-4F8F-A13789C0885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87920-1858-9382-C26D-82F0FE23825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5B3D6E-EC43-6F56-1EEB-76AA11FA846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FC51A2-0EFB-FE7E-ABBE-71A2AF415AA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31689E-74C0-3C5D-6F09-4D222A76CC1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3FBB05-F082-7DCD-2DE3-A424EC9B5EF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869240-D4ED-2C96-14A5-9F94FE6F375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1B6FCD-5019-A1D3-D7FE-44A3ED0C47F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2D1D7E-7007-CC31-740F-844E133F926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49B124-87E2-F4FA-5BE2-3D0A1FF8B5C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E3A767-8FB1-DC13-FB41-D1517BB3CCE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6058CB-D17A-5ECB-7B94-A9C99AAF29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F93395-71E0-ED53-E33F-B8D6B43DB8E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FD140B-E4A8-F31B-AE51-7E9968E59FB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557A5-947A-89B0-2F01-9AB3CF40D34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06E73-FA4A-2F92-370A-175A0F84F6C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75625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1FF89-A391-A2F3-0031-F08673D5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D20541-4969-D3E6-28F0-3B035CCA38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713FDA-0662-756A-B716-02DBF436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502611-49B0-22AE-191A-7529D2471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68C897-0B41-3E04-EADA-24963885F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8348B3-A504-66B0-FFE1-BC00005A25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53B654-C7C1-3F8E-8EF9-1EA731DDB50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097B5C-48D4-6FF4-76A7-294C1C1D90B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D33B9-88C3-41F8-F8F1-C07715A12C2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3E0D51-6622-48C9-3FA3-59412A53E61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20F318-2EDF-8E13-FCC3-84745798CC0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761F0C-7501-0926-D3C3-DFABE9BB97D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691DFE-FF19-BE0B-552F-3105CA52D2F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823626-A389-0FE4-AD9C-BB2C7C2181C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9D7D83-8410-F8DD-27C2-663DC5317EF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E64C81-6783-4572-691B-FC98199DAF9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2F43BE-23FB-3562-F535-027FF13B6C2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0E92E9-AF38-C677-9BA2-DDED08F7B73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AFE98C-AA23-7E72-56FE-F28F7D52A0C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7047CE-348E-4470-2A8D-59B897CD4DF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2CE1C4-CD82-9108-7531-3EC6EE99A83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464DD4-B43F-09EE-E279-0A50BC6FCF5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4A968A-F0E7-3E7B-E8D8-4D68BAC8079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B4FD44-5ED0-2B51-39BC-0C196BEE8D9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EC5A29-71E4-AC9D-9C6F-C0FDB3A78F3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91A951-65E6-A6CC-5CFD-110730B9F0A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7EE251-9CE7-C014-34A1-383D7BCBBD8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931316-7EA2-41B3-C67F-545FFAD1B5F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96B863-36FA-CA16-E5D0-24F446B5201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71B784-FE9C-6D01-A166-A0575D53411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BCE4E5-3064-FAB3-4A65-85A87CAFBEB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8CB072-FF92-1A9A-1BBF-FF4D5311A67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E1A7D6-0A58-2583-067B-06A7846D5D4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02911C-BB6D-8254-43CA-65A1FE821FB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08D5B8-458D-314F-AD3B-84C52202681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58DD5E-DA64-25F7-7579-AA0E30A255B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B9F3DD-93BA-18F6-1ACC-8B85A77BE86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9768D5-8A04-4B49-E133-5BE09E7FB2B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ABDBAE-FAD6-23F4-5544-2F1E7146831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2168F8-3F8E-045D-33D0-ABD3E9E56C6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B73DB5-2F31-870C-85E7-AC48925964F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EBFE8-B6F7-AA8E-363F-0DA3184E24A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A15941-06DC-6B1B-2A7F-B375C02F25D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FFEC89-C317-25D9-E227-72EE1F732D8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C21E95-BCE8-86A6-43D2-4138F957ADE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B9100C-0AE9-D526-AD77-018036CA531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71DB4D-77D1-9253-443F-4AD2F10E820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B424B8-7C0B-F288-1B24-5D23376C680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7E17DE-82DD-2CF9-BB09-3DCA89092DB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A96F05-DD40-C2A1-AFD7-3C54F202FA2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CF9F0-1FEE-133B-90D4-456D323E0B3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DE60BC-ED46-CFFA-FC57-29CB6D80A3A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4B015D-CE55-B956-1E56-7AA589AFE95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92B873-F5F3-168A-9EE7-BFEDA9A36FA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9B58AD-091F-38DB-F35C-19635F6E25D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D3D5FF-F301-6476-EAE0-951D4BB37B6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B01B2D-3D98-554D-2AE2-CFF3E46A98E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F9B44A-DF84-728F-3555-8DD5D87B7FD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F846E0-DCE2-1545-AE89-77D8B4777D2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B4788A-E90F-7897-B2C0-3205EC08821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5563FF-F0D3-7E6E-3322-A24B1608B59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8AC9E6-29CD-A40D-9403-822C3B8C3E7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6D9B39-047C-E85A-E698-ABD2E6CDEBD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2A0F2-AA94-3DB3-6437-F333C8AC26F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E962C3-29F3-5DD0-8742-DA16F1735BD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33FBA2-69E0-F0C7-9D5F-47AE59E0846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5B38C6-43AA-03FC-9E8B-2EED9096CA1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558004-8F0A-D01A-515B-7178DE0964E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234798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D7CC-5799-70F5-7176-26C9B2F72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989E8F-42B4-4C01-549A-12AE31656D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48BD8E-B61F-7438-3074-A89F4D6F9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2B86C9-3F6C-2BC2-8698-C3AB11133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F28C96-C049-0115-95A4-7FE74DA06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805872-B7AA-4B66-F41F-46140D2675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353008-8311-91FD-7EC0-FEBB2DC5A22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E53385-2EA1-BE47-89EB-46BFB053EA8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1CE63-D9B1-9D0A-576F-8B25116D208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B207A9-D9A8-EC9B-459A-3916CCA867D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5D674D-16C0-593D-E50D-2D12724948B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DBB2A7-D43F-8432-D0DF-DC024ED9523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201D61-B0EE-B157-F5E8-C4EE064C020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EC919E-A680-19F9-73F4-6BA867D8DF2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9B890C-776D-BD7A-B10C-0E98DDA7553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9248F2-93F3-A34C-715F-1DC4B542049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4BD680-39DA-1C02-7C2C-501D2DBF9BD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44A87E-0446-0CE4-884A-1ED4DC3FBA1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988CA2-B5D1-2FA4-3FCC-2321DD91E43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016306-147B-0CE5-A205-C9B9E69FF31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261147-160E-740E-DD28-DD6AE3B9D2C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974B8D-A0B3-27EB-F436-F383ECF7A95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E5B664-BE93-EBA6-D693-F9BAD204B21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2965A6-BB4D-6E2B-BCD6-FA98FDE30F9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BE8ED8-ED2D-7D30-9A33-ABDEF2774C3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B75E08-7B09-A284-CB60-D771BBFBA7A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7D3926-C91D-22CC-0442-F6E7C5B16F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0ABCCB-F50B-6726-2233-F2C5F71F095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AFD0CC-C98A-6D7D-8CE8-337B5DA6D7D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077C28-BC0E-B8C3-E88C-E17617524D5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24E843-8DF9-E6E7-AD10-E6079443719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40E8DB-AA25-358C-EDD7-F386B24DB43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CAB7C7-917A-C3B7-9D62-77A4F5A7086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111615-C9CD-4167-CAED-F717022EA67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A6A414-A432-1C27-0720-EDFD1CAE3C8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1C4DFE-FEA0-8663-D560-98E2D85D8FD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90F45B-259B-FA2B-AD44-374E3F7E218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16B471-02A4-1703-8B1E-0C21A735DD0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0DA2E2-EF33-7D9C-701A-E737825C494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5D17C5-1779-9790-0351-267FB98011F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E7D164-D612-318C-C137-5838D41542C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AE9B3-4123-B49F-F794-D09C3E7011C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F4EEF4-28F1-7728-1E49-3CE63DC5291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0B5BED-A8EB-1779-EB9E-2F91DE7070A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79C945-06AE-6E8C-8196-0AA3145159B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39E188-0727-CF84-6E8D-21FDE88F9A6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B769D0-569E-0B8E-FE10-5AAE3168249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5537B1-5E9B-7635-6413-67F85461338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889E07-0AE5-A361-995C-0B06680D495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E5A13D-B013-AC6B-4A21-90493D5A84A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72AD6-6E72-B9B8-6D7F-BFDCA70DB3E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E00855-D0FD-BA18-1A2D-1CA5EA2DC28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DE225A-0740-40C1-69EF-D3DC1025F82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8CDD23D-89AB-915B-CF84-7070AECACA0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F0689C-16FC-5057-C2A9-56AEC9827CD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14EFF1-6FF1-023A-5403-0125E490DD8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DC968-36DE-4449-ADAC-986560C0611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426298-3D4C-3F3D-5FA8-5CAF94FD850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1B525E-F75D-F635-F9DA-402DB10229C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924197-C901-93BC-0AB4-284B08AEBAE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479942E-940B-3C1F-A5E3-C624819BEFC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798B56-6B79-AA61-D13E-80519531727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C0915E-14B6-DFC7-368A-8B336C617E1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47305C-B535-2DA7-0AC4-8EA0A224AB4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BA132-26E3-5659-DA30-224298DE574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9020E7-71B8-5BC0-0C26-7E299058F56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E247B2-7CB3-C8F6-E3CC-9B3534F83FA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73078D-422C-5806-F233-3080C44CB33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612AB0-EB91-C5AD-8A1A-44F29050A94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913F40-73CD-930C-8470-61733A5ABAA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5187BF-E12B-3921-BC56-F92AB0C88BC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213384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01B3-A053-9BC9-D811-484AD251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E9E7F-FFC7-1886-AD16-17EDF59C5A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digits remaining in Column 3 are 346. [16 in 3] -&gt; [9 in 2] requires the 36. Everything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4D1E84-1218-F8E7-E319-657DD7DB9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C55919-F33D-5757-2387-0E795F8F7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06E2D7-3518-8502-0425-62004F3F7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832F41-E926-D28D-B094-CFAD1936D1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86273E-CB82-31FD-D4C2-9F3A910F48F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196ECB-5F7D-A312-4446-B63A355F330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364057-959D-39AB-6EE7-6905D61DCC4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C28AD3-D202-82E6-92F5-F9ED4ABF8F4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E90A5C-8D90-B3DF-490A-CB07B62F26A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F09E08-C941-EBBF-CE50-EC1049837B5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68AD64-F3E4-004D-56ED-631AD0C3883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C9A49C-4A20-E205-552A-4881A0F5B66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C9C5B2-CEB1-5476-ACC9-D77DA810A5D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C92D1F-645F-9A1F-5A8C-539A7481901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E23C4B-D614-2B6E-5436-AAD7E9926BE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6439C9-4A8B-A207-8AB6-FF114F4D5D7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DD3974-CB49-ED00-62B8-F9BACA79FA6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DFA845-EC05-7959-1C9B-F5CDB4E1FB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3B9A86-C8AB-86D0-EDA3-850CEE3FA22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662217-247D-2A0D-A62B-20DE29B4E81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26B293-E043-D7BF-EED5-A52E4681F0F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4744D8-07B0-AB5C-CEB8-8AFF19007BE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C53CF5-674C-3167-298E-2F792FFD2B6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04717B-8DC3-B858-CB4F-1D0C2613F5A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1F2366-E480-E882-3B44-F5006505A73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A08007-6A08-2424-690B-515B8903D6C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4485D9-BD0B-6628-CF44-2A6DDF54429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D4FEE1-6C54-7294-53A9-429CFA88D40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90A1E7-B9D5-C0CD-029E-CEBD7C38D1A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08C13C-6884-0FC2-8F14-C6AE3A5EA08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D8F12B-44A9-A719-1496-B3118E3CB09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EF713-4EBE-714F-E652-0144735018F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2ACEA-818B-E1A1-C77E-B0E5A130487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3C277A-9D41-34F2-4716-807648AF2C0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79DB1B-5C25-C4F5-2979-DA49B627234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4A80EA-DF12-D55C-9271-942C4294726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F5A1E1-A87D-C3B7-6AB9-D0EB5B1F423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436102-6B64-3EAF-4A78-FFF6153E055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400D39-DE67-60B1-674C-DE6FB8177B2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26E12-70FF-4DAF-4BC9-4E5D7FABB83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7DF8D9-EBD6-B778-2E06-059291D27E0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E8CC65-3D46-1FB4-F73F-2ACAD0957DE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12BEED-A543-A2EC-2D20-B27563B42B7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A7D703-6803-EDAA-2B64-8D520CEEB80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68708D-B36A-6871-61D1-5E22A08C259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A1753B-AFD6-1263-D568-52ACF5FAFB6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5188B0-A3CA-5DF5-9247-6258B5F3F3F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3899EF-B7CC-2916-BD1D-29EAF7EEFF8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0F8A68-FE71-79BE-64F2-D480858FDC0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D4EFA7-25B8-857C-4873-C142D1CE6DD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8B1FD2-F4D7-7036-60C8-73572939A97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846151-7C09-E352-2657-4B956CF743A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5B6ED4-DC5B-C232-B784-6F5BD71BA71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68CE5D-35E5-64C7-DDEB-AF2D4339A0B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2EA31-619B-9517-8A5C-E4BAE6735D6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EDB07F-071A-B1F8-288A-685BF13C791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ED3C77-248C-2705-BB4E-BFF58F0472A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597C19-D929-1927-FA71-7062CA2567E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66CEA2-3157-9D16-87B7-91F8F68CE7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29BF13-CBAD-7B05-FCC9-51138DF306B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BD371B-66DD-4A4F-1B7D-A56E8E57A3C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1264F-779B-C7E9-8011-59FEDB9DB90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31EA1D-8358-679A-9068-DDF04DDE68A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DA7BE1-73B7-422B-311C-5C2B081DADC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1EFB0-D644-440E-6396-1E69C6BC92F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9110A2-D5C7-AE49-E564-309C44DFE43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2E762D-34DC-BFC0-6CC8-1C18D41E9DD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8A84B2-8C4E-D615-DDAA-0CF91C621CA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B9FA74-1D14-BDD0-3308-55D33856BE9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280919-8269-A80C-9147-953F6F63D42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3E166C-9E84-2994-02D4-C6EA69A323C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415FBE-DD8D-9F01-30AC-F0E424F343E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935853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4DE3-B887-A60A-8C56-0FD8C1284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DFBB2E-B115-44EB-D9DB-A1E773B541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70AB02-1AD8-E83B-3EB1-3A0DD7970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EFD959-4692-43E6-CCB4-A33477FC6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63CCD2-01AC-38A2-C674-8C3E04653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608BF5-056A-F5FF-6DD5-FD77E44160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A313F0-E356-0126-3047-4981EBF431B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21609D-4455-85FD-7102-1F7196B5349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46D85A-C850-F74C-36C5-E7757F0FBBB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5C62C0-F8DB-BD6D-D82F-A8EEC817390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4F8339-E021-90A0-E00A-0F46C4F86D2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56A102-69DB-DE0F-B894-9B1BAEE7F0B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C1F8BD-FCEB-908F-364C-844F3CE8BEE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472B2-ABD4-DE8D-3BE8-CAF81B22D8F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8FA2C1-498B-D1A0-5F92-BC8FDCE75F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902D14-6934-CE12-39B6-C23C4B969AB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805D64-2593-B4A2-E456-1DE815A3DC0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FE88E6-EAAD-6942-5926-C33417D8AAD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065F84-B09F-9052-D706-B9E43D1981D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C088DC-56A0-C17E-5614-E7C6FE8633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DBE40D-F0C9-B6A5-D82A-050DFAF4AA3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BB22E1-3F3C-3C44-F4E0-70448A21A9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1DF9D3-CF74-C769-A2F2-26C1E070429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3474AE-20E0-8377-8CCE-40D4C22CC59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4F94AA-8AF6-28AA-A6FC-16EB6214A87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1D7596-A33B-77CF-D795-A627EED6E02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72C4A6-9FAA-0A67-3B4A-1E6064FCEA3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A6D15D-425C-709C-75CF-76B0A42B322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5F2D3B-3DD5-EC6F-2D44-96887C6278C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82AF91-F2B4-E8CF-E13E-DEB5F630BE0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6673C1-497A-B8B4-8C04-9BB64DD00C9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ECA22-2F78-D019-FB55-5A3E95E6955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6617A4-3D24-CDD3-C24D-F54158D92A9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B3B29F-6C74-A015-5A86-538837A9856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5607D8-FC6A-C045-CF13-849437E3296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E606EC-996E-CB32-2B76-9FD27F01EA8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643191-2C48-97BE-A508-E65823F75F5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757A0-B720-48A3-9E1C-30BB4959AB1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5DFE55-A977-4CD0-95A3-7AD7D5E7412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D62B4-FE64-8576-704A-D572C4ADCA5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674EE3-E306-0650-780B-C42092FE7D6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BBD91D-D9CE-F6BD-DD81-2887F7ABC0A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5EB788-A48B-2AF8-642B-B524DAA100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F184D7-EA59-9CC0-954E-C94C9C8B254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52BADE-051D-BB87-0CB0-0D25D5499B1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BFC115-D906-64CE-8047-4E2921BAAB3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A586D5-C700-3E10-84CA-545F58A5A71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F8B1C7-E804-D77F-4A19-B8008F47AAF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B3C85-69A6-3C6C-8F9E-EDA3276695A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32D751-1214-63EF-23FD-102E6CAD62D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D1D67C8-5C70-9874-E06B-5FEBC7E2BD3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479E22-C701-F30D-724A-A41F465EFEF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951AE6-FF6D-8E6F-E2A2-5249BEE2D96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37CC9C-BDD1-A515-8BB6-481B78D83C8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F8CC7-882F-9C72-2F2A-291AFEBDE8F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1A5A5A-C869-4219-0783-7B5C52B7BB6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CF8B8B-05F1-DA12-0819-7C88EB1B93C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467D27-8952-7447-9942-E968762F560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032AEE-DD80-84DE-3EAB-10A939BBC37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CF961B-6D0E-B949-9D54-7183142CBFB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0C4C10-CF7B-B6D4-AB0B-5A7F9DB57FC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5BAA0-78E1-5AF1-ECAA-E3900FA6CC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ABCC0-0E10-35FD-24DE-09B83EBEDE4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962EAF-195A-8A67-73C9-F4E3D3DA7DB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48E84E-0A54-8968-C27F-3AE35947139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E8884A-7BDD-EAAA-C360-C08FA38A9DB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F9DF16-ED65-1291-B2BE-DC2E151DD26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1C4953-3DBE-9D21-07D6-FDD02787E63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612D2B-F3CD-1BAF-209C-C1F9C36F990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C82606-3761-98B3-FDA8-84A20600676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0939DC-7853-B69C-114D-F794469A3A8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8831A6-ECFF-DAE2-379D-3B94A8C2A2A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AD72E9-B180-9E2C-6D66-D308ADBCB6D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5FFFE9-F5F0-AC26-8333-833ADC875E6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5050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B7365-61D7-099F-BDF2-121FDBA6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96A42B-9EAF-DBBA-D36A-A4B009A9FC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center block, remaining 28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BCB358-0A66-DC5C-22CD-FC48500A7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943871-42C3-8845-EF82-AF25B941C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B4C010-A44D-E608-4F8F-3D67C7E14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E62BF0-6D6B-B3A4-59BC-B4E8DE6EBA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A556DA-37D9-0D18-711C-40CB786BC00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06C7D4-A58F-043A-2EC8-247679627D6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93F143-62FB-4A91-AFC2-74E4970FED9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568EA6-3045-BED8-1CAA-BCCCDD4033A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330455-7EA3-66D9-87F3-D5F99546AD8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C75183-54CC-4A63-1D2D-BA0D79E2103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D9DBBB-D148-2E7B-E418-E4C0122B216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E73B73-09A1-284F-86F6-C349AD0CD9F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5FDC47-B41C-FEEB-967F-EE7D11ED32C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243E54-3FAC-403D-5D65-533326203AC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2CBC2E-B0C9-6E50-E6AB-7C8C1F827FD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035590-6ADB-3623-DB54-72B47711A59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C3BFFD-4133-FB36-F190-B04D8B85021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691F43-83CB-A772-EB77-34B5FC3AF68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923B34-ACC4-C85E-8FB5-7C6346246D3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88C41F-277D-31FC-3831-735BE4D651A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D1B3F9-F083-E533-DDB6-9ADD8E32EE6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B35D8B-F377-0034-EE3E-01E63AB9621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A69D6E-205F-7090-22CB-250DF6046F4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B44A23-20C5-7D70-35E1-86BE310DBF8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3C4F5A-0C31-7310-980A-0846B106856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88BA6C-C38F-0E74-4732-888195A6B46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40732F-7CD7-07C6-2338-FFE05D444F4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BFD476-970C-A8DB-7E96-84E92340FB7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FDDC68-424D-2EDA-E153-F811288B603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FC815-0F95-334F-A287-A67FE74CEEB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2C0DF4-2B99-E7AC-2135-5C809E451A7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6EA813-8A7B-23A4-C320-1B5E718B3EF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4EAF63-2B34-C027-C177-ADD0939B9E8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4C4F9E-4A45-A2A8-B458-B7C4926A4A4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E0BD7E-D35F-C4BB-021A-EF3ACE8A49E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C4CD70-EBAC-BB67-9194-F52A1D989A5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8C5488-FB4A-6770-535C-4348FB92F05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E733A-1630-EE30-89B4-9671953FC47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934DB5-975E-EE92-D2AD-824CE599AEC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C9A9A2-06A6-FC97-B9A2-39B0F3D3BE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3BBA93-1372-DBFD-214B-D51770AAEFE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671C05-D1F6-559B-1A9C-ACB55E19BBA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F8370D-6F07-C61D-89E7-F118DC9755A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7C93AF3-00F2-21A2-4162-FBAD25427DC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B0647D-7430-E446-4627-81C34FDC7B6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4A100E-C670-8593-AD23-E92A9DD340C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A9DCE-1E23-2340-9D1D-3A8839220E9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685A0A8-1BDF-3D8E-C406-287482DB294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37B703-14FB-AEE9-6622-CBD17A00C48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D96C68-2EAD-9368-E027-BA68168ECC1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B8F4D7-C420-B10A-3383-7B57669997D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1D497C-D728-1202-A58B-F37D616F8F5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D2604-DC47-8F24-AF0E-1C1427FBA4D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0309AF-2899-BDE5-66D4-880109CB1CC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E10B31-BBCD-4617-9FBE-2881F3C99ED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8B5440-800A-FB85-4C1F-8ADB9C1D74C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33E72B-EF70-48F6-C1A2-95826A8E554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8B97B4-6B33-5EF4-C0CA-1C73693CB7B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063D9D-80C5-FD19-B085-9FE380DF898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250B8A-1825-7506-002B-9CDF157940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5F9D0-1355-E53E-CC3D-4C4442A9CD9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E9F757-22E0-E528-B5AC-2FA25BFB5CF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80CC69-6FE4-3D2C-6787-13854132C94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098D8-93B5-984E-731E-BC11931B595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5C10CE-36A8-949F-1D41-D7D9F8D3F37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8AE912-9487-1C72-CCF9-F4177AC4FC6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E95A98-5B0A-CB2F-741B-06E2B43BEB2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D5F3C7-83E5-F32A-7E5F-7E72115D869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479CA3-232E-6D5C-5040-8BBDD3BB88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A62BA0-4366-41AE-651B-5890E733253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A31FE2D-189B-3637-2B16-AD10EEE7263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5239E4-0630-7DAA-F3F0-A3443672F8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625F51-7CE4-BBE9-4794-9C7941C35A6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A341B2-A77A-EE9C-BD69-A6DF52169C5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55030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7249-F12A-2358-D904-53CFD43B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5F246D-90F2-BA5B-0598-15618DD4D0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remaining 269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9FB0D0-F55F-6784-CCA9-E56EC45BC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0DB4A5-099F-D521-743C-3F649A1D0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D9357C-688A-3445-2CDE-4080B7C63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538109-A76B-35F9-B2EB-33B95FF6E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215CFF-4C7F-1691-347F-88EF761F1D1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6B7AED-8417-3EE2-E7D9-9059C5444F3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9425E5-4C0B-29C5-706C-AC36367652F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9C27C9-FFD9-AFF2-6688-558DD201632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207625-4D58-E77D-DFAE-3399F1080BA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AA7B9D-AA43-FF5A-7C6A-6BF7C2DCC7F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34CEC2-DF5D-1737-6AC2-2062D00B44C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950C9A-31AF-5058-B6CF-33DAB16B2AF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276EB4-850A-FC59-9E92-67797F61E53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618CB6-8C65-BD71-8079-E6F698E3514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4C7601-8ED5-1BAE-5E2B-DBF0B547439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6BA5D5-DCEA-64F9-F995-53C9CCD8803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F6B676-50E5-20BD-758D-3BBFEEF42DB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1B080B-B682-9F1B-7E30-24E578F9645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00AE8D-BB8E-43D9-F354-5EBF46BBE05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CC17F5-E088-2898-BF62-2AE1AEB763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FBFF3E-FEE6-D1B9-2E75-D75239CC5DC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E15F5F-3DFD-BBC5-9635-40322544A96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5D8DCC-BB97-7370-2993-EFBE1068519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E2D116-12A2-387B-166E-7066C8457D3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26366B-77B2-835C-D1A0-205BC288738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F48504-3AD4-1FBD-EF83-48208255576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D41DA7-C1FD-833F-CB9B-B37EC9A9C72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CAF669-5BB5-B2C5-C9F7-18949F73DC2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F43463-30B9-05FF-CA6F-3FA09BF1435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C43FE-E28B-A56A-4D23-F7933449F60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7164AF-1E4C-D582-3618-285FD631BC7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B4ADF3-F3CA-DA81-612D-66EB086FEA4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6025B7-533A-6350-CA1A-D38325EDF2D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57DDF9-0324-D816-5C6C-C45E6F09C8C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2FD702-80C0-B173-6AD3-736115FD3B7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568C4-5C0D-B0DB-6C3A-E7F3BB36B97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98AD47-4DB7-D776-FA3F-74D11C1B080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889B5-444D-91B9-8CE3-A7C04852946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F47643-155F-599E-B39E-A189EAF8CDF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F958DF-7A11-E2B9-6046-23088FCC9BD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22304E-F771-C1AD-A0B1-0C2CC0BC3A9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2B8FA-A80A-3BD9-72A4-C9FA0512298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4ACB3A-DE9C-BF25-F70C-2D454A1CD91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98FC2E-63EE-1242-E958-566110249DD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5A1B1A-C232-6EF4-6210-506422BAC5C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2610C66-D449-922C-62E6-68F6126DC49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8A3F1-AC72-1C28-F4FE-6A2FDACEF6E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95E94C-EE2F-C786-43C4-4B657AB5BF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20A5B2F-4A15-E13F-CA43-F89F9A0F902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90F36F-111F-8528-76D8-D483FE3BF2B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2121DB-3199-B53D-FA19-E4E17BE0798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94C875-F0F1-4731-D609-B0FFFA9B6D1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66311-91D4-4804-54BA-91F0C06AA4D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C5CD99-7478-5544-5BCA-5BF6B455AB2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D90ABAC-47A5-B5A5-F6DA-71819338B7A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2AB1CF-47CB-7479-16EC-2C9589E3C23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FC45AD-6C3D-C12E-530D-BCAAEFE2E02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B5416F-9BE7-ADD5-7F66-9D664007FF4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01540BF-B7F4-621B-C03D-23B2C162ED9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7154D-92FC-BF44-CD5B-27FF1F2402C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45E3B-0170-7BC9-55E9-1AD1C0CDA62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14AC76-7401-2014-756D-84881C4A6AC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B0E26-B42B-6B01-1D53-FCE56A059D7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D0E096-30D7-5561-5774-B5D761759BC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BC0B92-77AE-14CA-0093-CB1C95302A0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AFA8C7-4D9C-A088-927E-8891BAAFD4D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330872-BBF6-E61F-D8B3-7636900D0EC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50E613-3CDA-C049-3878-66264C6DCA5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BE9A63-9992-0E66-3985-D4E0644E743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0EE141-CF2C-A666-69DB-7B92E91544C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D9AEA5-BB19-FE9F-7DBD-36CE46739C5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499C1E-C961-1FD3-C321-5305BF98E21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21261D-0716-A03B-C0F7-E04D6D54380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74963E-88E9-1D8D-4C01-53FAE555AFA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27FF3F-CC9D-5FDC-680E-63328F4DD90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2B6A345-4A78-9955-6F24-EB0E490D92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5C4ECB-57E5-73AE-7862-BE0C462AC6C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77899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69390-FA46-F229-82DC-E6810A3D4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A1F8D4-119D-3F3D-4D0F-5A0D058B54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00CA05-7591-C579-1B3E-87D0143E6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8437BB-D5D0-AE21-82C9-5FFF7AADA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07D1553-9D7B-EE87-FE8C-853D5FEFD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B816AF-03BA-94E0-2746-80678B51A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3E1779-5FBD-D705-FEE9-51D00C5C807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B4A684-3705-46E4-F083-1824B37F79C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13C087-017C-BD1A-3CFC-D3A6B39B4BA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759888-115E-C497-9A2F-FAC7EFAEA42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F820E7-5E81-A062-47B1-4E27C6383D7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E82196-ACE8-D7EE-11C1-285C3D13576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466577-A709-643B-316B-5DDEF91E4C5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BE636C-7F69-3880-9D7E-7241F35F9E2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65E4B4-F4FC-85DB-1D69-A7479E1030F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1AC0D5-FC16-6E93-614B-9BC7BE129BF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99EC34-AD9B-3DFA-52E1-E569CCB15D6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11CB6F-8DA2-EAB3-51DE-30248E3AF43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B0647A-9D4F-CEFD-43DE-245E8AE6F46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8773D3-A322-4E27-A0DE-3ABDF80302C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FD20D7-2267-6EF8-B505-2D1E5818C01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94078A-1939-2903-F4C1-02148480583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A0B3E-B7B3-41D4-E695-BA4562AD974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A1882D-9D43-18A3-316B-3F959A0BF19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475229-2F8E-746A-64B8-2768FF5804E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64AF3A-F876-E17D-2B2A-C587C313BB0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1AB205-7C5A-0404-061E-711FEE49AB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FEC3FA-273D-2F76-DCED-B86BE55AE67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45BD83-DE29-C534-34C2-52519A86255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E0E77C-BBC9-D634-2B9A-DE0FE2A5565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B7F8CA-FE58-5EEC-B385-FC63AA3154D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A7987F-A478-3409-B3B3-EDBF4628792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8B6A90-4BB5-44E0-3165-A105467BC8C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8368B1-C153-AE72-9392-8CAD95C5860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CBC274-1A19-EEFE-232E-A6AF6DE2995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D3A8C1-99F2-E61C-53F1-8C18E0F6407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8D4780-D5D5-FE76-9DBB-8378DACEF0B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F4690E-D51D-91AD-EE1D-9D14E668584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0D98D1-B849-284E-821F-DCE7850388F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7E99A3-14EB-CD66-CCF0-92D844BDCCF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8700A9-C3B9-9960-6729-1C4495FC38B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A78F64-B34B-95A7-C7A0-39224D856E1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8D9CA3-D803-B07A-76FC-B3B415CA254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509390-A679-8682-E270-E5FA13217EC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69D04-86C2-B03F-B45B-7362B605FA9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EFDB9D-43D3-A7E5-7617-F54A6D0BDB4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374AF6-3502-DF56-BA25-10E46D8F3B3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DDC4C1-BD5E-6C12-619C-DE77D738F26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C5F9AE-4996-75C8-F50A-83339A0C4BB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B52B62-0B3E-2171-9C47-A38E3C1D44F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C2B41-22B4-030E-A897-B955EAE31B4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EA55DB-5392-84DF-2504-079951EABFE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4F9B69-C24F-AD75-4D78-EFD8D9C59D3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BA84C9-EBFD-1862-0884-55F2BDD01E7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707680-988E-E712-11DC-C88525FDD61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B476F08-4EF1-9969-DAF7-C649DE6776E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1C5C34-A089-491E-A904-DD4F596E560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D99AE1-B410-30FF-5EFD-3F35B2B7893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6808F-7FA6-36CC-776D-57807093758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3DD93C-5522-3798-A10A-E7CDF5372F0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B2B301-F8E7-B88E-733D-EF5D8C28435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2DC4DC-825D-08F8-E405-DCDC5BCC87A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5D20FE-54D4-3AF8-B59E-132041248BC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E6D729-0446-9761-4BAC-00C537D03B8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0FEE48-7CE4-BF9F-C2D4-5533A63647B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DEB66B-5BEF-E0D8-2F0E-2874BC6D3AB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E29EFC-DABE-85FE-B355-8369C00BF71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CB322D-A072-A338-F66E-D33012A4864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2CBFC0-4207-9E81-A5B0-DFE2E6949D2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FA85C6-8893-78F1-5918-3BD339BA092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0CCA62-D8FF-56D5-CCC5-6F531528EE5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45B2B5-28FA-EC61-EF39-D3CBC6EB730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E65AEB-A854-9E6B-CFC7-96996A64DAC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C062EE-687A-02C9-38F4-DC73AB03EFD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07A3A9-0369-AB5D-6183-F1F037CA10C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ABCF0F-A1C6-3340-6353-11F918BFD0D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0B74D8B-2376-61AA-B6F2-4EBCE5CFBC0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095262-0696-C703-21DA-08F2CB58655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20AC0FA-CB33-EF94-1C55-EADD2CAA454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07864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492EC-8392-DD30-28CA-D699C799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A25971-1CB9-0F66-9C84-324BE71E0D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remaining 457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68E30B1-FB09-3A55-4174-B196996DA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A48AC0-A535-73DE-7897-8EF80CECD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C66F41-1EF1-31DA-DDD3-221E0CAB2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064CD1-A5E2-10B3-7D3C-4208607C89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85FBD8-D994-4E1D-7DC9-9AAD3D8A6D3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C3715-9CF3-4D49-0ACF-70918A1E3E4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B73CFB-400F-516A-A49E-4D3D13DE4CC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E9AAB8-C198-E56D-8781-8989E90186C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E12274-EE93-C327-F2BB-89BD9C70B97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D468C-F6BF-C3F2-FAB5-C89E9F061F3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9168FE-D50D-492A-DA91-9137B8C06E0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2A402B-DB86-E6C9-EC8B-DA2B96B5843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6EBF93-D814-C746-8A36-0D433455BE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B8BF3B-0F4E-21D0-266E-7BD0AA9352F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36C175-E21E-F135-A649-7A656C7EA02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8DB280-5517-8D01-5381-369AECE987E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B7A004-789D-51F5-846A-F8618E3D1D9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68C68F-F4AD-DF14-4870-A4A6BDE000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23DBD0-1114-D778-33A5-116E90C0FBA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E30713-CE36-95E9-90CC-FF9770C9C36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8B0A55-9189-6FF3-C1ED-C6D616DC7D7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AB7D7F-956C-0B00-1714-1E27FA62261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7A30E8-BEE1-FFFA-217B-1746C802E53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363EF6-9A9D-FC34-B044-977B8C5A861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FB6EE1-C11E-DF12-84E7-AF5035011F8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A77E83-4C71-67C9-CB33-4AA1F902A87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12A94A-5450-3A0A-F430-8C9E33F5923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43EA0F-082C-1A4F-2549-7F44F4F91F3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C0E017-C384-68C9-5AAF-B29CCE8D4DF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9B04E8-C42A-816D-D789-66D44CFF3FB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309D53-D48E-E536-E665-AE8F66F99A9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9E883A-7D6B-8FAB-D2D8-400CE3F54E2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0C5A38-D670-DD44-3DAB-EFB1746DF2C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CE2D7-BD50-8615-3CFD-06F097856D9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3874BD-9056-40F6-213A-1EF5B97DFF4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78092D-4BCE-CC47-19D9-48DFBF35920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AFB695-E2F1-53E4-547F-47F39F2A8C1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351F97-E6BF-AD1D-7DCF-19FC404F203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1EC34E-4B16-C170-D902-BBB821B222D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799BFC-8F19-6BF8-8321-4EABE02F1D5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7574AF-7AEA-4255-AAEE-7A8122BD4B8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8FD27A-1B25-FD49-9110-9C5DA0D5489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A78B4-B1D9-14CC-92A9-A6FD4F8390A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97FA99-841E-BC68-F163-2748EB0A92E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39D415-ADD5-87D6-3DC1-DAC5A8F4BFD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2ED049-7CB8-1F8E-371D-09DB77D9C80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F6753A-92F3-54CC-FBBE-579EBECE4DC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1B1CC0-73CE-E120-DC99-7213A544430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56FF42-4474-4C22-C45C-F2CCC9E85BD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C5B1FD-9E34-3205-081B-FF57F9479FB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138795-5F38-2F31-3342-A7013AE3527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0450DC-4CB7-1E63-F848-30EDB8BEED1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603B48-E5BE-A6C3-D3FA-8F9F0069C43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9C441F1-2B07-F4E4-5206-D038451D8BC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DBA308-75BF-73B9-A14A-680499356B4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1B6BB-1435-5DB6-D3DC-23D7A983FCF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589D77-54AB-C068-C36E-C998419DEF5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120BD6-228E-D06D-E175-48845B462B6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02C40C-9F8B-F7DE-38A5-CA6855AA674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7D8E2A-11BE-8DF7-159F-BF3468190B2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48BD8C-4617-8B7A-CDC3-99C20C82FEC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0CAABE-0203-F689-B700-05B75771DDE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E1CF97-B7A4-55FA-4BDC-E44A108CF81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9A1DF6-BC0E-2B41-DD81-508A0D42160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036268-22C2-67A6-0260-9B98996924B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5A0A47-DF05-D298-5263-66DBFCD1D16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9700DF-ED5A-C02F-BF26-CAA735AC51C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427858-0AB9-92BD-B849-34483DF17E2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EB3B22-816B-8360-BB23-9A5F823B2C1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E45611-DFE4-E910-8B74-984BB7C38BD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FA7128C-676B-B390-5C64-0FDC8D853B6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397230-053D-039D-BD8A-ABFAC6CB73E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EEC65F2-285B-078C-F9F1-188CABAC2DF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2C459D-BF0B-A603-289E-A927012F7E1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E4DC23-0FDF-7B4E-959D-A6CE49423CF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8B2565-8388-9DCC-FC3D-D235E185BDF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297CD7-D1C1-80A7-1DB9-5AA21CF6F7F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D24C2-3AE9-FD42-9363-660161BB277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310CEA-6BAE-52C1-D760-7C18A7A8EBF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BB7185-ED01-BA5C-9F4B-20F802A5A65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081822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71E49-41A7-FEBB-92F4-1CF516B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7F7842-B10C-7C10-ABA1-683F476A32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[21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8F6EC45-A32E-FE25-EE8B-8B95FC541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9AB49C-53B9-78C8-7652-04D051FDE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E7F6CA-7937-D3A9-7D38-B54317670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22E54A2-7E41-2498-34E4-5BB525E1F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C3E4B1-DE05-C91C-CA8C-BCD69F8F61A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B060EA-4C15-A7F2-1E12-509601457E6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40F172-4253-BA65-FF03-8F6B7E80BDB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BD17E0-6CA8-B56A-E7FF-E997072FCC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01629-45E6-0AEA-771A-129347CF6A7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AF233F-CB79-9B3F-4F66-5A0635BB1B6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E82834-AAA5-617C-4C73-9193EAEA73E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32FC90-3286-3912-6528-DED925BF371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06CD58-95FE-8C60-DCC8-0C613978E5B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E1316F-E0D8-73A2-DD22-AD81D292A84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0D403D-1FDC-F6FA-B619-904A8A9F3F8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535336-CC2B-603F-F208-62B3E776CDA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DCA5AB-85C5-A9B8-45F1-17213D3CF3F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782801-C42D-EB6B-BAB7-642561C97E3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8FADFC-9DD9-2019-AB08-E2508554461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4BA6D8-D889-F342-8075-9A3F9E9BC09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C0C8C2-B9BB-B8DD-9705-EACBBAA8499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73E0F3-610E-0F72-3052-01D641AF99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7EBB14-980E-1726-B7CC-CA5C96D87B2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818F41-4C16-334A-C283-CE6DE627EC7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CD5328-C810-93F7-FFE6-54DCF8E385D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9C106D-3CDD-F863-8323-B1757FC00F3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7343ED-5B8A-5C98-6358-64907DD7C5E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A8CE74-CFEF-4C7E-CE0C-AE392E3B8B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C4D88-58A8-64B6-ED6F-249DB30A56D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B1FDFC-ED46-934C-C1A8-5A508C2C53E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A8C059-04D4-CD67-8852-EAFD42232DA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F8B452-FC95-A47F-552D-1120D9258E9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E39A28-3621-00DE-F182-20050CC69D6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64315A-A222-C5F5-E2FF-0B3E7F2B19B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B0C937-4F7E-076A-795A-8FDF7345DF2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630FF2-89B6-1E1B-C845-47153373182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208C95-CC17-6EED-6B55-F052FC96BDA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57D610-DE05-2FF4-F920-3A0CDDB4757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A4444D-5CCC-2719-B107-41F5DFC7D78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E1EA99-3EC9-A26B-99CC-4162B93A2C1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872D04-1675-7B16-72CE-19F7B64509C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C754AF-CE86-120C-89FE-4922831222A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BC1900-1114-DD38-0F2F-0239D024591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53017F-9131-0408-4F77-B5B8DD65233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7ECA1E-FBE8-EEA0-953F-054CC4A1C31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5D6641-FCA1-2543-8033-3F3050F77DF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BA9EAD-6E6F-2C7E-9B32-870E596F97F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C69A03-600F-584E-78DF-3F6584E6391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866A2-48FF-5CB5-A9F7-88CB2E6E7EB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B2DC56-EE60-19C2-0D98-D4EBA0F2565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06BC2F-F661-5467-1740-57538A4B838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871A73-BBDE-98D4-D030-57602F6E960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82FD18-FD49-24DE-7A2E-38CBD7D30CC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E3440D-71A5-AB95-681E-17BD3314A8B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1B63B68-A772-17FD-8411-77F5552E276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3D8CD-7A88-6321-7DB4-B302242F2D2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AB0D24-6CE4-141A-11D5-9DB0F5BE08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23B95D-5BA5-1179-B913-F4A7CCB2261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328B4-6A2E-DAB5-47FB-152F26400CC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7686DE-E8F1-F283-E108-66B7D919A19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122446-35C2-40C5-D4B8-14F596B695A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F81273-9316-8471-B640-8820F5C8A60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F2E8E-EEA4-1829-98B2-FC4A472D8E3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748E5-1D2B-238A-E2EB-2C824DB7BCE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AAF19-13D6-7413-0145-63143BE738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21DB4A-CD09-FE4F-2E7D-A880FA443AD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8AD778-AE85-2312-90FD-1CF5FE148E9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6A25F5-A0A4-7BC1-757E-AE859B813FB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A3CCD0-8EAB-DADE-DEB3-CA8C15AE8B1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36E517F-CC0C-89F8-6ADC-9AB64FD3A82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ED4BCE-EFD5-3ECB-A623-34A39CC6A87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880E82-0DAC-B607-BF2A-D8E2CF62F03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36BC6A-8B9E-CE66-CF92-699D5040FED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DAABAE-C677-C0E1-F511-8DD24D34051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8DD7EF-932D-EB07-3D0F-64FDAD2AA62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5A91DD-39C7-1B3D-552D-E3F5D8F2B48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FB2FF4-8367-C42E-5760-F6293E394C0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36E366-5773-B79A-B1FE-D7F2F5F69C5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1A4986-B1FA-CFB8-D58C-717A63AA0AA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CE95A5-9FA2-51E0-75EE-58A12B71FF5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545932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2B1F7-187F-DEF3-EF22-619F77499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F165E3-49FC-2842-236C-66A99CAA8F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7A68ED5-9BB6-9443-D64C-90F25990F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164C9C-32E1-082C-01F1-ACB20B67C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76AFCC-6FFB-05DC-7655-60E1C4758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3C092A-33DF-B7F3-12C0-9A24E2500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EB5714-D00A-92F8-B335-B1B9C030D92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91272F-5203-8FE1-24FD-84003E517DF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149EB0-BB70-BF81-F700-979F74AB12A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418E77-55B0-FA2C-F1E2-20358456154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E34945-4C0C-F1B2-5D43-0BCCCF18047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84C1CD-094F-7FA5-321F-E6A82673E67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72D752-DC19-1056-AF5C-A8E7C33A08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317F1F-44AE-EF54-829F-8EBE4E81F4E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5AECA1-9277-53EA-C4C6-D6B0167125F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FBA000-A5A0-4DC0-5BC1-8CCCD88DFAE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B33EAF-879D-71ED-CBC1-29080B034DD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3A4D26-44BF-FDEC-8A72-D048E8E416B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17A0D9-7A37-C848-831C-57188E05170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20BB00-ABF2-AA76-81CB-BC03DB10EFE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9DF4A4-3F2D-BC05-A73A-B2DC6B8DDC4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7956E6-21C9-E31F-8BD7-AEE5F83DAA9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5C87AA-4B7A-2951-EDE4-42177403E87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F528D4-94BC-00BC-1E1F-37A3192A324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C60EA8-CD9A-E1B8-2596-0C356591CBB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303641-0DF0-FC94-4F14-74C25C43E4E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E1C364-46D1-8AF0-7F67-1B599A97E45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F8469D-F329-78D3-E7AC-7DF9BEF1B7E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A0AE1D-9E33-FBEC-1C3B-B0CB28108D6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2F5E5D-DEC1-96BE-EBF8-0C5DD340A2C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88D24D-BBAE-BC6C-E4E8-8F836FCD78D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F3139D-F9D6-E395-941D-DDFA8C6037F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0FC461-926C-4B67-7557-CF0017734E0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B074EE-1670-D912-94EE-0D520D37140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AA6C29-3B39-B96D-9080-3FCF375EE7B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FA7E62-E60D-52A4-70E0-D3EBCDE484B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2291EC-2826-68E2-1D2E-AC5E1BFE87F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34F94F-A5C4-AEA6-E0EB-05067AC6FA7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8E71E9-4A3B-C53C-3EAB-26AD82AAC6D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BE62EB-6E21-F443-B0A2-E2B168FC627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B85A2D-63EF-D2ED-6AED-287040AFA49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FCAA46-D9B3-575C-3403-722B12B2BE6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A8EB27-3B50-F0FF-4BB4-35D655A2249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9CE6E-0830-8162-6BE1-07C4B2B84BB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0A305D-5D0F-B142-1A3D-A77610F0A8D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09B0BC-4BB3-24BB-0691-D34EF5578F4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E13296-5AF4-D0CD-949F-39487BBE1D6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37A53D-8C34-4669-ABAE-5CD4C5B2994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968CC68-AD7C-251F-67FB-A929333604A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00B80-E86E-31D8-69F3-0A77F61CCD4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EEB682-950C-4556-4ACA-64BCA2BCCCE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268902-3164-EC47-FDAC-6AE4FE920D4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251DB0-5344-A450-329A-6F5F558F245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6D7DB8-EF46-44E7-8961-71B24F274DA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3F0FB4-349B-4B4C-A403-97064BC14EA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C80535-FA74-449A-9293-155A0D5AAA0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410CF-8F1E-AAF7-03AA-3FDA218F227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36BAE-8109-79AF-B469-167C7C58FDF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156B5D-8770-185D-8474-4C1F2672F98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DE7085-00FF-3196-4830-A5C796AAFE3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5C711-05A2-C33A-5398-A27D9253B36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E43884-539F-6DB1-AAB8-54B980595A4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2566EB-4A57-EE93-ED14-4AFA6129C19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683ABF-C0F6-9491-E0A2-7D78A8E27D9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B5993E-431A-3B58-38E5-68665983DB4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A20801-A4AB-9AE0-78BB-50922162D33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1B984B-5FC8-FA51-2373-E5670633D51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E20BEB-9FF9-6A6F-A8ED-63E999B508F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AE0A9E-5BFA-572E-20BE-E3AC26D9B88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F38614-038C-086A-7605-83B1131E748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38965F8-5D42-045E-6FDA-006914E6CA2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59C8471-CE82-D411-CA23-CC580FDF3A3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D06648E-4A7D-504B-6624-403EB3B246C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853210A-2A82-01F6-7D94-C37B7EE6D6E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3A3263-541D-A12A-82B7-F5FD67A1878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FA06EF-180A-B1B5-856B-EEAA034F190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D8E28A-37B9-8D8A-9009-DB4C25C1E15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108900-7F66-268A-7AD8-6604D38F76D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B5CC1A-FAF3-63B4-349B-084F8CE33FB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ACE67A-49FF-799B-F746-9F22E6641EE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256AB4-4753-8FE9-519E-6CB5E366325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324CA52-B76C-8FC7-411C-A081B4E9264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897407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D6D3-99EE-0043-E5B2-E45BB405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9F9B34-E8FA-0FF9-C59A-AB2135EB59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9F09CF-BDC8-AF20-020B-28D0AA61B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101F1A-D308-BAB5-8CE4-1936E8442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2E0961-57DD-C5A1-3FCB-27027A791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A50EA1-AC02-9D3B-1B36-BA80F5B809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9FCB15-EA8E-D14D-E4E5-495C271CE2E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F5F270-5713-0697-12DC-163DCFE2136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F6099-399A-5927-551E-65A75C394B3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5A083-3C6B-6FEA-BE12-C5E556C0F98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DF99E0-4CA5-488A-7D4E-8744F1B9D75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75C90F-D26A-5657-9740-60F9A2EF6BE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7EFA7A-FB74-D566-A100-E3E2ADA19DF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215402-068B-905D-A5AD-0B0738A0FA1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178237-BF96-0350-9D94-89E609DE483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B2CC95-2472-341D-2ECD-448D367ABDE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378A58-023D-8163-C010-2CC8212C32A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4CD1A3-D919-D136-E93F-64D1B3E8E25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1170AE-8649-884B-3C2D-32A8B0AE898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288B19-C026-DF4D-2CC4-A01D2F96AE9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B72D07-E427-B5D3-2BF0-0B5B3A361E4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197095-D91C-7189-B72C-7F48945085C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4B96ED-33D4-7100-B406-89558E60E11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2F5E2-A5F6-8029-EF47-2C07FD97F7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BABF9-52CC-C9D0-7A84-EF15FCA9F0E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A7DECA-04AC-1F07-2EED-6BEAB443F51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A48553-0BED-0620-80F3-E49FB8B1A68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ABBBE3-A230-E5E8-11CB-92D9C0C492F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273F14-CA7B-53CD-AE9B-173760E9BAB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6CAE3F-E2FF-8EA1-AF4E-649F5F8A12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6C42DE-E58E-6069-250A-CC17A09FE78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A0567D-9C63-5DA9-771E-8B2339A9C0C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69C397-0DD8-2FDB-55B7-F7F9826BAA4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F61F91-DE20-5DE0-34AE-241A95BAD47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FB7FA6-83A5-E42E-A657-B4BDF8939E1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33A0E5-14D6-B305-C1D2-F9A0CC2E674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61882E0-25DF-2D4F-95F5-ED1D2BFC292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7CDD2D-2039-19F3-1CF2-E949379AAEB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57006-2BF9-F75A-4D72-611440EC827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6A2D39-F0D5-E370-94AA-09881C62247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0F082F-DD09-4729-233F-35D5BA9AF97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9143E7-8886-7693-DCCF-CEEB4857BC4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700DD2-1F82-CA0B-1BE1-5F0373F4805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20A4648-3DCF-E7F0-A941-A22D43D01B3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E9C13-48BA-1A9C-2985-423FE070E0D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0ED2A8-8848-87E4-2BE5-39098152318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2E33313-1FE2-62F4-92AE-F59F16D6D40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244776-1010-DEA8-9900-217F7A79CDB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B063C0-DE9E-57C0-3C53-AC7334F317D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2524F4-2115-BB54-5C52-4F009F23667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63E988-9570-67C9-5BD5-2AE0DC08C22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8E5CA8-5B02-5ADD-D577-A408B8FC96B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5A1C01-609B-369D-7751-7EB0B8F6599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9042D-FAB6-9D49-8536-EA37C8ACB79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96915D-928B-6183-974B-DAADFE9E55A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AB6D83-CD87-F107-B78C-228BA92D4F6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5A9F5D-34AC-EB12-E8AD-CA75D527F64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7FFC71-5EDE-13BB-2EF5-B038F05CDCD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185A9D-D088-90EA-D9EC-74BEF5CCED6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D6EB37-6BFD-910F-FAA6-CC9E29A8632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487D33-5ED9-5F45-2D07-AD36FED0301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7DED3D-7142-C7D3-5EC8-FE05FD182CC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B81187-D864-6B6B-AA9C-3D59C466BE6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996D74-FA3D-52E4-83A8-A1DCF3EAF7B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46C9A9-D58A-60E9-0015-D9265ACB3C2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35EE595-9F2D-77E8-4A7C-BC0A509B3D2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4A3FC5-AEE5-ED0F-74F7-8E5E911B2B5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AE44AD8-616F-ADE6-31C2-78E814B7BA5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707405-90FB-C53E-8E67-2D4565007ED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C69A0AA-9B73-E281-F6DB-E6801E15AC0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879B3E6-2A47-3DCA-8183-491E4AC44F2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7B8F6-BFDC-E55C-9CD8-E61B20FD225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25CDF6-11C1-DE56-0B27-D4D1264BBB4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D99B40-1D19-08C0-FF46-FD7039F531C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0139B6-5A80-AF71-C7AC-EAEA870B472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5241D7-84E9-8348-7D2B-4CEAFFD5CD5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1A5451A-2634-4EA1-E4D8-36ADE52D553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BCDC22-1E54-8A2D-86B0-775CF062E0B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A21254-8206-499D-341A-FF2638E6B52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158D024-FC6C-EDA7-46EC-72DC9B34B68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6D14CB-F7CB-A9B8-68AA-6662B3D8E7B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1970669-42BA-FBD3-5860-855B55A1745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343579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79E0-C46A-3B29-CCE4-4CBA0F9D3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AF3BC7-269D-1D4B-051B-B54F3FA3F6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5BBE3C5-AA16-CF49-256F-7BA664F9B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CD3934-52A5-87FD-E639-53E18D46F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810AAA-6471-EF17-12B1-4B624861B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C65A6A-EBE7-B8C8-F7E2-6E45D48CA4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36A655-0DDB-1B92-E72B-30FA9D167CD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5A54C3-2917-5747-80B1-88ED47BFF4B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AC4992-3F14-C272-28F2-00BFAD6B2E7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859C93-DE3A-6CF4-864C-08C54D8C76F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434750-B06D-5182-3035-0F7A1269798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4BB5E8-55D6-5DDD-38E7-BFECE57AF4E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2C98D7-5681-03DC-CE45-EA710CF66AE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736798-AF37-AF1E-6E91-CF69587C546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ED8BE1-A656-85F8-B071-F019AEA22C5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A49655-5A92-C44E-D92B-52712325609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4ED825-98BF-41ED-3F9C-E30399653A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A0D4DB-A822-3EF8-E7F8-57B7B452770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53CE89-170E-5D91-0806-BB389EA0131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44AB38-85CC-0ABF-F7BF-D9DF8239D2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1D1099-5442-DA3B-8469-619877A359A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800CEA-D58E-707A-1F7A-46CB999F66D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0D9271-5F49-F4D9-EFF5-25B00F322C4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B0FC0F-749D-8AB4-46BE-DC68534B8B6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7F730D-9310-E7A0-260E-4D9C162A4D4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71BB7D-5213-6206-D8F0-C9488D5A5E0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E9BA32-0681-C037-80B3-BB61D857CEB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31EC07-8AFA-F201-33F9-861E4F5930F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A68665-566D-E9BC-7584-8231A7F4EF6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ADF324-6F24-103A-BEB6-452A3342409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BC5254-64F6-BF55-72EE-7DA5A22025D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DB26CA-425C-12E2-32B5-CAC65AC3C83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B5C3E8-D654-E4D2-5D89-D79378D048E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3414FD-254A-6981-3FBD-24A563020FE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FA7643-AB8E-19FE-D7EE-7D370BF2F54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6447EB-85FA-115B-DB75-C266892967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90AB0C-CB5D-03F5-5B78-E3E08519DB5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56A9F1-F9FB-2D4C-677D-8C8D15A3D46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471CC6-622D-3012-6475-129CD1837FB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0E741-F3ED-420F-169A-7DC07A8A5AE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12A49F-4E1B-CEC6-18EB-1BCF3793FA0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C2127D-5716-652A-EB12-832DEECFAD0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968D4A-6D0B-5E5D-53A2-265657F5DFA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2C5507-4FD1-E236-3CD9-26AB423EAF5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D715DD-4521-29C0-6578-EDE0A23340A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0C4EE1-6E4C-54A9-6F39-8F40E8C2E21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50AEF9-1B65-B618-4A3E-BCDE9ED0455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825E1-55B5-D118-F877-77BC49D2AAC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0A606-927E-E54C-9AEF-EED623704DC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CAEA8-F68A-983D-54CB-0FD77A4894C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A88CC1-62E6-5FC7-D359-DE74F10D59C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795B73-51A4-C39F-72CD-0727ED42AD2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59E380-F04C-BA17-9971-DEC8EC0773B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5AC1F3-D2CD-874F-6F03-24797A7D91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E3A47D-76BC-41C0-58C5-BC38DAF6A66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DC053C-7000-B9C8-2711-72978CD979F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02B86C-6D43-CBCD-46A8-6EB4420C9DC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8C0157-B43C-CC46-E375-FAE6F005119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ADD486-AF8B-564E-C849-41B7511BBEA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E5A857-DCC0-02DB-0CDD-B153A84799B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F190029-269C-3984-4378-DEC9D86C865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7CE70F0-2A6D-60BD-9FDC-4E0B8EF5A7B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7AAB9A-8A4F-831C-0B5B-EB6665288A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D33D30E-47F9-2B1B-D615-DF73C7E0FD1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041AD4-F189-854D-5255-B3A708C9E61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731ACB-5389-FA54-E8B2-47BA4B87118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E2F3DB-A54C-D533-BC37-8A641A02C67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9C01BA-4548-50B0-5338-84954AEEA90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5C0388-D75A-7CBF-0B94-B02E23FDFF6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227FD3-AC24-D1CE-792F-889B4031913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F5BC73-8517-0F2C-D3A7-14BB727850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3024BB1-0983-4056-BF41-370D56FD847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CC7C46-D833-74E2-E15A-11A4BE421A6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8E1D1F-C608-0297-44F2-31002554299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8A55FE-A72C-B813-D949-E57BBD529B9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2F16527-C315-2736-9A94-C08FEB2D488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EB350A0-DBD0-A556-396A-612B8975523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345FA6-5916-4BBB-3A83-8BD22B8D8BA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66CABB-06DD-514E-C46A-DA75AE42FD0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85339E-F685-B3D7-F781-443428175A1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5F368F-F9CF-5474-B0B7-FD75F06DA01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3730C0-89EB-B8E2-4A03-C0D217ADE26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2045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9836</TotalTime>
  <Words>3136</Words>
  <Application>Microsoft Macintosh PowerPoint</Application>
  <PresentationFormat>Widescreen</PresentationFormat>
  <Paragraphs>2633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395</cp:revision>
  <cp:lastPrinted>2025-12-02T00:08:17Z</cp:lastPrinted>
  <dcterms:created xsi:type="dcterms:W3CDTF">2024-03-19T02:13:08Z</dcterms:created>
  <dcterms:modified xsi:type="dcterms:W3CDTF">2026-08-27T17:40:15Z</dcterms:modified>
</cp:coreProperties>
</file>